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  <p:sldMasterId id="2147483820" r:id="rId2"/>
  </p:sldMasterIdLst>
  <p:notesMasterIdLst>
    <p:notesMasterId r:id="rId271"/>
  </p:notesMasterIdLst>
  <p:sldIdLst>
    <p:sldId id="1190" r:id="rId3"/>
    <p:sldId id="1092" r:id="rId4"/>
    <p:sldId id="1117" r:id="rId5"/>
    <p:sldId id="1118" r:id="rId6"/>
    <p:sldId id="1119" r:id="rId7"/>
    <p:sldId id="1120" r:id="rId8"/>
    <p:sldId id="256" r:id="rId9"/>
    <p:sldId id="257" r:id="rId10"/>
    <p:sldId id="258" r:id="rId11"/>
    <p:sldId id="259" r:id="rId12"/>
    <p:sldId id="1134" r:id="rId13"/>
    <p:sldId id="260" r:id="rId14"/>
    <p:sldId id="1131" r:id="rId15"/>
    <p:sldId id="1129" r:id="rId16"/>
    <p:sldId id="261" r:id="rId17"/>
    <p:sldId id="262" r:id="rId18"/>
    <p:sldId id="263" r:id="rId19"/>
    <p:sldId id="264" r:id="rId20"/>
    <p:sldId id="265" r:id="rId21"/>
    <p:sldId id="267" r:id="rId22"/>
    <p:sldId id="268" r:id="rId23"/>
    <p:sldId id="1313" r:id="rId24"/>
    <p:sldId id="269" r:id="rId25"/>
    <p:sldId id="270" r:id="rId26"/>
    <p:sldId id="272" r:id="rId27"/>
    <p:sldId id="279" r:id="rId28"/>
    <p:sldId id="280" r:id="rId29"/>
    <p:sldId id="281" r:id="rId30"/>
    <p:sldId id="274" r:id="rId31"/>
    <p:sldId id="273" r:id="rId32"/>
    <p:sldId id="276" r:id="rId33"/>
    <p:sldId id="277" r:id="rId34"/>
    <p:sldId id="278" r:id="rId35"/>
    <p:sldId id="1133" r:id="rId36"/>
    <p:sldId id="282" r:id="rId37"/>
    <p:sldId id="283" r:id="rId38"/>
    <p:sldId id="285" r:id="rId39"/>
    <p:sldId id="286" r:id="rId40"/>
    <p:sldId id="275" r:id="rId41"/>
    <p:sldId id="287" r:id="rId42"/>
    <p:sldId id="600" r:id="rId43"/>
    <p:sldId id="616" r:id="rId44"/>
    <p:sldId id="617" r:id="rId45"/>
    <p:sldId id="601" r:id="rId46"/>
    <p:sldId id="602" r:id="rId47"/>
    <p:sldId id="603" r:id="rId48"/>
    <p:sldId id="604" r:id="rId49"/>
    <p:sldId id="605" r:id="rId50"/>
    <p:sldId id="606" r:id="rId51"/>
    <p:sldId id="607" r:id="rId52"/>
    <p:sldId id="608" r:id="rId53"/>
    <p:sldId id="1149" r:id="rId54"/>
    <p:sldId id="559" r:id="rId55"/>
    <p:sldId id="609" r:id="rId56"/>
    <p:sldId id="1191" r:id="rId57"/>
    <p:sldId id="1192" r:id="rId58"/>
    <p:sldId id="613" r:id="rId59"/>
    <p:sldId id="611" r:id="rId60"/>
    <p:sldId id="610" r:id="rId61"/>
    <p:sldId id="589" r:id="rId62"/>
    <p:sldId id="1152" r:id="rId63"/>
    <p:sldId id="612" r:id="rId64"/>
    <p:sldId id="1147" r:id="rId65"/>
    <p:sldId id="614" r:id="rId66"/>
    <p:sldId id="1135" r:id="rId67"/>
    <p:sldId id="615" r:id="rId68"/>
    <p:sldId id="1196" r:id="rId69"/>
    <p:sldId id="1195" r:id="rId70"/>
    <p:sldId id="1194" r:id="rId71"/>
    <p:sldId id="1193" r:id="rId72"/>
    <p:sldId id="430" r:id="rId73"/>
    <p:sldId id="1314" r:id="rId74"/>
    <p:sldId id="1198" r:id="rId75"/>
    <p:sldId id="431" r:id="rId76"/>
    <p:sldId id="1031" r:id="rId77"/>
    <p:sldId id="1030" r:id="rId78"/>
    <p:sldId id="1032" r:id="rId79"/>
    <p:sldId id="1033" r:id="rId80"/>
    <p:sldId id="1034" r:id="rId81"/>
    <p:sldId id="1035" r:id="rId82"/>
    <p:sldId id="1036" r:id="rId83"/>
    <p:sldId id="1037" r:id="rId84"/>
    <p:sldId id="1197" r:id="rId85"/>
    <p:sldId id="1038" r:id="rId86"/>
    <p:sldId id="1039" r:id="rId87"/>
    <p:sldId id="1040" r:id="rId88"/>
    <p:sldId id="1199" r:id="rId89"/>
    <p:sldId id="1042" r:id="rId90"/>
    <p:sldId id="1043" r:id="rId91"/>
    <p:sldId id="1060" r:id="rId92"/>
    <p:sldId id="1061" r:id="rId93"/>
    <p:sldId id="1044" r:id="rId94"/>
    <p:sldId id="1045" r:id="rId95"/>
    <p:sldId id="1046" r:id="rId96"/>
    <p:sldId id="1200" r:id="rId97"/>
    <p:sldId id="1201" r:id="rId98"/>
    <p:sldId id="1202" r:id="rId99"/>
    <p:sldId id="1047" r:id="rId100"/>
    <p:sldId id="1048" r:id="rId101"/>
    <p:sldId id="1049" r:id="rId102"/>
    <p:sldId id="1051" r:id="rId103"/>
    <p:sldId id="1052" r:id="rId104"/>
    <p:sldId id="1053" r:id="rId105"/>
    <p:sldId id="1050" r:id="rId106"/>
    <p:sldId id="1054" r:id="rId107"/>
    <p:sldId id="1203" r:id="rId108"/>
    <p:sldId id="1071" r:id="rId109"/>
    <p:sldId id="1072" r:id="rId110"/>
    <p:sldId id="1204" r:id="rId111"/>
    <p:sldId id="1073" r:id="rId112"/>
    <p:sldId id="1205" r:id="rId113"/>
    <p:sldId id="1206" r:id="rId114"/>
    <p:sldId id="1207" r:id="rId115"/>
    <p:sldId id="1059" r:id="rId116"/>
    <p:sldId id="1208" r:id="rId117"/>
    <p:sldId id="1209" r:id="rId118"/>
    <p:sldId id="1210" r:id="rId119"/>
    <p:sldId id="1211" r:id="rId120"/>
    <p:sldId id="1212" r:id="rId121"/>
    <p:sldId id="1213" r:id="rId122"/>
    <p:sldId id="1214" r:id="rId123"/>
    <p:sldId id="1062" r:id="rId124"/>
    <p:sldId id="1063" r:id="rId125"/>
    <p:sldId id="1215" r:id="rId126"/>
    <p:sldId id="1216" r:id="rId127"/>
    <p:sldId id="1055" r:id="rId128"/>
    <p:sldId id="1217" r:id="rId129"/>
    <p:sldId id="1056" r:id="rId130"/>
    <p:sldId id="1057" r:id="rId131"/>
    <p:sldId id="1218" r:id="rId132"/>
    <p:sldId id="1219" r:id="rId133"/>
    <p:sldId id="1220" r:id="rId134"/>
    <p:sldId id="1221" r:id="rId135"/>
    <p:sldId id="1315" r:id="rId136"/>
    <p:sldId id="1222" r:id="rId137"/>
    <p:sldId id="1223" r:id="rId138"/>
    <p:sldId id="1224" r:id="rId139"/>
    <p:sldId id="1225" r:id="rId140"/>
    <p:sldId id="1226" r:id="rId141"/>
    <p:sldId id="1227" r:id="rId142"/>
    <p:sldId id="1229" r:id="rId143"/>
    <p:sldId id="1230" r:id="rId144"/>
    <p:sldId id="1231" r:id="rId145"/>
    <p:sldId id="1228" r:id="rId146"/>
    <p:sldId id="1232" r:id="rId147"/>
    <p:sldId id="1233" r:id="rId148"/>
    <p:sldId id="1064" r:id="rId149"/>
    <p:sldId id="1065" r:id="rId150"/>
    <p:sldId id="1234" r:id="rId151"/>
    <p:sldId id="1066" r:id="rId152"/>
    <p:sldId id="1067" r:id="rId153"/>
    <p:sldId id="1235" r:id="rId154"/>
    <p:sldId id="1236" r:id="rId155"/>
    <p:sldId id="291" r:id="rId156"/>
    <p:sldId id="1238" r:id="rId157"/>
    <p:sldId id="1239" r:id="rId158"/>
    <p:sldId id="1240" r:id="rId159"/>
    <p:sldId id="1241" r:id="rId160"/>
    <p:sldId id="1068" r:id="rId161"/>
    <p:sldId id="1242" r:id="rId162"/>
    <p:sldId id="1243" r:id="rId163"/>
    <p:sldId id="1244" r:id="rId164"/>
    <p:sldId id="1237" r:id="rId165"/>
    <p:sldId id="1245" r:id="rId166"/>
    <p:sldId id="1246" r:id="rId167"/>
    <p:sldId id="1247" r:id="rId168"/>
    <p:sldId id="1248" r:id="rId169"/>
    <p:sldId id="1249" r:id="rId170"/>
    <p:sldId id="1076" r:id="rId171"/>
    <p:sldId id="1250" r:id="rId172"/>
    <p:sldId id="1077" r:id="rId173"/>
    <p:sldId id="1251" r:id="rId174"/>
    <p:sldId id="1252" r:id="rId175"/>
    <p:sldId id="1253" r:id="rId176"/>
    <p:sldId id="1254" r:id="rId177"/>
    <p:sldId id="1255" r:id="rId178"/>
    <p:sldId id="1256" r:id="rId179"/>
    <p:sldId id="1257" r:id="rId180"/>
    <p:sldId id="1258" r:id="rId181"/>
    <p:sldId id="1259" r:id="rId182"/>
    <p:sldId id="1260" r:id="rId183"/>
    <p:sldId id="1261" r:id="rId184"/>
    <p:sldId id="1262" r:id="rId185"/>
    <p:sldId id="1263" r:id="rId186"/>
    <p:sldId id="1264" r:id="rId187"/>
    <p:sldId id="1266" r:id="rId188"/>
    <p:sldId id="1267" r:id="rId189"/>
    <p:sldId id="329" r:id="rId190"/>
    <p:sldId id="1265" r:id="rId191"/>
    <p:sldId id="1268" r:id="rId192"/>
    <p:sldId id="1269" r:id="rId193"/>
    <p:sldId id="1270" r:id="rId194"/>
    <p:sldId id="1091" r:id="rId195"/>
    <p:sldId id="1185" r:id="rId196"/>
    <p:sldId id="1271" r:id="rId197"/>
    <p:sldId id="1272" r:id="rId198"/>
    <p:sldId id="1273" r:id="rId199"/>
    <p:sldId id="1187" r:id="rId200"/>
    <p:sldId id="1274" r:id="rId201"/>
    <p:sldId id="1275" r:id="rId202"/>
    <p:sldId id="1186" r:id="rId203"/>
    <p:sldId id="1276" r:id="rId204"/>
    <p:sldId id="1277" r:id="rId205"/>
    <p:sldId id="1278" r:id="rId206"/>
    <p:sldId id="1279" r:id="rId207"/>
    <p:sldId id="1188" r:id="rId208"/>
    <p:sldId id="1280" r:id="rId209"/>
    <p:sldId id="1281" r:id="rId210"/>
    <p:sldId id="1282" r:id="rId211"/>
    <p:sldId id="1283" r:id="rId212"/>
    <p:sldId id="1284" r:id="rId213"/>
    <p:sldId id="1285" r:id="rId214"/>
    <p:sldId id="1286" r:id="rId215"/>
    <p:sldId id="1287" r:id="rId216"/>
    <p:sldId id="1288" r:id="rId217"/>
    <p:sldId id="1289" r:id="rId218"/>
    <p:sldId id="1290" r:id="rId219"/>
    <p:sldId id="1291" r:id="rId220"/>
    <p:sldId id="1292" r:id="rId221"/>
    <p:sldId id="1293" r:id="rId222"/>
    <p:sldId id="1294" r:id="rId223"/>
    <p:sldId id="1295" r:id="rId224"/>
    <p:sldId id="1296" r:id="rId225"/>
    <p:sldId id="1297" r:id="rId226"/>
    <p:sldId id="1298" r:id="rId227"/>
    <p:sldId id="1299" r:id="rId228"/>
    <p:sldId id="1300" r:id="rId229"/>
    <p:sldId id="1301" r:id="rId230"/>
    <p:sldId id="1302" r:id="rId231"/>
    <p:sldId id="1303" r:id="rId232"/>
    <p:sldId id="1304" r:id="rId233"/>
    <p:sldId id="1305" r:id="rId234"/>
    <p:sldId id="1078" r:id="rId235"/>
    <p:sldId id="1079" r:id="rId236"/>
    <p:sldId id="1080" r:id="rId237"/>
    <p:sldId id="1081" r:id="rId238"/>
    <p:sldId id="1082" r:id="rId239"/>
    <p:sldId id="1083" r:id="rId240"/>
    <p:sldId id="1084" r:id="rId241"/>
    <p:sldId id="1306" r:id="rId242"/>
    <p:sldId id="1089" r:id="rId243"/>
    <p:sldId id="1090" r:id="rId244"/>
    <p:sldId id="1308" r:id="rId245"/>
    <p:sldId id="1309" r:id="rId246"/>
    <p:sldId id="1310" r:id="rId247"/>
    <p:sldId id="1311" r:id="rId248"/>
    <p:sldId id="1312" r:id="rId249"/>
    <p:sldId id="1307" r:id="rId250"/>
    <p:sldId id="1074" r:id="rId251"/>
    <p:sldId id="1075" r:id="rId252"/>
    <p:sldId id="1184" r:id="rId253"/>
    <p:sldId id="1167" r:id="rId254"/>
    <p:sldId id="1168" r:id="rId255"/>
    <p:sldId id="1169" r:id="rId256"/>
    <p:sldId id="1170" r:id="rId257"/>
    <p:sldId id="1171" r:id="rId258"/>
    <p:sldId id="1172" r:id="rId259"/>
    <p:sldId id="1173" r:id="rId260"/>
    <p:sldId id="1174" r:id="rId261"/>
    <p:sldId id="1175" r:id="rId262"/>
    <p:sldId id="1176" r:id="rId263"/>
    <p:sldId id="1177" r:id="rId264"/>
    <p:sldId id="1178" r:id="rId265"/>
    <p:sldId id="1179" r:id="rId266"/>
    <p:sldId id="1180" r:id="rId267"/>
    <p:sldId id="1181" r:id="rId268"/>
    <p:sldId id="1182" r:id="rId269"/>
    <p:sldId id="1183" r:id="rId27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38" autoAdjust="0"/>
    <p:restoredTop sz="94969"/>
  </p:normalViewPr>
  <p:slideViewPr>
    <p:cSldViewPr snapToGrid="0">
      <p:cViewPr>
        <p:scale>
          <a:sx n="120" d="100"/>
          <a:sy n="120" d="100"/>
        </p:scale>
        <p:origin x="7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63" Type="http://schemas.openxmlformats.org/officeDocument/2006/relationships/slide" Target="slides/slide61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226" Type="http://schemas.openxmlformats.org/officeDocument/2006/relationships/slide" Target="slides/slide224.xml"/><Relationship Id="rId268" Type="http://schemas.openxmlformats.org/officeDocument/2006/relationships/slide" Target="slides/slide266.xml"/><Relationship Id="rId32" Type="http://schemas.openxmlformats.org/officeDocument/2006/relationships/slide" Target="slides/slide30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37" Type="http://schemas.openxmlformats.org/officeDocument/2006/relationships/slide" Target="slides/slide235.xml"/><Relationship Id="rId258" Type="http://schemas.openxmlformats.org/officeDocument/2006/relationships/slide" Target="slides/slide256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slide" Target="slides/slide225.xml"/><Relationship Id="rId248" Type="http://schemas.openxmlformats.org/officeDocument/2006/relationships/slide" Target="slides/slide246.xml"/><Relationship Id="rId269" Type="http://schemas.openxmlformats.org/officeDocument/2006/relationships/slide" Target="slides/slide267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8" Type="http://schemas.openxmlformats.org/officeDocument/2006/relationships/slide" Target="slides/slide236.xml"/><Relationship Id="rId259" Type="http://schemas.openxmlformats.org/officeDocument/2006/relationships/slide" Target="slides/slide257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270" Type="http://schemas.openxmlformats.org/officeDocument/2006/relationships/slide" Target="slides/slide268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slide" Target="slides/slide226.xml"/><Relationship Id="rId249" Type="http://schemas.openxmlformats.org/officeDocument/2006/relationships/slide" Target="slides/slide247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260" Type="http://schemas.openxmlformats.org/officeDocument/2006/relationships/slide" Target="slides/slide258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39" Type="http://schemas.openxmlformats.org/officeDocument/2006/relationships/slide" Target="slides/slide237.xml"/><Relationship Id="rId250" Type="http://schemas.openxmlformats.org/officeDocument/2006/relationships/slide" Target="slides/slide248.xml"/><Relationship Id="rId271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29" Type="http://schemas.openxmlformats.org/officeDocument/2006/relationships/slide" Target="slides/slide227.xml"/><Relationship Id="rId240" Type="http://schemas.openxmlformats.org/officeDocument/2006/relationships/slide" Target="slides/slide238.xml"/><Relationship Id="rId261" Type="http://schemas.openxmlformats.org/officeDocument/2006/relationships/slide" Target="slides/slide259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230" Type="http://schemas.openxmlformats.org/officeDocument/2006/relationships/slide" Target="slides/slide228.xml"/><Relationship Id="rId251" Type="http://schemas.openxmlformats.org/officeDocument/2006/relationships/slide" Target="slides/slide249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72" Type="http://schemas.openxmlformats.org/officeDocument/2006/relationships/presProps" Target="presProps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220" Type="http://schemas.openxmlformats.org/officeDocument/2006/relationships/slide" Target="slides/slide218.xml"/><Relationship Id="rId241" Type="http://schemas.openxmlformats.org/officeDocument/2006/relationships/slide" Target="slides/slide23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262" Type="http://schemas.openxmlformats.org/officeDocument/2006/relationships/slide" Target="slides/slide260.xml"/><Relationship Id="rId78" Type="http://schemas.openxmlformats.org/officeDocument/2006/relationships/slide" Target="slides/slide76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64" Type="http://schemas.openxmlformats.org/officeDocument/2006/relationships/slide" Target="slides/slide162.xml"/><Relationship Id="rId185" Type="http://schemas.openxmlformats.org/officeDocument/2006/relationships/slide" Target="slides/slide183.xml"/><Relationship Id="rId9" Type="http://schemas.openxmlformats.org/officeDocument/2006/relationships/slide" Target="slides/slide7.xml"/><Relationship Id="rId210" Type="http://schemas.openxmlformats.org/officeDocument/2006/relationships/slide" Target="slides/slide208.xml"/><Relationship Id="rId26" Type="http://schemas.openxmlformats.org/officeDocument/2006/relationships/slide" Target="slides/slide24.xml"/><Relationship Id="rId231" Type="http://schemas.openxmlformats.org/officeDocument/2006/relationships/slide" Target="slides/slide229.xml"/><Relationship Id="rId252" Type="http://schemas.openxmlformats.org/officeDocument/2006/relationships/slide" Target="slides/slide250.xml"/><Relationship Id="rId273" Type="http://schemas.openxmlformats.org/officeDocument/2006/relationships/viewProps" Target="viewProps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242" Type="http://schemas.openxmlformats.org/officeDocument/2006/relationships/slide" Target="slides/slide240.xml"/><Relationship Id="rId263" Type="http://schemas.openxmlformats.org/officeDocument/2006/relationships/slide" Target="slides/slide261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32" Type="http://schemas.openxmlformats.org/officeDocument/2006/relationships/slide" Target="slides/slide230.xml"/><Relationship Id="rId253" Type="http://schemas.openxmlformats.org/officeDocument/2006/relationships/slide" Target="slides/slide251.xml"/><Relationship Id="rId274" Type="http://schemas.openxmlformats.org/officeDocument/2006/relationships/theme" Target="theme/theme1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243" Type="http://schemas.openxmlformats.org/officeDocument/2006/relationships/slide" Target="slides/slide241.xml"/><Relationship Id="rId264" Type="http://schemas.openxmlformats.org/officeDocument/2006/relationships/slide" Target="slides/slide262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slide" Target="slides/slide231.xml"/><Relationship Id="rId254" Type="http://schemas.openxmlformats.org/officeDocument/2006/relationships/slide" Target="slides/slide252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275" Type="http://schemas.openxmlformats.org/officeDocument/2006/relationships/tableStyles" Target="tableStyles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244" Type="http://schemas.openxmlformats.org/officeDocument/2006/relationships/slide" Target="slides/slide242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265" Type="http://schemas.openxmlformats.org/officeDocument/2006/relationships/slide" Target="slides/slide263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34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55" Type="http://schemas.openxmlformats.org/officeDocument/2006/relationships/slide" Target="slides/slide253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245" Type="http://schemas.openxmlformats.org/officeDocument/2006/relationships/slide" Target="slides/slide243.xml"/><Relationship Id="rId266" Type="http://schemas.openxmlformats.org/officeDocument/2006/relationships/slide" Target="slides/slide264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35" Type="http://schemas.openxmlformats.org/officeDocument/2006/relationships/slide" Target="slides/slide233.xml"/><Relationship Id="rId256" Type="http://schemas.openxmlformats.org/officeDocument/2006/relationships/slide" Target="slides/slide254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179" Type="http://schemas.openxmlformats.org/officeDocument/2006/relationships/slide" Target="slides/slide17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5" Type="http://schemas.openxmlformats.org/officeDocument/2006/relationships/slide" Target="slides/slide223.xml"/><Relationship Id="rId246" Type="http://schemas.openxmlformats.org/officeDocument/2006/relationships/slide" Target="slides/slide244.xml"/><Relationship Id="rId267" Type="http://schemas.openxmlformats.org/officeDocument/2006/relationships/slide" Target="slides/slide26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94" Type="http://schemas.openxmlformats.org/officeDocument/2006/relationships/slide" Target="slides/slide92.xml"/><Relationship Id="rId148" Type="http://schemas.openxmlformats.org/officeDocument/2006/relationships/slide" Target="slides/slide146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180" Type="http://schemas.openxmlformats.org/officeDocument/2006/relationships/slide" Target="slides/slide178.xml"/><Relationship Id="rId215" Type="http://schemas.openxmlformats.org/officeDocument/2006/relationships/slide" Target="slides/slide213.xml"/><Relationship Id="rId236" Type="http://schemas.openxmlformats.org/officeDocument/2006/relationships/slide" Target="slides/slide234.xml"/><Relationship Id="rId257" Type="http://schemas.openxmlformats.org/officeDocument/2006/relationships/slide" Target="slides/slide255.xml"/><Relationship Id="rId42" Type="http://schemas.openxmlformats.org/officeDocument/2006/relationships/slide" Target="slides/slide40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47" Type="http://schemas.openxmlformats.org/officeDocument/2006/relationships/slide" Target="slides/slide245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53" Type="http://schemas.openxmlformats.org/officeDocument/2006/relationships/slide" Target="slides/slide51.xml"/><Relationship Id="rId149" Type="http://schemas.openxmlformats.org/officeDocument/2006/relationships/slide" Target="slides/slide14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2899A7-F8CE-4E4E-B7D1-30CD247456B0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</dgm:pt>
    <dgm:pt modelId="{EAC66E43-3674-4006-AFB0-A24F53AA8038}">
      <dgm:prSet phldrT="[Text]"/>
      <dgm:spPr/>
      <dgm:t>
        <a:bodyPr/>
        <a:lstStyle/>
        <a:p>
          <a:r>
            <a:rPr lang="de-DE" dirty="0"/>
            <a:t>ECMAScript5</a:t>
          </a:r>
        </a:p>
      </dgm:t>
    </dgm:pt>
    <dgm:pt modelId="{E31B56DD-61D7-4A2B-B157-17F5CF044BC2}" type="parTrans" cxnId="{B4FF6614-4542-4469-BAAE-7357662BDBBC}">
      <dgm:prSet/>
      <dgm:spPr/>
      <dgm:t>
        <a:bodyPr/>
        <a:lstStyle/>
        <a:p>
          <a:endParaRPr lang="de-DE"/>
        </a:p>
      </dgm:t>
    </dgm:pt>
    <dgm:pt modelId="{A7CA5B0D-5A9A-4DFD-A09D-356C7081D18D}" type="sibTrans" cxnId="{B4FF6614-4542-4469-BAAE-7357662BDBBC}">
      <dgm:prSet/>
      <dgm:spPr/>
      <dgm:t>
        <a:bodyPr/>
        <a:lstStyle/>
        <a:p>
          <a:endParaRPr lang="de-DE"/>
        </a:p>
      </dgm:t>
    </dgm:pt>
    <dgm:pt modelId="{9A9F24FF-B712-437E-8967-84AA45106B93}">
      <dgm:prSet phldrT="[Text]"/>
      <dgm:spPr/>
      <dgm:t>
        <a:bodyPr/>
        <a:lstStyle/>
        <a:p>
          <a:r>
            <a:rPr lang="de-DE" dirty="0"/>
            <a:t>ECMAScript6</a:t>
          </a:r>
        </a:p>
      </dgm:t>
    </dgm:pt>
    <dgm:pt modelId="{6AF8A30E-5DBC-43FC-933E-B09058C1B91E}" type="parTrans" cxnId="{7C0A2A5F-9CEC-4D37-A3CD-F2E512254500}">
      <dgm:prSet/>
      <dgm:spPr/>
      <dgm:t>
        <a:bodyPr/>
        <a:lstStyle/>
        <a:p>
          <a:endParaRPr lang="de-DE"/>
        </a:p>
      </dgm:t>
    </dgm:pt>
    <dgm:pt modelId="{A9E67323-99C6-4949-8D2A-F5332FF7EF7C}" type="sibTrans" cxnId="{7C0A2A5F-9CEC-4D37-A3CD-F2E512254500}">
      <dgm:prSet/>
      <dgm:spPr/>
      <dgm:t>
        <a:bodyPr/>
        <a:lstStyle/>
        <a:p>
          <a:endParaRPr lang="de-DE"/>
        </a:p>
      </dgm:t>
    </dgm:pt>
    <dgm:pt modelId="{AF9C3BBC-A58C-405B-A78C-B4C8F8062441}">
      <dgm:prSet phldrT="[Text]"/>
      <dgm:spPr/>
      <dgm:t>
        <a:bodyPr/>
        <a:lstStyle/>
        <a:p>
          <a:r>
            <a:rPr lang="de-DE" dirty="0"/>
            <a:t>Additional Features</a:t>
          </a:r>
        </a:p>
      </dgm:t>
    </dgm:pt>
    <dgm:pt modelId="{579E1ABD-0A77-4816-80D5-1A2C55E00D45}" type="parTrans" cxnId="{7122761A-518B-4B6D-9386-B785EDE114AC}">
      <dgm:prSet/>
      <dgm:spPr/>
      <dgm:t>
        <a:bodyPr/>
        <a:lstStyle/>
        <a:p>
          <a:endParaRPr lang="de-DE"/>
        </a:p>
      </dgm:t>
    </dgm:pt>
    <dgm:pt modelId="{843DC590-28AC-4841-822B-C6D16F7C29D5}" type="sibTrans" cxnId="{7122761A-518B-4B6D-9386-B785EDE114AC}">
      <dgm:prSet/>
      <dgm:spPr/>
      <dgm:t>
        <a:bodyPr/>
        <a:lstStyle/>
        <a:p>
          <a:endParaRPr lang="de-DE"/>
        </a:p>
      </dgm:t>
    </dgm:pt>
    <dgm:pt modelId="{21B4A07F-802F-4762-9ECD-1158ABD2C30B}">
      <dgm:prSet phldrT="[Text]"/>
      <dgm:spPr/>
      <dgm:t>
        <a:bodyPr/>
        <a:lstStyle/>
        <a:p>
          <a:r>
            <a:rPr lang="de-DE" dirty="0" err="1"/>
            <a:t>TypeScript</a:t>
          </a:r>
          <a:endParaRPr lang="de-DE" dirty="0"/>
        </a:p>
      </dgm:t>
    </dgm:pt>
    <dgm:pt modelId="{2EC3F521-D051-4D87-924F-823A0ED1EE60}" type="parTrans" cxnId="{0DADFF49-D4CE-4C6C-B367-35A645486CAB}">
      <dgm:prSet/>
      <dgm:spPr/>
      <dgm:t>
        <a:bodyPr/>
        <a:lstStyle/>
        <a:p>
          <a:endParaRPr lang="de-DE"/>
        </a:p>
      </dgm:t>
    </dgm:pt>
    <dgm:pt modelId="{907DA1E2-157E-4734-9324-1E41CBC74361}" type="sibTrans" cxnId="{0DADFF49-D4CE-4C6C-B367-35A645486CAB}">
      <dgm:prSet/>
      <dgm:spPr/>
      <dgm:t>
        <a:bodyPr/>
        <a:lstStyle/>
        <a:p>
          <a:endParaRPr lang="de-DE"/>
        </a:p>
      </dgm:t>
    </dgm:pt>
    <dgm:pt modelId="{BFDC35CA-9B77-498C-819D-D9E5FDBC6BA6}" type="pres">
      <dgm:prSet presAssocID="{592899A7-F8CE-4E4E-B7D1-30CD247456B0}" presName="linearFlow" presStyleCnt="0">
        <dgm:presLayoutVars>
          <dgm:dir/>
          <dgm:resizeHandles val="exact"/>
        </dgm:presLayoutVars>
      </dgm:prSet>
      <dgm:spPr/>
    </dgm:pt>
    <dgm:pt modelId="{A61DC1D8-AF8E-4AD3-8F3A-028424C67A03}" type="pres">
      <dgm:prSet presAssocID="{EAC66E43-3674-4006-AFB0-A24F53AA8038}" presName="node" presStyleLbl="node1" presStyleIdx="0" presStyleCnt="4">
        <dgm:presLayoutVars>
          <dgm:bulletEnabled val="1"/>
        </dgm:presLayoutVars>
      </dgm:prSet>
      <dgm:spPr/>
    </dgm:pt>
    <dgm:pt modelId="{C8019409-D9DE-468C-80F9-300FDE8628AC}" type="pres">
      <dgm:prSet presAssocID="{A7CA5B0D-5A9A-4DFD-A09D-356C7081D18D}" presName="spacerL" presStyleCnt="0"/>
      <dgm:spPr/>
    </dgm:pt>
    <dgm:pt modelId="{77389B7C-EEFA-49BC-ACFE-3BCDC31F3A4E}" type="pres">
      <dgm:prSet presAssocID="{A7CA5B0D-5A9A-4DFD-A09D-356C7081D18D}" presName="sibTrans" presStyleLbl="sibTrans2D1" presStyleIdx="0" presStyleCnt="3"/>
      <dgm:spPr/>
    </dgm:pt>
    <dgm:pt modelId="{7088FFEB-9732-44B5-83F3-2F41A6B4705C}" type="pres">
      <dgm:prSet presAssocID="{A7CA5B0D-5A9A-4DFD-A09D-356C7081D18D}" presName="spacerR" presStyleCnt="0"/>
      <dgm:spPr/>
    </dgm:pt>
    <dgm:pt modelId="{AFF351EB-85E5-496F-B9AB-45A5B109EEBC}" type="pres">
      <dgm:prSet presAssocID="{9A9F24FF-B712-437E-8967-84AA45106B93}" presName="node" presStyleLbl="node1" presStyleIdx="1" presStyleCnt="4">
        <dgm:presLayoutVars>
          <dgm:bulletEnabled val="1"/>
        </dgm:presLayoutVars>
      </dgm:prSet>
      <dgm:spPr/>
    </dgm:pt>
    <dgm:pt modelId="{64EADB6B-6BF2-4D5C-8D1F-CDC37D616DC0}" type="pres">
      <dgm:prSet presAssocID="{A9E67323-99C6-4949-8D2A-F5332FF7EF7C}" presName="spacerL" presStyleCnt="0"/>
      <dgm:spPr/>
    </dgm:pt>
    <dgm:pt modelId="{523619B0-4836-4F85-B178-D0067AC72FCE}" type="pres">
      <dgm:prSet presAssocID="{A9E67323-99C6-4949-8D2A-F5332FF7EF7C}" presName="sibTrans" presStyleLbl="sibTrans2D1" presStyleIdx="1" presStyleCnt="3"/>
      <dgm:spPr/>
    </dgm:pt>
    <dgm:pt modelId="{0C071449-DDBC-4C5C-95A6-416FB507516B}" type="pres">
      <dgm:prSet presAssocID="{A9E67323-99C6-4949-8D2A-F5332FF7EF7C}" presName="spacerR" presStyleCnt="0"/>
      <dgm:spPr/>
    </dgm:pt>
    <dgm:pt modelId="{356DDC87-D1BE-49E9-9017-C238619EE953}" type="pres">
      <dgm:prSet presAssocID="{AF9C3BBC-A58C-405B-A78C-B4C8F8062441}" presName="node" presStyleLbl="node1" presStyleIdx="2" presStyleCnt="4">
        <dgm:presLayoutVars>
          <dgm:bulletEnabled val="1"/>
        </dgm:presLayoutVars>
      </dgm:prSet>
      <dgm:spPr/>
    </dgm:pt>
    <dgm:pt modelId="{57F42E0D-7D02-47FE-B2D3-063B033C8929}" type="pres">
      <dgm:prSet presAssocID="{843DC590-28AC-4841-822B-C6D16F7C29D5}" presName="spacerL" presStyleCnt="0"/>
      <dgm:spPr/>
    </dgm:pt>
    <dgm:pt modelId="{045500DA-CC1F-4371-AA73-63024F1D06F3}" type="pres">
      <dgm:prSet presAssocID="{843DC590-28AC-4841-822B-C6D16F7C29D5}" presName="sibTrans" presStyleLbl="sibTrans2D1" presStyleIdx="2" presStyleCnt="3"/>
      <dgm:spPr/>
    </dgm:pt>
    <dgm:pt modelId="{0C9B1D4B-F179-4B64-9F56-67764DDE9526}" type="pres">
      <dgm:prSet presAssocID="{843DC590-28AC-4841-822B-C6D16F7C29D5}" presName="spacerR" presStyleCnt="0"/>
      <dgm:spPr/>
    </dgm:pt>
    <dgm:pt modelId="{2A966352-D133-4596-A883-D312A2B550E6}" type="pres">
      <dgm:prSet presAssocID="{21B4A07F-802F-4762-9ECD-1158ABD2C30B}" presName="node" presStyleLbl="node1" presStyleIdx="3" presStyleCnt="4">
        <dgm:presLayoutVars>
          <dgm:bulletEnabled val="1"/>
        </dgm:presLayoutVars>
      </dgm:prSet>
      <dgm:spPr/>
    </dgm:pt>
  </dgm:ptLst>
  <dgm:cxnLst>
    <dgm:cxn modelId="{B4FF6614-4542-4469-BAAE-7357662BDBBC}" srcId="{592899A7-F8CE-4E4E-B7D1-30CD247456B0}" destId="{EAC66E43-3674-4006-AFB0-A24F53AA8038}" srcOrd="0" destOrd="0" parTransId="{E31B56DD-61D7-4A2B-B157-17F5CF044BC2}" sibTransId="{A7CA5B0D-5A9A-4DFD-A09D-356C7081D18D}"/>
    <dgm:cxn modelId="{7122761A-518B-4B6D-9386-B785EDE114AC}" srcId="{592899A7-F8CE-4E4E-B7D1-30CD247456B0}" destId="{AF9C3BBC-A58C-405B-A78C-B4C8F8062441}" srcOrd="2" destOrd="0" parTransId="{579E1ABD-0A77-4816-80D5-1A2C55E00D45}" sibTransId="{843DC590-28AC-4841-822B-C6D16F7C29D5}"/>
    <dgm:cxn modelId="{7BA87F24-6822-43B1-9028-B1BA60ED6A05}" type="presOf" srcId="{592899A7-F8CE-4E4E-B7D1-30CD247456B0}" destId="{BFDC35CA-9B77-498C-819D-D9E5FDBC6BA6}" srcOrd="0" destOrd="0" presId="urn:microsoft.com/office/officeart/2005/8/layout/equation1"/>
    <dgm:cxn modelId="{0DADFF49-D4CE-4C6C-B367-35A645486CAB}" srcId="{592899A7-F8CE-4E4E-B7D1-30CD247456B0}" destId="{21B4A07F-802F-4762-9ECD-1158ABD2C30B}" srcOrd="3" destOrd="0" parTransId="{2EC3F521-D051-4D87-924F-823A0ED1EE60}" sibTransId="{907DA1E2-157E-4734-9324-1E41CBC74361}"/>
    <dgm:cxn modelId="{7C0A2A5F-9CEC-4D37-A3CD-F2E512254500}" srcId="{592899A7-F8CE-4E4E-B7D1-30CD247456B0}" destId="{9A9F24FF-B712-437E-8967-84AA45106B93}" srcOrd="1" destOrd="0" parTransId="{6AF8A30E-5DBC-43FC-933E-B09058C1B91E}" sibTransId="{A9E67323-99C6-4949-8D2A-F5332FF7EF7C}"/>
    <dgm:cxn modelId="{93569A81-726B-4B2D-9A25-8DD075D3BE15}" type="presOf" srcId="{AF9C3BBC-A58C-405B-A78C-B4C8F8062441}" destId="{356DDC87-D1BE-49E9-9017-C238619EE953}" srcOrd="0" destOrd="0" presId="urn:microsoft.com/office/officeart/2005/8/layout/equation1"/>
    <dgm:cxn modelId="{75139287-B80C-481A-9F58-76F8D3CCF7B5}" type="presOf" srcId="{21B4A07F-802F-4762-9ECD-1158ABD2C30B}" destId="{2A966352-D133-4596-A883-D312A2B550E6}" srcOrd="0" destOrd="0" presId="urn:microsoft.com/office/officeart/2005/8/layout/equation1"/>
    <dgm:cxn modelId="{5EF563C0-3AB4-4083-B702-679297F5AE32}" type="presOf" srcId="{9A9F24FF-B712-437E-8967-84AA45106B93}" destId="{AFF351EB-85E5-496F-B9AB-45A5B109EEBC}" srcOrd="0" destOrd="0" presId="urn:microsoft.com/office/officeart/2005/8/layout/equation1"/>
    <dgm:cxn modelId="{BD37B4DE-970A-4086-A9C2-949458467D06}" type="presOf" srcId="{843DC590-28AC-4841-822B-C6D16F7C29D5}" destId="{045500DA-CC1F-4371-AA73-63024F1D06F3}" srcOrd="0" destOrd="0" presId="urn:microsoft.com/office/officeart/2005/8/layout/equation1"/>
    <dgm:cxn modelId="{96C23DF2-B0D6-40E5-822F-FCBF12EA0FC0}" type="presOf" srcId="{A7CA5B0D-5A9A-4DFD-A09D-356C7081D18D}" destId="{77389B7C-EEFA-49BC-ACFE-3BCDC31F3A4E}" srcOrd="0" destOrd="0" presId="urn:microsoft.com/office/officeart/2005/8/layout/equation1"/>
    <dgm:cxn modelId="{945841F2-668A-4864-A8F8-4CFBCA8F6B5D}" type="presOf" srcId="{A9E67323-99C6-4949-8D2A-F5332FF7EF7C}" destId="{523619B0-4836-4F85-B178-D0067AC72FCE}" srcOrd="0" destOrd="0" presId="urn:microsoft.com/office/officeart/2005/8/layout/equation1"/>
    <dgm:cxn modelId="{211F89F8-1AB9-4394-9015-34E038EDBD04}" type="presOf" srcId="{EAC66E43-3674-4006-AFB0-A24F53AA8038}" destId="{A61DC1D8-AF8E-4AD3-8F3A-028424C67A03}" srcOrd="0" destOrd="0" presId="urn:microsoft.com/office/officeart/2005/8/layout/equation1"/>
    <dgm:cxn modelId="{2D02DC6C-9FAA-4F0C-93CE-80050E6462CC}" type="presParOf" srcId="{BFDC35CA-9B77-498C-819D-D9E5FDBC6BA6}" destId="{A61DC1D8-AF8E-4AD3-8F3A-028424C67A03}" srcOrd="0" destOrd="0" presId="urn:microsoft.com/office/officeart/2005/8/layout/equation1"/>
    <dgm:cxn modelId="{4C613C36-9DEA-4C93-A052-A8CFE2F2C9BE}" type="presParOf" srcId="{BFDC35CA-9B77-498C-819D-D9E5FDBC6BA6}" destId="{C8019409-D9DE-468C-80F9-300FDE8628AC}" srcOrd="1" destOrd="0" presId="urn:microsoft.com/office/officeart/2005/8/layout/equation1"/>
    <dgm:cxn modelId="{2EBEA0FE-9879-40CE-8EF0-AE1D3A5ECA94}" type="presParOf" srcId="{BFDC35CA-9B77-498C-819D-D9E5FDBC6BA6}" destId="{77389B7C-EEFA-49BC-ACFE-3BCDC31F3A4E}" srcOrd="2" destOrd="0" presId="urn:microsoft.com/office/officeart/2005/8/layout/equation1"/>
    <dgm:cxn modelId="{2BEF9DD6-DD52-41AB-9EA1-5F4C719065D1}" type="presParOf" srcId="{BFDC35CA-9B77-498C-819D-D9E5FDBC6BA6}" destId="{7088FFEB-9732-44B5-83F3-2F41A6B4705C}" srcOrd="3" destOrd="0" presId="urn:microsoft.com/office/officeart/2005/8/layout/equation1"/>
    <dgm:cxn modelId="{A7C190C1-4F1D-4BEA-8EF2-1927EDBC6D11}" type="presParOf" srcId="{BFDC35CA-9B77-498C-819D-D9E5FDBC6BA6}" destId="{AFF351EB-85E5-496F-B9AB-45A5B109EEBC}" srcOrd="4" destOrd="0" presId="urn:microsoft.com/office/officeart/2005/8/layout/equation1"/>
    <dgm:cxn modelId="{150396D6-6DFB-40EA-B8FF-A64D249C64F6}" type="presParOf" srcId="{BFDC35CA-9B77-498C-819D-D9E5FDBC6BA6}" destId="{64EADB6B-6BF2-4D5C-8D1F-CDC37D616DC0}" srcOrd="5" destOrd="0" presId="urn:microsoft.com/office/officeart/2005/8/layout/equation1"/>
    <dgm:cxn modelId="{8EBFB873-A719-4116-85CB-AB9CE12078F9}" type="presParOf" srcId="{BFDC35CA-9B77-498C-819D-D9E5FDBC6BA6}" destId="{523619B0-4836-4F85-B178-D0067AC72FCE}" srcOrd="6" destOrd="0" presId="urn:microsoft.com/office/officeart/2005/8/layout/equation1"/>
    <dgm:cxn modelId="{0D893633-2E4A-4E44-B7E7-D09ABAA7EB06}" type="presParOf" srcId="{BFDC35CA-9B77-498C-819D-D9E5FDBC6BA6}" destId="{0C071449-DDBC-4C5C-95A6-416FB507516B}" srcOrd="7" destOrd="0" presId="urn:microsoft.com/office/officeart/2005/8/layout/equation1"/>
    <dgm:cxn modelId="{0661AA73-4604-4965-BC38-61B5F0F45036}" type="presParOf" srcId="{BFDC35CA-9B77-498C-819D-D9E5FDBC6BA6}" destId="{356DDC87-D1BE-49E9-9017-C238619EE953}" srcOrd="8" destOrd="0" presId="urn:microsoft.com/office/officeart/2005/8/layout/equation1"/>
    <dgm:cxn modelId="{97C816B0-0B92-4055-BDB2-D901E09B32F9}" type="presParOf" srcId="{BFDC35CA-9B77-498C-819D-D9E5FDBC6BA6}" destId="{57F42E0D-7D02-47FE-B2D3-063B033C8929}" srcOrd="9" destOrd="0" presId="urn:microsoft.com/office/officeart/2005/8/layout/equation1"/>
    <dgm:cxn modelId="{124C7544-E2D6-4955-8E1F-F697C63F31D7}" type="presParOf" srcId="{BFDC35CA-9B77-498C-819D-D9E5FDBC6BA6}" destId="{045500DA-CC1F-4371-AA73-63024F1D06F3}" srcOrd="10" destOrd="0" presId="urn:microsoft.com/office/officeart/2005/8/layout/equation1"/>
    <dgm:cxn modelId="{F0BD6EA5-3B98-4034-A9D8-968EF38B87EB}" type="presParOf" srcId="{BFDC35CA-9B77-498C-819D-D9E5FDBC6BA6}" destId="{0C9B1D4B-F179-4B64-9F56-67764DDE9526}" srcOrd="11" destOrd="0" presId="urn:microsoft.com/office/officeart/2005/8/layout/equation1"/>
    <dgm:cxn modelId="{FB362335-166D-4320-A2DC-8F50161EC8AB}" type="presParOf" srcId="{BFDC35CA-9B77-498C-819D-D9E5FDBC6BA6}" destId="{2A966352-D133-4596-A883-D312A2B550E6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EC213B-8802-41D1-821E-5B4068B8B41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</dgm:pt>
    <dgm:pt modelId="{5E31C331-AE11-4773-91E7-B14951838EE0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Supports Type Definitions</a:t>
          </a:r>
        </a:p>
      </dgm:t>
    </dgm:pt>
    <dgm:pt modelId="{1D9CCEE0-AA5E-484B-90C2-CF1B92DCFFBB}" type="parTrans" cxnId="{E02396EC-A1C1-4168-8813-D1512CFFB914}">
      <dgm:prSet/>
      <dgm:spPr/>
      <dgm:t>
        <a:bodyPr/>
        <a:lstStyle/>
        <a:p>
          <a:endParaRPr lang="de-DE"/>
        </a:p>
      </dgm:t>
    </dgm:pt>
    <dgm:pt modelId="{78A6E2AD-872A-43EF-B9F7-A85C4FE16F45}" type="sibTrans" cxnId="{E02396EC-A1C1-4168-8813-D1512CFFB914}">
      <dgm:prSet/>
      <dgm:spPr/>
      <dgm:t>
        <a:bodyPr/>
        <a:lstStyle/>
        <a:p>
          <a:endParaRPr lang="de-DE"/>
        </a:p>
      </dgm:t>
    </dgm:pt>
    <dgm:pt modelId="{F0816492-5413-4966-AD7D-DC7B6568C93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de-DE"/>
            <a:t>Strong static Type</a:t>
          </a:r>
        </a:p>
      </dgm:t>
    </dgm:pt>
    <dgm:pt modelId="{89441E7D-040D-4B3E-A697-43380679AFD4}" type="parTrans" cxnId="{461EC8C5-FBC8-412D-808F-A255C21A9D56}">
      <dgm:prSet/>
      <dgm:spPr/>
      <dgm:t>
        <a:bodyPr/>
        <a:lstStyle/>
        <a:p>
          <a:endParaRPr lang="de-DE"/>
        </a:p>
      </dgm:t>
    </dgm:pt>
    <dgm:pt modelId="{4C24C8AB-D320-425D-94BA-CCF7D6D1C726}" type="sibTrans" cxnId="{461EC8C5-FBC8-412D-808F-A255C21A9D56}">
      <dgm:prSet/>
      <dgm:spPr/>
      <dgm:t>
        <a:bodyPr/>
        <a:lstStyle/>
        <a:p>
          <a:endParaRPr lang="de-DE"/>
        </a:p>
      </dgm:t>
    </dgm:pt>
    <dgm:pt modelId="{F8F9A2AF-E562-4729-9A69-AB7CB28598C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de-DE"/>
            <a:t>Compilation</a:t>
          </a:r>
        </a:p>
      </dgm:t>
    </dgm:pt>
    <dgm:pt modelId="{2340EA12-9DE7-46F5-B73F-4781BD3452FC}" type="parTrans" cxnId="{F6CB0C46-C392-4ECB-95AE-96C7F5B692C4}">
      <dgm:prSet/>
      <dgm:spPr/>
      <dgm:t>
        <a:bodyPr/>
        <a:lstStyle/>
        <a:p>
          <a:endParaRPr lang="de-DE"/>
        </a:p>
      </dgm:t>
    </dgm:pt>
    <dgm:pt modelId="{592DFE13-0DB8-4445-A4EC-2EF953541D5E}" type="sibTrans" cxnId="{F6CB0C46-C392-4ECB-95AE-96C7F5B692C4}">
      <dgm:prSet/>
      <dgm:spPr/>
      <dgm:t>
        <a:bodyPr/>
        <a:lstStyle/>
        <a:p>
          <a:endParaRPr lang="de-DE"/>
        </a:p>
      </dgm:t>
    </dgm:pt>
    <dgm:pt modelId="{49614048-3D16-4737-BBB6-21FFAB6EBF37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de-DE"/>
            <a:t>OO Concepts</a:t>
          </a:r>
        </a:p>
      </dgm:t>
    </dgm:pt>
    <dgm:pt modelId="{501E4014-3887-4EF2-A24E-FC9A628C2C8A}" type="parTrans" cxnId="{5F49C5C2-403D-4B8A-BB8E-B811975EA687}">
      <dgm:prSet/>
      <dgm:spPr/>
      <dgm:t>
        <a:bodyPr/>
        <a:lstStyle/>
        <a:p>
          <a:endParaRPr lang="de-DE"/>
        </a:p>
      </dgm:t>
    </dgm:pt>
    <dgm:pt modelId="{4FF94062-1E0C-4763-93AA-C79AE881643A}" type="sibTrans" cxnId="{5F49C5C2-403D-4B8A-BB8E-B811975EA687}">
      <dgm:prSet/>
      <dgm:spPr/>
      <dgm:t>
        <a:bodyPr/>
        <a:lstStyle/>
        <a:p>
          <a:endParaRPr lang="de-DE"/>
        </a:p>
      </dgm:t>
    </dgm:pt>
    <dgm:pt modelId="{2F9B1718-3DE8-40D6-A084-222D379BB0EA}" type="pres">
      <dgm:prSet presAssocID="{79EC213B-8802-41D1-821E-5B4068B8B41A}" presName="root" presStyleCnt="0">
        <dgm:presLayoutVars>
          <dgm:dir/>
          <dgm:resizeHandles val="exact"/>
        </dgm:presLayoutVars>
      </dgm:prSet>
      <dgm:spPr/>
    </dgm:pt>
    <dgm:pt modelId="{C27C6166-C226-41B7-9268-B0D0A91F17BB}" type="pres">
      <dgm:prSet presAssocID="{49614048-3D16-4737-BBB6-21FFAB6EBF37}" presName="compNode" presStyleCnt="0"/>
      <dgm:spPr/>
    </dgm:pt>
    <dgm:pt modelId="{B7B80C5E-CCF4-4E52-8E57-FC1AA715B429}" type="pres">
      <dgm:prSet presAssocID="{49614048-3D16-4737-BBB6-21FFAB6EBF37}" presName="bgRect" presStyleLbl="bgShp" presStyleIdx="0" presStyleCnt="4"/>
      <dgm:spPr/>
    </dgm:pt>
    <dgm:pt modelId="{98C8B915-614F-48DD-A952-C233801F106C}" type="pres">
      <dgm:prSet presAssocID="{49614048-3D16-4737-BBB6-21FFAB6EBF3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E572F2F-1CC9-4BA1-8630-C9EDB654C37A}" type="pres">
      <dgm:prSet presAssocID="{49614048-3D16-4737-BBB6-21FFAB6EBF37}" presName="spaceRect" presStyleCnt="0"/>
      <dgm:spPr/>
    </dgm:pt>
    <dgm:pt modelId="{F319D7F5-0A2C-46EE-96E8-F0EA10ECDAD4}" type="pres">
      <dgm:prSet presAssocID="{49614048-3D16-4737-BBB6-21FFAB6EBF37}" presName="parTx" presStyleLbl="revTx" presStyleIdx="0" presStyleCnt="4">
        <dgm:presLayoutVars>
          <dgm:chMax val="0"/>
          <dgm:chPref val="0"/>
        </dgm:presLayoutVars>
      </dgm:prSet>
      <dgm:spPr/>
    </dgm:pt>
    <dgm:pt modelId="{A03C1037-4E4D-4F20-810E-34897D0C7C4B}" type="pres">
      <dgm:prSet presAssocID="{4FF94062-1E0C-4763-93AA-C79AE881643A}" presName="sibTrans" presStyleCnt="0"/>
      <dgm:spPr/>
    </dgm:pt>
    <dgm:pt modelId="{EFE04E3E-E2AB-4DDD-9149-40C028BEF7CD}" type="pres">
      <dgm:prSet presAssocID="{5E31C331-AE11-4773-91E7-B14951838EE0}" presName="compNode" presStyleCnt="0"/>
      <dgm:spPr/>
    </dgm:pt>
    <dgm:pt modelId="{7DDD0EAC-A835-4F9E-AA7C-B442F1F3BE44}" type="pres">
      <dgm:prSet presAssocID="{5E31C331-AE11-4773-91E7-B14951838EE0}" presName="bgRect" presStyleLbl="bgShp" presStyleIdx="1" presStyleCnt="4"/>
      <dgm:spPr/>
    </dgm:pt>
    <dgm:pt modelId="{50681CE2-3EFC-461B-8124-EF43EC9E024E}" type="pres">
      <dgm:prSet presAssocID="{5E31C331-AE11-4773-91E7-B14951838E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D2593FA3-DEE9-4441-A68D-86BC1720B2B0}" type="pres">
      <dgm:prSet presAssocID="{5E31C331-AE11-4773-91E7-B14951838EE0}" presName="spaceRect" presStyleCnt="0"/>
      <dgm:spPr/>
    </dgm:pt>
    <dgm:pt modelId="{9465C624-F9BD-4CE2-814A-48072C0A76A2}" type="pres">
      <dgm:prSet presAssocID="{5E31C331-AE11-4773-91E7-B14951838EE0}" presName="parTx" presStyleLbl="revTx" presStyleIdx="1" presStyleCnt="4">
        <dgm:presLayoutVars>
          <dgm:chMax val="0"/>
          <dgm:chPref val="0"/>
        </dgm:presLayoutVars>
      </dgm:prSet>
      <dgm:spPr/>
    </dgm:pt>
    <dgm:pt modelId="{7B5153E1-0362-4C5B-83AA-6EEE132052C6}" type="pres">
      <dgm:prSet presAssocID="{78A6E2AD-872A-43EF-B9F7-A85C4FE16F45}" presName="sibTrans" presStyleCnt="0"/>
      <dgm:spPr/>
    </dgm:pt>
    <dgm:pt modelId="{74D4E68F-D7B9-49B8-BDE1-26114D8BF86B}" type="pres">
      <dgm:prSet presAssocID="{F0816492-5413-4966-AD7D-DC7B6568C937}" presName="compNode" presStyleCnt="0"/>
      <dgm:spPr/>
    </dgm:pt>
    <dgm:pt modelId="{F4600845-C547-45B3-BC28-88871AFBDCF5}" type="pres">
      <dgm:prSet presAssocID="{F0816492-5413-4966-AD7D-DC7B6568C937}" presName="bgRect" presStyleLbl="bgShp" presStyleIdx="2" presStyleCnt="4"/>
      <dgm:spPr/>
    </dgm:pt>
    <dgm:pt modelId="{F16494FC-222B-4EBA-8304-186FCD3D3D7C}" type="pres">
      <dgm:prSet presAssocID="{F0816492-5413-4966-AD7D-DC7B6568C93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D776D78-C278-4802-90EA-86842CDC1AB6}" type="pres">
      <dgm:prSet presAssocID="{F0816492-5413-4966-AD7D-DC7B6568C937}" presName="spaceRect" presStyleCnt="0"/>
      <dgm:spPr/>
    </dgm:pt>
    <dgm:pt modelId="{3BB3A14C-6BC7-48A5-8CA2-4A49C385E09D}" type="pres">
      <dgm:prSet presAssocID="{F0816492-5413-4966-AD7D-DC7B6568C937}" presName="parTx" presStyleLbl="revTx" presStyleIdx="2" presStyleCnt="4">
        <dgm:presLayoutVars>
          <dgm:chMax val="0"/>
          <dgm:chPref val="0"/>
        </dgm:presLayoutVars>
      </dgm:prSet>
      <dgm:spPr/>
    </dgm:pt>
    <dgm:pt modelId="{36ECC886-2BC3-404F-8C6D-9EE3F039458E}" type="pres">
      <dgm:prSet presAssocID="{4C24C8AB-D320-425D-94BA-CCF7D6D1C726}" presName="sibTrans" presStyleCnt="0"/>
      <dgm:spPr/>
    </dgm:pt>
    <dgm:pt modelId="{BD8FD87B-CDD8-4171-93FD-502BC1441C0B}" type="pres">
      <dgm:prSet presAssocID="{F8F9A2AF-E562-4729-9A69-AB7CB28598C2}" presName="compNode" presStyleCnt="0"/>
      <dgm:spPr/>
    </dgm:pt>
    <dgm:pt modelId="{F0A0FE29-1A60-4E3F-8AEA-3A981C2DD80E}" type="pres">
      <dgm:prSet presAssocID="{F8F9A2AF-E562-4729-9A69-AB7CB28598C2}" presName="bgRect" presStyleLbl="bgShp" presStyleIdx="3" presStyleCnt="4"/>
      <dgm:spPr/>
    </dgm:pt>
    <dgm:pt modelId="{37122F4D-38B5-49EA-8A54-040F6BF8EB1A}" type="pres">
      <dgm:prSet presAssocID="{F8F9A2AF-E562-4729-9A69-AB7CB28598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E05BD7F-C4EA-46A2-8740-817FB3C5C98E}" type="pres">
      <dgm:prSet presAssocID="{F8F9A2AF-E562-4729-9A69-AB7CB28598C2}" presName="spaceRect" presStyleCnt="0"/>
      <dgm:spPr/>
    </dgm:pt>
    <dgm:pt modelId="{7DC885B9-CFC0-4FF9-BB7A-D03C3BA6AA97}" type="pres">
      <dgm:prSet presAssocID="{F8F9A2AF-E562-4729-9A69-AB7CB28598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2E4C31-A193-7545-9830-334AC21255AC}" type="presOf" srcId="{F8F9A2AF-E562-4729-9A69-AB7CB28598C2}" destId="{7DC885B9-CFC0-4FF9-BB7A-D03C3BA6AA97}" srcOrd="0" destOrd="0" presId="urn:microsoft.com/office/officeart/2018/2/layout/IconVerticalSolidList"/>
    <dgm:cxn modelId="{04550941-14BC-EC43-8DE6-CF269921CB44}" type="presOf" srcId="{5E31C331-AE11-4773-91E7-B14951838EE0}" destId="{9465C624-F9BD-4CE2-814A-48072C0A76A2}" srcOrd="0" destOrd="0" presId="urn:microsoft.com/office/officeart/2018/2/layout/IconVerticalSolidList"/>
    <dgm:cxn modelId="{F6CB0C46-C392-4ECB-95AE-96C7F5B692C4}" srcId="{79EC213B-8802-41D1-821E-5B4068B8B41A}" destId="{F8F9A2AF-E562-4729-9A69-AB7CB28598C2}" srcOrd="3" destOrd="0" parTransId="{2340EA12-9DE7-46F5-B73F-4781BD3452FC}" sibTransId="{592DFE13-0DB8-4445-A4EC-2EF953541D5E}"/>
    <dgm:cxn modelId="{FD047354-2082-6D41-8491-9066024C290C}" type="presOf" srcId="{49614048-3D16-4737-BBB6-21FFAB6EBF37}" destId="{F319D7F5-0A2C-46EE-96E8-F0EA10ECDAD4}" srcOrd="0" destOrd="0" presId="urn:microsoft.com/office/officeart/2018/2/layout/IconVerticalSolidList"/>
    <dgm:cxn modelId="{39EEBF97-866C-2844-AAC6-09838A1BC325}" type="presOf" srcId="{79EC213B-8802-41D1-821E-5B4068B8B41A}" destId="{2F9B1718-3DE8-40D6-A084-222D379BB0EA}" srcOrd="0" destOrd="0" presId="urn:microsoft.com/office/officeart/2018/2/layout/IconVerticalSolidList"/>
    <dgm:cxn modelId="{80458FB2-928B-3C42-AA96-015132BFAF8B}" type="presOf" srcId="{F0816492-5413-4966-AD7D-DC7B6568C937}" destId="{3BB3A14C-6BC7-48A5-8CA2-4A49C385E09D}" srcOrd="0" destOrd="0" presId="urn:microsoft.com/office/officeart/2018/2/layout/IconVerticalSolidList"/>
    <dgm:cxn modelId="{5F49C5C2-403D-4B8A-BB8E-B811975EA687}" srcId="{79EC213B-8802-41D1-821E-5B4068B8B41A}" destId="{49614048-3D16-4737-BBB6-21FFAB6EBF37}" srcOrd="0" destOrd="0" parTransId="{501E4014-3887-4EF2-A24E-FC9A628C2C8A}" sibTransId="{4FF94062-1E0C-4763-93AA-C79AE881643A}"/>
    <dgm:cxn modelId="{461EC8C5-FBC8-412D-808F-A255C21A9D56}" srcId="{79EC213B-8802-41D1-821E-5B4068B8B41A}" destId="{F0816492-5413-4966-AD7D-DC7B6568C937}" srcOrd="2" destOrd="0" parTransId="{89441E7D-040D-4B3E-A697-43380679AFD4}" sibTransId="{4C24C8AB-D320-425D-94BA-CCF7D6D1C726}"/>
    <dgm:cxn modelId="{E02396EC-A1C1-4168-8813-D1512CFFB914}" srcId="{79EC213B-8802-41D1-821E-5B4068B8B41A}" destId="{5E31C331-AE11-4773-91E7-B14951838EE0}" srcOrd="1" destOrd="0" parTransId="{1D9CCEE0-AA5E-484B-90C2-CF1B92DCFFBB}" sibTransId="{78A6E2AD-872A-43EF-B9F7-A85C4FE16F45}"/>
    <dgm:cxn modelId="{A6450447-8317-6E4B-8D7D-8FAA275D8315}" type="presParOf" srcId="{2F9B1718-3DE8-40D6-A084-222D379BB0EA}" destId="{C27C6166-C226-41B7-9268-B0D0A91F17BB}" srcOrd="0" destOrd="0" presId="urn:microsoft.com/office/officeart/2018/2/layout/IconVerticalSolidList"/>
    <dgm:cxn modelId="{C64F6F01-FB62-FA45-B664-5940ADF8F332}" type="presParOf" srcId="{C27C6166-C226-41B7-9268-B0D0A91F17BB}" destId="{B7B80C5E-CCF4-4E52-8E57-FC1AA715B429}" srcOrd="0" destOrd="0" presId="urn:microsoft.com/office/officeart/2018/2/layout/IconVerticalSolidList"/>
    <dgm:cxn modelId="{2324C63A-E080-0349-ACF8-3A6914E3EBFF}" type="presParOf" srcId="{C27C6166-C226-41B7-9268-B0D0A91F17BB}" destId="{98C8B915-614F-48DD-A952-C233801F106C}" srcOrd="1" destOrd="0" presId="urn:microsoft.com/office/officeart/2018/2/layout/IconVerticalSolidList"/>
    <dgm:cxn modelId="{48852EE7-6A76-634E-BD04-DDBD6F99CE4E}" type="presParOf" srcId="{C27C6166-C226-41B7-9268-B0D0A91F17BB}" destId="{3E572F2F-1CC9-4BA1-8630-C9EDB654C37A}" srcOrd="2" destOrd="0" presId="urn:microsoft.com/office/officeart/2018/2/layout/IconVerticalSolidList"/>
    <dgm:cxn modelId="{74452D27-2820-2D44-90E6-CA9EFBB6FE19}" type="presParOf" srcId="{C27C6166-C226-41B7-9268-B0D0A91F17BB}" destId="{F319D7F5-0A2C-46EE-96E8-F0EA10ECDAD4}" srcOrd="3" destOrd="0" presId="urn:microsoft.com/office/officeart/2018/2/layout/IconVerticalSolidList"/>
    <dgm:cxn modelId="{36379C4C-DB96-C94E-81A7-68E092045C66}" type="presParOf" srcId="{2F9B1718-3DE8-40D6-A084-222D379BB0EA}" destId="{A03C1037-4E4D-4F20-810E-34897D0C7C4B}" srcOrd="1" destOrd="0" presId="urn:microsoft.com/office/officeart/2018/2/layout/IconVerticalSolidList"/>
    <dgm:cxn modelId="{E08CB89A-B993-9545-8EDC-EB009CBFB1A4}" type="presParOf" srcId="{2F9B1718-3DE8-40D6-A084-222D379BB0EA}" destId="{EFE04E3E-E2AB-4DDD-9149-40C028BEF7CD}" srcOrd="2" destOrd="0" presId="urn:microsoft.com/office/officeart/2018/2/layout/IconVerticalSolidList"/>
    <dgm:cxn modelId="{793A6BEC-6F22-3A49-8EC5-BEC217F99ADF}" type="presParOf" srcId="{EFE04E3E-E2AB-4DDD-9149-40C028BEF7CD}" destId="{7DDD0EAC-A835-4F9E-AA7C-B442F1F3BE44}" srcOrd="0" destOrd="0" presId="urn:microsoft.com/office/officeart/2018/2/layout/IconVerticalSolidList"/>
    <dgm:cxn modelId="{0B428880-257B-D341-AD3C-4C37BC137C7C}" type="presParOf" srcId="{EFE04E3E-E2AB-4DDD-9149-40C028BEF7CD}" destId="{50681CE2-3EFC-461B-8124-EF43EC9E024E}" srcOrd="1" destOrd="0" presId="urn:microsoft.com/office/officeart/2018/2/layout/IconVerticalSolidList"/>
    <dgm:cxn modelId="{240E0CCC-5362-A140-B334-0D7147A87499}" type="presParOf" srcId="{EFE04E3E-E2AB-4DDD-9149-40C028BEF7CD}" destId="{D2593FA3-DEE9-4441-A68D-86BC1720B2B0}" srcOrd="2" destOrd="0" presId="urn:microsoft.com/office/officeart/2018/2/layout/IconVerticalSolidList"/>
    <dgm:cxn modelId="{847E0EEC-9DE4-B44A-8D36-AE9D9B84F457}" type="presParOf" srcId="{EFE04E3E-E2AB-4DDD-9149-40C028BEF7CD}" destId="{9465C624-F9BD-4CE2-814A-48072C0A76A2}" srcOrd="3" destOrd="0" presId="urn:microsoft.com/office/officeart/2018/2/layout/IconVerticalSolidList"/>
    <dgm:cxn modelId="{E245EF5D-5949-4349-B749-6B6D5D5787D4}" type="presParOf" srcId="{2F9B1718-3DE8-40D6-A084-222D379BB0EA}" destId="{7B5153E1-0362-4C5B-83AA-6EEE132052C6}" srcOrd="3" destOrd="0" presId="urn:microsoft.com/office/officeart/2018/2/layout/IconVerticalSolidList"/>
    <dgm:cxn modelId="{A4FD2DFC-DA2B-6845-A549-785D8C308B86}" type="presParOf" srcId="{2F9B1718-3DE8-40D6-A084-222D379BB0EA}" destId="{74D4E68F-D7B9-49B8-BDE1-26114D8BF86B}" srcOrd="4" destOrd="0" presId="urn:microsoft.com/office/officeart/2018/2/layout/IconVerticalSolidList"/>
    <dgm:cxn modelId="{47EB5A05-8259-7540-B55C-D77E19B9A61B}" type="presParOf" srcId="{74D4E68F-D7B9-49B8-BDE1-26114D8BF86B}" destId="{F4600845-C547-45B3-BC28-88871AFBDCF5}" srcOrd="0" destOrd="0" presId="urn:microsoft.com/office/officeart/2018/2/layout/IconVerticalSolidList"/>
    <dgm:cxn modelId="{F182DC4A-2578-5543-9757-FD0FDF678FB2}" type="presParOf" srcId="{74D4E68F-D7B9-49B8-BDE1-26114D8BF86B}" destId="{F16494FC-222B-4EBA-8304-186FCD3D3D7C}" srcOrd="1" destOrd="0" presId="urn:microsoft.com/office/officeart/2018/2/layout/IconVerticalSolidList"/>
    <dgm:cxn modelId="{7CFBD83E-9E84-554D-A456-A09812A3B278}" type="presParOf" srcId="{74D4E68F-D7B9-49B8-BDE1-26114D8BF86B}" destId="{2D776D78-C278-4802-90EA-86842CDC1AB6}" srcOrd="2" destOrd="0" presId="urn:microsoft.com/office/officeart/2018/2/layout/IconVerticalSolidList"/>
    <dgm:cxn modelId="{BC6E906C-1894-1E4B-85CE-8EAFCB5C96C9}" type="presParOf" srcId="{74D4E68F-D7B9-49B8-BDE1-26114D8BF86B}" destId="{3BB3A14C-6BC7-48A5-8CA2-4A49C385E09D}" srcOrd="3" destOrd="0" presId="urn:microsoft.com/office/officeart/2018/2/layout/IconVerticalSolidList"/>
    <dgm:cxn modelId="{CA53F7D3-B21C-8542-84BA-DC3219549911}" type="presParOf" srcId="{2F9B1718-3DE8-40D6-A084-222D379BB0EA}" destId="{36ECC886-2BC3-404F-8C6D-9EE3F039458E}" srcOrd="5" destOrd="0" presId="urn:microsoft.com/office/officeart/2018/2/layout/IconVerticalSolidList"/>
    <dgm:cxn modelId="{EA825745-E85F-5C4E-8EAE-F0E477E9B826}" type="presParOf" srcId="{2F9B1718-3DE8-40D6-A084-222D379BB0EA}" destId="{BD8FD87B-CDD8-4171-93FD-502BC1441C0B}" srcOrd="6" destOrd="0" presId="urn:microsoft.com/office/officeart/2018/2/layout/IconVerticalSolidList"/>
    <dgm:cxn modelId="{4FCFFBFE-451D-B444-8FF5-AB68A349D9CA}" type="presParOf" srcId="{BD8FD87B-CDD8-4171-93FD-502BC1441C0B}" destId="{F0A0FE29-1A60-4E3F-8AEA-3A981C2DD80E}" srcOrd="0" destOrd="0" presId="urn:microsoft.com/office/officeart/2018/2/layout/IconVerticalSolidList"/>
    <dgm:cxn modelId="{B41AFD78-C538-2340-B6C8-13E6BF4DF0C7}" type="presParOf" srcId="{BD8FD87B-CDD8-4171-93FD-502BC1441C0B}" destId="{37122F4D-38B5-49EA-8A54-040F6BF8EB1A}" srcOrd="1" destOrd="0" presId="urn:microsoft.com/office/officeart/2018/2/layout/IconVerticalSolidList"/>
    <dgm:cxn modelId="{3F50617D-FD4A-334C-907E-0B5B9B53F33D}" type="presParOf" srcId="{BD8FD87B-CDD8-4171-93FD-502BC1441C0B}" destId="{0E05BD7F-C4EA-46A2-8740-817FB3C5C98E}" srcOrd="2" destOrd="0" presId="urn:microsoft.com/office/officeart/2018/2/layout/IconVerticalSolidList"/>
    <dgm:cxn modelId="{9439A941-125A-9944-A81E-86C23AE94C41}" type="presParOf" srcId="{BD8FD87B-CDD8-4171-93FD-502BC1441C0B}" destId="{7DC885B9-CFC0-4FF9-BB7A-D03C3BA6AA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5EB332-7BFC-4F38-B3C2-86915A2096A7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66E411B0-21E1-46BB-A56F-5C0526678BDC}">
      <dgm:prSet phldrT="[Text]"/>
      <dgm:spPr/>
      <dgm:t>
        <a:bodyPr/>
        <a:lstStyle/>
        <a:p>
          <a:r>
            <a:rPr lang="de-DE" dirty="0" err="1"/>
            <a:t>any</a:t>
          </a:r>
          <a:endParaRPr lang="de-DE" dirty="0"/>
        </a:p>
      </dgm:t>
    </dgm:pt>
    <dgm:pt modelId="{717B430E-5371-45EA-B172-51C95831C4A0}" type="parTrans" cxnId="{C5CA0EDE-BC06-43B6-AB54-5F1BC37D21D4}">
      <dgm:prSet/>
      <dgm:spPr/>
      <dgm:t>
        <a:bodyPr/>
        <a:lstStyle/>
        <a:p>
          <a:endParaRPr lang="de-DE"/>
        </a:p>
      </dgm:t>
    </dgm:pt>
    <dgm:pt modelId="{BFB57B88-151C-4CB7-9F27-9286D46856AD}" type="sibTrans" cxnId="{C5CA0EDE-BC06-43B6-AB54-5F1BC37D21D4}">
      <dgm:prSet/>
      <dgm:spPr/>
      <dgm:t>
        <a:bodyPr/>
        <a:lstStyle/>
        <a:p>
          <a:endParaRPr lang="de-DE"/>
        </a:p>
      </dgm:t>
    </dgm:pt>
    <dgm:pt modelId="{5EE6A9FA-6940-44C5-9799-E6B48680286D}" type="asst">
      <dgm:prSet phldrT="[Text]"/>
      <dgm:spPr/>
      <dgm:t>
        <a:bodyPr/>
        <a:lstStyle/>
        <a:p>
          <a:r>
            <a:rPr lang="de-DE" dirty="0" err="1"/>
            <a:t>build</a:t>
          </a:r>
          <a:r>
            <a:rPr lang="de-DE" dirty="0"/>
            <a:t>-in </a:t>
          </a:r>
        </a:p>
      </dgm:t>
    </dgm:pt>
    <dgm:pt modelId="{C7555B13-EADA-43C8-BCC7-8E40F734D9D4}" type="parTrans" cxnId="{C7FA707B-7085-4ECE-8EAE-0AEB83CED243}">
      <dgm:prSet/>
      <dgm:spPr/>
      <dgm:t>
        <a:bodyPr/>
        <a:lstStyle/>
        <a:p>
          <a:endParaRPr lang="de-DE"/>
        </a:p>
      </dgm:t>
    </dgm:pt>
    <dgm:pt modelId="{FFE65735-93C1-404F-BAAA-74526C925BA9}" type="sibTrans" cxnId="{C7FA707B-7085-4ECE-8EAE-0AEB83CED243}">
      <dgm:prSet/>
      <dgm:spPr/>
      <dgm:t>
        <a:bodyPr/>
        <a:lstStyle/>
        <a:p>
          <a:endParaRPr lang="de-DE"/>
        </a:p>
      </dgm:t>
    </dgm:pt>
    <dgm:pt modelId="{BB74A2FE-F37E-4D5E-AB25-CE0E373C0801}">
      <dgm:prSet phldrT="[Text]"/>
      <dgm:spPr/>
      <dgm:t>
        <a:bodyPr/>
        <a:lstStyle/>
        <a:p>
          <a:r>
            <a:rPr lang="de-DE" dirty="0"/>
            <a:t>user-</a:t>
          </a:r>
          <a:r>
            <a:rPr lang="de-DE" dirty="0" err="1"/>
            <a:t>defined</a:t>
          </a:r>
          <a:endParaRPr lang="de-DE" dirty="0"/>
        </a:p>
      </dgm:t>
    </dgm:pt>
    <dgm:pt modelId="{7DF84661-5BD8-400B-85D2-4E0300FB7E5B}" type="parTrans" cxnId="{C53DE538-4118-4473-8999-D8B3157AAB06}">
      <dgm:prSet/>
      <dgm:spPr/>
      <dgm:t>
        <a:bodyPr/>
        <a:lstStyle/>
        <a:p>
          <a:endParaRPr lang="de-DE"/>
        </a:p>
      </dgm:t>
    </dgm:pt>
    <dgm:pt modelId="{9AB06497-A5F4-421E-BD3C-511F1EF38DCC}" type="sibTrans" cxnId="{C53DE538-4118-4473-8999-D8B3157AAB06}">
      <dgm:prSet/>
      <dgm:spPr/>
      <dgm:t>
        <a:bodyPr/>
        <a:lstStyle/>
        <a:p>
          <a:endParaRPr lang="de-DE"/>
        </a:p>
      </dgm:t>
    </dgm:pt>
    <dgm:pt modelId="{BB93813A-070A-8D4A-9843-3CCBDE9737C1}" type="pres">
      <dgm:prSet presAssocID="{725EB332-7BFC-4F38-B3C2-86915A2096A7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5509138-3CB7-2441-857A-26BFDF3AC619}" type="pres">
      <dgm:prSet presAssocID="{66E411B0-21E1-46BB-A56F-5C0526678BDC}" presName="hierRoot1" presStyleCnt="0">
        <dgm:presLayoutVars>
          <dgm:hierBranch val="init"/>
        </dgm:presLayoutVars>
      </dgm:prSet>
      <dgm:spPr/>
    </dgm:pt>
    <dgm:pt modelId="{7C1E00F0-6F2E-9F45-A260-CAD07C8C3326}" type="pres">
      <dgm:prSet presAssocID="{66E411B0-21E1-46BB-A56F-5C0526678BDC}" presName="rootComposite1" presStyleCnt="0"/>
      <dgm:spPr/>
    </dgm:pt>
    <dgm:pt modelId="{E483DDC5-6826-BD44-AB99-BD67F09563F2}" type="pres">
      <dgm:prSet presAssocID="{66E411B0-21E1-46BB-A56F-5C0526678BDC}" presName="rootText1" presStyleLbl="alignAcc1" presStyleIdx="0" presStyleCnt="0">
        <dgm:presLayoutVars>
          <dgm:chPref val="3"/>
        </dgm:presLayoutVars>
      </dgm:prSet>
      <dgm:spPr/>
    </dgm:pt>
    <dgm:pt modelId="{34259B3B-D6B1-F743-83B8-9AB1A60E7DE1}" type="pres">
      <dgm:prSet presAssocID="{66E411B0-21E1-46BB-A56F-5C0526678BDC}" presName="topArc1" presStyleLbl="parChTrans1D1" presStyleIdx="0" presStyleCnt="6"/>
      <dgm:spPr/>
    </dgm:pt>
    <dgm:pt modelId="{B4A37C34-5D0F-3C47-9836-F4DB7D8FF3A7}" type="pres">
      <dgm:prSet presAssocID="{66E411B0-21E1-46BB-A56F-5C0526678BDC}" presName="bottomArc1" presStyleLbl="parChTrans1D1" presStyleIdx="1" presStyleCnt="6"/>
      <dgm:spPr/>
    </dgm:pt>
    <dgm:pt modelId="{DA03E829-B13E-CA42-978B-A244B7328CE7}" type="pres">
      <dgm:prSet presAssocID="{66E411B0-21E1-46BB-A56F-5C0526678BDC}" presName="topConnNode1" presStyleLbl="node1" presStyleIdx="0" presStyleCnt="0"/>
      <dgm:spPr/>
    </dgm:pt>
    <dgm:pt modelId="{B073C965-7A1D-7349-80AF-B53489CD1BFB}" type="pres">
      <dgm:prSet presAssocID="{66E411B0-21E1-46BB-A56F-5C0526678BDC}" presName="hierChild2" presStyleCnt="0"/>
      <dgm:spPr/>
    </dgm:pt>
    <dgm:pt modelId="{203A3C33-7FFA-3748-8258-C09732752CE2}" type="pres">
      <dgm:prSet presAssocID="{7DF84661-5BD8-400B-85D2-4E0300FB7E5B}" presName="Name28" presStyleLbl="parChTrans1D2" presStyleIdx="0" presStyleCnt="2"/>
      <dgm:spPr/>
    </dgm:pt>
    <dgm:pt modelId="{857D2D53-EA34-0541-BD5E-8D6BCDAE294D}" type="pres">
      <dgm:prSet presAssocID="{BB74A2FE-F37E-4D5E-AB25-CE0E373C0801}" presName="hierRoot2" presStyleCnt="0">
        <dgm:presLayoutVars>
          <dgm:hierBranch val="init"/>
        </dgm:presLayoutVars>
      </dgm:prSet>
      <dgm:spPr/>
    </dgm:pt>
    <dgm:pt modelId="{97108150-63F1-4048-8CD1-B27EC454E8AB}" type="pres">
      <dgm:prSet presAssocID="{BB74A2FE-F37E-4D5E-AB25-CE0E373C0801}" presName="rootComposite2" presStyleCnt="0"/>
      <dgm:spPr/>
    </dgm:pt>
    <dgm:pt modelId="{E2F1E523-5190-424F-BA86-8372C6F5CAC4}" type="pres">
      <dgm:prSet presAssocID="{BB74A2FE-F37E-4D5E-AB25-CE0E373C0801}" presName="rootText2" presStyleLbl="alignAcc1" presStyleIdx="0" presStyleCnt="0">
        <dgm:presLayoutVars>
          <dgm:chPref val="3"/>
        </dgm:presLayoutVars>
      </dgm:prSet>
      <dgm:spPr/>
    </dgm:pt>
    <dgm:pt modelId="{9D02861B-EA84-F748-AE6A-3B31D1F98643}" type="pres">
      <dgm:prSet presAssocID="{BB74A2FE-F37E-4D5E-AB25-CE0E373C0801}" presName="topArc2" presStyleLbl="parChTrans1D1" presStyleIdx="2" presStyleCnt="6"/>
      <dgm:spPr/>
    </dgm:pt>
    <dgm:pt modelId="{42882EBD-7C86-3F4E-ACFA-7AFD645EE42A}" type="pres">
      <dgm:prSet presAssocID="{BB74A2FE-F37E-4D5E-AB25-CE0E373C0801}" presName="bottomArc2" presStyleLbl="parChTrans1D1" presStyleIdx="3" presStyleCnt="6"/>
      <dgm:spPr/>
    </dgm:pt>
    <dgm:pt modelId="{A1AF99B4-6369-2542-B197-A64E68C05C52}" type="pres">
      <dgm:prSet presAssocID="{BB74A2FE-F37E-4D5E-AB25-CE0E373C0801}" presName="topConnNode2" presStyleLbl="node2" presStyleIdx="0" presStyleCnt="0"/>
      <dgm:spPr/>
    </dgm:pt>
    <dgm:pt modelId="{135A7650-73D1-9344-98C3-9249746E3B7F}" type="pres">
      <dgm:prSet presAssocID="{BB74A2FE-F37E-4D5E-AB25-CE0E373C0801}" presName="hierChild4" presStyleCnt="0"/>
      <dgm:spPr/>
    </dgm:pt>
    <dgm:pt modelId="{3DD6243B-1954-384F-BF61-A19082DAA9B9}" type="pres">
      <dgm:prSet presAssocID="{BB74A2FE-F37E-4D5E-AB25-CE0E373C0801}" presName="hierChild5" presStyleCnt="0"/>
      <dgm:spPr/>
    </dgm:pt>
    <dgm:pt modelId="{BE3F49F2-7A25-2340-9C96-91A699328FFB}" type="pres">
      <dgm:prSet presAssocID="{66E411B0-21E1-46BB-A56F-5C0526678BDC}" presName="hierChild3" presStyleCnt="0"/>
      <dgm:spPr/>
    </dgm:pt>
    <dgm:pt modelId="{E9E1DB7A-644C-3B42-AD25-2ECA5A8DDB63}" type="pres">
      <dgm:prSet presAssocID="{C7555B13-EADA-43C8-BCC7-8E40F734D9D4}" presName="Name101" presStyleLbl="parChTrans1D2" presStyleIdx="1" presStyleCnt="2"/>
      <dgm:spPr/>
    </dgm:pt>
    <dgm:pt modelId="{D11FF0FD-A7C1-0049-B2A7-95F114818287}" type="pres">
      <dgm:prSet presAssocID="{5EE6A9FA-6940-44C5-9799-E6B48680286D}" presName="hierRoot3" presStyleCnt="0">
        <dgm:presLayoutVars>
          <dgm:hierBranch val="init"/>
        </dgm:presLayoutVars>
      </dgm:prSet>
      <dgm:spPr/>
    </dgm:pt>
    <dgm:pt modelId="{7E79596E-C293-9641-ABE6-EAF1B3C07CA6}" type="pres">
      <dgm:prSet presAssocID="{5EE6A9FA-6940-44C5-9799-E6B48680286D}" presName="rootComposite3" presStyleCnt="0"/>
      <dgm:spPr/>
    </dgm:pt>
    <dgm:pt modelId="{177331BC-3BBA-3E4D-9943-2B47AE708F1D}" type="pres">
      <dgm:prSet presAssocID="{5EE6A9FA-6940-44C5-9799-E6B48680286D}" presName="rootText3" presStyleLbl="alignAcc1" presStyleIdx="0" presStyleCnt="0">
        <dgm:presLayoutVars>
          <dgm:chPref val="3"/>
        </dgm:presLayoutVars>
      </dgm:prSet>
      <dgm:spPr/>
    </dgm:pt>
    <dgm:pt modelId="{80A84B1A-C964-A646-BC6F-F9605462D7EA}" type="pres">
      <dgm:prSet presAssocID="{5EE6A9FA-6940-44C5-9799-E6B48680286D}" presName="topArc3" presStyleLbl="parChTrans1D1" presStyleIdx="4" presStyleCnt="6"/>
      <dgm:spPr/>
    </dgm:pt>
    <dgm:pt modelId="{2F2A00A7-8A99-564A-9E40-413619C32B17}" type="pres">
      <dgm:prSet presAssocID="{5EE6A9FA-6940-44C5-9799-E6B48680286D}" presName="bottomArc3" presStyleLbl="parChTrans1D1" presStyleIdx="5" presStyleCnt="6"/>
      <dgm:spPr/>
    </dgm:pt>
    <dgm:pt modelId="{C3CF920B-9328-2A4B-BFE0-B576720ADB03}" type="pres">
      <dgm:prSet presAssocID="{5EE6A9FA-6940-44C5-9799-E6B48680286D}" presName="topConnNode3" presStyleLbl="asst1" presStyleIdx="0" presStyleCnt="0"/>
      <dgm:spPr/>
    </dgm:pt>
    <dgm:pt modelId="{7D0D0836-BA28-054C-841D-C88C0A8E0625}" type="pres">
      <dgm:prSet presAssocID="{5EE6A9FA-6940-44C5-9799-E6B48680286D}" presName="hierChild6" presStyleCnt="0"/>
      <dgm:spPr/>
    </dgm:pt>
    <dgm:pt modelId="{74AB9EDA-C9EF-FD40-8179-6632100F1AE8}" type="pres">
      <dgm:prSet presAssocID="{5EE6A9FA-6940-44C5-9799-E6B48680286D}" presName="hierChild7" presStyleCnt="0"/>
      <dgm:spPr/>
    </dgm:pt>
  </dgm:ptLst>
  <dgm:cxnLst>
    <dgm:cxn modelId="{C53DE538-4118-4473-8999-D8B3157AAB06}" srcId="{66E411B0-21E1-46BB-A56F-5C0526678BDC}" destId="{BB74A2FE-F37E-4D5E-AB25-CE0E373C0801}" srcOrd="1" destOrd="0" parTransId="{7DF84661-5BD8-400B-85D2-4E0300FB7E5B}" sibTransId="{9AB06497-A5F4-421E-BD3C-511F1EF38DCC}"/>
    <dgm:cxn modelId="{94207C39-5862-F34C-B524-DC1FCFDBCC17}" type="presOf" srcId="{BB74A2FE-F37E-4D5E-AB25-CE0E373C0801}" destId="{A1AF99B4-6369-2542-B197-A64E68C05C52}" srcOrd="1" destOrd="0" presId="urn:microsoft.com/office/officeart/2008/layout/HalfCircleOrganizationChart"/>
    <dgm:cxn modelId="{A3FEA051-3E46-8149-9C70-488C27084635}" type="presOf" srcId="{5EE6A9FA-6940-44C5-9799-E6B48680286D}" destId="{177331BC-3BBA-3E4D-9943-2B47AE708F1D}" srcOrd="0" destOrd="0" presId="urn:microsoft.com/office/officeart/2008/layout/HalfCircleOrganizationChart"/>
    <dgm:cxn modelId="{36CB1A6E-2D7D-B94D-8D37-C1B345F385BF}" type="presOf" srcId="{7DF84661-5BD8-400B-85D2-4E0300FB7E5B}" destId="{203A3C33-7FFA-3748-8258-C09732752CE2}" srcOrd="0" destOrd="0" presId="urn:microsoft.com/office/officeart/2008/layout/HalfCircleOrganizationChart"/>
    <dgm:cxn modelId="{C7FA707B-7085-4ECE-8EAE-0AEB83CED243}" srcId="{66E411B0-21E1-46BB-A56F-5C0526678BDC}" destId="{5EE6A9FA-6940-44C5-9799-E6B48680286D}" srcOrd="0" destOrd="0" parTransId="{C7555B13-EADA-43C8-BCC7-8E40F734D9D4}" sibTransId="{FFE65735-93C1-404F-BAAA-74526C925BA9}"/>
    <dgm:cxn modelId="{FB05FF8B-A3FA-804D-94C0-87D55B4A8A64}" type="presOf" srcId="{725EB332-7BFC-4F38-B3C2-86915A2096A7}" destId="{BB93813A-070A-8D4A-9843-3CCBDE9737C1}" srcOrd="0" destOrd="0" presId="urn:microsoft.com/office/officeart/2008/layout/HalfCircleOrganizationChart"/>
    <dgm:cxn modelId="{AF4D808D-8F6E-0F49-961A-A430AC5CC03A}" type="presOf" srcId="{66E411B0-21E1-46BB-A56F-5C0526678BDC}" destId="{E483DDC5-6826-BD44-AB99-BD67F09563F2}" srcOrd="0" destOrd="0" presId="urn:microsoft.com/office/officeart/2008/layout/HalfCircleOrganizationChart"/>
    <dgm:cxn modelId="{BF3E1893-D261-5B4A-BC0C-209A25151518}" type="presOf" srcId="{C7555B13-EADA-43C8-BCC7-8E40F734D9D4}" destId="{E9E1DB7A-644C-3B42-AD25-2ECA5A8DDB63}" srcOrd="0" destOrd="0" presId="urn:microsoft.com/office/officeart/2008/layout/HalfCircleOrganizationChart"/>
    <dgm:cxn modelId="{0D6B609B-4CB3-5C40-9D88-5E44C4A97F30}" type="presOf" srcId="{5EE6A9FA-6940-44C5-9799-E6B48680286D}" destId="{C3CF920B-9328-2A4B-BFE0-B576720ADB03}" srcOrd="1" destOrd="0" presId="urn:microsoft.com/office/officeart/2008/layout/HalfCircleOrganizationChart"/>
    <dgm:cxn modelId="{C864A3CB-AEAE-F94E-A71C-C0AC62F47E75}" type="presOf" srcId="{66E411B0-21E1-46BB-A56F-5C0526678BDC}" destId="{DA03E829-B13E-CA42-978B-A244B7328CE7}" srcOrd="1" destOrd="0" presId="urn:microsoft.com/office/officeart/2008/layout/HalfCircleOrganizationChart"/>
    <dgm:cxn modelId="{C5CA0EDE-BC06-43B6-AB54-5F1BC37D21D4}" srcId="{725EB332-7BFC-4F38-B3C2-86915A2096A7}" destId="{66E411B0-21E1-46BB-A56F-5C0526678BDC}" srcOrd="0" destOrd="0" parTransId="{717B430E-5371-45EA-B172-51C95831C4A0}" sibTransId="{BFB57B88-151C-4CB7-9F27-9286D46856AD}"/>
    <dgm:cxn modelId="{6945E1F4-AB31-7843-9954-899710275D46}" type="presOf" srcId="{BB74A2FE-F37E-4D5E-AB25-CE0E373C0801}" destId="{E2F1E523-5190-424F-BA86-8372C6F5CAC4}" srcOrd="0" destOrd="0" presId="urn:microsoft.com/office/officeart/2008/layout/HalfCircleOrganizationChart"/>
    <dgm:cxn modelId="{C37823E0-6CA4-9F48-85EF-CA209D9C09B0}" type="presParOf" srcId="{BB93813A-070A-8D4A-9843-3CCBDE9737C1}" destId="{05509138-3CB7-2441-857A-26BFDF3AC619}" srcOrd="0" destOrd="0" presId="urn:microsoft.com/office/officeart/2008/layout/HalfCircleOrganizationChart"/>
    <dgm:cxn modelId="{C75A147B-F44F-6342-B98E-3267762C3403}" type="presParOf" srcId="{05509138-3CB7-2441-857A-26BFDF3AC619}" destId="{7C1E00F0-6F2E-9F45-A260-CAD07C8C3326}" srcOrd="0" destOrd="0" presId="urn:microsoft.com/office/officeart/2008/layout/HalfCircleOrganizationChart"/>
    <dgm:cxn modelId="{B56ECF03-01F2-0F42-9F31-1F9EF3F4EFA7}" type="presParOf" srcId="{7C1E00F0-6F2E-9F45-A260-CAD07C8C3326}" destId="{E483DDC5-6826-BD44-AB99-BD67F09563F2}" srcOrd="0" destOrd="0" presId="urn:microsoft.com/office/officeart/2008/layout/HalfCircleOrganizationChart"/>
    <dgm:cxn modelId="{D9A46C8F-4B6D-FF46-B526-41C3AE194F28}" type="presParOf" srcId="{7C1E00F0-6F2E-9F45-A260-CAD07C8C3326}" destId="{34259B3B-D6B1-F743-83B8-9AB1A60E7DE1}" srcOrd="1" destOrd="0" presId="urn:microsoft.com/office/officeart/2008/layout/HalfCircleOrganizationChart"/>
    <dgm:cxn modelId="{50E0C9A6-4064-804F-B01F-FF99F907EA52}" type="presParOf" srcId="{7C1E00F0-6F2E-9F45-A260-CAD07C8C3326}" destId="{B4A37C34-5D0F-3C47-9836-F4DB7D8FF3A7}" srcOrd="2" destOrd="0" presId="urn:microsoft.com/office/officeart/2008/layout/HalfCircleOrganizationChart"/>
    <dgm:cxn modelId="{21997B97-1D04-E34B-884B-435F3392D87B}" type="presParOf" srcId="{7C1E00F0-6F2E-9F45-A260-CAD07C8C3326}" destId="{DA03E829-B13E-CA42-978B-A244B7328CE7}" srcOrd="3" destOrd="0" presId="urn:microsoft.com/office/officeart/2008/layout/HalfCircleOrganizationChart"/>
    <dgm:cxn modelId="{DC4B6C23-E12D-2A4B-BE9E-DE6ED8BFFAF1}" type="presParOf" srcId="{05509138-3CB7-2441-857A-26BFDF3AC619}" destId="{B073C965-7A1D-7349-80AF-B53489CD1BFB}" srcOrd="1" destOrd="0" presId="urn:microsoft.com/office/officeart/2008/layout/HalfCircleOrganizationChart"/>
    <dgm:cxn modelId="{7282149E-4891-A647-88B9-B8C0CAE694AD}" type="presParOf" srcId="{B073C965-7A1D-7349-80AF-B53489CD1BFB}" destId="{203A3C33-7FFA-3748-8258-C09732752CE2}" srcOrd="0" destOrd="0" presId="urn:microsoft.com/office/officeart/2008/layout/HalfCircleOrganizationChart"/>
    <dgm:cxn modelId="{EFBF637C-49D7-5045-9C24-5EDDE3EE1485}" type="presParOf" srcId="{B073C965-7A1D-7349-80AF-B53489CD1BFB}" destId="{857D2D53-EA34-0541-BD5E-8D6BCDAE294D}" srcOrd="1" destOrd="0" presId="urn:microsoft.com/office/officeart/2008/layout/HalfCircleOrganizationChart"/>
    <dgm:cxn modelId="{85029D80-BB9B-A243-8C9E-04B574584B2A}" type="presParOf" srcId="{857D2D53-EA34-0541-BD5E-8D6BCDAE294D}" destId="{97108150-63F1-4048-8CD1-B27EC454E8AB}" srcOrd="0" destOrd="0" presId="urn:microsoft.com/office/officeart/2008/layout/HalfCircleOrganizationChart"/>
    <dgm:cxn modelId="{B33B9C14-AC07-9644-8AE0-6E531DC0476B}" type="presParOf" srcId="{97108150-63F1-4048-8CD1-B27EC454E8AB}" destId="{E2F1E523-5190-424F-BA86-8372C6F5CAC4}" srcOrd="0" destOrd="0" presId="urn:microsoft.com/office/officeart/2008/layout/HalfCircleOrganizationChart"/>
    <dgm:cxn modelId="{9922A569-E32B-8B47-A285-92C5A3E32268}" type="presParOf" srcId="{97108150-63F1-4048-8CD1-B27EC454E8AB}" destId="{9D02861B-EA84-F748-AE6A-3B31D1F98643}" srcOrd="1" destOrd="0" presId="urn:microsoft.com/office/officeart/2008/layout/HalfCircleOrganizationChart"/>
    <dgm:cxn modelId="{C8A36A55-E85A-8B45-B1A1-70226A92CBF2}" type="presParOf" srcId="{97108150-63F1-4048-8CD1-B27EC454E8AB}" destId="{42882EBD-7C86-3F4E-ACFA-7AFD645EE42A}" srcOrd="2" destOrd="0" presId="urn:microsoft.com/office/officeart/2008/layout/HalfCircleOrganizationChart"/>
    <dgm:cxn modelId="{2A3FC653-FDAA-E949-8638-5F793BAE1F45}" type="presParOf" srcId="{97108150-63F1-4048-8CD1-B27EC454E8AB}" destId="{A1AF99B4-6369-2542-B197-A64E68C05C52}" srcOrd="3" destOrd="0" presId="urn:microsoft.com/office/officeart/2008/layout/HalfCircleOrganizationChart"/>
    <dgm:cxn modelId="{8BEEAA47-6E24-904A-BAE2-344B3C891897}" type="presParOf" srcId="{857D2D53-EA34-0541-BD5E-8D6BCDAE294D}" destId="{135A7650-73D1-9344-98C3-9249746E3B7F}" srcOrd="1" destOrd="0" presId="urn:microsoft.com/office/officeart/2008/layout/HalfCircleOrganizationChart"/>
    <dgm:cxn modelId="{D4BC3DD5-C0B6-514B-BC82-6525EC4FE03C}" type="presParOf" srcId="{857D2D53-EA34-0541-BD5E-8D6BCDAE294D}" destId="{3DD6243B-1954-384F-BF61-A19082DAA9B9}" srcOrd="2" destOrd="0" presId="urn:microsoft.com/office/officeart/2008/layout/HalfCircleOrganizationChart"/>
    <dgm:cxn modelId="{29420D23-1D4A-EC48-9DEE-480C366F2819}" type="presParOf" srcId="{05509138-3CB7-2441-857A-26BFDF3AC619}" destId="{BE3F49F2-7A25-2340-9C96-91A699328FFB}" srcOrd="2" destOrd="0" presId="urn:microsoft.com/office/officeart/2008/layout/HalfCircleOrganizationChart"/>
    <dgm:cxn modelId="{DE0614E3-912F-D941-9116-403F246A6705}" type="presParOf" srcId="{BE3F49F2-7A25-2340-9C96-91A699328FFB}" destId="{E9E1DB7A-644C-3B42-AD25-2ECA5A8DDB63}" srcOrd="0" destOrd="0" presId="urn:microsoft.com/office/officeart/2008/layout/HalfCircleOrganizationChart"/>
    <dgm:cxn modelId="{1E868B6F-863D-014B-A9CC-405E5F29C8BA}" type="presParOf" srcId="{BE3F49F2-7A25-2340-9C96-91A699328FFB}" destId="{D11FF0FD-A7C1-0049-B2A7-95F114818287}" srcOrd="1" destOrd="0" presId="urn:microsoft.com/office/officeart/2008/layout/HalfCircleOrganizationChart"/>
    <dgm:cxn modelId="{12E25E0A-801F-0B48-A205-AB94D9AC939A}" type="presParOf" srcId="{D11FF0FD-A7C1-0049-B2A7-95F114818287}" destId="{7E79596E-C293-9641-ABE6-EAF1B3C07CA6}" srcOrd="0" destOrd="0" presId="urn:microsoft.com/office/officeart/2008/layout/HalfCircleOrganizationChart"/>
    <dgm:cxn modelId="{2C933C08-4948-114B-825C-262F7E09BC06}" type="presParOf" srcId="{7E79596E-C293-9641-ABE6-EAF1B3C07CA6}" destId="{177331BC-3BBA-3E4D-9943-2B47AE708F1D}" srcOrd="0" destOrd="0" presId="urn:microsoft.com/office/officeart/2008/layout/HalfCircleOrganizationChart"/>
    <dgm:cxn modelId="{C7A2A12C-ABB2-CD49-B89D-18B6DCE9AFA6}" type="presParOf" srcId="{7E79596E-C293-9641-ABE6-EAF1B3C07CA6}" destId="{80A84B1A-C964-A646-BC6F-F9605462D7EA}" srcOrd="1" destOrd="0" presId="urn:microsoft.com/office/officeart/2008/layout/HalfCircleOrganizationChart"/>
    <dgm:cxn modelId="{E5D4FD01-01D8-BB4A-ACCA-DBC608656B5B}" type="presParOf" srcId="{7E79596E-C293-9641-ABE6-EAF1B3C07CA6}" destId="{2F2A00A7-8A99-564A-9E40-413619C32B17}" srcOrd="2" destOrd="0" presId="urn:microsoft.com/office/officeart/2008/layout/HalfCircleOrganizationChart"/>
    <dgm:cxn modelId="{70013983-8107-BC43-8A37-6340A7050B50}" type="presParOf" srcId="{7E79596E-C293-9641-ABE6-EAF1B3C07CA6}" destId="{C3CF920B-9328-2A4B-BFE0-B576720ADB03}" srcOrd="3" destOrd="0" presId="urn:microsoft.com/office/officeart/2008/layout/HalfCircleOrganizationChart"/>
    <dgm:cxn modelId="{A51C989B-4132-8748-8F72-3DE61C00DAE1}" type="presParOf" srcId="{D11FF0FD-A7C1-0049-B2A7-95F114818287}" destId="{7D0D0836-BA28-054C-841D-C88C0A8E0625}" srcOrd="1" destOrd="0" presId="urn:microsoft.com/office/officeart/2008/layout/HalfCircleOrganizationChart"/>
    <dgm:cxn modelId="{BA520CE5-3684-754C-A1D0-C3B051BA40AC}" type="presParOf" srcId="{D11FF0FD-A7C1-0049-B2A7-95F114818287}" destId="{74AB9EDA-C9EF-FD40-8179-6632100F1AE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509F39-E273-7E46-9908-3291EEE0B8B5}" type="doc">
      <dgm:prSet loTypeId="urn:microsoft.com/office/officeart/2005/8/layout/default" loCatId="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A28DC43-6AC2-444F-A371-4E893A1E9445}">
      <dgm:prSet phldrT="[Text]"/>
      <dgm:spPr/>
      <dgm:t>
        <a:bodyPr/>
        <a:lstStyle/>
        <a:p>
          <a:r>
            <a:rPr lang="en-GB" dirty="0"/>
            <a:t>MAX_VALUE</a:t>
          </a:r>
        </a:p>
      </dgm:t>
    </dgm:pt>
    <dgm:pt modelId="{0CE3651C-D5CB-6241-ADA6-649E0F0125F1}" type="parTrans" cxnId="{920A8065-1413-D74E-A47F-8D33714604CF}">
      <dgm:prSet/>
      <dgm:spPr/>
      <dgm:t>
        <a:bodyPr/>
        <a:lstStyle/>
        <a:p>
          <a:endParaRPr lang="en-GB"/>
        </a:p>
      </dgm:t>
    </dgm:pt>
    <dgm:pt modelId="{BB1F1825-C695-0B49-A760-5583FBBAD53C}" type="sibTrans" cxnId="{920A8065-1413-D74E-A47F-8D33714604CF}">
      <dgm:prSet/>
      <dgm:spPr/>
      <dgm:t>
        <a:bodyPr/>
        <a:lstStyle/>
        <a:p>
          <a:endParaRPr lang="en-GB"/>
        </a:p>
      </dgm:t>
    </dgm:pt>
    <dgm:pt modelId="{9B62F52B-1644-124B-8937-304495188692}">
      <dgm:prSet phldrT="[Text]"/>
      <dgm:spPr/>
      <dgm:t>
        <a:bodyPr/>
        <a:lstStyle/>
        <a:p>
          <a:r>
            <a:rPr lang="en-GB" dirty="0"/>
            <a:t>MIN_VALUE</a:t>
          </a:r>
        </a:p>
      </dgm:t>
    </dgm:pt>
    <dgm:pt modelId="{45770209-43C6-F940-8F8D-5EF16205BD6B}" type="parTrans" cxnId="{2B959D7F-C8F4-5945-9E11-74F281FC290E}">
      <dgm:prSet/>
      <dgm:spPr/>
      <dgm:t>
        <a:bodyPr/>
        <a:lstStyle/>
        <a:p>
          <a:endParaRPr lang="en-GB"/>
        </a:p>
      </dgm:t>
    </dgm:pt>
    <dgm:pt modelId="{80089DFC-22C7-2D43-8EDE-78799B3EEE08}" type="sibTrans" cxnId="{2B959D7F-C8F4-5945-9E11-74F281FC290E}">
      <dgm:prSet/>
      <dgm:spPr/>
      <dgm:t>
        <a:bodyPr/>
        <a:lstStyle/>
        <a:p>
          <a:endParaRPr lang="en-GB"/>
        </a:p>
      </dgm:t>
    </dgm:pt>
    <dgm:pt modelId="{B869F354-5D91-9045-9855-32CDD662FB45}">
      <dgm:prSet phldrT="[Text]"/>
      <dgm:spPr/>
      <dgm:t>
        <a:bodyPr/>
        <a:lstStyle/>
        <a:p>
          <a:r>
            <a:rPr lang="en-GB" dirty="0" err="1"/>
            <a:t>NaN</a:t>
          </a:r>
          <a:endParaRPr lang="en-GB" dirty="0"/>
        </a:p>
      </dgm:t>
    </dgm:pt>
    <dgm:pt modelId="{B59FA554-961F-4A43-ABDD-02C9250A1B72}" type="parTrans" cxnId="{F44AA699-5C92-1C46-9C10-A946B9AD2B30}">
      <dgm:prSet/>
      <dgm:spPr/>
      <dgm:t>
        <a:bodyPr/>
        <a:lstStyle/>
        <a:p>
          <a:endParaRPr lang="en-GB"/>
        </a:p>
      </dgm:t>
    </dgm:pt>
    <dgm:pt modelId="{3DF9D38F-84AA-294D-846D-BF332787FF6A}" type="sibTrans" cxnId="{F44AA699-5C92-1C46-9C10-A946B9AD2B30}">
      <dgm:prSet/>
      <dgm:spPr/>
      <dgm:t>
        <a:bodyPr/>
        <a:lstStyle/>
        <a:p>
          <a:endParaRPr lang="en-GB"/>
        </a:p>
      </dgm:t>
    </dgm:pt>
    <dgm:pt modelId="{B2038E9B-3E3D-4143-906A-DB31618211D9}">
      <dgm:prSet phldrT="[Text]"/>
      <dgm:spPr/>
      <dgm:t>
        <a:bodyPr/>
        <a:lstStyle/>
        <a:p>
          <a:r>
            <a:rPr lang="en-GB" dirty="0"/>
            <a:t>NEGATIVE_INFINITY</a:t>
          </a:r>
        </a:p>
      </dgm:t>
    </dgm:pt>
    <dgm:pt modelId="{1AC7C9FF-09A0-0B4F-A0D2-59FC455CF9E8}" type="parTrans" cxnId="{481578E0-103F-FF41-9854-F2C2EE3E75D3}">
      <dgm:prSet/>
      <dgm:spPr/>
      <dgm:t>
        <a:bodyPr/>
        <a:lstStyle/>
        <a:p>
          <a:endParaRPr lang="en-GB"/>
        </a:p>
      </dgm:t>
    </dgm:pt>
    <dgm:pt modelId="{46FF58E2-5216-DC4B-84B9-8BA28EA24F88}" type="sibTrans" cxnId="{481578E0-103F-FF41-9854-F2C2EE3E75D3}">
      <dgm:prSet/>
      <dgm:spPr/>
      <dgm:t>
        <a:bodyPr/>
        <a:lstStyle/>
        <a:p>
          <a:endParaRPr lang="en-GB"/>
        </a:p>
      </dgm:t>
    </dgm:pt>
    <dgm:pt modelId="{CF309546-59E8-714F-942F-FD6F0BD11487}">
      <dgm:prSet phldrT="[Text]"/>
      <dgm:spPr/>
      <dgm:t>
        <a:bodyPr/>
        <a:lstStyle/>
        <a:p>
          <a:r>
            <a:rPr lang="en-GB" dirty="0"/>
            <a:t>POSITIVE_INFINITY</a:t>
          </a:r>
        </a:p>
      </dgm:t>
    </dgm:pt>
    <dgm:pt modelId="{D3283F25-8596-B740-821D-D46CE40D19CF}" type="parTrans" cxnId="{234A7ABB-B094-A046-ACD9-90AA15D9B4AF}">
      <dgm:prSet/>
      <dgm:spPr/>
      <dgm:t>
        <a:bodyPr/>
        <a:lstStyle/>
        <a:p>
          <a:endParaRPr lang="en-GB"/>
        </a:p>
      </dgm:t>
    </dgm:pt>
    <dgm:pt modelId="{0FE012E0-347A-D543-B608-199177513278}" type="sibTrans" cxnId="{234A7ABB-B094-A046-ACD9-90AA15D9B4AF}">
      <dgm:prSet/>
      <dgm:spPr/>
      <dgm:t>
        <a:bodyPr/>
        <a:lstStyle/>
        <a:p>
          <a:endParaRPr lang="en-GB"/>
        </a:p>
      </dgm:t>
    </dgm:pt>
    <dgm:pt modelId="{3AB08CA8-A5D3-7F43-B5BE-DFB6386154B3}" type="pres">
      <dgm:prSet presAssocID="{67509F39-E273-7E46-9908-3291EEE0B8B5}" presName="diagram" presStyleCnt="0">
        <dgm:presLayoutVars>
          <dgm:dir/>
          <dgm:resizeHandles val="exact"/>
        </dgm:presLayoutVars>
      </dgm:prSet>
      <dgm:spPr/>
    </dgm:pt>
    <dgm:pt modelId="{08B51B93-AE9B-B94B-9913-A0FA94D542D5}" type="pres">
      <dgm:prSet presAssocID="{3A28DC43-6AC2-444F-A371-4E893A1E9445}" presName="node" presStyleLbl="node1" presStyleIdx="0" presStyleCnt="5">
        <dgm:presLayoutVars>
          <dgm:bulletEnabled val="1"/>
        </dgm:presLayoutVars>
      </dgm:prSet>
      <dgm:spPr/>
    </dgm:pt>
    <dgm:pt modelId="{B774EAF2-4640-494A-917E-8155A13B900B}" type="pres">
      <dgm:prSet presAssocID="{BB1F1825-C695-0B49-A760-5583FBBAD53C}" presName="sibTrans" presStyleCnt="0"/>
      <dgm:spPr/>
    </dgm:pt>
    <dgm:pt modelId="{E2874CD4-E27F-6D4D-AF3E-0BA502B88C85}" type="pres">
      <dgm:prSet presAssocID="{9B62F52B-1644-124B-8937-304495188692}" presName="node" presStyleLbl="node1" presStyleIdx="1" presStyleCnt="5">
        <dgm:presLayoutVars>
          <dgm:bulletEnabled val="1"/>
        </dgm:presLayoutVars>
      </dgm:prSet>
      <dgm:spPr/>
    </dgm:pt>
    <dgm:pt modelId="{145749C5-A9C4-1946-A6FD-B2C17436FC2E}" type="pres">
      <dgm:prSet presAssocID="{80089DFC-22C7-2D43-8EDE-78799B3EEE08}" presName="sibTrans" presStyleCnt="0"/>
      <dgm:spPr/>
    </dgm:pt>
    <dgm:pt modelId="{46BD3462-22A5-B848-B3BF-947443600A3F}" type="pres">
      <dgm:prSet presAssocID="{B869F354-5D91-9045-9855-32CDD662FB45}" presName="node" presStyleLbl="node1" presStyleIdx="2" presStyleCnt="5">
        <dgm:presLayoutVars>
          <dgm:bulletEnabled val="1"/>
        </dgm:presLayoutVars>
      </dgm:prSet>
      <dgm:spPr/>
    </dgm:pt>
    <dgm:pt modelId="{628B20C8-D8D9-A148-8DF2-4CD781AF1355}" type="pres">
      <dgm:prSet presAssocID="{3DF9D38F-84AA-294D-846D-BF332787FF6A}" presName="sibTrans" presStyleCnt="0"/>
      <dgm:spPr/>
    </dgm:pt>
    <dgm:pt modelId="{5278F817-5899-5244-957D-90D74475FF53}" type="pres">
      <dgm:prSet presAssocID="{B2038E9B-3E3D-4143-906A-DB31618211D9}" presName="node" presStyleLbl="node1" presStyleIdx="3" presStyleCnt="5">
        <dgm:presLayoutVars>
          <dgm:bulletEnabled val="1"/>
        </dgm:presLayoutVars>
      </dgm:prSet>
      <dgm:spPr/>
    </dgm:pt>
    <dgm:pt modelId="{9CAD8578-BAA8-2745-850E-1990B6629710}" type="pres">
      <dgm:prSet presAssocID="{46FF58E2-5216-DC4B-84B9-8BA28EA24F88}" presName="sibTrans" presStyleCnt="0"/>
      <dgm:spPr/>
    </dgm:pt>
    <dgm:pt modelId="{7088EFB0-72B3-8348-9AFC-21329A1C7953}" type="pres">
      <dgm:prSet presAssocID="{CF309546-59E8-714F-942F-FD6F0BD11487}" presName="node" presStyleLbl="node1" presStyleIdx="4" presStyleCnt="5">
        <dgm:presLayoutVars>
          <dgm:bulletEnabled val="1"/>
        </dgm:presLayoutVars>
      </dgm:prSet>
      <dgm:spPr/>
    </dgm:pt>
  </dgm:ptLst>
  <dgm:cxnLst>
    <dgm:cxn modelId="{AAF6662D-D644-3540-ADE2-9C528CD4930F}" type="presOf" srcId="{3A28DC43-6AC2-444F-A371-4E893A1E9445}" destId="{08B51B93-AE9B-B94B-9913-A0FA94D542D5}" srcOrd="0" destOrd="0" presId="urn:microsoft.com/office/officeart/2005/8/layout/default"/>
    <dgm:cxn modelId="{0B71923A-AEF5-8A45-B243-6CCFD22E63B4}" type="presOf" srcId="{9B62F52B-1644-124B-8937-304495188692}" destId="{E2874CD4-E27F-6D4D-AF3E-0BA502B88C85}" srcOrd="0" destOrd="0" presId="urn:microsoft.com/office/officeart/2005/8/layout/default"/>
    <dgm:cxn modelId="{920A8065-1413-D74E-A47F-8D33714604CF}" srcId="{67509F39-E273-7E46-9908-3291EEE0B8B5}" destId="{3A28DC43-6AC2-444F-A371-4E893A1E9445}" srcOrd="0" destOrd="0" parTransId="{0CE3651C-D5CB-6241-ADA6-649E0F0125F1}" sibTransId="{BB1F1825-C695-0B49-A760-5583FBBAD53C}"/>
    <dgm:cxn modelId="{F952426A-7CB4-7E4E-A1ED-61750E4C60C0}" type="presOf" srcId="{67509F39-E273-7E46-9908-3291EEE0B8B5}" destId="{3AB08CA8-A5D3-7F43-B5BE-DFB6386154B3}" srcOrd="0" destOrd="0" presId="urn:microsoft.com/office/officeart/2005/8/layout/default"/>
    <dgm:cxn modelId="{C46BCF77-AF4E-3343-92D5-D4156277CEB5}" type="presOf" srcId="{B869F354-5D91-9045-9855-32CDD662FB45}" destId="{46BD3462-22A5-B848-B3BF-947443600A3F}" srcOrd="0" destOrd="0" presId="urn:microsoft.com/office/officeart/2005/8/layout/default"/>
    <dgm:cxn modelId="{2B959D7F-C8F4-5945-9E11-74F281FC290E}" srcId="{67509F39-E273-7E46-9908-3291EEE0B8B5}" destId="{9B62F52B-1644-124B-8937-304495188692}" srcOrd="1" destOrd="0" parTransId="{45770209-43C6-F940-8F8D-5EF16205BD6B}" sibTransId="{80089DFC-22C7-2D43-8EDE-78799B3EEE08}"/>
    <dgm:cxn modelId="{0D9E3D95-7250-5447-B6AA-1D2ADA914D08}" type="presOf" srcId="{CF309546-59E8-714F-942F-FD6F0BD11487}" destId="{7088EFB0-72B3-8348-9AFC-21329A1C7953}" srcOrd="0" destOrd="0" presId="urn:microsoft.com/office/officeart/2005/8/layout/default"/>
    <dgm:cxn modelId="{F44AA699-5C92-1C46-9C10-A946B9AD2B30}" srcId="{67509F39-E273-7E46-9908-3291EEE0B8B5}" destId="{B869F354-5D91-9045-9855-32CDD662FB45}" srcOrd="2" destOrd="0" parTransId="{B59FA554-961F-4A43-ABDD-02C9250A1B72}" sibTransId="{3DF9D38F-84AA-294D-846D-BF332787FF6A}"/>
    <dgm:cxn modelId="{234A7ABB-B094-A046-ACD9-90AA15D9B4AF}" srcId="{67509F39-E273-7E46-9908-3291EEE0B8B5}" destId="{CF309546-59E8-714F-942F-FD6F0BD11487}" srcOrd="4" destOrd="0" parTransId="{D3283F25-8596-B740-821D-D46CE40D19CF}" sibTransId="{0FE012E0-347A-D543-B608-199177513278}"/>
    <dgm:cxn modelId="{EC1593C6-37FB-F94A-9F02-0DAA70D3EFB4}" type="presOf" srcId="{B2038E9B-3E3D-4143-906A-DB31618211D9}" destId="{5278F817-5899-5244-957D-90D74475FF53}" srcOrd="0" destOrd="0" presId="urn:microsoft.com/office/officeart/2005/8/layout/default"/>
    <dgm:cxn modelId="{481578E0-103F-FF41-9854-F2C2EE3E75D3}" srcId="{67509F39-E273-7E46-9908-3291EEE0B8B5}" destId="{B2038E9B-3E3D-4143-906A-DB31618211D9}" srcOrd="3" destOrd="0" parTransId="{1AC7C9FF-09A0-0B4F-A0D2-59FC455CF9E8}" sibTransId="{46FF58E2-5216-DC4B-84B9-8BA28EA24F88}"/>
    <dgm:cxn modelId="{6505E1D9-D5B0-6C47-9667-4A1AD4A65740}" type="presParOf" srcId="{3AB08CA8-A5D3-7F43-B5BE-DFB6386154B3}" destId="{08B51B93-AE9B-B94B-9913-A0FA94D542D5}" srcOrd="0" destOrd="0" presId="urn:microsoft.com/office/officeart/2005/8/layout/default"/>
    <dgm:cxn modelId="{48591F3F-DB6A-9A46-BEC7-0334784760FD}" type="presParOf" srcId="{3AB08CA8-A5D3-7F43-B5BE-DFB6386154B3}" destId="{B774EAF2-4640-494A-917E-8155A13B900B}" srcOrd="1" destOrd="0" presId="urn:microsoft.com/office/officeart/2005/8/layout/default"/>
    <dgm:cxn modelId="{569F7194-20C0-D24C-91FD-AF1CD6B9FC86}" type="presParOf" srcId="{3AB08CA8-A5D3-7F43-B5BE-DFB6386154B3}" destId="{E2874CD4-E27F-6D4D-AF3E-0BA502B88C85}" srcOrd="2" destOrd="0" presId="urn:microsoft.com/office/officeart/2005/8/layout/default"/>
    <dgm:cxn modelId="{BC7C6E68-D965-3C40-84F2-4534C98AAF4E}" type="presParOf" srcId="{3AB08CA8-A5D3-7F43-B5BE-DFB6386154B3}" destId="{145749C5-A9C4-1946-A6FD-B2C17436FC2E}" srcOrd="3" destOrd="0" presId="urn:microsoft.com/office/officeart/2005/8/layout/default"/>
    <dgm:cxn modelId="{61C7FAE3-3751-384E-BDCE-B5241BACE619}" type="presParOf" srcId="{3AB08CA8-A5D3-7F43-B5BE-DFB6386154B3}" destId="{46BD3462-22A5-B848-B3BF-947443600A3F}" srcOrd="4" destOrd="0" presId="urn:microsoft.com/office/officeart/2005/8/layout/default"/>
    <dgm:cxn modelId="{3B5434CC-8260-3744-93B5-CF31E7FEB840}" type="presParOf" srcId="{3AB08CA8-A5D3-7F43-B5BE-DFB6386154B3}" destId="{628B20C8-D8D9-A148-8DF2-4CD781AF1355}" srcOrd="5" destOrd="0" presId="urn:microsoft.com/office/officeart/2005/8/layout/default"/>
    <dgm:cxn modelId="{141681DB-0DE7-6A45-9A15-38C0D1CB78CF}" type="presParOf" srcId="{3AB08CA8-A5D3-7F43-B5BE-DFB6386154B3}" destId="{5278F817-5899-5244-957D-90D74475FF53}" srcOrd="6" destOrd="0" presId="urn:microsoft.com/office/officeart/2005/8/layout/default"/>
    <dgm:cxn modelId="{C51CC7E0-9878-5946-A3DC-266DC0152F72}" type="presParOf" srcId="{3AB08CA8-A5D3-7F43-B5BE-DFB6386154B3}" destId="{9CAD8578-BAA8-2745-850E-1990B6629710}" srcOrd="7" destOrd="0" presId="urn:microsoft.com/office/officeart/2005/8/layout/default"/>
    <dgm:cxn modelId="{89B1B5C4-72AD-D74F-AD83-7E2CFD56D9CF}" type="presParOf" srcId="{3AB08CA8-A5D3-7F43-B5BE-DFB6386154B3}" destId="{7088EFB0-72B3-8348-9AFC-21329A1C795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29D760-645E-F948-95AE-ACE07D392A03}" type="doc">
      <dgm:prSet loTypeId="urn:microsoft.com/office/officeart/2005/8/layout/list1" loCatId="" qsTypeId="urn:microsoft.com/office/officeart/2005/8/quickstyle/3d6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EA5F470-378E-E94D-83AA-F4300F00D9D6}">
      <dgm:prSet phldrT="[Text]"/>
      <dgm:spPr/>
      <dgm:t>
        <a:bodyPr/>
        <a:lstStyle/>
        <a:p>
          <a:r>
            <a:rPr lang="en-GB" dirty="0"/>
            <a:t>Felder</a:t>
          </a:r>
        </a:p>
      </dgm:t>
    </dgm:pt>
    <dgm:pt modelId="{0388EA47-AD5C-1F4E-BDA0-21651BD4A3CA}" type="parTrans" cxnId="{C1ABBBEF-89B4-4E4B-AEC9-B8278F63F136}">
      <dgm:prSet/>
      <dgm:spPr/>
      <dgm:t>
        <a:bodyPr/>
        <a:lstStyle/>
        <a:p>
          <a:endParaRPr lang="en-GB"/>
        </a:p>
      </dgm:t>
    </dgm:pt>
    <dgm:pt modelId="{7D1155B2-4D96-B649-82AB-04A0CBBD69AE}" type="sibTrans" cxnId="{C1ABBBEF-89B4-4E4B-AEC9-B8278F63F136}">
      <dgm:prSet/>
      <dgm:spPr/>
      <dgm:t>
        <a:bodyPr/>
        <a:lstStyle/>
        <a:p>
          <a:endParaRPr lang="en-GB"/>
        </a:p>
      </dgm:t>
    </dgm:pt>
    <dgm:pt modelId="{158F50CC-BDB6-6440-99F5-4D1250C18504}">
      <dgm:prSet phldrT="[Text]"/>
      <dgm:spPr/>
      <dgm:t>
        <a:bodyPr/>
        <a:lstStyle/>
        <a:p>
          <a:r>
            <a:rPr lang="en-GB" dirty="0" err="1"/>
            <a:t>Konstruktoren</a:t>
          </a:r>
          <a:endParaRPr lang="en-GB" dirty="0"/>
        </a:p>
      </dgm:t>
    </dgm:pt>
    <dgm:pt modelId="{2CB57656-11CF-C547-A029-4C2B0CCA6D1E}" type="parTrans" cxnId="{1F7FD93C-2091-4644-90AF-2ED158C60622}">
      <dgm:prSet/>
      <dgm:spPr/>
      <dgm:t>
        <a:bodyPr/>
        <a:lstStyle/>
        <a:p>
          <a:endParaRPr lang="en-GB"/>
        </a:p>
      </dgm:t>
    </dgm:pt>
    <dgm:pt modelId="{49CC0F1B-FB2B-9D49-A58E-2C9F2E06D72D}" type="sibTrans" cxnId="{1F7FD93C-2091-4644-90AF-2ED158C60622}">
      <dgm:prSet/>
      <dgm:spPr/>
      <dgm:t>
        <a:bodyPr/>
        <a:lstStyle/>
        <a:p>
          <a:endParaRPr lang="en-GB"/>
        </a:p>
      </dgm:t>
    </dgm:pt>
    <dgm:pt modelId="{918EDE0F-AE72-C846-8F77-058606A3A717}">
      <dgm:prSet phldrT="[Text]"/>
      <dgm:spPr/>
      <dgm:t>
        <a:bodyPr/>
        <a:lstStyle/>
        <a:p>
          <a:r>
            <a:rPr lang="en-GB" dirty="0" err="1"/>
            <a:t>Funktionen</a:t>
          </a:r>
          <a:endParaRPr lang="en-GB" dirty="0"/>
        </a:p>
      </dgm:t>
    </dgm:pt>
    <dgm:pt modelId="{8E4DD6E5-1AE6-EF4D-A719-B1C7F8AEB17D}" type="parTrans" cxnId="{D112DDEF-E036-E248-8413-4EB86B2A55E7}">
      <dgm:prSet/>
      <dgm:spPr/>
      <dgm:t>
        <a:bodyPr/>
        <a:lstStyle/>
        <a:p>
          <a:endParaRPr lang="en-GB"/>
        </a:p>
      </dgm:t>
    </dgm:pt>
    <dgm:pt modelId="{F0E527BE-D71B-B443-88A1-E998DB7F4343}" type="sibTrans" cxnId="{D112DDEF-E036-E248-8413-4EB86B2A55E7}">
      <dgm:prSet/>
      <dgm:spPr/>
      <dgm:t>
        <a:bodyPr/>
        <a:lstStyle/>
        <a:p>
          <a:endParaRPr lang="en-GB"/>
        </a:p>
      </dgm:t>
    </dgm:pt>
    <dgm:pt modelId="{B174EBD9-067C-B043-8AEF-7463CB33E8E9}" type="pres">
      <dgm:prSet presAssocID="{4729D760-645E-F948-95AE-ACE07D392A03}" presName="linear" presStyleCnt="0">
        <dgm:presLayoutVars>
          <dgm:dir/>
          <dgm:animLvl val="lvl"/>
          <dgm:resizeHandles val="exact"/>
        </dgm:presLayoutVars>
      </dgm:prSet>
      <dgm:spPr/>
    </dgm:pt>
    <dgm:pt modelId="{E2969A43-C29F-104F-8FD9-9942256D66E8}" type="pres">
      <dgm:prSet presAssocID="{4EA5F470-378E-E94D-83AA-F4300F00D9D6}" presName="parentLin" presStyleCnt="0"/>
      <dgm:spPr/>
    </dgm:pt>
    <dgm:pt modelId="{586726A5-281B-8A4A-B1FA-688C0E0E119E}" type="pres">
      <dgm:prSet presAssocID="{4EA5F470-378E-E94D-83AA-F4300F00D9D6}" presName="parentLeftMargin" presStyleLbl="node1" presStyleIdx="0" presStyleCnt="3"/>
      <dgm:spPr/>
    </dgm:pt>
    <dgm:pt modelId="{CD4F5A90-57FB-7D46-8ACA-77784286DEBB}" type="pres">
      <dgm:prSet presAssocID="{4EA5F470-378E-E94D-83AA-F4300F00D9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0F38D66-5E9C-1E4C-AE2A-F16C5D2FB502}" type="pres">
      <dgm:prSet presAssocID="{4EA5F470-378E-E94D-83AA-F4300F00D9D6}" presName="negativeSpace" presStyleCnt="0"/>
      <dgm:spPr/>
    </dgm:pt>
    <dgm:pt modelId="{6305A6E9-FF4C-384A-B7B4-505B04A5AE37}" type="pres">
      <dgm:prSet presAssocID="{4EA5F470-378E-E94D-83AA-F4300F00D9D6}" presName="childText" presStyleLbl="conFgAcc1" presStyleIdx="0" presStyleCnt="3">
        <dgm:presLayoutVars>
          <dgm:bulletEnabled val="1"/>
        </dgm:presLayoutVars>
      </dgm:prSet>
      <dgm:spPr/>
    </dgm:pt>
    <dgm:pt modelId="{7B84153A-1800-E246-9D82-9D4AE78ADE5A}" type="pres">
      <dgm:prSet presAssocID="{7D1155B2-4D96-B649-82AB-04A0CBBD69AE}" presName="spaceBetweenRectangles" presStyleCnt="0"/>
      <dgm:spPr/>
    </dgm:pt>
    <dgm:pt modelId="{434C2E39-DE1C-5645-B960-5E81095BFF9B}" type="pres">
      <dgm:prSet presAssocID="{158F50CC-BDB6-6440-99F5-4D1250C18504}" presName="parentLin" presStyleCnt="0"/>
      <dgm:spPr/>
    </dgm:pt>
    <dgm:pt modelId="{A44F24C7-7315-AC4E-9008-58E23BEE5FC2}" type="pres">
      <dgm:prSet presAssocID="{158F50CC-BDB6-6440-99F5-4D1250C18504}" presName="parentLeftMargin" presStyleLbl="node1" presStyleIdx="0" presStyleCnt="3"/>
      <dgm:spPr/>
    </dgm:pt>
    <dgm:pt modelId="{4E23C32B-D4F3-744A-BC62-B4277299AEA4}" type="pres">
      <dgm:prSet presAssocID="{158F50CC-BDB6-6440-99F5-4D1250C1850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FCAF94A-5F56-5548-BE0C-C28D83D5B8D4}" type="pres">
      <dgm:prSet presAssocID="{158F50CC-BDB6-6440-99F5-4D1250C18504}" presName="negativeSpace" presStyleCnt="0"/>
      <dgm:spPr/>
    </dgm:pt>
    <dgm:pt modelId="{3034F782-9A22-1242-AEDF-EC2E88C0D473}" type="pres">
      <dgm:prSet presAssocID="{158F50CC-BDB6-6440-99F5-4D1250C18504}" presName="childText" presStyleLbl="conFgAcc1" presStyleIdx="1" presStyleCnt="3">
        <dgm:presLayoutVars>
          <dgm:bulletEnabled val="1"/>
        </dgm:presLayoutVars>
      </dgm:prSet>
      <dgm:spPr/>
    </dgm:pt>
    <dgm:pt modelId="{398D0247-9D51-014C-B487-BCF1BA668707}" type="pres">
      <dgm:prSet presAssocID="{49CC0F1B-FB2B-9D49-A58E-2C9F2E06D72D}" presName="spaceBetweenRectangles" presStyleCnt="0"/>
      <dgm:spPr/>
    </dgm:pt>
    <dgm:pt modelId="{29F9E2BB-F30E-2242-998F-28EBE8DBEA5D}" type="pres">
      <dgm:prSet presAssocID="{918EDE0F-AE72-C846-8F77-058606A3A717}" presName="parentLin" presStyleCnt="0"/>
      <dgm:spPr/>
    </dgm:pt>
    <dgm:pt modelId="{7B3BCBD8-9DC0-B34A-82D1-99E3258F9BA5}" type="pres">
      <dgm:prSet presAssocID="{918EDE0F-AE72-C846-8F77-058606A3A717}" presName="parentLeftMargin" presStyleLbl="node1" presStyleIdx="1" presStyleCnt="3"/>
      <dgm:spPr/>
    </dgm:pt>
    <dgm:pt modelId="{CC22D886-3319-7642-954B-BB2ED3D676DC}" type="pres">
      <dgm:prSet presAssocID="{918EDE0F-AE72-C846-8F77-058606A3A71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BE4316-FAB4-144F-B917-B92F563C900E}" type="pres">
      <dgm:prSet presAssocID="{918EDE0F-AE72-C846-8F77-058606A3A717}" presName="negativeSpace" presStyleCnt="0"/>
      <dgm:spPr/>
    </dgm:pt>
    <dgm:pt modelId="{A4D8D4E7-691F-9E42-92CE-F4F5D0B447C7}" type="pres">
      <dgm:prSet presAssocID="{918EDE0F-AE72-C846-8F77-058606A3A71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0961610-86ED-D644-8AED-71B32BA80B64}" type="presOf" srcId="{918EDE0F-AE72-C846-8F77-058606A3A717}" destId="{7B3BCBD8-9DC0-B34A-82D1-99E3258F9BA5}" srcOrd="0" destOrd="0" presId="urn:microsoft.com/office/officeart/2005/8/layout/list1"/>
    <dgm:cxn modelId="{D189F624-110C-E54E-99A1-83FFA9674207}" type="presOf" srcId="{918EDE0F-AE72-C846-8F77-058606A3A717}" destId="{CC22D886-3319-7642-954B-BB2ED3D676DC}" srcOrd="1" destOrd="0" presId="urn:microsoft.com/office/officeart/2005/8/layout/list1"/>
    <dgm:cxn modelId="{E00BC427-22B8-FA45-849C-461FE38490E4}" type="presOf" srcId="{158F50CC-BDB6-6440-99F5-4D1250C18504}" destId="{4E23C32B-D4F3-744A-BC62-B4277299AEA4}" srcOrd="1" destOrd="0" presId="urn:microsoft.com/office/officeart/2005/8/layout/list1"/>
    <dgm:cxn modelId="{1F7FD93C-2091-4644-90AF-2ED158C60622}" srcId="{4729D760-645E-F948-95AE-ACE07D392A03}" destId="{158F50CC-BDB6-6440-99F5-4D1250C18504}" srcOrd="1" destOrd="0" parTransId="{2CB57656-11CF-C547-A029-4C2B0CCA6D1E}" sibTransId="{49CC0F1B-FB2B-9D49-A58E-2C9F2E06D72D}"/>
    <dgm:cxn modelId="{DB569743-2D4D-AD44-9132-B732DC07EE53}" type="presOf" srcId="{4EA5F470-378E-E94D-83AA-F4300F00D9D6}" destId="{CD4F5A90-57FB-7D46-8ACA-77784286DEBB}" srcOrd="1" destOrd="0" presId="urn:microsoft.com/office/officeart/2005/8/layout/list1"/>
    <dgm:cxn modelId="{E0E81867-6A6D-3E4F-A530-562871CB5D94}" type="presOf" srcId="{4729D760-645E-F948-95AE-ACE07D392A03}" destId="{B174EBD9-067C-B043-8AEF-7463CB33E8E9}" srcOrd="0" destOrd="0" presId="urn:microsoft.com/office/officeart/2005/8/layout/list1"/>
    <dgm:cxn modelId="{2C3833A6-F4AB-4F48-9A13-CC7974045AFC}" type="presOf" srcId="{4EA5F470-378E-E94D-83AA-F4300F00D9D6}" destId="{586726A5-281B-8A4A-B1FA-688C0E0E119E}" srcOrd="0" destOrd="0" presId="urn:microsoft.com/office/officeart/2005/8/layout/list1"/>
    <dgm:cxn modelId="{A0DAB3CE-BDFC-4E4A-A232-13980DD6BD91}" type="presOf" srcId="{158F50CC-BDB6-6440-99F5-4D1250C18504}" destId="{A44F24C7-7315-AC4E-9008-58E23BEE5FC2}" srcOrd="0" destOrd="0" presId="urn:microsoft.com/office/officeart/2005/8/layout/list1"/>
    <dgm:cxn modelId="{C1ABBBEF-89B4-4E4B-AEC9-B8278F63F136}" srcId="{4729D760-645E-F948-95AE-ACE07D392A03}" destId="{4EA5F470-378E-E94D-83AA-F4300F00D9D6}" srcOrd="0" destOrd="0" parTransId="{0388EA47-AD5C-1F4E-BDA0-21651BD4A3CA}" sibTransId="{7D1155B2-4D96-B649-82AB-04A0CBBD69AE}"/>
    <dgm:cxn modelId="{D112DDEF-E036-E248-8413-4EB86B2A55E7}" srcId="{4729D760-645E-F948-95AE-ACE07D392A03}" destId="{918EDE0F-AE72-C846-8F77-058606A3A717}" srcOrd="2" destOrd="0" parTransId="{8E4DD6E5-1AE6-EF4D-A719-B1C7F8AEB17D}" sibTransId="{F0E527BE-D71B-B443-88A1-E998DB7F4343}"/>
    <dgm:cxn modelId="{E331F2DA-9E17-0944-BFFF-F62EDFD39EC0}" type="presParOf" srcId="{B174EBD9-067C-B043-8AEF-7463CB33E8E9}" destId="{E2969A43-C29F-104F-8FD9-9942256D66E8}" srcOrd="0" destOrd="0" presId="urn:microsoft.com/office/officeart/2005/8/layout/list1"/>
    <dgm:cxn modelId="{0F58CE9B-98D7-5046-8F5C-ABD2EA47139C}" type="presParOf" srcId="{E2969A43-C29F-104F-8FD9-9942256D66E8}" destId="{586726A5-281B-8A4A-B1FA-688C0E0E119E}" srcOrd="0" destOrd="0" presId="urn:microsoft.com/office/officeart/2005/8/layout/list1"/>
    <dgm:cxn modelId="{0AA33272-D21F-1949-BF78-41D153E8F025}" type="presParOf" srcId="{E2969A43-C29F-104F-8FD9-9942256D66E8}" destId="{CD4F5A90-57FB-7D46-8ACA-77784286DEBB}" srcOrd="1" destOrd="0" presId="urn:microsoft.com/office/officeart/2005/8/layout/list1"/>
    <dgm:cxn modelId="{A4E80314-4BD5-5F4A-B0A1-77EECBA16932}" type="presParOf" srcId="{B174EBD9-067C-B043-8AEF-7463CB33E8E9}" destId="{10F38D66-5E9C-1E4C-AE2A-F16C5D2FB502}" srcOrd="1" destOrd="0" presId="urn:microsoft.com/office/officeart/2005/8/layout/list1"/>
    <dgm:cxn modelId="{17C7917C-0D13-0940-8EC5-E86E3422A4C3}" type="presParOf" srcId="{B174EBD9-067C-B043-8AEF-7463CB33E8E9}" destId="{6305A6E9-FF4C-384A-B7B4-505B04A5AE37}" srcOrd="2" destOrd="0" presId="urn:microsoft.com/office/officeart/2005/8/layout/list1"/>
    <dgm:cxn modelId="{D95D24F1-B09A-D64B-948B-24FB27CB1B26}" type="presParOf" srcId="{B174EBD9-067C-B043-8AEF-7463CB33E8E9}" destId="{7B84153A-1800-E246-9D82-9D4AE78ADE5A}" srcOrd="3" destOrd="0" presId="urn:microsoft.com/office/officeart/2005/8/layout/list1"/>
    <dgm:cxn modelId="{4E23D440-5140-2E47-8911-5A35DD363399}" type="presParOf" srcId="{B174EBD9-067C-B043-8AEF-7463CB33E8E9}" destId="{434C2E39-DE1C-5645-B960-5E81095BFF9B}" srcOrd="4" destOrd="0" presId="urn:microsoft.com/office/officeart/2005/8/layout/list1"/>
    <dgm:cxn modelId="{FA3107CE-3BB4-2F45-B8CC-B5887D5112A9}" type="presParOf" srcId="{434C2E39-DE1C-5645-B960-5E81095BFF9B}" destId="{A44F24C7-7315-AC4E-9008-58E23BEE5FC2}" srcOrd="0" destOrd="0" presId="urn:microsoft.com/office/officeart/2005/8/layout/list1"/>
    <dgm:cxn modelId="{7E0AEB05-B3FA-8D47-B80E-E9D7D509B5B2}" type="presParOf" srcId="{434C2E39-DE1C-5645-B960-5E81095BFF9B}" destId="{4E23C32B-D4F3-744A-BC62-B4277299AEA4}" srcOrd="1" destOrd="0" presId="urn:microsoft.com/office/officeart/2005/8/layout/list1"/>
    <dgm:cxn modelId="{B261C69B-59D0-CA46-89EC-85E4932F5673}" type="presParOf" srcId="{B174EBD9-067C-B043-8AEF-7463CB33E8E9}" destId="{2FCAF94A-5F56-5548-BE0C-C28D83D5B8D4}" srcOrd="5" destOrd="0" presId="urn:microsoft.com/office/officeart/2005/8/layout/list1"/>
    <dgm:cxn modelId="{73B38399-4448-D244-B2FC-3D4C5765BA92}" type="presParOf" srcId="{B174EBD9-067C-B043-8AEF-7463CB33E8E9}" destId="{3034F782-9A22-1242-AEDF-EC2E88C0D473}" srcOrd="6" destOrd="0" presId="urn:microsoft.com/office/officeart/2005/8/layout/list1"/>
    <dgm:cxn modelId="{8A3971A1-CAEA-7A4C-AE3B-CE56F5FE6FC9}" type="presParOf" srcId="{B174EBD9-067C-B043-8AEF-7463CB33E8E9}" destId="{398D0247-9D51-014C-B487-BCF1BA668707}" srcOrd="7" destOrd="0" presId="urn:microsoft.com/office/officeart/2005/8/layout/list1"/>
    <dgm:cxn modelId="{B1EA2A1E-82B8-A646-B895-E61E4F8717C9}" type="presParOf" srcId="{B174EBD9-067C-B043-8AEF-7463CB33E8E9}" destId="{29F9E2BB-F30E-2242-998F-28EBE8DBEA5D}" srcOrd="8" destOrd="0" presId="urn:microsoft.com/office/officeart/2005/8/layout/list1"/>
    <dgm:cxn modelId="{D1DF82D4-0FAD-BC49-BB81-8240320A5A32}" type="presParOf" srcId="{29F9E2BB-F30E-2242-998F-28EBE8DBEA5D}" destId="{7B3BCBD8-9DC0-B34A-82D1-99E3258F9BA5}" srcOrd="0" destOrd="0" presId="urn:microsoft.com/office/officeart/2005/8/layout/list1"/>
    <dgm:cxn modelId="{F2FF3675-CC29-9849-91A9-762A269D4A6F}" type="presParOf" srcId="{29F9E2BB-F30E-2242-998F-28EBE8DBEA5D}" destId="{CC22D886-3319-7642-954B-BB2ED3D676DC}" srcOrd="1" destOrd="0" presId="urn:microsoft.com/office/officeart/2005/8/layout/list1"/>
    <dgm:cxn modelId="{A646361C-F543-8644-B9E0-99053E0E13F3}" type="presParOf" srcId="{B174EBD9-067C-B043-8AEF-7463CB33E8E9}" destId="{9CBE4316-FAB4-144F-B917-B92F563C900E}" srcOrd="9" destOrd="0" presId="urn:microsoft.com/office/officeart/2005/8/layout/list1"/>
    <dgm:cxn modelId="{039630F7-752E-9B4F-B432-6FC5D3D93F1A}" type="presParOf" srcId="{B174EBD9-067C-B043-8AEF-7463CB33E8E9}" destId="{A4D8D4E7-691F-9E42-92CE-F4F5D0B447C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3665B87-71B1-463F-8377-2F135910FC6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5E1171-5EFB-4081-A73D-71CF990DB73E}">
      <dgm:prSet/>
      <dgm:spPr/>
      <dgm:t>
        <a:bodyPr/>
        <a:lstStyle/>
        <a:p>
          <a:r>
            <a:rPr lang="de-DE"/>
            <a:t>node und npm sind auf einem Entwicklerrechner zu installieren</a:t>
          </a:r>
          <a:endParaRPr lang="en-US"/>
        </a:p>
      </dgm:t>
    </dgm:pt>
    <dgm:pt modelId="{5A362385-6E12-486D-BE43-6F487084DD8F}" type="parTrans" cxnId="{639FE52B-201A-43F0-9BF1-80974B1C7181}">
      <dgm:prSet/>
      <dgm:spPr/>
      <dgm:t>
        <a:bodyPr/>
        <a:lstStyle/>
        <a:p>
          <a:endParaRPr lang="en-US"/>
        </a:p>
      </dgm:t>
    </dgm:pt>
    <dgm:pt modelId="{E6B74E0D-D39D-4EA6-91A8-FC3CFD3FA833}" type="sibTrans" cxnId="{639FE52B-201A-43F0-9BF1-80974B1C7181}">
      <dgm:prSet/>
      <dgm:spPr/>
      <dgm:t>
        <a:bodyPr/>
        <a:lstStyle/>
        <a:p>
          <a:endParaRPr lang="en-US"/>
        </a:p>
      </dgm:t>
    </dgm:pt>
    <dgm:pt modelId="{6C7CD90D-DDC6-4B24-9693-5BE1C9C69296}">
      <dgm:prSet/>
      <dgm:spPr/>
      <dgm:t>
        <a:bodyPr/>
        <a:lstStyle/>
        <a:p>
          <a:r>
            <a:rPr lang="de-DE"/>
            <a:t>Näheres hierzu im Anhang</a:t>
          </a:r>
          <a:endParaRPr lang="en-US"/>
        </a:p>
      </dgm:t>
    </dgm:pt>
    <dgm:pt modelId="{4CBF7A68-EC9B-46C0-87F9-FA56BAB33DD1}" type="parTrans" cxnId="{4185FEFC-F1E1-4E45-BA5F-383C4C60CE69}">
      <dgm:prSet/>
      <dgm:spPr/>
      <dgm:t>
        <a:bodyPr/>
        <a:lstStyle/>
        <a:p>
          <a:endParaRPr lang="en-US"/>
        </a:p>
      </dgm:t>
    </dgm:pt>
    <dgm:pt modelId="{C5948A44-319F-4495-A741-934DE44FD0CC}" type="sibTrans" cxnId="{4185FEFC-F1E1-4E45-BA5F-383C4C60CE69}">
      <dgm:prSet/>
      <dgm:spPr/>
      <dgm:t>
        <a:bodyPr/>
        <a:lstStyle/>
        <a:p>
          <a:endParaRPr lang="en-US"/>
        </a:p>
      </dgm:t>
    </dgm:pt>
    <dgm:pt modelId="{BA20D512-B778-4FAD-9FA7-961588FF97B2}">
      <dgm:prSet/>
      <dgm:spPr/>
      <dgm:t>
        <a:bodyPr/>
        <a:lstStyle/>
        <a:p>
          <a:r>
            <a:rPr lang="de-DE"/>
            <a:t>Damit steht ein ausgefeilter Buildprozess zur Verfügung</a:t>
          </a:r>
          <a:endParaRPr lang="en-US"/>
        </a:p>
      </dgm:t>
    </dgm:pt>
    <dgm:pt modelId="{64346143-7848-4874-9944-972660A6447E}" type="parTrans" cxnId="{39B2C9AC-5F1E-4AC6-BC55-4DB171C59DB0}">
      <dgm:prSet/>
      <dgm:spPr/>
      <dgm:t>
        <a:bodyPr/>
        <a:lstStyle/>
        <a:p>
          <a:endParaRPr lang="en-US"/>
        </a:p>
      </dgm:t>
    </dgm:pt>
    <dgm:pt modelId="{CDF8A544-924E-4F19-8FCB-E595BFBC5B03}" type="sibTrans" cxnId="{39B2C9AC-5F1E-4AC6-BC55-4DB171C59DB0}">
      <dgm:prSet/>
      <dgm:spPr/>
      <dgm:t>
        <a:bodyPr/>
        <a:lstStyle/>
        <a:p>
          <a:endParaRPr lang="en-US"/>
        </a:p>
      </dgm:t>
    </dgm:pt>
    <dgm:pt modelId="{1E64982C-F2A1-4FAE-8610-4AD0A53EF3FF}">
      <dgm:prSet/>
      <dgm:spPr/>
      <dgm:t>
        <a:bodyPr/>
        <a:lstStyle/>
        <a:p>
          <a:r>
            <a:rPr lang="de-DE"/>
            <a:t>Verzeichnisstruktur und Projekt-Organisation</a:t>
          </a:r>
          <a:endParaRPr lang="en-US"/>
        </a:p>
      </dgm:t>
    </dgm:pt>
    <dgm:pt modelId="{35EA72F7-E818-42F9-A049-45CAE2CCF8BA}" type="parTrans" cxnId="{3B5A711C-6332-4933-BD51-1F3BDD901DB1}">
      <dgm:prSet/>
      <dgm:spPr/>
      <dgm:t>
        <a:bodyPr/>
        <a:lstStyle/>
        <a:p>
          <a:endParaRPr lang="en-US"/>
        </a:p>
      </dgm:t>
    </dgm:pt>
    <dgm:pt modelId="{E2F2C0EB-EDFE-458D-8D19-AD401B87547C}" type="sibTrans" cxnId="{3B5A711C-6332-4933-BD51-1F3BDD901DB1}">
      <dgm:prSet/>
      <dgm:spPr/>
      <dgm:t>
        <a:bodyPr/>
        <a:lstStyle/>
        <a:p>
          <a:endParaRPr lang="en-US"/>
        </a:p>
      </dgm:t>
    </dgm:pt>
    <dgm:pt modelId="{23C68FED-4AB5-4B5F-8C5A-5E73E365C24B}">
      <dgm:prSet/>
      <dgm:spPr/>
      <dgm:t>
        <a:bodyPr/>
        <a:lstStyle/>
        <a:p>
          <a:r>
            <a:rPr lang="de-DE"/>
            <a:t>Automatische Transpilation</a:t>
          </a:r>
          <a:endParaRPr lang="en-US"/>
        </a:p>
      </dgm:t>
    </dgm:pt>
    <dgm:pt modelId="{F4110FF9-A511-442E-A751-AD4812C1AD32}" type="parTrans" cxnId="{16B3BFD7-57EF-4C3E-B5B7-1CE3C899F3C0}">
      <dgm:prSet/>
      <dgm:spPr/>
      <dgm:t>
        <a:bodyPr/>
        <a:lstStyle/>
        <a:p>
          <a:endParaRPr lang="en-US"/>
        </a:p>
      </dgm:t>
    </dgm:pt>
    <dgm:pt modelId="{BAFDB3E9-5FC8-47DF-A24A-6BA45BA7AA58}" type="sibTrans" cxnId="{16B3BFD7-57EF-4C3E-B5B7-1CE3C899F3C0}">
      <dgm:prSet/>
      <dgm:spPr/>
      <dgm:t>
        <a:bodyPr/>
        <a:lstStyle/>
        <a:p>
          <a:endParaRPr lang="en-US"/>
        </a:p>
      </dgm:t>
    </dgm:pt>
    <dgm:pt modelId="{F375148D-37B2-433F-A706-12033F818F31}">
      <dgm:prSet/>
      <dgm:spPr/>
      <dgm:t>
        <a:bodyPr/>
        <a:lstStyle/>
        <a:p>
          <a:r>
            <a:rPr lang="de-DE"/>
            <a:t>Browser-Update bei Änderungen an den Quellen</a:t>
          </a:r>
          <a:endParaRPr lang="en-US"/>
        </a:p>
      </dgm:t>
    </dgm:pt>
    <dgm:pt modelId="{09139E07-0692-4020-B878-D0543F3DCE4B}" type="parTrans" cxnId="{D336A91B-FD78-4A6E-B54B-2629835131A2}">
      <dgm:prSet/>
      <dgm:spPr/>
      <dgm:t>
        <a:bodyPr/>
        <a:lstStyle/>
        <a:p>
          <a:endParaRPr lang="en-US"/>
        </a:p>
      </dgm:t>
    </dgm:pt>
    <dgm:pt modelId="{06F9513D-6B45-4FD3-9372-1695F732396B}" type="sibTrans" cxnId="{D336A91B-FD78-4A6E-B54B-2629835131A2}">
      <dgm:prSet/>
      <dgm:spPr/>
      <dgm:t>
        <a:bodyPr/>
        <a:lstStyle/>
        <a:p>
          <a:endParaRPr lang="en-US"/>
        </a:p>
      </dgm:t>
    </dgm:pt>
    <dgm:pt modelId="{11D65E8A-52D3-476B-BF61-4DF2A66F3EB1}">
      <dgm:prSet/>
      <dgm:spPr/>
      <dgm:t>
        <a:bodyPr/>
        <a:lstStyle/>
        <a:p>
          <a:r>
            <a:rPr lang="de-DE"/>
            <a:t>Ein spezieller Editor ist nicht notwendig</a:t>
          </a:r>
          <a:endParaRPr lang="en-US"/>
        </a:p>
      </dgm:t>
    </dgm:pt>
    <dgm:pt modelId="{6912DD97-64FB-40E1-8735-B81CEB1A20F1}" type="parTrans" cxnId="{29FA3C11-ABB9-4E8B-ABA0-0704684BCF57}">
      <dgm:prSet/>
      <dgm:spPr/>
      <dgm:t>
        <a:bodyPr/>
        <a:lstStyle/>
        <a:p>
          <a:endParaRPr lang="en-US"/>
        </a:p>
      </dgm:t>
    </dgm:pt>
    <dgm:pt modelId="{4AAADF7F-7135-4AC7-ADB9-04F9BC7A168C}" type="sibTrans" cxnId="{29FA3C11-ABB9-4E8B-ABA0-0704684BCF57}">
      <dgm:prSet/>
      <dgm:spPr/>
      <dgm:t>
        <a:bodyPr/>
        <a:lstStyle/>
        <a:p>
          <a:endParaRPr lang="en-US"/>
        </a:p>
      </dgm:t>
    </dgm:pt>
    <dgm:pt modelId="{F8450A2F-F2A5-49F9-A321-A0273B58A1F7}">
      <dgm:prSet/>
      <dgm:spPr/>
      <dgm:t>
        <a:bodyPr/>
        <a:lstStyle/>
        <a:p>
          <a:r>
            <a:rPr lang="de-DE"/>
            <a:t>Empfohlen wird Atom oder ähnliches</a:t>
          </a:r>
          <a:endParaRPr lang="en-US"/>
        </a:p>
      </dgm:t>
    </dgm:pt>
    <dgm:pt modelId="{387DE0BD-FA43-46E7-9479-A69161F4245F}" type="parTrans" cxnId="{2F6A8109-5362-4F87-A1AA-D84652B0E62A}">
      <dgm:prSet/>
      <dgm:spPr/>
      <dgm:t>
        <a:bodyPr/>
        <a:lstStyle/>
        <a:p>
          <a:endParaRPr lang="en-US"/>
        </a:p>
      </dgm:t>
    </dgm:pt>
    <dgm:pt modelId="{4C99E8AC-7583-4290-B35C-12884513C62F}" type="sibTrans" cxnId="{2F6A8109-5362-4F87-A1AA-D84652B0E62A}">
      <dgm:prSet/>
      <dgm:spPr/>
      <dgm:t>
        <a:bodyPr/>
        <a:lstStyle/>
        <a:p>
          <a:endParaRPr lang="en-US"/>
        </a:p>
      </dgm:t>
    </dgm:pt>
    <dgm:pt modelId="{AD181E89-A120-CE4B-B54A-7AF8C9A8FDAE}" type="pres">
      <dgm:prSet presAssocID="{23665B87-71B1-463F-8377-2F135910FC6B}" presName="linear" presStyleCnt="0">
        <dgm:presLayoutVars>
          <dgm:animLvl val="lvl"/>
          <dgm:resizeHandles val="exact"/>
        </dgm:presLayoutVars>
      </dgm:prSet>
      <dgm:spPr/>
    </dgm:pt>
    <dgm:pt modelId="{CD32D7E5-5B7E-4B4E-BE4E-D9A3694AD337}" type="pres">
      <dgm:prSet presAssocID="{115E1171-5EFB-4081-A73D-71CF990DB73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69A8D0-9CFE-214F-BD05-D00F95DD159B}" type="pres">
      <dgm:prSet presAssocID="{115E1171-5EFB-4081-A73D-71CF990DB73E}" presName="childText" presStyleLbl="revTx" presStyleIdx="0" presStyleCnt="3">
        <dgm:presLayoutVars>
          <dgm:bulletEnabled val="1"/>
        </dgm:presLayoutVars>
      </dgm:prSet>
      <dgm:spPr/>
    </dgm:pt>
    <dgm:pt modelId="{DBF7F457-3343-C743-B657-5249DC45C846}" type="pres">
      <dgm:prSet presAssocID="{BA20D512-B778-4FAD-9FA7-961588FF97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6A05BEB-80B6-B94B-9381-3A33D3FEE699}" type="pres">
      <dgm:prSet presAssocID="{BA20D512-B778-4FAD-9FA7-961588FF97B2}" presName="childText" presStyleLbl="revTx" presStyleIdx="1" presStyleCnt="3">
        <dgm:presLayoutVars>
          <dgm:bulletEnabled val="1"/>
        </dgm:presLayoutVars>
      </dgm:prSet>
      <dgm:spPr/>
    </dgm:pt>
    <dgm:pt modelId="{7E8F63C5-9C34-FF4D-801C-0AF2CF2B8D4C}" type="pres">
      <dgm:prSet presAssocID="{11D65E8A-52D3-476B-BF61-4DF2A66F3EB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5F93022-1561-DD4F-993E-1F43A17E9D3C}" type="pres">
      <dgm:prSet presAssocID="{11D65E8A-52D3-476B-BF61-4DF2A66F3EB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F6A8109-5362-4F87-A1AA-D84652B0E62A}" srcId="{11D65E8A-52D3-476B-BF61-4DF2A66F3EB1}" destId="{F8450A2F-F2A5-49F9-A321-A0273B58A1F7}" srcOrd="0" destOrd="0" parTransId="{387DE0BD-FA43-46E7-9479-A69161F4245F}" sibTransId="{4C99E8AC-7583-4290-B35C-12884513C62F}"/>
    <dgm:cxn modelId="{29FA3C11-ABB9-4E8B-ABA0-0704684BCF57}" srcId="{23665B87-71B1-463F-8377-2F135910FC6B}" destId="{11D65E8A-52D3-476B-BF61-4DF2A66F3EB1}" srcOrd="2" destOrd="0" parTransId="{6912DD97-64FB-40E1-8735-B81CEB1A20F1}" sibTransId="{4AAADF7F-7135-4AC7-ADB9-04F9BC7A168C}"/>
    <dgm:cxn modelId="{D336A91B-FD78-4A6E-B54B-2629835131A2}" srcId="{BA20D512-B778-4FAD-9FA7-961588FF97B2}" destId="{F375148D-37B2-433F-A706-12033F818F31}" srcOrd="2" destOrd="0" parTransId="{09139E07-0692-4020-B878-D0543F3DCE4B}" sibTransId="{06F9513D-6B45-4FD3-9372-1695F732396B}"/>
    <dgm:cxn modelId="{3B5A711C-6332-4933-BD51-1F3BDD901DB1}" srcId="{BA20D512-B778-4FAD-9FA7-961588FF97B2}" destId="{1E64982C-F2A1-4FAE-8610-4AD0A53EF3FF}" srcOrd="0" destOrd="0" parTransId="{35EA72F7-E818-42F9-A049-45CAE2CCF8BA}" sibTransId="{E2F2C0EB-EDFE-458D-8D19-AD401B87547C}"/>
    <dgm:cxn modelId="{639FE52B-201A-43F0-9BF1-80974B1C7181}" srcId="{23665B87-71B1-463F-8377-2F135910FC6B}" destId="{115E1171-5EFB-4081-A73D-71CF990DB73E}" srcOrd="0" destOrd="0" parTransId="{5A362385-6E12-486D-BE43-6F487084DD8F}" sibTransId="{E6B74E0D-D39D-4EA6-91A8-FC3CFD3FA833}"/>
    <dgm:cxn modelId="{7B0F4F2E-CC61-4A45-A200-58F0CA718538}" type="presOf" srcId="{F375148D-37B2-433F-A706-12033F818F31}" destId="{86A05BEB-80B6-B94B-9381-3A33D3FEE699}" srcOrd="0" destOrd="2" presId="urn:microsoft.com/office/officeart/2005/8/layout/vList2"/>
    <dgm:cxn modelId="{309A0743-8273-0A4F-B6D1-C092FA1B3436}" type="presOf" srcId="{23C68FED-4AB5-4B5F-8C5A-5E73E365C24B}" destId="{86A05BEB-80B6-B94B-9381-3A33D3FEE699}" srcOrd="0" destOrd="1" presId="urn:microsoft.com/office/officeart/2005/8/layout/vList2"/>
    <dgm:cxn modelId="{CE4E4854-A33B-6F47-92DF-EB6E89701863}" type="presOf" srcId="{F8450A2F-F2A5-49F9-A321-A0273B58A1F7}" destId="{F5F93022-1561-DD4F-993E-1F43A17E9D3C}" srcOrd="0" destOrd="0" presId="urn:microsoft.com/office/officeart/2005/8/layout/vList2"/>
    <dgm:cxn modelId="{FAE4BA57-C6A5-3743-91B0-F066CBDACB25}" type="presOf" srcId="{6C7CD90D-DDC6-4B24-9693-5BE1C9C69296}" destId="{C969A8D0-9CFE-214F-BD05-D00F95DD159B}" srcOrd="0" destOrd="0" presId="urn:microsoft.com/office/officeart/2005/8/layout/vList2"/>
    <dgm:cxn modelId="{2AD45383-B034-2C44-AB01-DEEE6499E2CC}" type="presOf" srcId="{1E64982C-F2A1-4FAE-8610-4AD0A53EF3FF}" destId="{86A05BEB-80B6-B94B-9381-3A33D3FEE699}" srcOrd="0" destOrd="0" presId="urn:microsoft.com/office/officeart/2005/8/layout/vList2"/>
    <dgm:cxn modelId="{6F94D58A-B6F1-D244-B432-3D93F351EB46}" type="presOf" srcId="{BA20D512-B778-4FAD-9FA7-961588FF97B2}" destId="{DBF7F457-3343-C743-B657-5249DC45C846}" srcOrd="0" destOrd="0" presId="urn:microsoft.com/office/officeart/2005/8/layout/vList2"/>
    <dgm:cxn modelId="{39B2C9AC-5F1E-4AC6-BC55-4DB171C59DB0}" srcId="{23665B87-71B1-463F-8377-2F135910FC6B}" destId="{BA20D512-B778-4FAD-9FA7-961588FF97B2}" srcOrd="1" destOrd="0" parTransId="{64346143-7848-4874-9944-972660A6447E}" sibTransId="{CDF8A544-924E-4F19-8FCB-E595BFBC5B03}"/>
    <dgm:cxn modelId="{16B3BFD7-57EF-4C3E-B5B7-1CE3C899F3C0}" srcId="{BA20D512-B778-4FAD-9FA7-961588FF97B2}" destId="{23C68FED-4AB5-4B5F-8C5A-5E73E365C24B}" srcOrd="1" destOrd="0" parTransId="{F4110FF9-A511-442E-A751-AD4812C1AD32}" sibTransId="{BAFDB3E9-5FC8-47DF-A24A-6BA45BA7AA58}"/>
    <dgm:cxn modelId="{4340A2D8-4E3E-3F41-98AD-E22AAEAF5C9F}" type="presOf" srcId="{23665B87-71B1-463F-8377-2F135910FC6B}" destId="{AD181E89-A120-CE4B-B54A-7AF8C9A8FDAE}" srcOrd="0" destOrd="0" presId="urn:microsoft.com/office/officeart/2005/8/layout/vList2"/>
    <dgm:cxn modelId="{F81DE3D8-B33E-7441-844E-7D957D501CA3}" type="presOf" srcId="{115E1171-5EFB-4081-A73D-71CF990DB73E}" destId="{CD32D7E5-5B7E-4B4E-BE4E-D9A3694AD337}" srcOrd="0" destOrd="0" presId="urn:microsoft.com/office/officeart/2005/8/layout/vList2"/>
    <dgm:cxn modelId="{19B2E8D9-CD16-EF44-B5FB-C63C55E338F3}" type="presOf" srcId="{11D65E8A-52D3-476B-BF61-4DF2A66F3EB1}" destId="{7E8F63C5-9C34-FF4D-801C-0AF2CF2B8D4C}" srcOrd="0" destOrd="0" presId="urn:microsoft.com/office/officeart/2005/8/layout/vList2"/>
    <dgm:cxn modelId="{4185FEFC-F1E1-4E45-BA5F-383C4C60CE69}" srcId="{115E1171-5EFB-4081-A73D-71CF990DB73E}" destId="{6C7CD90D-DDC6-4B24-9693-5BE1C9C69296}" srcOrd="0" destOrd="0" parTransId="{4CBF7A68-EC9B-46C0-87F9-FA56BAB33DD1}" sibTransId="{C5948A44-319F-4495-A741-934DE44FD0CC}"/>
    <dgm:cxn modelId="{61BE4905-57AD-9347-BA87-17D60941DE41}" type="presParOf" srcId="{AD181E89-A120-CE4B-B54A-7AF8C9A8FDAE}" destId="{CD32D7E5-5B7E-4B4E-BE4E-D9A3694AD337}" srcOrd="0" destOrd="0" presId="urn:microsoft.com/office/officeart/2005/8/layout/vList2"/>
    <dgm:cxn modelId="{B67D2794-9916-2E4A-8093-202372F66A50}" type="presParOf" srcId="{AD181E89-A120-CE4B-B54A-7AF8C9A8FDAE}" destId="{C969A8D0-9CFE-214F-BD05-D00F95DD159B}" srcOrd="1" destOrd="0" presId="urn:microsoft.com/office/officeart/2005/8/layout/vList2"/>
    <dgm:cxn modelId="{A3B3D4C9-22A3-EA42-A3A6-33844E3F6E6B}" type="presParOf" srcId="{AD181E89-A120-CE4B-B54A-7AF8C9A8FDAE}" destId="{DBF7F457-3343-C743-B657-5249DC45C846}" srcOrd="2" destOrd="0" presId="urn:microsoft.com/office/officeart/2005/8/layout/vList2"/>
    <dgm:cxn modelId="{C27AFC46-B876-DC46-A0C0-881D7378BE08}" type="presParOf" srcId="{AD181E89-A120-CE4B-B54A-7AF8C9A8FDAE}" destId="{86A05BEB-80B6-B94B-9381-3A33D3FEE699}" srcOrd="3" destOrd="0" presId="urn:microsoft.com/office/officeart/2005/8/layout/vList2"/>
    <dgm:cxn modelId="{6E1844DE-0F0E-3546-A93B-BCE971F22D24}" type="presParOf" srcId="{AD181E89-A120-CE4B-B54A-7AF8C9A8FDAE}" destId="{7E8F63C5-9C34-FF4D-801C-0AF2CF2B8D4C}" srcOrd="4" destOrd="0" presId="urn:microsoft.com/office/officeart/2005/8/layout/vList2"/>
    <dgm:cxn modelId="{472F9EE9-98C9-424F-8FE3-0F840244FC18}" type="presParOf" srcId="{AD181E89-A120-CE4B-B54A-7AF8C9A8FDAE}" destId="{F5F93022-1561-DD4F-993E-1F43A17E9D3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993932D-B877-4D49-9F27-DDEBE7B749F3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DC8AD5F-E057-C745-9BC0-D7F20F252283}">
      <dgm:prSet phldrT="[Text]"/>
      <dgm:spPr/>
      <dgm:t>
        <a:bodyPr/>
        <a:lstStyle/>
        <a:p>
          <a:r>
            <a:rPr lang="de-DE" dirty="0"/>
            <a:t>Template Operatoren</a:t>
          </a:r>
        </a:p>
      </dgm:t>
    </dgm:pt>
    <dgm:pt modelId="{3E9B5C01-3AAB-3447-A843-5C3A868A17C5}" type="parTrans" cxnId="{6F09E376-EC94-C145-BC08-42F3EEB4EE90}">
      <dgm:prSet/>
      <dgm:spPr/>
      <dgm:t>
        <a:bodyPr/>
        <a:lstStyle/>
        <a:p>
          <a:endParaRPr lang="de-DE"/>
        </a:p>
      </dgm:t>
    </dgm:pt>
    <dgm:pt modelId="{57858725-9789-2E40-83DA-223F2E6C986E}" type="sibTrans" cxnId="{6F09E376-EC94-C145-BC08-42F3EEB4EE90}">
      <dgm:prSet/>
      <dgm:spPr/>
      <dgm:t>
        <a:bodyPr/>
        <a:lstStyle/>
        <a:p>
          <a:endParaRPr lang="de-DE"/>
        </a:p>
      </dgm:t>
    </dgm:pt>
    <dgm:pt modelId="{7580ECE1-ACEC-4641-B6FA-82103BCF2D8F}">
      <dgm:prSet phldrT="[Text]"/>
      <dgm:spPr/>
      <dgm:t>
        <a:bodyPr/>
        <a:lstStyle/>
        <a:p>
          <a:r>
            <a:rPr lang="de-DE" dirty="0"/>
            <a:t>Evaluation Kontext</a:t>
          </a:r>
        </a:p>
      </dgm:t>
    </dgm:pt>
    <dgm:pt modelId="{20D6F8DF-BA45-1544-8D75-BA0F4B51C9AA}" type="parTrans" cxnId="{D5137189-C39E-864B-A4FA-74B39979BDF8}">
      <dgm:prSet/>
      <dgm:spPr/>
      <dgm:t>
        <a:bodyPr/>
        <a:lstStyle/>
        <a:p>
          <a:endParaRPr lang="de-DE"/>
        </a:p>
      </dgm:t>
    </dgm:pt>
    <dgm:pt modelId="{1865135D-D6AE-F24A-8425-FE5B0287B25E}" type="sibTrans" cxnId="{D5137189-C39E-864B-A4FA-74B39979BDF8}">
      <dgm:prSet/>
      <dgm:spPr/>
      <dgm:t>
        <a:bodyPr/>
        <a:lstStyle/>
        <a:p>
          <a:endParaRPr lang="de-DE"/>
        </a:p>
      </dgm:t>
    </dgm:pt>
    <dgm:pt modelId="{3AB61B9E-4A2E-5644-A4ED-6B9336F7A8DD}">
      <dgm:prSet phldrT="[Text]"/>
      <dgm:spPr/>
      <dgm:t>
        <a:bodyPr/>
        <a:lstStyle/>
        <a:p>
          <a:r>
            <a:rPr lang="de-DE" dirty="0"/>
            <a:t>Pipe Operator |</a:t>
          </a:r>
        </a:p>
      </dgm:t>
    </dgm:pt>
    <dgm:pt modelId="{EBBC5487-A3E0-9449-9C04-4D5A6B267B22}" type="parTrans" cxnId="{4B99E4B7-BBE0-604A-BA3E-413C84B5790A}">
      <dgm:prSet/>
      <dgm:spPr/>
      <dgm:t>
        <a:bodyPr/>
        <a:lstStyle/>
        <a:p>
          <a:endParaRPr lang="de-DE"/>
        </a:p>
      </dgm:t>
    </dgm:pt>
    <dgm:pt modelId="{21146429-2A08-1245-B837-6CA429F08C66}" type="sibTrans" cxnId="{4B99E4B7-BBE0-604A-BA3E-413C84B5790A}">
      <dgm:prSet/>
      <dgm:spPr/>
      <dgm:t>
        <a:bodyPr/>
        <a:lstStyle/>
        <a:p>
          <a:endParaRPr lang="de-DE"/>
        </a:p>
      </dgm:t>
    </dgm:pt>
    <dgm:pt modelId="{19CBA870-31D1-AD40-8CBC-A65F5B1634A3}">
      <dgm:prSet phldrT="[Text]"/>
      <dgm:spPr/>
      <dgm:t>
        <a:bodyPr/>
        <a:lstStyle/>
        <a:p>
          <a:r>
            <a:rPr lang="de-DE" dirty="0" err="1"/>
            <a:t>Elivs</a:t>
          </a:r>
          <a:r>
            <a:rPr lang="de-DE" dirty="0"/>
            <a:t> Operator als Safe Navigation ?.</a:t>
          </a:r>
        </a:p>
      </dgm:t>
    </dgm:pt>
    <dgm:pt modelId="{E701AB9E-A91D-294A-8743-9C4904852B19}" type="parTrans" cxnId="{9A24B10F-57E5-1342-BC17-1C56C8F4160C}">
      <dgm:prSet/>
      <dgm:spPr/>
      <dgm:t>
        <a:bodyPr/>
        <a:lstStyle/>
        <a:p>
          <a:endParaRPr lang="de-DE"/>
        </a:p>
      </dgm:t>
    </dgm:pt>
    <dgm:pt modelId="{8C6665BA-1D69-C148-B377-0EA188AEA810}" type="sibTrans" cxnId="{9A24B10F-57E5-1342-BC17-1C56C8F4160C}">
      <dgm:prSet/>
      <dgm:spPr/>
      <dgm:t>
        <a:bodyPr/>
        <a:lstStyle/>
        <a:p>
          <a:endParaRPr lang="de-DE"/>
        </a:p>
      </dgm:t>
    </dgm:pt>
    <dgm:pt modelId="{8F4628A2-DEF2-8D43-9AC1-C109646C43CA}">
      <dgm:prSet phldrT="[Text]"/>
      <dgm:spPr/>
      <dgm:t>
        <a:bodyPr/>
        <a:lstStyle/>
        <a:p>
          <a:r>
            <a:rPr lang="de-DE" dirty="0"/>
            <a:t>Globaler Namensraum nicht zugreifbar</a:t>
          </a:r>
        </a:p>
      </dgm:t>
    </dgm:pt>
    <dgm:pt modelId="{841D39BF-487F-8D43-8B1F-6A107AB9CF8B}" type="parTrans" cxnId="{7EE5C24D-2B04-CA4E-91BB-07B07A809697}">
      <dgm:prSet/>
      <dgm:spPr/>
      <dgm:t>
        <a:bodyPr/>
        <a:lstStyle/>
        <a:p>
          <a:endParaRPr lang="de-DE"/>
        </a:p>
      </dgm:t>
    </dgm:pt>
    <dgm:pt modelId="{EFD57211-5120-1945-98E9-DD7D3B2F438D}" type="sibTrans" cxnId="{7EE5C24D-2B04-CA4E-91BB-07B07A809697}">
      <dgm:prSet/>
      <dgm:spPr/>
      <dgm:t>
        <a:bodyPr/>
        <a:lstStyle/>
        <a:p>
          <a:endParaRPr lang="de-DE"/>
        </a:p>
      </dgm:t>
    </dgm:pt>
    <dgm:pt modelId="{BB5B0957-37E7-9945-AD25-5CD47AA8E83E}">
      <dgm:prSet phldrT="[Text]"/>
      <dgm:spPr/>
      <dgm:t>
        <a:bodyPr/>
        <a:lstStyle/>
        <a:p>
          <a:r>
            <a:rPr lang="de-DE" dirty="0" err="1"/>
            <a:t>this</a:t>
          </a:r>
          <a:r>
            <a:rPr lang="de-DE" dirty="0"/>
            <a:t> --&gt; </a:t>
          </a:r>
          <a:r>
            <a:rPr lang="de-DE" dirty="0" err="1"/>
            <a:t>Instanzvariablen</a:t>
          </a:r>
          <a:r>
            <a:rPr lang="de-DE" dirty="0"/>
            <a:t> der @</a:t>
          </a:r>
          <a:r>
            <a:rPr lang="de-DE" dirty="0" err="1"/>
            <a:t>Component</a:t>
          </a:r>
          <a:r>
            <a:rPr lang="de-DE" dirty="0"/>
            <a:t> Klasse</a:t>
          </a:r>
        </a:p>
      </dgm:t>
    </dgm:pt>
    <dgm:pt modelId="{B3E54306-BB23-8944-862D-99C709815FAE}" type="parTrans" cxnId="{07F6098B-1C7E-5547-9EC5-8F78513AC49E}">
      <dgm:prSet/>
      <dgm:spPr/>
      <dgm:t>
        <a:bodyPr/>
        <a:lstStyle/>
        <a:p>
          <a:endParaRPr lang="de-DE"/>
        </a:p>
      </dgm:t>
    </dgm:pt>
    <dgm:pt modelId="{7B6487FE-728B-EF45-92FA-CA01B6931CB2}" type="sibTrans" cxnId="{07F6098B-1C7E-5547-9EC5-8F78513AC49E}">
      <dgm:prSet/>
      <dgm:spPr/>
      <dgm:t>
        <a:bodyPr/>
        <a:lstStyle/>
        <a:p>
          <a:endParaRPr lang="de-DE"/>
        </a:p>
      </dgm:t>
    </dgm:pt>
    <dgm:pt modelId="{A686048A-E082-834D-8CB1-73E3405219D7}">
      <dgm:prSet phldrT="[Text]"/>
      <dgm:spPr/>
      <dgm:t>
        <a:bodyPr/>
        <a:lstStyle/>
        <a:p>
          <a:r>
            <a:rPr lang="de-DE" dirty="0"/>
            <a:t>Eigene Template Variablen</a:t>
          </a:r>
        </a:p>
      </dgm:t>
    </dgm:pt>
    <dgm:pt modelId="{CED99273-C1C8-D54D-AF28-4BD02A7225D1}" type="parTrans" cxnId="{E1E177FD-03AF-E248-87CB-7823D42F3E2C}">
      <dgm:prSet/>
      <dgm:spPr/>
      <dgm:t>
        <a:bodyPr/>
        <a:lstStyle/>
        <a:p>
          <a:endParaRPr lang="de-DE"/>
        </a:p>
      </dgm:t>
    </dgm:pt>
    <dgm:pt modelId="{29A0F4A1-A9A8-554A-A1D4-A3605CCA08F4}" type="sibTrans" cxnId="{E1E177FD-03AF-E248-87CB-7823D42F3E2C}">
      <dgm:prSet/>
      <dgm:spPr/>
      <dgm:t>
        <a:bodyPr/>
        <a:lstStyle/>
        <a:p>
          <a:endParaRPr lang="de-DE"/>
        </a:p>
      </dgm:t>
    </dgm:pt>
    <dgm:pt modelId="{34C14D68-AE7C-164C-88C9-9491A866C0C6}">
      <dgm:prSet phldrT="[Text]"/>
      <dgm:spPr/>
      <dgm:t>
        <a:bodyPr/>
        <a:lstStyle/>
        <a:p>
          <a:r>
            <a:rPr lang="de-DE" dirty="0"/>
            <a:t>Was geht nicht</a:t>
          </a:r>
        </a:p>
      </dgm:t>
    </dgm:pt>
    <dgm:pt modelId="{131CDE94-8B0D-2A41-A85B-C822C7688758}" type="parTrans" cxnId="{49ED00EC-D3EC-1A4E-A1C9-979978F71DEF}">
      <dgm:prSet/>
      <dgm:spPr/>
      <dgm:t>
        <a:bodyPr/>
        <a:lstStyle/>
        <a:p>
          <a:endParaRPr lang="de-DE"/>
        </a:p>
      </dgm:t>
    </dgm:pt>
    <dgm:pt modelId="{486649D2-723B-5748-97EB-E8724454A547}" type="sibTrans" cxnId="{49ED00EC-D3EC-1A4E-A1C9-979978F71DEF}">
      <dgm:prSet/>
      <dgm:spPr/>
      <dgm:t>
        <a:bodyPr/>
        <a:lstStyle/>
        <a:p>
          <a:endParaRPr lang="de-DE"/>
        </a:p>
      </dgm:t>
    </dgm:pt>
    <dgm:pt modelId="{13776300-F725-6F49-8706-0FDE9774630A}">
      <dgm:prSet phldrT="[Text]"/>
      <dgm:spPr/>
      <dgm:t>
        <a:bodyPr/>
        <a:lstStyle/>
        <a:p>
          <a:r>
            <a:rPr lang="de-DE" dirty="0" err="1"/>
            <a:t>new</a:t>
          </a:r>
          <a:r>
            <a:rPr lang="de-DE" dirty="0"/>
            <a:t> Operator</a:t>
          </a:r>
        </a:p>
      </dgm:t>
    </dgm:pt>
    <dgm:pt modelId="{C12DBBAA-1625-134A-9486-6F785EFAB7B5}" type="parTrans" cxnId="{EAA9CC6B-FF6C-934D-A0DD-F2E58F01075B}">
      <dgm:prSet/>
      <dgm:spPr/>
      <dgm:t>
        <a:bodyPr/>
        <a:lstStyle/>
        <a:p>
          <a:endParaRPr lang="de-DE"/>
        </a:p>
      </dgm:t>
    </dgm:pt>
    <dgm:pt modelId="{9A651ADA-DDC3-A64D-A083-5C8E8F88E2EE}" type="sibTrans" cxnId="{EAA9CC6B-FF6C-934D-A0DD-F2E58F01075B}">
      <dgm:prSet/>
      <dgm:spPr/>
      <dgm:t>
        <a:bodyPr/>
        <a:lstStyle/>
        <a:p>
          <a:endParaRPr lang="de-DE"/>
        </a:p>
      </dgm:t>
    </dgm:pt>
    <dgm:pt modelId="{B8159EF1-57D0-7140-ABD7-313C5E6F98CC}">
      <dgm:prSet phldrT="[Text]"/>
      <dgm:spPr/>
      <dgm:t>
        <a:bodyPr/>
        <a:lstStyle/>
        <a:p>
          <a:r>
            <a:rPr lang="de-DE" dirty="0"/>
            <a:t>Bit-Operatoren | und &amp;</a:t>
          </a:r>
        </a:p>
      </dgm:t>
    </dgm:pt>
    <dgm:pt modelId="{9A67E168-B7E2-F344-A4BF-6784816A0F88}" type="parTrans" cxnId="{395D2FEE-84E5-454E-BF91-6C6DC69D0BE4}">
      <dgm:prSet/>
      <dgm:spPr/>
      <dgm:t>
        <a:bodyPr/>
        <a:lstStyle/>
        <a:p>
          <a:endParaRPr lang="de-DE"/>
        </a:p>
      </dgm:t>
    </dgm:pt>
    <dgm:pt modelId="{AC09F5DC-6D83-6B4E-9760-A325B220D836}" type="sibTrans" cxnId="{395D2FEE-84E5-454E-BF91-6C6DC69D0BE4}">
      <dgm:prSet/>
      <dgm:spPr/>
      <dgm:t>
        <a:bodyPr/>
        <a:lstStyle/>
        <a:p>
          <a:endParaRPr lang="de-DE"/>
        </a:p>
      </dgm:t>
    </dgm:pt>
    <dgm:pt modelId="{826C3B17-E829-FD4F-9519-38D62E8819AF}">
      <dgm:prSet phldrT="[Text]"/>
      <dgm:spPr/>
      <dgm:t>
        <a:bodyPr/>
        <a:lstStyle/>
        <a:p>
          <a:r>
            <a:rPr lang="de-DE" dirty="0"/>
            <a:t>Inkrement bzw. Dekrement</a:t>
          </a:r>
        </a:p>
      </dgm:t>
    </dgm:pt>
    <dgm:pt modelId="{B37D2F4E-A4C8-5149-8450-4EDD9EADEDD7}" type="parTrans" cxnId="{71E112EA-6A8B-1547-8404-C270A3DDC585}">
      <dgm:prSet/>
      <dgm:spPr/>
      <dgm:t>
        <a:bodyPr/>
        <a:lstStyle/>
        <a:p>
          <a:endParaRPr lang="de-DE"/>
        </a:p>
      </dgm:t>
    </dgm:pt>
    <dgm:pt modelId="{48DCA76D-FD96-EF44-ABC2-FD53AC11A4E0}" type="sibTrans" cxnId="{71E112EA-6A8B-1547-8404-C270A3DDC585}">
      <dgm:prSet/>
      <dgm:spPr/>
      <dgm:t>
        <a:bodyPr/>
        <a:lstStyle/>
        <a:p>
          <a:endParaRPr lang="de-DE"/>
        </a:p>
      </dgm:t>
    </dgm:pt>
    <dgm:pt modelId="{4E79E88F-18C8-884B-BF32-AE41C041D9CC}" type="pres">
      <dgm:prSet presAssocID="{1993932D-B877-4D49-9F27-DDEBE7B749F3}" presName="linear" presStyleCnt="0">
        <dgm:presLayoutVars>
          <dgm:dir/>
          <dgm:animLvl val="lvl"/>
          <dgm:resizeHandles val="exact"/>
        </dgm:presLayoutVars>
      </dgm:prSet>
      <dgm:spPr/>
    </dgm:pt>
    <dgm:pt modelId="{5F19B447-A0B4-044E-9856-64B3DF957651}" type="pres">
      <dgm:prSet presAssocID="{BDC8AD5F-E057-C745-9BC0-D7F20F252283}" presName="parentLin" presStyleCnt="0"/>
      <dgm:spPr/>
    </dgm:pt>
    <dgm:pt modelId="{2DAF25DC-B44D-6F44-9862-C4D498337175}" type="pres">
      <dgm:prSet presAssocID="{BDC8AD5F-E057-C745-9BC0-D7F20F252283}" presName="parentLeftMargin" presStyleLbl="node1" presStyleIdx="0" presStyleCnt="3"/>
      <dgm:spPr/>
    </dgm:pt>
    <dgm:pt modelId="{5202CEB0-16B7-4D40-BC11-729BF95DB8C6}" type="pres">
      <dgm:prSet presAssocID="{BDC8AD5F-E057-C745-9BC0-D7F20F25228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497428-CC8D-B74B-B494-0ED19CAF24C9}" type="pres">
      <dgm:prSet presAssocID="{BDC8AD5F-E057-C745-9BC0-D7F20F252283}" presName="negativeSpace" presStyleCnt="0"/>
      <dgm:spPr/>
    </dgm:pt>
    <dgm:pt modelId="{486A9BEA-F847-4040-A8F5-FD6605508718}" type="pres">
      <dgm:prSet presAssocID="{BDC8AD5F-E057-C745-9BC0-D7F20F252283}" presName="childText" presStyleLbl="conFgAcc1" presStyleIdx="0" presStyleCnt="3">
        <dgm:presLayoutVars>
          <dgm:bulletEnabled val="1"/>
        </dgm:presLayoutVars>
      </dgm:prSet>
      <dgm:spPr/>
    </dgm:pt>
    <dgm:pt modelId="{AEC95825-0795-944E-8C26-3C8F5235303B}" type="pres">
      <dgm:prSet presAssocID="{57858725-9789-2E40-83DA-223F2E6C986E}" presName="spaceBetweenRectangles" presStyleCnt="0"/>
      <dgm:spPr/>
    </dgm:pt>
    <dgm:pt modelId="{7AF544AE-B80B-FF4C-8137-E92BC31BC813}" type="pres">
      <dgm:prSet presAssocID="{7580ECE1-ACEC-4641-B6FA-82103BCF2D8F}" presName="parentLin" presStyleCnt="0"/>
      <dgm:spPr/>
    </dgm:pt>
    <dgm:pt modelId="{FED1427D-39AE-A74C-97BD-39270BAEB0B3}" type="pres">
      <dgm:prSet presAssocID="{7580ECE1-ACEC-4641-B6FA-82103BCF2D8F}" presName="parentLeftMargin" presStyleLbl="node1" presStyleIdx="0" presStyleCnt="3"/>
      <dgm:spPr/>
    </dgm:pt>
    <dgm:pt modelId="{5310B6EA-5864-1B4C-9625-C056B4C29F34}" type="pres">
      <dgm:prSet presAssocID="{7580ECE1-ACEC-4641-B6FA-82103BCF2D8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43ACBDC-7D51-A943-820C-1FDA9B81C174}" type="pres">
      <dgm:prSet presAssocID="{7580ECE1-ACEC-4641-B6FA-82103BCF2D8F}" presName="negativeSpace" presStyleCnt="0"/>
      <dgm:spPr/>
    </dgm:pt>
    <dgm:pt modelId="{C6CB5430-CED1-A348-986D-FE18CC657550}" type="pres">
      <dgm:prSet presAssocID="{7580ECE1-ACEC-4641-B6FA-82103BCF2D8F}" presName="childText" presStyleLbl="conFgAcc1" presStyleIdx="1" presStyleCnt="3">
        <dgm:presLayoutVars>
          <dgm:bulletEnabled val="1"/>
        </dgm:presLayoutVars>
      </dgm:prSet>
      <dgm:spPr/>
    </dgm:pt>
    <dgm:pt modelId="{34AC0287-6656-E74A-9180-82D96BB6BFF9}" type="pres">
      <dgm:prSet presAssocID="{1865135D-D6AE-F24A-8425-FE5B0287B25E}" presName="spaceBetweenRectangles" presStyleCnt="0"/>
      <dgm:spPr/>
    </dgm:pt>
    <dgm:pt modelId="{48000AA2-5EA8-4A4E-A48C-9D150AABB55E}" type="pres">
      <dgm:prSet presAssocID="{34C14D68-AE7C-164C-88C9-9491A866C0C6}" presName="parentLin" presStyleCnt="0"/>
      <dgm:spPr/>
    </dgm:pt>
    <dgm:pt modelId="{1328BB9C-AE3B-474C-BEA3-6743823BF4EC}" type="pres">
      <dgm:prSet presAssocID="{34C14D68-AE7C-164C-88C9-9491A866C0C6}" presName="parentLeftMargin" presStyleLbl="node1" presStyleIdx="1" presStyleCnt="3"/>
      <dgm:spPr/>
    </dgm:pt>
    <dgm:pt modelId="{6C085811-A8B6-9D40-B9F3-8085E71D5E6F}" type="pres">
      <dgm:prSet presAssocID="{34C14D68-AE7C-164C-88C9-9491A866C0C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F67E264-D6F6-7A49-860F-9D5C72B8E86B}" type="pres">
      <dgm:prSet presAssocID="{34C14D68-AE7C-164C-88C9-9491A866C0C6}" presName="negativeSpace" presStyleCnt="0"/>
      <dgm:spPr/>
    </dgm:pt>
    <dgm:pt modelId="{6B88DEFE-8CDA-9446-B0C9-4194498CC200}" type="pres">
      <dgm:prSet presAssocID="{34C14D68-AE7C-164C-88C9-9491A866C0C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103E703-262E-9F4A-9D7D-931CFC5DB401}" type="presOf" srcId="{34C14D68-AE7C-164C-88C9-9491A866C0C6}" destId="{1328BB9C-AE3B-474C-BEA3-6743823BF4EC}" srcOrd="0" destOrd="0" presId="urn:microsoft.com/office/officeart/2005/8/layout/list1"/>
    <dgm:cxn modelId="{9A24B10F-57E5-1342-BC17-1C56C8F4160C}" srcId="{BDC8AD5F-E057-C745-9BC0-D7F20F252283}" destId="{19CBA870-31D1-AD40-8CBC-A65F5B1634A3}" srcOrd="1" destOrd="0" parTransId="{E701AB9E-A91D-294A-8743-9C4904852B19}" sibTransId="{8C6665BA-1D69-C148-B377-0EA188AEA810}"/>
    <dgm:cxn modelId="{476E3024-EBAC-B44D-B8A2-57885ED7175E}" type="presOf" srcId="{3AB61B9E-4A2E-5644-A4ED-6B9336F7A8DD}" destId="{486A9BEA-F847-4040-A8F5-FD6605508718}" srcOrd="0" destOrd="0" presId="urn:microsoft.com/office/officeart/2005/8/layout/list1"/>
    <dgm:cxn modelId="{7EE5C24D-2B04-CA4E-91BB-07B07A809697}" srcId="{7580ECE1-ACEC-4641-B6FA-82103BCF2D8F}" destId="{8F4628A2-DEF2-8D43-9AC1-C109646C43CA}" srcOrd="0" destOrd="0" parTransId="{841D39BF-487F-8D43-8B1F-6A107AB9CF8B}" sibTransId="{EFD57211-5120-1945-98E9-DD7D3B2F438D}"/>
    <dgm:cxn modelId="{99F4E358-EFDD-2145-BCFD-EE06BB3F74E8}" type="presOf" srcId="{34C14D68-AE7C-164C-88C9-9491A866C0C6}" destId="{6C085811-A8B6-9D40-B9F3-8085E71D5E6F}" srcOrd="1" destOrd="0" presId="urn:microsoft.com/office/officeart/2005/8/layout/list1"/>
    <dgm:cxn modelId="{C161CD63-9EDA-1B43-9F47-F3BB345E0E4A}" type="presOf" srcId="{7580ECE1-ACEC-4641-B6FA-82103BCF2D8F}" destId="{FED1427D-39AE-A74C-97BD-39270BAEB0B3}" srcOrd="0" destOrd="0" presId="urn:microsoft.com/office/officeart/2005/8/layout/list1"/>
    <dgm:cxn modelId="{EAA9CC6B-FF6C-934D-A0DD-F2E58F01075B}" srcId="{34C14D68-AE7C-164C-88C9-9491A866C0C6}" destId="{13776300-F725-6F49-8706-0FDE9774630A}" srcOrd="0" destOrd="0" parTransId="{C12DBBAA-1625-134A-9486-6F785EFAB7B5}" sibTransId="{9A651ADA-DDC3-A64D-A083-5C8E8F88E2EE}"/>
    <dgm:cxn modelId="{6F09E376-EC94-C145-BC08-42F3EEB4EE90}" srcId="{1993932D-B877-4D49-9F27-DDEBE7B749F3}" destId="{BDC8AD5F-E057-C745-9BC0-D7F20F252283}" srcOrd="0" destOrd="0" parTransId="{3E9B5C01-3AAB-3447-A843-5C3A868A17C5}" sibTransId="{57858725-9789-2E40-83DA-223F2E6C986E}"/>
    <dgm:cxn modelId="{C3087F78-F869-CC4B-A5CA-5F5276EE158D}" type="presOf" srcId="{A686048A-E082-834D-8CB1-73E3405219D7}" destId="{C6CB5430-CED1-A348-986D-FE18CC657550}" srcOrd="0" destOrd="2" presId="urn:microsoft.com/office/officeart/2005/8/layout/list1"/>
    <dgm:cxn modelId="{CCB94A7D-5BB7-934A-AA69-A4399BE6A5F2}" type="presOf" srcId="{19CBA870-31D1-AD40-8CBC-A65F5B1634A3}" destId="{486A9BEA-F847-4040-A8F5-FD6605508718}" srcOrd="0" destOrd="1" presId="urn:microsoft.com/office/officeart/2005/8/layout/list1"/>
    <dgm:cxn modelId="{D5137189-C39E-864B-A4FA-74B39979BDF8}" srcId="{1993932D-B877-4D49-9F27-DDEBE7B749F3}" destId="{7580ECE1-ACEC-4641-B6FA-82103BCF2D8F}" srcOrd="1" destOrd="0" parTransId="{20D6F8DF-BA45-1544-8D75-BA0F4B51C9AA}" sibTransId="{1865135D-D6AE-F24A-8425-FE5B0287B25E}"/>
    <dgm:cxn modelId="{07F6098B-1C7E-5547-9EC5-8F78513AC49E}" srcId="{7580ECE1-ACEC-4641-B6FA-82103BCF2D8F}" destId="{BB5B0957-37E7-9945-AD25-5CD47AA8E83E}" srcOrd="1" destOrd="0" parTransId="{B3E54306-BB23-8944-862D-99C709815FAE}" sibTransId="{7B6487FE-728B-EF45-92FA-CA01B6931CB2}"/>
    <dgm:cxn modelId="{D6ADBA8E-6FA6-254B-88AD-3CF7A686AF81}" type="presOf" srcId="{BDC8AD5F-E057-C745-9BC0-D7F20F252283}" destId="{5202CEB0-16B7-4D40-BC11-729BF95DB8C6}" srcOrd="1" destOrd="0" presId="urn:microsoft.com/office/officeart/2005/8/layout/list1"/>
    <dgm:cxn modelId="{EE969898-24EA-3248-AAFB-917A8260EF61}" type="presOf" srcId="{B8159EF1-57D0-7140-ABD7-313C5E6F98CC}" destId="{6B88DEFE-8CDA-9446-B0C9-4194498CC200}" srcOrd="0" destOrd="1" presId="urn:microsoft.com/office/officeart/2005/8/layout/list1"/>
    <dgm:cxn modelId="{73165DAA-561D-8043-818F-B259D9B44F7C}" type="presOf" srcId="{8F4628A2-DEF2-8D43-9AC1-C109646C43CA}" destId="{C6CB5430-CED1-A348-986D-FE18CC657550}" srcOrd="0" destOrd="0" presId="urn:microsoft.com/office/officeart/2005/8/layout/list1"/>
    <dgm:cxn modelId="{1FAC23AE-C704-D646-A036-D0A158D04B38}" type="presOf" srcId="{BDC8AD5F-E057-C745-9BC0-D7F20F252283}" destId="{2DAF25DC-B44D-6F44-9862-C4D498337175}" srcOrd="0" destOrd="0" presId="urn:microsoft.com/office/officeart/2005/8/layout/list1"/>
    <dgm:cxn modelId="{4B99E4B7-BBE0-604A-BA3E-413C84B5790A}" srcId="{BDC8AD5F-E057-C745-9BC0-D7F20F252283}" destId="{3AB61B9E-4A2E-5644-A4ED-6B9336F7A8DD}" srcOrd="0" destOrd="0" parTransId="{EBBC5487-A3E0-9449-9C04-4D5A6B267B22}" sibTransId="{21146429-2A08-1245-B837-6CA429F08C66}"/>
    <dgm:cxn modelId="{3F017FBA-B4EE-294E-839C-37412F8ABA09}" type="presOf" srcId="{7580ECE1-ACEC-4641-B6FA-82103BCF2D8F}" destId="{5310B6EA-5864-1B4C-9625-C056B4C29F34}" srcOrd="1" destOrd="0" presId="urn:microsoft.com/office/officeart/2005/8/layout/list1"/>
    <dgm:cxn modelId="{0AD3FDBC-CAD3-9448-B876-238A7A2C1CCB}" type="presOf" srcId="{826C3B17-E829-FD4F-9519-38D62E8819AF}" destId="{6B88DEFE-8CDA-9446-B0C9-4194498CC200}" srcOrd="0" destOrd="2" presId="urn:microsoft.com/office/officeart/2005/8/layout/list1"/>
    <dgm:cxn modelId="{8746B1DA-A27D-AB42-962D-D87DD329B4F9}" type="presOf" srcId="{BB5B0957-37E7-9945-AD25-5CD47AA8E83E}" destId="{C6CB5430-CED1-A348-986D-FE18CC657550}" srcOrd="0" destOrd="1" presId="urn:microsoft.com/office/officeart/2005/8/layout/list1"/>
    <dgm:cxn modelId="{EA2A89DF-E529-F84A-95E0-983C0C31A1BB}" type="presOf" srcId="{1993932D-B877-4D49-9F27-DDEBE7B749F3}" destId="{4E79E88F-18C8-884B-BF32-AE41C041D9CC}" srcOrd="0" destOrd="0" presId="urn:microsoft.com/office/officeart/2005/8/layout/list1"/>
    <dgm:cxn modelId="{420A93E4-E842-344D-9DEC-FFAFD749131B}" type="presOf" srcId="{13776300-F725-6F49-8706-0FDE9774630A}" destId="{6B88DEFE-8CDA-9446-B0C9-4194498CC200}" srcOrd="0" destOrd="0" presId="urn:microsoft.com/office/officeart/2005/8/layout/list1"/>
    <dgm:cxn modelId="{71E112EA-6A8B-1547-8404-C270A3DDC585}" srcId="{34C14D68-AE7C-164C-88C9-9491A866C0C6}" destId="{826C3B17-E829-FD4F-9519-38D62E8819AF}" srcOrd="2" destOrd="0" parTransId="{B37D2F4E-A4C8-5149-8450-4EDD9EADEDD7}" sibTransId="{48DCA76D-FD96-EF44-ABC2-FD53AC11A4E0}"/>
    <dgm:cxn modelId="{49ED00EC-D3EC-1A4E-A1C9-979978F71DEF}" srcId="{1993932D-B877-4D49-9F27-DDEBE7B749F3}" destId="{34C14D68-AE7C-164C-88C9-9491A866C0C6}" srcOrd="2" destOrd="0" parTransId="{131CDE94-8B0D-2A41-A85B-C822C7688758}" sibTransId="{486649D2-723B-5748-97EB-E8724454A547}"/>
    <dgm:cxn modelId="{395D2FEE-84E5-454E-BF91-6C6DC69D0BE4}" srcId="{34C14D68-AE7C-164C-88C9-9491A866C0C6}" destId="{B8159EF1-57D0-7140-ABD7-313C5E6F98CC}" srcOrd="1" destOrd="0" parTransId="{9A67E168-B7E2-F344-A4BF-6784816A0F88}" sibTransId="{AC09F5DC-6D83-6B4E-9760-A325B220D836}"/>
    <dgm:cxn modelId="{E1E177FD-03AF-E248-87CB-7823D42F3E2C}" srcId="{7580ECE1-ACEC-4641-B6FA-82103BCF2D8F}" destId="{A686048A-E082-834D-8CB1-73E3405219D7}" srcOrd="2" destOrd="0" parTransId="{CED99273-C1C8-D54D-AF28-4BD02A7225D1}" sibTransId="{29A0F4A1-A9A8-554A-A1D4-A3605CCA08F4}"/>
    <dgm:cxn modelId="{85657A1C-5F1F-704B-B7F5-F7A6FF0D2FE8}" type="presParOf" srcId="{4E79E88F-18C8-884B-BF32-AE41C041D9CC}" destId="{5F19B447-A0B4-044E-9856-64B3DF957651}" srcOrd="0" destOrd="0" presId="urn:microsoft.com/office/officeart/2005/8/layout/list1"/>
    <dgm:cxn modelId="{7D9961E6-866B-F64B-886F-64372BE9EC68}" type="presParOf" srcId="{5F19B447-A0B4-044E-9856-64B3DF957651}" destId="{2DAF25DC-B44D-6F44-9862-C4D498337175}" srcOrd="0" destOrd="0" presId="urn:microsoft.com/office/officeart/2005/8/layout/list1"/>
    <dgm:cxn modelId="{3112C553-25DF-5646-BA72-A9D46615B7F4}" type="presParOf" srcId="{5F19B447-A0B4-044E-9856-64B3DF957651}" destId="{5202CEB0-16B7-4D40-BC11-729BF95DB8C6}" srcOrd="1" destOrd="0" presId="urn:microsoft.com/office/officeart/2005/8/layout/list1"/>
    <dgm:cxn modelId="{597F56A8-5F13-EA4F-BE25-22A88C7145B9}" type="presParOf" srcId="{4E79E88F-18C8-884B-BF32-AE41C041D9CC}" destId="{7D497428-CC8D-B74B-B494-0ED19CAF24C9}" srcOrd="1" destOrd="0" presId="urn:microsoft.com/office/officeart/2005/8/layout/list1"/>
    <dgm:cxn modelId="{AF483F38-0373-8C44-BF9B-AADD7B681424}" type="presParOf" srcId="{4E79E88F-18C8-884B-BF32-AE41C041D9CC}" destId="{486A9BEA-F847-4040-A8F5-FD6605508718}" srcOrd="2" destOrd="0" presId="urn:microsoft.com/office/officeart/2005/8/layout/list1"/>
    <dgm:cxn modelId="{E9B94DB3-5E3D-B54A-9630-E60728A57618}" type="presParOf" srcId="{4E79E88F-18C8-884B-BF32-AE41C041D9CC}" destId="{AEC95825-0795-944E-8C26-3C8F5235303B}" srcOrd="3" destOrd="0" presId="urn:microsoft.com/office/officeart/2005/8/layout/list1"/>
    <dgm:cxn modelId="{B3728048-CADA-AB46-9434-9A05D1B8A2A6}" type="presParOf" srcId="{4E79E88F-18C8-884B-BF32-AE41C041D9CC}" destId="{7AF544AE-B80B-FF4C-8137-E92BC31BC813}" srcOrd="4" destOrd="0" presId="urn:microsoft.com/office/officeart/2005/8/layout/list1"/>
    <dgm:cxn modelId="{EEB0A904-BBDE-8C47-AD64-C051EBC91D46}" type="presParOf" srcId="{7AF544AE-B80B-FF4C-8137-E92BC31BC813}" destId="{FED1427D-39AE-A74C-97BD-39270BAEB0B3}" srcOrd="0" destOrd="0" presId="urn:microsoft.com/office/officeart/2005/8/layout/list1"/>
    <dgm:cxn modelId="{F903373C-7E6A-1246-87C5-40156077F433}" type="presParOf" srcId="{7AF544AE-B80B-FF4C-8137-E92BC31BC813}" destId="{5310B6EA-5864-1B4C-9625-C056B4C29F34}" srcOrd="1" destOrd="0" presId="urn:microsoft.com/office/officeart/2005/8/layout/list1"/>
    <dgm:cxn modelId="{0E4C123B-CB24-9245-9BF2-85B052CFE8B4}" type="presParOf" srcId="{4E79E88F-18C8-884B-BF32-AE41C041D9CC}" destId="{943ACBDC-7D51-A943-820C-1FDA9B81C174}" srcOrd="5" destOrd="0" presId="urn:microsoft.com/office/officeart/2005/8/layout/list1"/>
    <dgm:cxn modelId="{F6F48030-DB47-8D4B-871A-315340671494}" type="presParOf" srcId="{4E79E88F-18C8-884B-BF32-AE41C041D9CC}" destId="{C6CB5430-CED1-A348-986D-FE18CC657550}" srcOrd="6" destOrd="0" presId="urn:microsoft.com/office/officeart/2005/8/layout/list1"/>
    <dgm:cxn modelId="{59A2C561-44BD-6A45-B8A4-57A590517826}" type="presParOf" srcId="{4E79E88F-18C8-884B-BF32-AE41C041D9CC}" destId="{34AC0287-6656-E74A-9180-82D96BB6BFF9}" srcOrd="7" destOrd="0" presId="urn:microsoft.com/office/officeart/2005/8/layout/list1"/>
    <dgm:cxn modelId="{19D10126-A8C6-1641-B86F-6F2BA63DC142}" type="presParOf" srcId="{4E79E88F-18C8-884B-BF32-AE41C041D9CC}" destId="{48000AA2-5EA8-4A4E-A48C-9D150AABB55E}" srcOrd="8" destOrd="0" presId="urn:microsoft.com/office/officeart/2005/8/layout/list1"/>
    <dgm:cxn modelId="{5F5F9BFF-E4B8-7C4A-A429-A36FCB9E6AFD}" type="presParOf" srcId="{48000AA2-5EA8-4A4E-A48C-9D150AABB55E}" destId="{1328BB9C-AE3B-474C-BEA3-6743823BF4EC}" srcOrd="0" destOrd="0" presId="urn:microsoft.com/office/officeart/2005/8/layout/list1"/>
    <dgm:cxn modelId="{4494135A-0B52-F649-AC74-9FEAC1707F0A}" type="presParOf" srcId="{48000AA2-5EA8-4A4E-A48C-9D150AABB55E}" destId="{6C085811-A8B6-9D40-B9F3-8085E71D5E6F}" srcOrd="1" destOrd="0" presId="urn:microsoft.com/office/officeart/2005/8/layout/list1"/>
    <dgm:cxn modelId="{641887C4-3AD1-8E44-B242-E8C966B948DE}" type="presParOf" srcId="{4E79E88F-18C8-884B-BF32-AE41C041D9CC}" destId="{9F67E264-D6F6-7A49-860F-9D5C72B8E86B}" srcOrd="9" destOrd="0" presId="urn:microsoft.com/office/officeart/2005/8/layout/list1"/>
    <dgm:cxn modelId="{1856EE98-9D1A-814F-A810-63684A4A5563}" type="presParOf" srcId="{4E79E88F-18C8-884B-BF32-AE41C041D9CC}" destId="{6B88DEFE-8CDA-9446-B0C9-4194498CC20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60D69EC-337A-410E-98C9-B47782E5B8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76CB2D9-1448-4B10-BA6D-E30012C0EBED}">
      <dgm:prSet/>
      <dgm:spPr/>
      <dgm:t>
        <a:bodyPr/>
        <a:lstStyle/>
        <a:p>
          <a:r>
            <a:rPr lang="de-DE" dirty="0"/>
            <a:t>Services sind </a:t>
          </a:r>
          <a:r>
            <a:rPr lang="de-DE" dirty="0" err="1"/>
            <a:t>TypeScript</a:t>
          </a:r>
          <a:r>
            <a:rPr lang="de-DE" dirty="0"/>
            <a:t>-Klassen</a:t>
          </a:r>
          <a:endParaRPr lang="en-US" dirty="0"/>
        </a:p>
      </dgm:t>
    </dgm:pt>
    <dgm:pt modelId="{247CDC3D-CBE0-4F4D-99BA-9C0421175A56}" type="parTrans" cxnId="{5ACF4F60-07E9-4E75-BE8E-338A16A435E0}">
      <dgm:prSet/>
      <dgm:spPr/>
      <dgm:t>
        <a:bodyPr/>
        <a:lstStyle/>
        <a:p>
          <a:endParaRPr lang="en-US"/>
        </a:p>
      </dgm:t>
    </dgm:pt>
    <dgm:pt modelId="{C22B9881-734C-4781-AA03-38255CC07D5D}" type="sibTrans" cxnId="{5ACF4F60-07E9-4E75-BE8E-338A16A435E0}">
      <dgm:prSet/>
      <dgm:spPr/>
      <dgm:t>
        <a:bodyPr/>
        <a:lstStyle/>
        <a:p>
          <a:endParaRPr lang="en-US"/>
        </a:p>
      </dgm:t>
    </dgm:pt>
    <dgm:pt modelId="{2AD4B2DB-8230-4E56-A4C8-12BD92D28130}">
      <dgm:prSet/>
      <dgm:spPr/>
      <dgm:t>
        <a:bodyPr/>
        <a:lstStyle/>
        <a:p>
          <a:r>
            <a:rPr lang="de-DE"/>
            <a:t>Diese werden ausschließlich vom Angular-Framework instanziert</a:t>
          </a:r>
          <a:endParaRPr lang="en-US"/>
        </a:p>
      </dgm:t>
    </dgm:pt>
    <dgm:pt modelId="{28C7699C-9BC6-4610-802F-32DAF4513F0E}" type="parTrans" cxnId="{24FEA467-43D7-4DD7-90B8-6A57C05B40EB}">
      <dgm:prSet/>
      <dgm:spPr/>
      <dgm:t>
        <a:bodyPr/>
        <a:lstStyle/>
        <a:p>
          <a:endParaRPr lang="en-US"/>
        </a:p>
      </dgm:t>
    </dgm:pt>
    <dgm:pt modelId="{5F3A1237-0806-4500-99E0-0B0A54E641EE}" type="sibTrans" cxnId="{24FEA467-43D7-4DD7-90B8-6A57C05B40EB}">
      <dgm:prSet/>
      <dgm:spPr/>
      <dgm:t>
        <a:bodyPr/>
        <a:lstStyle/>
        <a:p>
          <a:endParaRPr lang="en-US"/>
        </a:p>
      </dgm:t>
    </dgm:pt>
    <dgm:pt modelId="{4F20B4F8-174B-4E1B-A1C8-A6F4EB74BA77}">
      <dgm:prSet/>
      <dgm:spPr/>
      <dgm:t>
        <a:bodyPr/>
        <a:lstStyle/>
        <a:p>
          <a:r>
            <a:rPr lang="de-DE"/>
            <a:t>Diese Aufgabe übernimmt der Angular-Context</a:t>
          </a:r>
          <a:endParaRPr lang="en-US"/>
        </a:p>
      </dgm:t>
    </dgm:pt>
    <dgm:pt modelId="{AB2AD178-E736-4D50-80FC-DB08CEAF7AF6}" type="parTrans" cxnId="{D26E0E24-B095-42A0-B412-FDD03CF14B21}">
      <dgm:prSet/>
      <dgm:spPr/>
      <dgm:t>
        <a:bodyPr/>
        <a:lstStyle/>
        <a:p>
          <a:endParaRPr lang="en-US"/>
        </a:p>
      </dgm:t>
    </dgm:pt>
    <dgm:pt modelId="{713B62E8-C931-4AD3-AE16-095EE7BCA9D6}" type="sibTrans" cxnId="{D26E0E24-B095-42A0-B412-FDD03CF14B21}">
      <dgm:prSet/>
      <dgm:spPr/>
      <dgm:t>
        <a:bodyPr/>
        <a:lstStyle/>
        <a:p>
          <a:endParaRPr lang="en-US"/>
        </a:p>
      </dgm:t>
    </dgm:pt>
    <dgm:pt modelId="{A35AE2AE-351F-43CA-AAD8-83CC058E7C66}">
      <dgm:prSet/>
      <dgm:spPr/>
      <dgm:t>
        <a:bodyPr/>
        <a:lstStyle/>
        <a:p>
          <a:r>
            <a:rPr lang="de-DE"/>
            <a:t>Benötigt eine Component den Zugriff auf einen Service, so wird dieser automatisch gesetzt</a:t>
          </a:r>
          <a:endParaRPr lang="en-US"/>
        </a:p>
      </dgm:t>
    </dgm:pt>
    <dgm:pt modelId="{087489DA-7FB3-424C-B74E-3D9F8A58B10C}" type="parTrans" cxnId="{E5F92639-988C-43AB-9FFA-B2D4291C8DDB}">
      <dgm:prSet/>
      <dgm:spPr/>
      <dgm:t>
        <a:bodyPr/>
        <a:lstStyle/>
        <a:p>
          <a:endParaRPr lang="en-US"/>
        </a:p>
      </dgm:t>
    </dgm:pt>
    <dgm:pt modelId="{A6B7142D-854F-40C9-825D-25E151AEE622}" type="sibTrans" cxnId="{E5F92639-988C-43AB-9FFA-B2D4291C8DDB}">
      <dgm:prSet/>
      <dgm:spPr/>
      <dgm:t>
        <a:bodyPr/>
        <a:lstStyle/>
        <a:p>
          <a:endParaRPr lang="en-US"/>
        </a:p>
      </dgm:t>
    </dgm:pt>
    <dgm:pt modelId="{78672E6E-4794-4166-97AC-6B1D7AF1399A}">
      <dgm:prSet/>
      <dgm:spPr/>
      <dgm:t>
        <a:bodyPr/>
        <a:lstStyle/>
        <a:p>
          <a:r>
            <a:rPr lang="de-DE"/>
            <a:t>Dieses Verfahren heißt Dependency Injection</a:t>
          </a:r>
          <a:endParaRPr lang="en-US"/>
        </a:p>
      </dgm:t>
    </dgm:pt>
    <dgm:pt modelId="{486F59B5-67F3-4987-841C-01032E678CC9}" type="parTrans" cxnId="{CF96FD0B-2CD2-4949-9F36-2C94077B3805}">
      <dgm:prSet/>
      <dgm:spPr/>
      <dgm:t>
        <a:bodyPr/>
        <a:lstStyle/>
        <a:p>
          <a:endParaRPr lang="en-US"/>
        </a:p>
      </dgm:t>
    </dgm:pt>
    <dgm:pt modelId="{C15A3230-61F6-48E2-87CD-438F66EABDEB}" type="sibTrans" cxnId="{CF96FD0B-2CD2-4949-9F36-2C94077B3805}">
      <dgm:prSet/>
      <dgm:spPr/>
      <dgm:t>
        <a:bodyPr/>
        <a:lstStyle/>
        <a:p>
          <a:endParaRPr lang="en-US"/>
        </a:p>
      </dgm:t>
    </dgm:pt>
    <dgm:pt modelId="{882A5A61-D7DE-4EAF-B320-BC1602CF3672}">
      <dgm:prSet/>
      <dgm:spPr/>
      <dgm:t>
        <a:bodyPr/>
        <a:lstStyle/>
        <a:p>
          <a:r>
            <a:rPr lang="de-DE"/>
            <a:t>Insgesamt stellt Angular mit dem Service-Mechanismus ein Dependency-Injection-Framework zur Verfügung</a:t>
          </a:r>
          <a:endParaRPr lang="en-US"/>
        </a:p>
      </dgm:t>
    </dgm:pt>
    <dgm:pt modelId="{912B6251-8EFA-4363-B84F-14D9A861368E}" type="parTrans" cxnId="{579813E4-05AA-4A1F-A177-780693575C2B}">
      <dgm:prSet/>
      <dgm:spPr/>
      <dgm:t>
        <a:bodyPr/>
        <a:lstStyle/>
        <a:p>
          <a:endParaRPr lang="en-US"/>
        </a:p>
      </dgm:t>
    </dgm:pt>
    <dgm:pt modelId="{FFF61A67-DCA7-4E28-A385-3A3525944CBB}" type="sibTrans" cxnId="{579813E4-05AA-4A1F-A177-780693575C2B}">
      <dgm:prSet/>
      <dgm:spPr/>
      <dgm:t>
        <a:bodyPr/>
        <a:lstStyle/>
        <a:p>
          <a:endParaRPr lang="en-US"/>
        </a:p>
      </dgm:t>
    </dgm:pt>
    <dgm:pt modelId="{0C392389-E615-4F9D-ABD8-3F539546B091}" type="pres">
      <dgm:prSet presAssocID="{460D69EC-337A-410E-98C9-B47782E5B8E5}" presName="root" presStyleCnt="0">
        <dgm:presLayoutVars>
          <dgm:dir/>
          <dgm:resizeHandles val="exact"/>
        </dgm:presLayoutVars>
      </dgm:prSet>
      <dgm:spPr/>
    </dgm:pt>
    <dgm:pt modelId="{304C484B-0E11-4FD5-98E6-C7043649BA04}" type="pres">
      <dgm:prSet presAssocID="{376CB2D9-1448-4B10-BA6D-E30012C0EBED}" presName="compNode" presStyleCnt="0"/>
      <dgm:spPr/>
    </dgm:pt>
    <dgm:pt modelId="{234CC3FB-ED5E-4A31-AD32-FCEEE3CBF675}" type="pres">
      <dgm:prSet presAssocID="{376CB2D9-1448-4B10-BA6D-E30012C0EBED}" presName="bgRect" presStyleLbl="bgShp" presStyleIdx="0" presStyleCnt="4"/>
      <dgm:spPr/>
    </dgm:pt>
    <dgm:pt modelId="{70804EFC-3DC6-4BBA-A99B-495A788E834C}" type="pres">
      <dgm:prSet presAssocID="{376CB2D9-1448-4B10-BA6D-E30012C0EB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senzimmer"/>
        </a:ext>
      </dgm:extLst>
    </dgm:pt>
    <dgm:pt modelId="{68CA0AF1-E321-4CCB-A40D-D34DB9D97DA1}" type="pres">
      <dgm:prSet presAssocID="{376CB2D9-1448-4B10-BA6D-E30012C0EBED}" presName="spaceRect" presStyleCnt="0"/>
      <dgm:spPr/>
    </dgm:pt>
    <dgm:pt modelId="{3BA25F34-095C-4CED-B2F8-875B43140EE7}" type="pres">
      <dgm:prSet presAssocID="{376CB2D9-1448-4B10-BA6D-E30012C0EBED}" presName="parTx" presStyleLbl="revTx" presStyleIdx="0" presStyleCnt="6">
        <dgm:presLayoutVars>
          <dgm:chMax val="0"/>
          <dgm:chPref val="0"/>
        </dgm:presLayoutVars>
      </dgm:prSet>
      <dgm:spPr/>
    </dgm:pt>
    <dgm:pt modelId="{F7820C24-6C2D-4C43-89A8-48347AFF1A9B}" type="pres">
      <dgm:prSet presAssocID="{C22B9881-734C-4781-AA03-38255CC07D5D}" presName="sibTrans" presStyleCnt="0"/>
      <dgm:spPr/>
    </dgm:pt>
    <dgm:pt modelId="{32DBAE17-6AC5-4B87-876C-6D1299D092E2}" type="pres">
      <dgm:prSet presAssocID="{2AD4B2DB-8230-4E56-A4C8-12BD92D28130}" presName="compNode" presStyleCnt="0"/>
      <dgm:spPr/>
    </dgm:pt>
    <dgm:pt modelId="{4BE57F8C-3983-4127-9440-E398578B117F}" type="pres">
      <dgm:prSet presAssocID="{2AD4B2DB-8230-4E56-A4C8-12BD92D28130}" presName="bgRect" presStyleLbl="bgShp" presStyleIdx="1" presStyleCnt="4"/>
      <dgm:spPr/>
    </dgm:pt>
    <dgm:pt modelId="{D8E87817-B150-4258-BE5E-7887ABC4D675}" type="pres">
      <dgm:prSet presAssocID="{2AD4B2DB-8230-4E56-A4C8-12BD92D2813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bunden"/>
        </a:ext>
      </dgm:extLst>
    </dgm:pt>
    <dgm:pt modelId="{468AE4C7-B4EB-4224-B9F1-72B198245770}" type="pres">
      <dgm:prSet presAssocID="{2AD4B2DB-8230-4E56-A4C8-12BD92D28130}" presName="spaceRect" presStyleCnt="0"/>
      <dgm:spPr/>
    </dgm:pt>
    <dgm:pt modelId="{4562B386-BF00-4470-8429-B58BA85112D7}" type="pres">
      <dgm:prSet presAssocID="{2AD4B2DB-8230-4E56-A4C8-12BD92D28130}" presName="parTx" presStyleLbl="revTx" presStyleIdx="1" presStyleCnt="6">
        <dgm:presLayoutVars>
          <dgm:chMax val="0"/>
          <dgm:chPref val="0"/>
        </dgm:presLayoutVars>
      </dgm:prSet>
      <dgm:spPr/>
    </dgm:pt>
    <dgm:pt modelId="{042DECAB-DBF2-4E95-B4B7-6C6A52F4443E}" type="pres">
      <dgm:prSet presAssocID="{2AD4B2DB-8230-4E56-A4C8-12BD92D28130}" presName="desTx" presStyleLbl="revTx" presStyleIdx="2" presStyleCnt="6">
        <dgm:presLayoutVars/>
      </dgm:prSet>
      <dgm:spPr/>
    </dgm:pt>
    <dgm:pt modelId="{84501B32-CC71-4D02-825F-736B52A8A400}" type="pres">
      <dgm:prSet presAssocID="{5F3A1237-0806-4500-99E0-0B0A54E641EE}" presName="sibTrans" presStyleCnt="0"/>
      <dgm:spPr/>
    </dgm:pt>
    <dgm:pt modelId="{E194BAB7-64F8-4535-B7FD-AA2DC06A101D}" type="pres">
      <dgm:prSet presAssocID="{A35AE2AE-351F-43CA-AAD8-83CC058E7C66}" presName="compNode" presStyleCnt="0"/>
      <dgm:spPr/>
    </dgm:pt>
    <dgm:pt modelId="{A4DC7493-295E-4408-B34F-BB43D6EDAD58}" type="pres">
      <dgm:prSet presAssocID="{A35AE2AE-351F-43CA-AAD8-83CC058E7C66}" presName="bgRect" presStyleLbl="bgShp" presStyleIdx="2" presStyleCnt="4"/>
      <dgm:spPr/>
    </dgm:pt>
    <dgm:pt modelId="{A80234B0-4EAC-44EB-95C4-F78A7CD8D387}" type="pres">
      <dgm:prSet presAssocID="{A35AE2AE-351F-43CA-AAD8-83CC058E7C6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ssdiagramm"/>
        </a:ext>
      </dgm:extLst>
    </dgm:pt>
    <dgm:pt modelId="{9A5203D8-A837-40AA-91EC-07D8EC633BAC}" type="pres">
      <dgm:prSet presAssocID="{A35AE2AE-351F-43CA-AAD8-83CC058E7C66}" presName="spaceRect" presStyleCnt="0"/>
      <dgm:spPr/>
    </dgm:pt>
    <dgm:pt modelId="{39126E73-0021-4537-8337-D686F97F9B26}" type="pres">
      <dgm:prSet presAssocID="{A35AE2AE-351F-43CA-AAD8-83CC058E7C66}" presName="parTx" presStyleLbl="revTx" presStyleIdx="3" presStyleCnt="6">
        <dgm:presLayoutVars>
          <dgm:chMax val="0"/>
          <dgm:chPref val="0"/>
        </dgm:presLayoutVars>
      </dgm:prSet>
      <dgm:spPr/>
    </dgm:pt>
    <dgm:pt modelId="{6C604A4D-86D1-4321-9052-AF311CDFB6AD}" type="pres">
      <dgm:prSet presAssocID="{A35AE2AE-351F-43CA-AAD8-83CC058E7C66}" presName="desTx" presStyleLbl="revTx" presStyleIdx="4" presStyleCnt="6">
        <dgm:presLayoutVars/>
      </dgm:prSet>
      <dgm:spPr/>
    </dgm:pt>
    <dgm:pt modelId="{4EEDEF0D-83B6-4F08-92CF-0A0E97075928}" type="pres">
      <dgm:prSet presAssocID="{A6B7142D-854F-40C9-825D-25E151AEE622}" presName="sibTrans" presStyleCnt="0"/>
      <dgm:spPr/>
    </dgm:pt>
    <dgm:pt modelId="{4D659384-53A9-4A12-A464-27876C457611}" type="pres">
      <dgm:prSet presAssocID="{882A5A61-D7DE-4EAF-B320-BC1602CF3672}" presName="compNode" presStyleCnt="0"/>
      <dgm:spPr/>
    </dgm:pt>
    <dgm:pt modelId="{6080E5D3-8DA7-467D-A06F-D6F7EACC4246}" type="pres">
      <dgm:prSet presAssocID="{882A5A61-D7DE-4EAF-B320-BC1602CF3672}" presName="bgRect" presStyleLbl="bgShp" presStyleIdx="3" presStyleCnt="4"/>
      <dgm:spPr/>
    </dgm:pt>
    <dgm:pt modelId="{25F5F76A-6D3A-4E8E-B4EB-8D5E159414E7}" type="pres">
      <dgm:prSet presAssocID="{882A5A61-D7DE-4EAF-B320-BC1602CF36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ktionshammer"/>
        </a:ext>
      </dgm:extLst>
    </dgm:pt>
    <dgm:pt modelId="{5A3B67A7-BBE5-48CD-A3DB-08EBF940D838}" type="pres">
      <dgm:prSet presAssocID="{882A5A61-D7DE-4EAF-B320-BC1602CF3672}" presName="spaceRect" presStyleCnt="0"/>
      <dgm:spPr/>
    </dgm:pt>
    <dgm:pt modelId="{19496FC2-0F73-42BF-8BC1-5D83F2FD5A7F}" type="pres">
      <dgm:prSet presAssocID="{882A5A61-D7DE-4EAF-B320-BC1602CF367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CF96FD0B-2CD2-4949-9F36-2C94077B3805}" srcId="{A35AE2AE-351F-43CA-AAD8-83CC058E7C66}" destId="{78672E6E-4794-4166-97AC-6B1D7AF1399A}" srcOrd="0" destOrd="0" parTransId="{486F59B5-67F3-4987-841C-01032E678CC9}" sibTransId="{C15A3230-61F6-48E2-87CD-438F66EABDEB}"/>
    <dgm:cxn modelId="{336ACC22-E93C-4962-8497-7E9D1F743984}" type="presOf" srcId="{376CB2D9-1448-4B10-BA6D-E30012C0EBED}" destId="{3BA25F34-095C-4CED-B2F8-875B43140EE7}" srcOrd="0" destOrd="0" presId="urn:microsoft.com/office/officeart/2018/2/layout/IconVerticalSolidList"/>
    <dgm:cxn modelId="{D26E0E24-B095-42A0-B412-FDD03CF14B21}" srcId="{2AD4B2DB-8230-4E56-A4C8-12BD92D28130}" destId="{4F20B4F8-174B-4E1B-A1C8-A6F4EB74BA77}" srcOrd="0" destOrd="0" parTransId="{AB2AD178-E736-4D50-80FC-DB08CEAF7AF6}" sibTransId="{713B62E8-C931-4AD3-AE16-095EE7BCA9D6}"/>
    <dgm:cxn modelId="{E5F92639-988C-43AB-9FFA-B2D4291C8DDB}" srcId="{460D69EC-337A-410E-98C9-B47782E5B8E5}" destId="{A35AE2AE-351F-43CA-AAD8-83CC058E7C66}" srcOrd="2" destOrd="0" parTransId="{087489DA-7FB3-424C-B74E-3D9F8A58B10C}" sibTransId="{A6B7142D-854F-40C9-825D-25E151AEE622}"/>
    <dgm:cxn modelId="{86A58A40-60FA-4BAB-8341-EB524061ECD5}" type="presOf" srcId="{A35AE2AE-351F-43CA-AAD8-83CC058E7C66}" destId="{39126E73-0021-4537-8337-D686F97F9B26}" srcOrd="0" destOrd="0" presId="urn:microsoft.com/office/officeart/2018/2/layout/IconVerticalSolidList"/>
    <dgm:cxn modelId="{5ACF4F60-07E9-4E75-BE8E-338A16A435E0}" srcId="{460D69EC-337A-410E-98C9-B47782E5B8E5}" destId="{376CB2D9-1448-4B10-BA6D-E30012C0EBED}" srcOrd="0" destOrd="0" parTransId="{247CDC3D-CBE0-4F4D-99BA-9C0421175A56}" sibTransId="{C22B9881-734C-4781-AA03-38255CC07D5D}"/>
    <dgm:cxn modelId="{24FEA467-43D7-4DD7-90B8-6A57C05B40EB}" srcId="{460D69EC-337A-410E-98C9-B47782E5B8E5}" destId="{2AD4B2DB-8230-4E56-A4C8-12BD92D28130}" srcOrd="1" destOrd="0" parTransId="{28C7699C-9BC6-4610-802F-32DAF4513F0E}" sibTransId="{5F3A1237-0806-4500-99E0-0B0A54E641EE}"/>
    <dgm:cxn modelId="{8ED7F36D-217F-4CA0-AC32-66DAB979A790}" type="presOf" srcId="{4F20B4F8-174B-4E1B-A1C8-A6F4EB74BA77}" destId="{042DECAB-DBF2-4E95-B4B7-6C6A52F4443E}" srcOrd="0" destOrd="0" presId="urn:microsoft.com/office/officeart/2018/2/layout/IconVerticalSolidList"/>
    <dgm:cxn modelId="{935DA371-2F75-433A-9821-E8DC86800BCE}" type="presOf" srcId="{460D69EC-337A-410E-98C9-B47782E5B8E5}" destId="{0C392389-E615-4F9D-ABD8-3F539546B091}" srcOrd="0" destOrd="0" presId="urn:microsoft.com/office/officeart/2018/2/layout/IconVerticalSolidList"/>
    <dgm:cxn modelId="{E2A0C085-123E-4E43-9ED4-8D974AF7C04F}" type="presOf" srcId="{78672E6E-4794-4166-97AC-6B1D7AF1399A}" destId="{6C604A4D-86D1-4321-9052-AF311CDFB6AD}" srcOrd="0" destOrd="0" presId="urn:microsoft.com/office/officeart/2018/2/layout/IconVerticalSolidList"/>
    <dgm:cxn modelId="{699B8FB0-51BA-4617-99E2-946854327350}" type="presOf" srcId="{2AD4B2DB-8230-4E56-A4C8-12BD92D28130}" destId="{4562B386-BF00-4470-8429-B58BA85112D7}" srcOrd="0" destOrd="0" presId="urn:microsoft.com/office/officeart/2018/2/layout/IconVerticalSolidList"/>
    <dgm:cxn modelId="{597ABAC8-DAF4-43EF-A5EC-60669B27B512}" type="presOf" srcId="{882A5A61-D7DE-4EAF-B320-BC1602CF3672}" destId="{19496FC2-0F73-42BF-8BC1-5D83F2FD5A7F}" srcOrd="0" destOrd="0" presId="urn:microsoft.com/office/officeart/2018/2/layout/IconVerticalSolidList"/>
    <dgm:cxn modelId="{579813E4-05AA-4A1F-A177-780693575C2B}" srcId="{460D69EC-337A-410E-98C9-B47782E5B8E5}" destId="{882A5A61-D7DE-4EAF-B320-BC1602CF3672}" srcOrd="3" destOrd="0" parTransId="{912B6251-8EFA-4363-B84F-14D9A861368E}" sibTransId="{FFF61A67-DCA7-4E28-A385-3A3525944CBB}"/>
    <dgm:cxn modelId="{0A9B2747-5346-441A-AF43-A821BD4D0807}" type="presParOf" srcId="{0C392389-E615-4F9D-ABD8-3F539546B091}" destId="{304C484B-0E11-4FD5-98E6-C7043649BA04}" srcOrd="0" destOrd="0" presId="urn:microsoft.com/office/officeart/2018/2/layout/IconVerticalSolidList"/>
    <dgm:cxn modelId="{06936B16-965D-4D12-B6BB-2FF374DE7FF3}" type="presParOf" srcId="{304C484B-0E11-4FD5-98E6-C7043649BA04}" destId="{234CC3FB-ED5E-4A31-AD32-FCEEE3CBF675}" srcOrd="0" destOrd="0" presId="urn:microsoft.com/office/officeart/2018/2/layout/IconVerticalSolidList"/>
    <dgm:cxn modelId="{00368D46-151D-4A82-8E37-0D852BE15B46}" type="presParOf" srcId="{304C484B-0E11-4FD5-98E6-C7043649BA04}" destId="{70804EFC-3DC6-4BBA-A99B-495A788E834C}" srcOrd="1" destOrd="0" presId="urn:microsoft.com/office/officeart/2018/2/layout/IconVerticalSolidList"/>
    <dgm:cxn modelId="{37838A36-F61C-4E19-9A5E-DA201422166B}" type="presParOf" srcId="{304C484B-0E11-4FD5-98E6-C7043649BA04}" destId="{68CA0AF1-E321-4CCB-A40D-D34DB9D97DA1}" srcOrd="2" destOrd="0" presId="urn:microsoft.com/office/officeart/2018/2/layout/IconVerticalSolidList"/>
    <dgm:cxn modelId="{FE9B30F4-A53D-4B80-94C9-5776A81C5676}" type="presParOf" srcId="{304C484B-0E11-4FD5-98E6-C7043649BA04}" destId="{3BA25F34-095C-4CED-B2F8-875B43140EE7}" srcOrd="3" destOrd="0" presId="urn:microsoft.com/office/officeart/2018/2/layout/IconVerticalSolidList"/>
    <dgm:cxn modelId="{03008DF7-2978-4796-933B-923D48847EF9}" type="presParOf" srcId="{0C392389-E615-4F9D-ABD8-3F539546B091}" destId="{F7820C24-6C2D-4C43-89A8-48347AFF1A9B}" srcOrd="1" destOrd="0" presId="urn:microsoft.com/office/officeart/2018/2/layout/IconVerticalSolidList"/>
    <dgm:cxn modelId="{E1E2AB15-8098-48C3-BA10-4CAFE6968F27}" type="presParOf" srcId="{0C392389-E615-4F9D-ABD8-3F539546B091}" destId="{32DBAE17-6AC5-4B87-876C-6D1299D092E2}" srcOrd="2" destOrd="0" presId="urn:microsoft.com/office/officeart/2018/2/layout/IconVerticalSolidList"/>
    <dgm:cxn modelId="{9D8DB24A-762B-42A3-9C20-32582FFA6D44}" type="presParOf" srcId="{32DBAE17-6AC5-4B87-876C-6D1299D092E2}" destId="{4BE57F8C-3983-4127-9440-E398578B117F}" srcOrd="0" destOrd="0" presId="urn:microsoft.com/office/officeart/2018/2/layout/IconVerticalSolidList"/>
    <dgm:cxn modelId="{CA7C296E-6498-42ED-8EC2-C0754592C591}" type="presParOf" srcId="{32DBAE17-6AC5-4B87-876C-6D1299D092E2}" destId="{D8E87817-B150-4258-BE5E-7887ABC4D675}" srcOrd="1" destOrd="0" presId="urn:microsoft.com/office/officeart/2018/2/layout/IconVerticalSolidList"/>
    <dgm:cxn modelId="{B752C79E-556D-4C75-9EA4-0C43AAEC3DBD}" type="presParOf" srcId="{32DBAE17-6AC5-4B87-876C-6D1299D092E2}" destId="{468AE4C7-B4EB-4224-B9F1-72B198245770}" srcOrd="2" destOrd="0" presId="urn:microsoft.com/office/officeart/2018/2/layout/IconVerticalSolidList"/>
    <dgm:cxn modelId="{DFA06290-770A-4616-A68C-9430E92DF478}" type="presParOf" srcId="{32DBAE17-6AC5-4B87-876C-6D1299D092E2}" destId="{4562B386-BF00-4470-8429-B58BA85112D7}" srcOrd="3" destOrd="0" presId="urn:microsoft.com/office/officeart/2018/2/layout/IconVerticalSolidList"/>
    <dgm:cxn modelId="{6CE03E4C-7765-40A6-A304-42272C0365AA}" type="presParOf" srcId="{32DBAE17-6AC5-4B87-876C-6D1299D092E2}" destId="{042DECAB-DBF2-4E95-B4B7-6C6A52F4443E}" srcOrd="4" destOrd="0" presId="urn:microsoft.com/office/officeart/2018/2/layout/IconVerticalSolidList"/>
    <dgm:cxn modelId="{AF2C883A-580B-412B-AA1E-66BAE996B64A}" type="presParOf" srcId="{0C392389-E615-4F9D-ABD8-3F539546B091}" destId="{84501B32-CC71-4D02-825F-736B52A8A400}" srcOrd="3" destOrd="0" presId="urn:microsoft.com/office/officeart/2018/2/layout/IconVerticalSolidList"/>
    <dgm:cxn modelId="{C212B1C3-82B1-4FFC-8697-0D2701C31D44}" type="presParOf" srcId="{0C392389-E615-4F9D-ABD8-3F539546B091}" destId="{E194BAB7-64F8-4535-B7FD-AA2DC06A101D}" srcOrd="4" destOrd="0" presId="urn:microsoft.com/office/officeart/2018/2/layout/IconVerticalSolidList"/>
    <dgm:cxn modelId="{4EF4CF74-2431-48FA-AA2D-35E1E4A06248}" type="presParOf" srcId="{E194BAB7-64F8-4535-B7FD-AA2DC06A101D}" destId="{A4DC7493-295E-4408-B34F-BB43D6EDAD58}" srcOrd="0" destOrd="0" presId="urn:microsoft.com/office/officeart/2018/2/layout/IconVerticalSolidList"/>
    <dgm:cxn modelId="{308079AC-EB13-432B-AD84-0434268316B9}" type="presParOf" srcId="{E194BAB7-64F8-4535-B7FD-AA2DC06A101D}" destId="{A80234B0-4EAC-44EB-95C4-F78A7CD8D387}" srcOrd="1" destOrd="0" presId="urn:microsoft.com/office/officeart/2018/2/layout/IconVerticalSolidList"/>
    <dgm:cxn modelId="{EA37ABFF-326A-4546-961B-95F875F893AD}" type="presParOf" srcId="{E194BAB7-64F8-4535-B7FD-AA2DC06A101D}" destId="{9A5203D8-A837-40AA-91EC-07D8EC633BAC}" srcOrd="2" destOrd="0" presId="urn:microsoft.com/office/officeart/2018/2/layout/IconVerticalSolidList"/>
    <dgm:cxn modelId="{BE859179-C4CC-49B4-95CF-81A0481F1CCD}" type="presParOf" srcId="{E194BAB7-64F8-4535-B7FD-AA2DC06A101D}" destId="{39126E73-0021-4537-8337-D686F97F9B26}" srcOrd="3" destOrd="0" presId="urn:microsoft.com/office/officeart/2018/2/layout/IconVerticalSolidList"/>
    <dgm:cxn modelId="{B50EBB1D-60FB-4941-9E9F-303A1F22D01E}" type="presParOf" srcId="{E194BAB7-64F8-4535-B7FD-AA2DC06A101D}" destId="{6C604A4D-86D1-4321-9052-AF311CDFB6AD}" srcOrd="4" destOrd="0" presId="urn:microsoft.com/office/officeart/2018/2/layout/IconVerticalSolidList"/>
    <dgm:cxn modelId="{BA389F68-90F1-45F8-82E5-2FB0530480D6}" type="presParOf" srcId="{0C392389-E615-4F9D-ABD8-3F539546B091}" destId="{4EEDEF0D-83B6-4F08-92CF-0A0E97075928}" srcOrd="5" destOrd="0" presId="urn:microsoft.com/office/officeart/2018/2/layout/IconVerticalSolidList"/>
    <dgm:cxn modelId="{E7340603-1D08-49BE-8612-AA258511B20D}" type="presParOf" srcId="{0C392389-E615-4F9D-ABD8-3F539546B091}" destId="{4D659384-53A9-4A12-A464-27876C457611}" srcOrd="6" destOrd="0" presId="urn:microsoft.com/office/officeart/2018/2/layout/IconVerticalSolidList"/>
    <dgm:cxn modelId="{4427EEDD-2B8F-409D-A030-F008B25BA6FA}" type="presParOf" srcId="{4D659384-53A9-4A12-A464-27876C457611}" destId="{6080E5D3-8DA7-467D-A06F-D6F7EACC4246}" srcOrd="0" destOrd="0" presId="urn:microsoft.com/office/officeart/2018/2/layout/IconVerticalSolidList"/>
    <dgm:cxn modelId="{8B50E764-B771-4263-9D4E-7FD859B2F706}" type="presParOf" srcId="{4D659384-53A9-4A12-A464-27876C457611}" destId="{25F5F76A-6D3A-4E8E-B4EB-8D5E159414E7}" srcOrd="1" destOrd="0" presId="urn:microsoft.com/office/officeart/2018/2/layout/IconVerticalSolidList"/>
    <dgm:cxn modelId="{FF0BE2E2-B990-4901-B9F1-F62E7BB35585}" type="presParOf" srcId="{4D659384-53A9-4A12-A464-27876C457611}" destId="{5A3B67A7-BBE5-48CD-A3DB-08EBF940D838}" srcOrd="2" destOrd="0" presId="urn:microsoft.com/office/officeart/2018/2/layout/IconVerticalSolidList"/>
    <dgm:cxn modelId="{3375F857-C647-45FA-B1C6-43200B3F0B59}" type="presParOf" srcId="{4D659384-53A9-4A12-A464-27876C457611}" destId="{19496FC2-0F73-42BF-8BC1-5D83F2FD5A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70BA5FF-FBB8-47EE-A49F-CDE9898F42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AEF37E-1A91-40B0-92CF-7D91383B42BC}">
      <dgm:prSet/>
      <dgm:spPr/>
      <dgm:t>
        <a:bodyPr/>
        <a:lstStyle/>
        <a:p>
          <a:r>
            <a:rPr lang="de-DE"/>
            <a:t>Sehr allgemeines Konzept</a:t>
          </a:r>
          <a:endParaRPr lang="en-US"/>
        </a:p>
      </dgm:t>
    </dgm:pt>
    <dgm:pt modelId="{7E20CC9F-EE43-471B-BB00-96EEE5E4E32C}" type="parTrans" cxnId="{79F0D6FF-3419-4D9F-99CE-DAE3500B0000}">
      <dgm:prSet/>
      <dgm:spPr/>
      <dgm:t>
        <a:bodyPr/>
        <a:lstStyle/>
        <a:p>
          <a:endParaRPr lang="en-US"/>
        </a:p>
      </dgm:t>
    </dgm:pt>
    <dgm:pt modelId="{87064FA8-6B1E-4AD4-9B18-AFE4F436AE24}" type="sibTrans" cxnId="{79F0D6FF-3419-4D9F-99CE-DAE3500B0000}">
      <dgm:prSet/>
      <dgm:spPr/>
      <dgm:t>
        <a:bodyPr/>
        <a:lstStyle/>
        <a:p>
          <a:endParaRPr lang="en-US"/>
        </a:p>
      </dgm:t>
    </dgm:pt>
    <dgm:pt modelId="{FBB3657C-C5F6-483F-B2E1-F304FF747CC2}">
      <dgm:prSet/>
      <dgm:spPr/>
      <dgm:t>
        <a:bodyPr/>
        <a:lstStyle/>
        <a:p>
          <a:r>
            <a:rPr lang="de-DE"/>
            <a:t>Irgendwelche Funktionalität kapseln</a:t>
          </a:r>
          <a:endParaRPr lang="en-US"/>
        </a:p>
      </dgm:t>
    </dgm:pt>
    <dgm:pt modelId="{85443718-1550-46CE-96CB-78EC3B9613A5}" type="parTrans" cxnId="{A178F1A3-3F0E-43F5-9C28-1C22C0485978}">
      <dgm:prSet/>
      <dgm:spPr/>
      <dgm:t>
        <a:bodyPr/>
        <a:lstStyle/>
        <a:p>
          <a:endParaRPr lang="en-US"/>
        </a:p>
      </dgm:t>
    </dgm:pt>
    <dgm:pt modelId="{A05EC887-17FA-46A5-88B3-13577CBF0ECC}" type="sibTrans" cxnId="{A178F1A3-3F0E-43F5-9C28-1C22C0485978}">
      <dgm:prSet/>
      <dgm:spPr/>
      <dgm:t>
        <a:bodyPr/>
        <a:lstStyle/>
        <a:p>
          <a:endParaRPr lang="en-US"/>
        </a:p>
      </dgm:t>
    </dgm:pt>
    <dgm:pt modelId="{B51B687C-5B4F-4241-8A08-08900A297552}">
      <dgm:prSet/>
      <dgm:spPr/>
      <dgm:t>
        <a:bodyPr/>
        <a:lstStyle/>
        <a:p>
          <a:r>
            <a:rPr lang="de-DE"/>
            <a:t>Nicht UI spezifisch</a:t>
          </a:r>
          <a:endParaRPr lang="en-US"/>
        </a:p>
      </dgm:t>
    </dgm:pt>
    <dgm:pt modelId="{C58286B2-5BD3-4229-B34F-6473C5C39825}" type="parTrans" cxnId="{6C31A9AD-1429-4007-8478-E731DC8EDE5B}">
      <dgm:prSet/>
      <dgm:spPr/>
      <dgm:t>
        <a:bodyPr/>
        <a:lstStyle/>
        <a:p>
          <a:endParaRPr lang="en-US"/>
        </a:p>
      </dgm:t>
    </dgm:pt>
    <dgm:pt modelId="{FB8F29B8-9D4B-415C-BD4D-02B2A45DDEC6}" type="sibTrans" cxnId="{6C31A9AD-1429-4007-8478-E731DC8EDE5B}">
      <dgm:prSet/>
      <dgm:spPr/>
      <dgm:t>
        <a:bodyPr/>
        <a:lstStyle/>
        <a:p>
          <a:endParaRPr lang="en-US"/>
        </a:p>
      </dgm:t>
    </dgm:pt>
    <dgm:pt modelId="{D6A51D03-DBAD-409B-9EC6-7E2E1C3F585F}">
      <dgm:prSet/>
      <dgm:spPr/>
      <dgm:t>
        <a:bodyPr/>
        <a:lstStyle/>
        <a:p>
          <a:r>
            <a:rPr lang="de-DE"/>
            <a:t>Implementierungsdetails verstecken</a:t>
          </a:r>
          <a:endParaRPr lang="en-US"/>
        </a:p>
      </dgm:t>
    </dgm:pt>
    <dgm:pt modelId="{7CCB2F7D-AF46-46ED-9726-460BCAE82CFC}" type="parTrans" cxnId="{09329454-3248-47B7-8CA4-6E6B50B43705}">
      <dgm:prSet/>
      <dgm:spPr/>
      <dgm:t>
        <a:bodyPr/>
        <a:lstStyle/>
        <a:p>
          <a:endParaRPr lang="en-US"/>
        </a:p>
      </dgm:t>
    </dgm:pt>
    <dgm:pt modelId="{5E597879-C1A6-4684-ADB5-2616FC0C3B42}" type="sibTrans" cxnId="{09329454-3248-47B7-8CA4-6E6B50B43705}">
      <dgm:prSet/>
      <dgm:spPr/>
      <dgm:t>
        <a:bodyPr/>
        <a:lstStyle/>
        <a:p>
          <a:endParaRPr lang="en-US"/>
        </a:p>
      </dgm:t>
    </dgm:pt>
    <dgm:pt modelId="{EED6FFE0-2A44-4B27-A611-05CF667607C5}">
      <dgm:prSet/>
      <dgm:spPr/>
      <dgm:t>
        <a:bodyPr/>
        <a:lstStyle/>
        <a:p>
          <a:r>
            <a:rPr lang="de-DE"/>
            <a:t>Einsatzmöglichkeiten</a:t>
          </a:r>
          <a:endParaRPr lang="en-US"/>
        </a:p>
      </dgm:t>
    </dgm:pt>
    <dgm:pt modelId="{7E135D92-DED6-48E4-8F92-60A0FD81699B}" type="parTrans" cxnId="{0ADD433C-2A4D-4A44-8D07-0094235D64D4}">
      <dgm:prSet/>
      <dgm:spPr/>
      <dgm:t>
        <a:bodyPr/>
        <a:lstStyle/>
        <a:p>
          <a:endParaRPr lang="en-US"/>
        </a:p>
      </dgm:t>
    </dgm:pt>
    <dgm:pt modelId="{5B1E17C6-C322-4A6C-A038-2CD9288B24D0}" type="sibTrans" cxnId="{0ADD433C-2A4D-4A44-8D07-0094235D64D4}">
      <dgm:prSet/>
      <dgm:spPr/>
      <dgm:t>
        <a:bodyPr/>
        <a:lstStyle/>
        <a:p>
          <a:endParaRPr lang="en-US"/>
        </a:p>
      </dgm:t>
    </dgm:pt>
    <dgm:pt modelId="{3AC862C0-C465-4C9D-8D72-02B075445E8E}">
      <dgm:prSet/>
      <dgm:spPr/>
      <dgm:t>
        <a:bodyPr/>
        <a:lstStyle/>
        <a:p>
          <a:r>
            <a:rPr lang="de-DE"/>
            <a:t>Höhere Abstraktion schaffen (REST)</a:t>
          </a:r>
          <a:endParaRPr lang="en-US"/>
        </a:p>
      </dgm:t>
    </dgm:pt>
    <dgm:pt modelId="{40B3C684-C7E1-486F-A98F-AB41C49A44A7}" type="parTrans" cxnId="{077A92A8-2677-48C0-ABCB-210F54FB1708}">
      <dgm:prSet/>
      <dgm:spPr/>
      <dgm:t>
        <a:bodyPr/>
        <a:lstStyle/>
        <a:p>
          <a:endParaRPr lang="en-US"/>
        </a:p>
      </dgm:t>
    </dgm:pt>
    <dgm:pt modelId="{9D6419F5-4D5A-4B71-9804-E47FA78C7224}" type="sibTrans" cxnId="{077A92A8-2677-48C0-ABCB-210F54FB1708}">
      <dgm:prSet/>
      <dgm:spPr/>
      <dgm:t>
        <a:bodyPr/>
        <a:lstStyle/>
        <a:p>
          <a:endParaRPr lang="en-US"/>
        </a:p>
      </dgm:t>
    </dgm:pt>
    <dgm:pt modelId="{6838FDA3-DDC8-43E9-B255-9E618A481BE5}">
      <dgm:prSet/>
      <dgm:spPr/>
      <dgm:t>
        <a:bodyPr/>
        <a:lstStyle/>
        <a:p>
          <a:r>
            <a:rPr lang="de-DE"/>
            <a:t>Integration anderer Bibliotheken (WebSocket)</a:t>
          </a:r>
          <a:endParaRPr lang="en-US"/>
        </a:p>
      </dgm:t>
    </dgm:pt>
    <dgm:pt modelId="{55BC20D8-05C7-4936-AA8E-8381D756AB98}" type="parTrans" cxnId="{9D8CA647-290F-4E96-9736-1999688677FC}">
      <dgm:prSet/>
      <dgm:spPr/>
      <dgm:t>
        <a:bodyPr/>
        <a:lstStyle/>
        <a:p>
          <a:endParaRPr lang="en-US"/>
        </a:p>
      </dgm:t>
    </dgm:pt>
    <dgm:pt modelId="{34060F6D-81FD-4A68-B66C-B7BB7B18C027}" type="sibTrans" cxnId="{9D8CA647-290F-4E96-9736-1999688677FC}">
      <dgm:prSet/>
      <dgm:spPr/>
      <dgm:t>
        <a:bodyPr/>
        <a:lstStyle/>
        <a:p>
          <a:endParaRPr lang="en-US"/>
        </a:p>
      </dgm:t>
    </dgm:pt>
    <dgm:pt modelId="{CD1D927F-DAAB-42CC-BE2A-48B1C7DB9ED8}">
      <dgm:prSet/>
      <dgm:spPr/>
      <dgm:t>
        <a:bodyPr/>
        <a:lstStyle/>
        <a:p>
          <a:r>
            <a:rPr lang="de-DE"/>
            <a:t>Datenhaltung, Datenzugriff, Caching, Logik, ...</a:t>
          </a:r>
          <a:endParaRPr lang="en-US"/>
        </a:p>
      </dgm:t>
    </dgm:pt>
    <dgm:pt modelId="{C7866F7A-9D76-40CE-BA0F-7D5F2A320B2A}" type="parTrans" cxnId="{ECFB7CAC-57BD-4550-AB46-CC3015AE4FDE}">
      <dgm:prSet/>
      <dgm:spPr/>
      <dgm:t>
        <a:bodyPr/>
        <a:lstStyle/>
        <a:p>
          <a:endParaRPr lang="en-US"/>
        </a:p>
      </dgm:t>
    </dgm:pt>
    <dgm:pt modelId="{4DDE1EE8-347C-4815-8E49-4CE061E06F7F}" type="sibTrans" cxnId="{ECFB7CAC-57BD-4550-AB46-CC3015AE4FDE}">
      <dgm:prSet/>
      <dgm:spPr/>
      <dgm:t>
        <a:bodyPr/>
        <a:lstStyle/>
        <a:p>
          <a:endParaRPr lang="en-US"/>
        </a:p>
      </dgm:t>
    </dgm:pt>
    <dgm:pt modelId="{AC5FE8A3-AD15-4EA5-9DFC-C25661387BAD}">
      <dgm:prSet/>
      <dgm:spPr/>
      <dgm:t>
        <a:bodyPr/>
        <a:lstStyle/>
        <a:p>
          <a:r>
            <a:rPr lang="de-DE"/>
            <a:t>Können Abhängigkeit zu anderen Services haben</a:t>
          </a:r>
          <a:endParaRPr lang="en-US"/>
        </a:p>
      </dgm:t>
    </dgm:pt>
    <dgm:pt modelId="{51B7961F-0CD8-47C1-A88E-CFDA728CE568}" type="parTrans" cxnId="{8D780701-4EEC-4796-BBB9-28474F19BF09}">
      <dgm:prSet/>
      <dgm:spPr/>
      <dgm:t>
        <a:bodyPr/>
        <a:lstStyle/>
        <a:p>
          <a:endParaRPr lang="en-US"/>
        </a:p>
      </dgm:t>
    </dgm:pt>
    <dgm:pt modelId="{8A19C35F-73AE-4335-9887-BBED9EB2C534}" type="sibTrans" cxnId="{8D780701-4EEC-4796-BBB9-28474F19BF09}">
      <dgm:prSet/>
      <dgm:spPr/>
      <dgm:t>
        <a:bodyPr/>
        <a:lstStyle/>
        <a:p>
          <a:endParaRPr lang="en-US"/>
        </a:p>
      </dgm:t>
    </dgm:pt>
    <dgm:pt modelId="{3E4DFD8E-2511-4E47-92B2-F7733B621AE5}" type="pres">
      <dgm:prSet presAssocID="{F70BA5FF-FBB8-47EE-A49F-CDE9898F4229}" presName="linear" presStyleCnt="0">
        <dgm:presLayoutVars>
          <dgm:animLvl val="lvl"/>
          <dgm:resizeHandles val="exact"/>
        </dgm:presLayoutVars>
      </dgm:prSet>
      <dgm:spPr/>
    </dgm:pt>
    <dgm:pt modelId="{8580140C-DC50-9B42-93EF-E0A8E23B5672}" type="pres">
      <dgm:prSet presAssocID="{75AEF37E-1A91-40B0-92CF-7D91383B42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3706BF3-EB0C-B54A-9900-D0462B14A2C2}" type="pres">
      <dgm:prSet presAssocID="{75AEF37E-1A91-40B0-92CF-7D91383B42BC}" presName="childText" presStyleLbl="revTx" presStyleIdx="0" presStyleCnt="2">
        <dgm:presLayoutVars>
          <dgm:bulletEnabled val="1"/>
        </dgm:presLayoutVars>
      </dgm:prSet>
      <dgm:spPr/>
    </dgm:pt>
    <dgm:pt modelId="{E8370226-5730-B142-9DD9-D629D96B8129}" type="pres">
      <dgm:prSet presAssocID="{EED6FFE0-2A44-4B27-A611-05CF667607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5B4C076-C19F-FA44-9E00-83D9F1C8BFCC}" type="pres">
      <dgm:prSet presAssocID="{EED6FFE0-2A44-4B27-A611-05CF667607C5}" presName="childText" presStyleLbl="revTx" presStyleIdx="1" presStyleCnt="2">
        <dgm:presLayoutVars>
          <dgm:bulletEnabled val="1"/>
        </dgm:presLayoutVars>
      </dgm:prSet>
      <dgm:spPr/>
    </dgm:pt>
    <dgm:pt modelId="{D268AD21-B487-BF4A-9B84-2EF1C86BF016}" type="pres">
      <dgm:prSet presAssocID="{AC5FE8A3-AD15-4EA5-9DFC-C25661387BA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780701-4EEC-4796-BBB9-28474F19BF09}" srcId="{F70BA5FF-FBB8-47EE-A49F-CDE9898F4229}" destId="{AC5FE8A3-AD15-4EA5-9DFC-C25661387BAD}" srcOrd="2" destOrd="0" parTransId="{51B7961F-0CD8-47C1-A88E-CFDA728CE568}" sibTransId="{8A19C35F-73AE-4335-9887-BBED9EB2C534}"/>
    <dgm:cxn modelId="{2E196309-390B-BF47-9C23-10586A384BBD}" type="presOf" srcId="{75AEF37E-1A91-40B0-92CF-7D91383B42BC}" destId="{8580140C-DC50-9B42-93EF-E0A8E23B5672}" srcOrd="0" destOrd="0" presId="urn:microsoft.com/office/officeart/2005/8/layout/vList2"/>
    <dgm:cxn modelId="{DDB78724-0A9F-A841-AF65-CF0B6D1FF10F}" type="presOf" srcId="{B51B687C-5B4F-4241-8A08-08900A297552}" destId="{E3706BF3-EB0C-B54A-9900-D0462B14A2C2}" srcOrd="0" destOrd="1" presId="urn:microsoft.com/office/officeart/2005/8/layout/vList2"/>
    <dgm:cxn modelId="{0ADD433C-2A4D-4A44-8D07-0094235D64D4}" srcId="{F70BA5FF-FBB8-47EE-A49F-CDE9898F4229}" destId="{EED6FFE0-2A44-4B27-A611-05CF667607C5}" srcOrd="1" destOrd="0" parTransId="{7E135D92-DED6-48E4-8F92-60A0FD81699B}" sibTransId="{5B1E17C6-C322-4A6C-A038-2CD9288B24D0}"/>
    <dgm:cxn modelId="{9D8CA647-290F-4E96-9736-1999688677FC}" srcId="{EED6FFE0-2A44-4B27-A611-05CF667607C5}" destId="{6838FDA3-DDC8-43E9-B255-9E618A481BE5}" srcOrd="1" destOrd="0" parTransId="{55BC20D8-05C7-4936-AA8E-8381D756AB98}" sibTransId="{34060F6D-81FD-4A68-B66C-B7BB7B18C027}"/>
    <dgm:cxn modelId="{09329454-3248-47B7-8CA4-6E6B50B43705}" srcId="{75AEF37E-1A91-40B0-92CF-7D91383B42BC}" destId="{D6A51D03-DBAD-409B-9EC6-7E2E1C3F585F}" srcOrd="2" destOrd="0" parTransId="{7CCB2F7D-AF46-46ED-9726-460BCAE82CFC}" sibTransId="{5E597879-C1A6-4684-ADB5-2616FC0C3B42}"/>
    <dgm:cxn modelId="{B2202183-2B95-9848-BCF8-CE3F5D6E2DD5}" type="presOf" srcId="{EED6FFE0-2A44-4B27-A611-05CF667607C5}" destId="{E8370226-5730-B142-9DD9-D629D96B8129}" srcOrd="0" destOrd="0" presId="urn:microsoft.com/office/officeart/2005/8/layout/vList2"/>
    <dgm:cxn modelId="{02414C8C-169E-304E-BBFF-8FBD24003D74}" type="presOf" srcId="{CD1D927F-DAAB-42CC-BE2A-48B1C7DB9ED8}" destId="{85B4C076-C19F-FA44-9E00-83D9F1C8BFCC}" srcOrd="0" destOrd="2" presId="urn:microsoft.com/office/officeart/2005/8/layout/vList2"/>
    <dgm:cxn modelId="{A178F1A3-3F0E-43F5-9C28-1C22C0485978}" srcId="{75AEF37E-1A91-40B0-92CF-7D91383B42BC}" destId="{FBB3657C-C5F6-483F-B2E1-F304FF747CC2}" srcOrd="0" destOrd="0" parTransId="{85443718-1550-46CE-96CB-78EC3B9613A5}" sibTransId="{A05EC887-17FA-46A5-88B3-13577CBF0ECC}"/>
    <dgm:cxn modelId="{077A92A8-2677-48C0-ABCB-210F54FB1708}" srcId="{EED6FFE0-2A44-4B27-A611-05CF667607C5}" destId="{3AC862C0-C465-4C9D-8D72-02B075445E8E}" srcOrd="0" destOrd="0" parTransId="{40B3C684-C7E1-486F-A98F-AB41C49A44A7}" sibTransId="{9D6419F5-4D5A-4B71-9804-E47FA78C7224}"/>
    <dgm:cxn modelId="{ECFB7CAC-57BD-4550-AB46-CC3015AE4FDE}" srcId="{EED6FFE0-2A44-4B27-A611-05CF667607C5}" destId="{CD1D927F-DAAB-42CC-BE2A-48B1C7DB9ED8}" srcOrd="2" destOrd="0" parTransId="{C7866F7A-9D76-40CE-BA0F-7D5F2A320B2A}" sibTransId="{4DDE1EE8-347C-4815-8E49-4CE061E06F7F}"/>
    <dgm:cxn modelId="{6C31A9AD-1429-4007-8478-E731DC8EDE5B}" srcId="{75AEF37E-1A91-40B0-92CF-7D91383B42BC}" destId="{B51B687C-5B4F-4241-8A08-08900A297552}" srcOrd="1" destOrd="0" parTransId="{C58286B2-5BD3-4229-B34F-6473C5C39825}" sibTransId="{FB8F29B8-9D4B-415C-BD4D-02B2A45DDEC6}"/>
    <dgm:cxn modelId="{06068BAF-A150-EF46-B1BE-C80A5602C20A}" type="presOf" srcId="{6838FDA3-DDC8-43E9-B255-9E618A481BE5}" destId="{85B4C076-C19F-FA44-9E00-83D9F1C8BFCC}" srcOrd="0" destOrd="1" presId="urn:microsoft.com/office/officeart/2005/8/layout/vList2"/>
    <dgm:cxn modelId="{4E7D84B0-CC58-854E-99D9-EBFE9400A8D3}" type="presOf" srcId="{D6A51D03-DBAD-409B-9EC6-7E2E1C3F585F}" destId="{E3706BF3-EB0C-B54A-9900-D0462B14A2C2}" srcOrd="0" destOrd="2" presId="urn:microsoft.com/office/officeart/2005/8/layout/vList2"/>
    <dgm:cxn modelId="{1D3CD4D6-CDD7-624A-867F-16FAC75ED0A5}" type="presOf" srcId="{FBB3657C-C5F6-483F-B2E1-F304FF747CC2}" destId="{E3706BF3-EB0C-B54A-9900-D0462B14A2C2}" srcOrd="0" destOrd="0" presId="urn:microsoft.com/office/officeart/2005/8/layout/vList2"/>
    <dgm:cxn modelId="{DD8AE4DC-3F2A-6241-BF32-E48641767E88}" type="presOf" srcId="{AC5FE8A3-AD15-4EA5-9DFC-C25661387BAD}" destId="{D268AD21-B487-BF4A-9B84-2EF1C86BF016}" srcOrd="0" destOrd="0" presId="urn:microsoft.com/office/officeart/2005/8/layout/vList2"/>
    <dgm:cxn modelId="{AD67A3EA-617C-D442-831F-201FEAD1F238}" type="presOf" srcId="{3AC862C0-C465-4C9D-8D72-02B075445E8E}" destId="{85B4C076-C19F-FA44-9E00-83D9F1C8BFCC}" srcOrd="0" destOrd="0" presId="urn:microsoft.com/office/officeart/2005/8/layout/vList2"/>
    <dgm:cxn modelId="{DB3859F0-7AAC-F143-AD61-A527F31FC174}" type="presOf" srcId="{F70BA5FF-FBB8-47EE-A49F-CDE9898F4229}" destId="{3E4DFD8E-2511-4E47-92B2-F7733B621AE5}" srcOrd="0" destOrd="0" presId="urn:microsoft.com/office/officeart/2005/8/layout/vList2"/>
    <dgm:cxn modelId="{79F0D6FF-3419-4D9F-99CE-DAE3500B0000}" srcId="{F70BA5FF-FBB8-47EE-A49F-CDE9898F4229}" destId="{75AEF37E-1A91-40B0-92CF-7D91383B42BC}" srcOrd="0" destOrd="0" parTransId="{7E20CC9F-EE43-471B-BB00-96EEE5E4E32C}" sibTransId="{87064FA8-6B1E-4AD4-9B18-AFE4F436AE24}"/>
    <dgm:cxn modelId="{A029F0E9-9494-3A47-81B5-62A21C3CF67D}" type="presParOf" srcId="{3E4DFD8E-2511-4E47-92B2-F7733B621AE5}" destId="{8580140C-DC50-9B42-93EF-E0A8E23B5672}" srcOrd="0" destOrd="0" presId="urn:microsoft.com/office/officeart/2005/8/layout/vList2"/>
    <dgm:cxn modelId="{396E90AB-F2E5-0F4E-8A10-3F75D5D180D4}" type="presParOf" srcId="{3E4DFD8E-2511-4E47-92B2-F7733B621AE5}" destId="{E3706BF3-EB0C-B54A-9900-D0462B14A2C2}" srcOrd="1" destOrd="0" presId="urn:microsoft.com/office/officeart/2005/8/layout/vList2"/>
    <dgm:cxn modelId="{C7BC6637-B2D3-F14B-B5ED-7B2B44AA05A5}" type="presParOf" srcId="{3E4DFD8E-2511-4E47-92B2-F7733B621AE5}" destId="{E8370226-5730-B142-9DD9-D629D96B8129}" srcOrd="2" destOrd="0" presId="urn:microsoft.com/office/officeart/2005/8/layout/vList2"/>
    <dgm:cxn modelId="{2D16048F-0CB2-CD4C-8B94-543978BA4BEA}" type="presParOf" srcId="{3E4DFD8E-2511-4E47-92B2-F7733B621AE5}" destId="{85B4C076-C19F-FA44-9E00-83D9F1C8BFCC}" srcOrd="3" destOrd="0" presId="urn:microsoft.com/office/officeart/2005/8/layout/vList2"/>
    <dgm:cxn modelId="{E96A26DB-0112-054C-9BC5-D2436AA779BB}" type="presParOf" srcId="{3E4DFD8E-2511-4E47-92B2-F7733B621AE5}" destId="{D268AD21-B487-BF4A-9B84-2EF1C86BF01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37CF48F-06EF-1743-8EBB-6C45D899FD96}" type="doc">
      <dgm:prSet loTypeId="urn:microsoft.com/office/officeart/2005/8/layout/list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C04A101-1837-D940-AB74-320A30C1306F}">
      <dgm:prSet/>
      <dgm:spPr/>
      <dgm:t>
        <a:bodyPr/>
        <a:lstStyle/>
        <a:p>
          <a:pPr rtl="0"/>
          <a:r>
            <a:rPr lang="de-DE"/>
            <a:t>Aufbau der Netze komplex.</a:t>
          </a:r>
        </a:p>
      </dgm:t>
    </dgm:pt>
    <dgm:pt modelId="{5AF97E3D-3CCE-E74A-8F7A-09582F270F7C}" type="parTrans" cxnId="{6072D63E-1C04-2D46-B2C7-BC670EEE1A0A}">
      <dgm:prSet/>
      <dgm:spPr/>
      <dgm:t>
        <a:bodyPr/>
        <a:lstStyle/>
        <a:p>
          <a:endParaRPr lang="de-DE"/>
        </a:p>
      </dgm:t>
    </dgm:pt>
    <dgm:pt modelId="{8867A746-1E03-A344-8B72-C85A5AFDA537}" type="sibTrans" cxnId="{6072D63E-1C04-2D46-B2C7-BC670EEE1A0A}">
      <dgm:prSet/>
      <dgm:spPr/>
      <dgm:t>
        <a:bodyPr/>
        <a:lstStyle/>
        <a:p>
          <a:endParaRPr lang="de-DE"/>
        </a:p>
      </dgm:t>
    </dgm:pt>
    <dgm:pt modelId="{502651E8-B233-564C-9BE7-600A967999F0}">
      <dgm:prSet/>
      <dgm:spPr/>
      <dgm:t>
        <a:bodyPr/>
        <a:lstStyle/>
        <a:p>
          <a:pPr rtl="0"/>
          <a:r>
            <a:rPr lang="de-DE"/>
            <a:t>Testbarkeit der Komponenten wird eingeschränkt.</a:t>
          </a:r>
        </a:p>
      </dgm:t>
    </dgm:pt>
    <dgm:pt modelId="{E760247B-0466-9E4A-B538-69908AD01D1B}" type="parTrans" cxnId="{D885EE1C-06BD-1A48-8E08-3CC6F8421F64}">
      <dgm:prSet/>
      <dgm:spPr/>
      <dgm:t>
        <a:bodyPr/>
        <a:lstStyle/>
        <a:p>
          <a:endParaRPr lang="de-DE"/>
        </a:p>
      </dgm:t>
    </dgm:pt>
    <dgm:pt modelId="{6E3A7F33-AEF9-A845-B361-2C78A581E914}" type="sibTrans" cxnId="{D885EE1C-06BD-1A48-8E08-3CC6F8421F64}">
      <dgm:prSet/>
      <dgm:spPr/>
      <dgm:t>
        <a:bodyPr/>
        <a:lstStyle/>
        <a:p>
          <a:endParaRPr lang="de-DE"/>
        </a:p>
      </dgm:t>
    </dgm:pt>
    <dgm:pt modelId="{51298CF8-FDF3-4845-8431-042197D24083}">
      <dgm:prSet/>
      <dgm:spPr/>
      <dgm:t>
        <a:bodyPr/>
        <a:lstStyle/>
        <a:p>
          <a:pPr rtl="0"/>
          <a:r>
            <a:rPr lang="de-DE"/>
            <a:t>Änderbarkeit und Wartbarkeit nur bedingt gegeben.</a:t>
          </a:r>
        </a:p>
      </dgm:t>
    </dgm:pt>
    <dgm:pt modelId="{F88EB534-7E8C-5C4D-BDC1-467182299C62}" type="parTrans" cxnId="{1ACEE10D-787D-5443-A79A-6E8901C2DFE1}">
      <dgm:prSet/>
      <dgm:spPr/>
      <dgm:t>
        <a:bodyPr/>
        <a:lstStyle/>
        <a:p>
          <a:endParaRPr lang="de-DE"/>
        </a:p>
      </dgm:t>
    </dgm:pt>
    <dgm:pt modelId="{AB47C066-D760-5548-A66F-589F40E11261}" type="sibTrans" cxnId="{1ACEE10D-787D-5443-A79A-6E8901C2DFE1}">
      <dgm:prSet/>
      <dgm:spPr/>
      <dgm:t>
        <a:bodyPr/>
        <a:lstStyle/>
        <a:p>
          <a:endParaRPr lang="de-DE"/>
        </a:p>
      </dgm:t>
    </dgm:pt>
    <dgm:pt modelId="{FB3C7343-67B2-9747-9408-076B06C7C9A7}">
      <dgm:prSet/>
      <dgm:spPr/>
      <dgm:t>
        <a:bodyPr/>
        <a:lstStyle/>
        <a:p>
          <a:pPr rtl="0"/>
          <a:r>
            <a:rPr lang="de-DE" dirty="0" err="1"/>
            <a:t>Favor</a:t>
          </a:r>
          <a:r>
            <a:rPr lang="de-DE" dirty="0"/>
            <a:t> Delegation </a:t>
          </a:r>
          <a:r>
            <a:rPr lang="de-DE" dirty="0" err="1"/>
            <a:t>over</a:t>
          </a:r>
          <a:r>
            <a:rPr lang="de-DE" dirty="0"/>
            <a:t> </a:t>
          </a:r>
          <a:r>
            <a:rPr lang="de-DE" dirty="0" err="1"/>
            <a:t>inheritance</a:t>
          </a:r>
          <a:r>
            <a:rPr lang="de-DE" dirty="0"/>
            <a:t>.</a:t>
          </a:r>
        </a:p>
      </dgm:t>
    </dgm:pt>
    <dgm:pt modelId="{8B3837E7-FAC7-E84A-B291-336BA0DBD0B7}" type="parTrans" cxnId="{54E94F39-AAFB-D04E-B3FE-F27E77A9F3DA}">
      <dgm:prSet/>
      <dgm:spPr/>
      <dgm:t>
        <a:bodyPr/>
        <a:lstStyle/>
        <a:p>
          <a:endParaRPr lang="de-DE"/>
        </a:p>
      </dgm:t>
    </dgm:pt>
    <dgm:pt modelId="{17A7ABC1-4D09-8A4A-A6D6-504CB168629C}" type="sibTrans" cxnId="{54E94F39-AAFB-D04E-B3FE-F27E77A9F3DA}">
      <dgm:prSet/>
      <dgm:spPr/>
      <dgm:t>
        <a:bodyPr/>
        <a:lstStyle/>
        <a:p>
          <a:endParaRPr lang="de-DE"/>
        </a:p>
      </dgm:t>
    </dgm:pt>
    <dgm:pt modelId="{8B7699F5-139B-D046-8275-C056A6BA49B3}">
      <dgm:prSet/>
      <dgm:spPr/>
      <dgm:t>
        <a:bodyPr/>
        <a:lstStyle/>
        <a:p>
          <a:pPr rtl="0"/>
          <a:r>
            <a:rPr lang="de-DE" dirty="0"/>
            <a:t>Verschiedene Möglichkeiten Netze aufzubauen.</a:t>
          </a:r>
        </a:p>
      </dgm:t>
    </dgm:pt>
    <dgm:pt modelId="{3506DADC-FF07-4C42-93FF-D3AB30A203A7}" type="parTrans" cxnId="{CE5C00DC-3CBF-6A4E-BEDC-35EF1C30BF89}">
      <dgm:prSet/>
      <dgm:spPr/>
      <dgm:t>
        <a:bodyPr/>
        <a:lstStyle/>
        <a:p>
          <a:endParaRPr lang="de-DE"/>
        </a:p>
      </dgm:t>
    </dgm:pt>
    <dgm:pt modelId="{97CABD35-53D6-3248-B306-5D89E5810CC9}" type="sibTrans" cxnId="{CE5C00DC-3CBF-6A4E-BEDC-35EF1C30BF89}">
      <dgm:prSet/>
      <dgm:spPr/>
      <dgm:t>
        <a:bodyPr/>
        <a:lstStyle/>
        <a:p>
          <a:endParaRPr lang="de-DE"/>
        </a:p>
      </dgm:t>
    </dgm:pt>
    <dgm:pt modelId="{6BEE2A7A-C1FC-3943-BD38-5E336C6BD5EE}" type="pres">
      <dgm:prSet presAssocID="{137CF48F-06EF-1743-8EBB-6C45D899FD96}" presName="linear" presStyleCnt="0">
        <dgm:presLayoutVars>
          <dgm:dir/>
          <dgm:animLvl val="lvl"/>
          <dgm:resizeHandles val="exact"/>
        </dgm:presLayoutVars>
      </dgm:prSet>
      <dgm:spPr/>
    </dgm:pt>
    <dgm:pt modelId="{CFA95A14-D22F-C948-A869-F7D297266433}" type="pres">
      <dgm:prSet presAssocID="{DC04A101-1837-D940-AB74-320A30C1306F}" presName="parentLin" presStyleCnt="0"/>
      <dgm:spPr/>
    </dgm:pt>
    <dgm:pt modelId="{7239F3FD-F800-0949-B1B0-3D649E54BD11}" type="pres">
      <dgm:prSet presAssocID="{DC04A101-1837-D940-AB74-320A30C1306F}" presName="parentLeftMargin" presStyleLbl="node1" presStyleIdx="0" presStyleCnt="5"/>
      <dgm:spPr/>
    </dgm:pt>
    <dgm:pt modelId="{1ECD87B9-C580-F745-B1B7-FBF6A99F2703}" type="pres">
      <dgm:prSet presAssocID="{DC04A101-1837-D940-AB74-320A30C130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78BFF4B-AC52-634E-826A-44E0F50551A8}" type="pres">
      <dgm:prSet presAssocID="{DC04A101-1837-D940-AB74-320A30C1306F}" presName="negativeSpace" presStyleCnt="0"/>
      <dgm:spPr/>
    </dgm:pt>
    <dgm:pt modelId="{27BFC5A3-221C-BF41-82F3-231312BBE5EC}" type="pres">
      <dgm:prSet presAssocID="{DC04A101-1837-D940-AB74-320A30C1306F}" presName="childText" presStyleLbl="conFgAcc1" presStyleIdx="0" presStyleCnt="5">
        <dgm:presLayoutVars>
          <dgm:bulletEnabled val="1"/>
        </dgm:presLayoutVars>
      </dgm:prSet>
      <dgm:spPr/>
    </dgm:pt>
    <dgm:pt modelId="{2EF62C71-1FE3-6541-82E9-F1A2383F9597}" type="pres">
      <dgm:prSet presAssocID="{8867A746-1E03-A344-8B72-C85A5AFDA537}" presName="spaceBetweenRectangles" presStyleCnt="0"/>
      <dgm:spPr/>
    </dgm:pt>
    <dgm:pt modelId="{8B3EE54B-C6E5-6240-846F-AE3BF223DABF}" type="pres">
      <dgm:prSet presAssocID="{502651E8-B233-564C-9BE7-600A967999F0}" presName="parentLin" presStyleCnt="0"/>
      <dgm:spPr/>
    </dgm:pt>
    <dgm:pt modelId="{4A105D4B-B76A-B54A-BD17-89AADAAD12E3}" type="pres">
      <dgm:prSet presAssocID="{502651E8-B233-564C-9BE7-600A967999F0}" presName="parentLeftMargin" presStyleLbl="node1" presStyleIdx="0" presStyleCnt="5"/>
      <dgm:spPr/>
    </dgm:pt>
    <dgm:pt modelId="{B09D4BB5-B624-1D4B-B9E6-011316B43742}" type="pres">
      <dgm:prSet presAssocID="{502651E8-B233-564C-9BE7-600A967999F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1526D06-E0D6-3E44-969C-698A19BE763F}" type="pres">
      <dgm:prSet presAssocID="{502651E8-B233-564C-9BE7-600A967999F0}" presName="negativeSpace" presStyleCnt="0"/>
      <dgm:spPr/>
    </dgm:pt>
    <dgm:pt modelId="{E7B1E18C-5299-164E-8066-1AD144D53839}" type="pres">
      <dgm:prSet presAssocID="{502651E8-B233-564C-9BE7-600A967999F0}" presName="childText" presStyleLbl="conFgAcc1" presStyleIdx="1" presStyleCnt="5">
        <dgm:presLayoutVars>
          <dgm:bulletEnabled val="1"/>
        </dgm:presLayoutVars>
      </dgm:prSet>
      <dgm:spPr/>
    </dgm:pt>
    <dgm:pt modelId="{704B7B41-7956-6744-924D-38FF2EB17BB0}" type="pres">
      <dgm:prSet presAssocID="{6E3A7F33-AEF9-A845-B361-2C78A581E914}" presName="spaceBetweenRectangles" presStyleCnt="0"/>
      <dgm:spPr/>
    </dgm:pt>
    <dgm:pt modelId="{CF3FABA2-E09D-E840-9216-B93DD10BE9FB}" type="pres">
      <dgm:prSet presAssocID="{51298CF8-FDF3-4845-8431-042197D24083}" presName="parentLin" presStyleCnt="0"/>
      <dgm:spPr/>
    </dgm:pt>
    <dgm:pt modelId="{F126DED2-5AA5-0944-BB22-E44D1E98F20A}" type="pres">
      <dgm:prSet presAssocID="{51298CF8-FDF3-4845-8431-042197D24083}" presName="parentLeftMargin" presStyleLbl="node1" presStyleIdx="1" presStyleCnt="5"/>
      <dgm:spPr/>
    </dgm:pt>
    <dgm:pt modelId="{D23F324F-A649-C54D-90F8-26F719C76FD7}" type="pres">
      <dgm:prSet presAssocID="{51298CF8-FDF3-4845-8431-042197D2408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E18BC6F-76E8-1E42-9790-A92F27B40DC7}" type="pres">
      <dgm:prSet presAssocID="{51298CF8-FDF3-4845-8431-042197D24083}" presName="negativeSpace" presStyleCnt="0"/>
      <dgm:spPr/>
    </dgm:pt>
    <dgm:pt modelId="{1C9F027A-4FEE-E646-9A26-FF01151D7B0D}" type="pres">
      <dgm:prSet presAssocID="{51298CF8-FDF3-4845-8431-042197D24083}" presName="childText" presStyleLbl="conFgAcc1" presStyleIdx="2" presStyleCnt="5">
        <dgm:presLayoutVars>
          <dgm:bulletEnabled val="1"/>
        </dgm:presLayoutVars>
      </dgm:prSet>
      <dgm:spPr/>
    </dgm:pt>
    <dgm:pt modelId="{320F94DB-0240-3B48-86A0-B95E4218BF18}" type="pres">
      <dgm:prSet presAssocID="{AB47C066-D760-5548-A66F-589F40E11261}" presName="spaceBetweenRectangles" presStyleCnt="0"/>
      <dgm:spPr/>
    </dgm:pt>
    <dgm:pt modelId="{01760883-840C-724C-93BD-BE6A878FEB9C}" type="pres">
      <dgm:prSet presAssocID="{FB3C7343-67B2-9747-9408-076B06C7C9A7}" presName="parentLin" presStyleCnt="0"/>
      <dgm:spPr/>
    </dgm:pt>
    <dgm:pt modelId="{FF4F0C05-8A49-944F-BA4E-1F2D18491E9E}" type="pres">
      <dgm:prSet presAssocID="{FB3C7343-67B2-9747-9408-076B06C7C9A7}" presName="parentLeftMargin" presStyleLbl="node1" presStyleIdx="2" presStyleCnt="5"/>
      <dgm:spPr/>
    </dgm:pt>
    <dgm:pt modelId="{AABA84C5-D367-3740-811F-273A21F9174D}" type="pres">
      <dgm:prSet presAssocID="{FB3C7343-67B2-9747-9408-076B06C7C9A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892C2D1-C498-E24A-8F75-DB0CBCB6E045}" type="pres">
      <dgm:prSet presAssocID="{FB3C7343-67B2-9747-9408-076B06C7C9A7}" presName="negativeSpace" presStyleCnt="0"/>
      <dgm:spPr/>
    </dgm:pt>
    <dgm:pt modelId="{E7A1E83F-27FB-7046-916E-840DBC608703}" type="pres">
      <dgm:prSet presAssocID="{FB3C7343-67B2-9747-9408-076B06C7C9A7}" presName="childText" presStyleLbl="conFgAcc1" presStyleIdx="3" presStyleCnt="5">
        <dgm:presLayoutVars>
          <dgm:bulletEnabled val="1"/>
        </dgm:presLayoutVars>
      </dgm:prSet>
      <dgm:spPr/>
    </dgm:pt>
    <dgm:pt modelId="{F8F67C72-6766-3641-8429-79CC9D52321A}" type="pres">
      <dgm:prSet presAssocID="{17A7ABC1-4D09-8A4A-A6D6-504CB168629C}" presName="spaceBetweenRectangles" presStyleCnt="0"/>
      <dgm:spPr/>
    </dgm:pt>
    <dgm:pt modelId="{5A3AA09F-554D-CC4E-A440-A445ED2B5AC1}" type="pres">
      <dgm:prSet presAssocID="{8B7699F5-139B-D046-8275-C056A6BA49B3}" presName="parentLin" presStyleCnt="0"/>
      <dgm:spPr/>
    </dgm:pt>
    <dgm:pt modelId="{D7CF370E-E249-714D-9E1A-D26770835788}" type="pres">
      <dgm:prSet presAssocID="{8B7699F5-139B-D046-8275-C056A6BA49B3}" presName="parentLeftMargin" presStyleLbl="node1" presStyleIdx="3" presStyleCnt="5"/>
      <dgm:spPr/>
    </dgm:pt>
    <dgm:pt modelId="{0A9A284D-6452-BB41-99E7-07D3AE11220D}" type="pres">
      <dgm:prSet presAssocID="{8B7699F5-139B-D046-8275-C056A6BA49B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43DC9F2-2AE4-1146-B81A-11C886E51E1E}" type="pres">
      <dgm:prSet presAssocID="{8B7699F5-139B-D046-8275-C056A6BA49B3}" presName="negativeSpace" presStyleCnt="0"/>
      <dgm:spPr/>
    </dgm:pt>
    <dgm:pt modelId="{6387FF60-1556-F646-BEF2-EFDFA3F1F8AE}" type="pres">
      <dgm:prSet presAssocID="{8B7699F5-139B-D046-8275-C056A6BA49B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ACEE10D-787D-5443-A79A-6E8901C2DFE1}" srcId="{137CF48F-06EF-1743-8EBB-6C45D899FD96}" destId="{51298CF8-FDF3-4845-8431-042197D24083}" srcOrd="2" destOrd="0" parTransId="{F88EB534-7E8C-5C4D-BDC1-467182299C62}" sibTransId="{AB47C066-D760-5548-A66F-589F40E11261}"/>
    <dgm:cxn modelId="{D885EE1C-06BD-1A48-8E08-3CC6F8421F64}" srcId="{137CF48F-06EF-1743-8EBB-6C45D899FD96}" destId="{502651E8-B233-564C-9BE7-600A967999F0}" srcOrd="1" destOrd="0" parTransId="{E760247B-0466-9E4A-B538-69908AD01D1B}" sibTransId="{6E3A7F33-AEF9-A845-B361-2C78A581E914}"/>
    <dgm:cxn modelId="{A19FB326-9063-5E47-ACA2-2CF81CF65950}" type="presOf" srcId="{51298CF8-FDF3-4845-8431-042197D24083}" destId="{D23F324F-A649-C54D-90F8-26F719C76FD7}" srcOrd="1" destOrd="0" presId="urn:microsoft.com/office/officeart/2005/8/layout/list1"/>
    <dgm:cxn modelId="{7EB79D2A-8ADC-3B4C-B7A9-2E597A87F299}" type="presOf" srcId="{137CF48F-06EF-1743-8EBB-6C45D899FD96}" destId="{6BEE2A7A-C1FC-3943-BD38-5E336C6BD5EE}" srcOrd="0" destOrd="0" presId="urn:microsoft.com/office/officeart/2005/8/layout/list1"/>
    <dgm:cxn modelId="{CB8A502B-8D5B-7743-85CB-2D279CC68321}" type="presOf" srcId="{502651E8-B233-564C-9BE7-600A967999F0}" destId="{B09D4BB5-B624-1D4B-B9E6-011316B43742}" srcOrd="1" destOrd="0" presId="urn:microsoft.com/office/officeart/2005/8/layout/list1"/>
    <dgm:cxn modelId="{54E94F39-AAFB-D04E-B3FE-F27E77A9F3DA}" srcId="{137CF48F-06EF-1743-8EBB-6C45D899FD96}" destId="{FB3C7343-67B2-9747-9408-076B06C7C9A7}" srcOrd="3" destOrd="0" parTransId="{8B3837E7-FAC7-E84A-B291-336BA0DBD0B7}" sibTransId="{17A7ABC1-4D09-8A4A-A6D6-504CB168629C}"/>
    <dgm:cxn modelId="{99F1433B-61FA-EA4D-8165-54206471B430}" type="presOf" srcId="{51298CF8-FDF3-4845-8431-042197D24083}" destId="{F126DED2-5AA5-0944-BB22-E44D1E98F20A}" srcOrd="0" destOrd="0" presId="urn:microsoft.com/office/officeart/2005/8/layout/list1"/>
    <dgm:cxn modelId="{6072D63E-1C04-2D46-B2C7-BC670EEE1A0A}" srcId="{137CF48F-06EF-1743-8EBB-6C45D899FD96}" destId="{DC04A101-1837-D940-AB74-320A30C1306F}" srcOrd="0" destOrd="0" parTransId="{5AF97E3D-3CCE-E74A-8F7A-09582F270F7C}" sibTransId="{8867A746-1E03-A344-8B72-C85A5AFDA537}"/>
    <dgm:cxn modelId="{4AADC64B-BFEB-B243-9082-C666F8F413E7}" type="presOf" srcId="{502651E8-B233-564C-9BE7-600A967999F0}" destId="{4A105D4B-B76A-B54A-BD17-89AADAAD12E3}" srcOrd="0" destOrd="0" presId="urn:microsoft.com/office/officeart/2005/8/layout/list1"/>
    <dgm:cxn modelId="{411E0B50-F152-724E-998A-471D27E1DC8E}" type="presOf" srcId="{FB3C7343-67B2-9747-9408-076B06C7C9A7}" destId="{AABA84C5-D367-3740-811F-273A21F9174D}" srcOrd="1" destOrd="0" presId="urn:microsoft.com/office/officeart/2005/8/layout/list1"/>
    <dgm:cxn modelId="{6B089D7B-5D56-E043-A20B-868B1C33BF5F}" type="presOf" srcId="{8B7699F5-139B-D046-8275-C056A6BA49B3}" destId="{D7CF370E-E249-714D-9E1A-D26770835788}" srcOrd="0" destOrd="0" presId="urn:microsoft.com/office/officeart/2005/8/layout/list1"/>
    <dgm:cxn modelId="{33772085-927B-884B-B500-15EF64C09EF2}" type="presOf" srcId="{FB3C7343-67B2-9747-9408-076B06C7C9A7}" destId="{FF4F0C05-8A49-944F-BA4E-1F2D18491E9E}" srcOrd="0" destOrd="0" presId="urn:microsoft.com/office/officeart/2005/8/layout/list1"/>
    <dgm:cxn modelId="{EFFD86C1-CCE1-0A4F-A160-CA2CA3FBB9FA}" type="presOf" srcId="{DC04A101-1837-D940-AB74-320A30C1306F}" destId="{1ECD87B9-C580-F745-B1B7-FBF6A99F2703}" srcOrd="1" destOrd="0" presId="urn:microsoft.com/office/officeart/2005/8/layout/list1"/>
    <dgm:cxn modelId="{DECA7DD7-B301-1948-853B-2CFA952B8A0A}" type="presOf" srcId="{8B7699F5-139B-D046-8275-C056A6BA49B3}" destId="{0A9A284D-6452-BB41-99E7-07D3AE11220D}" srcOrd="1" destOrd="0" presId="urn:microsoft.com/office/officeart/2005/8/layout/list1"/>
    <dgm:cxn modelId="{CE5C00DC-3CBF-6A4E-BEDC-35EF1C30BF89}" srcId="{137CF48F-06EF-1743-8EBB-6C45D899FD96}" destId="{8B7699F5-139B-D046-8275-C056A6BA49B3}" srcOrd="4" destOrd="0" parTransId="{3506DADC-FF07-4C42-93FF-D3AB30A203A7}" sibTransId="{97CABD35-53D6-3248-B306-5D89E5810CC9}"/>
    <dgm:cxn modelId="{CD76E4E1-A556-6249-9C01-099A56341B75}" type="presOf" srcId="{DC04A101-1837-D940-AB74-320A30C1306F}" destId="{7239F3FD-F800-0949-B1B0-3D649E54BD11}" srcOrd="0" destOrd="0" presId="urn:microsoft.com/office/officeart/2005/8/layout/list1"/>
    <dgm:cxn modelId="{5BF061FC-D7D7-8C4A-BF95-F9895734A122}" type="presParOf" srcId="{6BEE2A7A-C1FC-3943-BD38-5E336C6BD5EE}" destId="{CFA95A14-D22F-C948-A869-F7D297266433}" srcOrd="0" destOrd="0" presId="urn:microsoft.com/office/officeart/2005/8/layout/list1"/>
    <dgm:cxn modelId="{D453BB99-165E-4347-9895-1BC0F40E97ED}" type="presParOf" srcId="{CFA95A14-D22F-C948-A869-F7D297266433}" destId="{7239F3FD-F800-0949-B1B0-3D649E54BD11}" srcOrd="0" destOrd="0" presId="urn:microsoft.com/office/officeart/2005/8/layout/list1"/>
    <dgm:cxn modelId="{FB482074-3394-CE4A-B5BA-86966C321954}" type="presParOf" srcId="{CFA95A14-D22F-C948-A869-F7D297266433}" destId="{1ECD87B9-C580-F745-B1B7-FBF6A99F2703}" srcOrd="1" destOrd="0" presId="urn:microsoft.com/office/officeart/2005/8/layout/list1"/>
    <dgm:cxn modelId="{06DE892E-55EA-2F46-B129-3052EED1A363}" type="presParOf" srcId="{6BEE2A7A-C1FC-3943-BD38-5E336C6BD5EE}" destId="{778BFF4B-AC52-634E-826A-44E0F50551A8}" srcOrd="1" destOrd="0" presId="urn:microsoft.com/office/officeart/2005/8/layout/list1"/>
    <dgm:cxn modelId="{4EFED974-9500-4F42-B0D9-85EE91C282D7}" type="presParOf" srcId="{6BEE2A7A-C1FC-3943-BD38-5E336C6BD5EE}" destId="{27BFC5A3-221C-BF41-82F3-231312BBE5EC}" srcOrd="2" destOrd="0" presId="urn:microsoft.com/office/officeart/2005/8/layout/list1"/>
    <dgm:cxn modelId="{59F246C2-6951-D94E-9647-17736646CB85}" type="presParOf" srcId="{6BEE2A7A-C1FC-3943-BD38-5E336C6BD5EE}" destId="{2EF62C71-1FE3-6541-82E9-F1A2383F9597}" srcOrd="3" destOrd="0" presId="urn:microsoft.com/office/officeart/2005/8/layout/list1"/>
    <dgm:cxn modelId="{A93C2E5A-854F-5447-BF78-9A8FD28E6090}" type="presParOf" srcId="{6BEE2A7A-C1FC-3943-BD38-5E336C6BD5EE}" destId="{8B3EE54B-C6E5-6240-846F-AE3BF223DABF}" srcOrd="4" destOrd="0" presId="urn:microsoft.com/office/officeart/2005/8/layout/list1"/>
    <dgm:cxn modelId="{65A968A4-0D2B-B849-B41B-7501CC990CF7}" type="presParOf" srcId="{8B3EE54B-C6E5-6240-846F-AE3BF223DABF}" destId="{4A105D4B-B76A-B54A-BD17-89AADAAD12E3}" srcOrd="0" destOrd="0" presId="urn:microsoft.com/office/officeart/2005/8/layout/list1"/>
    <dgm:cxn modelId="{D09A3586-58D2-F84A-85FA-6587A165DDE2}" type="presParOf" srcId="{8B3EE54B-C6E5-6240-846F-AE3BF223DABF}" destId="{B09D4BB5-B624-1D4B-B9E6-011316B43742}" srcOrd="1" destOrd="0" presId="urn:microsoft.com/office/officeart/2005/8/layout/list1"/>
    <dgm:cxn modelId="{4693E7AE-6B49-F24E-B369-8EC2876D4856}" type="presParOf" srcId="{6BEE2A7A-C1FC-3943-BD38-5E336C6BD5EE}" destId="{41526D06-E0D6-3E44-969C-698A19BE763F}" srcOrd="5" destOrd="0" presId="urn:microsoft.com/office/officeart/2005/8/layout/list1"/>
    <dgm:cxn modelId="{49CC0697-CA1C-414B-85B0-A05BED85405C}" type="presParOf" srcId="{6BEE2A7A-C1FC-3943-BD38-5E336C6BD5EE}" destId="{E7B1E18C-5299-164E-8066-1AD144D53839}" srcOrd="6" destOrd="0" presId="urn:microsoft.com/office/officeart/2005/8/layout/list1"/>
    <dgm:cxn modelId="{EDBB7219-11CB-C649-9FAE-D4AF07BCA299}" type="presParOf" srcId="{6BEE2A7A-C1FC-3943-BD38-5E336C6BD5EE}" destId="{704B7B41-7956-6744-924D-38FF2EB17BB0}" srcOrd="7" destOrd="0" presId="urn:microsoft.com/office/officeart/2005/8/layout/list1"/>
    <dgm:cxn modelId="{74668403-9343-1D4B-BF78-1DEF078C3BDB}" type="presParOf" srcId="{6BEE2A7A-C1FC-3943-BD38-5E336C6BD5EE}" destId="{CF3FABA2-E09D-E840-9216-B93DD10BE9FB}" srcOrd="8" destOrd="0" presId="urn:microsoft.com/office/officeart/2005/8/layout/list1"/>
    <dgm:cxn modelId="{E1DBE7B4-3149-AC4A-A025-E91C3F4FB818}" type="presParOf" srcId="{CF3FABA2-E09D-E840-9216-B93DD10BE9FB}" destId="{F126DED2-5AA5-0944-BB22-E44D1E98F20A}" srcOrd="0" destOrd="0" presId="urn:microsoft.com/office/officeart/2005/8/layout/list1"/>
    <dgm:cxn modelId="{200889BC-5C69-2E46-A5ED-EA89FC086F21}" type="presParOf" srcId="{CF3FABA2-E09D-E840-9216-B93DD10BE9FB}" destId="{D23F324F-A649-C54D-90F8-26F719C76FD7}" srcOrd="1" destOrd="0" presId="urn:microsoft.com/office/officeart/2005/8/layout/list1"/>
    <dgm:cxn modelId="{16E1F6D4-2936-D54C-A272-528EF90E75D9}" type="presParOf" srcId="{6BEE2A7A-C1FC-3943-BD38-5E336C6BD5EE}" destId="{0E18BC6F-76E8-1E42-9790-A92F27B40DC7}" srcOrd="9" destOrd="0" presId="urn:microsoft.com/office/officeart/2005/8/layout/list1"/>
    <dgm:cxn modelId="{D513700C-BB41-DB40-A6B2-5157CEF7D7D7}" type="presParOf" srcId="{6BEE2A7A-C1FC-3943-BD38-5E336C6BD5EE}" destId="{1C9F027A-4FEE-E646-9A26-FF01151D7B0D}" srcOrd="10" destOrd="0" presId="urn:microsoft.com/office/officeart/2005/8/layout/list1"/>
    <dgm:cxn modelId="{35899B0E-9EF5-9E4B-AE01-62ECE44195EB}" type="presParOf" srcId="{6BEE2A7A-C1FC-3943-BD38-5E336C6BD5EE}" destId="{320F94DB-0240-3B48-86A0-B95E4218BF18}" srcOrd="11" destOrd="0" presId="urn:microsoft.com/office/officeart/2005/8/layout/list1"/>
    <dgm:cxn modelId="{98185DC2-D04B-E340-96E9-3DAB2FA42EAA}" type="presParOf" srcId="{6BEE2A7A-C1FC-3943-BD38-5E336C6BD5EE}" destId="{01760883-840C-724C-93BD-BE6A878FEB9C}" srcOrd="12" destOrd="0" presId="urn:microsoft.com/office/officeart/2005/8/layout/list1"/>
    <dgm:cxn modelId="{2196DE93-FEF0-3D44-816E-B82F598CDC00}" type="presParOf" srcId="{01760883-840C-724C-93BD-BE6A878FEB9C}" destId="{FF4F0C05-8A49-944F-BA4E-1F2D18491E9E}" srcOrd="0" destOrd="0" presId="urn:microsoft.com/office/officeart/2005/8/layout/list1"/>
    <dgm:cxn modelId="{F6A5E6C9-DCE2-934E-8BDA-EA49DDE4DB7F}" type="presParOf" srcId="{01760883-840C-724C-93BD-BE6A878FEB9C}" destId="{AABA84C5-D367-3740-811F-273A21F9174D}" srcOrd="1" destOrd="0" presId="urn:microsoft.com/office/officeart/2005/8/layout/list1"/>
    <dgm:cxn modelId="{96DC64CE-3B37-A243-BFB1-26A6CC44A8DD}" type="presParOf" srcId="{6BEE2A7A-C1FC-3943-BD38-5E336C6BD5EE}" destId="{4892C2D1-C498-E24A-8F75-DB0CBCB6E045}" srcOrd="13" destOrd="0" presId="urn:microsoft.com/office/officeart/2005/8/layout/list1"/>
    <dgm:cxn modelId="{99E7B76B-9CE6-DB4D-87B4-4A1CB6CC7701}" type="presParOf" srcId="{6BEE2A7A-C1FC-3943-BD38-5E336C6BD5EE}" destId="{E7A1E83F-27FB-7046-916E-840DBC608703}" srcOrd="14" destOrd="0" presId="urn:microsoft.com/office/officeart/2005/8/layout/list1"/>
    <dgm:cxn modelId="{5699002B-C8B8-2344-8C85-5147815B5CB8}" type="presParOf" srcId="{6BEE2A7A-C1FC-3943-BD38-5E336C6BD5EE}" destId="{F8F67C72-6766-3641-8429-79CC9D52321A}" srcOrd="15" destOrd="0" presId="urn:microsoft.com/office/officeart/2005/8/layout/list1"/>
    <dgm:cxn modelId="{92006DDF-E905-E741-AC11-20502E74F52B}" type="presParOf" srcId="{6BEE2A7A-C1FC-3943-BD38-5E336C6BD5EE}" destId="{5A3AA09F-554D-CC4E-A440-A445ED2B5AC1}" srcOrd="16" destOrd="0" presId="urn:microsoft.com/office/officeart/2005/8/layout/list1"/>
    <dgm:cxn modelId="{FFF6CD54-DA3A-654B-954A-55C1AE261F43}" type="presParOf" srcId="{5A3AA09F-554D-CC4E-A440-A445ED2B5AC1}" destId="{D7CF370E-E249-714D-9E1A-D26770835788}" srcOrd="0" destOrd="0" presId="urn:microsoft.com/office/officeart/2005/8/layout/list1"/>
    <dgm:cxn modelId="{AA261E7B-719B-5F47-8156-4038A94239F3}" type="presParOf" srcId="{5A3AA09F-554D-CC4E-A440-A445ED2B5AC1}" destId="{0A9A284D-6452-BB41-99E7-07D3AE11220D}" srcOrd="1" destOrd="0" presId="urn:microsoft.com/office/officeart/2005/8/layout/list1"/>
    <dgm:cxn modelId="{AE75E6A4-733A-3542-9238-D39451F4FBDA}" type="presParOf" srcId="{6BEE2A7A-C1FC-3943-BD38-5E336C6BD5EE}" destId="{A43DC9F2-2AE4-1146-B81A-11C886E51E1E}" srcOrd="17" destOrd="0" presId="urn:microsoft.com/office/officeart/2005/8/layout/list1"/>
    <dgm:cxn modelId="{B9FB88CD-06CB-D249-9B3F-B90A6BF7C713}" type="presParOf" srcId="{6BEE2A7A-C1FC-3943-BD38-5E336C6BD5EE}" destId="{6387FF60-1556-F646-BEF2-EFDFA3F1F8AE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5E9A6EF-7A77-2C4F-89A3-A1EB85BD89C8}" type="doc">
      <dgm:prSet loTypeId="urn:microsoft.com/office/officeart/2008/layout/SquareAccentList" loCatId="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523C9C9-44E4-8F4C-AFF0-0A41583A5470}">
      <dgm:prSet phldrT="[Text]"/>
      <dgm:spPr/>
      <dgm:t>
        <a:bodyPr/>
        <a:lstStyle/>
        <a:p>
          <a:r>
            <a:rPr lang="de-DE" dirty="0"/>
            <a:t>intermediate</a:t>
          </a:r>
        </a:p>
      </dgm:t>
    </dgm:pt>
    <dgm:pt modelId="{BFDD7C29-7827-9F41-A10B-235C8F10D135}" type="parTrans" cxnId="{C25AE12D-E0CA-F148-A166-D0F32CE73344}">
      <dgm:prSet/>
      <dgm:spPr/>
      <dgm:t>
        <a:bodyPr/>
        <a:lstStyle/>
        <a:p>
          <a:endParaRPr lang="de-DE"/>
        </a:p>
      </dgm:t>
    </dgm:pt>
    <dgm:pt modelId="{849F7042-090C-154F-B331-9D79B86139AD}" type="sibTrans" cxnId="{C25AE12D-E0CA-F148-A166-D0F32CE73344}">
      <dgm:prSet/>
      <dgm:spPr/>
      <dgm:t>
        <a:bodyPr/>
        <a:lstStyle/>
        <a:p>
          <a:endParaRPr lang="de-DE"/>
        </a:p>
      </dgm:t>
    </dgm:pt>
    <dgm:pt modelId="{5E1A3761-696C-A247-A10F-46C164BC8AA8}">
      <dgm:prSet phldrT="[Text]"/>
      <dgm:spPr/>
      <dgm:t>
        <a:bodyPr/>
        <a:lstStyle/>
        <a:p>
          <a:r>
            <a:rPr lang="de-DE" dirty="0" err="1"/>
            <a:t>filter</a:t>
          </a:r>
          <a:endParaRPr lang="de-DE" dirty="0"/>
        </a:p>
      </dgm:t>
    </dgm:pt>
    <dgm:pt modelId="{8C609066-3EB0-E946-BC44-839A246CE517}" type="parTrans" cxnId="{A5729033-6452-3149-9DE4-4A8ECFA7EB25}">
      <dgm:prSet/>
      <dgm:spPr/>
      <dgm:t>
        <a:bodyPr/>
        <a:lstStyle/>
        <a:p>
          <a:endParaRPr lang="de-DE"/>
        </a:p>
      </dgm:t>
    </dgm:pt>
    <dgm:pt modelId="{066C3D85-9EFB-2647-B41D-D3C20BDC3EBD}" type="sibTrans" cxnId="{A5729033-6452-3149-9DE4-4A8ECFA7EB25}">
      <dgm:prSet/>
      <dgm:spPr/>
      <dgm:t>
        <a:bodyPr/>
        <a:lstStyle/>
        <a:p>
          <a:endParaRPr lang="de-DE"/>
        </a:p>
      </dgm:t>
    </dgm:pt>
    <dgm:pt modelId="{6A8A650A-0C93-F14A-9361-0118E1F7EC60}">
      <dgm:prSet phldrT="[Text]"/>
      <dgm:spPr/>
      <dgm:t>
        <a:bodyPr/>
        <a:lstStyle/>
        <a:p>
          <a:r>
            <a:rPr lang="de-DE"/>
            <a:t>map</a:t>
          </a:r>
          <a:endParaRPr lang="de-DE" dirty="0"/>
        </a:p>
      </dgm:t>
    </dgm:pt>
    <dgm:pt modelId="{712828DD-507C-5E4F-B5BC-CE9DDD87DB83}" type="parTrans" cxnId="{92BE3AAE-15A9-E245-B7BA-A4D619F57A5D}">
      <dgm:prSet/>
      <dgm:spPr/>
      <dgm:t>
        <a:bodyPr/>
        <a:lstStyle/>
        <a:p>
          <a:endParaRPr lang="de-DE"/>
        </a:p>
      </dgm:t>
    </dgm:pt>
    <dgm:pt modelId="{746CDBDF-8526-4046-9408-D9DB06C05211}" type="sibTrans" cxnId="{92BE3AAE-15A9-E245-B7BA-A4D619F57A5D}">
      <dgm:prSet/>
      <dgm:spPr/>
      <dgm:t>
        <a:bodyPr/>
        <a:lstStyle/>
        <a:p>
          <a:endParaRPr lang="de-DE"/>
        </a:p>
      </dgm:t>
    </dgm:pt>
    <dgm:pt modelId="{E8C406D6-A9AC-C245-B757-1D5F6098F671}">
      <dgm:prSet phldrT="[Text]"/>
      <dgm:spPr/>
      <dgm:t>
        <a:bodyPr/>
        <a:lstStyle/>
        <a:p>
          <a:r>
            <a:rPr lang="de-DE" dirty="0" err="1"/>
            <a:t>peek</a:t>
          </a:r>
          <a:endParaRPr lang="de-DE" dirty="0"/>
        </a:p>
      </dgm:t>
    </dgm:pt>
    <dgm:pt modelId="{CD79FFC7-642E-AF43-B6F3-72457378295C}" type="parTrans" cxnId="{80256412-1C31-AC4B-B611-8E72D810B72B}">
      <dgm:prSet/>
      <dgm:spPr/>
      <dgm:t>
        <a:bodyPr/>
        <a:lstStyle/>
        <a:p>
          <a:endParaRPr lang="de-DE"/>
        </a:p>
      </dgm:t>
    </dgm:pt>
    <dgm:pt modelId="{16745278-1785-9F4C-BC52-419EF1995AB3}" type="sibTrans" cxnId="{80256412-1C31-AC4B-B611-8E72D810B72B}">
      <dgm:prSet/>
      <dgm:spPr/>
      <dgm:t>
        <a:bodyPr/>
        <a:lstStyle/>
        <a:p>
          <a:endParaRPr lang="de-DE"/>
        </a:p>
      </dgm:t>
    </dgm:pt>
    <dgm:pt modelId="{25DC7A00-683F-1644-BB5D-DACA931D83F3}">
      <dgm:prSet phldrT="[Text]"/>
      <dgm:spPr/>
      <dgm:t>
        <a:bodyPr/>
        <a:lstStyle/>
        <a:p>
          <a:r>
            <a:rPr lang="de-DE" dirty="0"/>
            <a:t>terminal</a:t>
          </a:r>
        </a:p>
      </dgm:t>
    </dgm:pt>
    <dgm:pt modelId="{69EF6156-6F14-184A-A52D-7E691797028B}" type="parTrans" cxnId="{C262E89D-07FD-9B4A-AFB0-8E4F1F8CCA11}">
      <dgm:prSet/>
      <dgm:spPr/>
      <dgm:t>
        <a:bodyPr/>
        <a:lstStyle/>
        <a:p>
          <a:endParaRPr lang="de-DE"/>
        </a:p>
      </dgm:t>
    </dgm:pt>
    <dgm:pt modelId="{D785C973-2E20-0549-AB5D-86A4D742E614}" type="sibTrans" cxnId="{C262E89D-07FD-9B4A-AFB0-8E4F1F8CCA11}">
      <dgm:prSet/>
      <dgm:spPr/>
      <dgm:t>
        <a:bodyPr/>
        <a:lstStyle/>
        <a:p>
          <a:endParaRPr lang="de-DE"/>
        </a:p>
      </dgm:t>
    </dgm:pt>
    <dgm:pt modelId="{A6FAB208-DDBE-9C45-9FB9-1F193F4464C9}">
      <dgm:prSet phldrT="[Text]"/>
      <dgm:spPr/>
      <dgm:t>
        <a:bodyPr/>
        <a:lstStyle/>
        <a:p>
          <a:r>
            <a:rPr lang="de-DE" dirty="0" err="1"/>
            <a:t>count</a:t>
          </a:r>
          <a:endParaRPr lang="de-DE" dirty="0"/>
        </a:p>
      </dgm:t>
    </dgm:pt>
    <dgm:pt modelId="{5D5ECCB8-24EC-D647-BA96-C7A06D8A28EC}" type="parTrans" cxnId="{0AD77743-A0D6-A041-9CD3-54F1F1707F32}">
      <dgm:prSet/>
      <dgm:spPr/>
      <dgm:t>
        <a:bodyPr/>
        <a:lstStyle/>
        <a:p>
          <a:endParaRPr lang="de-DE"/>
        </a:p>
      </dgm:t>
    </dgm:pt>
    <dgm:pt modelId="{A2E46242-7B60-5D41-8068-3E1B22B00737}" type="sibTrans" cxnId="{0AD77743-A0D6-A041-9CD3-54F1F1707F32}">
      <dgm:prSet/>
      <dgm:spPr/>
      <dgm:t>
        <a:bodyPr/>
        <a:lstStyle/>
        <a:p>
          <a:endParaRPr lang="de-DE"/>
        </a:p>
      </dgm:t>
    </dgm:pt>
    <dgm:pt modelId="{D8A8A526-74B6-BD45-97D1-859FB7D066FA}">
      <dgm:prSet phldrT="[Text]"/>
      <dgm:spPr/>
      <dgm:t>
        <a:bodyPr/>
        <a:lstStyle/>
        <a:p>
          <a:r>
            <a:rPr lang="de-DE" dirty="0" err="1"/>
            <a:t>foreach</a:t>
          </a:r>
          <a:endParaRPr lang="de-DE" dirty="0"/>
        </a:p>
      </dgm:t>
    </dgm:pt>
    <dgm:pt modelId="{52E1F517-341B-4F44-A043-0B14D387733C}" type="parTrans" cxnId="{00BE594A-C7F9-6746-B8F8-1CB5C6153694}">
      <dgm:prSet/>
      <dgm:spPr/>
      <dgm:t>
        <a:bodyPr/>
        <a:lstStyle/>
        <a:p>
          <a:endParaRPr lang="de-DE"/>
        </a:p>
      </dgm:t>
    </dgm:pt>
    <dgm:pt modelId="{FE10DD2B-E756-064E-8A54-BAC1B2830E1A}" type="sibTrans" cxnId="{00BE594A-C7F9-6746-B8F8-1CB5C6153694}">
      <dgm:prSet/>
      <dgm:spPr/>
      <dgm:t>
        <a:bodyPr/>
        <a:lstStyle/>
        <a:p>
          <a:endParaRPr lang="de-DE"/>
        </a:p>
      </dgm:t>
    </dgm:pt>
    <dgm:pt modelId="{A5240FC0-C1CB-6C43-B04F-31C88EE22181}">
      <dgm:prSet phldrT="[Text]"/>
      <dgm:spPr/>
      <dgm:t>
        <a:bodyPr/>
        <a:lstStyle/>
        <a:p>
          <a:r>
            <a:rPr lang="de-DE"/>
            <a:t>sum</a:t>
          </a:r>
          <a:endParaRPr lang="de-DE" dirty="0"/>
        </a:p>
      </dgm:t>
    </dgm:pt>
    <dgm:pt modelId="{072B4714-1C59-654A-B9B6-F35B06D32DE7}" type="parTrans" cxnId="{DCE8FA79-D194-CB40-A5DC-CDDA34EE40A4}">
      <dgm:prSet/>
      <dgm:spPr/>
      <dgm:t>
        <a:bodyPr/>
        <a:lstStyle/>
        <a:p>
          <a:endParaRPr lang="de-DE"/>
        </a:p>
      </dgm:t>
    </dgm:pt>
    <dgm:pt modelId="{996BA8A1-6DF0-124C-B0AF-5C788FEBDA23}" type="sibTrans" cxnId="{DCE8FA79-D194-CB40-A5DC-CDDA34EE40A4}">
      <dgm:prSet/>
      <dgm:spPr/>
      <dgm:t>
        <a:bodyPr/>
        <a:lstStyle/>
        <a:p>
          <a:endParaRPr lang="de-DE"/>
        </a:p>
      </dgm:t>
    </dgm:pt>
    <dgm:pt modelId="{4F29715C-9C08-D943-BD03-131B551D8C09}">
      <dgm:prSet phldrT="[Text]"/>
      <dgm:spPr/>
      <dgm:t>
        <a:bodyPr/>
        <a:lstStyle/>
        <a:p>
          <a:r>
            <a:rPr lang="de-DE"/>
            <a:t>sorted</a:t>
          </a:r>
          <a:endParaRPr lang="de-DE" dirty="0"/>
        </a:p>
      </dgm:t>
    </dgm:pt>
    <dgm:pt modelId="{A2C3A007-B70E-0841-A545-10CA743976F8}" type="parTrans" cxnId="{D4FE74A9-B800-5843-A182-C1253C7CAECE}">
      <dgm:prSet/>
      <dgm:spPr/>
      <dgm:t>
        <a:bodyPr/>
        <a:lstStyle/>
        <a:p>
          <a:endParaRPr lang="de-DE"/>
        </a:p>
      </dgm:t>
    </dgm:pt>
    <dgm:pt modelId="{3BC4D253-B3F6-F949-B2EF-22C04E9D4398}" type="sibTrans" cxnId="{D4FE74A9-B800-5843-A182-C1253C7CAECE}">
      <dgm:prSet/>
      <dgm:spPr/>
      <dgm:t>
        <a:bodyPr/>
        <a:lstStyle/>
        <a:p>
          <a:endParaRPr lang="de-DE"/>
        </a:p>
      </dgm:t>
    </dgm:pt>
    <dgm:pt modelId="{34F7FA70-3B51-8A49-BE3F-6DF5AFAFA5DA}">
      <dgm:prSet phldrT="[Text]"/>
      <dgm:spPr/>
      <dgm:t>
        <a:bodyPr/>
        <a:lstStyle/>
        <a:p>
          <a:r>
            <a:rPr lang="de-DE"/>
            <a:t>distinct</a:t>
          </a:r>
          <a:endParaRPr lang="de-DE" dirty="0"/>
        </a:p>
      </dgm:t>
    </dgm:pt>
    <dgm:pt modelId="{B509E933-B07D-2645-BAE1-8185D8A88FF4}" type="parTrans" cxnId="{447B8EB2-87CD-8346-9ACE-8144C4EB43E0}">
      <dgm:prSet/>
      <dgm:spPr/>
      <dgm:t>
        <a:bodyPr/>
        <a:lstStyle/>
        <a:p>
          <a:endParaRPr lang="de-DE"/>
        </a:p>
      </dgm:t>
    </dgm:pt>
    <dgm:pt modelId="{30E9466F-DAE7-474A-A54E-E538DFB6AD98}" type="sibTrans" cxnId="{447B8EB2-87CD-8346-9ACE-8144C4EB43E0}">
      <dgm:prSet/>
      <dgm:spPr/>
      <dgm:t>
        <a:bodyPr/>
        <a:lstStyle/>
        <a:p>
          <a:endParaRPr lang="de-DE"/>
        </a:p>
      </dgm:t>
    </dgm:pt>
    <dgm:pt modelId="{54E0D958-B473-B843-ABEB-72168ECAD51A}">
      <dgm:prSet phldrT="[Text]"/>
      <dgm:spPr/>
      <dgm:t>
        <a:bodyPr/>
        <a:lstStyle/>
        <a:p>
          <a:r>
            <a:rPr lang="de-DE" dirty="0" err="1"/>
            <a:t>limit</a:t>
          </a:r>
          <a:endParaRPr lang="de-DE" dirty="0"/>
        </a:p>
      </dgm:t>
    </dgm:pt>
    <dgm:pt modelId="{73284425-4754-B84D-8B8B-41E7E01BCB11}" type="parTrans" cxnId="{69C2B459-D4B1-8941-BD85-38273DCA96B8}">
      <dgm:prSet/>
      <dgm:spPr/>
      <dgm:t>
        <a:bodyPr/>
        <a:lstStyle/>
        <a:p>
          <a:endParaRPr lang="de-DE"/>
        </a:p>
      </dgm:t>
    </dgm:pt>
    <dgm:pt modelId="{631A3606-C7C8-1644-A0C6-B9A218724756}" type="sibTrans" cxnId="{69C2B459-D4B1-8941-BD85-38273DCA96B8}">
      <dgm:prSet/>
      <dgm:spPr/>
      <dgm:t>
        <a:bodyPr/>
        <a:lstStyle/>
        <a:p>
          <a:endParaRPr lang="de-DE"/>
        </a:p>
      </dgm:t>
    </dgm:pt>
    <dgm:pt modelId="{9488761A-BCD6-5446-89EB-3B7E28F383B9}">
      <dgm:prSet phldrT="[Text]"/>
      <dgm:spPr/>
      <dgm:t>
        <a:bodyPr/>
        <a:lstStyle/>
        <a:p>
          <a:r>
            <a:rPr lang="de-DE" dirty="0"/>
            <a:t>min/</a:t>
          </a:r>
          <a:r>
            <a:rPr lang="de-DE" dirty="0" err="1"/>
            <a:t>max</a:t>
          </a:r>
          <a:endParaRPr lang="de-DE" dirty="0"/>
        </a:p>
      </dgm:t>
    </dgm:pt>
    <dgm:pt modelId="{69E271EE-9CE6-5C49-BEB7-FC3F85B002D9}" type="parTrans" cxnId="{AA58CE3D-AF36-F34E-8C03-19D8C4427570}">
      <dgm:prSet/>
      <dgm:spPr/>
      <dgm:t>
        <a:bodyPr/>
        <a:lstStyle/>
        <a:p>
          <a:endParaRPr lang="de-DE"/>
        </a:p>
      </dgm:t>
    </dgm:pt>
    <dgm:pt modelId="{034B6CBC-31FF-6340-A470-29600FF0B667}" type="sibTrans" cxnId="{AA58CE3D-AF36-F34E-8C03-19D8C4427570}">
      <dgm:prSet/>
      <dgm:spPr/>
      <dgm:t>
        <a:bodyPr/>
        <a:lstStyle/>
        <a:p>
          <a:endParaRPr lang="de-DE"/>
        </a:p>
      </dgm:t>
    </dgm:pt>
    <dgm:pt modelId="{79F93832-0A17-DB48-A1C7-D899C215C72B}">
      <dgm:prSet phldrT="[Text]"/>
      <dgm:spPr/>
      <dgm:t>
        <a:bodyPr/>
        <a:lstStyle/>
        <a:p>
          <a:r>
            <a:rPr lang="de-DE"/>
            <a:t>reduce</a:t>
          </a:r>
          <a:endParaRPr lang="de-DE" dirty="0"/>
        </a:p>
      </dgm:t>
    </dgm:pt>
    <dgm:pt modelId="{1F1BA779-5C05-934F-BB90-B1AE3725227C}" type="parTrans" cxnId="{AB0405A4-F5C4-1647-A89F-E9FA470F1680}">
      <dgm:prSet/>
      <dgm:spPr/>
      <dgm:t>
        <a:bodyPr/>
        <a:lstStyle/>
        <a:p>
          <a:endParaRPr lang="de-DE"/>
        </a:p>
      </dgm:t>
    </dgm:pt>
    <dgm:pt modelId="{0DDC96AC-80EF-AD4E-BBAB-FD9E6EFA41B3}" type="sibTrans" cxnId="{AB0405A4-F5C4-1647-A89F-E9FA470F1680}">
      <dgm:prSet/>
      <dgm:spPr/>
      <dgm:t>
        <a:bodyPr/>
        <a:lstStyle/>
        <a:p>
          <a:endParaRPr lang="de-DE"/>
        </a:p>
      </dgm:t>
    </dgm:pt>
    <dgm:pt modelId="{F2E5BA62-2363-DF40-B0D1-139F759B050E}">
      <dgm:prSet phldrT="[Text]"/>
      <dgm:spPr/>
      <dgm:t>
        <a:bodyPr/>
        <a:lstStyle/>
        <a:p>
          <a:r>
            <a:rPr lang="de-DE" dirty="0" err="1"/>
            <a:t>findFirst</a:t>
          </a:r>
          <a:endParaRPr lang="de-DE" dirty="0"/>
        </a:p>
      </dgm:t>
    </dgm:pt>
    <dgm:pt modelId="{B80E8AE2-2771-0D40-A735-F2883F358F46}" type="parTrans" cxnId="{014C5438-F126-634E-BA5D-2FFAC990D659}">
      <dgm:prSet/>
      <dgm:spPr/>
      <dgm:t>
        <a:bodyPr/>
        <a:lstStyle/>
        <a:p>
          <a:endParaRPr lang="de-DE"/>
        </a:p>
      </dgm:t>
    </dgm:pt>
    <dgm:pt modelId="{A135FCD1-2EE9-7347-ADA2-10000A19137E}" type="sibTrans" cxnId="{014C5438-F126-634E-BA5D-2FFAC990D659}">
      <dgm:prSet/>
      <dgm:spPr/>
      <dgm:t>
        <a:bodyPr/>
        <a:lstStyle/>
        <a:p>
          <a:endParaRPr lang="de-DE"/>
        </a:p>
      </dgm:t>
    </dgm:pt>
    <dgm:pt modelId="{BC1C2070-644B-4143-A8F3-FB3906DC416C}" type="pres">
      <dgm:prSet presAssocID="{C5E9A6EF-7A77-2C4F-89A3-A1EB85BD89C8}" presName="layout" presStyleCnt="0">
        <dgm:presLayoutVars>
          <dgm:chMax/>
          <dgm:chPref/>
          <dgm:dir/>
          <dgm:resizeHandles/>
        </dgm:presLayoutVars>
      </dgm:prSet>
      <dgm:spPr/>
    </dgm:pt>
    <dgm:pt modelId="{2F52C90D-C3EC-6442-A3D4-7DC06A10126B}" type="pres">
      <dgm:prSet presAssocID="{E523C9C9-44E4-8F4C-AFF0-0A41583A5470}" presName="root" presStyleCnt="0">
        <dgm:presLayoutVars>
          <dgm:chMax/>
          <dgm:chPref/>
        </dgm:presLayoutVars>
      </dgm:prSet>
      <dgm:spPr/>
    </dgm:pt>
    <dgm:pt modelId="{80DD9790-B69E-1942-8DF4-740A5C635AA5}" type="pres">
      <dgm:prSet presAssocID="{E523C9C9-44E4-8F4C-AFF0-0A41583A5470}" presName="rootComposite" presStyleCnt="0">
        <dgm:presLayoutVars/>
      </dgm:prSet>
      <dgm:spPr/>
    </dgm:pt>
    <dgm:pt modelId="{936B98D3-800E-F74A-9A0F-E2FFD80B7A9A}" type="pres">
      <dgm:prSet presAssocID="{E523C9C9-44E4-8F4C-AFF0-0A41583A5470}" presName="ParentAccent" presStyleLbl="alignNode1" presStyleIdx="0" presStyleCnt="2"/>
      <dgm:spPr/>
    </dgm:pt>
    <dgm:pt modelId="{EFBB4F44-452B-744E-8688-A5A644D558E5}" type="pres">
      <dgm:prSet presAssocID="{E523C9C9-44E4-8F4C-AFF0-0A41583A5470}" presName="ParentSmallAccent" presStyleLbl="fgAcc1" presStyleIdx="0" presStyleCnt="2"/>
      <dgm:spPr/>
    </dgm:pt>
    <dgm:pt modelId="{4FC99E78-1155-0845-8512-C9CBF1EAC6CC}" type="pres">
      <dgm:prSet presAssocID="{E523C9C9-44E4-8F4C-AFF0-0A41583A5470}" presName="Parent" presStyleLbl="revTx" presStyleIdx="0" presStyleCnt="14">
        <dgm:presLayoutVars>
          <dgm:chMax/>
          <dgm:chPref val="4"/>
          <dgm:bulletEnabled val="1"/>
        </dgm:presLayoutVars>
      </dgm:prSet>
      <dgm:spPr/>
    </dgm:pt>
    <dgm:pt modelId="{ABDDF55C-8A48-4444-B9AB-4F2BD2B6E33A}" type="pres">
      <dgm:prSet presAssocID="{E523C9C9-44E4-8F4C-AFF0-0A41583A5470}" presName="childShape" presStyleCnt="0">
        <dgm:presLayoutVars>
          <dgm:chMax val="0"/>
          <dgm:chPref val="0"/>
        </dgm:presLayoutVars>
      </dgm:prSet>
      <dgm:spPr/>
    </dgm:pt>
    <dgm:pt modelId="{A2D4381A-37FC-0C4F-9540-0B529BF519A9}" type="pres">
      <dgm:prSet presAssocID="{5E1A3761-696C-A247-A10F-46C164BC8AA8}" presName="childComposite" presStyleCnt="0">
        <dgm:presLayoutVars>
          <dgm:chMax val="0"/>
          <dgm:chPref val="0"/>
        </dgm:presLayoutVars>
      </dgm:prSet>
      <dgm:spPr/>
    </dgm:pt>
    <dgm:pt modelId="{F347F7C1-F496-F64F-9104-1061677E3A08}" type="pres">
      <dgm:prSet presAssocID="{5E1A3761-696C-A247-A10F-46C164BC8AA8}" presName="ChildAccent" presStyleLbl="solidFgAcc1" presStyleIdx="0" presStyleCnt="12"/>
      <dgm:spPr/>
    </dgm:pt>
    <dgm:pt modelId="{C5C4DBBF-59F3-834F-A223-831DC26DDE50}" type="pres">
      <dgm:prSet presAssocID="{5E1A3761-696C-A247-A10F-46C164BC8AA8}" presName="Child" presStyleLbl="revTx" presStyleIdx="1" presStyleCnt="14">
        <dgm:presLayoutVars>
          <dgm:chMax val="0"/>
          <dgm:chPref val="0"/>
          <dgm:bulletEnabled val="1"/>
        </dgm:presLayoutVars>
      </dgm:prSet>
      <dgm:spPr/>
    </dgm:pt>
    <dgm:pt modelId="{F70D17B5-4A22-1146-919C-4C7A2869D47D}" type="pres">
      <dgm:prSet presAssocID="{6A8A650A-0C93-F14A-9361-0118E1F7EC60}" presName="childComposite" presStyleCnt="0">
        <dgm:presLayoutVars>
          <dgm:chMax val="0"/>
          <dgm:chPref val="0"/>
        </dgm:presLayoutVars>
      </dgm:prSet>
      <dgm:spPr/>
    </dgm:pt>
    <dgm:pt modelId="{8D6D2AA9-EA8F-634D-B9BE-DAA48591AC4E}" type="pres">
      <dgm:prSet presAssocID="{6A8A650A-0C93-F14A-9361-0118E1F7EC60}" presName="ChildAccent" presStyleLbl="solidFgAcc1" presStyleIdx="1" presStyleCnt="12"/>
      <dgm:spPr/>
    </dgm:pt>
    <dgm:pt modelId="{0EA5CB1D-5FD4-DE49-BD8B-06A65406B791}" type="pres">
      <dgm:prSet presAssocID="{6A8A650A-0C93-F14A-9361-0118E1F7EC60}" presName="Child" presStyleLbl="revTx" presStyleIdx="2" presStyleCnt="14">
        <dgm:presLayoutVars>
          <dgm:chMax val="0"/>
          <dgm:chPref val="0"/>
          <dgm:bulletEnabled val="1"/>
        </dgm:presLayoutVars>
      </dgm:prSet>
      <dgm:spPr/>
    </dgm:pt>
    <dgm:pt modelId="{AA2B0CC1-DB0A-4949-B6D6-7C294B5547BF}" type="pres">
      <dgm:prSet presAssocID="{4F29715C-9C08-D943-BD03-131B551D8C09}" presName="childComposite" presStyleCnt="0">
        <dgm:presLayoutVars>
          <dgm:chMax val="0"/>
          <dgm:chPref val="0"/>
        </dgm:presLayoutVars>
      </dgm:prSet>
      <dgm:spPr/>
    </dgm:pt>
    <dgm:pt modelId="{8233E98F-D7DA-4345-A3B5-274A61A28C68}" type="pres">
      <dgm:prSet presAssocID="{4F29715C-9C08-D943-BD03-131B551D8C09}" presName="ChildAccent" presStyleLbl="solidFgAcc1" presStyleIdx="2" presStyleCnt="12"/>
      <dgm:spPr/>
    </dgm:pt>
    <dgm:pt modelId="{DED6C75D-1E28-434D-853E-2D29D3E7710C}" type="pres">
      <dgm:prSet presAssocID="{4F29715C-9C08-D943-BD03-131B551D8C09}" presName="Child" presStyleLbl="revTx" presStyleIdx="3" presStyleCnt="14">
        <dgm:presLayoutVars>
          <dgm:chMax val="0"/>
          <dgm:chPref val="0"/>
          <dgm:bulletEnabled val="1"/>
        </dgm:presLayoutVars>
      </dgm:prSet>
      <dgm:spPr/>
    </dgm:pt>
    <dgm:pt modelId="{2D5984DF-FAAB-3745-BB4D-2E9BC1B450D4}" type="pres">
      <dgm:prSet presAssocID="{34F7FA70-3B51-8A49-BE3F-6DF5AFAFA5DA}" presName="childComposite" presStyleCnt="0">
        <dgm:presLayoutVars>
          <dgm:chMax val="0"/>
          <dgm:chPref val="0"/>
        </dgm:presLayoutVars>
      </dgm:prSet>
      <dgm:spPr/>
    </dgm:pt>
    <dgm:pt modelId="{88E757B0-4E49-9A40-B9F2-A0850E6FE243}" type="pres">
      <dgm:prSet presAssocID="{34F7FA70-3B51-8A49-BE3F-6DF5AFAFA5DA}" presName="ChildAccent" presStyleLbl="solidFgAcc1" presStyleIdx="3" presStyleCnt="12"/>
      <dgm:spPr/>
    </dgm:pt>
    <dgm:pt modelId="{041626F9-A23B-F246-8047-0BCF07C14460}" type="pres">
      <dgm:prSet presAssocID="{34F7FA70-3B51-8A49-BE3F-6DF5AFAFA5DA}" presName="Child" presStyleLbl="revTx" presStyleIdx="4" presStyleCnt="14">
        <dgm:presLayoutVars>
          <dgm:chMax val="0"/>
          <dgm:chPref val="0"/>
          <dgm:bulletEnabled val="1"/>
        </dgm:presLayoutVars>
      </dgm:prSet>
      <dgm:spPr/>
    </dgm:pt>
    <dgm:pt modelId="{7C18A339-0C48-064D-B60D-D1C285BA6E41}" type="pres">
      <dgm:prSet presAssocID="{54E0D958-B473-B843-ABEB-72168ECAD51A}" presName="childComposite" presStyleCnt="0">
        <dgm:presLayoutVars>
          <dgm:chMax val="0"/>
          <dgm:chPref val="0"/>
        </dgm:presLayoutVars>
      </dgm:prSet>
      <dgm:spPr/>
    </dgm:pt>
    <dgm:pt modelId="{F692CA78-A415-F641-9D76-A55F8BBAEDC7}" type="pres">
      <dgm:prSet presAssocID="{54E0D958-B473-B843-ABEB-72168ECAD51A}" presName="ChildAccent" presStyleLbl="solidFgAcc1" presStyleIdx="4" presStyleCnt="12"/>
      <dgm:spPr/>
    </dgm:pt>
    <dgm:pt modelId="{D849052E-1296-C04D-A318-77E326D99888}" type="pres">
      <dgm:prSet presAssocID="{54E0D958-B473-B843-ABEB-72168ECAD51A}" presName="Child" presStyleLbl="revTx" presStyleIdx="5" presStyleCnt="14">
        <dgm:presLayoutVars>
          <dgm:chMax val="0"/>
          <dgm:chPref val="0"/>
          <dgm:bulletEnabled val="1"/>
        </dgm:presLayoutVars>
      </dgm:prSet>
      <dgm:spPr/>
    </dgm:pt>
    <dgm:pt modelId="{6426148C-893C-AD43-9E28-E429BAD1FE49}" type="pres">
      <dgm:prSet presAssocID="{E8C406D6-A9AC-C245-B757-1D5F6098F671}" presName="childComposite" presStyleCnt="0">
        <dgm:presLayoutVars>
          <dgm:chMax val="0"/>
          <dgm:chPref val="0"/>
        </dgm:presLayoutVars>
      </dgm:prSet>
      <dgm:spPr/>
    </dgm:pt>
    <dgm:pt modelId="{9D1E9075-AD49-9D42-AB06-CF9F4E42983B}" type="pres">
      <dgm:prSet presAssocID="{E8C406D6-A9AC-C245-B757-1D5F6098F671}" presName="ChildAccent" presStyleLbl="solidFgAcc1" presStyleIdx="5" presStyleCnt="12"/>
      <dgm:spPr/>
    </dgm:pt>
    <dgm:pt modelId="{A5FBD568-00F0-CA41-9442-45AA230B9268}" type="pres">
      <dgm:prSet presAssocID="{E8C406D6-A9AC-C245-B757-1D5F6098F671}" presName="Child" presStyleLbl="revTx" presStyleIdx="6" presStyleCnt="14">
        <dgm:presLayoutVars>
          <dgm:chMax val="0"/>
          <dgm:chPref val="0"/>
          <dgm:bulletEnabled val="1"/>
        </dgm:presLayoutVars>
      </dgm:prSet>
      <dgm:spPr/>
    </dgm:pt>
    <dgm:pt modelId="{727BE5A9-FD6D-FE4A-B03C-AE440F5CCE36}" type="pres">
      <dgm:prSet presAssocID="{25DC7A00-683F-1644-BB5D-DACA931D83F3}" presName="root" presStyleCnt="0">
        <dgm:presLayoutVars>
          <dgm:chMax/>
          <dgm:chPref/>
        </dgm:presLayoutVars>
      </dgm:prSet>
      <dgm:spPr/>
    </dgm:pt>
    <dgm:pt modelId="{8CC09BC1-BE8A-8D48-AEBD-5963E2A82000}" type="pres">
      <dgm:prSet presAssocID="{25DC7A00-683F-1644-BB5D-DACA931D83F3}" presName="rootComposite" presStyleCnt="0">
        <dgm:presLayoutVars/>
      </dgm:prSet>
      <dgm:spPr/>
    </dgm:pt>
    <dgm:pt modelId="{80F5CA70-F5A9-6D46-BBF0-B1BF51B96806}" type="pres">
      <dgm:prSet presAssocID="{25DC7A00-683F-1644-BB5D-DACA931D83F3}" presName="ParentAccent" presStyleLbl="alignNode1" presStyleIdx="1" presStyleCnt="2"/>
      <dgm:spPr/>
    </dgm:pt>
    <dgm:pt modelId="{0F8A1F45-F0FE-174D-9804-9F3153FCE4CC}" type="pres">
      <dgm:prSet presAssocID="{25DC7A00-683F-1644-BB5D-DACA931D83F3}" presName="ParentSmallAccent" presStyleLbl="fgAcc1" presStyleIdx="1" presStyleCnt="2"/>
      <dgm:spPr/>
    </dgm:pt>
    <dgm:pt modelId="{70D9E660-3672-EB4B-90E2-490E14AE574C}" type="pres">
      <dgm:prSet presAssocID="{25DC7A00-683F-1644-BB5D-DACA931D83F3}" presName="Parent" presStyleLbl="revTx" presStyleIdx="7" presStyleCnt="14">
        <dgm:presLayoutVars>
          <dgm:chMax/>
          <dgm:chPref val="4"/>
          <dgm:bulletEnabled val="1"/>
        </dgm:presLayoutVars>
      </dgm:prSet>
      <dgm:spPr/>
    </dgm:pt>
    <dgm:pt modelId="{5EFBAEB5-75D8-0D45-9ECD-C02F4EF49BA6}" type="pres">
      <dgm:prSet presAssocID="{25DC7A00-683F-1644-BB5D-DACA931D83F3}" presName="childShape" presStyleCnt="0">
        <dgm:presLayoutVars>
          <dgm:chMax val="0"/>
          <dgm:chPref val="0"/>
        </dgm:presLayoutVars>
      </dgm:prSet>
      <dgm:spPr/>
    </dgm:pt>
    <dgm:pt modelId="{F21CEAAD-E78B-0843-A5ED-2FA767A60E7F}" type="pres">
      <dgm:prSet presAssocID="{A6FAB208-DDBE-9C45-9FB9-1F193F4464C9}" presName="childComposite" presStyleCnt="0">
        <dgm:presLayoutVars>
          <dgm:chMax val="0"/>
          <dgm:chPref val="0"/>
        </dgm:presLayoutVars>
      </dgm:prSet>
      <dgm:spPr/>
    </dgm:pt>
    <dgm:pt modelId="{558D38F1-94DA-6E4A-94E3-90E60D86BBEE}" type="pres">
      <dgm:prSet presAssocID="{A6FAB208-DDBE-9C45-9FB9-1F193F4464C9}" presName="ChildAccent" presStyleLbl="solidFgAcc1" presStyleIdx="6" presStyleCnt="12"/>
      <dgm:spPr/>
    </dgm:pt>
    <dgm:pt modelId="{98267CF4-FDBE-EF4B-9516-67DE565AC5C2}" type="pres">
      <dgm:prSet presAssocID="{A6FAB208-DDBE-9C45-9FB9-1F193F4464C9}" presName="Child" presStyleLbl="revTx" presStyleIdx="8" presStyleCnt="14">
        <dgm:presLayoutVars>
          <dgm:chMax val="0"/>
          <dgm:chPref val="0"/>
          <dgm:bulletEnabled val="1"/>
        </dgm:presLayoutVars>
      </dgm:prSet>
      <dgm:spPr/>
    </dgm:pt>
    <dgm:pt modelId="{C17D6990-F311-F04E-88BC-65FB6B13FEF6}" type="pres">
      <dgm:prSet presAssocID="{D8A8A526-74B6-BD45-97D1-859FB7D066FA}" presName="childComposite" presStyleCnt="0">
        <dgm:presLayoutVars>
          <dgm:chMax val="0"/>
          <dgm:chPref val="0"/>
        </dgm:presLayoutVars>
      </dgm:prSet>
      <dgm:spPr/>
    </dgm:pt>
    <dgm:pt modelId="{5EB43296-6BB6-9D43-AD57-5910B07E227C}" type="pres">
      <dgm:prSet presAssocID="{D8A8A526-74B6-BD45-97D1-859FB7D066FA}" presName="ChildAccent" presStyleLbl="solidFgAcc1" presStyleIdx="7" presStyleCnt="12"/>
      <dgm:spPr/>
    </dgm:pt>
    <dgm:pt modelId="{AEFE7DCB-6CA6-2447-9655-3627004F00CA}" type="pres">
      <dgm:prSet presAssocID="{D8A8A526-74B6-BD45-97D1-859FB7D066FA}" presName="Child" presStyleLbl="revTx" presStyleIdx="9" presStyleCnt="14">
        <dgm:presLayoutVars>
          <dgm:chMax val="0"/>
          <dgm:chPref val="0"/>
          <dgm:bulletEnabled val="1"/>
        </dgm:presLayoutVars>
      </dgm:prSet>
      <dgm:spPr/>
    </dgm:pt>
    <dgm:pt modelId="{3558D5FD-979F-6945-9A54-2C7D9BB0CB63}" type="pres">
      <dgm:prSet presAssocID="{A5240FC0-C1CB-6C43-B04F-31C88EE22181}" presName="childComposite" presStyleCnt="0">
        <dgm:presLayoutVars>
          <dgm:chMax val="0"/>
          <dgm:chPref val="0"/>
        </dgm:presLayoutVars>
      </dgm:prSet>
      <dgm:spPr/>
    </dgm:pt>
    <dgm:pt modelId="{AECA63DD-0EB6-1F45-9144-7BC4B2B47254}" type="pres">
      <dgm:prSet presAssocID="{A5240FC0-C1CB-6C43-B04F-31C88EE22181}" presName="ChildAccent" presStyleLbl="solidFgAcc1" presStyleIdx="8" presStyleCnt="12"/>
      <dgm:spPr/>
    </dgm:pt>
    <dgm:pt modelId="{944D9F32-E826-1141-828E-D2235C1AE056}" type="pres">
      <dgm:prSet presAssocID="{A5240FC0-C1CB-6C43-B04F-31C88EE22181}" presName="Child" presStyleLbl="revTx" presStyleIdx="10" presStyleCnt="14">
        <dgm:presLayoutVars>
          <dgm:chMax val="0"/>
          <dgm:chPref val="0"/>
          <dgm:bulletEnabled val="1"/>
        </dgm:presLayoutVars>
      </dgm:prSet>
      <dgm:spPr/>
    </dgm:pt>
    <dgm:pt modelId="{42B148D3-4286-C646-93CE-8D7BD781711E}" type="pres">
      <dgm:prSet presAssocID="{9488761A-BCD6-5446-89EB-3B7E28F383B9}" presName="childComposite" presStyleCnt="0">
        <dgm:presLayoutVars>
          <dgm:chMax val="0"/>
          <dgm:chPref val="0"/>
        </dgm:presLayoutVars>
      </dgm:prSet>
      <dgm:spPr/>
    </dgm:pt>
    <dgm:pt modelId="{3F4D3C5B-4DA7-BD43-B520-4BA6790DF61E}" type="pres">
      <dgm:prSet presAssocID="{9488761A-BCD6-5446-89EB-3B7E28F383B9}" presName="ChildAccent" presStyleLbl="solidFgAcc1" presStyleIdx="9" presStyleCnt="12"/>
      <dgm:spPr/>
    </dgm:pt>
    <dgm:pt modelId="{F89EB8DD-EB8A-8C43-AF21-C13F69153078}" type="pres">
      <dgm:prSet presAssocID="{9488761A-BCD6-5446-89EB-3B7E28F383B9}" presName="Child" presStyleLbl="revTx" presStyleIdx="11" presStyleCnt="14">
        <dgm:presLayoutVars>
          <dgm:chMax val="0"/>
          <dgm:chPref val="0"/>
          <dgm:bulletEnabled val="1"/>
        </dgm:presLayoutVars>
      </dgm:prSet>
      <dgm:spPr/>
    </dgm:pt>
    <dgm:pt modelId="{EB0F14D8-902C-764D-831F-BAC0F51ABE62}" type="pres">
      <dgm:prSet presAssocID="{79F93832-0A17-DB48-A1C7-D899C215C72B}" presName="childComposite" presStyleCnt="0">
        <dgm:presLayoutVars>
          <dgm:chMax val="0"/>
          <dgm:chPref val="0"/>
        </dgm:presLayoutVars>
      </dgm:prSet>
      <dgm:spPr/>
    </dgm:pt>
    <dgm:pt modelId="{9DEAEA6C-0A14-1A43-B7CF-2DB1F13CB753}" type="pres">
      <dgm:prSet presAssocID="{79F93832-0A17-DB48-A1C7-D899C215C72B}" presName="ChildAccent" presStyleLbl="solidFgAcc1" presStyleIdx="10" presStyleCnt="12"/>
      <dgm:spPr/>
    </dgm:pt>
    <dgm:pt modelId="{532B82C2-F03A-054B-9C56-7E7ACF31BCDA}" type="pres">
      <dgm:prSet presAssocID="{79F93832-0A17-DB48-A1C7-D899C215C72B}" presName="Child" presStyleLbl="revTx" presStyleIdx="12" presStyleCnt="14">
        <dgm:presLayoutVars>
          <dgm:chMax val="0"/>
          <dgm:chPref val="0"/>
          <dgm:bulletEnabled val="1"/>
        </dgm:presLayoutVars>
      </dgm:prSet>
      <dgm:spPr/>
    </dgm:pt>
    <dgm:pt modelId="{0C4E649A-8BA0-3149-AAA8-0252D450DE2B}" type="pres">
      <dgm:prSet presAssocID="{F2E5BA62-2363-DF40-B0D1-139F759B050E}" presName="childComposite" presStyleCnt="0">
        <dgm:presLayoutVars>
          <dgm:chMax val="0"/>
          <dgm:chPref val="0"/>
        </dgm:presLayoutVars>
      </dgm:prSet>
      <dgm:spPr/>
    </dgm:pt>
    <dgm:pt modelId="{C77EDB56-4C60-3644-86FB-85B2551EC4FB}" type="pres">
      <dgm:prSet presAssocID="{F2E5BA62-2363-DF40-B0D1-139F759B050E}" presName="ChildAccent" presStyleLbl="solidFgAcc1" presStyleIdx="11" presStyleCnt="12"/>
      <dgm:spPr/>
    </dgm:pt>
    <dgm:pt modelId="{167598D0-4FB3-AC4C-B6D1-002B6F7BE244}" type="pres">
      <dgm:prSet presAssocID="{F2E5BA62-2363-DF40-B0D1-139F759B050E}" presName="Child" presStyleLbl="revTx" presStyleIdx="13" presStyleCnt="14">
        <dgm:presLayoutVars>
          <dgm:chMax val="0"/>
          <dgm:chPref val="0"/>
          <dgm:bulletEnabled val="1"/>
        </dgm:presLayoutVars>
      </dgm:prSet>
      <dgm:spPr/>
    </dgm:pt>
  </dgm:ptLst>
  <dgm:cxnLst>
    <dgm:cxn modelId="{80256412-1C31-AC4B-B611-8E72D810B72B}" srcId="{E523C9C9-44E4-8F4C-AFF0-0A41583A5470}" destId="{E8C406D6-A9AC-C245-B757-1D5F6098F671}" srcOrd="5" destOrd="0" parTransId="{CD79FFC7-642E-AF43-B6F3-72457378295C}" sibTransId="{16745278-1785-9F4C-BC52-419EF1995AB3}"/>
    <dgm:cxn modelId="{17D56514-297B-CF42-A9F1-87989DC0765D}" type="presOf" srcId="{E8C406D6-A9AC-C245-B757-1D5F6098F671}" destId="{A5FBD568-00F0-CA41-9442-45AA230B9268}" srcOrd="0" destOrd="0" presId="urn:microsoft.com/office/officeart/2008/layout/SquareAccentList"/>
    <dgm:cxn modelId="{C25AE12D-E0CA-F148-A166-D0F32CE73344}" srcId="{C5E9A6EF-7A77-2C4F-89A3-A1EB85BD89C8}" destId="{E523C9C9-44E4-8F4C-AFF0-0A41583A5470}" srcOrd="0" destOrd="0" parTransId="{BFDD7C29-7827-9F41-A10B-235C8F10D135}" sibTransId="{849F7042-090C-154F-B331-9D79B86139AD}"/>
    <dgm:cxn modelId="{A5729033-6452-3149-9DE4-4A8ECFA7EB25}" srcId="{E523C9C9-44E4-8F4C-AFF0-0A41583A5470}" destId="{5E1A3761-696C-A247-A10F-46C164BC8AA8}" srcOrd="0" destOrd="0" parTransId="{8C609066-3EB0-E946-BC44-839A246CE517}" sibTransId="{066C3D85-9EFB-2647-B41D-D3C20BDC3EBD}"/>
    <dgm:cxn modelId="{FC35EE33-4C23-F941-8E24-363F51F3C625}" type="presOf" srcId="{4F29715C-9C08-D943-BD03-131B551D8C09}" destId="{DED6C75D-1E28-434D-853E-2D29D3E7710C}" srcOrd="0" destOrd="0" presId="urn:microsoft.com/office/officeart/2008/layout/SquareAccentList"/>
    <dgm:cxn modelId="{57725436-3410-604A-AC14-37370B5A6E05}" type="presOf" srcId="{F2E5BA62-2363-DF40-B0D1-139F759B050E}" destId="{167598D0-4FB3-AC4C-B6D1-002B6F7BE244}" srcOrd="0" destOrd="0" presId="urn:microsoft.com/office/officeart/2008/layout/SquareAccentList"/>
    <dgm:cxn modelId="{A4BC6937-DE7F-FC44-BAD1-184F80B54C35}" type="presOf" srcId="{79F93832-0A17-DB48-A1C7-D899C215C72B}" destId="{532B82C2-F03A-054B-9C56-7E7ACF31BCDA}" srcOrd="0" destOrd="0" presId="urn:microsoft.com/office/officeart/2008/layout/SquareAccentList"/>
    <dgm:cxn modelId="{014C5438-F126-634E-BA5D-2FFAC990D659}" srcId="{25DC7A00-683F-1644-BB5D-DACA931D83F3}" destId="{F2E5BA62-2363-DF40-B0D1-139F759B050E}" srcOrd="5" destOrd="0" parTransId="{B80E8AE2-2771-0D40-A735-F2883F358F46}" sibTransId="{A135FCD1-2EE9-7347-ADA2-10000A19137E}"/>
    <dgm:cxn modelId="{AA58CE3D-AF36-F34E-8C03-19D8C4427570}" srcId="{25DC7A00-683F-1644-BB5D-DACA931D83F3}" destId="{9488761A-BCD6-5446-89EB-3B7E28F383B9}" srcOrd="3" destOrd="0" parTransId="{69E271EE-9CE6-5C49-BEB7-FC3F85B002D9}" sibTransId="{034B6CBC-31FF-6340-A470-29600FF0B667}"/>
    <dgm:cxn modelId="{0AD77743-A0D6-A041-9CD3-54F1F1707F32}" srcId="{25DC7A00-683F-1644-BB5D-DACA931D83F3}" destId="{A6FAB208-DDBE-9C45-9FB9-1F193F4464C9}" srcOrd="0" destOrd="0" parTransId="{5D5ECCB8-24EC-D647-BA96-C7A06D8A28EC}" sibTransId="{A2E46242-7B60-5D41-8068-3E1B22B00737}"/>
    <dgm:cxn modelId="{00BE594A-C7F9-6746-B8F8-1CB5C6153694}" srcId="{25DC7A00-683F-1644-BB5D-DACA931D83F3}" destId="{D8A8A526-74B6-BD45-97D1-859FB7D066FA}" srcOrd="1" destOrd="0" parTransId="{52E1F517-341B-4F44-A043-0B14D387733C}" sibTransId="{FE10DD2B-E756-064E-8A54-BAC1B2830E1A}"/>
    <dgm:cxn modelId="{79C8AC50-8D78-804D-93DC-D25488B0CDD1}" type="presOf" srcId="{6A8A650A-0C93-F14A-9361-0118E1F7EC60}" destId="{0EA5CB1D-5FD4-DE49-BD8B-06A65406B791}" srcOrd="0" destOrd="0" presId="urn:microsoft.com/office/officeart/2008/layout/SquareAccentList"/>
    <dgm:cxn modelId="{69C2B459-D4B1-8941-BD85-38273DCA96B8}" srcId="{E523C9C9-44E4-8F4C-AFF0-0A41583A5470}" destId="{54E0D958-B473-B843-ABEB-72168ECAD51A}" srcOrd="4" destOrd="0" parTransId="{73284425-4754-B84D-8B8B-41E7E01BCB11}" sibTransId="{631A3606-C7C8-1644-A0C6-B9A218724756}"/>
    <dgm:cxn modelId="{59F45367-EC1C-9941-BE71-2E2EAF905A95}" type="presOf" srcId="{34F7FA70-3B51-8A49-BE3F-6DF5AFAFA5DA}" destId="{041626F9-A23B-F246-8047-0BCF07C14460}" srcOrd="0" destOrd="0" presId="urn:microsoft.com/office/officeart/2008/layout/SquareAccentList"/>
    <dgm:cxn modelId="{BC62E86E-7B7C-A448-897A-2F73C3C03FF7}" type="presOf" srcId="{54E0D958-B473-B843-ABEB-72168ECAD51A}" destId="{D849052E-1296-C04D-A318-77E326D99888}" srcOrd="0" destOrd="0" presId="urn:microsoft.com/office/officeart/2008/layout/SquareAccentList"/>
    <dgm:cxn modelId="{DDE45278-60AE-B44A-8CDF-CB4FF3401AC4}" type="presOf" srcId="{D8A8A526-74B6-BD45-97D1-859FB7D066FA}" destId="{AEFE7DCB-6CA6-2447-9655-3627004F00CA}" srcOrd="0" destOrd="0" presId="urn:microsoft.com/office/officeart/2008/layout/SquareAccentList"/>
    <dgm:cxn modelId="{DCE8FA79-D194-CB40-A5DC-CDDA34EE40A4}" srcId="{25DC7A00-683F-1644-BB5D-DACA931D83F3}" destId="{A5240FC0-C1CB-6C43-B04F-31C88EE22181}" srcOrd="2" destOrd="0" parTransId="{072B4714-1C59-654A-B9B6-F35B06D32DE7}" sibTransId="{996BA8A1-6DF0-124C-B0AF-5C788FEBDA23}"/>
    <dgm:cxn modelId="{F306B37C-F043-E24B-ABE9-419A01A42B19}" type="presOf" srcId="{A5240FC0-C1CB-6C43-B04F-31C88EE22181}" destId="{944D9F32-E826-1141-828E-D2235C1AE056}" srcOrd="0" destOrd="0" presId="urn:microsoft.com/office/officeart/2008/layout/SquareAccentList"/>
    <dgm:cxn modelId="{4C53BD8A-38F1-324C-A50C-CDDC5EEA160E}" type="presOf" srcId="{25DC7A00-683F-1644-BB5D-DACA931D83F3}" destId="{70D9E660-3672-EB4B-90E2-490E14AE574C}" srcOrd="0" destOrd="0" presId="urn:microsoft.com/office/officeart/2008/layout/SquareAccentList"/>
    <dgm:cxn modelId="{C262E89D-07FD-9B4A-AFB0-8E4F1F8CCA11}" srcId="{C5E9A6EF-7A77-2C4F-89A3-A1EB85BD89C8}" destId="{25DC7A00-683F-1644-BB5D-DACA931D83F3}" srcOrd="1" destOrd="0" parTransId="{69EF6156-6F14-184A-A52D-7E691797028B}" sibTransId="{D785C973-2E20-0549-AB5D-86A4D742E614}"/>
    <dgm:cxn modelId="{AB0405A4-F5C4-1647-A89F-E9FA470F1680}" srcId="{25DC7A00-683F-1644-BB5D-DACA931D83F3}" destId="{79F93832-0A17-DB48-A1C7-D899C215C72B}" srcOrd="4" destOrd="0" parTransId="{1F1BA779-5C05-934F-BB90-B1AE3725227C}" sibTransId="{0DDC96AC-80EF-AD4E-BBAB-FD9E6EFA41B3}"/>
    <dgm:cxn modelId="{D4FE74A9-B800-5843-A182-C1253C7CAECE}" srcId="{E523C9C9-44E4-8F4C-AFF0-0A41583A5470}" destId="{4F29715C-9C08-D943-BD03-131B551D8C09}" srcOrd="2" destOrd="0" parTransId="{A2C3A007-B70E-0841-A545-10CA743976F8}" sibTransId="{3BC4D253-B3F6-F949-B2EF-22C04E9D4398}"/>
    <dgm:cxn modelId="{92BE3AAE-15A9-E245-B7BA-A4D619F57A5D}" srcId="{E523C9C9-44E4-8F4C-AFF0-0A41583A5470}" destId="{6A8A650A-0C93-F14A-9361-0118E1F7EC60}" srcOrd="1" destOrd="0" parTransId="{712828DD-507C-5E4F-B5BC-CE9DDD87DB83}" sibTransId="{746CDBDF-8526-4046-9408-D9DB06C05211}"/>
    <dgm:cxn modelId="{447B8EB2-87CD-8346-9ACE-8144C4EB43E0}" srcId="{E523C9C9-44E4-8F4C-AFF0-0A41583A5470}" destId="{34F7FA70-3B51-8A49-BE3F-6DF5AFAFA5DA}" srcOrd="3" destOrd="0" parTransId="{B509E933-B07D-2645-BAE1-8185D8A88FF4}" sibTransId="{30E9466F-DAE7-474A-A54E-E538DFB6AD98}"/>
    <dgm:cxn modelId="{9E7A42C7-B059-8A4E-BAC4-CB5FEA3BE987}" type="presOf" srcId="{9488761A-BCD6-5446-89EB-3B7E28F383B9}" destId="{F89EB8DD-EB8A-8C43-AF21-C13F69153078}" srcOrd="0" destOrd="0" presId="urn:microsoft.com/office/officeart/2008/layout/SquareAccentList"/>
    <dgm:cxn modelId="{E7C140D4-4C6A-AE4F-B6C6-406C8150D64C}" type="presOf" srcId="{A6FAB208-DDBE-9C45-9FB9-1F193F4464C9}" destId="{98267CF4-FDBE-EF4B-9516-67DE565AC5C2}" srcOrd="0" destOrd="0" presId="urn:microsoft.com/office/officeart/2008/layout/SquareAccentList"/>
    <dgm:cxn modelId="{16FD2CDE-4581-8B46-A551-8091D893911F}" type="presOf" srcId="{C5E9A6EF-7A77-2C4F-89A3-A1EB85BD89C8}" destId="{BC1C2070-644B-4143-A8F3-FB3906DC416C}" srcOrd="0" destOrd="0" presId="urn:microsoft.com/office/officeart/2008/layout/SquareAccentList"/>
    <dgm:cxn modelId="{102C3DEA-B040-674F-9E4B-A00AACD6B873}" type="presOf" srcId="{5E1A3761-696C-A247-A10F-46C164BC8AA8}" destId="{C5C4DBBF-59F3-834F-A223-831DC26DDE50}" srcOrd="0" destOrd="0" presId="urn:microsoft.com/office/officeart/2008/layout/SquareAccentList"/>
    <dgm:cxn modelId="{B47519F9-A14E-7844-9BC6-1DF912659102}" type="presOf" srcId="{E523C9C9-44E4-8F4C-AFF0-0A41583A5470}" destId="{4FC99E78-1155-0845-8512-C9CBF1EAC6CC}" srcOrd="0" destOrd="0" presId="urn:microsoft.com/office/officeart/2008/layout/SquareAccentList"/>
    <dgm:cxn modelId="{09CC18F2-8F71-6749-A53A-82216BEF8296}" type="presParOf" srcId="{BC1C2070-644B-4143-A8F3-FB3906DC416C}" destId="{2F52C90D-C3EC-6442-A3D4-7DC06A10126B}" srcOrd="0" destOrd="0" presId="urn:microsoft.com/office/officeart/2008/layout/SquareAccentList"/>
    <dgm:cxn modelId="{AE9F5D46-6CBD-664C-BBCD-B15F1703CA9A}" type="presParOf" srcId="{2F52C90D-C3EC-6442-A3D4-7DC06A10126B}" destId="{80DD9790-B69E-1942-8DF4-740A5C635AA5}" srcOrd="0" destOrd="0" presId="urn:microsoft.com/office/officeart/2008/layout/SquareAccentList"/>
    <dgm:cxn modelId="{C89AD7C7-D5AD-5A42-9147-AE82DCD9C63B}" type="presParOf" srcId="{80DD9790-B69E-1942-8DF4-740A5C635AA5}" destId="{936B98D3-800E-F74A-9A0F-E2FFD80B7A9A}" srcOrd="0" destOrd="0" presId="urn:microsoft.com/office/officeart/2008/layout/SquareAccentList"/>
    <dgm:cxn modelId="{BA03E31A-ECFA-6B48-93A0-A450010E4621}" type="presParOf" srcId="{80DD9790-B69E-1942-8DF4-740A5C635AA5}" destId="{EFBB4F44-452B-744E-8688-A5A644D558E5}" srcOrd="1" destOrd="0" presId="urn:microsoft.com/office/officeart/2008/layout/SquareAccentList"/>
    <dgm:cxn modelId="{95B464C6-90E6-734E-AEF6-13070F231DD5}" type="presParOf" srcId="{80DD9790-B69E-1942-8DF4-740A5C635AA5}" destId="{4FC99E78-1155-0845-8512-C9CBF1EAC6CC}" srcOrd="2" destOrd="0" presId="urn:microsoft.com/office/officeart/2008/layout/SquareAccentList"/>
    <dgm:cxn modelId="{FCC8CC9B-7F45-234C-9B57-CC37B1A2F2D6}" type="presParOf" srcId="{2F52C90D-C3EC-6442-A3D4-7DC06A10126B}" destId="{ABDDF55C-8A48-4444-B9AB-4F2BD2B6E33A}" srcOrd="1" destOrd="0" presId="urn:microsoft.com/office/officeart/2008/layout/SquareAccentList"/>
    <dgm:cxn modelId="{777FAF79-8FE0-5644-9F0A-6FA5063FD66A}" type="presParOf" srcId="{ABDDF55C-8A48-4444-B9AB-4F2BD2B6E33A}" destId="{A2D4381A-37FC-0C4F-9540-0B529BF519A9}" srcOrd="0" destOrd="0" presId="urn:microsoft.com/office/officeart/2008/layout/SquareAccentList"/>
    <dgm:cxn modelId="{BECE540F-355C-D241-AB29-AFCD567599CB}" type="presParOf" srcId="{A2D4381A-37FC-0C4F-9540-0B529BF519A9}" destId="{F347F7C1-F496-F64F-9104-1061677E3A08}" srcOrd="0" destOrd="0" presId="urn:microsoft.com/office/officeart/2008/layout/SquareAccentList"/>
    <dgm:cxn modelId="{A19A9BAD-9DE6-1D45-9452-93DE7FAC60D4}" type="presParOf" srcId="{A2D4381A-37FC-0C4F-9540-0B529BF519A9}" destId="{C5C4DBBF-59F3-834F-A223-831DC26DDE50}" srcOrd="1" destOrd="0" presId="urn:microsoft.com/office/officeart/2008/layout/SquareAccentList"/>
    <dgm:cxn modelId="{BDBE9DDF-A199-3241-9014-C261B34A9B89}" type="presParOf" srcId="{ABDDF55C-8A48-4444-B9AB-4F2BD2B6E33A}" destId="{F70D17B5-4A22-1146-919C-4C7A2869D47D}" srcOrd="1" destOrd="0" presId="urn:microsoft.com/office/officeart/2008/layout/SquareAccentList"/>
    <dgm:cxn modelId="{881CC1F7-1D74-794A-8138-A8283D05889C}" type="presParOf" srcId="{F70D17B5-4A22-1146-919C-4C7A2869D47D}" destId="{8D6D2AA9-EA8F-634D-B9BE-DAA48591AC4E}" srcOrd="0" destOrd="0" presId="urn:microsoft.com/office/officeart/2008/layout/SquareAccentList"/>
    <dgm:cxn modelId="{A92BCAC9-89E6-4847-83F7-16E1DAEF697E}" type="presParOf" srcId="{F70D17B5-4A22-1146-919C-4C7A2869D47D}" destId="{0EA5CB1D-5FD4-DE49-BD8B-06A65406B791}" srcOrd="1" destOrd="0" presId="urn:microsoft.com/office/officeart/2008/layout/SquareAccentList"/>
    <dgm:cxn modelId="{56F41827-D02B-A049-BAB2-E359E83A7ADB}" type="presParOf" srcId="{ABDDF55C-8A48-4444-B9AB-4F2BD2B6E33A}" destId="{AA2B0CC1-DB0A-4949-B6D6-7C294B5547BF}" srcOrd="2" destOrd="0" presId="urn:microsoft.com/office/officeart/2008/layout/SquareAccentList"/>
    <dgm:cxn modelId="{CA086C47-9E46-8943-803B-4E2B030D6C1C}" type="presParOf" srcId="{AA2B0CC1-DB0A-4949-B6D6-7C294B5547BF}" destId="{8233E98F-D7DA-4345-A3B5-274A61A28C68}" srcOrd="0" destOrd="0" presId="urn:microsoft.com/office/officeart/2008/layout/SquareAccentList"/>
    <dgm:cxn modelId="{7BBDC963-BC39-9246-AFEA-208038D63917}" type="presParOf" srcId="{AA2B0CC1-DB0A-4949-B6D6-7C294B5547BF}" destId="{DED6C75D-1E28-434D-853E-2D29D3E7710C}" srcOrd="1" destOrd="0" presId="urn:microsoft.com/office/officeart/2008/layout/SquareAccentList"/>
    <dgm:cxn modelId="{E283DC5A-242E-884F-AF27-5BAFD895E9A5}" type="presParOf" srcId="{ABDDF55C-8A48-4444-B9AB-4F2BD2B6E33A}" destId="{2D5984DF-FAAB-3745-BB4D-2E9BC1B450D4}" srcOrd="3" destOrd="0" presId="urn:microsoft.com/office/officeart/2008/layout/SquareAccentList"/>
    <dgm:cxn modelId="{F8733F12-C259-F543-B633-4AB854422C56}" type="presParOf" srcId="{2D5984DF-FAAB-3745-BB4D-2E9BC1B450D4}" destId="{88E757B0-4E49-9A40-B9F2-A0850E6FE243}" srcOrd="0" destOrd="0" presId="urn:microsoft.com/office/officeart/2008/layout/SquareAccentList"/>
    <dgm:cxn modelId="{66FBEF8C-AE7E-CE47-B881-B41084763D97}" type="presParOf" srcId="{2D5984DF-FAAB-3745-BB4D-2E9BC1B450D4}" destId="{041626F9-A23B-F246-8047-0BCF07C14460}" srcOrd="1" destOrd="0" presId="urn:microsoft.com/office/officeart/2008/layout/SquareAccentList"/>
    <dgm:cxn modelId="{634AEBF2-9108-FF43-A2B3-3AD75E5865DC}" type="presParOf" srcId="{ABDDF55C-8A48-4444-B9AB-4F2BD2B6E33A}" destId="{7C18A339-0C48-064D-B60D-D1C285BA6E41}" srcOrd="4" destOrd="0" presId="urn:microsoft.com/office/officeart/2008/layout/SquareAccentList"/>
    <dgm:cxn modelId="{2C354C91-9295-0849-B1EC-177BC1D78948}" type="presParOf" srcId="{7C18A339-0C48-064D-B60D-D1C285BA6E41}" destId="{F692CA78-A415-F641-9D76-A55F8BBAEDC7}" srcOrd="0" destOrd="0" presId="urn:microsoft.com/office/officeart/2008/layout/SquareAccentList"/>
    <dgm:cxn modelId="{C6BB023C-82CC-7A47-A997-7604C10893CD}" type="presParOf" srcId="{7C18A339-0C48-064D-B60D-D1C285BA6E41}" destId="{D849052E-1296-C04D-A318-77E326D99888}" srcOrd="1" destOrd="0" presId="urn:microsoft.com/office/officeart/2008/layout/SquareAccentList"/>
    <dgm:cxn modelId="{B600516D-8219-624A-907E-F730085C4901}" type="presParOf" srcId="{ABDDF55C-8A48-4444-B9AB-4F2BD2B6E33A}" destId="{6426148C-893C-AD43-9E28-E429BAD1FE49}" srcOrd="5" destOrd="0" presId="urn:microsoft.com/office/officeart/2008/layout/SquareAccentList"/>
    <dgm:cxn modelId="{02E40AD5-44B2-E54F-907E-0165500E65FE}" type="presParOf" srcId="{6426148C-893C-AD43-9E28-E429BAD1FE49}" destId="{9D1E9075-AD49-9D42-AB06-CF9F4E42983B}" srcOrd="0" destOrd="0" presId="urn:microsoft.com/office/officeart/2008/layout/SquareAccentList"/>
    <dgm:cxn modelId="{BBBBEBC0-B2BB-C648-AB0F-62DB42E3C419}" type="presParOf" srcId="{6426148C-893C-AD43-9E28-E429BAD1FE49}" destId="{A5FBD568-00F0-CA41-9442-45AA230B9268}" srcOrd="1" destOrd="0" presId="urn:microsoft.com/office/officeart/2008/layout/SquareAccentList"/>
    <dgm:cxn modelId="{75B38EA4-A818-FB49-BA5C-8991308AE506}" type="presParOf" srcId="{BC1C2070-644B-4143-A8F3-FB3906DC416C}" destId="{727BE5A9-FD6D-FE4A-B03C-AE440F5CCE36}" srcOrd="1" destOrd="0" presId="urn:microsoft.com/office/officeart/2008/layout/SquareAccentList"/>
    <dgm:cxn modelId="{1DAB8772-6FDD-BF4D-9030-10803215885C}" type="presParOf" srcId="{727BE5A9-FD6D-FE4A-B03C-AE440F5CCE36}" destId="{8CC09BC1-BE8A-8D48-AEBD-5963E2A82000}" srcOrd="0" destOrd="0" presId="urn:microsoft.com/office/officeart/2008/layout/SquareAccentList"/>
    <dgm:cxn modelId="{CD9EF047-9275-324C-93B4-FEC885A2A74D}" type="presParOf" srcId="{8CC09BC1-BE8A-8D48-AEBD-5963E2A82000}" destId="{80F5CA70-F5A9-6D46-BBF0-B1BF51B96806}" srcOrd="0" destOrd="0" presId="urn:microsoft.com/office/officeart/2008/layout/SquareAccentList"/>
    <dgm:cxn modelId="{12238653-788B-FC45-8377-CEFF488B0A24}" type="presParOf" srcId="{8CC09BC1-BE8A-8D48-AEBD-5963E2A82000}" destId="{0F8A1F45-F0FE-174D-9804-9F3153FCE4CC}" srcOrd="1" destOrd="0" presId="urn:microsoft.com/office/officeart/2008/layout/SquareAccentList"/>
    <dgm:cxn modelId="{76F8C9B1-A2E9-0D45-8E74-FB7C83EA061E}" type="presParOf" srcId="{8CC09BC1-BE8A-8D48-AEBD-5963E2A82000}" destId="{70D9E660-3672-EB4B-90E2-490E14AE574C}" srcOrd="2" destOrd="0" presId="urn:microsoft.com/office/officeart/2008/layout/SquareAccentList"/>
    <dgm:cxn modelId="{3C3CB8B8-C1E7-EA48-9E6D-D61BBEAB5C1E}" type="presParOf" srcId="{727BE5A9-FD6D-FE4A-B03C-AE440F5CCE36}" destId="{5EFBAEB5-75D8-0D45-9ECD-C02F4EF49BA6}" srcOrd="1" destOrd="0" presId="urn:microsoft.com/office/officeart/2008/layout/SquareAccentList"/>
    <dgm:cxn modelId="{CF42F270-80A1-C045-9BC2-006715BC81A6}" type="presParOf" srcId="{5EFBAEB5-75D8-0D45-9ECD-C02F4EF49BA6}" destId="{F21CEAAD-E78B-0843-A5ED-2FA767A60E7F}" srcOrd="0" destOrd="0" presId="urn:microsoft.com/office/officeart/2008/layout/SquareAccentList"/>
    <dgm:cxn modelId="{6D71F2E6-9F76-2C4C-9F8F-0432FD3714B6}" type="presParOf" srcId="{F21CEAAD-E78B-0843-A5ED-2FA767A60E7F}" destId="{558D38F1-94DA-6E4A-94E3-90E60D86BBEE}" srcOrd="0" destOrd="0" presId="urn:microsoft.com/office/officeart/2008/layout/SquareAccentList"/>
    <dgm:cxn modelId="{2870EB83-C18F-654E-BC3F-C3C9AFBBA5DC}" type="presParOf" srcId="{F21CEAAD-E78B-0843-A5ED-2FA767A60E7F}" destId="{98267CF4-FDBE-EF4B-9516-67DE565AC5C2}" srcOrd="1" destOrd="0" presId="urn:microsoft.com/office/officeart/2008/layout/SquareAccentList"/>
    <dgm:cxn modelId="{7925D29D-2946-6249-A359-78F510C8B24A}" type="presParOf" srcId="{5EFBAEB5-75D8-0D45-9ECD-C02F4EF49BA6}" destId="{C17D6990-F311-F04E-88BC-65FB6B13FEF6}" srcOrd="1" destOrd="0" presId="urn:microsoft.com/office/officeart/2008/layout/SquareAccentList"/>
    <dgm:cxn modelId="{1BE51F62-A08A-D849-AF9B-A8391E4DA211}" type="presParOf" srcId="{C17D6990-F311-F04E-88BC-65FB6B13FEF6}" destId="{5EB43296-6BB6-9D43-AD57-5910B07E227C}" srcOrd="0" destOrd="0" presId="urn:microsoft.com/office/officeart/2008/layout/SquareAccentList"/>
    <dgm:cxn modelId="{CBAC7FF8-0113-ED4C-8054-4D5187AFA2E8}" type="presParOf" srcId="{C17D6990-F311-F04E-88BC-65FB6B13FEF6}" destId="{AEFE7DCB-6CA6-2447-9655-3627004F00CA}" srcOrd="1" destOrd="0" presId="urn:microsoft.com/office/officeart/2008/layout/SquareAccentList"/>
    <dgm:cxn modelId="{4E7F7FBE-113E-A540-A69C-F13D10FAB8F1}" type="presParOf" srcId="{5EFBAEB5-75D8-0D45-9ECD-C02F4EF49BA6}" destId="{3558D5FD-979F-6945-9A54-2C7D9BB0CB63}" srcOrd="2" destOrd="0" presId="urn:microsoft.com/office/officeart/2008/layout/SquareAccentList"/>
    <dgm:cxn modelId="{ECE0ACEA-02BB-B640-BBBF-1AAA3CA89B54}" type="presParOf" srcId="{3558D5FD-979F-6945-9A54-2C7D9BB0CB63}" destId="{AECA63DD-0EB6-1F45-9144-7BC4B2B47254}" srcOrd="0" destOrd="0" presId="urn:microsoft.com/office/officeart/2008/layout/SquareAccentList"/>
    <dgm:cxn modelId="{D3CF3FA3-FAD3-514B-9648-2BE621D37BCB}" type="presParOf" srcId="{3558D5FD-979F-6945-9A54-2C7D9BB0CB63}" destId="{944D9F32-E826-1141-828E-D2235C1AE056}" srcOrd="1" destOrd="0" presId="urn:microsoft.com/office/officeart/2008/layout/SquareAccentList"/>
    <dgm:cxn modelId="{E03C62D6-64D9-9245-8641-0B09E918FB07}" type="presParOf" srcId="{5EFBAEB5-75D8-0D45-9ECD-C02F4EF49BA6}" destId="{42B148D3-4286-C646-93CE-8D7BD781711E}" srcOrd="3" destOrd="0" presId="urn:microsoft.com/office/officeart/2008/layout/SquareAccentList"/>
    <dgm:cxn modelId="{34D5FFDB-FB89-CE46-B6E7-43AC848912D7}" type="presParOf" srcId="{42B148D3-4286-C646-93CE-8D7BD781711E}" destId="{3F4D3C5B-4DA7-BD43-B520-4BA6790DF61E}" srcOrd="0" destOrd="0" presId="urn:microsoft.com/office/officeart/2008/layout/SquareAccentList"/>
    <dgm:cxn modelId="{E8583ABD-BC45-C241-B76C-865A1902C45C}" type="presParOf" srcId="{42B148D3-4286-C646-93CE-8D7BD781711E}" destId="{F89EB8DD-EB8A-8C43-AF21-C13F69153078}" srcOrd="1" destOrd="0" presId="urn:microsoft.com/office/officeart/2008/layout/SquareAccentList"/>
    <dgm:cxn modelId="{4FA32425-1425-8047-9067-3C34DD5E7F12}" type="presParOf" srcId="{5EFBAEB5-75D8-0D45-9ECD-C02F4EF49BA6}" destId="{EB0F14D8-902C-764D-831F-BAC0F51ABE62}" srcOrd="4" destOrd="0" presId="urn:microsoft.com/office/officeart/2008/layout/SquareAccentList"/>
    <dgm:cxn modelId="{275897B9-859F-944B-ABCB-6826A2419546}" type="presParOf" srcId="{EB0F14D8-902C-764D-831F-BAC0F51ABE62}" destId="{9DEAEA6C-0A14-1A43-B7CF-2DB1F13CB753}" srcOrd="0" destOrd="0" presId="urn:microsoft.com/office/officeart/2008/layout/SquareAccentList"/>
    <dgm:cxn modelId="{B6D6A467-AD07-5C4F-8FF9-A975F7161EFB}" type="presParOf" srcId="{EB0F14D8-902C-764D-831F-BAC0F51ABE62}" destId="{532B82C2-F03A-054B-9C56-7E7ACF31BCDA}" srcOrd="1" destOrd="0" presId="urn:microsoft.com/office/officeart/2008/layout/SquareAccentList"/>
    <dgm:cxn modelId="{5AF2C00C-19E1-3846-9D7F-5873A47E2FFF}" type="presParOf" srcId="{5EFBAEB5-75D8-0D45-9ECD-C02F4EF49BA6}" destId="{0C4E649A-8BA0-3149-AAA8-0252D450DE2B}" srcOrd="5" destOrd="0" presId="urn:microsoft.com/office/officeart/2008/layout/SquareAccentList"/>
    <dgm:cxn modelId="{F706B1B1-910D-1644-BD4E-F63F6A574C75}" type="presParOf" srcId="{0C4E649A-8BA0-3149-AAA8-0252D450DE2B}" destId="{C77EDB56-4C60-3644-86FB-85B2551EC4FB}" srcOrd="0" destOrd="0" presId="urn:microsoft.com/office/officeart/2008/layout/SquareAccentList"/>
    <dgm:cxn modelId="{E9C970E9-BEBA-AE4A-9A8D-28EF01B8893C}" type="presParOf" srcId="{0C4E649A-8BA0-3149-AAA8-0252D450DE2B}" destId="{167598D0-4FB3-AC4C-B6D1-002B6F7BE244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28DA5E0-F6D8-3440-A331-3C297D395440}" type="doc">
      <dgm:prSet loTypeId="urn:microsoft.com/office/officeart/2005/8/layout/chevron2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102871F-4AC8-AD42-9F76-9A0175C35C3D}">
      <dgm:prSet/>
      <dgm:spPr/>
      <dgm:t>
        <a:bodyPr/>
        <a:lstStyle/>
        <a:p>
          <a:r>
            <a:rPr lang="de-DE"/>
            <a:t>Problem:</a:t>
          </a:r>
        </a:p>
      </dgm:t>
    </dgm:pt>
    <dgm:pt modelId="{DCAA6D89-32AA-8642-B064-C8050C4E3E4C}" type="parTrans" cxnId="{F737E322-9541-EE49-9C71-3CA8C185F047}">
      <dgm:prSet/>
      <dgm:spPr/>
      <dgm:t>
        <a:bodyPr/>
        <a:lstStyle/>
        <a:p>
          <a:endParaRPr lang="de-DE"/>
        </a:p>
      </dgm:t>
    </dgm:pt>
    <dgm:pt modelId="{B4B01AD6-E007-F245-9B38-AC417C07A4A4}" type="sibTrans" cxnId="{F737E322-9541-EE49-9C71-3CA8C185F047}">
      <dgm:prSet/>
      <dgm:spPr/>
      <dgm:t>
        <a:bodyPr/>
        <a:lstStyle/>
        <a:p>
          <a:endParaRPr lang="de-DE"/>
        </a:p>
      </dgm:t>
    </dgm:pt>
    <dgm:pt modelId="{782C1EFA-54CC-434F-8E02-AC2AC8F3F8A7}">
      <dgm:prSet/>
      <dgm:spPr/>
      <dgm:t>
        <a:bodyPr/>
        <a:lstStyle/>
        <a:p>
          <a:r>
            <a:rPr lang="de-DE" dirty="0"/>
            <a:t>Routen Konfiguration zur Entwicklungszeit</a:t>
          </a:r>
        </a:p>
      </dgm:t>
    </dgm:pt>
    <dgm:pt modelId="{F5609B86-4072-D14F-BF65-A4F1BDCCA50F}" type="parTrans" cxnId="{1ADBF810-A9A7-D247-BE5F-33CA95F8769E}">
      <dgm:prSet/>
      <dgm:spPr/>
      <dgm:t>
        <a:bodyPr/>
        <a:lstStyle/>
        <a:p>
          <a:endParaRPr lang="de-DE"/>
        </a:p>
      </dgm:t>
    </dgm:pt>
    <dgm:pt modelId="{03AF15B8-8449-8043-B814-46EBBF3A3E09}" type="sibTrans" cxnId="{1ADBF810-A9A7-D247-BE5F-33CA95F8769E}">
      <dgm:prSet/>
      <dgm:spPr/>
      <dgm:t>
        <a:bodyPr/>
        <a:lstStyle/>
        <a:p>
          <a:endParaRPr lang="de-DE"/>
        </a:p>
      </dgm:t>
    </dgm:pt>
    <dgm:pt modelId="{DE856D13-1C82-FE4E-AE1B-CAC6FEEF209F}">
      <dgm:prSet/>
      <dgm:spPr/>
      <dgm:t>
        <a:bodyPr/>
        <a:lstStyle/>
        <a:p>
          <a:r>
            <a:rPr lang="de-DE" dirty="0"/>
            <a:t>Somit: Keine statische Route pro Datensatz möglich</a:t>
          </a:r>
        </a:p>
      </dgm:t>
    </dgm:pt>
    <dgm:pt modelId="{E121FFEA-72FA-5B4F-A8E9-F61FBC1793AA}" type="parTrans" cxnId="{06EC9E2A-765E-7745-AA7F-FDB408FE8C5F}">
      <dgm:prSet/>
      <dgm:spPr/>
      <dgm:t>
        <a:bodyPr/>
        <a:lstStyle/>
        <a:p>
          <a:endParaRPr lang="de-DE"/>
        </a:p>
      </dgm:t>
    </dgm:pt>
    <dgm:pt modelId="{6530158A-0B89-614A-828F-9D5FB03FF2C2}" type="sibTrans" cxnId="{06EC9E2A-765E-7745-AA7F-FDB408FE8C5F}">
      <dgm:prSet/>
      <dgm:spPr/>
      <dgm:t>
        <a:bodyPr/>
        <a:lstStyle/>
        <a:p>
          <a:endParaRPr lang="de-DE"/>
        </a:p>
      </dgm:t>
    </dgm:pt>
    <dgm:pt modelId="{1C1D015F-B6EE-244F-A744-D7D5FE84A3BB}">
      <dgm:prSet/>
      <dgm:spPr/>
      <dgm:t>
        <a:bodyPr/>
        <a:lstStyle/>
        <a:p>
          <a:r>
            <a:rPr lang="de-DE"/>
            <a:t>Lösung:</a:t>
          </a:r>
        </a:p>
      </dgm:t>
    </dgm:pt>
    <dgm:pt modelId="{67EC9E4D-CEDA-EA49-838A-64745A4E6605}" type="parTrans" cxnId="{6F1F15F4-59E5-914C-90C8-507E9688A748}">
      <dgm:prSet/>
      <dgm:spPr/>
      <dgm:t>
        <a:bodyPr/>
        <a:lstStyle/>
        <a:p>
          <a:endParaRPr lang="de-DE"/>
        </a:p>
      </dgm:t>
    </dgm:pt>
    <dgm:pt modelId="{556BBF87-6A1A-6B44-B02B-F42ADE180A3B}" type="sibTrans" cxnId="{6F1F15F4-59E5-914C-90C8-507E9688A748}">
      <dgm:prSet/>
      <dgm:spPr/>
      <dgm:t>
        <a:bodyPr/>
        <a:lstStyle/>
        <a:p>
          <a:endParaRPr lang="de-DE"/>
        </a:p>
      </dgm:t>
    </dgm:pt>
    <dgm:pt modelId="{D1951DE9-85F0-4E4D-958A-616A9D2D86AD}">
      <dgm:prSet/>
      <dgm:spPr/>
      <dgm:t>
        <a:bodyPr/>
        <a:lstStyle/>
        <a:p>
          <a:r>
            <a:rPr lang="de-DE" dirty="0"/>
            <a:t>Dynamische Routen mit Parametern</a:t>
          </a:r>
        </a:p>
      </dgm:t>
    </dgm:pt>
    <dgm:pt modelId="{7D9DC289-D264-F94A-9D66-40BA1E2A5556}" type="parTrans" cxnId="{DD2F09B3-16CA-3148-8056-2F7B40DB3B6B}">
      <dgm:prSet/>
      <dgm:spPr/>
      <dgm:t>
        <a:bodyPr/>
        <a:lstStyle/>
        <a:p>
          <a:endParaRPr lang="de-DE"/>
        </a:p>
      </dgm:t>
    </dgm:pt>
    <dgm:pt modelId="{D5E10DF2-14E4-FA43-AF8B-B50212402075}" type="sibTrans" cxnId="{DD2F09B3-16CA-3148-8056-2F7B40DB3B6B}">
      <dgm:prSet/>
      <dgm:spPr/>
      <dgm:t>
        <a:bodyPr/>
        <a:lstStyle/>
        <a:p>
          <a:endParaRPr lang="de-DE"/>
        </a:p>
      </dgm:t>
    </dgm:pt>
    <dgm:pt modelId="{8B3A1207-6A6B-EB4F-BE3B-D44811F6C60B}">
      <dgm:prSet/>
      <dgm:spPr/>
      <dgm:t>
        <a:bodyPr/>
        <a:lstStyle/>
        <a:p>
          <a:r>
            <a:rPr lang="de-DE" dirty="0"/>
            <a:t>Routen Konfiguration kann in Pfadvariablen enthalten</a:t>
          </a:r>
        </a:p>
      </dgm:t>
    </dgm:pt>
    <dgm:pt modelId="{A824A1F5-0F57-6148-A7E2-2D8AE518C865}" type="parTrans" cxnId="{33C2CDA9-97EE-664A-BFDB-A2A7D2597D1B}">
      <dgm:prSet/>
      <dgm:spPr/>
      <dgm:t>
        <a:bodyPr/>
        <a:lstStyle/>
        <a:p>
          <a:endParaRPr lang="de-DE"/>
        </a:p>
      </dgm:t>
    </dgm:pt>
    <dgm:pt modelId="{0225CB2D-C998-C04C-9D03-6F67BF18A33E}" type="sibTrans" cxnId="{33C2CDA9-97EE-664A-BFDB-A2A7D2597D1B}">
      <dgm:prSet/>
      <dgm:spPr/>
      <dgm:t>
        <a:bodyPr/>
        <a:lstStyle/>
        <a:p>
          <a:endParaRPr lang="de-DE"/>
        </a:p>
      </dgm:t>
    </dgm:pt>
    <dgm:pt modelId="{6E553B95-87A2-914C-82CD-6C9DDD11848A}">
      <dgm:prSet/>
      <dgm:spPr/>
      <dgm:t>
        <a:bodyPr/>
        <a:lstStyle/>
        <a:p>
          <a:r>
            <a:rPr lang="de-DE" dirty="0"/>
            <a:t>Rest-Parameter </a:t>
          </a:r>
          <a:r>
            <a:rPr lang="de-DE" dirty="0" err="1"/>
            <a:t>vs</a:t>
          </a:r>
          <a:r>
            <a:rPr lang="de-DE" dirty="0"/>
            <a:t> URL-Parameter</a:t>
          </a:r>
        </a:p>
      </dgm:t>
    </dgm:pt>
    <dgm:pt modelId="{0C5DE1E1-D396-774B-9072-35A30BFCAF6D}" type="parTrans" cxnId="{FC6AFD45-10F4-9841-8882-201FF26C018D}">
      <dgm:prSet/>
      <dgm:spPr/>
      <dgm:t>
        <a:bodyPr/>
        <a:lstStyle/>
        <a:p>
          <a:endParaRPr lang="de-DE"/>
        </a:p>
      </dgm:t>
    </dgm:pt>
    <dgm:pt modelId="{A30EC40A-952D-2947-AB71-E79680C87407}" type="sibTrans" cxnId="{FC6AFD45-10F4-9841-8882-201FF26C018D}">
      <dgm:prSet/>
      <dgm:spPr/>
      <dgm:t>
        <a:bodyPr/>
        <a:lstStyle/>
        <a:p>
          <a:endParaRPr lang="de-DE"/>
        </a:p>
      </dgm:t>
    </dgm:pt>
    <dgm:pt modelId="{2635C34E-9C73-934C-A712-D85957057FC0}">
      <dgm:prSet/>
      <dgm:spPr/>
      <dgm:t>
        <a:bodyPr/>
        <a:lstStyle/>
        <a:p>
          <a:r>
            <a:rPr lang="de-DE"/>
            <a:t>Parameter in Route für Pflichtparameter</a:t>
          </a:r>
        </a:p>
      </dgm:t>
    </dgm:pt>
    <dgm:pt modelId="{0F4035CC-3F0A-AD4B-BDC6-981DFE12AC2F}" type="parTrans" cxnId="{D17C4644-9942-ED46-AA3C-60CB0403BA4C}">
      <dgm:prSet/>
      <dgm:spPr/>
      <dgm:t>
        <a:bodyPr/>
        <a:lstStyle/>
        <a:p>
          <a:endParaRPr lang="de-DE"/>
        </a:p>
      </dgm:t>
    </dgm:pt>
    <dgm:pt modelId="{9D0477AF-A7D2-3247-AE5B-A7030E0541C6}" type="sibTrans" cxnId="{D17C4644-9942-ED46-AA3C-60CB0403BA4C}">
      <dgm:prSet/>
      <dgm:spPr/>
      <dgm:t>
        <a:bodyPr/>
        <a:lstStyle/>
        <a:p>
          <a:endParaRPr lang="de-DE"/>
        </a:p>
      </dgm:t>
    </dgm:pt>
    <dgm:pt modelId="{D2EDF647-8D24-DB41-A92A-AAAA8849A46F}">
      <dgm:prSet/>
      <dgm:spPr/>
      <dgm:t>
        <a:bodyPr/>
        <a:lstStyle/>
        <a:p>
          <a:r>
            <a:rPr lang="de-DE"/>
            <a:t>URL-Parameter für optionale Parameter</a:t>
          </a:r>
        </a:p>
      </dgm:t>
    </dgm:pt>
    <dgm:pt modelId="{309290BA-AD69-914D-95E9-07F2F495952D}" type="parTrans" cxnId="{9F01640E-8EC4-E14A-AE61-248065061235}">
      <dgm:prSet/>
      <dgm:spPr/>
      <dgm:t>
        <a:bodyPr/>
        <a:lstStyle/>
        <a:p>
          <a:endParaRPr lang="de-DE"/>
        </a:p>
      </dgm:t>
    </dgm:pt>
    <dgm:pt modelId="{0B701852-2109-EA42-8C9A-364D5F4B12B8}" type="sibTrans" cxnId="{9F01640E-8EC4-E14A-AE61-248065061235}">
      <dgm:prSet/>
      <dgm:spPr/>
      <dgm:t>
        <a:bodyPr/>
        <a:lstStyle/>
        <a:p>
          <a:endParaRPr lang="de-DE"/>
        </a:p>
      </dgm:t>
    </dgm:pt>
    <dgm:pt modelId="{42BCF4E7-9D16-B347-82B4-DD19721D41E1}" type="pres">
      <dgm:prSet presAssocID="{328DA5E0-F6D8-3440-A331-3C297D395440}" presName="linearFlow" presStyleCnt="0">
        <dgm:presLayoutVars>
          <dgm:dir/>
          <dgm:animLvl val="lvl"/>
          <dgm:resizeHandles val="exact"/>
        </dgm:presLayoutVars>
      </dgm:prSet>
      <dgm:spPr/>
    </dgm:pt>
    <dgm:pt modelId="{0B66D32C-D39E-744D-BBFA-1A90C197E377}" type="pres">
      <dgm:prSet presAssocID="{C102871F-4AC8-AD42-9F76-9A0175C35C3D}" presName="composite" presStyleCnt="0"/>
      <dgm:spPr/>
    </dgm:pt>
    <dgm:pt modelId="{DC60026B-A515-D54B-98B9-73A8945EE08C}" type="pres">
      <dgm:prSet presAssocID="{C102871F-4AC8-AD42-9F76-9A0175C35C3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28D90256-420F-594D-9B53-7D6CF3CEFD73}" type="pres">
      <dgm:prSet presAssocID="{C102871F-4AC8-AD42-9F76-9A0175C35C3D}" presName="descendantText" presStyleLbl="alignAcc1" presStyleIdx="0" presStyleCnt="3">
        <dgm:presLayoutVars>
          <dgm:bulletEnabled val="1"/>
        </dgm:presLayoutVars>
      </dgm:prSet>
      <dgm:spPr/>
    </dgm:pt>
    <dgm:pt modelId="{062495BF-57B8-C54A-A2EB-D4D5D2F293DC}" type="pres">
      <dgm:prSet presAssocID="{B4B01AD6-E007-F245-9B38-AC417C07A4A4}" presName="sp" presStyleCnt="0"/>
      <dgm:spPr/>
    </dgm:pt>
    <dgm:pt modelId="{4E58D340-4D42-774A-9A04-DF81EFBAFB6C}" type="pres">
      <dgm:prSet presAssocID="{1C1D015F-B6EE-244F-A744-D7D5FE84A3BB}" presName="composite" presStyleCnt="0"/>
      <dgm:spPr/>
    </dgm:pt>
    <dgm:pt modelId="{E87F782A-15CE-A24D-9C75-E4576DBC761D}" type="pres">
      <dgm:prSet presAssocID="{1C1D015F-B6EE-244F-A744-D7D5FE84A3BB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78366A0F-A76C-E744-8E61-1FCF31176EB3}" type="pres">
      <dgm:prSet presAssocID="{1C1D015F-B6EE-244F-A744-D7D5FE84A3BB}" presName="descendantText" presStyleLbl="alignAcc1" presStyleIdx="1" presStyleCnt="3">
        <dgm:presLayoutVars>
          <dgm:bulletEnabled val="1"/>
        </dgm:presLayoutVars>
      </dgm:prSet>
      <dgm:spPr/>
    </dgm:pt>
    <dgm:pt modelId="{540D4E04-A947-DE4A-9249-B4125DCC3EF1}" type="pres">
      <dgm:prSet presAssocID="{556BBF87-6A1A-6B44-B02B-F42ADE180A3B}" presName="sp" presStyleCnt="0"/>
      <dgm:spPr/>
    </dgm:pt>
    <dgm:pt modelId="{5EBF1ABF-5998-1843-8B79-B460210B1C9B}" type="pres">
      <dgm:prSet presAssocID="{6E553B95-87A2-914C-82CD-6C9DDD11848A}" presName="composite" presStyleCnt="0"/>
      <dgm:spPr/>
    </dgm:pt>
    <dgm:pt modelId="{4F4E14E5-864A-7149-950C-0D8751F63536}" type="pres">
      <dgm:prSet presAssocID="{6E553B95-87A2-914C-82CD-6C9DDD11848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3429FCB-206E-7D4D-8739-0160ADC3C48D}" type="pres">
      <dgm:prSet presAssocID="{6E553B95-87A2-914C-82CD-6C9DDD11848A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3322C00-171B-1147-A790-6C663A8A7BC0}" type="presOf" srcId="{6E553B95-87A2-914C-82CD-6C9DDD11848A}" destId="{4F4E14E5-864A-7149-950C-0D8751F63536}" srcOrd="0" destOrd="0" presId="urn:microsoft.com/office/officeart/2005/8/layout/chevron2"/>
    <dgm:cxn modelId="{9F01640E-8EC4-E14A-AE61-248065061235}" srcId="{6E553B95-87A2-914C-82CD-6C9DDD11848A}" destId="{D2EDF647-8D24-DB41-A92A-AAAA8849A46F}" srcOrd="1" destOrd="0" parTransId="{309290BA-AD69-914D-95E9-07F2F495952D}" sibTransId="{0B701852-2109-EA42-8C9A-364D5F4B12B8}"/>
    <dgm:cxn modelId="{1ADBF810-A9A7-D247-BE5F-33CA95F8769E}" srcId="{C102871F-4AC8-AD42-9F76-9A0175C35C3D}" destId="{782C1EFA-54CC-434F-8E02-AC2AC8F3F8A7}" srcOrd="0" destOrd="0" parTransId="{F5609B86-4072-D14F-BF65-A4F1BDCCA50F}" sibTransId="{03AF15B8-8449-8043-B814-46EBBF3A3E09}"/>
    <dgm:cxn modelId="{F737E322-9541-EE49-9C71-3CA8C185F047}" srcId="{328DA5E0-F6D8-3440-A331-3C297D395440}" destId="{C102871F-4AC8-AD42-9F76-9A0175C35C3D}" srcOrd="0" destOrd="0" parTransId="{DCAA6D89-32AA-8642-B064-C8050C4E3E4C}" sibTransId="{B4B01AD6-E007-F245-9B38-AC417C07A4A4}"/>
    <dgm:cxn modelId="{06EC9E2A-765E-7745-AA7F-FDB408FE8C5F}" srcId="{C102871F-4AC8-AD42-9F76-9A0175C35C3D}" destId="{DE856D13-1C82-FE4E-AE1B-CAC6FEEF209F}" srcOrd="1" destOrd="0" parTransId="{E121FFEA-72FA-5B4F-A8E9-F61FBC1793AA}" sibTransId="{6530158A-0B89-614A-828F-9D5FB03FF2C2}"/>
    <dgm:cxn modelId="{D17C4644-9942-ED46-AA3C-60CB0403BA4C}" srcId="{6E553B95-87A2-914C-82CD-6C9DDD11848A}" destId="{2635C34E-9C73-934C-A712-D85957057FC0}" srcOrd="0" destOrd="0" parTransId="{0F4035CC-3F0A-AD4B-BDC6-981DFE12AC2F}" sibTransId="{9D0477AF-A7D2-3247-AE5B-A7030E0541C6}"/>
    <dgm:cxn modelId="{FC6AFD45-10F4-9841-8882-201FF26C018D}" srcId="{328DA5E0-F6D8-3440-A331-3C297D395440}" destId="{6E553B95-87A2-914C-82CD-6C9DDD11848A}" srcOrd="2" destOrd="0" parTransId="{0C5DE1E1-D396-774B-9072-35A30BFCAF6D}" sibTransId="{A30EC40A-952D-2947-AB71-E79680C87407}"/>
    <dgm:cxn modelId="{5857A246-57D5-4847-A81D-8E5058B923FA}" type="presOf" srcId="{2635C34E-9C73-934C-A712-D85957057FC0}" destId="{83429FCB-206E-7D4D-8739-0160ADC3C48D}" srcOrd="0" destOrd="0" presId="urn:microsoft.com/office/officeart/2005/8/layout/chevron2"/>
    <dgm:cxn modelId="{A2699967-03E8-F443-8E71-08D6606A6E51}" type="presOf" srcId="{328DA5E0-F6D8-3440-A331-3C297D395440}" destId="{42BCF4E7-9D16-B347-82B4-DD19721D41E1}" srcOrd="0" destOrd="0" presId="urn:microsoft.com/office/officeart/2005/8/layout/chevron2"/>
    <dgm:cxn modelId="{CE623398-47FA-0940-BA3C-8CB0E5DA9D2C}" type="presOf" srcId="{DE856D13-1C82-FE4E-AE1B-CAC6FEEF209F}" destId="{28D90256-420F-594D-9B53-7D6CF3CEFD73}" srcOrd="0" destOrd="1" presId="urn:microsoft.com/office/officeart/2005/8/layout/chevron2"/>
    <dgm:cxn modelId="{FCCA7A9E-7D17-5F4D-BE6C-79FD30041D86}" type="presOf" srcId="{8B3A1207-6A6B-EB4F-BE3B-D44811F6C60B}" destId="{78366A0F-A76C-E744-8E61-1FCF31176EB3}" srcOrd="0" destOrd="1" presId="urn:microsoft.com/office/officeart/2005/8/layout/chevron2"/>
    <dgm:cxn modelId="{33C2CDA9-97EE-664A-BFDB-A2A7D2597D1B}" srcId="{1C1D015F-B6EE-244F-A744-D7D5FE84A3BB}" destId="{8B3A1207-6A6B-EB4F-BE3B-D44811F6C60B}" srcOrd="1" destOrd="0" parTransId="{A824A1F5-0F57-6148-A7E2-2D8AE518C865}" sibTransId="{0225CB2D-C998-C04C-9D03-6F67BF18A33E}"/>
    <dgm:cxn modelId="{DD2F09B3-16CA-3148-8056-2F7B40DB3B6B}" srcId="{1C1D015F-B6EE-244F-A744-D7D5FE84A3BB}" destId="{D1951DE9-85F0-4E4D-958A-616A9D2D86AD}" srcOrd="0" destOrd="0" parTransId="{7D9DC289-D264-F94A-9D66-40BA1E2A5556}" sibTransId="{D5E10DF2-14E4-FA43-AF8B-B50212402075}"/>
    <dgm:cxn modelId="{D5BABFCD-3677-654D-9717-D71A90AD1635}" type="presOf" srcId="{782C1EFA-54CC-434F-8E02-AC2AC8F3F8A7}" destId="{28D90256-420F-594D-9B53-7D6CF3CEFD73}" srcOrd="0" destOrd="0" presId="urn:microsoft.com/office/officeart/2005/8/layout/chevron2"/>
    <dgm:cxn modelId="{03464DCE-D637-444E-A84B-70C6FCDB0B67}" type="presOf" srcId="{D2EDF647-8D24-DB41-A92A-AAAA8849A46F}" destId="{83429FCB-206E-7D4D-8739-0160ADC3C48D}" srcOrd="0" destOrd="1" presId="urn:microsoft.com/office/officeart/2005/8/layout/chevron2"/>
    <dgm:cxn modelId="{403004E7-6E89-0B49-8D9E-16703AE354B2}" type="presOf" srcId="{D1951DE9-85F0-4E4D-958A-616A9D2D86AD}" destId="{78366A0F-A76C-E744-8E61-1FCF31176EB3}" srcOrd="0" destOrd="0" presId="urn:microsoft.com/office/officeart/2005/8/layout/chevron2"/>
    <dgm:cxn modelId="{065B95EB-5CD9-564B-9079-CAE5DC383E98}" type="presOf" srcId="{C102871F-4AC8-AD42-9F76-9A0175C35C3D}" destId="{DC60026B-A515-D54B-98B9-73A8945EE08C}" srcOrd="0" destOrd="0" presId="urn:microsoft.com/office/officeart/2005/8/layout/chevron2"/>
    <dgm:cxn modelId="{6F1F15F4-59E5-914C-90C8-507E9688A748}" srcId="{328DA5E0-F6D8-3440-A331-3C297D395440}" destId="{1C1D015F-B6EE-244F-A744-D7D5FE84A3BB}" srcOrd="1" destOrd="0" parTransId="{67EC9E4D-CEDA-EA49-838A-64745A4E6605}" sibTransId="{556BBF87-6A1A-6B44-B02B-F42ADE180A3B}"/>
    <dgm:cxn modelId="{D81C15FF-899D-104A-9964-41B96F87231E}" type="presOf" srcId="{1C1D015F-B6EE-244F-A744-D7D5FE84A3BB}" destId="{E87F782A-15CE-A24D-9C75-E4576DBC761D}" srcOrd="0" destOrd="0" presId="urn:microsoft.com/office/officeart/2005/8/layout/chevron2"/>
    <dgm:cxn modelId="{8E777C41-80BE-7845-A62A-0CF738168D9C}" type="presParOf" srcId="{42BCF4E7-9D16-B347-82B4-DD19721D41E1}" destId="{0B66D32C-D39E-744D-BBFA-1A90C197E377}" srcOrd="0" destOrd="0" presId="urn:microsoft.com/office/officeart/2005/8/layout/chevron2"/>
    <dgm:cxn modelId="{01DD602E-AED4-A747-90DD-525FD31BDC56}" type="presParOf" srcId="{0B66D32C-D39E-744D-BBFA-1A90C197E377}" destId="{DC60026B-A515-D54B-98B9-73A8945EE08C}" srcOrd="0" destOrd="0" presId="urn:microsoft.com/office/officeart/2005/8/layout/chevron2"/>
    <dgm:cxn modelId="{8383CA10-3A14-9147-9AB4-EDB7CC6E5867}" type="presParOf" srcId="{0B66D32C-D39E-744D-BBFA-1A90C197E377}" destId="{28D90256-420F-594D-9B53-7D6CF3CEFD73}" srcOrd="1" destOrd="0" presId="urn:microsoft.com/office/officeart/2005/8/layout/chevron2"/>
    <dgm:cxn modelId="{F1492BC1-AAD2-EF49-895B-4FB9DC94BB6C}" type="presParOf" srcId="{42BCF4E7-9D16-B347-82B4-DD19721D41E1}" destId="{062495BF-57B8-C54A-A2EB-D4D5D2F293DC}" srcOrd="1" destOrd="0" presId="urn:microsoft.com/office/officeart/2005/8/layout/chevron2"/>
    <dgm:cxn modelId="{B8809504-B12D-3C48-9E80-733B20276260}" type="presParOf" srcId="{42BCF4E7-9D16-B347-82B4-DD19721D41E1}" destId="{4E58D340-4D42-774A-9A04-DF81EFBAFB6C}" srcOrd="2" destOrd="0" presId="urn:microsoft.com/office/officeart/2005/8/layout/chevron2"/>
    <dgm:cxn modelId="{3CA09531-3339-314C-B5B9-26A584EE1A9F}" type="presParOf" srcId="{4E58D340-4D42-774A-9A04-DF81EFBAFB6C}" destId="{E87F782A-15CE-A24D-9C75-E4576DBC761D}" srcOrd="0" destOrd="0" presId="urn:microsoft.com/office/officeart/2005/8/layout/chevron2"/>
    <dgm:cxn modelId="{70EB55F8-2EDE-E248-A251-DE885744951A}" type="presParOf" srcId="{4E58D340-4D42-774A-9A04-DF81EFBAFB6C}" destId="{78366A0F-A76C-E744-8E61-1FCF31176EB3}" srcOrd="1" destOrd="0" presId="urn:microsoft.com/office/officeart/2005/8/layout/chevron2"/>
    <dgm:cxn modelId="{21F0F032-AED7-F64B-9FE3-50B9623525FB}" type="presParOf" srcId="{42BCF4E7-9D16-B347-82B4-DD19721D41E1}" destId="{540D4E04-A947-DE4A-9249-B4125DCC3EF1}" srcOrd="3" destOrd="0" presId="urn:microsoft.com/office/officeart/2005/8/layout/chevron2"/>
    <dgm:cxn modelId="{5815693E-FA40-DA41-89A9-8128D50BF0B5}" type="presParOf" srcId="{42BCF4E7-9D16-B347-82B4-DD19721D41E1}" destId="{5EBF1ABF-5998-1843-8B79-B460210B1C9B}" srcOrd="4" destOrd="0" presId="urn:microsoft.com/office/officeart/2005/8/layout/chevron2"/>
    <dgm:cxn modelId="{9D016995-2E54-BF4B-B4FB-C40CC6657004}" type="presParOf" srcId="{5EBF1ABF-5998-1843-8B79-B460210B1C9B}" destId="{4F4E14E5-864A-7149-950C-0D8751F63536}" srcOrd="0" destOrd="0" presId="urn:microsoft.com/office/officeart/2005/8/layout/chevron2"/>
    <dgm:cxn modelId="{B758C290-A0AC-C34A-A890-00B28605A7E0}" type="presParOf" srcId="{5EBF1ABF-5998-1843-8B79-B460210B1C9B}" destId="{83429FCB-206E-7D4D-8739-0160ADC3C48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B88998D-D47F-0540-8000-C13F330A48E7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CB672BD-6B15-5A42-BC3D-B6E174A49DC5}">
      <dgm:prSet phldrT="[Text]"/>
      <dgm:spPr/>
      <dgm:t>
        <a:bodyPr/>
        <a:lstStyle/>
        <a:p>
          <a:r>
            <a:rPr lang="de-DE" dirty="0"/>
            <a:t>Arten</a:t>
          </a:r>
        </a:p>
      </dgm:t>
    </dgm:pt>
    <dgm:pt modelId="{A7661B1B-0F15-F647-8CC6-46F734CC91C2}" type="parTrans" cxnId="{8AF90ACC-6AB8-3A41-900D-C224C2422774}">
      <dgm:prSet/>
      <dgm:spPr/>
      <dgm:t>
        <a:bodyPr/>
        <a:lstStyle/>
        <a:p>
          <a:endParaRPr lang="de-DE"/>
        </a:p>
      </dgm:t>
    </dgm:pt>
    <dgm:pt modelId="{3C23AF72-3DA2-4F4E-9C1E-8650B1CB8EBE}" type="sibTrans" cxnId="{8AF90ACC-6AB8-3A41-900D-C224C2422774}">
      <dgm:prSet/>
      <dgm:spPr/>
      <dgm:t>
        <a:bodyPr/>
        <a:lstStyle/>
        <a:p>
          <a:endParaRPr lang="de-DE"/>
        </a:p>
      </dgm:t>
    </dgm:pt>
    <dgm:pt modelId="{E46435BF-779E-ED47-95AB-6653736CEAE2}">
      <dgm:prSet phldrT="[Text]"/>
      <dgm:spPr/>
      <dgm:t>
        <a:bodyPr/>
        <a:lstStyle/>
        <a:p>
          <a:r>
            <a:rPr lang="de-DE" dirty="0"/>
            <a:t>Template-</a:t>
          </a:r>
          <a:r>
            <a:rPr lang="de-DE" dirty="0" err="1"/>
            <a:t>Driven</a:t>
          </a:r>
          <a:endParaRPr lang="de-DE" dirty="0"/>
        </a:p>
      </dgm:t>
    </dgm:pt>
    <dgm:pt modelId="{B3F82872-8063-EC40-898A-866DE7E20FD6}" type="parTrans" cxnId="{632CBBA6-44F7-F448-A18A-C79625F30CB5}">
      <dgm:prSet/>
      <dgm:spPr/>
      <dgm:t>
        <a:bodyPr/>
        <a:lstStyle/>
        <a:p>
          <a:endParaRPr lang="de-DE"/>
        </a:p>
      </dgm:t>
    </dgm:pt>
    <dgm:pt modelId="{FC06ECA1-325D-C64D-8BDF-49B782D91118}" type="sibTrans" cxnId="{632CBBA6-44F7-F448-A18A-C79625F30CB5}">
      <dgm:prSet/>
      <dgm:spPr/>
      <dgm:t>
        <a:bodyPr/>
        <a:lstStyle/>
        <a:p>
          <a:endParaRPr lang="de-DE"/>
        </a:p>
      </dgm:t>
    </dgm:pt>
    <dgm:pt modelId="{5DE58ED4-0964-324F-919A-34EFFE8A21B4}">
      <dgm:prSet phldrT="[Text]"/>
      <dgm:spPr/>
      <dgm:t>
        <a:bodyPr/>
        <a:lstStyle/>
        <a:p>
          <a:r>
            <a:rPr lang="de-DE" dirty="0"/>
            <a:t>Interne Forms API</a:t>
          </a:r>
        </a:p>
      </dgm:t>
    </dgm:pt>
    <dgm:pt modelId="{43005924-B2FF-5C46-9831-E11E3AFA40F8}" type="parTrans" cxnId="{6B6F9B52-6EBB-B347-9FA6-F965D57053DB}">
      <dgm:prSet/>
      <dgm:spPr/>
      <dgm:t>
        <a:bodyPr/>
        <a:lstStyle/>
        <a:p>
          <a:endParaRPr lang="de-DE"/>
        </a:p>
      </dgm:t>
    </dgm:pt>
    <dgm:pt modelId="{2F349A7D-810C-CF47-90B3-3EE3997F09EF}" type="sibTrans" cxnId="{6B6F9B52-6EBB-B347-9FA6-F965D57053DB}">
      <dgm:prSet/>
      <dgm:spPr/>
      <dgm:t>
        <a:bodyPr/>
        <a:lstStyle/>
        <a:p>
          <a:endParaRPr lang="de-DE"/>
        </a:p>
      </dgm:t>
    </dgm:pt>
    <dgm:pt modelId="{5B0928BB-FD54-5740-A8A6-BEB01986A4FF}">
      <dgm:prSet phldrT="[Text]"/>
      <dgm:spPr/>
      <dgm:t>
        <a:bodyPr/>
        <a:lstStyle/>
        <a:p>
          <a:r>
            <a:rPr lang="de-DE" dirty="0"/>
            <a:t>Binding (bzw. </a:t>
          </a:r>
          <a:r>
            <a:rPr lang="de-DE" dirty="0" err="1"/>
            <a:t>ChangeDetection</a:t>
          </a:r>
          <a:r>
            <a:rPr lang="de-DE" dirty="0"/>
            <a:t>)</a:t>
          </a:r>
        </a:p>
      </dgm:t>
    </dgm:pt>
    <dgm:pt modelId="{F2534421-30DF-994B-82EB-D58EBE398977}" type="parTrans" cxnId="{F3F825BD-4204-AF4D-9FC2-814F49C8941D}">
      <dgm:prSet/>
      <dgm:spPr/>
      <dgm:t>
        <a:bodyPr/>
        <a:lstStyle/>
        <a:p>
          <a:endParaRPr lang="de-DE"/>
        </a:p>
      </dgm:t>
    </dgm:pt>
    <dgm:pt modelId="{00003FE1-C09E-814E-8587-9DD5C485D3FD}" type="sibTrans" cxnId="{F3F825BD-4204-AF4D-9FC2-814F49C8941D}">
      <dgm:prSet/>
      <dgm:spPr/>
      <dgm:t>
        <a:bodyPr/>
        <a:lstStyle/>
        <a:p>
          <a:endParaRPr lang="de-DE"/>
        </a:p>
      </dgm:t>
    </dgm:pt>
    <dgm:pt modelId="{3FDBE30E-3308-0C4B-BBA0-AD5D3F8EAC40}">
      <dgm:prSet phldrT="[Text]"/>
      <dgm:spPr/>
      <dgm:t>
        <a:bodyPr/>
        <a:lstStyle/>
        <a:p>
          <a:r>
            <a:rPr lang="de-DE" dirty="0"/>
            <a:t>Model-</a:t>
          </a:r>
          <a:r>
            <a:rPr lang="de-DE" dirty="0" err="1"/>
            <a:t>Driven</a:t>
          </a:r>
          <a:endParaRPr lang="de-DE" dirty="0"/>
        </a:p>
      </dgm:t>
    </dgm:pt>
    <dgm:pt modelId="{3EDE7B17-E31D-F542-8B90-E58C56756DB7}" type="parTrans" cxnId="{ABF23417-D602-6647-BB23-E59A77CEAE08}">
      <dgm:prSet/>
      <dgm:spPr/>
      <dgm:t>
        <a:bodyPr/>
        <a:lstStyle/>
        <a:p>
          <a:endParaRPr lang="de-DE"/>
        </a:p>
      </dgm:t>
    </dgm:pt>
    <dgm:pt modelId="{A671B687-2909-6E40-8504-A26EC8183FED}" type="sibTrans" cxnId="{ABF23417-D602-6647-BB23-E59A77CEAE08}">
      <dgm:prSet/>
      <dgm:spPr/>
      <dgm:t>
        <a:bodyPr/>
        <a:lstStyle/>
        <a:p>
          <a:endParaRPr lang="de-DE"/>
        </a:p>
      </dgm:t>
    </dgm:pt>
    <dgm:pt modelId="{34F97794-B25F-4C41-9D12-8214AE7BD46F}">
      <dgm:prSet phldrT="[Text]"/>
      <dgm:spPr/>
      <dgm:t>
        <a:bodyPr/>
        <a:lstStyle/>
        <a:p>
          <a:r>
            <a:rPr lang="de-DE" dirty="0"/>
            <a:t>Validierung</a:t>
          </a:r>
        </a:p>
      </dgm:t>
    </dgm:pt>
    <dgm:pt modelId="{3A218C2F-8C4D-F645-999A-695A7D7A898C}" type="parTrans" cxnId="{258CF239-4997-9A4E-B571-504394238A44}">
      <dgm:prSet/>
      <dgm:spPr/>
      <dgm:t>
        <a:bodyPr/>
        <a:lstStyle/>
        <a:p>
          <a:endParaRPr lang="de-DE"/>
        </a:p>
      </dgm:t>
    </dgm:pt>
    <dgm:pt modelId="{1E09166C-4379-B445-AEA3-3A8EB8F137C3}" type="sibTrans" cxnId="{258CF239-4997-9A4E-B571-504394238A44}">
      <dgm:prSet/>
      <dgm:spPr/>
      <dgm:t>
        <a:bodyPr/>
        <a:lstStyle/>
        <a:p>
          <a:endParaRPr lang="de-DE"/>
        </a:p>
      </dgm:t>
    </dgm:pt>
    <dgm:pt modelId="{DC8C4CBA-664E-9B46-89DF-101A521CCDE9}">
      <dgm:prSet phldrT="[Text]"/>
      <dgm:spPr/>
      <dgm:t>
        <a:bodyPr/>
        <a:lstStyle/>
        <a:p>
          <a:r>
            <a:rPr lang="de-DE" dirty="0"/>
            <a:t>Aggregation</a:t>
          </a:r>
        </a:p>
      </dgm:t>
    </dgm:pt>
    <dgm:pt modelId="{ECC3FC75-D19D-F544-8DB1-97880DE315AD}" type="parTrans" cxnId="{6BA359E7-1949-FA40-8496-18EA4EB09353}">
      <dgm:prSet/>
      <dgm:spPr/>
      <dgm:t>
        <a:bodyPr/>
        <a:lstStyle/>
        <a:p>
          <a:endParaRPr lang="de-DE"/>
        </a:p>
      </dgm:t>
    </dgm:pt>
    <dgm:pt modelId="{86FA5920-F9CA-0A44-A8CA-D75C689C1C28}" type="sibTrans" cxnId="{6BA359E7-1949-FA40-8496-18EA4EB09353}">
      <dgm:prSet/>
      <dgm:spPr/>
      <dgm:t>
        <a:bodyPr/>
        <a:lstStyle/>
        <a:p>
          <a:endParaRPr lang="de-DE"/>
        </a:p>
      </dgm:t>
    </dgm:pt>
    <dgm:pt modelId="{B70142EB-9C4B-6948-8AED-AF4CE75F1EDA}" type="pres">
      <dgm:prSet presAssocID="{6B88998D-D47F-0540-8000-C13F330A48E7}" presName="linear" presStyleCnt="0">
        <dgm:presLayoutVars>
          <dgm:animLvl val="lvl"/>
          <dgm:resizeHandles val="exact"/>
        </dgm:presLayoutVars>
      </dgm:prSet>
      <dgm:spPr/>
    </dgm:pt>
    <dgm:pt modelId="{31960F03-EDCA-8748-B41F-0C34EF6988CC}" type="pres">
      <dgm:prSet presAssocID="{FCB672BD-6B15-5A42-BC3D-B6E174A49D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669C71-50A6-5549-8D43-B4D92557166D}" type="pres">
      <dgm:prSet presAssocID="{FCB672BD-6B15-5A42-BC3D-B6E174A49DC5}" presName="childText" presStyleLbl="revTx" presStyleIdx="0" presStyleCnt="2">
        <dgm:presLayoutVars>
          <dgm:bulletEnabled val="1"/>
        </dgm:presLayoutVars>
      </dgm:prSet>
      <dgm:spPr/>
    </dgm:pt>
    <dgm:pt modelId="{EECA1152-9A59-5148-8C69-4A7DF7A45FB4}" type="pres">
      <dgm:prSet presAssocID="{5DE58ED4-0964-324F-919A-34EFFE8A21B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40B39FC-EE0D-784C-A01A-5681D1E23909}" type="pres">
      <dgm:prSet presAssocID="{5DE58ED4-0964-324F-919A-34EFFE8A21B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A9DA608-D40D-3A4B-8CD6-62212034F3B8}" type="presOf" srcId="{34F97794-B25F-4C41-9D12-8214AE7BD46F}" destId="{E40B39FC-EE0D-784C-A01A-5681D1E23909}" srcOrd="0" destOrd="1" presId="urn:microsoft.com/office/officeart/2005/8/layout/vList2"/>
    <dgm:cxn modelId="{DEDD5D0F-0A94-954A-93D5-808462FC502B}" type="presOf" srcId="{E46435BF-779E-ED47-95AB-6653736CEAE2}" destId="{60669C71-50A6-5549-8D43-B4D92557166D}" srcOrd="0" destOrd="0" presId="urn:microsoft.com/office/officeart/2005/8/layout/vList2"/>
    <dgm:cxn modelId="{ABF23417-D602-6647-BB23-E59A77CEAE08}" srcId="{FCB672BD-6B15-5A42-BC3D-B6E174A49DC5}" destId="{3FDBE30E-3308-0C4B-BBA0-AD5D3F8EAC40}" srcOrd="1" destOrd="0" parTransId="{3EDE7B17-E31D-F542-8B90-E58C56756DB7}" sibTransId="{A671B687-2909-6E40-8504-A26EC8183FED}"/>
    <dgm:cxn modelId="{D083B818-F83A-794F-91A1-B2CE5DDD754A}" type="presOf" srcId="{FCB672BD-6B15-5A42-BC3D-B6E174A49DC5}" destId="{31960F03-EDCA-8748-B41F-0C34EF6988CC}" srcOrd="0" destOrd="0" presId="urn:microsoft.com/office/officeart/2005/8/layout/vList2"/>
    <dgm:cxn modelId="{895AF923-6D9F-B241-9683-33BD89A20B24}" type="presOf" srcId="{DC8C4CBA-664E-9B46-89DF-101A521CCDE9}" destId="{E40B39FC-EE0D-784C-A01A-5681D1E23909}" srcOrd="0" destOrd="2" presId="urn:microsoft.com/office/officeart/2005/8/layout/vList2"/>
    <dgm:cxn modelId="{258CF239-4997-9A4E-B571-504394238A44}" srcId="{5DE58ED4-0964-324F-919A-34EFFE8A21B4}" destId="{34F97794-B25F-4C41-9D12-8214AE7BD46F}" srcOrd="1" destOrd="0" parTransId="{3A218C2F-8C4D-F645-999A-695A7D7A898C}" sibTransId="{1E09166C-4379-B445-AEA3-3A8EB8F137C3}"/>
    <dgm:cxn modelId="{A7312144-CCC3-D643-B514-DD9D8DB94C5A}" type="presOf" srcId="{6B88998D-D47F-0540-8000-C13F330A48E7}" destId="{B70142EB-9C4B-6948-8AED-AF4CE75F1EDA}" srcOrd="0" destOrd="0" presId="urn:microsoft.com/office/officeart/2005/8/layout/vList2"/>
    <dgm:cxn modelId="{6B6F9B52-6EBB-B347-9FA6-F965D57053DB}" srcId="{6B88998D-D47F-0540-8000-C13F330A48E7}" destId="{5DE58ED4-0964-324F-919A-34EFFE8A21B4}" srcOrd="1" destOrd="0" parTransId="{43005924-B2FF-5C46-9831-E11E3AFA40F8}" sibTransId="{2F349A7D-810C-CF47-90B3-3EE3997F09EF}"/>
    <dgm:cxn modelId="{AB99966C-A679-F242-8EEF-E361E4098234}" type="presOf" srcId="{3FDBE30E-3308-0C4B-BBA0-AD5D3F8EAC40}" destId="{60669C71-50A6-5549-8D43-B4D92557166D}" srcOrd="0" destOrd="1" presId="urn:microsoft.com/office/officeart/2005/8/layout/vList2"/>
    <dgm:cxn modelId="{98759073-FBFA-6D4C-BD65-2A0CF6648AE3}" type="presOf" srcId="{5B0928BB-FD54-5740-A8A6-BEB01986A4FF}" destId="{E40B39FC-EE0D-784C-A01A-5681D1E23909}" srcOrd="0" destOrd="0" presId="urn:microsoft.com/office/officeart/2005/8/layout/vList2"/>
    <dgm:cxn modelId="{B084CE74-CCB2-264F-8EB1-07EA350C978C}" type="presOf" srcId="{5DE58ED4-0964-324F-919A-34EFFE8A21B4}" destId="{EECA1152-9A59-5148-8C69-4A7DF7A45FB4}" srcOrd="0" destOrd="0" presId="urn:microsoft.com/office/officeart/2005/8/layout/vList2"/>
    <dgm:cxn modelId="{632CBBA6-44F7-F448-A18A-C79625F30CB5}" srcId="{FCB672BD-6B15-5A42-BC3D-B6E174A49DC5}" destId="{E46435BF-779E-ED47-95AB-6653736CEAE2}" srcOrd="0" destOrd="0" parTransId="{B3F82872-8063-EC40-898A-866DE7E20FD6}" sibTransId="{FC06ECA1-325D-C64D-8BDF-49B782D91118}"/>
    <dgm:cxn modelId="{F3F825BD-4204-AF4D-9FC2-814F49C8941D}" srcId="{5DE58ED4-0964-324F-919A-34EFFE8A21B4}" destId="{5B0928BB-FD54-5740-A8A6-BEB01986A4FF}" srcOrd="0" destOrd="0" parTransId="{F2534421-30DF-994B-82EB-D58EBE398977}" sibTransId="{00003FE1-C09E-814E-8587-9DD5C485D3FD}"/>
    <dgm:cxn modelId="{8AF90ACC-6AB8-3A41-900D-C224C2422774}" srcId="{6B88998D-D47F-0540-8000-C13F330A48E7}" destId="{FCB672BD-6B15-5A42-BC3D-B6E174A49DC5}" srcOrd="0" destOrd="0" parTransId="{A7661B1B-0F15-F647-8CC6-46F734CC91C2}" sibTransId="{3C23AF72-3DA2-4F4E-9C1E-8650B1CB8EBE}"/>
    <dgm:cxn modelId="{6BA359E7-1949-FA40-8496-18EA4EB09353}" srcId="{5DE58ED4-0964-324F-919A-34EFFE8A21B4}" destId="{DC8C4CBA-664E-9B46-89DF-101A521CCDE9}" srcOrd="2" destOrd="0" parTransId="{ECC3FC75-D19D-F544-8DB1-97880DE315AD}" sibTransId="{86FA5920-F9CA-0A44-A8CA-D75C689C1C28}"/>
    <dgm:cxn modelId="{1CAD1B69-316D-7E44-A037-5AEC264B392C}" type="presParOf" srcId="{B70142EB-9C4B-6948-8AED-AF4CE75F1EDA}" destId="{31960F03-EDCA-8748-B41F-0C34EF6988CC}" srcOrd="0" destOrd="0" presId="urn:microsoft.com/office/officeart/2005/8/layout/vList2"/>
    <dgm:cxn modelId="{2ED4EF8B-5BE2-2941-B632-FC9A17C6BCE7}" type="presParOf" srcId="{B70142EB-9C4B-6948-8AED-AF4CE75F1EDA}" destId="{60669C71-50A6-5549-8D43-B4D92557166D}" srcOrd="1" destOrd="0" presId="urn:microsoft.com/office/officeart/2005/8/layout/vList2"/>
    <dgm:cxn modelId="{DE021CB0-770D-E241-A4A2-4402915A0EC2}" type="presParOf" srcId="{B70142EB-9C4B-6948-8AED-AF4CE75F1EDA}" destId="{EECA1152-9A59-5148-8C69-4A7DF7A45FB4}" srcOrd="2" destOrd="0" presId="urn:microsoft.com/office/officeart/2005/8/layout/vList2"/>
    <dgm:cxn modelId="{43E3468C-0D5F-8748-967D-F57DCCA62B51}" type="presParOf" srcId="{B70142EB-9C4B-6948-8AED-AF4CE75F1EDA}" destId="{E40B39FC-EE0D-784C-A01A-5681D1E2390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3214475-5C7B-DA4A-9706-650D89B9EF27}" type="doc">
      <dgm:prSet loTypeId="urn:microsoft.com/office/officeart/2005/8/layout/vList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DE8A00B-F58F-CC46-BC1D-8DA8B7CC2188}">
      <dgm:prSet phldrT="[Text]"/>
      <dgm:spPr/>
      <dgm:t>
        <a:bodyPr/>
        <a:lstStyle/>
        <a:p>
          <a:r>
            <a:rPr lang="de-DE" dirty="0"/>
            <a:t>GET</a:t>
          </a:r>
        </a:p>
      </dgm:t>
    </dgm:pt>
    <dgm:pt modelId="{2C6900E7-C68E-2640-8853-90296530721A}" type="parTrans" cxnId="{8FCB625C-45BC-B845-9FD0-655FCB7DCC53}">
      <dgm:prSet/>
      <dgm:spPr/>
      <dgm:t>
        <a:bodyPr/>
        <a:lstStyle/>
        <a:p>
          <a:endParaRPr lang="de-DE"/>
        </a:p>
      </dgm:t>
    </dgm:pt>
    <dgm:pt modelId="{5B9671A7-F8F4-EB46-8D8A-EB57D8F4FD99}" type="sibTrans" cxnId="{8FCB625C-45BC-B845-9FD0-655FCB7DCC53}">
      <dgm:prSet/>
      <dgm:spPr/>
      <dgm:t>
        <a:bodyPr/>
        <a:lstStyle/>
        <a:p>
          <a:endParaRPr lang="de-DE"/>
        </a:p>
      </dgm:t>
    </dgm:pt>
    <dgm:pt modelId="{A2212BDC-9494-9B48-BD0E-EEC1C60C06F0}">
      <dgm:prSet phldrT="[Text]"/>
      <dgm:spPr/>
      <dgm:t>
        <a:bodyPr/>
        <a:lstStyle/>
        <a:p>
          <a:r>
            <a:rPr lang="de-DE" dirty="0"/>
            <a:t>Liefert die Ressource</a:t>
          </a:r>
        </a:p>
      </dgm:t>
    </dgm:pt>
    <dgm:pt modelId="{5304766A-C610-154D-862A-C299D0549D06}" type="parTrans" cxnId="{CA9F884C-D866-B049-AA8F-8CFD52021B3F}">
      <dgm:prSet/>
      <dgm:spPr/>
      <dgm:t>
        <a:bodyPr/>
        <a:lstStyle/>
        <a:p>
          <a:endParaRPr lang="de-DE"/>
        </a:p>
      </dgm:t>
    </dgm:pt>
    <dgm:pt modelId="{81BBC4D3-519F-B342-A7D3-6C284FDA1454}" type="sibTrans" cxnId="{CA9F884C-D866-B049-AA8F-8CFD52021B3F}">
      <dgm:prSet/>
      <dgm:spPr/>
      <dgm:t>
        <a:bodyPr/>
        <a:lstStyle/>
        <a:p>
          <a:endParaRPr lang="de-DE"/>
        </a:p>
      </dgm:t>
    </dgm:pt>
    <dgm:pt modelId="{75FA42B1-C87A-5240-8B88-5A90F6796022}">
      <dgm:prSet phldrT="[Text]"/>
      <dgm:spPr/>
      <dgm:t>
        <a:bodyPr/>
        <a:lstStyle/>
        <a:p>
          <a:r>
            <a:rPr lang="de-DE" dirty="0"/>
            <a:t>DELETE</a:t>
          </a:r>
        </a:p>
      </dgm:t>
    </dgm:pt>
    <dgm:pt modelId="{CF2BF1D2-FFA4-FD45-A6F9-D54C66A5512F}" type="parTrans" cxnId="{7FE9A0E8-C36F-FA41-A1BC-082FD373305A}">
      <dgm:prSet/>
      <dgm:spPr/>
      <dgm:t>
        <a:bodyPr/>
        <a:lstStyle/>
        <a:p>
          <a:endParaRPr lang="de-DE"/>
        </a:p>
      </dgm:t>
    </dgm:pt>
    <dgm:pt modelId="{78674555-BA95-E947-923D-3C94D1CBE343}" type="sibTrans" cxnId="{7FE9A0E8-C36F-FA41-A1BC-082FD373305A}">
      <dgm:prSet/>
      <dgm:spPr/>
      <dgm:t>
        <a:bodyPr/>
        <a:lstStyle/>
        <a:p>
          <a:endParaRPr lang="de-DE"/>
        </a:p>
      </dgm:t>
    </dgm:pt>
    <dgm:pt modelId="{C86C270E-A275-664B-9FBA-6F184667EA41}">
      <dgm:prSet phldrT="[Text]"/>
      <dgm:spPr/>
      <dgm:t>
        <a:bodyPr/>
        <a:lstStyle/>
        <a:p>
          <a:r>
            <a:rPr lang="de-DE" dirty="0"/>
            <a:t>Löscht die Ressource</a:t>
          </a:r>
        </a:p>
      </dgm:t>
    </dgm:pt>
    <dgm:pt modelId="{0EECEB29-A697-CF44-BA0B-4F32833C7697}" type="parTrans" cxnId="{46759847-2FF0-8A4C-810D-7189A3A15DE0}">
      <dgm:prSet/>
      <dgm:spPr/>
      <dgm:t>
        <a:bodyPr/>
        <a:lstStyle/>
        <a:p>
          <a:endParaRPr lang="de-DE"/>
        </a:p>
      </dgm:t>
    </dgm:pt>
    <dgm:pt modelId="{23D26F5F-C59C-0B4B-9AFD-843FC0A713EE}" type="sibTrans" cxnId="{46759847-2FF0-8A4C-810D-7189A3A15DE0}">
      <dgm:prSet/>
      <dgm:spPr/>
      <dgm:t>
        <a:bodyPr/>
        <a:lstStyle/>
        <a:p>
          <a:endParaRPr lang="de-DE"/>
        </a:p>
      </dgm:t>
    </dgm:pt>
    <dgm:pt modelId="{93FD0080-381F-774A-B894-25EEA44D7897}">
      <dgm:prSet phldrT="[Text]"/>
      <dgm:spPr/>
      <dgm:t>
        <a:bodyPr/>
        <a:lstStyle/>
        <a:p>
          <a:r>
            <a:rPr lang="de-DE" dirty="0"/>
            <a:t>PUT</a:t>
          </a:r>
        </a:p>
      </dgm:t>
    </dgm:pt>
    <dgm:pt modelId="{7782D05B-F7F8-B347-99B2-36CC95DCD9A0}" type="parTrans" cxnId="{8CB096CA-840D-6745-BDFC-9F06494CBCD9}">
      <dgm:prSet/>
      <dgm:spPr/>
      <dgm:t>
        <a:bodyPr/>
        <a:lstStyle/>
        <a:p>
          <a:endParaRPr lang="de-DE"/>
        </a:p>
      </dgm:t>
    </dgm:pt>
    <dgm:pt modelId="{B527714B-B23C-9041-8234-196625E5C296}" type="sibTrans" cxnId="{8CB096CA-840D-6745-BDFC-9F06494CBCD9}">
      <dgm:prSet/>
      <dgm:spPr/>
      <dgm:t>
        <a:bodyPr/>
        <a:lstStyle/>
        <a:p>
          <a:endParaRPr lang="de-DE"/>
        </a:p>
      </dgm:t>
    </dgm:pt>
    <dgm:pt modelId="{8DE5A9C8-B3C0-5141-BA4D-280D08E48232}">
      <dgm:prSet phldrT="[Text]"/>
      <dgm:spPr/>
      <dgm:t>
        <a:bodyPr/>
        <a:lstStyle/>
        <a:p>
          <a:r>
            <a:rPr lang="de-DE" dirty="0"/>
            <a:t>Erzeugt aktualisiert die Ressource</a:t>
          </a:r>
        </a:p>
      </dgm:t>
    </dgm:pt>
    <dgm:pt modelId="{51F74DAE-9215-B04B-BE75-A346BDB34E7B}" type="parTrans" cxnId="{5DC1C7B8-883A-ED46-8CB2-371597A5DC58}">
      <dgm:prSet/>
      <dgm:spPr/>
      <dgm:t>
        <a:bodyPr/>
        <a:lstStyle/>
        <a:p>
          <a:endParaRPr lang="de-DE"/>
        </a:p>
      </dgm:t>
    </dgm:pt>
    <dgm:pt modelId="{A67CD1AC-462F-EC44-AE1C-FADF051BA895}" type="sibTrans" cxnId="{5DC1C7B8-883A-ED46-8CB2-371597A5DC58}">
      <dgm:prSet/>
      <dgm:spPr/>
      <dgm:t>
        <a:bodyPr/>
        <a:lstStyle/>
        <a:p>
          <a:endParaRPr lang="de-DE"/>
        </a:p>
      </dgm:t>
    </dgm:pt>
    <dgm:pt modelId="{E7B72F6F-AB97-514C-B817-269812FE9ADD}">
      <dgm:prSet phldrT="[Text]"/>
      <dgm:spPr/>
      <dgm:t>
        <a:bodyPr/>
        <a:lstStyle/>
        <a:p>
          <a:r>
            <a:rPr lang="de-DE" dirty="0"/>
            <a:t>POST</a:t>
          </a:r>
        </a:p>
      </dgm:t>
    </dgm:pt>
    <dgm:pt modelId="{C378D97D-B355-6542-AD01-D84E07BD5AEA}" type="parTrans" cxnId="{B0BF7B01-1D75-4E45-9955-5E7289285F65}">
      <dgm:prSet/>
      <dgm:spPr/>
      <dgm:t>
        <a:bodyPr/>
        <a:lstStyle/>
        <a:p>
          <a:endParaRPr lang="de-DE"/>
        </a:p>
      </dgm:t>
    </dgm:pt>
    <dgm:pt modelId="{97A6A562-EEF8-A442-9B60-AECE1870A63E}" type="sibTrans" cxnId="{B0BF7B01-1D75-4E45-9955-5E7289285F65}">
      <dgm:prSet/>
      <dgm:spPr/>
      <dgm:t>
        <a:bodyPr/>
        <a:lstStyle/>
        <a:p>
          <a:endParaRPr lang="de-DE"/>
        </a:p>
      </dgm:t>
    </dgm:pt>
    <dgm:pt modelId="{A7E8A067-AE12-BF47-A225-F604E15492CD}">
      <dgm:prSet phldrT="[Text]"/>
      <dgm:spPr/>
      <dgm:t>
        <a:bodyPr/>
        <a:lstStyle/>
        <a:p>
          <a:r>
            <a:rPr lang="de-DE" dirty="0"/>
            <a:t>Client spezifiziert </a:t>
          </a:r>
          <a:r>
            <a:rPr lang="de-DE" dirty="0" err="1"/>
            <a:t>resourceIdentifier</a:t>
          </a:r>
          <a:endParaRPr lang="de-DE" dirty="0"/>
        </a:p>
      </dgm:t>
    </dgm:pt>
    <dgm:pt modelId="{DA8DA68A-B0B9-D24D-B376-1B34572AD74A}" type="parTrans" cxnId="{D68133BC-E6E1-9B41-BD1F-92BD1AFA08D6}">
      <dgm:prSet/>
      <dgm:spPr/>
      <dgm:t>
        <a:bodyPr/>
        <a:lstStyle/>
        <a:p>
          <a:endParaRPr lang="de-DE"/>
        </a:p>
      </dgm:t>
    </dgm:pt>
    <dgm:pt modelId="{2465C227-2837-5144-85E2-787958CCE8C5}" type="sibTrans" cxnId="{D68133BC-E6E1-9B41-BD1F-92BD1AFA08D6}">
      <dgm:prSet/>
      <dgm:spPr/>
      <dgm:t>
        <a:bodyPr/>
        <a:lstStyle/>
        <a:p>
          <a:endParaRPr lang="de-DE"/>
        </a:p>
      </dgm:t>
    </dgm:pt>
    <dgm:pt modelId="{BF133D6B-D71B-2C49-92D0-4D4DB11832E1}">
      <dgm:prSet phldrT="[Text]"/>
      <dgm:spPr/>
      <dgm:t>
        <a:bodyPr/>
        <a:lstStyle/>
        <a:p>
          <a:r>
            <a:rPr lang="de-DE" dirty="0"/>
            <a:t>PUT /</a:t>
          </a:r>
          <a:r>
            <a:rPr lang="de-DE" dirty="0" err="1"/>
            <a:t>resources</a:t>
          </a:r>
          <a:r>
            <a:rPr lang="de-DE" dirty="0"/>
            <a:t>/&lt;</a:t>
          </a:r>
          <a:r>
            <a:rPr lang="de-DE" dirty="0" err="1"/>
            <a:t>newResourceId</a:t>
          </a:r>
          <a:r>
            <a:rPr lang="de-DE" dirty="0"/>
            <a:t>&gt; HTTP/1.1 </a:t>
          </a:r>
        </a:p>
      </dgm:t>
    </dgm:pt>
    <dgm:pt modelId="{C40F71F0-A212-6641-BA4B-82E324BB4668}" type="parTrans" cxnId="{90947023-0C37-4142-BC32-521E9C85DA2A}">
      <dgm:prSet/>
      <dgm:spPr/>
      <dgm:t>
        <a:bodyPr/>
        <a:lstStyle/>
        <a:p>
          <a:endParaRPr lang="de-DE"/>
        </a:p>
      </dgm:t>
    </dgm:pt>
    <dgm:pt modelId="{3D3F938F-28CE-2D42-AAF7-1FEE49A31545}" type="sibTrans" cxnId="{90947023-0C37-4142-BC32-521E9C85DA2A}">
      <dgm:prSet/>
      <dgm:spPr/>
      <dgm:t>
        <a:bodyPr/>
        <a:lstStyle/>
        <a:p>
          <a:endParaRPr lang="de-DE"/>
        </a:p>
      </dgm:t>
    </dgm:pt>
    <dgm:pt modelId="{6C2F0DAA-C708-FC41-9728-E625A93790A9}">
      <dgm:prSet phldrT="[Text]"/>
      <dgm:spPr/>
      <dgm:t>
        <a:bodyPr/>
        <a:lstStyle/>
        <a:p>
          <a:r>
            <a:rPr lang="de-DE" dirty="0"/>
            <a:t>Erzeugt ein neues Objekt unterhalb (</a:t>
          </a:r>
          <a:r>
            <a:rPr lang="de-DE" dirty="0" err="1"/>
            <a:t>Collection</a:t>
          </a:r>
          <a:r>
            <a:rPr lang="de-DE" dirty="0"/>
            <a:t>) der spezifizierten Ressource</a:t>
          </a:r>
        </a:p>
      </dgm:t>
    </dgm:pt>
    <dgm:pt modelId="{D8E40C63-464B-144A-A307-8AF9A045C886}" type="parTrans" cxnId="{8D2B5841-FBBB-5B48-A14C-2535BBBD6176}">
      <dgm:prSet/>
      <dgm:spPr/>
      <dgm:t>
        <a:bodyPr/>
        <a:lstStyle/>
        <a:p>
          <a:endParaRPr lang="de-DE"/>
        </a:p>
      </dgm:t>
    </dgm:pt>
    <dgm:pt modelId="{08873726-1389-FD43-80F1-A6D4667F447B}" type="sibTrans" cxnId="{8D2B5841-FBBB-5B48-A14C-2535BBBD6176}">
      <dgm:prSet/>
      <dgm:spPr/>
      <dgm:t>
        <a:bodyPr/>
        <a:lstStyle/>
        <a:p>
          <a:endParaRPr lang="de-DE"/>
        </a:p>
      </dgm:t>
    </dgm:pt>
    <dgm:pt modelId="{2876A86F-5A1D-B748-B818-9B766E2D7EFB}">
      <dgm:prSet phldrT="[Text]"/>
      <dgm:spPr/>
      <dgm:t>
        <a:bodyPr/>
        <a:lstStyle/>
        <a:p>
          <a:r>
            <a:rPr lang="de-DE" dirty="0"/>
            <a:t>POST /</a:t>
          </a:r>
          <a:r>
            <a:rPr lang="de-DE" dirty="0" err="1"/>
            <a:t>resources</a:t>
          </a:r>
          <a:r>
            <a:rPr lang="de-DE" dirty="0"/>
            <a:t> HTTP/1.1</a:t>
          </a:r>
        </a:p>
      </dgm:t>
    </dgm:pt>
    <dgm:pt modelId="{D2233247-435E-AC4E-8B98-85FD8F9AC1EF}" type="parTrans" cxnId="{682FA2EE-3104-E447-9F9C-6F26D1CA0E50}">
      <dgm:prSet/>
      <dgm:spPr/>
      <dgm:t>
        <a:bodyPr/>
        <a:lstStyle/>
        <a:p>
          <a:endParaRPr lang="de-DE"/>
        </a:p>
      </dgm:t>
    </dgm:pt>
    <dgm:pt modelId="{30109A55-1CE1-514F-B1EF-08E14322742D}" type="sibTrans" cxnId="{682FA2EE-3104-E447-9F9C-6F26D1CA0E50}">
      <dgm:prSet/>
      <dgm:spPr/>
      <dgm:t>
        <a:bodyPr/>
        <a:lstStyle/>
        <a:p>
          <a:endParaRPr lang="de-DE"/>
        </a:p>
      </dgm:t>
    </dgm:pt>
    <dgm:pt modelId="{3B238920-7CFE-1148-9019-FE2C85B9517A}" type="pres">
      <dgm:prSet presAssocID="{E3214475-5C7B-DA4A-9706-650D89B9EF27}" presName="Name0" presStyleCnt="0">
        <dgm:presLayoutVars>
          <dgm:dir/>
          <dgm:animLvl val="lvl"/>
          <dgm:resizeHandles val="exact"/>
        </dgm:presLayoutVars>
      </dgm:prSet>
      <dgm:spPr/>
    </dgm:pt>
    <dgm:pt modelId="{40C0C07A-4553-BD43-9C9A-C02C524EB72B}" type="pres">
      <dgm:prSet presAssocID="{3DE8A00B-F58F-CC46-BC1D-8DA8B7CC2188}" presName="linNode" presStyleCnt="0"/>
      <dgm:spPr/>
    </dgm:pt>
    <dgm:pt modelId="{1F1D7829-A817-8440-A1B0-4B71A7BF8537}" type="pres">
      <dgm:prSet presAssocID="{3DE8A00B-F58F-CC46-BC1D-8DA8B7CC218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9F004E1-655F-3647-9990-F6AAB2427B86}" type="pres">
      <dgm:prSet presAssocID="{3DE8A00B-F58F-CC46-BC1D-8DA8B7CC2188}" presName="descendantText" presStyleLbl="alignAccFollowNode1" presStyleIdx="0" presStyleCnt="4">
        <dgm:presLayoutVars>
          <dgm:bulletEnabled val="1"/>
        </dgm:presLayoutVars>
      </dgm:prSet>
      <dgm:spPr/>
    </dgm:pt>
    <dgm:pt modelId="{B420851E-7E8C-9E46-9D35-2049CA9C859C}" type="pres">
      <dgm:prSet presAssocID="{5B9671A7-F8F4-EB46-8D8A-EB57D8F4FD99}" presName="sp" presStyleCnt="0"/>
      <dgm:spPr/>
    </dgm:pt>
    <dgm:pt modelId="{AF07EB46-6F86-6740-BA72-ECBA46584F41}" type="pres">
      <dgm:prSet presAssocID="{75FA42B1-C87A-5240-8B88-5A90F6796022}" presName="linNode" presStyleCnt="0"/>
      <dgm:spPr/>
    </dgm:pt>
    <dgm:pt modelId="{F14CD864-DFCF-D843-9825-D32FA4D9A07D}" type="pres">
      <dgm:prSet presAssocID="{75FA42B1-C87A-5240-8B88-5A90F679602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C2DD22C4-3AC9-074B-B695-349CAEF10B59}" type="pres">
      <dgm:prSet presAssocID="{75FA42B1-C87A-5240-8B88-5A90F6796022}" presName="descendantText" presStyleLbl="alignAccFollowNode1" presStyleIdx="1" presStyleCnt="4">
        <dgm:presLayoutVars>
          <dgm:bulletEnabled val="1"/>
        </dgm:presLayoutVars>
      </dgm:prSet>
      <dgm:spPr/>
    </dgm:pt>
    <dgm:pt modelId="{5A371509-42E3-B140-A511-704F56F607AF}" type="pres">
      <dgm:prSet presAssocID="{78674555-BA95-E947-923D-3C94D1CBE343}" presName="sp" presStyleCnt="0"/>
      <dgm:spPr/>
    </dgm:pt>
    <dgm:pt modelId="{FC415450-8F32-6644-AF3D-134CA74835E4}" type="pres">
      <dgm:prSet presAssocID="{93FD0080-381F-774A-B894-25EEA44D7897}" presName="linNode" presStyleCnt="0"/>
      <dgm:spPr/>
    </dgm:pt>
    <dgm:pt modelId="{8921904E-BD22-9940-BE0F-A550A8A2EB25}" type="pres">
      <dgm:prSet presAssocID="{93FD0080-381F-774A-B894-25EEA44D789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0C71567-6777-7946-8431-B7402FFE49C8}" type="pres">
      <dgm:prSet presAssocID="{93FD0080-381F-774A-B894-25EEA44D7897}" presName="descendantText" presStyleLbl="alignAccFollowNode1" presStyleIdx="2" presStyleCnt="4">
        <dgm:presLayoutVars>
          <dgm:bulletEnabled val="1"/>
        </dgm:presLayoutVars>
      </dgm:prSet>
      <dgm:spPr/>
    </dgm:pt>
    <dgm:pt modelId="{9432972E-D29B-694B-9208-C8082ED8D51A}" type="pres">
      <dgm:prSet presAssocID="{B527714B-B23C-9041-8234-196625E5C296}" presName="sp" presStyleCnt="0"/>
      <dgm:spPr/>
    </dgm:pt>
    <dgm:pt modelId="{8B3EEB31-F841-9545-9EA9-E99BA1A77D4D}" type="pres">
      <dgm:prSet presAssocID="{E7B72F6F-AB97-514C-B817-269812FE9ADD}" presName="linNode" presStyleCnt="0"/>
      <dgm:spPr/>
    </dgm:pt>
    <dgm:pt modelId="{0BEFE39D-035F-6F43-B431-E59A9CFBC005}" type="pres">
      <dgm:prSet presAssocID="{E7B72F6F-AB97-514C-B817-269812FE9AD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DB2FBED-06C8-0B47-813E-35C13DF85EC7}" type="pres">
      <dgm:prSet presAssocID="{E7B72F6F-AB97-514C-B817-269812FE9AD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B0BF7B01-1D75-4E45-9955-5E7289285F65}" srcId="{E3214475-5C7B-DA4A-9706-650D89B9EF27}" destId="{E7B72F6F-AB97-514C-B817-269812FE9ADD}" srcOrd="3" destOrd="0" parTransId="{C378D97D-B355-6542-AD01-D84E07BD5AEA}" sibTransId="{97A6A562-EEF8-A442-9B60-AECE1870A63E}"/>
    <dgm:cxn modelId="{1B16D422-F2EC-214C-9755-6122D8FED51F}" type="presOf" srcId="{E7B72F6F-AB97-514C-B817-269812FE9ADD}" destId="{0BEFE39D-035F-6F43-B431-E59A9CFBC005}" srcOrd="0" destOrd="0" presId="urn:microsoft.com/office/officeart/2005/8/layout/vList5"/>
    <dgm:cxn modelId="{90947023-0C37-4142-BC32-521E9C85DA2A}" srcId="{93FD0080-381F-774A-B894-25EEA44D7897}" destId="{BF133D6B-D71B-2C49-92D0-4D4DB11832E1}" srcOrd="2" destOrd="0" parTransId="{C40F71F0-A212-6641-BA4B-82E324BB4668}" sibTransId="{3D3F938F-28CE-2D42-AAF7-1FEE49A31545}"/>
    <dgm:cxn modelId="{6F45FE2F-1751-B04B-B580-5C80008BB0CA}" type="presOf" srcId="{75FA42B1-C87A-5240-8B88-5A90F6796022}" destId="{F14CD864-DFCF-D843-9825-D32FA4D9A07D}" srcOrd="0" destOrd="0" presId="urn:microsoft.com/office/officeart/2005/8/layout/vList5"/>
    <dgm:cxn modelId="{8D2B5841-FBBB-5B48-A14C-2535BBBD6176}" srcId="{E7B72F6F-AB97-514C-B817-269812FE9ADD}" destId="{6C2F0DAA-C708-FC41-9728-E625A93790A9}" srcOrd="0" destOrd="0" parTransId="{D8E40C63-464B-144A-A307-8AF9A045C886}" sibTransId="{08873726-1389-FD43-80F1-A6D4667F447B}"/>
    <dgm:cxn modelId="{9BCA2745-DB1B-1544-A9CB-077FA8C21AB5}" type="presOf" srcId="{2876A86F-5A1D-B748-B818-9B766E2D7EFB}" destId="{ADB2FBED-06C8-0B47-813E-35C13DF85EC7}" srcOrd="0" destOrd="1" presId="urn:microsoft.com/office/officeart/2005/8/layout/vList5"/>
    <dgm:cxn modelId="{145B6A47-0C76-1247-9F2B-EB03AE384B2B}" type="presOf" srcId="{BF133D6B-D71B-2C49-92D0-4D4DB11832E1}" destId="{10C71567-6777-7946-8431-B7402FFE49C8}" srcOrd="0" destOrd="2" presId="urn:microsoft.com/office/officeart/2005/8/layout/vList5"/>
    <dgm:cxn modelId="{46759847-2FF0-8A4C-810D-7189A3A15DE0}" srcId="{75FA42B1-C87A-5240-8B88-5A90F6796022}" destId="{C86C270E-A275-664B-9FBA-6F184667EA41}" srcOrd="0" destOrd="0" parTransId="{0EECEB29-A697-CF44-BA0B-4F32833C7697}" sibTransId="{23D26F5F-C59C-0B4B-9AFD-843FC0A713EE}"/>
    <dgm:cxn modelId="{CA9F884C-D866-B049-AA8F-8CFD52021B3F}" srcId="{3DE8A00B-F58F-CC46-BC1D-8DA8B7CC2188}" destId="{A2212BDC-9494-9B48-BD0E-EEC1C60C06F0}" srcOrd="0" destOrd="0" parTransId="{5304766A-C610-154D-862A-C299D0549D06}" sibTransId="{81BBC4D3-519F-B342-A7D3-6C284FDA1454}"/>
    <dgm:cxn modelId="{8FCB625C-45BC-B845-9FD0-655FCB7DCC53}" srcId="{E3214475-5C7B-DA4A-9706-650D89B9EF27}" destId="{3DE8A00B-F58F-CC46-BC1D-8DA8B7CC2188}" srcOrd="0" destOrd="0" parTransId="{2C6900E7-C68E-2640-8853-90296530721A}" sibTransId="{5B9671A7-F8F4-EB46-8D8A-EB57D8F4FD99}"/>
    <dgm:cxn modelId="{7EAAF85F-901F-2044-892D-CA0B8BD06015}" type="presOf" srcId="{A2212BDC-9494-9B48-BD0E-EEC1C60C06F0}" destId="{99F004E1-655F-3647-9990-F6AAB2427B86}" srcOrd="0" destOrd="0" presId="urn:microsoft.com/office/officeart/2005/8/layout/vList5"/>
    <dgm:cxn modelId="{BC243284-7DA7-0A45-A3FC-4C6F578A46E6}" type="presOf" srcId="{93FD0080-381F-774A-B894-25EEA44D7897}" destId="{8921904E-BD22-9940-BE0F-A550A8A2EB25}" srcOrd="0" destOrd="0" presId="urn:microsoft.com/office/officeart/2005/8/layout/vList5"/>
    <dgm:cxn modelId="{A7546D8F-F5CC-DB4B-A61A-C457EFDA98D6}" type="presOf" srcId="{8DE5A9C8-B3C0-5141-BA4D-280D08E48232}" destId="{10C71567-6777-7946-8431-B7402FFE49C8}" srcOrd="0" destOrd="0" presId="urn:microsoft.com/office/officeart/2005/8/layout/vList5"/>
    <dgm:cxn modelId="{3A79CA97-E35C-EA4D-92DE-CDD34C492777}" type="presOf" srcId="{C86C270E-A275-664B-9FBA-6F184667EA41}" destId="{C2DD22C4-3AC9-074B-B695-349CAEF10B59}" srcOrd="0" destOrd="0" presId="urn:microsoft.com/office/officeart/2005/8/layout/vList5"/>
    <dgm:cxn modelId="{5DC1C7B8-883A-ED46-8CB2-371597A5DC58}" srcId="{93FD0080-381F-774A-B894-25EEA44D7897}" destId="{8DE5A9C8-B3C0-5141-BA4D-280D08E48232}" srcOrd="0" destOrd="0" parTransId="{51F74DAE-9215-B04B-BE75-A346BDB34E7B}" sibTransId="{A67CD1AC-462F-EC44-AE1C-FADF051BA895}"/>
    <dgm:cxn modelId="{D68133BC-E6E1-9B41-BD1F-92BD1AFA08D6}" srcId="{93FD0080-381F-774A-B894-25EEA44D7897}" destId="{A7E8A067-AE12-BF47-A225-F604E15492CD}" srcOrd="1" destOrd="0" parTransId="{DA8DA68A-B0B9-D24D-B376-1B34572AD74A}" sibTransId="{2465C227-2837-5144-85E2-787958CCE8C5}"/>
    <dgm:cxn modelId="{436FBFBE-803F-A54C-8CD4-3DB758FDDFD6}" type="presOf" srcId="{A7E8A067-AE12-BF47-A225-F604E15492CD}" destId="{10C71567-6777-7946-8431-B7402FFE49C8}" srcOrd="0" destOrd="1" presId="urn:microsoft.com/office/officeart/2005/8/layout/vList5"/>
    <dgm:cxn modelId="{8CB096CA-840D-6745-BDFC-9F06494CBCD9}" srcId="{E3214475-5C7B-DA4A-9706-650D89B9EF27}" destId="{93FD0080-381F-774A-B894-25EEA44D7897}" srcOrd="2" destOrd="0" parTransId="{7782D05B-F7F8-B347-99B2-36CC95DCD9A0}" sibTransId="{B527714B-B23C-9041-8234-196625E5C296}"/>
    <dgm:cxn modelId="{235A6ACD-F749-214E-8B5B-985DCAAC3EEB}" type="presOf" srcId="{E3214475-5C7B-DA4A-9706-650D89B9EF27}" destId="{3B238920-7CFE-1148-9019-FE2C85B9517A}" srcOrd="0" destOrd="0" presId="urn:microsoft.com/office/officeart/2005/8/layout/vList5"/>
    <dgm:cxn modelId="{6D63B3E6-4DAC-8D48-93B5-685E4B01ADA2}" type="presOf" srcId="{3DE8A00B-F58F-CC46-BC1D-8DA8B7CC2188}" destId="{1F1D7829-A817-8440-A1B0-4B71A7BF8537}" srcOrd="0" destOrd="0" presId="urn:microsoft.com/office/officeart/2005/8/layout/vList5"/>
    <dgm:cxn modelId="{7FE9A0E8-C36F-FA41-A1BC-082FD373305A}" srcId="{E3214475-5C7B-DA4A-9706-650D89B9EF27}" destId="{75FA42B1-C87A-5240-8B88-5A90F6796022}" srcOrd="1" destOrd="0" parTransId="{CF2BF1D2-FFA4-FD45-A6F9-D54C66A5512F}" sibTransId="{78674555-BA95-E947-923D-3C94D1CBE343}"/>
    <dgm:cxn modelId="{682FA2EE-3104-E447-9F9C-6F26D1CA0E50}" srcId="{E7B72F6F-AB97-514C-B817-269812FE9ADD}" destId="{2876A86F-5A1D-B748-B818-9B766E2D7EFB}" srcOrd="1" destOrd="0" parTransId="{D2233247-435E-AC4E-8B98-85FD8F9AC1EF}" sibTransId="{30109A55-1CE1-514F-B1EF-08E14322742D}"/>
    <dgm:cxn modelId="{0F6841FA-048E-0F4C-9ABA-0C454CFDDB04}" type="presOf" srcId="{6C2F0DAA-C708-FC41-9728-E625A93790A9}" destId="{ADB2FBED-06C8-0B47-813E-35C13DF85EC7}" srcOrd="0" destOrd="0" presId="urn:microsoft.com/office/officeart/2005/8/layout/vList5"/>
    <dgm:cxn modelId="{C606713B-4FA4-0E41-A622-C57BE974AA65}" type="presParOf" srcId="{3B238920-7CFE-1148-9019-FE2C85B9517A}" destId="{40C0C07A-4553-BD43-9C9A-C02C524EB72B}" srcOrd="0" destOrd="0" presId="urn:microsoft.com/office/officeart/2005/8/layout/vList5"/>
    <dgm:cxn modelId="{166DB6EB-98BE-FF47-AA14-69309C02CD40}" type="presParOf" srcId="{40C0C07A-4553-BD43-9C9A-C02C524EB72B}" destId="{1F1D7829-A817-8440-A1B0-4B71A7BF8537}" srcOrd="0" destOrd="0" presId="urn:microsoft.com/office/officeart/2005/8/layout/vList5"/>
    <dgm:cxn modelId="{4F19677E-3DE3-4441-87BE-0342A039E175}" type="presParOf" srcId="{40C0C07A-4553-BD43-9C9A-C02C524EB72B}" destId="{99F004E1-655F-3647-9990-F6AAB2427B86}" srcOrd="1" destOrd="0" presId="urn:microsoft.com/office/officeart/2005/8/layout/vList5"/>
    <dgm:cxn modelId="{BA389BA9-9D50-A040-A905-A8EB29BEA857}" type="presParOf" srcId="{3B238920-7CFE-1148-9019-FE2C85B9517A}" destId="{B420851E-7E8C-9E46-9D35-2049CA9C859C}" srcOrd="1" destOrd="0" presId="urn:microsoft.com/office/officeart/2005/8/layout/vList5"/>
    <dgm:cxn modelId="{FFA8DE60-E216-7C40-8658-0A1F591A38A6}" type="presParOf" srcId="{3B238920-7CFE-1148-9019-FE2C85B9517A}" destId="{AF07EB46-6F86-6740-BA72-ECBA46584F41}" srcOrd="2" destOrd="0" presId="urn:microsoft.com/office/officeart/2005/8/layout/vList5"/>
    <dgm:cxn modelId="{81D28840-042B-0943-9F7A-5324F3C882FF}" type="presParOf" srcId="{AF07EB46-6F86-6740-BA72-ECBA46584F41}" destId="{F14CD864-DFCF-D843-9825-D32FA4D9A07D}" srcOrd="0" destOrd="0" presId="urn:microsoft.com/office/officeart/2005/8/layout/vList5"/>
    <dgm:cxn modelId="{AB5D8A65-9E05-444C-8703-857688AC33EB}" type="presParOf" srcId="{AF07EB46-6F86-6740-BA72-ECBA46584F41}" destId="{C2DD22C4-3AC9-074B-B695-349CAEF10B59}" srcOrd="1" destOrd="0" presId="urn:microsoft.com/office/officeart/2005/8/layout/vList5"/>
    <dgm:cxn modelId="{653120C6-5B5C-F343-A340-D5316C1B923A}" type="presParOf" srcId="{3B238920-7CFE-1148-9019-FE2C85B9517A}" destId="{5A371509-42E3-B140-A511-704F56F607AF}" srcOrd="3" destOrd="0" presId="urn:microsoft.com/office/officeart/2005/8/layout/vList5"/>
    <dgm:cxn modelId="{891D3D0E-725F-874E-9729-3E74C43A7BF2}" type="presParOf" srcId="{3B238920-7CFE-1148-9019-FE2C85B9517A}" destId="{FC415450-8F32-6644-AF3D-134CA74835E4}" srcOrd="4" destOrd="0" presId="urn:microsoft.com/office/officeart/2005/8/layout/vList5"/>
    <dgm:cxn modelId="{8DD09BFF-7F62-F944-8A90-2E61862CFB37}" type="presParOf" srcId="{FC415450-8F32-6644-AF3D-134CA74835E4}" destId="{8921904E-BD22-9940-BE0F-A550A8A2EB25}" srcOrd="0" destOrd="0" presId="urn:microsoft.com/office/officeart/2005/8/layout/vList5"/>
    <dgm:cxn modelId="{7D1DFC22-27E4-7D44-9BBE-8A9F025C4EBE}" type="presParOf" srcId="{FC415450-8F32-6644-AF3D-134CA74835E4}" destId="{10C71567-6777-7946-8431-B7402FFE49C8}" srcOrd="1" destOrd="0" presId="urn:microsoft.com/office/officeart/2005/8/layout/vList5"/>
    <dgm:cxn modelId="{99EFF815-B9A9-A64F-8B37-811F6196C51A}" type="presParOf" srcId="{3B238920-7CFE-1148-9019-FE2C85B9517A}" destId="{9432972E-D29B-694B-9208-C8082ED8D51A}" srcOrd="5" destOrd="0" presId="urn:microsoft.com/office/officeart/2005/8/layout/vList5"/>
    <dgm:cxn modelId="{7FF5BE84-6F05-9B4C-B4C6-CFB6C1191628}" type="presParOf" srcId="{3B238920-7CFE-1148-9019-FE2C85B9517A}" destId="{8B3EEB31-F841-9545-9EA9-E99BA1A77D4D}" srcOrd="6" destOrd="0" presId="urn:microsoft.com/office/officeart/2005/8/layout/vList5"/>
    <dgm:cxn modelId="{D1A8993D-7E2E-8549-BB13-B7DC1549BEC6}" type="presParOf" srcId="{8B3EEB31-F841-9545-9EA9-E99BA1A77D4D}" destId="{0BEFE39D-035F-6F43-B431-E59A9CFBC005}" srcOrd="0" destOrd="0" presId="urn:microsoft.com/office/officeart/2005/8/layout/vList5"/>
    <dgm:cxn modelId="{DCA293E9-2E37-D741-9990-297B54F20B21}" type="presParOf" srcId="{8B3EEB31-F841-9545-9EA9-E99BA1A77D4D}" destId="{ADB2FBED-06C8-0B47-813E-35C13DF85EC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46E65F3-399C-4D6C-BBC7-8AC7921DEAC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A77B644-4CDF-41B8-81A6-5E5DEE15A8DD}">
      <dgm:prSet/>
      <dgm:spPr/>
      <dgm:t>
        <a:bodyPr/>
        <a:lstStyle/>
        <a:p>
          <a:r>
            <a:rPr lang="de-DE"/>
            <a:t>node –v</a:t>
          </a:r>
          <a:endParaRPr lang="en-US"/>
        </a:p>
      </dgm:t>
    </dgm:pt>
    <dgm:pt modelId="{492D8F12-A047-4733-B100-679D641E87C7}" type="parTrans" cxnId="{9DBB6E69-B489-4343-B38A-A2E19283FE1E}">
      <dgm:prSet/>
      <dgm:spPr/>
      <dgm:t>
        <a:bodyPr/>
        <a:lstStyle/>
        <a:p>
          <a:endParaRPr lang="en-US"/>
        </a:p>
      </dgm:t>
    </dgm:pt>
    <dgm:pt modelId="{CCD043C6-012F-4C55-A43F-BCD301C92322}" type="sibTrans" cxnId="{9DBB6E69-B489-4343-B38A-A2E19283FE1E}">
      <dgm:prSet/>
      <dgm:spPr/>
      <dgm:t>
        <a:bodyPr/>
        <a:lstStyle/>
        <a:p>
          <a:endParaRPr lang="en-US"/>
        </a:p>
      </dgm:t>
    </dgm:pt>
    <dgm:pt modelId="{2DFD091E-2F6F-449C-8263-B958452358AA}">
      <dgm:prSet/>
      <dgm:spPr/>
      <dgm:t>
        <a:bodyPr/>
        <a:lstStyle/>
        <a:p>
          <a:r>
            <a:rPr lang="de-DE"/>
            <a:t>Ausgabe der Versionsnummer</a:t>
          </a:r>
          <a:endParaRPr lang="en-US"/>
        </a:p>
      </dgm:t>
    </dgm:pt>
    <dgm:pt modelId="{E446B8F3-6A52-4D92-82F6-3558AD16068B}" type="parTrans" cxnId="{D5CEE61B-E4E5-474B-AEDC-3F35537D50B8}">
      <dgm:prSet/>
      <dgm:spPr/>
      <dgm:t>
        <a:bodyPr/>
        <a:lstStyle/>
        <a:p>
          <a:endParaRPr lang="en-US"/>
        </a:p>
      </dgm:t>
    </dgm:pt>
    <dgm:pt modelId="{0FC8C6DE-9910-4324-B0E6-17E7A78FA454}" type="sibTrans" cxnId="{D5CEE61B-E4E5-474B-AEDC-3F35537D50B8}">
      <dgm:prSet/>
      <dgm:spPr/>
      <dgm:t>
        <a:bodyPr/>
        <a:lstStyle/>
        <a:p>
          <a:endParaRPr lang="en-US"/>
        </a:p>
      </dgm:t>
    </dgm:pt>
    <dgm:pt modelId="{D0878A47-4E8C-4E60-9AB2-62A5387F9047}">
      <dgm:prSet/>
      <dgm:spPr/>
      <dgm:t>
        <a:bodyPr/>
        <a:lstStyle/>
        <a:p>
          <a:r>
            <a:rPr lang="de-DE"/>
            <a:t>node</a:t>
          </a:r>
          <a:endParaRPr lang="en-US"/>
        </a:p>
      </dgm:t>
    </dgm:pt>
    <dgm:pt modelId="{0AE987D3-0227-462B-9A8D-AAFA7E437BB6}" type="parTrans" cxnId="{5B34DF26-D705-44F0-94FC-6E0CADECC735}">
      <dgm:prSet/>
      <dgm:spPr/>
      <dgm:t>
        <a:bodyPr/>
        <a:lstStyle/>
        <a:p>
          <a:endParaRPr lang="en-US"/>
        </a:p>
      </dgm:t>
    </dgm:pt>
    <dgm:pt modelId="{D207F3C0-C4FD-4FAA-BDEE-F5EB17AA8F1D}" type="sibTrans" cxnId="{5B34DF26-D705-44F0-94FC-6E0CADECC735}">
      <dgm:prSet/>
      <dgm:spPr/>
      <dgm:t>
        <a:bodyPr/>
        <a:lstStyle/>
        <a:p>
          <a:endParaRPr lang="en-US"/>
        </a:p>
      </dgm:t>
    </dgm:pt>
    <dgm:pt modelId="{21ABDE45-0A3B-4375-B90B-4B2BCFF6B9A9}">
      <dgm:prSet/>
      <dgm:spPr/>
      <dgm:t>
        <a:bodyPr/>
        <a:lstStyle/>
        <a:p>
          <a:r>
            <a:rPr lang="de-DE"/>
            <a:t>Starten der REPL zur Eingabe von JavaScript-Befehlen</a:t>
          </a:r>
          <a:endParaRPr lang="en-US"/>
        </a:p>
      </dgm:t>
    </dgm:pt>
    <dgm:pt modelId="{2C288CF3-857B-449C-AB51-13955EBB07F4}" type="parTrans" cxnId="{38415DD0-0CA6-499D-BA90-D3E6BC44FCB8}">
      <dgm:prSet/>
      <dgm:spPr/>
      <dgm:t>
        <a:bodyPr/>
        <a:lstStyle/>
        <a:p>
          <a:endParaRPr lang="en-US"/>
        </a:p>
      </dgm:t>
    </dgm:pt>
    <dgm:pt modelId="{3067C6D3-5E8F-4AC9-8197-1FC3802775CE}" type="sibTrans" cxnId="{38415DD0-0CA6-499D-BA90-D3E6BC44FCB8}">
      <dgm:prSet/>
      <dgm:spPr/>
      <dgm:t>
        <a:bodyPr/>
        <a:lstStyle/>
        <a:p>
          <a:endParaRPr lang="en-US"/>
        </a:p>
      </dgm:t>
    </dgm:pt>
    <dgm:pt modelId="{4F51AE88-B3F6-481B-9C93-F8E1E0366FE6}">
      <dgm:prSet/>
      <dgm:spPr/>
      <dgm:t>
        <a:bodyPr/>
        <a:lstStyle/>
        <a:p>
          <a:r>
            <a:rPr lang="de-DE"/>
            <a:t>node programm.js</a:t>
          </a:r>
          <a:endParaRPr lang="en-US"/>
        </a:p>
      </dgm:t>
    </dgm:pt>
    <dgm:pt modelId="{8DC31336-EBC1-4D65-A7B8-05CFF8080265}" type="parTrans" cxnId="{A08654AA-9FD6-4F0B-8840-D7B672D7FC4B}">
      <dgm:prSet/>
      <dgm:spPr/>
      <dgm:t>
        <a:bodyPr/>
        <a:lstStyle/>
        <a:p>
          <a:endParaRPr lang="en-US"/>
        </a:p>
      </dgm:t>
    </dgm:pt>
    <dgm:pt modelId="{23F528A4-BD31-48F1-BDDD-22EAE513BBD6}" type="sibTrans" cxnId="{A08654AA-9FD6-4F0B-8840-D7B672D7FC4B}">
      <dgm:prSet/>
      <dgm:spPr/>
      <dgm:t>
        <a:bodyPr/>
        <a:lstStyle/>
        <a:p>
          <a:endParaRPr lang="en-US"/>
        </a:p>
      </dgm:t>
    </dgm:pt>
    <dgm:pt modelId="{B1EF4718-CBD4-474A-BEA6-BE58981C1FFD}">
      <dgm:prSet/>
      <dgm:spPr/>
      <dgm:t>
        <a:bodyPr/>
        <a:lstStyle/>
        <a:p>
          <a:r>
            <a:rPr lang="de-DE"/>
            <a:t>Ausführen  der Skript-Datei </a:t>
          </a:r>
          <a:r>
            <a:rPr lang="de-DE" i="1"/>
            <a:t>programm.js </a:t>
          </a:r>
          <a:r>
            <a:rPr lang="de-DE"/>
            <a:t> </a:t>
          </a:r>
          <a:endParaRPr lang="en-US"/>
        </a:p>
      </dgm:t>
    </dgm:pt>
    <dgm:pt modelId="{C4FEFE38-736D-4B3B-A0CF-444D2553F21C}" type="parTrans" cxnId="{9C338DB8-9FF2-49A8-8B49-99013CE82BD7}">
      <dgm:prSet/>
      <dgm:spPr/>
      <dgm:t>
        <a:bodyPr/>
        <a:lstStyle/>
        <a:p>
          <a:endParaRPr lang="en-US"/>
        </a:p>
      </dgm:t>
    </dgm:pt>
    <dgm:pt modelId="{CB12934E-442D-42D4-BAA0-910535FEF62D}" type="sibTrans" cxnId="{9C338DB8-9FF2-49A8-8B49-99013CE82BD7}">
      <dgm:prSet/>
      <dgm:spPr/>
      <dgm:t>
        <a:bodyPr/>
        <a:lstStyle/>
        <a:p>
          <a:endParaRPr lang="en-US"/>
        </a:p>
      </dgm:t>
    </dgm:pt>
    <dgm:pt modelId="{953A50D9-263B-614B-8AD4-2A70A1EE489F}" type="pres">
      <dgm:prSet presAssocID="{346E65F3-399C-4D6C-BBC7-8AC7921DEACF}" presName="linear" presStyleCnt="0">
        <dgm:presLayoutVars>
          <dgm:dir/>
          <dgm:animLvl val="lvl"/>
          <dgm:resizeHandles val="exact"/>
        </dgm:presLayoutVars>
      </dgm:prSet>
      <dgm:spPr/>
    </dgm:pt>
    <dgm:pt modelId="{44C2DF3D-56A3-AE4C-AE7C-39A2EADE5BCA}" type="pres">
      <dgm:prSet presAssocID="{6A77B644-4CDF-41B8-81A6-5E5DEE15A8DD}" presName="parentLin" presStyleCnt="0"/>
      <dgm:spPr/>
    </dgm:pt>
    <dgm:pt modelId="{33E811D0-4B84-A740-91B7-B6AABF82C0CB}" type="pres">
      <dgm:prSet presAssocID="{6A77B644-4CDF-41B8-81A6-5E5DEE15A8DD}" presName="parentLeftMargin" presStyleLbl="node1" presStyleIdx="0" presStyleCnt="3"/>
      <dgm:spPr/>
    </dgm:pt>
    <dgm:pt modelId="{1A7A9926-1BFE-DE44-B993-0CF46A5CEDEE}" type="pres">
      <dgm:prSet presAssocID="{6A77B644-4CDF-41B8-81A6-5E5DEE15A8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13D3243-15D9-5F4C-920E-24F948112711}" type="pres">
      <dgm:prSet presAssocID="{6A77B644-4CDF-41B8-81A6-5E5DEE15A8DD}" presName="negativeSpace" presStyleCnt="0"/>
      <dgm:spPr/>
    </dgm:pt>
    <dgm:pt modelId="{4A12C6BB-B581-A24C-A598-548E22C4160C}" type="pres">
      <dgm:prSet presAssocID="{6A77B644-4CDF-41B8-81A6-5E5DEE15A8DD}" presName="childText" presStyleLbl="conFgAcc1" presStyleIdx="0" presStyleCnt="3">
        <dgm:presLayoutVars>
          <dgm:bulletEnabled val="1"/>
        </dgm:presLayoutVars>
      </dgm:prSet>
      <dgm:spPr/>
    </dgm:pt>
    <dgm:pt modelId="{DF3DD37B-BDEB-6941-8609-8E95BDB12B40}" type="pres">
      <dgm:prSet presAssocID="{CCD043C6-012F-4C55-A43F-BCD301C92322}" presName="spaceBetweenRectangles" presStyleCnt="0"/>
      <dgm:spPr/>
    </dgm:pt>
    <dgm:pt modelId="{6DECF302-6458-D646-880C-F879B97F30D5}" type="pres">
      <dgm:prSet presAssocID="{D0878A47-4E8C-4E60-9AB2-62A5387F9047}" presName="parentLin" presStyleCnt="0"/>
      <dgm:spPr/>
    </dgm:pt>
    <dgm:pt modelId="{3B0A9DFE-0B63-C94B-BDCC-D66C958F8705}" type="pres">
      <dgm:prSet presAssocID="{D0878A47-4E8C-4E60-9AB2-62A5387F9047}" presName="parentLeftMargin" presStyleLbl="node1" presStyleIdx="0" presStyleCnt="3"/>
      <dgm:spPr/>
    </dgm:pt>
    <dgm:pt modelId="{80B8595D-D10C-0244-912B-73BABA28A137}" type="pres">
      <dgm:prSet presAssocID="{D0878A47-4E8C-4E60-9AB2-62A5387F904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300128-8697-D84F-BCC3-EB1EFB38C2AF}" type="pres">
      <dgm:prSet presAssocID="{D0878A47-4E8C-4E60-9AB2-62A5387F9047}" presName="negativeSpace" presStyleCnt="0"/>
      <dgm:spPr/>
    </dgm:pt>
    <dgm:pt modelId="{4D6DC218-DFF5-2347-9AFF-E34732CA7773}" type="pres">
      <dgm:prSet presAssocID="{D0878A47-4E8C-4E60-9AB2-62A5387F9047}" presName="childText" presStyleLbl="conFgAcc1" presStyleIdx="1" presStyleCnt="3">
        <dgm:presLayoutVars>
          <dgm:bulletEnabled val="1"/>
        </dgm:presLayoutVars>
      </dgm:prSet>
      <dgm:spPr/>
    </dgm:pt>
    <dgm:pt modelId="{D71028AF-762E-7946-BC39-4AA1310F3358}" type="pres">
      <dgm:prSet presAssocID="{D207F3C0-C4FD-4FAA-BDEE-F5EB17AA8F1D}" presName="spaceBetweenRectangles" presStyleCnt="0"/>
      <dgm:spPr/>
    </dgm:pt>
    <dgm:pt modelId="{2372C3FB-F25E-294A-8463-2C7AABDF7299}" type="pres">
      <dgm:prSet presAssocID="{4F51AE88-B3F6-481B-9C93-F8E1E0366FE6}" presName="parentLin" presStyleCnt="0"/>
      <dgm:spPr/>
    </dgm:pt>
    <dgm:pt modelId="{918082C4-181E-4949-8E31-36ED37729EAE}" type="pres">
      <dgm:prSet presAssocID="{4F51AE88-B3F6-481B-9C93-F8E1E0366FE6}" presName="parentLeftMargin" presStyleLbl="node1" presStyleIdx="1" presStyleCnt="3"/>
      <dgm:spPr/>
    </dgm:pt>
    <dgm:pt modelId="{33EBE219-4BA6-DB46-B160-EEB4B61E8CB5}" type="pres">
      <dgm:prSet presAssocID="{4F51AE88-B3F6-481B-9C93-F8E1E0366FE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295F034-07EC-9249-A9AB-0559610D373F}" type="pres">
      <dgm:prSet presAssocID="{4F51AE88-B3F6-481B-9C93-F8E1E0366FE6}" presName="negativeSpace" presStyleCnt="0"/>
      <dgm:spPr/>
    </dgm:pt>
    <dgm:pt modelId="{70AC1BE9-E752-CB45-9BE9-DF2E0B230545}" type="pres">
      <dgm:prSet presAssocID="{4F51AE88-B3F6-481B-9C93-F8E1E0366FE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1B08517-F287-2741-A934-3336C30D4A4A}" type="presOf" srcId="{B1EF4718-CBD4-474A-BEA6-BE58981C1FFD}" destId="{70AC1BE9-E752-CB45-9BE9-DF2E0B230545}" srcOrd="0" destOrd="0" presId="urn:microsoft.com/office/officeart/2005/8/layout/list1"/>
    <dgm:cxn modelId="{41ADF81A-7B94-7D43-B3F4-CDB0BC24FF96}" type="presOf" srcId="{4F51AE88-B3F6-481B-9C93-F8E1E0366FE6}" destId="{33EBE219-4BA6-DB46-B160-EEB4B61E8CB5}" srcOrd="1" destOrd="0" presId="urn:microsoft.com/office/officeart/2005/8/layout/list1"/>
    <dgm:cxn modelId="{D5CEE61B-E4E5-474B-AEDC-3F35537D50B8}" srcId="{6A77B644-4CDF-41B8-81A6-5E5DEE15A8DD}" destId="{2DFD091E-2F6F-449C-8263-B958452358AA}" srcOrd="0" destOrd="0" parTransId="{E446B8F3-6A52-4D92-82F6-3558AD16068B}" sibTransId="{0FC8C6DE-9910-4324-B0E6-17E7A78FA454}"/>
    <dgm:cxn modelId="{5B34DF26-D705-44F0-94FC-6E0CADECC735}" srcId="{346E65F3-399C-4D6C-BBC7-8AC7921DEACF}" destId="{D0878A47-4E8C-4E60-9AB2-62A5387F9047}" srcOrd="1" destOrd="0" parTransId="{0AE987D3-0227-462B-9A8D-AAFA7E437BB6}" sibTransId="{D207F3C0-C4FD-4FAA-BDEE-F5EB17AA8F1D}"/>
    <dgm:cxn modelId="{00DAF03D-5FBC-BF42-AB9C-93915DC1B11E}" type="presOf" srcId="{4F51AE88-B3F6-481B-9C93-F8E1E0366FE6}" destId="{918082C4-181E-4949-8E31-36ED37729EAE}" srcOrd="0" destOrd="0" presId="urn:microsoft.com/office/officeart/2005/8/layout/list1"/>
    <dgm:cxn modelId="{F0296C50-5791-F343-B050-AADDF8050004}" type="presOf" srcId="{21ABDE45-0A3B-4375-B90B-4B2BCFF6B9A9}" destId="{4D6DC218-DFF5-2347-9AFF-E34732CA7773}" srcOrd="0" destOrd="0" presId="urn:microsoft.com/office/officeart/2005/8/layout/list1"/>
    <dgm:cxn modelId="{9DBB6E69-B489-4343-B38A-A2E19283FE1E}" srcId="{346E65F3-399C-4D6C-BBC7-8AC7921DEACF}" destId="{6A77B644-4CDF-41B8-81A6-5E5DEE15A8DD}" srcOrd="0" destOrd="0" parTransId="{492D8F12-A047-4733-B100-679D641E87C7}" sibTransId="{CCD043C6-012F-4C55-A43F-BCD301C92322}"/>
    <dgm:cxn modelId="{47C89895-8C8A-5345-9721-106F3D9CEBA6}" type="presOf" srcId="{6A77B644-4CDF-41B8-81A6-5E5DEE15A8DD}" destId="{1A7A9926-1BFE-DE44-B993-0CF46A5CEDEE}" srcOrd="1" destOrd="0" presId="urn:microsoft.com/office/officeart/2005/8/layout/list1"/>
    <dgm:cxn modelId="{D4877C9A-46FA-2A45-91A3-DF2C2193481D}" type="presOf" srcId="{D0878A47-4E8C-4E60-9AB2-62A5387F9047}" destId="{80B8595D-D10C-0244-912B-73BABA28A137}" srcOrd="1" destOrd="0" presId="urn:microsoft.com/office/officeart/2005/8/layout/list1"/>
    <dgm:cxn modelId="{61120CA6-6527-C041-82C4-DC72E9E30E2D}" type="presOf" srcId="{D0878A47-4E8C-4E60-9AB2-62A5387F9047}" destId="{3B0A9DFE-0B63-C94B-BDCC-D66C958F8705}" srcOrd="0" destOrd="0" presId="urn:microsoft.com/office/officeart/2005/8/layout/list1"/>
    <dgm:cxn modelId="{A08654AA-9FD6-4F0B-8840-D7B672D7FC4B}" srcId="{346E65F3-399C-4D6C-BBC7-8AC7921DEACF}" destId="{4F51AE88-B3F6-481B-9C93-F8E1E0366FE6}" srcOrd="2" destOrd="0" parTransId="{8DC31336-EBC1-4D65-A7B8-05CFF8080265}" sibTransId="{23F528A4-BD31-48F1-BDDD-22EAE513BBD6}"/>
    <dgm:cxn modelId="{9C338DB8-9FF2-49A8-8B49-99013CE82BD7}" srcId="{4F51AE88-B3F6-481B-9C93-F8E1E0366FE6}" destId="{B1EF4718-CBD4-474A-BEA6-BE58981C1FFD}" srcOrd="0" destOrd="0" parTransId="{C4FEFE38-736D-4B3B-A0CF-444D2553F21C}" sibTransId="{CB12934E-442D-42D4-BAA0-910535FEF62D}"/>
    <dgm:cxn modelId="{C17D50D0-FA29-0645-ACD1-2C4D2081E5AB}" type="presOf" srcId="{6A77B644-4CDF-41B8-81A6-5E5DEE15A8DD}" destId="{33E811D0-4B84-A740-91B7-B6AABF82C0CB}" srcOrd="0" destOrd="0" presId="urn:microsoft.com/office/officeart/2005/8/layout/list1"/>
    <dgm:cxn modelId="{38415DD0-0CA6-499D-BA90-D3E6BC44FCB8}" srcId="{D0878A47-4E8C-4E60-9AB2-62A5387F9047}" destId="{21ABDE45-0A3B-4375-B90B-4B2BCFF6B9A9}" srcOrd="0" destOrd="0" parTransId="{2C288CF3-857B-449C-AB51-13955EBB07F4}" sibTransId="{3067C6D3-5E8F-4AC9-8197-1FC3802775CE}"/>
    <dgm:cxn modelId="{647837E7-7D9F-0748-A868-C9464D98BE0E}" type="presOf" srcId="{346E65F3-399C-4D6C-BBC7-8AC7921DEACF}" destId="{953A50D9-263B-614B-8AD4-2A70A1EE489F}" srcOrd="0" destOrd="0" presId="urn:microsoft.com/office/officeart/2005/8/layout/list1"/>
    <dgm:cxn modelId="{09389AFB-9CDA-CC40-B964-66B3D57FB0E3}" type="presOf" srcId="{2DFD091E-2F6F-449C-8263-B958452358AA}" destId="{4A12C6BB-B581-A24C-A598-548E22C4160C}" srcOrd="0" destOrd="0" presId="urn:microsoft.com/office/officeart/2005/8/layout/list1"/>
    <dgm:cxn modelId="{B51D512A-218A-0D4F-8465-1F8B73F4E258}" type="presParOf" srcId="{953A50D9-263B-614B-8AD4-2A70A1EE489F}" destId="{44C2DF3D-56A3-AE4C-AE7C-39A2EADE5BCA}" srcOrd="0" destOrd="0" presId="urn:microsoft.com/office/officeart/2005/8/layout/list1"/>
    <dgm:cxn modelId="{F73E69A2-D47C-F84C-B3F6-D9EB77053065}" type="presParOf" srcId="{44C2DF3D-56A3-AE4C-AE7C-39A2EADE5BCA}" destId="{33E811D0-4B84-A740-91B7-B6AABF82C0CB}" srcOrd="0" destOrd="0" presId="urn:microsoft.com/office/officeart/2005/8/layout/list1"/>
    <dgm:cxn modelId="{C67D6109-4A69-884C-B732-452F0A9BC23D}" type="presParOf" srcId="{44C2DF3D-56A3-AE4C-AE7C-39A2EADE5BCA}" destId="{1A7A9926-1BFE-DE44-B993-0CF46A5CEDEE}" srcOrd="1" destOrd="0" presId="urn:microsoft.com/office/officeart/2005/8/layout/list1"/>
    <dgm:cxn modelId="{4BC47A83-6D71-9544-9ADB-4A7B0F1940D7}" type="presParOf" srcId="{953A50D9-263B-614B-8AD4-2A70A1EE489F}" destId="{F13D3243-15D9-5F4C-920E-24F948112711}" srcOrd="1" destOrd="0" presId="urn:microsoft.com/office/officeart/2005/8/layout/list1"/>
    <dgm:cxn modelId="{2B0947B3-8FC2-4046-97A5-2CD7F2717195}" type="presParOf" srcId="{953A50D9-263B-614B-8AD4-2A70A1EE489F}" destId="{4A12C6BB-B581-A24C-A598-548E22C4160C}" srcOrd="2" destOrd="0" presId="urn:microsoft.com/office/officeart/2005/8/layout/list1"/>
    <dgm:cxn modelId="{180ED423-1FCF-4E4D-A1E6-64BB6874FE7B}" type="presParOf" srcId="{953A50D9-263B-614B-8AD4-2A70A1EE489F}" destId="{DF3DD37B-BDEB-6941-8609-8E95BDB12B40}" srcOrd="3" destOrd="0" presId="urn:microsoft.com/office/officeart/2005/8/layout/list1"/>
    <dgm:cxn modelId="{A2420B07-8B01-1748-B3E5-CC8FD13B311C}" type="presParOf" srcId="{953A50D9-263B-614B-8AD4-2A70A1EE489F}" destId="{6DECF302-6458-D646-880C-F879B97F30D5}" srcOrd="4" destOrd="0" presId="urn:microsoft.com/office/officeart/2005/8/layout/list1"/>
    <dgm:cxn modelId="{9EE85F1F-5297-5844-AE16-135A6E01726D}" type="presParOf" srcId="{6DECF302-6458-D646-880C-F879B97F30D5}" destId="{3B0A9DFE-0B63-C94B-BDCC-D66C958F8705}" srcOrd="0" destOrd="0" presId="urn:microsoft.com/office/officeart/2005/8/layout/list1"/>
    <dgm:cxn modelId="{F0CB3FB2-C4CB-8949-A98C-2005654FC1C5}" type="presParOf" srcId="{6DECF302-6458-D646-880C-F879B97F30D5}" destId="{80B8595D-D10C-0244-912B-73BABA28A137}" srcOrd="1" destOrd="0" presId="urn:microsoft.com/office/officeart/2005/8/layout/list1"/>
    <dgm:cxn modelId="{D5AF0738-B417-7744-AD84-8F3375447C7A}" type="presParOf" srcId="{953A50D9-263B-614B-8AD4-2A70A1EE489F}" destId="{58300128-8697-D84F-BCC3-EB1EFB38C2AF}" srcOrd="5" destOrd="0" presId="urn:microsoft.com/office/officeart/2005/8/layout/list1"/>
    <dgm:cxn modelId="{1DDA4209-DC1A-BB48-8878-E5B694AE33F5}" type="presParOf" srcId="{953A50D9-263B-614B-8AD4-2A70A1EE489F}" destId="{4D6DC218-DFF5-2347-9AFF-E34732CA7773}" srcOrd="6" destOrd="0" presId="urn:microsoft.com/office/officeart/2005/8/layout/list1"/>
    <dgm:cxn modelId="{9AFA62FC-A59E-F447-91F7-9C8AD241AC4D}" type="presParOf" srcId="{953A50D9-263B-614B-8AD4-2A70A1EE489F}" destId="{D71028AF-762E-7946-BC39-4AA1310F3358}" srcOrd="7" destOrd="0" presId="urn:microsoft.com/office/officeart/2005/8/layout/list1"/>
    <dgm:cxn modelId="{7150512C-5783-3645-B8E2-7A8EC0DD1CE6}" type="presParOf" srcId="{953A50D9-263B-614B-8AD4-2A70A1EE489F}" destId="{2372C3FB-F25E-294A-8463-2C7AABDF7299}" srcOrd="8" destOrd="0" presId="urn:microsoft.com/office/officeart/2005/8/layout/list1"/>
    <dgm:cxn modelId="{5C332AE3-7CFD-7A44-BC6B-D071450904E3}" type="presParOf" srcId="{2372C3FB-F25E-294A-8463-2C7AABDF7299}" destId="{918082C4-181E-4949-8E31-36ED37729EAE}" srcOrd="0" destOrd="0" presId="urn:microsoft.com/office/officeart/2005/8/layout/list1"/>
    <dgm:cxn modelId="{9DE0FAEA-BB56-8141-904C-EC7356A3ACA3}" type="presParOf" srcId="{2372C3FB-F25E-294A-8463-2C7AABDF7299}" destId="{33EBE219-4BA6-DB46-B160-EEB4B61E8CB5}" srcOrd="1" destOrd="0" presId="urn:microsoft.com/office/officeart/2005/8/layout/list1"/>
    <dgm:cxn modelId="{029804A8-E4A0-F848-A8EE-6C186DB2DA94}" type="presParOf" srcId="{953A50D9-263B-614B-8AD4-2A70A1EE489F}" destId="{1295F034-07EC-9249-A9AB-0559610D373F}" srcOrd="9" destOrd="0" presId="urn:microsoft.com/office/officeart/2005/8/layout/list1"/>
    <dgm:cxn modelId="{0167C673-255A-A24F-AB70-664445231CAE}" type="presParOf" srcId="{953A50D9-263B-614B-8AD4-2A70A1EE489F}" destId="{70AC1BE9-E752-CB45-9BE9-DF2E0B23054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13AE71C-5788-4FDB-854A-8E5CB1FBD31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07208EB-C31A-444C-8A44-3A182963C6E4}">
      <dgm:prSet phldrT="[Text]" custT="1"/>
      <dgm:spPr/>
      <dgm:t>
        <a:bodyPr/>
        <a:lstStyle/>
        <a:p>
          <a:r>
            <a:rPr lang="de-DE" sz="3200" dirty="0" err="1">
              <a:solidFill>
                <a:schemeClr val="tx1"/>
              </a:solidFill>
            </a:rPr>
            <a:t>project-root</a:t>
          </a:r>
          <a:endParaRPr lang="de-DE" sz="3200" dirty="0">
            <a:solidFill>
              <a:schemeClr val="tx1"/>
            </a:solidFill>
          </a:endParaRPr>
        </a:p>
      </dgm:t>
    </dgm:pt>
    <dgm:pt modelId="{84FD4C7C-89ED-45F2-BE72-BA6998B045D9}" type="parTrans" cxnId="{DF2D3A8E-43EB-4415-9C9E-2AEEFBAFC1D5}">
      <dgm:prSet/>
      <dgm:spPr/>
      <dgm:t>
        <a:bodyPr/>
        <a:lstStyle/>
        <a:p>
          <a:endParaRPr lang="de-DE"/>
        </a:p>
      </dgm:t>
    </dgm:pt>
    <dgm:pt modelId="{F7DA1A53-3402-4BF9-B7E0-480A61428D0A}" type="sibTrans" cxnId="{DF2D3A8E-43EB-4415-9C9E-2AEEFBAFC1D5}">
      <dgm:prSet/>
      <dgm:spPr/>
      <dgm:t>
        <a:bodyPr/>
        <a:lstStyle/>
        <a:p>
          <a:endParaRPr lang="de-DE"/>
        </a:p>
      </dgm:t>
    </dgm:pt>
    <dgm:pt modelId="{109261F7-C04A-47FA-874A-462386EA0D62}">
      <dgm:prSet phldrT="[Text]"/>
      <dgm:spPr/>
      <dgm:t>
        <a:bodyPr/>
        <a:lstStyle/>
        <a:p>
          <a:r>
            <a:rPr lang="de-DE" dirty="0" err="1"/>
            <a:t>package.json</a:t>
          </a:r>
          <a:endParaRPr lang="de-DE" dirty="0"/>
        </a:p>
      </dgm:t>
    </dgm:pt>
    <dgm:pt modelId="{75C11CB0-1C49-435C-849E-DD2E8AE8DCE6}" type="parTrans" cxnId="{124DF4BE-2C26-4A02-9D3A-8659C1E3ED26}">
      <dgm:prSet/>
      <dgm:spPr/>
      <dgm:t>
        <a:bodyPr/>
        <a:lstStyle/>
        <a:p>
          <a:endParaRPr lang="de-DE"/>
        </a:p>
      </dgm:t>
    </dgm:pt>
    <dgm:pt modelId="{096E2888-376B-4112-B48B-9D46DF7E426D}" type="sibTrans" cxnId="{124DF4BE-2C26-4A02-9D3A-8659C1E3ED26}">
      <dgm:prSet/>
      <dgm:spPr/>
      <dgm:t>
        <a:bodyPr/>
        <a:lstStyle/>
        <a:p>
          <a:endParaRPr lang="de-DE"/>
        </a:p>
      </dgm:t>
    </dgm:pt>
    <dgm:pt modelId="{158172B8-FA15-42C7-96D4-1E7AA5EED8DA}">
      <dgm:prSet phldrT="[Text]"/>
      <dgm:spPr/>
      <dgm:t>
        <a:bodyPr/>
        <a:lstStyle/>
        <a:p>
          <a:r>
            <a:rPr lang="de-DE" dirty="0" err="1"/>
            <a:t>src</a:t>
          </a:r>
          <a:endParaRPr lang="de-DE" dirty="0"/>
        </a:p>
      </dgm:t>
    </dgm:pt>
    <dgm:pt modelId="{4FA3B7F8-15CE-4452-A655-1AA56F6FD8CB}" type="parTrans" cxnId="{D62A3800-53E7-46FE-ADEA-C326442F6542}">
      <dgm:prSet/>
      <dgm:spPr/>
      <dgm:t>
        <a:bodyPr/>
        <a:lstStyle/>
        <a:p>
          <a:endParaRPr lang="de-DE"/>
        </a:p>
      </dgm:t>
    </dgm:pt>
    <dgm:pt modelId="{DAFFCA11-2A2E-4B50-9547-ACB539D7AE52}" type="sibTrans" cxnId="{D62A3800-53E7-46FE-ADEA-C326442F6542}">
      <dgm:prSet/>
      <dgm:spPr/>
      <dgm:t>
        <a:bodyPr/>
        <a:lstStyle/>
        <a:p>
          <a:endParaRPr lang="de-DE"/>
        </a:p>
      </dgm:t>
    </dgm:pt>
    <dgm:pt modelId="{83C0606B-AAF4-448C-B17F-FFCC3F5A3A66}">
      <dgm:prSet phldrT="[Text]"/>
      <dgm:spPr/>
      <dgm:t>
        <a:bodyPr/>
        <a:lstStyle/>
        <a:p>
          <a:r>
            <a:rPr lang="de-DE" dirty="0" err="1"/>
            <a:t>node</a:t>
          </a:r>
          <a:r>
            <a:rPr lang="de-DE" dirty="0"/>
            <a:t>-modules</a:t>
          </a:r>
        </a:p>
      </dgm:t>
    </dgm:pt>
    <dgm:pt modelId="{20AA8CF7-50B9-45E3-B3A2-4F95D4624F88}" type="parTrans" cxnId="{0B875F2E-D973-48F9-A27F-DCDE431E19AF}">
      <dgm:prSet/>
      <dgm:spPr/>
      <dgm:t>
        <a:bodyPr/>
        <a:lstStyle/>
        <a:p>
          <a:endParaRPr lang="de-DE"/>
        </a:p>
      </dgm:t>
    </dgm:pt>
    <dgm:pt modelId="{B57276AA-6AEF-42F1-8FE5-6774008CC577}" type="sibTrans" cxnId="{0B875F2E-D973-48F9-A27F-DCDE431E19AF}">
      <dgm:prSet/>
      <dgm:spPr/>
      <dgm:t>
        <a:bodyPr/>
        <a:lstStyle/>
        <a:p>
          <a:endParaRPr lang="de-DE"/>
        </a:p>
      </dgm:t>
    </dgm:pt>
    <dgm:pt modelId="{9A5C7173-5A48-4CEA-99C9-428CB3E77892}">
      <dgm:prSet phldrT="[Text]"/>
      <dgm:spPr/>
      <dgm:t>
        <a:bodyPr/>
        <a:lstStyle/>
        <a:p>
          <a:r>
            <a:rPr lang="de-DE" dirty="0"/>
            <a:t>module1</a:t>
          </a:r>
        </a:p>
      </dgm:t>
    </dgm:pt>
    <dgm:pt modelId="{988A3A29-CD95-4E1C-8F64-ADC4D87CBD41}" type="parTrans" cxnId="{AFB5BD76-E0ED-41EC-A56F-28B39BFDA2D1}">
      <dgm:prSet/>
      <dgm:spPr/>
      <dgm:t>
        <a:bodyPr/>
        <a:lstStyle/>
        <a:p>
          <a:endParaRPr lang="de-DE"/>
        </a:p>
      </dgm:t>
    </dgm:pt>
    <dgm:pt modelId="{E93F3061-6190-4084-8186-C92332B1AAA2}" type="sibTrans" cxnId="{AFB5BD76-E0ED-41EC-A56F-28B39BFDA2D1}">
      <dgm:prSet/>
      <dgm:spPr/>
      <dgm:t>
        <a:bodyPr/>
        <a:lstStyle/>
        <a:p>
          <a:endParaRPr lang="de-DE"/>
        </a:p>
      </dgm:t>
    </dgm:pt>
    <dgm:pt modelId="{E8E969CD-F312-451E-A11B-E4FB0960CE2F}">
      <dgm:prSet phldrT="[Text]"/>
      <dgm:spPr/>
      <dgm:t>
        <a:bodyPr/>
        <a:lstStyle/>
        <a:p>
          <a:r>
            <a:rPr lang="de-DE" dirty="0"/>
            <a:t>module2</a:t>
          </a:r>
        </a:p>
      </dgm:t>
    </dgm:pt>
    <dgm:pt modelId="{9672ADBD-A716-47E2-9F4B-47192B0EC09D}" type="parTrans" cxnId="{B312242D-F205-4C56-986C-CA83E6460AF5}">
      <dgm:prSet/>
      <dgm:spPr/>
      <dgm:t>
        <a:bodyPr/>
        <a:lstStyle/>
        <a:p>
          <a:endParaRPr lang="de-DE"/>
        </a:p>
      </dgm:t>
    </dgm:pt>
    <dgm:pt modelId="{D98356A8-9894-4E93-BA95-B276FE3EEC03}" type="sibTrans" cxnId="{B312242D-F205-4C56-986C-CA83E6460AF5}">
      <dgm:prSet/>
      <dgm:spPr/>
      <dgm:t>
        <a:bodyPr/>
        <a:lstStyle/>
        <a:p>
          <a:endParaRPr lang="de-DE"/>
        </a:p>
      </dgm:t>
    </dgm:pt>
    <dgm:pt modelId="{501F4F21-F9A3-468F-BBDB-F11F2B7AB487}">
      <dgm:prSet phldrT="[Text]"/>
      <dgm:spPr/>
      <dgm:t>
        <a:bodyPr/>
        <a:lstStyle/>
        <a:p>
          <a:r>
            <a:rPr lang="de-DE" dirty="0"/>
            <a:t>…</a:t>
          </a:r>
        </a:p>
      </dgm:t>
    </dgm:pt>
    <dgm:pt modelId="{72D0E701-2B12-4866-9C50-961AB319D888}" type="parTrans" cxnId="{FF0749CA-DC3E-41C4-A77A-9B30C12BC439}">
      <dgm:prSet/>
      <dgm:spPr/>
      <dgm:t>
        <a:bodyPr/>
        <a:lstStyle/>
        <a:p>
          <a:endParaRPr lang="de-DE"/>
        </a:p>
      </dgm:t>
    </dgm:pt>
    <dgm:pt modelId="{1D8D2EE2-27D0-4D45-B526-C4694BB9CB65}" type="sibTrans" cxnId="{FF0749CA-DC3E-41C4-A77A-9B30C12BC439}">
      <dgm:prSet/>
      <dgm:spPr/>
      <dgm:t>
        <a:bodyPr/>
        <a:lstStyle/>
        <a:p>
          <a:endParaRPr lang="de-DE"/>
        </a:p>
      </dgm:t>
    </dgm:pt>
    <dgm:pt modelId="{DA351AE3-EE1B-4F6A-A9C8-628646245883}">
      <dgm:prSet phldrT="[Text]"/>
      <dgm:spPr/>
      <dgm:t>
        <a:bodyPr/>
        <a:lstStyle/>
        <a:p>
          <a:r>
            <a:rPr lang="de-DE" dirty="0"/>
            <a:t>script1</a:t>
          </a:r>
        </a:p>
      </dgm:t>
    </dgm:pt>
    <dgm:pt modelId="{1C05D227-F191-4992-A934-48EAEEDC3CED}" type="parTrans" cxnId="{9A946735-9407-43C2-8776-14B56A9E42B0}">
      <dgm:prSet/>
      <dgm:spPr/>
      <dgm:t>
        <a:bodyPr/>
        <a:lstStyle/>
        <a:p>
          <a:endParaRPr lang="de-DE"/>
        </a:p>
      </dgm:t>
    </dgm:pt>
    <dgm:pt modelId="{A3C5381F-0156-4DE4-B6C5-CA281CA44292}" type="sibTrans" cxnId="{9A946735-9407-43C2-8776-14B56A9E42B0}">
      <dgm:prSet/>
      <dgm:spPr/>
      <dgm:t>
        <a:bodyPr/>
        <a:lstStyle/>
        <a:p>
          <a:endParaRPr lang="de-DE"/>
        </a:p>
      </dgm:t>
    </dgm:pt>
    <dgm:pt modelId="{CDFD7824-4D2A-43AB-992B-9795F5ABA8DD}">
      <dgm:prSet phldrT="[Text]"/>
      <dgm:spPr/>
      <dgm:t>
        <a:bodyPr/>
        <a:lstStyle/>
        <a:p>
          <a:r>
            <a:rPr lang="de-DE" dirty="0"/>
            <a:t>script2</a:t>
          </a:r>
        </a:p>
      </dgm:t>
    </dgm:pt>
    <dgm:pt modelId="{5855370E-3E8E-4546-97E2-078EDBBCD31D}" type="parTrans" cxnId="{A58F52F4-87EB-452F-8E03-4B6A8C8FE89E}">
      <dgm:prSet/>
      <dgm:spPr/>
      <dgm:t>
        <a:bodyPr/>
        <a:lstStyle/>
        <a:p>
          <a:endParaRPr lang="de-DE"/>
        </a:p>
      </dgm:t>
    </dgm:pt>
    <dgm:pt modelId="{8F29EC89-2B39-4882-84C6-608B8A36C64D}" type="sibTrans" cxnId="{A58F52F4-87EB-452F-8E03-4B6A8C8FE89E}">
      <dgm:prSet/>
      <dgm:spPr/>
      <dgm:t>
        <a:bodyPr/>
        <a:lstStyle/>
        <a:p>
          <a:endParaRPr lang="de-DE"/>
        </a:p>
      </dgm:t>
    </dgm:pt>
    <dgm:pt modelId="{D141CDF2-DC35-4EA0-B88E-969D02B539AF}">
      <dgm:prSet phldrT="[Text]"/>
      <dgm:spPr/>
      <dgm:t>
        <a:bodyPr/>
        <a:lstStyle/>
        <a:p>
          <a:r>
            <a:rPr lang="de-DE" dirty="0"/>
            <a:t>…</a:t>
          </a:r>
        </a:p>
      </dgm:t>
    </dgm:pt>
    <dgm:pt modelId="{2FAD0290-F3EC-48AE-9C3E-4E0B60C9A202}" type="parTrans" cxnId="{41CF3B2D-7C9B-4D73-8EF2-71FF62B20C94}">
      <dgm:prSet/>
      <dgm:spPr/>
      <dgm:t>
        <a:bodyPr/>
        <a:lstStyle/>
        <a:p>
          <a:endParaRPr lang="de-DE"/>
        </a:p>
      </dgm:t>
    </dgm:pt>
    <dgm:pt modelId="{9A0F2801-DD7E-4100-A84B-3752E966001A}" type="sibTrans" cxnId="{41CF3B2D-7C9B-4D73-8EF2-71FF62B20C94}">
      <dgm:prSet/>
      <dgm:spPr/>
      <dgm:t>
        <a:bodyPr/>
        <a:lstStyle/>
        <a:p>
          <a:endParaRPr lang="de-DE"/>
        </a:p>
      </dgm:t>
    </dgm:pt>
    <dgm:pt modelId="{5B0BDF51-5ECC-4B9A-B5D8-35139756098E}" type="pres">
      <dgm:prSet presAssocID="{013AE71C-5788-4FDB-854A-8E5CB1FBD31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05F66F-C0D1-4729-BB4E-7BF4407F1859}" type="pres">
      <dgm:prSet presAssocID="{B07208EB-C31A-444C-8A44-3A182963C6E4}" presName="root" presStyleCnt="0"/>
      <dgm:spPr/>
    </dgm:pt>
    <dgm:pt modelId="{FB47BDD5-4272-4BCA-A049-2F007949D022}" type="pres">
      <dgm:prSet presAssocID="{B07208EB-C31A-444C-8A44-3A182963C6E4}" presName="rootComposite" presStyleCnt="0"/>
      <dgm:spPr/>
    </dgm:pt>
    <dgm:pt modelId="{6607D71C-8DC4-4BB6-8305-5D6236EF6AF4}" type="pres">
      <dgm:prSet presAssocID="{B07208EB-C31A-444C-8A44-3A182963C6E4}" presName="rootText" presStyleLbl="node1" presStyleIdx="0" presStyleCnt="1" custScaleX="148135"/>
      <dgm:spPr/>
    </dgm:pt>
    <dgm:pt modelId="{1969AC91-C91D-4965-9BEB-0B9F5D9C006F}" type="pres">
      <dgm:prSet presAssocID="{B07208EB-C31A-444C-8A44-3A182963C6E4}" presName="rootConnector" presStyleLbl="node1" presStyleIdx="0" presStyleCnt="1"/>
      <dgm:spPr/>
    </dgm:pt>
    <dgm:pt modelId="{6CFD0CA9-C712-41E0-B719-0A23ACCC5397}" type="pres">
      <dgm:prSet presAssocID="{B07208EB-C31A-444C-8A44-3A182963C6E4}" presName="childShape" presStyleCnt="0"/>
      <dgm:spPr/>
    </dgm:pt>
    <dgm:pt modelId="{FE972E17-81E7-4DC9-8BB9-241D4556144A}" type="pres">
      <dgm:prSet presAssocID="{75C11CB0-1C49-435C-849E-DD2E8AE8DCE6}" presName="Name13" presStyleLbl="parChTrans1D2" presStyleIdx="0" presStyleCnt="3"/>
      <dgm:spPr/>
    </dgm:pt>
    <dgm:pt modelId="{C03CB49A-CA21-4561-9CA0-7967197F9B89}" type="pres">
      <dgm:prSet presAssocID="{109261F7-C04A-47FA-874A-462386EA0D62}" presName="childText" presStyleLbl="bgAcc1" presStyleIdx="0" presStyleCnt="3">
        <dgm:presLayoutVars>
          <dgm:bulletEnabled val="1"/>
        </dgm:presLayoutVars>
      </dgm:prSet>
      <dgm:spPr/>
    </dgm:pt>
    <dgm:pt modelId="{EC0960B8-D78E-4984-805C-5C0B1C40DBDE}" type="pres">
      <dgm:prSet presAssocID="{4FA3B7F8-15CE-4452-A655-1AA56F6FD8CB}" presName="Name13" presStyleLbl="parChTrans1D2" presStyleIdx="1" presStyleCnt="3"/>
      <dgm:spPr/>
    </dgm:pt>
    <dgm:pt modelId="{8CE943E3-F1AB-4E0A-BBA8-1A2B8AFF0336}" type="pres">
      <dgm:prSet presAssocID="{158172B8-FA15-42C7-96D4-1E7AA5EED8DA}" presName="childText" presStyleLbl="bgAcc1" presStyleIdx="1" presStyleCnt="3">
        <dgm:presLayoutVars>
          <dgm:bulletEnabled val="1"/>
        </dgm:presLayoutVars>
      </dgm:prSet>
      <dgm:spPr/>
    </dgm:pt>
    <dgm:pt modelId="{5A45C53C-7725-48D9-A02E-81B437FBB969}" type="pres">
      <dgm:prSet presAssocID="{20AA8CF7-50B9-45E3-B3A2-4F95D4624F88}" presName="Name13" presStyleLbl="parChTrans1D2" presStyleIdx="2" presStyleCnt="3"/>
      <dgm:spPr/>
    </dgm:pt>
    <dgm:pt modelId="{F47786B8-D1FB-42D9-A2B7-99A3BE6B2E5F}" type="pres">
      <dgm:prSet presAssocID="{83C0606B-AAF4-448C-B17F-FFCC3F5A3A66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D62A3800-53E7-46FE-ADEA-C326442F6542}" srcId="{B07208EB-C31A-444C-8A44-3A182963C6E4}" destId="{158172B8-FA15-42C7-96D4-1E7AA5EED8DA}" srcOrd="1" destOrd="0" parTransId="{4FA3B7F8-15CE-4452-A655-1AA56F6FD8CB}" sibTransId="{DAFFCA11-2A2E-4B50-9547-ACB539D7AE52}"/>
    <dgm:cxn modelId="{3478BB09-3986-41E6-8A8E-535DB3B7B2B6}" type="presOf" srcId="{501F4F21-F9A3-468F-BBDB-F11F2B7AB487}" destId="{F47786B8-D1FB-42D9-A2B7-99A3BE6B2E5F}" srcOrd="0" destOrd="3" presId="urn:microsoft.com/office/officeart/2005/8/layout/hierarchy3"/>
    <dgm:cxn modelId="{6C1E7918-9F69-4410-AC60-6547101925D2}" type="presOf" srcId="{D141CDF2-DC35-4EA0-B88E-969D02B539AF}" destId="{8CE943E3-F1AB-4E0A-BBA8-1A2B8AFF0336}" srcOrd="0" destOrd="3" presId="urn:microsoft.com/office/officeart/2005/8/layout/hierarchy3"/>
    <dgm:cxn modelId="{7390091A-C328-4436-BDD9-4D39199D2385}" type="presOf" srcId="{109261F7-C04A-47FA-874A-462386EA0D62}" destId="{C03CB49A-CA21-4561-9CA0-7967197F9B89}" srcOrd="0" destOrd="0" presId="urn:microsoft.com/office/officeart/2005/8/layout/hierarchy3"/>
    <dgm:cxn modelId="{B312242D-F205-4C56-986C-CA83E6460AF5}" srcId="{83C0606B-AAF4-448C-B17F-FFCC3F5A3A66}" destId="{E8E969CD-F312-451E-A11B-E4FB0960CE2F}" srcOrd="1" destOrd="0" parTransId="{9672ADBD-A716-47E2-9F4B-47192B0EC09D}" sibTransId="{D98356A8-9894-4E93-BA95-B276FE3EEC03}"/>
    <dgm:cxn modelId="{41CF3B2D-7C9B-4D73-8EF2-71FF62B20C94}" srcId="{158172B8-FA15-42C7-96D4-1E7AA5EED8DA}" destId="{D141CDF2-DC35-4EA0-B88E-969D02B539AF}" srcOrd="2" destOrd="0" parTransId="{2FAD0290-F3EC-48AE-9C3E-4E0B60C9A202}" sibTransId="{9A0F2801-DD7E-4100-A84B-3752E966001A}"/>
    <dgm:cxn modelId="{0B875F2E-D973-48F9-A27F-DCDE431E19AF}" srcId="{B07208EB-C31A-444C-8A44-3A182963C6E4}" destId="{83C0606B-AAF4-448C-B17F-FFCC3F5A3A66}" srcOrd="2" destOrd="0" parTransId="{20AA8CF7-50B9-45E3-B3A2-4F95D4624F88}" sibTransId="{B57276AA-6AEF-42F1-8FE5-6774008CC577}"/>
    <dgm:cxn modelId="{9A946735-9407-43C2-8776-14B56A9E42B0}" srcId="{158172B8-FA15-42C7-96D4-1E7AA5EED8DA}" destId="{DA351AE3-EE1B-4F6A-A9C8-628646245883}" srcOrd="0" destOrd="0" parTransId="{1C05D227-F191-4992-A934-48EAEEDC3CED}" sibTransId="{A3C5381F-0156-4DE4-B6C5-CA281CA44292}"/>
    <dgm:cxn modelId="{37361443-4232-40DD-8A7D-75385CF99E1C}" type="presOf" srcId="{B07208EB-C31A-444C-8A44-3A182963C6E4}" destId="{1969AC91-C91D-4965-9BEB-0B9F5D9C006F}" srcOrd="1" destOrd="0" presId="urn:microsoft.com/office/officeart/2005/8/layout/hierarchy3"/>
    <dgm:cxn modelId="{55D37D4C-0C55-4EED-A1E6-CCF5F345A6CB}" type="presOf" srcId="{013AE71C-5788-4FDB-854A-8E5CB1FBD311}" destId="{5B0BDF51-5ECC-4B9A-B5D8-35139756098E}" srcOrd="0" destOrd="0" presId="urn:microsoft.com/office/officeart/2005/8/layout/hierarchy3"/>
    <dgm:cxn modelId="{D5FAD061-B199-4FAB-93F4-7564AE903D84}" type="presOf" srcId="{4FA3B7F8-15CE-4452-A655-1AA56F6FD8CB}" destId="{EC0960B8-D78E-4984-805C-5C0B1C40DBDE}" srcOrd="0" destOrd="0" presId="urn:microsoft.com/office/officeart/2005/8/layout/hierarchy3"/>
    <dgm:cxn modelId="{57634C6E-1443-45D7-8B4D-34C8A4280F72}" type="presOf" srcId="{20AA8CF7-50B9-45E3-B3A2-4F95D4624F88}" destId="{5A45C53C-7725-48D9-A02E-81B437FBB969}" srcOrd="0" destOrd="0" presId="urn:microsoft.com/office/officeart/2005/8/layout/hierarchy3"/>
    <dgm:cxn modelId="{B3B49D70-4C0F-48D2-8617-EEAD859F3F6C}" type="presOf" srcId="{83C0606B-AAF4-448C-B17F-FFCC3F5A3A66}" destId="{F47786B8-D1FB-42D9-A2B7-99A3BE6B2E5F}" srcOrd="0" destOrd="0" presId="urn:microsoft.com/office/officeart/2005/8/layout/hierarchy3"/>
    <dgm:cxn modelId="{8CD11B76-B3B6-4574-A970-AB782638715A}" type="presOf" srcId="{E8E969CD-F312-451E-A11B-E4FB0960CE2F}" destId="{F47786B8-D1FB-42D9-A2B7-99A3BE6B2E5F}" srcOrd="0" destOrd="2" presId="urn:microsoft.com/office/officeart/2005/8/layout/hierarchy3"/>
    <dgm:cxn modelId="{AFB5BD76-E0ED-41EC-A56F-28B39BFDA2D1}" srcId="{83C0606B-AAF4-448C-B17F-FFCC3F5A3A66}" destId="{9A5C7173-5A48-4CEA-99C9-428CB3E77892}" srcOrd="0" destOrd="0" parTransId="{988A3A29-CD95-4E1C-8F64-ADC4D87CBD41}" sibTransId="{E93F3061-6190-4084-8186-C92332B1AAA2}"/>
    <dgm:cxn modelId="{3951A57D-2966-453A-A099-D3C0317EE746}" type="presOf" srcId="{DA351AE3-EE1B-4F6A-A9C8-628646245883}" destId="{8CE943E3-F1AB-4E0A-BBA8-1A2B8AFF0336}" srcOrd="0" destOrd="1" presId="urn:microsoft.com/office/officeart/2005/8/layout/hierarchy3"/>
    <dgm:cxn modelId="{DF2D3A8E-43EB-4415-9C9E-2AEEFBAFC1D5}" srcId="{013AE71C-5788-4FDB-854A-8E5CB1FBD311}" destId="{B07208EB-C31A-444C-8A44-3A182963C6E4}" srcOrd="0" destOrd="0" parTransId="{84FD4C7C-89ED-45F2-BE72-BA6998B045D9}" sibTransId="{F7DA1A53-3402-4BF9-B7E0-480A61428D0A}"/>
    <dgm:cxn modelId="{308EB291-164F-4118-8A5A-5B0B52CFF5AF}" type="presOf" srcId="{158172B8-FA15-42C7-96D4-1E7AA5EED8DA}" destId="{8CE943E3-F1AB-4E0A-BBA8-1A2B8AFF0336}" srcOrd="0" destOrd="0" presId="urn:microsoft.com/office/officeart/2005/8/layout/hierarchy3"/>
    <dgm:cxn modelId="{39075FB2-C82F-4B80-B51B-4AE99E9BF714}" type="presOf" srcId="{B07208EB-C31A-444C-8A44-3A182963C6E4}" destId="{6607D71C-8DC4-4BB6-8305-5D6236EF6AF4}" srcOrd="0" destOrd="0" presId="urn:microsoft.com/office/officeart/2005/8/layout/hierarchy3"/>
    <dgm:cxn modelId="{B3F7A5B7-12D9-478B-BCCC-2B2D179101BD}" type="presOf" srcId="{75C11CB0-1C49-435C-849E-DD2E8AE8DCE6}" destId="{FE972E17-81E7-4DC9-8BB9-241D4556144A}" srcOrd="0" destOrd="0" presId="urn:microsoft.com/office/officeart/2005/8/layout/hierarchy3"/>
    <dgm:cxn modelId="{A6F56DBD-C1D7-424B-907F-0963105A3A4C}" type="presOf" srcId="{9A5C7173-5A48-4CEA-99C9-428CB3E77892}" destId="{F47786B8-D1FB-42D9-A2B7-99A3BE6B2E5F}" srcOrd="0" destOrd="1" presId="urn:microsoft.com/office/officeart/2005/8/layout/hierarchy3"/>
    <dgm:cxn modelId="{124DF4BE-2C26-4A02-9D3A-8659C1E3ED26}" srcId="{B07208EB-C31A-444C-8A44-3A182963C6E4}" destId="{109261F7-C04A-47FA-874A-462386EA0D62}" srcOrd="0" destOrd="0" parTransId="{75C11CB0-1C49-435C-849E-DD2E8AE8DCE6}" sibTransId="{096E2888-376B-4112-B48B-9D46DF7E426D}"/>
    <dgm:cxn modelId="{FF0749CA-DC3E-41C4-A77A-9B30C12BC439}" srcId="{83C0606B-AAF4-448C-B17F-FFCC3F5A3A66}" destId="{501F4F21-F9A3-468F-BBDB-F11F2B7AB487}" srcOrd="2" destOrd="0" parTransId="{72D0E701-2B12-4866-9C50-961AB319D888}" sibTransId="{1D8D2EE2-27D0-4D45-B526-C4694BB9CB65}"/>
    <dgm:cxn modelId="{B1C945E5-ABD3-4F7C-B620-9336C7AC74B7}" type="presOf" srcId="{CDFD7824-4D2A-43AB-992B-9795F5ABA8DD}" destId="{8CE943E3-F1AB-4E0A-BBA8-1A2B8AFF0336}" srcOrd="0" destOrd="2" presId="urn:microsoft.com/office/officeart/2005/8/layout/hierarchy3"/>
    <dgm:cxn modelId="{A58F52F4-87EB-452F-8E03-4B6A8C8FE89E}" srcId="{158172B8-FA15-42C7-96D4-1E7AA5EED8DA}" destId="{CDFD7824-4D2A-43AB-992B-9795F5ABA8DD}" srcOrd="1" destOrd="0" parTransId="{5855370E-3E8E-4546-97E2-078EDBBCD31D}" sibTransId="{8F29EC89-2B39-4882-84C6-608B8A36C64D}"/>
    <dgm:cxn modelId="{35455BAE-BF86-4D2A-912D-3174F2B72703}" type="presParOf" srcId="{5B0BDF51-5ECC-4B9A-B5D8-35139756098E}" destId="{7405F66F-C0D1-4729-BB4E-7BF4407F1859}" srcOrd="0" destOrd="0" presId="urn:microsoft.com/office/officeart/2005/8/layout/hierarchy3"/>
    <dgm:cxn modelId="{F676C0C7-B625-403A-B6A5-B283529D8B78}" type="presParOf" srcId="{7405F66F-C0D1-4729-BB4E-7BF4407F1859}" destId="{FB47BDD5-4272-4BCA-A049-2F007949D022}" srcOrd="0" destOrd="0" presId="urn:microsoft.com/office/officeart/2005/8/layout/hierarchy3"/>
    <dgm:cxn modelId="{8E06FCDC-6132-4AA5-A5AE-67BA9484CFD1}" type="presParOf" srcId="{FB47BDD5-4272-4BCA-A049-2F007949D022}" destId="{6607D71C-8DC4-4BB6-8305-5D6236EF6AF4}" srcOrd="0" destOrd="0" presId="urn:microsoft.com/office/officeart/2005/8/layout/hierarchy3"/>
    <dgm:cxn modelId="{95746524-9638-41FF-998C-C21857A88DF5}" type="presParOf" srcId="{FB47BDD5-4272-4BCA-A049-2F007949D022}" destId="{1969AC91-C91D-4965-9BEB-0B9F5D9C006F}" srcOrd="1" destOrd="0" presId="urn:microsoft.com/office/officeart/2005/8/layout/hierarchy3"/>
    <dgm:cxn modelId="{BD567E8D-2BDB-4791-9485-F405CB7DA39B}" type="presParOf" srcId="{7405F66F-C0D1-4729-BB4E-7BF4407F1859}" destId="{6CFD0CA9-C712-41E0-B719-0A23ACCC5397}" srcOrd="1" destOrd="0" presId="urn:microsoft.com/office/officeart/2005/8/layout/hierarchy3"/>
    <dgm:cxn modelId="{A461869B-CC82-4D1A-A67D-8D3451272FB7}" type="presParOf" srcId="{6CFD0CA9-C712-41E0-B719-0A23ACCC5397}" destId="{FE972E17-81E7-4DC9-8BB9-241D4556144A}" srcOrd="0" destOrd="0" presId="urn:microsoft.com/office/officeart/2005/8/layout/hierarchy3"/>
    <dgm:cxn modelId="{352DE9CB-7D8C-43CE-B9DE-FA8267A005F5}" type="presParOf" srcId="{6CFD0CA9-C712-41E0-B719-0A23ACCC5397}" destId="{C03CB49A-CA21-4561-9CA0-7967197F9B89}" srcOrd="1" destOrd="0" presId="urn:microsoft.com/office/officeart/2005/8/layout/hierarchy3"/>
    <dgm:cxn modelId="{8B33B713-5F3C-4387-BF2C-D59AEE0E28F4}" type="presParOf" srcId="{6CFD0CA9-C712-41E0-B719-0A23ACCC5397}" destId="{EC0960B8-D78E-4984-805C-5C0B1C40DBDE}" srcOrd="2" destOrd="0" presId="urn:microsoft.com/office/officeart/2005/8/layout/hierarchy3"/>
    <dgm:cxn modelId="{2C073CAE-B102-4849-9FF4-4789E94D05A2}" type="presParOf" srcId="{6CFD0CA9-C712-41E0-B719-0A23ACCC5397}" destId="{8CE943E3-F1AB-4E0A-BBA8-1A2B8AFF0336}" srcOrd="3" destOrd="0" presId="urn:microsoft.com/office/officeart/2005/8/layout/hierarchy3"/>
    <dgm:cxn modelId="{7B01D6EE-8EDB-4C07-8931-93B51D812D03}" type="presParOf" srcId="{6CFD0CA9-C712-41E0-B719-0A23ACCC5397}" destId="{5A45C53C-7725-48D9-A02E-81B437FBB969}" srcOrd="4" destOrd="0" presId="urn:microsoft.com/office/officeart/2005/8/layout/hierarchy3"/>
    <dgm:cxn modelId="{4B6C4957-B840-493C-988F-FC10BD8FA00F}" type="presParOf" srcId="{6CFD0CA9-C712-41E0-B719-0A23ACCC5397}" destId="{F47786B8-D1FB-42D9-A2B7-99A3BE6B2E5F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DC1D8-AF8E-4AD3-8F3A-028424C67A03}">
      <dsp:nvSpPr>
        <dsp:cNvPr id="0" name=""/>
        <dsp:cNvSpPr/>
      </dsp:nvSpPr>
      <dsp:spPr>
        <a:xfrm>
          <a:off x="4692" y="2057466"/>
          <a:ext cx="1303734" cy="13037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ECMAScript5</a:t>
          </a:r>
        </a:p>
      </dsp:txBody>
      <dsp:txXfrm>
        <a:off x="195619" y="2248393"/>
        <a:ext cx="921880" cy="921880"/>
      </dsp:txXfrm>
    </dsp:sp>
    <dsp:sp modelId="{77389B7C-EEFA-49BC-ACFE-3BCDC31F3A4E}">
      <dsp:nvSpPr>
        <dsp:cNvPr id="0" name=""/>
        <dsp:cNvSpPr/>
      </dsp:nvSpPr>
      <dsp:spPr>
        <a:xfrm>
          <a:off x="1414290" y="2331250"/>
          <a:ext cx="756165" cy="75616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1514520" y="2620407"/>
        <a:ext cx="555705" cy="177851"/>
      </dsp:txXfrm>
    </dsp:sp>
    <dsp:sp modelId="{AFF351EB-85E5-496F-B9AB-45A5B109EEBC}">
      <dsp:nvSpPr>
        <dsp:cNvPr id="0" name=""/>
        <dsp:cNvSpPr/>
      </dsp:nvSpPr>
      <dsp:spPr>
        <a:xfrm>
          <a:off x="2276319" y="2057466"/>
          <a:ext cx="1303734" cy="13037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ECMAScript6</a:t>
          </a:r>
        </a:p>
      </dsp:txBody>
      <dsp:txXfrm>
        <a:off x="2467246" y="2248393"/>
        <a:ext cx="921880" cy="921880"/>
      </dsp:txXfrm>
    </dsp:sp>
    <dsp:sp modelId="{523619B0-4836-4F85-B178-D0067AC72FCE}">
      <dsp:nvSpPr>
        <dsp:cNvPr id="0" name=""/>
        <dsp:cNvSpPr/>
      </dsp:nvSpPr>
      <dsp:spPr>
        <a:xfrm>
          <a:off x="3685917" y="2331250"/>
          <a:ext cx="756165" cy="75616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3786147" y="2620407"/>
        <a:ext cx="555705" cy="177851"/>
      </dsp:txXfrm>
    </dsp:sp>
    <dsp:sp modelId="{356DDC87-D1BE-49E9-9017-C238619EE953}">
      <dsp:nvSpPr>
        <dsp:cNvPr id="0" name=""/>
        <dsp:cNvSpPr/>
      </dsp:nvSpPr>
      <dsp:spPr>
        <a:xfrm>
          <a:off x="4547946" y="2057466"/>
          <a:ext cx="1303734" cy="13037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Additional Features</a:t>
          </a:r>
        </a:p>
      </dsp:txBody>
      <dsp:txXfrm>
        <a:off x="4738873" y="2248393"/>
        <a:ext cx="921880" cy="921880"/>
      </dsp:txXfrm>
    </dsp:sp>
    <dsp:sp modelId="{045500DA-CC1F-4371-AA73-63024F1D06F3}">
      <dsp:nvSpPr>
        <dsp:cNvPr id="0" name=""/>
        <dsp:cNvSpPr/>
      </dsp:nvSpPr>
      <dsp:spPr>
        <a:xfrm>
          <a:off x="5957543" y="2331250"/>
          <a:ext cx="756165" cy="756165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100" kern="1200"/>
        </a:p>
      </dsp:txBody>
      <dsp:txXfrm>
        <a:off x="6057773" y="2487020"/>
        <a:ext cx="555705" cy="444625"/>
      </dsp:txXfrm>
    </dsp:sp>
    <dsp:sp modelId="{2A966352-D133-4596-A883-D312A2B550E6}">
      <dsp:nvSpPr>
        <dsp:cNvPr id="0" name=""/>
        <dsp:cNvSpPr/>
      </dsp:nvSpPr>
      <dsp:spPr>
        <a:xfrm>
          <a:off x="6819572" y="2057466"/>
          <a:ext cx="1303734" cy="13037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 err="1"/>
            <a:t>TypeScript</a:t>
          </a:r>
          <a:endParaRPr lang="de-DE" sz="1300" kern="1200" dirty="0"/>
        </a:p>
      </dsp:txBody>
      <dsp:txXfrm>
        <a:off x="7010499" y="2248393"/>
        <a:ext cx="921880" cy="921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80C5E-CCF4-4E52-8E57-FC1AA715B429}">
      <dsp:nvSpPr>
        <dsp:cNvPr id="0" name=""/>
        <dsp:cNvSpPr/>
      </dsp:nvSpPr>
      <dsp:spPr>
        <a:xfrm>
          <a:off x="0" y="2442"/>
          <a:ext cx="6513603" cy="12380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8B915-614F-48DD-A952-C233801F106C}">
      <dsp:nvSpPr>
        <dsp:cNvPr id="0" name=""/>
        <dsp:cNvSpPr/>
      </dsp:nvSpPr>
      <dsp:spPr>
        <a:xfrm>
          <a:off x="374497" y="280994"/>
          <a:ext cx="680904" cy="680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9D7F5-0A2C-46EE-96E8-F0EA10ECDAD4}">
      <dsp:nvSpPr>
        <dsp:cNvPr id="0" name=""/>
        <dsp:cNvSpPr/>
      </dsp:nvSpPr>
      <dsp:spPr>
        <a:xfrm>
          <a:off x="1429899" y="2442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OO Concepts</a:t>
          </a:r>
        </a:p>
      </dsp:txBody>
      <dsp:txXfrm>
        <a:off x="1429899" y="2442"/>
        <a:ext cx="5083704" cy="1238008"/>
      </dsp:txXfrm>
    </dsp:sp>
    <dsp:sp modelId="{7DDD0EAC-A835-4F9E-AA7C-B442F1F3BE44}">
      <dsp:nvSpPr>
        <dsp:cNvPr id="0" name=""/>
        <dsp:cNvSpPr/>
      </dsp:nvSpPr>
      <dsp:spPr>
        <a:xfrm>
          <a:off x="0" y="1549953"/>
          <a:ext cx="6513603" cy="12380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81CE2-3EFC-461B-8124-EF43EC9E024E}">
      <dsp:nvSpPr>
        <dsp:cNvPr id="0" name=""/>
        <dsp:cNvSpPr/>
      </dsp:nvSpPr>
      <dsp:spPr>
        <a:xfrm>
          <a:off x="374497" y="1828505"/>
          <a:ext cx="680904" cy="680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5C624-F9BD-4CE2-814A-48072C0A76A2}">
      <dsp:nvSpPr>
        <dsp:cNvPr id="0" name=""/>
        <dsp:cNvSpPr/>
      </dsp:nvSpPr>
      <dsp:spPr>
        <a:xfrm>
          <a:off x="1429899" y="1549953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Supports Type Definitions</a:t>
          </a:r>
        </a:p>
      </dsp:txBody>
      <dsp:txXfrm>
        <a:off x="1429899" y="1549953"/>
        <a:ext cx="5083704" cy="1238008"/>
      </dsp:txXfrm>
    </dsp:sp>
    <dsp:sp modelId="{F4600845-C547-45B3-BC28-88871AFBDCF5}">
      <dsp:nvSpPr>
        <dsp:cNvPr id="0" name=""/>
        <dsp:cNvSpPr/>
      </dsp:nvSpPr>
      <dsp:spPr>
        <a:xfrm>
          <a:off x="0" y="3097464"/>
          <a:ext cx="6513603" cy="12380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494FC-222B-4EBA-8304-186FCD3D3D7C}">
      <dsp:nvSpPr>
        <dsp:cNvPr id="0" name=""/>
        <dsp:cNvSpPr/>
      </dsp:nvSpPr>
      <dsp:spPr>
        <a:xfrm>
          <a:off x="374497" y="3376015"/>
          <a:ext cx="680904" cy="680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3A14C-6BC7-48A5-8CA2-4A49C385E09D}">
      <dsp:nvSpPr>
        <dsp:cNvPr id="0" name=""/>
        <dsp:cNvSpPr/>
      </dsp:nvSpPr>
      <dsp:spPr>
        <a:xfrm>
          <a:off x="1429899" y="309746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Strong static Type</a:t>
          </a:r>
        </a:p>
      </dsp:txBody>
      <dsp:txXfrm>
        <a:off x="1429899" y="3097464"/>
        <a:ext cx="5083704" cy="1238008"/>
      </dsp:txXfrm>
    </dsp:sp>
    <dsp:sp modelId="{F0A0FE29-1A60-4E3F-8AEA-3A981C2DD80E}">
      <dsp:nvSpPr>
        <dsp:cNvPr id="0" name=""/>
        <dsp:cNvSpPr/>
      </dsp:nvSpPr>
      <dsp:spPr>
        <a:xfrm>
          <a:off x="0" y="4644974"/>
          <a:ext cx="6513603" cy="12380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122F4D-38B5-49EA-8A54-040F6BF8EB1A}">
      <dsp:nvSpPr>
        <dsp:cNvPr id="0" name=""/>
        <dsp:cNvSpPr/>
      </dsp:nvSpPr>
      <dsp:spPr>
        <a:xfrm>
          <a:off x="374497" y="4923526"/>
          <a:ext cx="680904" cy="68090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C885B9-CFC0-4FF9-BB7A-D03C3BA6AA97}">
      <dsp:nvSpPr>
        <dsp:cNvPr id="0" name=""/>
        <dsp:cNvSpPr/>
      </dsp:nvSpPr>
      <dsp:spPr>
        <a:xfrm>
          <a:off x="1429899" y="464497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Compilation</a:t>
          </a:r>
        </a:p>
      </dsp:txBody>
      <dsp:txXfrm>
        <a:off x="1429899" y="4644974"/>
        <a:ext cx="5083704" cy="12380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1DB7A-644C-3B42-AD25-2ECA5A8DDB63}">
      <dsp:nvSpPr>
        <dsp:cNvPr id="0" name=""/>
        <dsp:cNvSpPr/>
      </dsp:nvSpPr>
      <dsp:spPr>
        <a:xfrm>
          <a:off x="3071637" y="986584"/>
          <a:ext cx="817482" cy="590950"/>
        </a:xfrm>
        <a:custGeom>
          <a:avLst/>
          <a:gdLst/>
          <a:ahLst/>
          <a:cxnLst/>
          <a:rect l="0" t="0" r="0" b="0"/>
          <a:pathLst>
            <a:path>
              <a:moveTo>
                <a:pt x="817482" y="0"/>
              </a:moveTo>
              <a:lnTo>
                <a:pt x="817482" y="590950"/>
              </a:lnTo>
              <a:lnTo>
                <a:pt x="0" y="59095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3A3C33-7FFA-3748-8258-C09732752CE2}">
      <dsp:nvSpPr>
        <dsp:cNvPr id="0" name=""/>
        <dsp:cNvSpPr/>
      </dsp:nvSpPr>
      <dsp:spPr>
        <a:xfrm>
          <a:off x="3843399" y="986584"/>
          <a:ext cx="91440" cy="181224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1224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259B3B-D6B1-F743-83B8-9AB1A60E7DE1}">
      <dsp:nvSpPr>
        <dsp:cNvPr id="0" name=""/>
        <dsp:cNvSpPr/>
      </dsp:nvSpPr>
      <dsp:spPr>
        <a:xfrm>
          <a:off x="3396660" y="1666"/>
          <a:ext cx="984918" cy="9849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37C34-5D0F-3C47-9836-F4DB7D8FF3A7}">
      <dsp:nvSpPr>
        <dsp:cNvPr id="0" name=""/>
        <dsp:cNvSpPr/>
      </dsp:nvSpPr>
      <dsp:spPr>
        <a:xfrm>
          <a:off x="3396660" y="1666"/>
          <a:ext cx="984918" cy="9849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3DDC5-6826-BD44-AB99-BD67F09563F2}">
      <dsp:nvSpPr>
        <dsp:cNvPr id="0" name=""/>
        <dsp:cNvSpPr/>
      </dsp:nvSpPr>
      <dsp:spPr>
        <a:xfrm>
          <a:off x="2904201" y="178952"/>
          <a:ext cx="1969836" cy="6303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any</a:t>
          </a:r>
          <a:endParaRPr lang="de-DE" sz="2900" kern="1200" dirty="0"/>
        </a:p>
      </dsp:txBody>
      <dsp:txXfrm>
        <a:off x="2904201" y="178952"/>
        <a:ext cx="1969836" cy="630347"/>
      </dsp:txXfrm>
    </dsp:sp>
    <dsp:sp modelId="{9D02861B-EA84-F748-AE6A-3B31D1F98643}">
      <dsp:nvSpPr>
        <dsp:cNvPr id="0" name=""/>
        <dsp:cNvSpPr/>
      </dsp:nvSpPr>
      <dsp:spPr>
        <a:xfrm>
          <a:off x="3396660" y="2798834"/>
          <a:ext cx="984918" cy="9849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82EBD-7C86-3F4E-ACFA-7AFD645EE42A}">
      <dsp:nvSpPr>
        <dsp:cNvPr id="0" name=""/>
        <dsp:cNvSpPr/>
      </dsp:nvSpPr>
      <dsp:spPr>
        <a:xfrm>
          <a:off x="3396660" y="2798834"/>
          <a:ext cx="984918" cy="9849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F1E523-5190-424F-BA86-8372C6F5CAC4}">
      <dsp:nvSpPr>
        <dsp:cNvPr id="0" name=""/>
        <dsp:cNvSpPr/>
      </dsp:nvSpPr>
      <dsp:spPr>
        <a:xfrm>
          <a:off x="2904201" y="2976119"/>
          <a:ext cx="1969836" cy="6303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user-</a:t>
          </a:r>
          <a:r>
            <a:rPr lang="de-DE" sz="2900" kern="1200" dirty="0" err="1"/>
            <a:t>defined</a:t>
          </a:r>
          <a:endParaRPr lang="de-DE" sz="2900" kern="1200" dirty="0"/>
        </a:p>
      </dsp:txBody>
      <dsp:txXfrm>
        <a:off x="2904201" y="2976119"/>
        <a:ext cx="1969836" cy="630347"/>
      </dsp:txXfrm>
    </dsp:sp>
    <dsp:sp modelId="{80A84B1A-C964-A646-BC6F-F9605462D7EA}">
      <dsp:nvSpPr>
        <dsp:cNvPr id="0" name=""/>
        <dsp:cNvSpPr/>
      </dsp:nvSpPr>
      <dsp:spPr>
        <a:xfrm>
          <a:off x="2204910" y="1400250"/>
          <a:ext cx="984918" cy="984918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2A00A7-8A99-564A-9E40-413619C32B17}">
      <dsp:nvSpPr>
        <dsp:cNvPr id="0" name=""/>
        <dsp:cNvSpPr/>
      </dsp:nvSpPr>
      <dsp:spPr>
        <a:xfrm>
          <a:off x="2204910" y="1400250"/>
          <a:ext cx="984918" cy="984918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7331BC-3BBA-3E4D-9943-2B47AE708F1D}">
      <dsp:nvSpPr>
        <dsp:cNvPr id="0" name=""/>
        <dsp:cNvSpPr/>
      </dsp:nvSpPr>
      <dsp:spPr>
        <a:xfrm>
          <a:off x="1712450" y="1577535"/>
          <a:ext cx="1969836" cy="63034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build</a:t>
          </a:r>
          <a:r>
            <a:rPr lang="de-DE" sz="2900" kern="1200" dirty="0"/>
            <a:t>-in </a:t>
          </a:r>
        </a:p>
      </dsp:txBody>
      <dsp:txXfrm>
        <a:off x="1712450" y="1577535"/>
        <a:ext cx="1969836" cy="63034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51B93-AE9B-B94B-9913-A0FA94D542D5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MAX_VALUE</a:t>
          </a:r>
        </a:p>
      </dsp:txBody>
      <dsp:txXfrm>
        <a:off x="0" y="39687"/>
        <a:ext cx="3286125" cy="1971675"/>
      </dsp:txXfrm>
    </dsp:sp>
    <dsp:sp modelId="{E2874CD4-E27F-6D4D-AF3E-0BA502B88C85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MIN_VALUE</a:t>
          </a:r>
        </a:p>
      </dsp:txBody>
      <dsp:txXfrm>
        <a:off x="3614737" y="39687"/>
        <a:ext cx="3286125" cy="1971675"/>
      </dsp:txXfrm>
    </dsp:sp>
    <dsp:sp modelId="{46BD3462-22A5-B848-B3BF-947443600A3F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 err="1"/>
            <a:t>NaN</a:t>
          </a:r>
          <a:endParaRPr lang="en-GB" sz="2900" kern="1200" dirty="0"/>
        </a:p>
      </dsp:txBody>
      <dsp:txXfrm>
        <a:off x="7229475" y="39687"/>
        <a:ext cx="3286125" cy="1971675"/>
      </dsp:txXfrm>
    </dsp:sp>
    <dsp:sp modelId="{5278F817-5899-5244-957D-90D74475FF53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NEGATIVE_INFINITY</a:t>
          </a:r>
        </a:p>
      </dsp:txBody>
      <dsp:txXfrm>
        <a:off x="1807368" y="2339975"/>
        <a:ext cx="3286125" cy="1971675"/>
      </dsp:txXfrm>
    </dsp:sp>
    <dsp:sp modelId="{7088EFB0-72B3-8348-9AFC-21329A1C7953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POSITIVE_INFINITY</a:t>
          </a:r>
        </a:p>
      </dsp:txBody>
      <dsp:txXfrm>
        <a:off x="5422106" y="2339975"/>
        <a:ext cx="3286125" cy="1971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5A6E9-FF4C-384A-B7B4-505B04A5AE37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D4F5A90-57FB-7D46-8ACA-77784286DEBB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/>
            <a:t>Felder</a:t>
          </a:r>
        </a:p>
      </dsp:txBody>
      <dsp:txXfrm>
        <a:off x="573335" y="67003"/>
        <a:ext cx="7265810" cy="879050"/>
      </dsp:txXfrm>
    </dsp:sp>
    <dsp:sp modelId="{3034F782-9A22-1242-AEDF-EC2E88C0D473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E23C32B-D4F3-744A-BC62-B4277299AEA4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 err="1"/>
            <a:t>Konstruktoren</a:t>
          </a:r>
          <a:endParaRPr lang="en-GB" sz="3300" kern="1200" dirty="0"/>
        </a:p>
      </dsp:txBody>
      <dsp:txXfrm>
        <a:off x="573335" y="1563884"/>
        <a:ext cx="7265810" cy="879050"/>
      </dsp:txXfrm>
    </dsp:sp>
    <dsp:sp modelId="{A4D8D4E7-691F-9E42-92CE-F4F5D0B447C7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152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C22D886-3319-7642-954B-BB2ED3D676DC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 dirty="0" err="1"/>
            <a:t>Funktionen</a:t>
          </a:r>
          <a:endParaRPr lang="en-GB" sz="3300" kern="1200" dirty="0"/>
        </a:p>
      </dsp:txBody>
      <dsp:txXfrm>
        <a:off x="573335" y="3060764"/>
        <a:ext cx="7265810" cy="8790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2D7E5-5B7E-4B4E-BE4E-D9A3694AD337}">
      <dsp:nvSpPr>
        <dsp:cNvPr id="0" name=""/>
        <dsp:cNvSpPr/>
      </dsp:nvSpPr>
      <dsp:spPr>
        <a:xfrm>
          <a:off x="0" y="52793"/>
          <a:ext cx="6263640" cy="111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node und npm sind auf einem Entwicklerrechner zu installieren</a:t>
          </a:r>
          <a:endParaRPr lang="en-US" sz="2800" kern="1200"/>
        </a:p>
      </dsp:txBody>
      <dsp:txXfrm>
        <a:off x="54373" y="107166"/>
        <a:ext cx="6154894" cy="1005094"/>
      </dsp:txXfrm>
    </dsp:sp>
    <dsp:sp modelId="{C969A8D0-9CFE-214F-BD05-D00F95DD159B}">
      <dsp:nvSpPr>
        <dsp:cNvPr id="0" name=""/>
        <dsp:cNvSpPr/>
      </dsp:nvSpPr>
      <dsp:spPr>
        <a:xfrm>
          <a:off x="0" y="1166633"/>
          <a:ext cx="626364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Näheres hierzu im Anhang</a:t>
          </a:r>
          <a:endParaRPr lang="en-US" sz="2200" kern="1200"/>
        </a:p>
      </dsp:txBody>
      <dsp:txXfrm>
        <a:off x="0" y="1166633"/>
        <a:ext cx="6263640" cy="463680"/>
      </dsp:txXfrm>
    </dsp:sp>
    <dsp:sp modelId="{DBF7F457-3343-C743-B657-5249DC45C846}">
      <dsp:nvSpPr>
        <dsp:cNvPr id="0" name=""/>
        <dsp:cNvSpPr/>
      </dsp:nvSpPr>
      <dsp:spPr>
        <a:xfrm>
          <a:off x="0" y="1630313"/>
          <a:ext cx="6263640" cy="1113840"/>
        </a:xfrm>
        <a:prstGeom prst="roundRect">
          <a:avLst/>
        </a:prstGeom>
        <a:solidFill>
          <a:schemeClr val="accent5">
            <a:hueOff val="553124"/>
            <a:satOff val="6280"/>
            <a:lumOff val="5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Damit steht ein ausgefeilter Buildprozess zur Verfügung</a:t>
          </a:r>
          <a:endParaRPr lang="en-US" sz="2800" kern="1200"/>
        </a:p>
      </dsp:txBody>
      <dsp:txXfrm>
        <a:off x="54373" y="1684686"/>
        <a:ext cx="6154894" cy="1005094"/>
      </dsp:txXfrm>
    </dsp:sp>
    <dsp:sp modelId="{86A05BEB-80B6-B94B-9381-3A33D3FEE699}">
      <dsp:nvSpPr>
        <dsp:cNvPr id="0" name=""/>
        <dsp:cNvSpPr/>
      </dsp:nvSpPr>
      <dsp:spPr>
        <a:xfrm>
          <a:off x="0" y="2744153"/>
          <a:ext cx="626364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Verzeichnisstruktur und Projekt-Organisation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Automatische Transpilation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Browser-Update bei Änderungen an den Quellen</a:t>
          </a:r>
          <a:endParaRPr lang="en-US" sz="2200" kern="1200"/>
        </a:p>
      </dsp:txBody>
      <dsp:txXfrm>
        <a:off x="0" y="2744153"/>
        <a:ext cx="6263640" cy="1130220"/>
      </dsp:txXfrm>
    </dsp:sp>
    <dsp:sp modelId="{7E8F63C5-9C34-FF4D-801C-0AF2CF2B8D4C}">
      <dsp:nvSpPr>
        <dsp:cNvPr id="0" name=""/>
        <dsp:cNvSpPr/>
      </dsp:nvSpPr>
      <dsp:spPr>
        <a:xfrm>
          <a:off x="0" y="3874374"/>
          <a:ext cx="6263640" cy="1113840"/>
        </a:xfrm>
        <a:prstGeom prst="roundRect">
          <a:avLst/>
        </a:prstGeom>
        <a:solidFill>
          <a:schemeClr val="accent5">
            <a:hueOff val="1106248"/>
            <a:satOff val="12561"/>
            <a:lumOff val="1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Ein spezieller Editor ist nicht notwendig</a:t>
          </a:r>
          <a:endParaRPr lang="en-US" sz="2800" kern="1200"/>
        </a:p>
      </dsp:txBody>
      <dsp:txXfrm>
        <a:off x="54373" y="3928747"/>
        <a:ext cx="6154894" cy="1005094"/>
      </dsp:txXfrm>
    </dsp:sp>
    <dsp:sp modelId="{F5F93022-1561-DD4F-993E-1F43A17E9D3C}">
      <dsp:nvSpPr>
        <dsp:cNvPr id="0" name=""/>
        <dsp:cNvSpPr/>
      </dsp:nvSpPr>
      <dsp:spPr>
        <a:xfrm>
          <a:off x="0" y="4988214"/>
          <a:ext cx="626364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Empfohlen wird Atom oder ähnliches</a:t>
          </a:r>
          <a:endParaRPr lang="en-US" sz="2200" kern="1200"/>
        </a:p>
      </dsp:txBody>
      <dsp:txXfrm>
        <a:off x="0" y="4988214"/>
        <a:ext cx="6263640" cy="4636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A9BEA-F847-4040-A8F5-FD6605508718}">
      <dsp:nvSpPr>
        <dsp:cNvPr id="0" name=""/>
        <dsp:cNvSpPr/>
      </dsp:nvSpPr>
      <dsp:spPr>
        <a:xfrm>
          <a:off x="0" y="295388"/>
          <a:ext cx="10515600" cy="93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33248" rIns="81612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/>
            <a:t>Pipe Operator |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 err="1"/>
            <a:t>Elivs</a:t>
          </a:r>
          <a:r>
            <a:rPr lang="de-DE" sz="1600" kern="1200" dirty="0"/>
            <a:t> Operator als Safe Navigation ?.</a:t>
          </a:r>
        </a:p>
      </dsp:txBody>
      <dsp:txXfrm>
        <a:off x="0" y="295388"/>
        <a:ext cx="10515600" cy="932400"/>
      </dsp:txXfrm>
    </dsp:sp>
    <dsp:sp modelId="{5202CEB0-16B7-4D40-BC11-729BF95DB8C6}">
      <dsp:nvSpPr>
        <dsp:cNvPr id="0" name=""/>
        <dsp:cNvSpPr/>
      </dsp:nvSpPr>
      <dsp:spPr>
        <a:xfrm>
          <a:off x="525780" y="59228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Template Operatoren</a:t>
          </a:r>
        </a:p>
      </dsp:txBody>
      <dsp:txXfrm>
        <a:off x="548837" y="82285"/>
        <a:ext cx="7314806" cy="426206"/>
      </dsp:txXfrm>
    </dsp:sp>
    <dsp:sp modelId="{C6CB5430-CED1-A348-986D-FE18CC657550}">
      <dsp:nvSpPr>
        <dsp:cNvPr id="0" name=""/>
        <dsp:cNvSpPr/>
      </dsp:nvSpPr>
      <dsp:spPr>
        <a:xfrm>
          <a:off x="0" y="1550349"/>
          <a:ext cx="10515600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33248" rIns="81612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/>
            <a:t>Globaler Namensraum nicht zugreifbar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 err="1"/>
            <a:t>this</a:t>
          </a:r>
          <a:r>
            <a:rPr lang="de-DE" sz="1600" kern="1200" dirty="0"/>
            <a:t> --&gt; </a:t>
          </a:r>
          <a:r>
            <a:rPr lang="de-DE" sz="1600" kern="1200" dirty="0" err="1"/>
            <a:t>Instanzvariablen</a:t>
          </a:r>
          <a:r>
            <a:rPr lang="de-DE" sz="1600" kern="1200" dirty="0"/>
            <a:t> der @</a:t>
          </a:r>
          <a:r>
            <a:rPr lang="de-DE" sz="1600" kern="1200" dirty="0" err="1"/>
            <a:t>Component</a:t>
          </a:r>
          <a:r>
            <a:rPr lang="de-DE" sz="1600" kern="1200" dirty="0"/>
            <a:t> Klasse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/>
            <a:t>Eigene Template Variablen</a:t>
          </a:r>
        </a:p>
      </dsp:txBody>
      <dsp:txXfrm>
        <a:off x="0" y="1550349"/>
        <a:ext cx="10515600" cy="1209600"/>
      </dsp:txXfrm>
    </dsp:sp>
    <dsp:sp modelId="{5310B6EA-5864-1B4C-9625-C056B4C29F34}">
      <dsp:nvSpPr>
        <dsp:cNvPr id="0" name=""/>
        <dsp:cNvSpPr/>
      </dsp:nvSpPr>
      <dsp:spPr>
        <a:xfrm>
          <a:off x="525780" y="1314188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Evaluation Kontext</a:t>
          </a:r>
        </a:p>
      </dsp:txBody>
      <dsp:txXfrm>
        <a:off x="548837" y="1337245"/>
        <a:ext cx="7314806" cy="426206"/>
      </dsp:txXfrm>
    </dsp:sp>
    <dsp:sp modelId="{6B88DEFE-8CDA-9446-B0C9-4194498CC200}">
      <dsp:nvSpPr>
        <dsp:cNvPr id="0" name=""/>
        <dsp:cNvSpPr/>
      </dsp:nvSpPr>
      <dsp:spPr>
        <a:xfrm>
          <a:off x="0" y="3082509"/>
          <a:ext cx="10515600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33248" rIns="81612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 err="1"/>
            <a:t>new</a:t>
          </a:r>
          <a:r>
            <a:rPr lang="de-DE" sz="1600" kern="1200" dirty="0"/>
            <a:t> Operator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/>
            <a:t>Bit-Operatoren | und &amp;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 dirty="0"/>
            <a:t>Inkrement bzw. Dekrement</a:t>
          </a:r>
        </a:p>
      </dsp:txBody>
      <dsp:txXfrm>
        <a:off x="0" y="3082509"/>
        <a:ext cx="10515600" cy="1209600"/>
      </dsp:txXfrm>
    </dsp:sp>
    <dsp:sp modelId="{6C085811-A8B6-9D40-B9F3-8085E71D5E6F}">
      <dsp:nvSpPr>
        <dsp:cNvPr id="0" name=""/>
        <dsp:cNvSpPr/>
      </dsp:nvSpPr>
      <dsp:spPr>
        <a:xfrm>
          <a:off x="525780" y="2846349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Was geht nicht</a:t>
          </a:r>
        </a:p>
      </dsp:txBody>
      <dsp:txXfrm>
        <a:off x="548837" y="2869406"/>
        <a:ext cx="7314806" cy="42620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CC3FB-ED5E-4A31-AD32-FCEEE3CBF675}">
      <dsp:nvSpPr>
        <dsp:cNvPr id="0" name=""/>
        <dsp:cNvSpPr/>
      </dsp:nvSpPr>
      <dsp:spPr>
        <a:xfrm>
          <a:off x="0" y="2364"/>
          <a:ext cx="6117335" cy="11983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04EFC-3DC6-4BBA-A99B-495A788E834C}">
      <dsp:nvSpPr>
        <dsp:cNvPr id="0" name=""/>
        <dsp:cNvSpPr/>
      </dsp:nvSpPr>
      <dsp:spPr>
        <a:xfrm>
          <a:off x="362489" y="271984"/>
          <a:ext cx="659071" cy="6590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25F34-095C-4CED-B2F8-875B43140EE7}">
      <dsp:nvSpPr>
        <dsp:cNvPr id="0" name=""/>
        <dsp:cNvSpPr/>
      </dsp:nvSpPr>
      <dsp:spPr>
        <a:xfrm>
          <a:off x="1384050" y="2364"/>
          <a:ext cx="4733285" cy="1198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21" tIns="126821" rIns="126821" bIns="1268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Services sind </a:t>
          </a:r>
          <a:r>
            <a:rPr lang="de-DE" sz="1600" kern="1200" dirty="0" err="1"/>
            <a:t>TypeScript</a:t>
          </a:r>
          <a:r>
            <a:rPr lang="de-DE" sz="1600" kern="1200" dirty="0"/>
            <a:t>-Klassen</a:t>
          </a:r>
          <a:endParaRPr lang="en-US" sz="1600" kern="1200" dirty="0"/>
        </a:p>
      </dsp:txBody>
      <dsp:txXfrm>
        <a:off x="1384050" y="2364"/>
        <a:ext cx="4733285" cy="1198312"/>
      </dsp:txXfrm>
    </dsp:sp>
    <dsp:sp modelId="{4BE57F8C-3983-4127-9440-E398578B117F}">
      <dsp:nvSpPr>
        <dsp:cNvPr id="0" name=""/>
        <dsp:cNvSpPr/>
      </dsp:nvSpPr>
      <dsp:spPr>
        <a:xfrm>
          <a:off x="0" y="1500254"/>
          <a:ext cx="6117335" cy="11983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E87817-B150-4258-BE5E-7887ABC4D675}">
      <dsp:nvSpPr>
        <dsp:cNvPr id="0" name=""/>
        <dsp:cNvSpPr/>
      </dsp:nvSpPr>
      <dsp:spPr>
        <a:xfrm>
          <a:off x="362489" y="1769874"/>
          <a:ext cx="659071" cy="6590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2B386-BF00-4470-8429-B58BA85112D7}">
      <dsp:nvSpPr>
        <dsp:cNvPr id="0" name=""/>
        <dsp:cNvSpPr/>
      </dsp:nvSpPr>
      <dsp:spPr>
        <a:xfrm>
          <a:off x="1384050" y="1500254"/>
          <a:ext cx="2752801" cy="1198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21" tIns="126821" rIns="126821" bIns="1268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Diese werden ausschließlich vom Angular-Framework instanziert</a:t>
          </a:r>
          <a:endParaRPr lang="en-US" sz="1600" kern="1200"/>
        </a:p>
      </dsp:txBody>
      <dsp:txXfrm>
        <a:off x="1384050" y="1500254"/>
        <a:ext cx="2752801" cy="1198312"/>
      </dsp:txXfrm>
    </dsp:sp>
    <dsp:sp modelId="{042DECAB-DBF2-4E95-B4B7-6C6A52F4443E}">
      <dsp:nvSpPr>
        <dsp:cNvPr id="0" name=""/>
        <dsp:cNvSpPr/>
      </dsp:nvSpPr>
      <dsp:spPr>
        <a:xfrm>
          <a:off x="4136851" y="1500254"/>
          <a:ext cx="1980484" cy="1198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21" tIns="126821" rIns="126821" bIns="12682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Diese Aufgabe übernimmt der Angular-Context</a:t>
          </a:r>
          <a:endParaRPr lang="en-US" sz="1200" kern="1200"/>
        </a:p>
      </dsp:txBody>
      <dsp:txXfrm>
        <a:off x="4136851" y="1500254"/>
        <a:ext cx="1980484" cy="1198312"/>
      </dsp:txXfrm>
    </dsp:sp>
    <dsp:sp modelId="{A4DC7493-295E-4408-B34F-BB43D6EDAD58}">
      <dsp:nvSpPr>
        <dsp:cNvPr id="0" name=""/>
        <dsp:cNvSpPr/>
      </dsp:nvSpPr>
      <dsp:spPr>
        <a:xfrm>
          <a:off x="0" y="2998145"/>
          <a:ext cx="6117335" cy="11983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234B0-4EAC-44EB-95C4-F78A7CD8D387}">
      <dsp:nvSpPr>
        <dsp:cNvPr id="0" name=""/>
        <dsp:cNvSpPr/>
      </dsp:nvSpPr>
      <dsp:spPr>
        <a:xfrm>
          <a:off x="362489" y="3267765"/>
          <a:ext cx="659071" cy="6590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26E73-0021-4537-8337-D686F97F9B26}">
      <dsp:nvSpPr>
        <dsp:cNvPr id="0" name=""/>
        <dsp:cNvSpPr/>
      </dsp:nvSpPr>
      <dsp:spPr>
        <a:xfrm>
          <a:off x="1384050" y="2998145"/>
          <a:ext cx="2752801" cy="1198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21" tIns="126821" rIns="126821" bIns="1268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Benötigt eine Component den Zugriff auf einen Service, so wird dieser automatisch gesetzt</a:t>
          </a:r>
          <a:endParaRPr lang="en-US" sz="1600" kern="1200"/>
        </a:p>
      </dsp:txBody>
      <dsp:txXfrm>
        <a:off x="1384050" y="2998145"/>
        <a:ext cx="2752801" cy="1198312"/>
      </dsp:txXfrm>
    </dsp:sp>
    <dsp:sp modelId="{6C604A4D-86D1-4321-9052-AF311CDFB6AD}">
      <dsp:nvSpPr>
        <dsp:cNvPr id="0" name=""/>
        <dsp:cNvSpPr/>
      </dsp:nvSpPr>
      <dsp:spPr>
        <a:xfrm>
          <a:off x="4136851" y="2998145"/>
          <a:ext cx="1980484" cy="1198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21" tIns="126821" rIns="126821" bIns="12682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Dieses Verfahren heißt Dependency Injection</a:t>
          </a:r>
          <a:endParaRPr lang="en-US" sz="1200" kern="1200"/>
        </a:p>
      </dsp:txBody>
      <dsp:txXfrm>
        <a:off x="4136851" y="2998145"/>
        <a:ext cx="1980484" cy="1198312"/>
      </dsp:txXfrm>
    </dsp:sp>
    <dsp:sp modelId="{6080E5D3-8DA7-467D-A06F-D6F7EACC4246}">
      <dsp:nvSpPr>
        <dsp:cNvPr id="0" name=""/>
        <dsp:cNvSpPr/>
      </dsp:nvSpPr>
      <dsp:spPr>
        <a:xfrm>
          <a:off x="0" y="4496035"/>
          <a:ext cx="6117335" cy="119831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F5F76A-6D3A-4E8E-B4EB-8D5E159414E7}">
      <dsp:nvSpPr>
        <dsp:cNvPr id="0" name=""/>
        <dsp:cNvSpPr/>
      </dsp:nvSpPr>
      <dsp:spPr>
        <a:xfrm>
          <a:off x="362489" y="4765655"/>
          <a:ext cx="659071" cy="6590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96FC2-0F73-42BF-8BC1-5D83F2FD5A7F}">
      <dsp:nvSpPr>
        <dsp:cNvPr id="0" name=""/>
        <dsp:cNvSpPr/>
      </dsp:nvSpPr>
      <dsp:spPr>
        <a:xfrm>
          <a:off x="1384050" y="4496035"/>
          <a:ext cx="4733285" cy="1198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821" tIns="126821" rIns="126821" bIns="12682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Insgesamt stellt Angular mit dem Service-Mechanismus ein Dependency-Injection-Framework zur Verfügung</a:t>
          </a:r>
          <a:endParaRPr lang="en-US" sz="1600" kern="1200"/>
        </a:p>
      </dsp:txBody>
      <dsp:txXfrm>
        <a:off x="1384050" y="4496035"/>
        <a:ext cx="4733285" cy="119831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0140C-DC50-9B42-93EF-E0A8E23B5672}">
      <dsp:nvSpPr>
        <dsp:cNvPr id="0" name=""/>
        <dsp:cNvSpPr/>
      </dsp:nvSpPr>
      <dsp:spPr>
        <a:xfrm>
          <a:off x="0" y="49679"/>
          <a:ext cx="6117335" cy="111230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Sehr allgemeines Konzept</a:t>
          </a:r>
          <a:endParaRPr lang="en-US" sz="2800" kern="1200"/>
        </a:p>
      </dsp:txBody>
      <dsp:txXfrm>
        <a:off x="54298" y="103977"/>
        <a:ext cx="6008739" cy="1003708"/>
      </dsp:txXfrm>
    </dsp:sp>
    <dsp:sp modelId="{E3706BF3-EB0C-B54A-9900-D0462B14A2C2}">
      <dsp:nvSpPr>
        <dsp:cNvPr id="0" name=""/>
        <dsp:cNvSpPr/>
      </dsp:nvSpPr>
      <dsp:spPr>
        <a:xfrm>
          <a:off x="0" y="1161983"/>
          <a:ext cx="6117335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22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Irgendwelche Funktionalität kapseln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Nicht UI spezifisch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Implementierungsdetails verstecken</a:t>
          </a:r>
          <a:endParaRPr lang="en-US" sz="2200" kern="1200"/>
        </a:p>
      </dsp:txBody>
      <dsp:txXfrm>
        <a:off x="0" y="1161983"/>
        <a:ext cx="6117335" cy="1130220"/>
      </dsp:txXfrm>
    </dsp:sp>
    <dsp:sp modelId="{E8370226-5730-B142-9DD9-D629D96B8129}">
      <dsp:nvSpPr>
        <dsp:cNvPr id="0" name=""/>
        <dsp:cNvSpPr/>
      </dsp:nvSpPr>
      <dsp:spPr>
        <a:xfrm>
          <a:off x="0" y="2292203"/>
          <a:ext cx="6117335" cy="1112304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Einsatzmöglichkeiten</a:t>
          </a:r>
          <a:endParaRPr lang="en-US" sz="2800" kern="1200"/>
        </a:p>
      </dsp:txBody>
      <dsp:txXfrm>
        <a:off x="54298" y="2346501"/>
        <a:ext cx="6008739" cy="1003708"/>
      </dsp:txXfrm>
    </dsp:sp>
    <dsp:sp modelId="{85B4C076-C19F-FA44-9E00-83D9F1C8BFCC}">
      <dsp:nvSpPr>
        <dsp:cNvPr id="0" name=""/>
        <dsp:cNvSpPr/>
      </dsp:nvSpPr>
      <dsp:spPr>
        <a:xfrm>
          <a:off x="0" y="3404508"/>
          <a:ext cx="6117335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22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Höhere Abstraktion schaffen (REST)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Integration anderer Bibliotheken (WebSocket)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200" kern="1200"/>
            <a:t>Datenhaltung, Datenzugriff, Caching, Logik, ...</a:t>
          </a:r>
          <a:endParaRPr lang="en-US" sz="2200" kern="1200"/>
        </a:p>
      </dsp:txBody>
      <dsp:txXfrm>
        <a:off x="0" y="3404508"/>
        <a:ext cx="6117335" cy="1130220"/>
      </dsp:txXfrm>
    </dsp:sp>
    <dsp:sp modelId="{D268AD21-B487-BF4A-9B84-2EF1C86BF016}">
      <dsp:nvSpPr>
        <dsp:cNvPr id="0" name=""/>
        <dsp:cNvSpPr/>
      </dsp:nvSpPr>
      <dsp:spPr>
        <a:xfrm>
          <a:off x="0" y="4534728"/>
          <a:ext cx="6117335" cy="1112304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/>
            <a:t>Können Abhängigkeit zu anderen Services haben</a:t>
          </a:r>
          <a:endParaRPr lang="en-US" sz="2800" kern="1200"/>
        </a:p>
      </dsp:txBody>
      <dsp:txXfrm>
        <a:off x="54298" y="4589026"/>
        <a:ext cx="6008739" cy="100370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FC5A3-221C-BF41-82F3-231312BBE5EC}">
      <dsp:nvSpPr>
        <dsp:cNvPr id="0" name=""/>
        <dsp:cNvSpPr/>
      </dsp:nvSpPr>
      <dsp:spPr>
        <a:xfrm>
          <a:off x="0" y="440121"/>
          <a:ext cx="8229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CD87B9-C580-F745-B1B7-FBF6A99F2703}">
      <dsp:nvSpPr>
        <dsp:cNvPr id="0" name=""/>
        <dsp:cNvSpPr/>
      </dsp:nvSpPr>
      <dsp:spPr>
        <a:xfrm>
          <a:off x="411480" y="159681"/>
          <a:ext cx="576072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Aufbau der Netze komplex.</a:t>
          </a:r>
        </a:p>
      </dsp:txBody>
      <dsp:txXfrm>
        <a:off x="438860" y="187061"/>
        <a:ext cx="5705960" cy="506120"/>
      </dsp:txXfrm>
    </dsp:sp>
    <dsp:sp modelId="{E7B1E18C-5299-164E-8066-1AD144D53839}">
      <dsp:nvSpPr>
        <dsp:cNvPr id="0" name=""/>
        <dsp:cNvSpPr/>
      </dsp:nvSpPr>
      <dsp:spPr>
        <a:xfrm>
          <a:off x="0" y="1301961"/>
          <a:ext cx="8229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D4BB5-B624-1D4B-B9E6-011316B43742}">
      <dsp:nvSpPr>
        <dsp:cNvPr id="0" name=""/>
        <dsp:cNvSpPr/>
      </dsp:nvSpPr>
      <dsp:spPr>
        <a:xfrm>
          <a:off x="411480" y="1021521"/>
          <a:ext cx="576072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Testbarkeit der Komponenten wird eingeschränkt.</a:t>
          </a:r>
        </a:p>
      </dsp:txBody>
      <dsp:txXfrm>
        <a:off x="438860" y="1048901"/>
        <a:ext cx="5705960" cy="506120"/>
      </dsp:txXfrm>
    </dsp:sp>
    <dsp:sp modelId="{1C9F027A-4FEE-E646-9A26-FF01151D7B0D}">
      <dsp:nvSpPr>
        <dsp:cNvPr id="0" name=""/>
        <dsp:cNvSpPr/>
      </dsp:nvSpPr>
      <dsp:spPr>
        <a:xfrm>
          <a:off x="0" y="2163801"/>
          <a:ext cx="8229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F324F-A649-C54D-90F8-26F719C76FD7}">
      <dsp:nvSpPr>
        <dsp:cNvPr id="0" name=""/>
        <dsp:cNvSpPr/>
      </dsp:nvSpPr>
      <dsp:spPr>
        <a:xfrm>
          <a:off x="411480" y="1883361"/>
          <a:ext cx="576072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/>
            <a:t>Änderbarkeit und Wartbarkeit nur bedingt gegeben.</a:t>
          </a:r>
        </a:p>
      </dsp:txBody>
      <dsp:txXfrm>
        <a:off x="438860" y="1910741"/>
        <a:ext cx="5705960" cy="506120"/>
      </dsp:txXfrm>
    </dsp:sp>
    <dsp:sp modelId="{E7A1E83F-27FB-7046-916E-840DBC608703}">
      <dsp:nvSpPr>
        <dsp:cNvPr id="0" name=""/>
        <dsp:cNvSpPr/>
      </dsp:nvSpPr>
      <dsp:spPr>
        <a:xfrm>
          <a:off x="0" y="3025641"/>
          <a:ext cx="8229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A84C5-D367-3740-811F-273A21F9174D}">
      <dsp:nvSpPr>
        <dsp:cNvPr id="0" name=""/>
        <dsp:cNvSpPr/>
      </dsp:nvSpPr>
      <dsp:spPr>
        <a:xfrm>
          <a:off x="411480" y="2745201"/>
          <a:ext cx="576072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 err="1"/>
            <a:t>Favor</a:t>
          </a:r>
          <a:r>
            <a:rPr lang="de-DE" sz="1900" kern="1200" dirty="0"/>
            <a:t> Delegation </a:t>
          </a:r>
          <a:r>
            <a:rPr lang="de-DE" sz="1900" kern="1200" dirty="0" err="1"/>
            <a:t>over</a:t>
          </a:r>
          <a:r>
            <a:rPr lang="de-DE" sz="1900" kern="1200" dirty="0"/>
            <a:t> </a:t>
          </a:r>
          <a:r>
            <a:rPr lang="de-DE" sz="1900" kern="1200" dirty="0" err="1"/>
            <a:t>inheritance</a:t>
          </a:r>
          <a:r>
            <a:rPr lang="de-DE" sz="1900" kern="1200" dirty="0"/>
            <a:t>.</a:t>
          </a:r>
        </a:p>
      </dsp:txBody>
      <dsp:txXfrm>
        <a:off x="438860" y="2772581"/>
        <a:ext cx="5705960" cy="506120"/>
      </dsp:txXfrm>
    </dsp:sp>
    <dsp:sp modelId="{6387FF60-1556-F646-BEF2-EFDFA3F1F8AE}">
      <dsp:nvSpPr>
        <dsp:cNvPr id="0" name=""/>
        <dsp:cNvSpPr/>
      </dsp:nvSpPr>
      <dsp:spPr>
        <a:xfrm>
          <a:off x="0" y="3887481"/>
          <a:ext cx="8229600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A284D-6452-BB41-99E7-07D3AE11220D}">
      <dsp:nvSpPr>
        <dsp:cNvPr id="0" name=""/>
        <dsp:cNvSpPr/>
      </dsp:nvSpPr>
      <dsp:spPr>
        <a:xfrm>
          <a:off x="411480" y="3607041"/>
          <a:ext cx="5760720" cy="5608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Verschiedene Möglichkeiten Netze aufzubauen.</a:t>
          </a:r>
        </a:p>
      </dsp:txBody>
      <dsp:txXfrm>
        <a:off x="438860" y="3634421"/>
        <a:ext cx="5705960" cy="5061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B98D3-800E-F74A-9A0F-E2FFD80B7A9A}">
      <dsp:nvSpPr>
        <dsp:cNvPr id="0" name=""/>
        <dsp:cNvSpPr/>
      </dsp:nvSpPr>
      <dsp:spPr>
        <a:xfrm>
          <a:off x="86583" y="610611"/>
          <a:ext cx="2889187" cy="3399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BB4F44-452B-744E-8688-A5A644D558E5}">
      <dsp:nvSpPr>
        <dsp:cNvPr id="0" name=""/>
        <dsp:cNvSpPr/>
      </dsp:nvSpPr>
      <dsp:spPr>
        <a:xfrm>
          <a:off x="86583" y="738265"/>
          <a:ext cx="212250" cy="21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FC99E78-1155-0845-8512-C9CBF1EAC6CC}">
      <dsp:nvSpPr>
        <dsp:cNvPr id="0" name=""/>
        <dsp:cNvSpPr/>
      </dsp:nvSpPr>
      <dsp:spPr>
        <a:xfrm>
          <a:off x="86583" y="0"/>
          <a:ext cx="2889187" cy="610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intermediate</a:t>
          </a:r>
        </a:p>
      </dsp:txBody>
      <dsp:txXfrm>
        <a:off x="86583" y="0"/>
        <a:ext cx="2889187" cy="610611"/>
      </dsp:txXfrm>
    </dsp:sp>
    <dsp:sp modelId="{F347F7C1-F496-F64F-9104-1061677E3A08}">
      <dsp:nvSpPr>
        <dsp:cNvPr id="0" name=""/>
        <dsp:cNvSpPr/>
      </dsp:nvSpPr>
      <dsp:spPr>
        <a:xfrm>
          <a:off x="86583" y="1233014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5C4DBBF-59F3-834F-A223-831DC26DDE50}">
      <dsp:nvSpPr>
        <dsp:cNvPr id="0" name=""/>
        <dsp:cNvSpPr/>
      </dsp:nvSpPr>
      <dsp:spPr>
        <a:xfrm>
          <a:off x="288826" y="1091764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filter</a:t>
          </a:r>
          <a:endParaRPr lang="de-DE" sz="1700" kern="1200" dirty="0"/>
        </a:p>
      </dsp:txBody>
      <dsp:txXfrm>
        <a:off x="288826" y="1091764"/>
        <a:ext cx="2686944" cy="494743"/>
      </dsp:txXfrm>
    </dsp:sp>
    <dsp:sp modelId="{8D6D2AA9-EA8F-634D-B9BE-DAA48591AC4E}">
      <dsp:nvSpPr>
        <dsp:cNvPr id="0" name=""/>
        <dsp:cNvSpPr/>
      </dsp:nvSpPr>
      <dsp:spPr>
        <a:xfrm>
          <a:off x="86583" y="1727757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EA5CB1D-5FD4-DE49-BD8B-06A65406B791}">
      <dsp:nvSpPr>
        <dsp:cNvPr id="0" name=""/>
        <dsp:cNvSpPr/>
      </dsp:nvSpPr>
      <dsp:spPr>
        <a:xfrm>
          <a:off x="288826" y="1586508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map</a:t>
          </a:r>
          <a:endParaRPr lang="de-DE" sz="1700" kern="1200" dirty="0"/>
        </a:p>
      </dsp:txBody>
      <dsp:txXfrm>
        <a:off x="288826" y="1586508"/>
        <a:ext cx="2686944" cy="494743"/>
      </dsp:txXfrm>
    </dsp:sp>
    <dsp:sp modelId="{8233E98F-D7DA-4345-A3B5-274A61A28C68}">
      <dsp:nvSpPr>
        <dsp:cNvPr id="0" name=""/>
        <dsp:cNvSpPr/>
      </dsp:nvSpPr>
      <dsp:spPr>
        <a:xfrm>
          <a:off x="86583" y="2222500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ED6C75D-1E28-434D-853E-2D29D3E7710C}">
      <dsp:nvSpPr>
        <dsp:cNvPr id="0" name=""/>
        <dsp:cNvSpPr/>
      </dsp:nvSpPr>
      <dsp:spPr>
        <a:xfrm>
          <a:off x="288826" y="2081251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sorted</a:t>
          </a:r>
          <a:endParaRPr lang="de-DE" sz="1700" kern="1200" dirty="0"/>
        </a:p>
      </dsp:txBody>
      <dsp:txXfrm>
        <a:off x="288826" y="2081251"/>
        <a:ext cx="2686944" cy="494743"/>
      </dsp:txXfrm>
    </dsp:sp>
    <dsp:sp modelId="{88E757B0-4E49-9A40-B9F2-A0850E6FE243}">
      <dsp:nvSpPr>
        <dsp:cNvPr id="0" name=""/>
        <dsp:cNvSpPr/>
      </dsp:nvSpPr>
      <dsp:spPr>
        <a:xfrm>
          <a:off x="86583" y="2717244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41626F9-A23B-F246-8047-0BCF07C14460}">
      <dsp:nvSpPr>
        <dsp:cNvPr id="0" name=""/>
        <dsp:cNvSpPr/>
      </dsp:nvSpPr>
      <dsp:spPr>
        <a:xfrm>
          <a:off x="288826" y="2575995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distinct</a:t>
          </a:r>
          <a:endParaRPr lang="de-DE" sz="1700" kern="1200" dirty="0"/>
        </a:p>
      </dsp:txBody>
      <dsp:txXfrm>
        <a:off x="288826" y="2575995"/>
        <a:ext cx="2686944" cy="494743"/>
      </dsp:txXfrm>
    </dsp:sp>
    <dsp:sp modelId="{F692CA78-A415-F641-9D76-A55F8BBAEDC7}">
      <dsp:nvSpPr>
        <dsp:cNvPr id="0" name=""/>
        <dsp:cNvSpPr/>
      </dsp:nvSpPr>
      <dsp:spPr>
        <a:xfrm>
          <a:off x="86583" y="3211987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49052E-1296-C04D-A318-77E326D99888}">
      <dsp:nvSpPr>
        <dsp:cNvPr id="0" name=""/>
        <dsp:cNvSpPr/>
      </dsp:nvSpPr>
      <dsp:spPr>
        <a:xfrm>
          <a:off x="288826" y="3070738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limit</a:t>
          </a:r>
          <a:endParaRPr lang="de-DE" sz="1700" kern="1200" dirty="0"/>
        </a:p>
      </dsp:txBody>
      <dsp:txXfrm>
        <a:off x="288826" y="3070738"/>
        <a:ext cx="2686944" cy="494743"/>
      </dsp:txXfrm>
    </dsp:sp>
    <dsp:sp modelId="{9D1E9075-AD49-9D42-AB06-CF9F4E42983B}">
      <dsp:nvSpPr>
        <dsp:cNvPr id="0" name=""/>
        <dsp:cNvSpPr/>
      </dsp:nvSpPr>
      <dsp:spPr>
        <a:xfrm>
          <a:off x="86583" y="3706731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5FBD568-00F0-CA41-9442-45AA230B9268}">
      <dsp:nvSpPr>
        <dsp:cNvPr id="0" name=""/>
        <dsp:cNvSpPr/>
      </dsp:nvSpPr>
      <dsp:spPr>
        <a:xfrm>
          <a:off x="288826" y="3565481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peek</a:t>
          </a:r>
          <a:endParaRPr lang="de-DE" sz="1700" kern="1200" dirty="0"/>
        </a:p>
      </dsp:txBody>
      <dsp:txXfrm>
        <a:off x="288826" y="3565481"/>
        <a:ext cx="2686944" cy="494743"/>
      </dsp:txXfrm>
    </dsp:sp>
    <dsp:sp modelId="{80F5CA70-F5A9-6D46-BBF0-B1BF51B96806}">
      <dsp:nvSpPr>
        <dsp:cNvPr id="0" name=""/>
        <dsp:cNvSpPr/>
      </dsp:nvSpPr>
      <dsp:spPr>
        <a:xfrm>
          <a:off x="3120229" y="610611"/>
          <a:ext cx="2889187" cy="3399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8A1F45-F0FE-174D-9804-9F3153FCE4CC}">
      <dsp:nvSpPr>
        <dsp:cNvPr id="0" name=""/>
        <dsp:cNvSpPr/>
      </dsp:nvSpPr>
      <dsp:spPr>
        <a:xfrm>
          <a:off x="3120229" y="738265"/>
          <a:ext cx="212250" cy="21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0D9E660-3672-EB4B-90E2-490E14AE574C}">
      <dsp:nvSpPr>
        <dsp:cNvPr id="0" name=""/>
        <dsp:cNvSpPr/>
      </dsp:nvSpPr>
      <dsp:spPr>
        <a:xfrm>
          <a:off x="3120229" y="0"/>
          <a:ext cx="2889187" cy="610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terminal</a:t>
          </a:r>
        </a:p>
      </dsp:txBody>
      <dsp:txXfrm>
        <a:off x="3120229" y="0"/>
        <a:ext cx="2889187" cy="610611"/>
      </dsp:txXfrm>
    </dsp:sp>
    <dsp:sp modelId="{558D38F1-94DA-6E4A-94E3-90E60D86BBEE}">
      <dsp:nvSpPr>
        <dsp:cNvPr id="0" name=""/>
        <dsp:cNvSpPr/>
      </dsp:nvSpPr>
      <dsp:spPr>
        <a:xfrm>
          <a:off x="3120229" y="1233014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8267CF4-FDBE-EF4B-9516-67DE565AC5C2}">
      <dsp:nvSpPr>
        <dsp:cNvPr id="0" name=""/>
        <dsp:cNvSpPr/>
      </dsp:nvSpPr>
      <dsp:spPr>
        <a:xfrm>
          <a:off x="3322472" y="1091764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count</a:t>
          </a:r>
          <a:endParaRPr lang="de-DE" sz="1700" kern="1200" dirty="0"/>
        </a:p>
      </dsp:txBody>
      <dsp:txXfrm>
        <a:off x="3322472" y="1091764"/>
        <a:ext cx="2686944" cy="494743"/>
      </dsp:txXfrm>
    </dsp:sp>
    <dsp:sp modelId="{5EB43296-6BB6-9D43-AD57-5910B07E227C}">
      <dsp:nvSpPr>
        <dsp:cNvPr id="0" name=""/>
        <dsp:cNvSpPr/>
      </dsp:nvSpPr>
      <dsp:spPr>
        <a:xfrm>
          <a:off x="3120229" y="1727757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FE7DCB-6CA6-2447-9655-3627004F00CA}">
      <dsp:nvSpPr>
        <dsp:cNvPr id="0" name=""/>
        <dsp:cNvSpPr/>
      </dsp:nvSpPr>
      <dsp:spPr>
        <a:xfrm>
          <a:off x="3322472" y="1586508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foreach</a:t>
          </a:r>
          <a:endParaRPr lang="de-DE" sz="1700" kern="1200" dirty="0"/>
        </a:p>
      </dsp:txBody>
      <dsp:txXfrm>
        <a:off x="3322472" y="1586508"/>
        <a:ext cx="2686944" cy="494743"/>
      </dsp:txXfrm>
    </dsp:sp>
    <dsp:sp modelId="{AECA63DD-0EB6-1F45-9144-7BC4B2B47254}">
      <dsp:nvSpPr>
        <dsp:cNvPr id="0" name=""/>
        <dsp:cNvSpPr/>
      </dsp:nvSpPr>
      <dsp:spPr>
        <a:xfrm>
          <a:off x="3120229" y="2222500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44D9F32-E826-1141-828E-D2235C1AE056}">
      <dsp:nvSpPr>
        <dsp:cNvPr id="0" name=""/>
        <dsp:cNvSpPr/>
      </dsp:nvSpPr>
      <dsp:spPr>
        <a:xfrm>
          <a:off x="3322472" y="2081251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sum</a:t>
          </a:r>
          <a:endParaRPr lang="de-DE" sz="1700" kern="1200" dirty="0"/>
        </a:p>
      </dsp:txBody>
      <dsp:txXfrm>
        <a:off x="3322472" y="2081251"/>
        <a:ext cx="2686944" cy="494743"/>
      </dsp:txXfrm>
    </dsp:sp>
    <dsp:sp modelId="{3F4D3C5B-4DA7-BD43-B520-4BA6790DF61E}">
      <dsp:nvSpPr>
        <dsp:cNvPr id="0" name=""/>
        <dsp:cNvSpPr/>
      </dsp:nvSpPr>
      <dsp:spPr>
        <a:xfrm>
          <a:off x="3120229" y="2717244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89EB8DD-EB8A-8C43-AF21-C13F69153078}">
      <dsp:nvSpPr>
        <dsp:cNvPr id="0" name=""/>
        <dsp:cNvSpPr/>
      </dsp:nvSpPr>
      <dsp:spPr>
        <a:xfrm>
          <a:off x="3322472" y="2575995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min/</a:t>
          </a:r>
          <a:r>
            <a:rPr lang="de-DE" sz="1700" kern="1200" dirty="0" err="1"/>
            <a:t>max</a:t>
          </a:r>
          <a:endParaRPr lang="de-DE" sz="1700" kern="1200" dirty="0"/>
        </a:p>
      </dsp:txBody>
      <dsp:txXfrm>
        <a:off x="3322472" y="2575995"/>
        <a:ext cx="2686944" cy="494743"/>
      </dsp:txXfrm>
    </dsp:sp>
    <dsp:sp modelId="{9DEAEA6C-0A14-1A43-B7CF-2DB1F13CB753}">
      <dsp:nvSpPr>
        <dsp:cNvPr id="0" name=""/>
        <dsp:cNvSpPr/>
      </dsp:nvSpPr>
      <dsp:spPr>
        <a:xfrm>
          <a:off x="3120229" y="3211987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2B82C2-F03A-054B-9C56-7E7ACF31BCDA}">
      <dsp:nvSpPr>
        <dsp:cNvPr id="0" name=""/>
        <dsp:cNvSpPr/>
      </dsp:nvSpPr>
      <dsp:spPr>
        <a:xfrm>
          <a:off x="3322472" y="3070738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/>
            <a:t>reduce</a:t>
          </a:r>
          <a:endParaRPr lang="de-DE" sz="1700" kern="1200" dirty="0"/>
        </a:p>
      </dsp:txBody>
      <dsp:txXfrm>
        <a:off x="3322472" y="3070738"/>
        <a:ext cx="2686944" cy="494743"/>
      </dsp:txXfrm>
    </dsp:sp>
    <dsp:sp modelId="{C77EDB56-4C60-3644-86FB-85B2551EC4FB}">
      <dsp:nvSpPr>
        <dsp:cNvPr id="0" name=""/>
        <dsp:cNvSpPr/>
      </dsp:nvSpPr>
      <dsp:spPr>
        <a:xfrm>
          <a:off x="3120229" y="3706731"/>
          <a:ext cx="212244" cy="21224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67598D0-4FB3-AC4C-B6D1-002B6F7BE244}">
      <dsp:nvSpPr>
        <dsp:cNvPr id="0" name=""/>
        <dsp:cNvSpPr/>
      </dsp:nvSpPr>
      <dsp:spPr>
        <a:xfrm>
          <a:off x="3322472" y="3565481"/>
          <a:ext cx="2686944" cy="4947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findFirst</a:t>
          </a:r>
          <a:endParaRPr lang="de-DE" sz="1700" kern="1200" dirty="0"/>
        </a:p>
      </dsp:txBody>
      <dsp:txXfrm>
        <a:off x="3322472" y="3565481"/>
        <a:ext cx="2686944" cy="4947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0026B-A515-D54B-98B9-73A8945EE08C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Problem:</a:t>
          </a:r>
        </a:p>
      </dsp:txBody>
      <dsp:txXfrm rot="-5400000">
        <a:off x="0" y="554579"/>
        <a:ext cx="1105044" cy="473590"/>
      </dsp:txXfrm>
    </dsp:sp>
    <dsp:sp modelId="{28D90256-420F-594D-9B53-7D6CF3CEFD73}">
      <dsp:nvSpPr>
        <dsp:cNvPr id="0" name=""/>
        <dsp:cNvSpPr/>
      </dsp:nvSpPr>
      <dsp:spPr>
        <a:xfrm rot="5400000">
          <a:off x="5297265" y="-4190163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900" kern="1200" dirty="0"/>
            <a:t>Routen Konfiguration zur Entwicklungszeit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900" kern="1200" dirty="0"/>
            <a:t>Somit: Keine statische Route pro Datensatz möglich</a:t>
          </a:r>
        </a:p>
      </dsp:txBody>
      <dsp:txXfrm rot="-5400000">
        <a:off x="1105044" y="52149"/>
        <a:ext cx="9360464" cy="925930"/>
      </dsp:txXfrm>
    </dsp:sp>
    <dsp:sp modelId="{E87F782A-15CE-A24D-9C75-E4576DBC761D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Lösung:</a:t>
          </a:r>
        </a:p>
      </dsp:txBody>
      <dsp:txXfrm rot="-5400000">
        <a:off x="0" y="1938873"/>
        <a:ext cx="1105044" cy="473590"/>
      </dsp:txXfrm>
    </dsp:sp>
    <dsp:sp modelId="{78366A0F-A76C-E744-8E61-1FCF31176EB3}">
      <dsp:nvSpPr>
        <dsp:cNvPr id="0" name=""/>
        <dsp:cNvSpPr/>
      </dsp:nvSpPr>
      <dsp:spPr>
        <a:xfrm rot="5400000">
          <a:off x="5297265" y="-2805869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900" kern="1200" dirty="0"/>
            <a:t>Dynamische Routen mit Parametern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900" kern="1200" dirty="0"/>
            <a:t>Routen Konfiguration kann in Pfadvariablen enthalten</a:t>
          </a:r>
        </a:p>
      </dsp:txBody>
      <dsp:txXfrm rot="-5400000">
        <a:off x="1105044" y="1436443"/>
        <a:ext cx="9360464" cy="925930"/>
      </dsp:txXfrm>
    </dsp:sp>
    <dsp:sp modelId="{4F4E14E5-864A-7149-950C-0D8751F63536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Rest-Parameter </a:t>
          </a:r>
          <a:r>
            <a:rPr lang="de-DE" sz="1100" kern="1200" dirty="0" err="1"/>
            <a:t>vs</a:t>
          </a:r>
          <a:r>
            <a:rPr lang="de-DE" sz="1100" kern="1200" dirty="0"/>
            <a:t> URL-Parameter</a:t>
          </a:r>
        </a:p>
      </dsp:txBody>
      <dsp:txXfrm rot="-5400000">
        <a:off x="0" y="3323167"/>
        <a:ext cx="1105044" cy="473590"/>
      </dsp:txXfrm>
    </dsp:sp>
    <dsp:sp modelId="{83429FCB-206E-7D4D-8739-0160ADC3C48D}">
      <dsp:nvSpPr>
        <dsp:cNvPr id="0" name=""/>
        <dsp:cNvSpPr/>
      </dsp:nvSpPr>
      <dsp:spPr>
        <a:xfrm rot="5400000">
          <a:off x="5297265" y="-1421576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900" kern="1200"/>
            <a:t>Parameter in Route für Pflichtparameter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900" kern="1200"/>
            <a:t>URL-Parameter für optionale Parameter</a:t>
          </a:r>
        </a:p>
      </dsp:txBody>
      <dsp:txXfrm rot="-5400000">
        <a:off x="1105044" y="2820736"/>
        <a:ext cx="9360464" cy="92593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960F03-EDCA-8748-B41F-0C34EF6988CC}">
      <dsp:nvSpPr>
        <dsp:cNvPr id="0" name=""/>
        <dsp:cNvSpPr/>
      </dsp:nvSpPr>
      <dsp:spPr>
        <a:xfrm>
          <a:off x="0" y="43636"/>
          <a:ext cx="10515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Arten</a:t>
          </a:r>
        </a:p>
      </dsp:txBody>
      <dsp:txXfrm>
        <a:off x="43321" y="86957"/>
        <a:ext cx="10428958" cy="800803"/>
      </dsp:txXfrm>
    </dsp:sp>
    <dsp:sp modelId="{60669C71-50A6-5549-8D43-B4D92557166D}">
      <dsp:nvSpPr>
        <dsp:cNvPr id="0" name=""/>
        <dsp:cNvSpPr/>
      </dsp:nvSpPr>
      <dsp:spPr>
        <a:xfrm>
          <a:off x="0" y="931081"/>
          <a:ext cx="10515600" cy="995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900" kern="1200" dirty="0"/>
            <a:t>Template-</a:t>
          </a:r>
          <a:r>
            <a:rPr lang="de-DE" sz="2900" kern="1200" dirty="0" err="1"/>
            <a:t>Driven</a:t>
          </a:r>
          <a:endParaRPr lang="de-DE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900" kern="1200" dirty="0"/>
            <a:t>Model-</a:t>
          </a:r>
          <a:r>
            <a:rPr lang="de-DE" sz="2900" kern="1200" dirty="0" err="1"/>
            <a:t>Driven</a:t>
          </a:r>
          <a:endParaRPr lang="de-DE" sz="2900" kern="1200" dirty="0"/>
        </a:p>
      </dsp:txBody>
      <dsp:txXfrm>
        <a:off x="0" y="931081"/>
        <a:ext cx="10515600" cy="995670"/>
      </dsp:txXfrm>
    </dsp:sp>
    <dsp:sp modelId="{EECA1152-9A59-5148-8C69-4A7DF7A45FB4}">
      <dsp:nvSpPr>
        <dsp:cNvPr id="0" name=""/>
        <dsp:cNvSpPr/>
      </dsp:nvSpPr>
      <dsp:spPr>
        <a:xfrm>
          <a:off x="0" y="1926751"/>
          <a:ext cx="10515600" cy="8874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Interne Forms API</a:t>
          </a:r>
        </a:p>
      </dsp:txBody>
      <dsp:txXfrm>
        <a:off x="43321" y="1970072"/>
        <a:ext cx="10428958" cy="800803"/>
      </dsp:txXfrm>
    </dsp:sp>
    <dsp:sp modelId="{E40B39FC-EE0D-784C-A01A-5681D1E23909}">
      <dsp:nvSpPr>
        <dsp:cNvPr id="0" name=""/>
        <dsp:cNvSpPr/>
      </dsp:nvSpPr>
      <dsp:spPr>
        <a:xfrm>
          <a:off x="0" y="2814196"/>
          <a:ext cx="10515600" cy="1493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900" kern="1200" dirty="0"/>
            <a:t>Binding (bzw. </a:t>
          </a:r>
          <a:r>
            <a:rPr lang="de-DE" sz="2900" kern="1200" dirty="0" err="1"/>
            <a:t>ChangeDetection</a:t>
          </a:r>
          <a:r>
            <a:rPr lang="de-DE" sz="2900" kern="1200" dirty="0"/>
            <a:t>)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900" kern="1200" dirty="0"/>
            <a:t>Validierung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2900" kern="1200" dirty="0"/>
            <a:t>Aggregation</a:t>
          </a:r>
        </a:p>
      </dsp:txBody>
      <dsp:txXfrm>
        <a:off x="0" y="2814196"/>
        <a:ext cx="10515600" cy="149350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004E1-655F-3647-9990-F6AAB2427B86}">
      <dsp:nvSpPr>
        <dsp:cNvPr id="0" name=""/>
        <dsp:cNvSpPr/>
      </dsp:nvSpPr>
      <dsp:spPr>
        <a:xfrm rot="5400000">
          <a:off x="4572817" y="-1705821"/>
          <a:ext cx="1137107" cy="48389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Liefert die Ressource</a:t>
          </a:r>
        </a:p>
      </dsp:txBody>
      <dsp:txXfrm rot="-5400000">
        <a:off x="2721903" y="200602"/>
        <a:ext cx="4783428" cy="1026089"/>
      </dsp:txXfrm>
    </dsp:sp>
    <dsp:sp modelId="{1F1D7829-A817-8440-A1B0-4B71A7BF8537}">
      <dsp:nvSpPr>
        <dsp:cNvPr id="0" name=""/>
        <dsp:cNvSpPr/>
      </dsp:nvSpPr>
      <dsp:spPr>
        <a:xfrm>
          <a:off x="0" y="2955"/>
          <a:ext cx="2721902" cy="14213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300" kern="1200" dirty="0"/>
            <a:t>GET</a:t>
          </a:r>
        </a:p>
      </dsp:txBody>
      <dsp:txXfrm>
        <a:off x="69386" y="72341"/>
        <a:ext cx="2583130" cy="1282612"/>
      </dsp:txXfrm>
    </dsp:sp>
    <dsp:sp modelId="{C2DD22C4-3AC9-074B-B695-349CAEF10B59}">
      <dsp:nvSpPr>
        <dsp:cNvPr id="0" name=""/>
        <dsp:cNvSpPr/>
      </dsp:nvSpPr>
      <dsp:spPr>
        <a:xfrm rot="5400000">
          <a:off x="4572817" y="-213367"/>
          <a:ext cx="1137107" cy="48389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Löscht die Ressource</a:t>
          </a:r>
        </a:p>
      </dsp:txBody>
      <dsp:txXfrm rot="-5400000">
        <a:off x="2721903" y="1693056"/>
        <a:ext cx="4783428" cy="1026089"/>
      </dsp:txXfrm>
    </dsp:sp>
    <dsp:sp modelId="{F14CD864-DFCF-D843-9825-D32FA4D9A07D}">
      <dsp:nvSpPr>
        <dsp:cNvPr id="0" name=""/>
        <dsp:cNvSpPr/>
      </dsp:nvSpPr>
      <dsp:spPr>
        <a:xfrm>
          <a:off x="0" y="1495408"/>
          <a:ext cx="2721902" cy="14213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300" kern="1200" dirty="0"/>
            <a:t>DELETE</a:t>
          </a:r>
        </a:p>
      </dsp:txBody>
      <dsp:txXfrm>
        <a:off x="69386" y="1564794"/>
        <a:ext cx="2583130" cy="1282612"/>
      </dsp:txXfrm>
    </dsp:sp>
    <dsp:sp modelId="{10C71567-6777-7946-8431-B7402FFE49C8}">
      <dsp:nvSpPr>
        <dsp:cNvPr id="0" name=""/>
        <dsp:cNvSpPr/>
      </dsp:nvSpPr>
      <dsp:spPr>
        <a:xfrm rot="5400000">
          <a:off x="4572817" y="1279086"/>
          <a:ext cx="1137107" cy="48389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Erzeugt aktualisiert die Ressource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Client spezifiziert </a:t>
          </a:r>
          <a:r>
            <a:rPr lang="de-DE" sz="1900" kern="1200" dirty="0" err="1"/>
            <a:t>resourceIdentifier</a:t>
          </a:r>
          <a:endParaRPr lang="de-DE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PUT /</a:t>
          </a:r>
          <a:r>
            <a:rPr lang="de-DE" sz="1900" kern="1200" dirty="0" err="1"/>
            <a:t>resources</a:t>
          </a:r>
          <a:r>
            <a:rPr lang="de-DE" sz="1900" kern="1200" dirty="0"/>
            <a:t>/&lt;</a:t>
          </a:r>
          <a:r>
            <a:rPr lang="de-DE" sz="1900" kern="1200" dirty="0" err="1"/>
            <a:t>newResourceId</a:t>
          </a:r>
          <a:r>
            <a:rPr lang="de-DE" sz="1900" kern="1200" dirty="0"/>
            <a:t>&gt; HTTP/1.1 </a:t>
          </a:r>
        </a:p>
      </dsp:txBody>
      <dsp:txXfrm rot="-5400000">
        <a:off x="2721903" y="3185510"/>
        <a:ext cx="4783428" cy="1026089"/>
      </dsp:txXfrm>
    </dsp:sp>
    <dsp:sp modelId="{8921904E-BD22-9940-BE0F-A550A8A2EB25}">
      <dsp:nvSpPr>
        <dsp:cNvPr id="0" name=""/>
        <dsp:cNvSpPr/>
      </dsp:nvSpPr>
      <dsp:spPr>
        <a:xfrm>
          <a:off x="0" y="2987862"/>
          <a:ext cx="2721902" cy="14213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300" kern="1200" dirty="0"/>
            <a:t>PUT</a:t>
          </a:r>
        </a:p>
      </dsp:txBody>
      <dsp:txXfrm>
        <a:off x="69386" y="3057248"/>
        <a:ext cx="2583130" cy="1282612"/>
      </dsp:txXfrm>
    </dsp:sp>
    <dsp:sp modelId="{ADB2FBED-06C8-0B47-813E-35C13DF85EC7}">
      <dsp:nvSpPr>
        <dsp:cNvPr id="0" name=""/>
        <dsp:cNvSpPr/>
      </dsp:nvSpPr>
      <dsp:spPr>
        <a:xfrm rot="5400000">
          <a:off x="4572817" y="2771539"/>
          <a:ext cx="1137107" cy="483893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Erzeugt ein neues Objekt unterhalb (</a:t>
          </a:r>
          <a:r>
            <a:rPr lang="de-DE" sz="1900" kern="1200" dirty="0" err="1"/>
            <a:t>Collection</a:t>
          </a:r>
          <a:r>
            <a:rPr lang="de-DE" sz="1900" kern="1200" dirty="0"/>
            <a:t>) der spezifizierten Ressource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900" kern="1200" dirty="0"/>
            <a:t>POST /</a:t>
          </a:r>
          <a:r>
            <a:rPr lang="de-DE" sz="1900" kern="1200" dirty="0" err="1"/>
            <a:t>resources</a:t>
          </a:r>
          <a:r>
            <a:rPr lang="de-DE" sz="1900" kern="1200" dirty="0"/>
            <a:t> HTTP/1.1</a:t>
          </a:r>
        </a:p>
      </dsp:txBody>
      <dsp:txXfrm rot="-5400000">
        <a:off x="2721903" y="4677963"/>
        <a:ext cx="4783428" cy="1026089"/>
      </dsp:txXfrm>
    </dsp:sp>
    <dsp:sp modelId="{0BEFE39D-035F-6F43-B431-E59A9CFBC005}">
      <dsp:nvSpPr>
        <dsp:cNvPr id="0" name=""/>
        <dsp:cNvSpPr/>
      </dsp:nvSpPr>
      <dsp:spPr>
        <a:xfrm>
          <a:off x="0" y="4480316"/>
          <a:ext cx="2721902" cy="142138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100965" rIns="201930" bIns="10096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5300" kern="1200" dirty="0"/>
            <a:t>POST</a:t>
          </a:r>
        </a:p>
      </dsp:txBody>
      <dsp:txXfrm>
        <a:off x="69386" y="4549702"/>
        <a:ext cx="2583130" cy="12826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2C6BB-B581-A24C-A598-548E22C4160C}">
      <dsp:nvSpPr>
        <dsp:cNvPr id="0" name=""/>
        <dsp:cNvSpPr/>
      </dsp:nvSpPr>
      <dsp:spPr>
        <a:xfrm>
          <a:off x="0" y="393038"/>
          <a:ext cx="6263640" cy="1105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541528" rIns="486128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600" kern="1200"/>
            <a:t>Ausgabe der Versionsnummer</a:t>
          </a:r>
          <a:endParaRPr lang="en-US" sz="2600" kern="1200"/>
        </a:p>
      </dsp:txBody>
      <dsp:txXfrm>
        <a:off x="0" y="393038"/>
        <a:ext cx="6263640" cy="1105650"/>
      </dsp:txXfrm>
    </dsp:sp>
    <dsp:sp modelId="{1A7A9926-1BFE-DE44-B993-0CF46A5CEDEE}">
      <dsp:nvSpPr>
        <dsp:cNvPr id="0" name=""/>
        <dsp:cNvSpPr/>
      </dsp:nvSpPr>
      <dsp:spPr>
        <a:xfrm>
          <a:off x="313182" y="9278"/>
          <a:ext cx="4384548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/>
            <a:t>node –v</a:t>
          </a:r>
          <a:endParaRPr lang="en-US" sz="2600" kern="1200"/>
        </a:p>
      </dsp:txBody>
      <dsp:txXfrm>
        <a:off x="350649" y="46745"/>
        <a:ext cx="4309614" cy="692586"/>
      </dsp:txXfrm>
    </dsp:sp>
    <dsp:sp modelId="{4D6DC218-DFF5-2347-9AFF-E34732CA7773}">
      <dsp:nvSpPr>
        <dsp:cNvPr id="0" name=""/>
        <dsp:cNvSpPr/>
      </dsp:nvSpPr>
      <dsp:spPr>
        <a:xfrm>
          <a:off x="0" y="2022848"/>
          <a:ext cx="6263640" cy="147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553124"/>
              <a:satOff val="6280"/>
              <a:lumOff val="568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541528" rIns="486128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600" kern="1200"/>
            <a:t>Starten der REPL zur Eingabe von JavaScript-Befehlen</a:t>
          </a:r>
          <a:endParaRPr lang="en-US" sz="2600" kern="1200"/>
        </a:p>
      </dsp:txBody>
      <dsp:txXfrm>
        <a:off x="0" y="2022848"/>
        <a:ext cx="6263640" cy="1474200"/>
      </dsp:txXfrm>
    </dsp:sp>
    <dsp:sp modelId="{80B8595D-D10C-0244-912B-73BABA28A137}">
      <dsp:nvSpPr>
        <dsp:cNvPr id="0" name=""/>
        <dsp:cNvSpPr/>
      </dsp:nvSpPr>
      <dsp:spPr>
        <a:xfrm>
          <a:off x="313182" y="1639088"/>
          <a:ext cx="4384548" cy="767520"/>
        </a:xfrm>
        <a:prstGeom prst="roundRect">
          <a:avLst/>
        </a:prstGeom>
        <a:solidFill>
          <a:schemeClr val="accent5">
            <a:hueOff val="553124"/>
            <a:satOff val="6280"/>
            <a:lumOff val="5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/>
            <a:t>node</a:t>
          </a:r>
          <a:endParaRPr lang="en-US" sz="2600" kern="1200"/>
        </a:p>
      </dsp:txBody>
      <dsp:txXfrm>
        <a:off x="350649" y="1676555"/>
        <a:ext cx="4309614" cy="692586"/>
      </dsp:txXfrm>
    </dsp:sp>
    <dsp:sp modelId="{70AC1BE9-E752-CB45-9BE9-DF2E0B230545}">
      <dsp:nvSpPr>
        <dsp:cNvPr id="0" name=""/>
        <dsp:cNvSpPr/>
      </dsp:nvSpPr>
      <dsp:spPr>
        <a:xfrm>
          <a:off x="0" y="4021209"/>
          <a:ext cx="6263640" cy="1474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106248"/>
              <a:satOff val="12561"/>
              <a:lumOff val="113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541528" rIns="486128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600" kern="1200"/>
            <a:t>Ausführen  der Skript-Datei </a:t>
          </a:r>
          <a:r>
            <a:rPr lang="de-DE" sz="2600" i="1" kern="1200"/>
            <a:t>programm.js </a:t>
          </a:r>
          <a:r>
            <a:rPr lang="de-DE" sz="2600" kern="1200"/>
            <a:t> </a:t>
          </a:r>
          <a:endParaRPr lang="en-US" sz="2600" kern="1200"/>
        </a:p>
      </dsp:txBody>
      <dsp:txXfrm>
        <a:off x="0" y="4021209"/>
        <a:ext cx="6263640" cy="1474200"/>
      </dsp:txXfrm>
    </dsp:sp>
    <dsp:sp modelId="{33EBE219-4BA6-DB46-B160-EEB4B61E8CB5}">
      <dsp:nvSpPr>
        <dsp:cNvPr id="0" name=""/>
        <dsp:cNvSpPr/>
      </dsp:nvSpPr>
      <dsp:spPr>
        <a:xfrm>
          <a:off x="313182" y="3637448"/>
          <a:ext cx="4384548" cy="767520"/>
        </a:xfrm>
        <a:prstGeom prst="roundRect">
          <a:avLst/>
        </a:prstGeom>
        <a:solidFill>
          <a:schemeClr val="accent5">
            <a:hueOff val="1106248"/>
            <a:satOff val="12561"/>
            <a:lumOff val="1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/>
            <a:t>node programm.js</a:t>
          </a:r>
          <a:endParaRPr lang="en-US" sz="2600" kern="1200"/>
        </a:p>
      </dsp:txBody>
      <dsp:txXfrm>
        <a:off x="350649" y="3674915"/>
        <a:ext cx="4309614" cy="69258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7D71C-8DC4-4BB6-8305-5D6236EF6AF4}">
      <dsp:nvSpPr>
        <dsp:cNvPr id="0" name=""/>
        <dsp:cNvSpPr/>
      </dsp:nvSpPr>
      <dsp:spPr>
        <a:xfrm>
          <a:off x="432042" y="1839"/>
          <a:ext cx="3276375" cy="11058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 dirty="0" err="1">
              <a:solidFill>
                <a:schemeClr val="tx1"/>
              </a:solidFill>
            </a:rPr>
            <a:t>project-root</a:t>
          </a:r>
          <a:endParaRPr lang="de-DE" sz="3200" kern="1200" dirty="0">
            <a:solidFill>
              <a:schemeClr val="tx1"/>
            </a:solidFill>
          </a:endParaRPr>
        </a:p>
      </dsp:txBody>
      <dsp:txXfrm>
        <a:off x="464432" y="34229"/>
        <a:ext cx="3211595" cy="1041094"/>
      </dsp:txXfrm>
    </dsp:sp>
    <dsp:sp modelId="{FE972E17-81E7-4DC9-8BB9-241D4556144A}">
      <dsp:nvSpPr>
        <dsp:cNvPr id="0" name=""/>
        <dsp:cNvSpPr/>
      </dsp:nvSpPr>
      <dsp:spPr>
        <a:xfrm>
          <a:off x="759679" y="1107714"/>
          <a:ext cx="327637" cy="8294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9406"/>
              </a:lnTo>
              <a:lnTo>
                <a:pt x="327637" y="8294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3CB49A-CA21-4561-9CA0-7967197F9B89}">
      <dsp:nvSpPr>
        <dsp:cNvPr id="0" name=""/>
        <dsp:cNvSpPr/>
      </dsp:nvSpPr>
      <dsp:spPr>
        <a:xfrm>
          <a:off x="1087317" y="1384182"/>
          <a:ext cx="1769399" cy="1105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package.json</a:t>
          </a:r>
          <a:endParaRPr lang="de-DE" sz="1700" kern="1200" dirty="0"/>
        </a:p>
      </dsp:txBody>
      <dsp:txXfrm>
        <a:off x="1119707" y="1416572"/>
        <a:ext cx="1704619" cy="1041094"/>
      </dsp:txXfrm>
    </dsp:sp>
    <dsp:sp modelId="{EC0960B8-D78E-4984-805C-5C0B1C40DBDE}">
      <dsp:nvSpPr>
        <dsp:cNvPr id="0" name=""/>
        <dsp:cNvSpPr/>
      </dsp:nvSpPr>
      <dsp:spPr>
        <a:xfrm>
          <a:off x="759679" y="1107714"/>
          <a:ext cx="327637" cy="22117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1749"/>
              </a:lnTo>
              <a:lnTo>
                <a:pt x="327637" y="22117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E943E3-F1AB-4E0A-BBA8-1A2B8AFF0336}">
      <dsp:nvSpPr>
        <dsp:cNvPr id="0" name=""/>
        <dsp:cNvSpPr/>
      </dsp:nvSpPr>
      <dsp:spPr>
        <a:xfrm>
          <a:off x="1087317" y="2766526"/>
          <a:ext cx="1769399" cy="1105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src</a:t>
          </a:r>
          <a:endParaRPr lang="de-DE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script1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script2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…</a:t>
          </a:r>
        </a:p>
      </dsp:txBody>
      <dsp:txXfrm>
        <a:off x="1119707" y="2798916"/>
        <a:ext cx="1704619" cy="1041094"/>
      </dsp:txXfrm>
    </dsp:sp>
    <dsp:sp modelId="{5A45C53C-7725-48D9-A02E-81B437FBB969}">
      <dsp:nvSpPr>
        <dsp:cNvPr id="0" name=""/>
        <dsp:cNvSpPr/>
      </dsp:nvSpPr>
      <dsp:spPr>
        <a:xfrm>
          <a:off x="759679" y="1107714"/>
          <a:ext cx="327637" cy="35940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94093"/>
              </a:lnTo>
              <a:lnTo>
                <a:pt x="327637" y="35940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7786B8-D1FB-42D9-A2B7-99A3BE6B2E5F}">
      <dsp:nvSpPr>
        <dsp:cNvPr id="0" name=""/>
        <dsp:cNvSpPr/>
      </dsp:nvSpPr>
      <dsp:spPr>
        <a:xfrm>
          <a:off x="1087317" y="4148869"/>
          <a:ext cx="1769399" cy="11058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 err="1"/>
            <a:t>node</a:t>
          </a:r>
          <a:r>
            <a:rPr lang="de-DE" sz="1700" kern="1200" dirty="0"/>
            <a:t>-modules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module1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module2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300" kern="1200" dirty="0"/>
            <a:t>…</a:t>
          </a:r>
        </a:p>
      </dsp:txBody>
      <dsp:txXfrm>
        <a:off x="1119707" y="4181259"/>
        <a:ext cx="1704619" cy="1041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2FFA8-0DF2-4460-A7E9-17D1DE81E76C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02226-11FA-4C18-8BB6-D26C6DF041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056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9865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697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Javascript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Typescript</a:t>
            </a:r>
            <a:r>
              <a:rPr lang="de-DE" dirty="0"/>
              <a:t> .</a:t>
            </a:r>
            <a:r>
              <a:rPr lang="de-DE" dirty="0" err="1"/>
              <a:t>js</a:t>
            </a:r>
            <a:r>
              <a:rPr lang="de-DE" dirty="0"/>
              <a:t> Dateien zu .</a:t>
            </a:r>
            <a:r>
              <a:rPr lang="de-DE" dirty="0" err="1"/>
              <a:t>ts</a:t>
            </a:r>
            <a:r>
              <a:rPr lang="de-DE" dirty="0"/>
              <a:t> </a:t>
            </a:r>
            <a:r>
              <a:rPr lang="de-DE" dirty="0" err="1"/>
              <a:t>umbennen</a:t>
            </a:r>
            <a:r>
              <a:rPr lang="de-DE" dirty="0"/>
              <a:t> im Projekt werden auch </a:t>
            </a:r>
            <a:r>
              <a:rPr lang="de-DE" dirty="0" err="1"/>
              <a:t>mit“compiliert</a:t>
            </a:r>
            <a:r>
              <a:rPr lang="de-DE" dirty="0"/>
              <a:t>“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82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398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4915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>
              <a:latin typeface="Arial" pitchFamily="34" charset="0"/>
            </a:endParaRPr>
          </a:p>
        </p:txBody>
      </p:sp>
      <p:sp>
        <p:nvSpPr>
          <p:cNvPr id="294916" name="Foliennummernplatzhalt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C17BE69-7C65-4369-82EC-97E941713204}" type="slidenum">
              <a:rPr lang="de-DE" sz="1200" smtClean="0"/>
              <a:pPr/>
              <a:t>41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081170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5939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>
              <a:latin typeface="Arial" pitchFamily="34" charset="0"/>
            </a:endParaRPr>
          </a:p>
        </p:txBody>
      </p:sp>
      <p:sp>
        <p:nvSpPr>
          <p:cNvPr id="295940" name="Foliennummernplatzhalt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4A329183-9AB5-4A93-AD2B-E71D4791B796}" type="slidenum">
              <a:rPr lang="de-DE" sz="1200" smtClean="0"/>
              <a:pPr/>
              <a:t>44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301010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2931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>
              <a:latin typeface="Arial" pitchFamily="34" charset="0"/>
            </a:endParaRPr>
          </a:p>
        </p:txBody>
      </p:sp>
      <p:sp>
        <p:nvSpPr>
          <p:cNvPr id="252932" name="Foliennummernplatzhalt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E6E8B08-2E45-4EE9-A36E-CE42050F07A6}" type="slidenum">
              <a:rPr lang="de-DE" sz="1200" smtClean="0"/>
              <a:pPr/>
              <a:t>53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217285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63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>
              <a:latin typeface="Arial" pitchFamily="34" charset="0"/>
            </a:endParaRPr>
          </a:p>
        </p:txBody>
      </p:sp>
      <p:sp>
        <p:nvSpPr>
          <p:cNvPr id="296964" name="Foliennummernplatzhalt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C31CE09D-2898-43A8-B94F-CF3153CD3797}" type="slidenum">
              <a:rPr lang="de-DE" sz="1200" smtClean="0"/>
              <a:pPr/>
              <a:t>58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4250757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3651" name="Notizenplatzhal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>
              <a:latin typeface="Arial" pitchFamily="34" charset="0"/>
            </a:endParaRPr>
          </a:p>
        </p:txBody>
      </p:sp>
      <p:sp>
        <p:nvSpPr>
          <p:cNvPr id="283652" name="Foliennummernplatzhalt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E199A337-162B-4480-85DE-20FA811EF5F1}" type="slidenum">
              <a:rPr lang="de-DE" sz="1200" smtClean="0"/>
              <a:pPr/>
              <a:t>60</a:t>
            </a:fld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742092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968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395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3121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765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582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^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052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023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de-DE" dirty="0"/>
              <a:t>Erzeugung an einer zentralen Stelle im Code</a:t>
            </a:r>
          </a:p>
          <a:p>
            <a:pPr eaLnBrk="1" hangingPunct="1"/>
            <a:r>
              <a:rPr lang="de-DE" dirty="0"/>
              <a:t>Rückgabe von Subklassen möglich</a:t>
            </a:r>
          </a:p>
          <a:p>
            <a:pPr eaLnBrk="1" hangingPunct="1"/>
            <a:r>
              <a:rPr lang="de-DE" dirty="0"/>
              <a:t>Für Tests ist der Einsatz von Mock Objekten denkbar</a:t>
            </a:r>
          </a:p>
          <a:p>
            <a:pPr eaLnBrk="1" hangingPunct="1"/>
            <a:r>
              <a:rPr lang="de-DE" dirty="0"/>
              <a:t>Umgehung der Factory möglich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318D38-9EC7-4A31-B169-B65C9CDA1FCC}" type="slidenum">
              <a:rPr lang="de-DE" smtClean="0"/>
              <a:pPr>
                <a:defRPr/>
              </a:pPr>
              <a:t>157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8024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de-DE" dirty="0"/>
              <a:t>Objekte werden zur Laufzeit „injiziert“.</a:t>
            </a:r>
          </a:p>
          <a:p>
            <a:pPr eaLnBrk="1" hangingPunct="1"/>
            <a:r>
              <a:rPr lang="de-DE" dirty="0"/>
              <a:t>Objekte werden passiv, statt sie zum Beispiel mit einer Factory aktiv zu erzeugen.</a:t>
            </a:r>
          </a:p>
          <a:p>
            <a:pPr eaLnBrk="1" hangingPunct="1"/>
            <a:r>
              <a:rPr lang="de-DE" dirty="0"/>
              <a:t>Abhängigkeiten sind explizit an der Schnittstelle durch entsprechende </a:t>
            </a:r>
            <a:r>
              <a:rPr lang="de-DE" dirty="0" err="1"/>
              <a:t>set</a:t>
            </a:r>
            <a:r>
              <a:rPr lang="de-DE" dirty="0"/>
              <a:t>-Methoden zu erkennen.</a:t>
            </a:r>
          </a:p>
          <a:p>
            <a:pPr eaLnBrk="1" hangingPunct="1"/>
            <a:r>
              <a:rPr lang="de-DE" dirty="0"/>
              <a:t>Es können beliebige andere Objekte zugewiesen werden(z.B. Mocks / an Bedürfnisse angepasste Objekte).</a:t>
            </a:r>
          </a:p>
          <a:p>
            <a:pPr eaLnBrk="1" hangingPunct="1"/>
            <a:r>
              <a:rPr lang="de-DE" dirty="0"/>
              <a:t>Sehr flexibel wenn Objekte nur noch von Interfaces abhängen.</a:t>
            </a:r>
          </a:p>
          <a:p>
            <a:pPr eaLnBrk="1" hangingPunct="1"/>
            <a:r>
              <a:rPr lang="de-DE" dirty="0"/>
              <a:t>Externe Konfiguration der Beziehungen zwischen Objekten.</a:t>
            </a:r>
          </a:p>
          <a:p>
            <a:pPr eaLnBrk="1" hangingPunct="1"/>
            <a:r>
              <a:rPr lang="de-DE" dirty="0"/>
              <a:t>Objekte bekommen ihre abhängigen Objekte statt sie selbst zu suchen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318D38-9EC7-4A31-B169-B65C9CDA1FCC}" type="slidenum">
              <a:rPr lang="de-DE" smtClean="0"/>
              <a:pPr>
                <a:defRPr/>
              </a:pPr>
              <a:t>158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595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169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45620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878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171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185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54817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208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7247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F02226-11FA-4C18-8BB6-D26C6DF041AB}" type="slidenum">
              <a:rPr lang="de-DE" smtClean="0"/>
              <a:t>212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15351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0B2F158E-506F-4194-9CF0-79D43EA4F4EB}" type="slidenum">
              <a:rPr lang="de-DE"/>
              <a:pPr/>
              <a:t>235</a:t>
            </a:fld>
            <a:endParaRPr lang="de-DE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AEBF6986-12B2-4524-A824-DF671EC7CFD2}" type="slidenum">
              <a:rPr lang="de-DE"/>
              <a:pPr/>
              <a:t>236</a:t>
            </a:fld>
            <a:endParaRPr lang="de-DE"/>
          </a:p>
        </p:txBody>
      </p:sp>
      <p:sp>
        <p:nvSpPr>
          <p:cNvPr id="428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8970E3DD-B878-480B-83E8-4D375DB0A4BA}" type="slidenum">
              <a:rPr lang="de-DE"/>
              <a:pPr/>
              <a:t>237</a:t>
            </a:fld>
            <a:endParaRPr lang="de-DE"/>
          </a:p>
        </p:txBody>
      </p:sp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F52ABDB9-36E5-4190-851D-2757061BE724}" type="slidenum">
              <a:rPr lang="de-DE"/>
              <a:pPr/>
              <a:t>238</a:t>
            </a:fld>
            <a:endParaRPr lang="de-DE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ln/>
        </p:spPr>
        <p:txBody>
          <a:bodyPr/>
          <a:lstStyle/>
          <a:p>
            <a:r>
              <a:rPr lang="de-DE"/>
              <a:t>Kapitel 1, </a:t>
            </a:r>
            <a:fld id="{131DE0D1-5E86-4237-967A-313F79C0C0FF}" type="slidenum">
              <a:rPr lang="de-DE"/>
              <a:pPr/>
              <a:t>239</a:t>
            </a:fld>
            <a:endParaRPr lang="de-DE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3525" y="617538"/>
            <a:ext cx="7612063" cy="4283075"/>
          </a:xfrm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3383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338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6018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263525" y="617538"/>
            <a:ext cx="7612063" cy="42830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433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3B9589-0275-2F46-A95C-5002457AD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AA503B-0941-4443-85DB-19BFE2D70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9D6DCD-6B30-1045-A5C5-7BCBA4EB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872E20-1F90-1944-8DC0-7055168F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E828F0-8D35-3545-BDA5-D5CE47BD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43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2083F1-8A0D-274B-87B5-F0CD63A7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04AA65-DDC4-8B46-945F-6AFDBBE2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CC219F-5127-284E-A077-9A54AEEA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13D46E-583F-9D47-88CE-8335013B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DFCE0-19A3-8442-B969-2B044B2A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910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194DA-D4C0-224C-8AF3-92886CC48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5C8BD8-B3BC-1640-A514-0B3B0F329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B2260B-EB57-3B45-8660-031833B1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FEE6AC-F0F4-D945-8C9C-111A29C2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812E5E-8AE5-8845-83BA-01525F1E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558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E55D6-3DCD-AE4F-9952-EEF072E7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523C9A-1095-F548-8A5F-70F8CFA38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0EF807-AF93-9E46-B3E7-8EB05B4A7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7DC3A3-99AE-F348-9946-E4E02015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45A4CB-6995-024C-9C16-C7474680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9970C0-4105-9848-AC71-FD31663C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8965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52D00-6B40-4A44-8DFE-0AB54BF4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AFC7349-BA43-0D40-A86B-63C2FFCCB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947164-BE78-9647-A4C1-B276C62B7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75C93B6-360C-AE4D-814D-49AAB412F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658B3CE-294D-FF4D-B71A-9CEBEE53E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264BD6-B8A9-D546-9619-B013A8C1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0EDCBE1-B27E-474C-9CFC-71017936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E0687E-8149-3C4D-9478-484911DD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67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112D41-B21E-D346-AC5D-6B200DDD5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5A6854F-7FB1-8241-9FE8-B3EBCA5F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9BE20F-184D-914A-97FB-EFDB5267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E410DC-7A7D-5A4D-86DC-E5D8E272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450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022C01-CF55-4947-9EC0-B337AF4F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B7BCEB-6122-8B48-9BDC-92E57207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31C4A3-213B-8C45-B74E-B73CB01C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75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CC524-67CF-714F-A834-C6DD659C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156CD3-33B2-B646-854F-C6C407DF9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65518E-5D1E-9949-9E36-6FD35F2A2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99E8BA-F2EF-3640-9BB5-FA2748A6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7F6F33-E3B6-2445-8249-1D9E8ADCA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F2B437-9985-2348-991E-A54DBCA6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589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F0389-8CAB-984D-AF69-C503C85B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D090F59-D137-174E-AAFE-A630155AF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14D012-06D7-BC4D-85E5-004CFBB2A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B67065-1062-CC48-BBBF-3A12246D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47CE3B-468E-3948-AA1A-82952E08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BE1D2D-4DCE-6C4F-BE6C-F553260C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892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C3F86A-187F-4C42-B822-BE8673A4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046535E-786E-6147-A896-BCD337F26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8BFB13-803F-8C49-8C07-06925AFC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86B68A-2DEA-1A4A-9024-9E8D90E7F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212AE8-37A7-144F-AC84-13681EA3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358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A9A108-B5B9-E645-8259-A7B7B55060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078DB4-D053-6A47-833B-D01FA89C6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5FA029-2C77-8841-83C5-1C7B8396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1ADD13-3575-464E-A2D4-80EC04FB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013DD0-53D9-B345-A070-F9182DB2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511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1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08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672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953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2215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946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763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73493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4881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6380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71C1D-7404-4C00-A543-6EF7F98B9DF0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34F76-122D-4D45-BA44-2849445500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81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3098800" y="965200"/>
            <a:ext cx="8314267" cy="52705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255571209"/>
      </p:ext>
    </p:extLst>
  </p:cSld>
  <p:clrMapOvr>
    <a:masterClrMapping/>
  </p:clrMapOvr>
  <p:transition spd="med"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467" y="333376"/>
            <a:ext cx="4377267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1214020" y="4293096"/>
            <a:ext cx="6248893" cy="1584176"/>
          </a:xfrm>
          <a:prstGeom prst="rect">
            <a:avLst/>
          </a:prstGeom>
        </p:spPr>
        <p:txBody>
          <a:bodyPr lIns="90000"/>
          <a:lstStyle>
            <a:lvl1pPr marL="342900" indent="-342900">
              <a:buNone/>
              <a:defRPr lang="de-DE" sz="2000" dirty="0" smtClean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1214021" y="2132856"/>
            <a:ext cx="9106449" cy="2160240"/>
          </a:xfrm>
        </p:spPr>
        <p:txBody>
          <a:bodyPr anchor="b"/>
          <a:lstStyle>
            <a:lvl1pPr>
              <a:defRPr sz="4000" baseline="0">
                <a:solidFill>
                  <a:schemeClr val="accent3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0361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Textplatzhalter 9"/>
          <p:cNvSpPr>
            <a:spLocks noGrp="1"/>
          </p:cNvSpPr>
          <p:nvPr>
            <p:ph idx="1"/>
          </p:nvPr>
        </p:nvSpPr>
        <p:spPr>
          <a:xfrm>
            <a:off x="335361" y="1196751"/>
            <a:ext cx="11380271" cy="5296123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235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661192-D0D2-6046-A2DF-0E6616F4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96CDC6-DD5E-AB4C-93CA-0522BAAF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057125-41E1-5B41-AEF7-6AC4A0497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931049-A218-1545-8661-07C44BC7B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310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E8D37-B0D6-8B4E-9EE0-C46230D0E2E4}" type="datetimeFigureOut">
              <a:rPr lang="de-DE" smtClean="0"/>
              <a:t>09.06.21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0E094-A481-4E47-BE3D-6F3DBBC2D3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564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7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karma-runner.github.io/" TargetMode="Externa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file:///Volumes/share/Seminar/angular2/angular2/sildes/index.html#/intro/prerequisit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localhost:4200/" TargetMode="Externa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4.png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hyperlink" Target="https://rxmarbles.co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hyperlink" Target="http://reactivex.io/" TargetMode="External"/><Relationship Id="rId1" Type="http://schemas.openxmlformats.org/officeDocument/2006/relationships/slideLayout" Target="../slideLayouts/slideLayout13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4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4.xml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hyperlink" Target="http://de.wikipedia.org/wiki/Cross-Origin_Resource_Sharing" TargetMode="External"/><Relationship Id="rId1" Type="http://schemas.openxmlformats.org/officeDocument/2006/relationships/slideLayout" Target="../slideLayouts/slideLayout13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hyperlink" Target="https://angular.io/guide/attribute-directives" TargetMode="External"/><Relationship Id="rId1" Type="http://schemas.openxmlformats.org/officeDocument/2006/relationships/slideLayout" Target="../slideLayouts/slideLayout13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4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pmjs.com/misc/registry" TargetMode="External"/><Relationship Id="rId1" Type="http://schemas.openxmlformats.org/officeDocument/2006/relationships/slideLayout" Target="../slideLayouts/slideLayout13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pmjs.com/" TargetMode="External"/><Relationship Id="rId1" Type="http://schemas.openxmlformats.org/officeDocument/2006/relationships/slideLayout" Target="../slideLayouts/slideLayout13.xml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A36EDBC7-19DE-4649-8068-87A77902F1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t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C1485A-5391-0D42-A62C-FE7E40358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Typescript Primer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35F255B-57EE-A54D-9951-BF585EA41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Einführung in Typescript</a:t>
            </a:r>
          </a:p>
        </p:txBody>
      </p:sp>
    </p:spTree>
    <p:extLst>
      <p:ext uri="{BB962C8B-B14F-4D97-AF65-F5344CB8AC3E}">
        <p14:creationId xmlns:p14="http://schemas.microsoft.com/office/powerpoint/2010/main" val="1338086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PU mit Binärzahlen und Blaupause">
            <a:extLst>
              <a:ext uri="{FF2B5EF4-FFF2-40B4-BE49-F238E27FC236}">
                <a16:creationId xmlns:a16="http://schemas.microsoft.com/office/drawing/2014/main" id="{E4BA0765-2BE7-469F-94FA-605E1290EC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Einrichten von Typescript 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Installation</a:t>
            </a:r>
          </a:p>
        </p:txBody>
      </p:sp>
    </p:spTree>
    <p:extLst>
      <p:ext uri="{BB962C8B-B14F-4D97-AF65-F5344CB8AC3E}">
        <p14:creationId xmlns:p14="http://schemas.microsoft.com/office/powerpoint/2010/main" val="619206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Benötigte Komponenten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TypeScript</a:t>
            </a:r>
            <a:endParaRPr lang="de-DE" dirty="0"/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install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typescript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--save-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dev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r>
              <a:rPr lang="de-DE" dirty="0"/>
              <a:t>Oder global</a:t>
            </a:r>
          </a:p>
          <a:p>
            <a:pPr lvl="1"/>
            <a:r>
              <a:rPr lang="de-DE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sudo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]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install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–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typescript</a:t>
            </a:r>
            <a:endParaRPr lang="de-DE" dirty="0"/>
          </a:p>
          <a:p>
            <a:r>
              <a:rPr lang="de-DE" dirty="0"/>
              <a:t>Lite-Server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install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lite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-server --save-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dev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r>
              <a:rPr lang="de-DE" dirty="0"/>
              <a:t>Parallelisierung von </a:t>
            </a:r>
            <a:r>
              <a:rPr lang="de-DE" dirty="0" err="1"/>
              <a:t>npm</a:t>
            </a:r>
            <a:r>
              <a:rPr lang="de-DE" dirty="0"/>
              <a:t>-Kommandos</a:t>
            </a:r>
          </a:p>
          <a:p>
            <a:pPr marL="444500" lvl="2" indent="-269875">
              <a:spcBef>
                <a:spcPts val="600"/>
              </a:spcBef>
              <a:buClr>
                <a:srgbClr val="B51621"/>
              </a:buClr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install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concurrenty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--save-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dev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2149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Konfiguration des </a:t>
            </a:r>
            <a:r>
              <a:rPr lang="de-DE" dirty="0" err="1"/>
              <a:t>TypeScript</a:t>
            </a:r>
            <a:r>
              <a:rPr lang="de-DE" dirty="0"/>
              <a:t>-Compilers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Initialisierung mit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tsc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--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init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/>
              <a:t>Erzeugt die Datei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tsconfig.json</a:t>
            </a:r>
            <a:endParaRPr lang="de-DE" i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/>
              <a:t>Darin werden alle möglichen Konfigurationen angelegt</a:t>
            </a:r>
          </a:p>
          <a:p>
            <a:pPr lvl="2"/>
            <a:r>
              <a:rPr lang="de-DE" dirty="0"/>
              <a:t>wobei die allermeisten auskommentiert sind</a:t>
            </a:r>
          </a:p>
          <a:p>
            <a:r>
              <a:rPr lang="de-DE" dirty="0"/>
              <a:t>Für die folgenden Beispiele wird insbesondere der </a:t>
            </a:r>
            <a:r>
              <a:rPr lang="de-DE" dirty="0" err="1"/>
              <a:t>strict</a:t>
            </a:r>
            <a:r>
              <a:rPr lang="de-DE" dirty="0"/>
              <a:t>-Mode aktiviert</a:t>
            </a:r>
          </a:p>
        </p:txBody>
      </p:sp>
    </p:spTree>
    <p:extLst>
      <p:ext uri="{BB962C8B-B14F-4D97-AF65-F5344CB8AC3E}">
        <p14:creationId xmlns:p14="http://schemas.microsoft.com/office/powerpoint/2010/main" val="392342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Scripts der </a:t>
            </a:r>
            <a:r>
              <a:rPr lang="de-DE" dirty="0" err="1"/>
              <a:t>package.json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scripts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{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lite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-server",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compile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tsc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--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outDir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./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 -p .",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compile-watch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tsc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-w --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outDir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./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 -p .",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test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"echo \"Error: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no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test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specified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\" &amp;&amp;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exit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1",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start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concurrently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\"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run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compile-watch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\" \"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run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\""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4648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Benutzung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Starten mit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start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/>
              <a:t>Startet den </a:t>
            </a:r>
            <a:r>
              <a:rPr lang="de-DE" dirty="0" err="1"/>
              <a:t>TypeScript-Transpiler</a:t>
            </a:r>
            <a:endParaRPr lang="de-DE" dirty="0"/>
          </a:p>
          <a:p>
            <a:pPr lvl="1"/>
            <a:r>
              <a:rPr lang="de-DE" dirty="0"/>
              <a:t>Startet den Lite Server mit Browser-</a:t>
            </a:r>
            <a:r>
              <a:rPr lang="de-DE" dirty="0" err="1"/>
              <a:t>Sync</a:t>
            </a:r>
            <a:endParaRPr lang="de-DE" dirty="0"/>
          </a:p>
          <a:p>
            <a:pPr lvl="1"/>
            <a:r>
              <a:rPr lang="de-DE" dirty="0"/>
              <a:t>Startet den Default-Browser und stellt die 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index.html</a:t>
            </a:r>
            <a:r>
              <a:rPr lang="de-DE" dirty="0"/>
              <a:t>-Seite dar</a:t>
            </a:r>
          </a:p>
          <a:p>
            <a:r>
              <a:rPr lang="de-DE" dirty="0"/>
              <a:t>Parallelisierung</a:t>
            </a:r>
          </a:p>
          <a:p>
            <a:pPr lvl="1"/>
            <a:r>
              <a:rPr lang="de-DE" dirty="0"/>
              <a:t>Sämtliche Dateien mit der Endung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ts</a:t>
            </a:r>
            <a:r>
              <a:rPr lang="de-DE" dirty="0"/>
              <a:t> im Ordner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dirty="0"/>
              <a:t> werden automatisch nach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de-DE" dirty="0"/>
              <a:t> transpiliert</a:t>
            </a:r>
          </a:p>
          <a:p>
            <a:pPr lvl="1"/>
            <a:r>
              <a:rPr lang="de-DE" dirty="0"/>
              <a:t>Änderungen der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ts</a:t>
            </a:r>
            <a:r>
              <a:rPr lang="de-DE" dirty="0"/>
              <a:t>-Dateien werden automatisch erkannt</a:t>
            </a:r>
          </a:p>
          <a:p>
            <a:pPr lvl="1"/>
            <a:r>
              <a:rPr lang="de-DE" dirty="0"/>
              <a:t>Der Server aktualisiert den Browser  mit den geänderten Informationen</a:t>
            </a:r>
          </a:p>
        </p:txBody>
      </p:sp>
    </p:spTree>
    <p:extLst>
      <p:ext uri="{BB962C8B-B14F-4D97-AF65-F5344CB8AC3E}">
        <p14:creationId xmlns:p14="http://schemas.microsoft.com/office/powerpoint/2010/main" val="369890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cript Figure">
            <a:extLst>
              <a:ext uri="{FF2B5EF4-FFF2-40B4-BE49-F238E27FC236}">
                <a16:creationId xmlns:a16="http://schemas.microsoft.com/office/drawing/2014/main" id="{63906B36-167C-4EFE-A0E9-027B2AF2B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28178" y="2191821"/>
            <a:ext cx="229552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9B825FC-7251-46B4-B2C9-703FB5EEC977}"/>
              </a:ext>
            </a:extLst>
          </p:cNvPr>
          <p:cNvSpPr/>
          <p:nvPr/>
        </p:nvSpPr>
        <p:spPr>
          <a:xfrm>
            <a:off x="1131835" y="1172938"/>
            <a:ext cx="3322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lang="de-DE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lang="de-DE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just JavaScript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B01B1F7-1EAF-4222-9435-E39E24A27D0E}"/>
              </a:ext>
            </a:extLst>
          </p:cNvPr>
          <p:cNvSpPr/>
          <p:nvPr/>
        </p:nvSpPr>
        <p:spPr>
          <a:xfrm>
            <a:off x="562467" y="5315730"/>
            <a:ext cx="4361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TypeScript supports other JS libraries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3CD08AC-F770-47E8-B5EA-C3D764CA1A19}"/>
              </a:ext>
            </a:extLst>
          </p:cNvPr>
          <p:cNvSpPr/>
          <p:nvPr/>
        </p:nvSpPr>
        <p:spPr>
          <a:xfrm>
            <a:off x="8185689" y="5315730"/>
            <a:ext cx="2911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JavaScript 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lang="de-DE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lang="de-DE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EB5899F-27F1-43FD-8E72-EDDD4385C8F9}"/>
              </a:ext>
            </a:extLst>
          </p:cNvPr>
          <p:cNvSpPr/>
          <p:nvPr/>
        </p:nvSpPr>
        <p:spPr>
          <a:xfrm>
            <a:off x="8603178" y="1373545"/>
            <a:ext cx="2655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TypeScript</a:t>
            </a:r>
            <a:r>
              <a:rPr lang="de-DE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</a:t>
            </a:r>
            <a:r>
              <a:rPr lang="de-DE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portable</a:t>
            </a:r>
            <a:r>
              <a:rPr lang="de-DE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427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F011F9D4-3633-45AD-B342-B57C9793C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976338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317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0FC790-E058-9843-AE2F-25A613EAA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Warum Typescript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F4288043-9462-4074-B39A-FAE583FC3D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1022470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59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DC4198-C23C-8249-976F-DE4079FF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Type Hierarchy</a:t>
            </a:r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E45ED132-3F07-40DE-BB6F-7F40AF41D5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960498"/>
              </p:ext>
            </p:extLst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2901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Spezielle Typen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de-DE" sz="1700">
                <a:latin typeface="Courier New" pitchFamily="49" charset="0"/>
                <a:cs typeface="Courier New" pitchFamily="49" charset="0"/>
              </a:rPr>
              <a:t>null</a:t>
            </a:r>
          </a:p>
          <a:p>
            <a:pPr lvl="1"/>
            <a:r>
              <a:rPr lang="de-DE" sz="1700"/>
              <a:t>Eine Eigenschaft ist nicht gesetzt</a:t>
            </a:r>
          </a:p>
          <a:p>
            <a:r>
              <a:rPr lang="de-DE" sz="1700">
                <a:latin typeface="Courier New" pitchFamily="49" charset="0"/>
                <a:cs typeface="Courier New" pitchFamily="49" charset="0"/>
              </a:rPr>
              <a:t>undefined</a:t>
            </a:r>
          </a:p>
          <a:p>
            <a:pPr lvl="1"/>
            <a:r>
              <a:rPr lang="de-DE" sz="1700"/>
              <a:t>Eine Eigenschaft oder Funktion ist nicht vorhanden</a:t>
            </a:r>
          </a:p>
          <a:p>
            <a:pPr lvl="1"/>
            <a:r>
              <a:rPr lang="de-DE" sz="1700"/>
              <a:t>Damit unterschiedlich zu null</a:t>
            </a:r>
          </a:p>
          <a:p>
            <a:r>
              <a:rPr lang="de-DE" sz="1700">
                <a:latin typeface="Courier New" pitchFamily="49" charset="0"/>
                <a:cs typeface="Courier New" pitchFamily="49" charset="0"/>
              </a:rPr>
              <a:t>any</a:t>
            </a:r>
          </a:p>
          <a:p>
            <a:pPr lvl="1"/>
            <a:r>
              <a:rPr lang="de-DE" sz="1700"/>
              <a:t>Eine untypisierte Variable, die jeden Wert zugewiesen bekommen kann</a:t>
            </a:r>
          </a:p>
          <a:p>
            <a:pPr lvl="1"/>
            <a:r>
              <a:rPr lang="de-DE" sz="1700"/>
              <a:t>Damit ist bei Bedarf auch eine untypisierte Programmierung auch in TypeScript möglich</a:t>
            </a:r>
          </a:p>
          <a:p>
            <a:r>
              <a:rPr lang="de-DE" sz="1700">
                <a:latin typeface="Courier New" pitchFamily="49" charset="0"/>
                <a:cs typeface="Courier New" pitchFamily="49" charset="0"/>
              </a:rPr>
              <a:t>void</a:t>
            </a:r>
          </a:p>
          <a:p>
            <a:pPr lvl="1"/>
            <a:r>
              <a:rPr lang="de-DE" sz="1700"/>
              <a:t>Eine Funktion, die keinen expliziten </a:t>
            </a:r>
            <a:r>
              <a:rPr lang="de-DE" sz="170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700"/>
              <a:t>-Wert aufweist</a:t>
            </a:r>
          </a:p>
          <a:p>
            <a:r>
              <a:rPr lang="de-DE" sz="1700">
                <a:latin typeface="Courier New" pitchFamily="49" charset="0"/>
                <a:cs typeface="Courier New" pitchFamily="49" charset="0"/>
              </a:rPr>
              <a:t>never</a:t>
            </a:r>
          </a:p>
          <a:p>
            <a:pPr lvl="1"/>
            <a:r>
              <a:rPr lang="de-DE" sz="1700"/>
              <a:t>Der Rückgabetyp einer Funktion, die kein implizites oder explizites </a:t>
            </a:r>
            <a:r>
              <a:rPr lang="de-DE" sz="170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700"/>
              <a:t>-Statement aufweist</a:t>
            </a:r>
          </a:p>
          <a:p>
            <a:pPr lvl="2"/>
            <a:r>
              <a:rPr lang="de-DE" sz="1700"/>
              <a:t>Endlose Ausführung oder garantiertes Werfen einer </a:t>
            </a:r>
            <a:r>
              <a:rPr lang="de-DE" sz="1700">
                <a:latin typeface="Courier New" pitchFamily="49" charset="0"/>
                <a:cs typeface="Courier New" pitchFamily="49" charset="0"/>
              </a:rPr>
              <a:t>Exception</a:t>
            </a:r>
          </a:p>
          <a:p>
            <a:pPr lvl="1"/>
            <a:endParaRPr lang="de-DE" sz="1700"/>
          </a:p>
        </p:txBody>
      </p:sp>
    </p:spTree>
    <p:extLst>
      <p:ext uri="{BB962C8B-B14F-4D97-AF65-F5344CB8AC3E}">
        <p14:creationId xmlns:p14="http://schemas.microsoft.com/office/powerpoint/2010/main" val="2500829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5A7DD-F418-4971-8EB7-37362596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>
                <a:solidFill>
                  <a:schemeClr val="accent1"/>
                </a:solidFill>
              </a:rPr>
              <a:t>Variablen Deklaration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72870-3D94-423A-B5B8-2F122483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de-DE" sz="2400"/>
              <a:t>var [identifier] : [type-annotation] = value ;</a:t>
            </a:r>
          </a:p>
          <a:p>
            <a:r>
              <a:rPr lang="de-DE" sz="2400"/>
              <a:t>var [identifier] : [type-annotation] ;</a:t>
            </a:r>
          </a:p>
          <a:p>
            <a:r>
              <a:rPr lang="de-DE" sz="2400"/>
              <a:t>var [identifier] = value ;</a:t>
            </a:r>
          </a:p>
          <a:p>
            <a:r>
              <a:rPr lang="de-DE" sz="2400"/>
              <a:t>var [identifier] ;</a:t>
            </a:r>
          </a:p>
          <a:p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775441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Typisierte Deklaration von Variablen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1600"/>
              <a:t>Explizite Typisierung</a:t>
            </a:r>
          </a:p>
          <a:p>
            <a:pPr marL="539750" lvl="2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let name : string</a:t>
            </a:r>
          </a:p>
          <a:p>
            <a:pPr marL="539750" lvl="2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let state : boolean</a:t>
            </a:r>
          </a:p>
          <a:p>
            <a:r>
              <a:rPr lang="de-DE" sz="1600"/>
              <a:t>Type Inference</a:t>
            </a:r>
          </a:p>
          <a:p>
            <a:pPr lvl="1"/>
            <a:r>
              <a:rPr lang="de-DE" sz="1600"/>
              <a:t>Hier wird der Typ durch die Zuweisung eines Wertes definiert</a:t>
            </a:r>
          </a:p>
          <a:p>
            <a:pPr marL="539750" lvl="2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let name = "Hello"</a:t>
            </a:r>
          </a:p>
          <a:p>
            <a:pPr marL="539750" lvl="2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let state = true</a:t>
            </a:r>
          </a:p>
          <a:p>
            <a:r>
              <a:rPr lang="de-DE" sz="1600"/>
              <a:t>Contextual Type</a:t>
            </a:r>
          </a:p>
          <a:p>
            <a:pPr lvl="1"/>
            <a:r>
              <a:rPr lang="de-DE" sz="1600"/>
              <a:t>Auch bei Zuweisungen versucht TypeScript, untypisierte Deklarationen zu erkennen</a:t>
            </a:r>
          </a:p>
          <a:p>
            <a:pPr marL="646113" lvl="3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window.onmousedown = function(mouseEvent) {</a:t>
            </a:r>
          </a:p>
          <a:p>
            <a:pPr marL="646113" lvl="3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    console.log(mouseEvent.button);  //&lt;- Error, </a:t>
            </a:r>
          </a:p>
          <a:p>
            <a:pPr marL="646113" lvl="3" indent="0">
              <a:buNone/>
            </a:pPr>
            <a:r>
              <a:rPr lang="de-DE" sz="160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marL="539750" lvl="2" indent="0">
              <a:buNone/>
            </a:pPr>
            <a:endParaRPr lang="de-DE" sz="160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15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Deklaration von Variablen mit const und let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>
                <a:latin typeface="Courier New" pitchFamily="49" charset="0"/>
                <a:cs typeface="Courier New" pitchFamily="49" charset="0"/>
              </a:rPr>
              <a:t>let | const&lt;name&gt;</a:t>
            </a:r>
          </a:p>
          <a:p>
            <a:pPr lvl="1"/>
            <a:r>
              <a:rPr lang="de-DE" sz="2000">
                <a:latin typeface="Courier New" pitchFamily="49" charset="0"/>
                <a:cs typeface="Courier New" pitchFamily="49" charset="0"/>
              </a:rPr>
              <a:t>const name</a:t>
            </a:r>
          </a:p>
          <a:p>
            <a:pPr lvl="1"/>
            <a:r>
              <a:rPr lang="de-DE" sz="2000">
                <a:latin typeface="Courier New" pitchFamily="49" charset="0"/>
                <a:cs typeface="Courier New" pitchFamily="49" charset="0"/>
              </a:rPr>
              <a:t>let state</a:t>
            </a:r>
          </a:p>
        </p:txBody>
      </p:sp>
    </p:spTree>
    <p:extLst>
      <p:ext uri="{BB962C8B-B14F-4D97-AF65-F5344CB8AC3E}">
        <p14:creationId xmlns:p14="http://schemas.microsoft.com/office/powerpoint/2010/main" val="3709581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8FE08D-7466-4734-A484-740C9D44D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 Samples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9F164-6036-4A81-B5D8-85FF29274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message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Hello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Typscript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message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DCDCAA"/>
                </a:solidFill>
                <a:latin typeface="Menlo" panose="020B0609030804020204" pitchFamily="49" charset="0"/>
              </a:rPr>
              <a:t>f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() {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message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Hello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, 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world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!"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message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799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7516-C8B8-6B45-93C4-8C3388B7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Var-</a:t>
            </a:r>
            <a:r>
              <a:rPr lang="de-DE" dirty="0" err="1"/>
              <a:t>Scoping</a:t>
            </a:r>
            <a:r>
              <a:rPr lang="de-DE" dirty="0"/>
              <a:t> Macken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5779-F217-DC4B-A5D2-69C66BAE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weirdScoping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someFlag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boolean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C586C0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someFlag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569CD6"/>
                </a:solidFill>
                <a:latin typeface="Menlo" panose="020B0609030804020204" pitchFamily="49" charset="0"/>
              </a:rPr>
              <a:t>		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	}</a:t>
            </a: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de-DE" dirty="0">
              <a:solidFill>
                <a:srgbClr val="DCDCAA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weirdScoping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false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249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D299-2D63-6842-A3E4-B02FB265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Var-</a:t>
            </a:r>
            <a:r>
              <a:rPr lang="de-DE" dirty="0" err="1"/>
              <a:t>Scoping</a:t>
            </a:r>
            <a:r>
              <a:rPr lang="de-DE" dirty="0"/>
              <a:t> Macken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F679D-7D0C-B541-9ED1-3AD058E5C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sumOf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matrix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[][]) {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&lt;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matrix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++) {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row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matrix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C586C0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&lt;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row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++) {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		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+=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row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	}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457200" lvl="1" indent="0">
              <a:buNone/>
            </a:pP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6901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B4C9-430A-3D4E-96B1-9A554012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Var-</a:t>
            </a:r>
            <a:r>
              <a:rPr lang="de-DE" dirty="0" err="1"/>
              <a:t>Scoping</a:t>
            </a:r>
            <a:r>
              <a:rPr lang="de-DE" dirty="0"/>
              <a:t> Macken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FF6E-B64A-AA49-8930-A626270C2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&lt;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++) {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setTimeout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() { 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); },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100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*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6256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E211-3A38-9642-926E-6BC2FDCA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dirty="0"/>
              <a:t>Block </a:t>
            </a:r>
            <a:r>
              <a:rPr lang="de-DE" dirty="0" err="1"/>
              <a:t>Scoping</a:t>
            </a:r>
            <a:r>
              <a:rPr lang="de-DE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494F-D916-1141-B7E7-BEE2862C9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someFunc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flag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boolean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de-DE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a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16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b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sz="1600" dirty="0" err="1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input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pPr marL="914400" lvl="2" indent="0">
              <a:buNone/>
            </a:pPr>
            <a:r>
              <a:rPr lang="de-DE" sz="1200" dirty="0" err="1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de-DE" sz="1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200" dirty="0">
                <a:solidFill>
                  <a:srgbClr val="9CDCFE"/>
                </a:solidFill>
                <a:latin typeface="Menlo" panose="020B0609030804020204" pitchFamily="49" charset="0"/>
              </a:rPr>
              <a:t>b</a:t>
            </a:r>
            <a:r>
              <a:rPr lang="de-DE" sz="12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1200" dirty="0">
                <a:solidFill>
                  <a:srgbClr val="9CDCFE"/>
                </a:solidFill>
                <a:latin typeface="Menlo" panose="020B0609030804020204" pitchFamily="49" charset="0"/>
              </a:rPr>
              <a:t>a</a:t>
            </a:r>
            <a:r>
              <a:rPr lang="de-DE" sz="1200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de-DE" sz="1200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sz="12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de-DE" sz="1200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sz="12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200" dirty="0">
                <a:solidFill>
                  <a:srgbClr val="9CDCFE"/>
                </a:solidFill>
                <a:latin typeface="Menlo" panose="020B0609030804020204" pitchFamily="49" charset="0"/>
              </a:rPr>
              <a:t>b</a:t>
            </a:r>
            <a:r>
              <a:rPr lang="de-DE" sz="12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457200" lvl="1" indent="0">
              <a:buNone/>
            </a:pPr>
            <a:b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sz="1600" dirty="0">
                <a:solidFill>
                  <a:srgbClr val="6A9955"/>
                </a:solidFill>
                <a:latin typeface="Menlo" panose="020B0609030804020204" pitchFamily="49" charset="0"/>
              </a:rPr>
              <a:t>// </a:t>
            </a:r>
            <a:r>
              <a:rPr lang="de-DE" sz="1600" dirty="0" err="1">
                <a:solidFill>
                  <a:srgbClr val="6A9955"/>
                </a:solidFill>
                <a:latin typeface="Menlo" panose="020B0609030804020204" pitchFamily="49" charset="0"/>
              </a:rPr>
              <a:t>CompileError</a:t>
            </a:r>
            <a:r>
              <a:rPr lang="de-DE" sz="1600" dirty="0">
                <a:solidFill>
                  <a:srgbClr val="6A9955"/>
                </a:solidFill>
                <a:latin typeface="Menlo" panose="020B0609030804020204" pitchFamily="49" charset="0"/>
              </a:rPr>
              <a:t>: 'b' </a:t>
            </a:r>
            <a:r>
              <a:rPr lang="de-DE" sz="1600" dirty="0" err="1">
                <a:solidFill>
                  <a:srgbClr val="6A9955"/>
                </a:solidFill>
                <a:latin typeface="Menlo" panose="020B0609030804020204" pitchFamily="49" charset="0"/>
              </a:rPr>
              <a:t>doesn't</a:t>
            </a:r>
            <a:r>
              <a:rPr lang="de-DE" sz="1600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de-DE" sz="1600" dirty="0" err="1">
                <a:solidFill>
                  <a:srgbClr val="6A9955"/>
                </a:solidFill>
                <a:latin typeface="Menlo" panose="020B0609030804020204" pitchFamily="49" charset="0"/>
              </a:rPr>
              <a:t>exist</a:t>
            </a:r>
            <a:endParaRPr lang="de-DE" sz="16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de-DE" sz="1600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b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de-D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FE20F-E88E-48A3-A1E0-5D40EB2D0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14219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E211-3A38-9642-926E-6BC2FDCA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dirty="0"/>
              <a:t>Block </a:t>
            </a:r>
            <a:r>
              <a:rPr lang="de-DE" dirty="0" err="1"/>
              <a:t>Scoping</a:t>
            </a:r>
            <a:r>
              <a:rPr lang="de-DE" dirty="0"/>
              <a:t> 2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494F-D916-1141-B7E7-BEE2862C9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foo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de-DE" sz="2000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>
                <a:solidFill>
                  <a:srgbClr val="9CDCFE"/>
                </a:solidFill>
                <a:latin typeface="Menlo" panose="020B0609030804020204" pitchFamily="49" charset="0"/>
              </a:rPr>
              <a:t>a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sz="2000" dirty="0">
                <a:solidFill>
                  <a:srgbClr val="6A9955"/>
                </a:solidFill>
                <a:latin typeface="Menlo" panose="020B0609030804020204" pitchFamily="49" charset="0"/>
              </a:rPr>
              <a:t>// </a:t>
            </a:r>
            <a:r>
              <a:rPr lang="de-DE" sz="2000" dirty="0" err="1">
                <a:solidFill>
                  <a:srgbClr val="6A9955"/>
                </a:solidFill>
                <a:latin typeface="Menlo" panose="020B0609030804020204" pitchFamily="49" charset="0"/>
              </a:rPr>
              <a:t>undefined</a:t>
            </a:r>
            <a:endParaRPr lang="de-DE" sz="2000" dirty="0">
              <a:solidFill>
                <a:srgbClr val="6A9955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foo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());</a:t>
            </a:r>
          </a:p>
          <a:p>
            <a:pPr marL="0" indent="0">
              <a:buNone/>
            </a:pPr>
            <a:b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>
                <a:solidFill>
                  <a:srgbClr val="9CDCFE"/>
                </a:solidFill>
                <a:latin typeface="Menlo" panose="020B0609030804020204" pitchFamily="49" charset="0"/>
              </a:rPr>
              <a:t>a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de-DE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FE20F-E88E-48A3-A1E0-5D40EB2D0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51365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EE211-3A38-9642-926E-6BC2FDCA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dirty="0"/>
              <a:t>Block </a:t>
            </a:r>
            <a:r>
              <a:rPr lang="de-DE" dirty="0" err="1"/>
              <a:t>Scoping</a:t>
            </a:r>
            <a:r>
              <a:rPr lang="de-DE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494F-D916-1141-B7E7-BEE2862C9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sumOfWithLet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matrix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[][]) {</a:t>
            </a:r>
          </a:p>
          <a:p>
            <a:pPr marL="457200" lvl="1" indent="0">
              <a:buNone/>
            </a:pPr>
            <a:r>
              <a:rPr lang="de-DE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16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de-DE" sz="1600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16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&lt;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matrix</a:t>
            </a:r>
            <a:r>
              <a:rPr lang="de-DE" sz="16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++) {</a:t>
            </a:r>
          </a:p>
          <a:p>
            <a:pPr marL="457200" lvl="1" indent="0">
              <a:buNone/>
            </a:pPr>
            <a:r>
              <a:rPr lang="de-DE" sz="1600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de-DE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row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matrix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de-DE" sz="1600" dirty="0">
                <a:solidFill>
                  <a:srgbClr val="C586C0"/>
                </a:solidFill>
                <a:latin typeface="Menlo" panose="020B0609030804020204" pitchFamily="49" charset="0"/>
              </a:rPr>
              <a:t>	</a:t>
            </a:r>
            <a:r>
              <a:rPr lang="de-DE" sz="1600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sz="1600" dirty="0" err="1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1600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&lt;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row</a:t>
            </a:r>
            <a:r>
              <a:rPr lang="de-DE" sz="16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++) {</a:t>
            </a:r>
          </a:p>
          <a:p>
            <a:pPr marL="457200" lvl="1" indent="0">
              <a:buNone/>
            </a:pP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		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+=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row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sz="1600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	}</a:t>
            </a:r>
          </a:p>
          <a:p>
            <a:pPr marL="457200" lvl="1" indent="0">
              <a:buNone/>
            </a:pP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457200" lvl="1" indent="0">
              <a:buNone/>
            </a:pPr>
            <a:b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sz="1600" dirty="0" err="1">
                <a:solidFill>
                  <a:srgbClr val="C586C0"/>
                </a:solidFill>
                <a:latin typeface="Menlo" panose="020B0609030804020204" pitchFamily="49" charset="0"/>
              </a:rPr>
              <a:t>return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1600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sz="1600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FE20F-E88E-48A3-A1E0-5D40EB2D0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66498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2BB63-A05A-934B-992E-63B632DF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 Tag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F089B-CE87-4744-9536-3F0979CB3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let</a:t>
            </a:r>
            <a:r>
              <a:rPr lang="de-DE" dirty="0"/>
              <a:t> vs. </a:t>
            </a:r>
            <a:r>
              <a:rPr lang="de-DE" dirty="0" err="1"/>
              <a:t>var</a:t>
            </a:r>
            <a:endParaRPr lang="de-DE" dirty="0"/>
          </a:p>
          <a:p>
            <a:pPr lvl="1"/>
            <a:r>
              <a:rPr lang="de-DE" dirty="0" err="1"/>
              <a:t>Hoisting</a:t>
            </a:r>
            <a:r>
              <a:rPr lang="de-DE" dirty="0"/>
              <a:t> von </a:t>
            </a:r>
            <a:r>
              <a:rPr lang="de-DE" dirty="0" err="1"/>
              <a:t>var</a:t>
            </a:r>
            <a:r>
              <a:rPr lang="de-DE" dirty="0"/>
              <a:t> Variablen </a:t>
            </a:r>
            <a:r>
              <a:rPr lang="de-DE" dirty="0">
                <a:sym typeface="Wingdings" pitchFamily="2" charset="2"/>
              </a:rPr>
              <a:t> Hochziehen der Variablen Deklaration</a:t>
            </a:r>
          </a:p>
          <a:p>
            <a:r>
              <a:rPr lang="de-DE" dirty="0" err="1">
                <a:sym typeface="Wingdings" pitchFamily="2" charset="2"/>
              </a:rPr>
              <a:t>Typescript</a:t>
            </a:r>
            <a:r>
              <a:rPr lang="de-DE" dirty="0">
                <a:sym typeface="Wingdings" pitchFamily="2" charset="2"/>
              </a:rPr>
              <a:t> kompiliert zu JS</a:t>
            </a:r>
          </a:p>
          <a:p>
            <a:pPr lvl="1"/>
            <a:r>
              <a:rPr lang="de-DE" dirty="0" err="1">
                <a:sym typeface="Wingdings" pitchFamily="2" charset="2"/>
              </a:rPr>
              <a:t>Tsc</a:t>
            </a:r>
            <a:endParaRPr lang="de-DE" dirty="0">
              <a:sym typeface="Wingdings" pitchFamily="2" charset="2"/>
            </a:endParaRPr>
          </a:p>
          <a:p>
            <a:r>
              <a:rPr lang="de-DE" dirty="0" err="1">
                <a:sym typeface="Wingdings" pitchFamily="2" charset="2"/>
              </a:rPr>
              <a:t>var</a:t>
            </a:r>
            <a:r>
              <a:rPr lang="de-DE" dirty="0">
                <a:sym typeface="Wingdings" pitchFamily="2" charset="2"/>
              </a:rPr>
              <a:t> variable1 : &lt;type&gt; = “wert“</a:t>
            </a:r>
          </a:p>
          <a:p>
            <a:r>
              <a:rPr lang="de-DE" dirty="0" err="1">
                <a:sym typeface="Wingdings" pitchFamily="2" charset="2"/>
              </a:rPr>
              <a:t>function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name</a:t>
            </a:r>
            <a:r>
              <a:rPr lang="de-DE" dirty="0">
                <a:sym typeface="Wingdings" pitchFamily="2" charset="2"/>
              </a:rPr>
              <a:t>(</a:t>
            </a:r>
            <a:r>
              <a:rPr lang="de-DE" dirty="0" err="1">
                <a:sym typeface="Wingdings" pitchFamily="2" charset="2"/>
              </a:rPr>
              <a:t>paramName</a:t>
            </a:r>
            <a:r>
              <a:rPr lang="de-DE" dirty="0">
                <a:sym typeface="Wingdings" pitchFamily="2" charset="2"/>
              </a:rPr>
              <a:t>?: type = </a:t>
            </a:r>
            <a:r>
              <a:rPr lang="de-DE" dirty="0" err="1">
                <a:sym typeface="Wingdings" pitchFamily="2" charset="2"/>
              </a:rPr>
              <a:t>defaultValue</a:t>
            </a:r>
            <a:r>
              <a:rPr lang="de-DE" dirty="0">
                <a:sym typeface="Wingdings" pitchFamily="2" charset="2"/>
              </a:rPr>
              <a:t>)</a:t>
            </a:r>
          </a:p>
          <a:p>
            <a:pPr lvl="1"/>
            <a:r>
              <a:rPr lang="de-DE" dirty="0" err="1">
                <a:sym typeface="Wingdings" pitchFamily="2" charset="2"/>
              </a:rPr>
              <a:t>name</a:t>
            </a:r>
            <a:r>
              <a:rPr lang="de-DE" dirty="0">
                <a:sym typeface="Wingdings" pitchFamily="2" charset="2"/>
              </a:rPr>
              <a:t>()</a:t>
            </a:r>
          </a:p>
          <a:p>
            <a:pPr lvl="1"/>
            <a:r>
              <a:rPr lang="de-DE" dirty="0" err="1">
                <a:sym typeface="Wingdings" pitchFamily="2" charset="2"/>
              </a:rPr>
              <a:t>name</a:t>
            </a:r>
            <a:r>
              <a:rPr lang="de-DE" dirty="0">
                <a:sym typeface="Wingdings" pitchFamily="2" charset="2"/>
              </a:rPr>
              <a:t>(</a:t>
            </a:r>
            <a:r>
              <a:rPr lang="de-DE" dirty="0" err="1">
                <a:sym typeface="Wingdings" pitchFamily="2" charset="2"/>
              </a:rPr>
              <a:t>someInfo</a:t>
            </a:r>
            <a:r>
              <a:rPr lang="de-DE" dirty="0">
                <a:sym typeface="Wingdings" pitchFamily="2" charset="2"/>
              </a:rPr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9582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840AF6-12AA-DF40-85B3-6EEA0226C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const</a:t>
            </a:r>
          </a:p>
        </p:txBody>
      </p:sp>
      <p:pic>
        <p:nvPicPr>
          <p:cNvPr id="7" name="Picture 6" descr="A close up of a screen&#10;&#10;Description automatically generated">
            <a:extLst>
              <a:ext uri="{FF2B5EF4-FFF2-40B4-BE49-F238E27FC236}">
                <a16:creationId xmlns:a16="http://schemas.microsoft.com/office/drawing/2014/main" id="{7FEF210C-0327-AE4C-9845-3784611AB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3137771"/>
            <a:ext cx="10515599" cy="189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58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C781-A7BE-7A4B-B946-5C14CB7B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983" y="498143"/>
            <a:ext cx="10269613" cy="1278902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Kontrollstrukturen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AE21-5321-C749-8D11-79C72EAD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062" y="2944460"/>
            <a:ext cx="6841534" cy="28663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2400" dirty="0" err="1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sz="2400" dirty="0">
                <a:solidFill>
                  <a:srgbClr val="9CDCFE"/>
                </a:solidFill>
                <a:latin typeface="Menlo" panose="020B0609030804020204" pitchFamily="49" charset="0"/>
              </a:rPr>
              <a:t>boolean_expression1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) { 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6A9955"/>
                </a:solidFill>
                <a:latin typeface="Menlo" panose="020B0609030804020204" pitchFamily="49" charset="0"/>
              </a:rPr>
              <a:t>	//</a:t>
            </a:r>
            <a:r>
              <a:rPr lang="de-DE" sz="2400" dirty="0" err="1">
                <a:solidFill>
                  <a:srgbClr val="6A9955"/>
                </a:solidFill>
                <a:latin typeface="Menlo" panose="020B0609030804020204" pitchFamily="49" charset="0"/>
              </a:rPr>
              <a:t>some</a:t>
            </a: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} </a:t>
            </a:r>
            <a:r>
              <a:rPr lang="de-DE" sz="2400" dirty="0" err="1">
                <a:solidFill>
                  <a:srgbClr val="C586C0"/>
                </a:solidFill>
                <a:latin typeface="Menlo" panose="020B0609030804020204" pitchFamily="49" charset="0"/>
              </a:rPr>
              <a:t>else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400" dirty="0" err="1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de-DE" sz="2400" dirty="0">
                <a:solidFill>
                  <a:srgbClr val="9CDCFE"/>
                </a:solidFill>
                <a:latin typeface="Menlo" panose="020B0609030804020204" pitchFamily="49" charset="0"/>
              </a:rPr>
              <a:t>boolean_expression2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) { 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6A9955"/>
                </a:solidFill>
                <a:latin typeface="Menlo" panose="020B0609030804020204" pitchFamily="49" charset="0"/>
              </a:rPr>
              <a:t>	//</a:t>
            </a:r>
            <a:r>
              <a:rPr lang="de-DE" sz="2400" dirty="0" err="1">
                <a:solidFill>
                  <a:srgbClr val="6A9955"/>
                </a:solidFill>
                <a:latin typeface="Menlo" panose="020B0609030804020204" pitchFamily="49" charset="0"/>
              </a:rPr>
              <a:t>someOther</a:t>
            </a: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} </a:t>
            </a:r>
            <a:r>
              <a:rPr lang="de-DE" sz="2400" dirty="0" err="1">
                <a:solidFill>
                  <a:srgbClr val="C586C0"/>
                </a:solidFill>
                <a:latin typeface="Menlo" panose="020B0609030804020204" pitchFamily="49" charset="0"/>
              </a:rPr>
              <a:t>else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{ 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6A9955"/>
                </a:solidFill>
                <a:latin typeface="Menlo" panose="020B0609030804020204" pitchFamily="49" charset="0"/>
              </a:rPr>
              <a:t>	//</a:t>
            </a:r>
            <a:r>
              <a:rPr lang="de-DE" sz="2400" dirty="0" err="1">
                <a:solidFill>
                  <a:srgbClr val="6A9955"/>
                </a:solidFill>
                <a:latin typeface="Menlo" panose="020B0609030804020204" pitchFamily="49" charset="0"/>
              </a:rPr>
              <a:t>elsedo</a:t>
            </a: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lang="de-DE" sz="2200" dirty="0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3B20C0C6-1EBA-9B4A-831F-A5B524B0C2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714" t="36613" r="25109"/>
          <a:stretch/>
        </p:blipFill>
        <p:spPr>
          <a:xfrm>
            <a:off x="1223864" y="2989536"/>
            <a:ext cx="2580584" cy="260338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683847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C781-A7BE-7A4B-B946-5C14CB7B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983" y="498143"/>
            <a:ext cx="10269613" cy="1278902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Kontrollstrukturen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AE21-5321-C749-8D11-79C72EAD5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062" y="2944460"/>
            <a:ext cx="6841534" cy="286631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2400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n</a:t>
            </a:r>
            <a:r>
              <a:rPr lang="de-DE" sz="2400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sz="2400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2400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r>
              <a:rPr lang="de-DE" sz="2400" dirty="0" err="1">
                <a:solidFill>
                  <a:srgbClr val="C586C0"/>
                </a:solidFill>
                <a:latin typeface="Menlo" panose="020B0609030804020204" pitchFamily="49" charset="0"/>
              </a:rPr>
              <a:t>while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n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&gt; </a:t>
            </a:r>
            <a:r>
              <a:rPr lang="de-DE" sz="2400" dirty="0">
                <a:solidFill>
                  <a:srgbClr val="B5CEA8"/>
                </a:solidFill>
                <a:latin typeface="Menlo" panose="020B0609030804020204" pitchFamily="49" charset="0"/>
              </a:rPr>
              <a:t>5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) { 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6A9955"/>
                </a:solidFill>
                <a:latin typeface="Menlo" panose="020B0609030804020204" pitchFamily="49" charset="0"/>
              </a:rPr>
              <a:t>	//</a:t>
            </a:r>
            <a:r>
              <a:rPr lang="de-DE" sz="2400" dirty="0" err="1">
                <a:solidFill>
                  <a:srgbClr val="6A9955"/>
                </a:solidFill>
                <a:latin typeface="Menlo" panose="020B0609030804020204" pitchFamily="49" charset="0"/>
              </a:rPr>
              <a:t>some</a:t>
            </a: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} </a:t>
            </a:r>
          </a:p>
          <a:p>
            <a:pPr marL="0" indent="0">
              <a:buNone/>
            </a:pP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C586C0"/>
                </a:solidFill>
                <a:latin typeface="Menlo" panose="020B0609030804020204" pitchFamily="49" charset="0"/>
              </a:rPr>
              <a:t>do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 { </a:t>
            </a:r>
          </a:p>
          <a:p>
            <a:pPr marL="0" indent="0">
              <a:buNone/>
            </a:pPr>
            <a:r>
              <a:rPr lang="de-DE" sz="2400" dirty="0">
                <a:solidFill>
                  <a:srgbClr val="6A9955"/>
                </a:solidFill>
                <a:latin typeface="Menlo" panose="020B0609030804020204" pitchFamily="49" charset="0"/>
              </a:rPr>
              <a:t>	//</a:t>
            </a:r>
            <a:r>
              <a:rPr lang="de-DE" sz="2400" dirty="0" err="1">
                <a:solidFill>
                  <a:srgbClr val="6A9955"/>
                </a:solidFill>
                <a:latin typeface="Menlo" panose="020B0609030804020204" pitchFamily="49" charset="0"/>
              </a:rPr>
              <a:t>some</a:t>
            </a:r>
            <a:r>
              <a:rPr lang="de-DE" sz="2400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} </a:t>
            </a:r>
          </a:p>
          <a:p>
            <a:pPr marL="0" indent="0">
              <a:buNone/>
            </a:pPr>
            <a:r>
              <a:rPr lang="de-DE" sz="2400" dirty="0" err="1">
                <a:solidFill>
                  <a:srgbClr val="C586C0"/>
                </a:solidFill>
                <a:latin typeface="Menlo" panose="020B0609030804020204" pitchFamily="49" charset="0"/>
              </a:rPr>
              <a:t>while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400" dirty="0" err="1">
                <a:solidFill>
                  <a:srgbClr val="9CDCFE"/>
                </a:solidFill>
                <a:latin typeface="Menlo" panose="020B0609030804020204" pitchFamily="49" charset="0"/>
              </a:rPr>
              <a:t>n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&gt;</a:t>
            </a:r>
            <a:r>
              <a:rPr lang="de-DE" sz="2400" dirty="0">
                <a:solidFill>
                  <a:srgbClr val="B5CEA8"/>
                </a:solidFill>
                <a:latin typeface="Menlo" panose="020B0609030804020204" pitchFamily="49" charset="0"/>
              </a:rPr>
              <a:t>5</a:t>
            </a:r>
            <a:r>
              <a:rPr lang="de-DE" sz="2400" dirty="0">
                <a:solidFill>
                  <a:srgbClr val="D4D4D4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de-DE" sz="24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endParaRPr lang="de-DE" sz="2200" dirty="0"/>
          </a:p>
        </p:txBody>
      </p:sp>
      <p:pic>
        <p:nvPicPr>
          <p:cNvPr id="5" name="Picture 4" descr="A blue and white sign&#10;&#10;Description automatically generated">
            <a:extLst>
              <a:ext uri="{FF2B5EF4-FFF2-40B4-BE49-F238E27FC236}">
                <a16:creationId xmlns:a16="http://schemas.microsoft.com/office/drawing/2014/main" id="{3B20C0C6-1EBA-9B4A-831F-A5B524B0C2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714" t="36613" r="25109"/>
          <a:stretch/>
        </p:blipFill>
        <p:spPr>
          <a:xfrm>
            <a:off x="1223864" y="2989536"/>
            <a:ext cx="2580584" cy="260338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95466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B246-9302-C04B-91B5-DC5C6DEF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Number</a:t>
            </a:r>
            <a:r>
              <a:rPr lang="de-DE" dirty="0"/>
              <a:t> Datentyp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E4FA14-0833-754B-8DBB-BA6C32374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99672"/>
              </p:ext>
            </p:extLst>
          </p:nvPr>
        </p:nvGraphicFramePr>
        <p:xfrm>
          <a:off x="859465" y="184689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4160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A8E0-6E5F-2D4F-B0D5-627349E2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Number</a:t>
            </a:r>
            <a:r>
              <a:rPr lang="de-DE" dirty="0"/>
              <a:t> Funktionen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68905-A482-8D4B-BBEA-0F9CBB3C6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toFixed</a:t>
            </a:r>
            <a:r>
              <a:rPr lang="de-DE" dirty="0"/>
              <a:t>()</a:t>
            </a:r>
          </a:p>
          <a:p>
            <a:pPr lvl="1"/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numToFixed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B5CEA8"/>
                </a:solidFill>
                <a:latin typeface="Menlo" panose="020B0609030804020204" pitchFamily="49" charset="0"/>
              </a:rPr>
              <a:t>123.456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); </a:t>
            </a:r>
          </a:p>
          <a:p>
            <a:pPr lvl="1"/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numToFixed.toFixed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() </a:t>
            </a:r>
            <a:r>
              <a:rPr lang="de-DE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is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 "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+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numToFixed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toFixed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()) </a:t>
            </a:r>
          </a:p>
          <a:p>
            <a:pPr lvl="1"/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numToFixed.toFixed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(2) </a:t>
            </a:r>
            <a:r>
              <a:rPr lang="de-DE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is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 "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+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numToFixed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toFixed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B5CEA8"/>
                </a:solidFill>
                <a:latin typeface="Menlo" panose="020B0609030804020204" pitchFamily="49" charset="0"/>
              </a:rPr>
              <a:t>2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)) </a:t>
            </a:r>
          </a:p>
          <a:p>
            <a:pPr lvl="1"/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numToFixed.toFixed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(6) </a:t>
            </a:r>
            <a:r>
              <a:rPr lang="de-DE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is</a:t>
            </a:r>
            <a:r>
              <a:rPr lang="de-DE" sz="2000" dirty="0">
                <a:solidFill>
                  <a:srgbClr val="CE9178"/>
                </a:solidFill>
                <a:latin typeface="Menlo" panose="020B0609030804020204" pitchFamily="49" charset="0"/>
              </a:rPr>
              <a:t> "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+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numToFixed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toFixed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B5CEA8"/>
                </a:solidFill>
                <a:latin typeface="Menlo" panose="020B0609030804020204" pitchFamily="49" charset="0"/>
              </a:rPr>
              <a:t>4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de-DE" dirty="0" err="1"/>
              <a:t>toLocaleString</a:t>
            </a:r>
            <a:r>
              <a:rPr lang="de-DE" dirty="0"/>
              <a:t>()</a:t>
            </a:r>
          </a:p>
          <a:p>
            <a:pPr lvl="1"/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numTo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sz="2000" dirty="0" err="1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sz="2000" dirty="0">
                <a:solidFill>
                  <a:srgbClr val="B5CEA8"/>
                </a:solidFill>
                <a:latin typeface="Menlo" panose="020B0609030804020204" pitchFamily="49" charset="0"/>
              </a:rPr>
              <a:t>123.456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); </a:t>
            </a:r>
          </a:p>
          <a:p>
            <a:pPr lvl="1"/>
            <a:r>
              <a:rPr lang="de-DE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 </a:t>
            </a:r>
            <a:r>
              <a:rPr lang="de-DE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numTo</a:t>
            </a:r>
            <a:r>
              <a:rPr lang="de-DE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toLocaleString</a:t>
            </a:r>
            <a:r>
              <a:rPr lang="de-DE" sz="2000" dirty="0">
                <a:solidFill>
                  <a:srgbClr val="D4D4D4"/>
                </a:solidFill>
                <a:latin typeface="Menlo" panose="020B0609030804020204" pitchFamily="49" charset="0"/>
              </a:rPr>
              <a:t>());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7517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CE22-3637-E049-8242-26DC75FE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String Funktionen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58BA-DF20-2D48-99FC-584A77106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str1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 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"The TS String"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);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str1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>
                <a:solidFill>
                  <a:srgbClr val="DCDCAA"/>
                </a:solidFill>
                <a:latin typeface="Menlo" panose="020B0609030804020204" pitchFamily="49" charset="0"/>
              </a:rPr>
              <a:t>indexOf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 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"String"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); 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indexOf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found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 String :"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index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); </a:t>
            </a:r>
          </a:p>
          <a:p>
            <a:pPr marL="0" indent="0">
              <a:buNone/>
            </a:pP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"(1,2): 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str1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>
                <a:solidFill>
                  <a:srgbClr val="DCDCAA"/>
                </a:solidFill>
                <a:latin typeface="Menlo" panose="020B0609030804020204" pitchFamily="49" charset="0"/>
              </a:rPr>
              <a:t>substring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)); 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"(0,8): 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str1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>
                <a:solidFill>
                  <a:srgbClr val="DCDCAA"/>
                </a:solidFill>
                <a:latin typeface="Menlo" panose="020B0609030804020204" pitchFamily="49" charset="0"/>
              </a:rPr>
              <a:t>substring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8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));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4669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5A7DD-F418-4971-8EB7-37362596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 dirty="0">
                <a:solidFill>
                  <a:schemeClr val="accent1"/>
                </a:solidFill>
              </a:rPr>
              <a:t>Funktionen deklarieren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72870-3D94-423A-B5B8-2F122483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dirty="0" err="1"/>
              <a:t>name</a:t>
            </a:r>
            <a:r>
              <a:rPr lang="de-DE" sz="2400" dirty="0"/>
              <a:t> (param1[:type], param2?[:type])</a:t>
            </a:r>
          </a:p>
        </p:txBody>
      </p:sp>
    </p:spTree>
    <p:extLst>
      <p:ext uri="{BB962C8B-B14F-4D97-AF65-F5344CB8AC3E}">
        <p14:creationId xmlns:p14="http://schemas.microsoft.com/office/powerpoint/2010/main" val="1542575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EF1C-77C2-2E48-9B31-17F32F1FA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Varargs</a:t>
            </a:r>
            <a:r>
              <a:rPr lang="de-DE" dirty="0"/>
              <a:t> AKA Rest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A3C2-092B-3846-971E-A7842D332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sumUp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(...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nums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[]) { 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&lt;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nums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++) {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nums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 </a:t>
            </a:r>
          </a:p>
          <a:p>
            <a:pPr marL="457200" lvl="1" indent="0">
              <a:buNone/>
            </a:pP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of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the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CE9178"/>
                </a:solidFill>
                <a:latin typeface="Menlo" panose="020B0609030804020204" pitchFamily="49" charset="0"/>
              </a:rPr>
              <a:t>numbers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sum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 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sumUp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sumUp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07869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5A7DD-F418-4971-8EB7-37362596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 dirty="0">
                <a:solidFill>
                  <a:schemeClr val="accent1"/>
                </a:solidFill>
              </a:rPr>
              <a:t>Default 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72870-3D94-423A-B5B8-2F122483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dirty="0" err="1"/>
              <a:t>name</a:t>
            </a:r>
            <a:r>
              <a:rPr lang="de-DE" sz="2400" dirty="0"/>
              <a:t>(param1[:type],param2[:type] = </a:t>
            </a:r>
            <a:r>
              <a:rPr lang="de-DE" sz="2400" dirty="0" err="1"/>
              <a:t>default_value</a:t>
            </a:r>
            <a:r>
              <a:rPr lang="de-DE" sz="2400" dirty="0"/>
              <a:t>) { }</a:t>
            </a:r>
          </a:p>
        </p:txBody>
      </p:sp>
    </p:spTree>
    <p:extLst>
      <p:ext uri="{BB962C8B-B14F-4D97-AF65-F5344CB8AC3E}">
        <p14:creationId xmlns:p14="http://schemas.microsoft.com/office/powerpoint/2010/main" val="2734897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5A7DD-F418-4971-8EB7-37362596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 dirty="0">
                <a:solidFill>
                  <a:schemeClr val="accent1"/>
                </a:solidFill>
              </a:rPr>
              <a:t>Anonyme 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72870-3D94-423A-B5B8-2F122483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0" y="963877"/>
            <a:ext cx="6634433" cy="49302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400" dirty="0" err="1"/>
              <a:t>var</a:t>
            </a:r>
            <a:r>
              <a:rPr lang="de-DE" sz="2400" dirty="0"/>
              <a:t> </a:t>
            </a:r>
            <a:r>
              <a:rPr lang="de-DE" sz="2400" dirty="0" err="1"/>
              <a:t>res</a:t>
            </a:r>
            <a:r>
              <a:rPr lang="de-DE" sz="2400" dirty="0"/>
              <a:t> = </a:t>
            </a:r>
            <a:r>
              <a:rPr lang="de-DE" sz="2400" dirty="0" err="1"/>
              <a:t>function</a:t>
            </a:r>
            <a:r>
              <a:rPr lang="de-DE" sz="2400" dirty="0"/>
              <a:t>( [</a:t>
            </a:r>
            <a:r>
              <a:rPr lang="de-DE" sz="2400" dirty="0" err="1"/>
              <a:t>arguments</a:t>
            </a:r>
            <a:r>
              <a:rPr lang="de-DE" sz="2400" dirty="0"/>
              <a:t>] ) { ... }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dirty="0"/>
              <a:t>( [param1, parma2,…</a:t>
            </a:r>
            <a:r>
              <a:rPr lang="de-DE" dirty="0" err="1"/>
              <a:t>param</a:t>
            </a:r>
            <a:r>
              <a:rPr lang="de-DE" dirty="0"/>
              <a:t> </a:t>
            </a:r>
            <a:r>
              <a:rPr lang="de-DE" dirty="0" err="1"/>
              <a:t>n</a:t>
            </a:r>
            <a:r>
              <a:rPr lang="de-DE" dirty="0"/>
              <a:t>] )=&gt;</a:t>
            </a:r>
            <a:r>
              <a:rPr lang="de-DE" dirty="0" err="1"/>
              <a:t>statement</a:t>
            </a:r>
            <a:r>
              <a:rPr lang="de-DE" dirty="0"/>
              <a:t>;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097005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C0CB-1A74-2B41-A4C0-3C997230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Funktionen überladen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FF40-C6AE-4542-B844-FA6609DB7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1.SIGNATURES</a:t>
            </a:r>
          </a:p>
          <a:p>
            <a:pPr marL="0" indent="0">
              <a:buNone/>
            </a:pP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someOverload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n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: 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void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someOverload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: 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void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de-DE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2. 1 BODY FOR ALL</a:t>
            </a: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someOverload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any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void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de-DE" dirty="0">
                <a:solidFill>
                  <a:srgbClr val="4EC9B0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7162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>
                <a:latin typeface="Courier New" pitchFamily="49" charset="0"/>
                <a:cs typeface="Courier New" pitchFamily="49" charset="0"/>
              </a:rPr>
              <a:t>array</a:t>
            </a:r>
          </a:p>
          <a:p>
            <a:pPr lvl="1"/>
            <a:r>
              <a:rPr lang="de-DE" sz="2000"/>
              <a:t>Eine Liste</a:t>
            </a:r>
          </a:p>
          <a:p>
            <a:r>
              <a:rPr lang="de-DE" sz="2000">
                <a:latin typeface="Courier New" pitchFamily="49" charset="0"/>
                <a:cs typeface="Courier New" pitchFamily="49" charset="0"/>
              </a:rPr>
              <a:t>tuple</a:t>
            </a:r>
          </a:p>
          <a:p>
            <a:pPr lvl="1"/>
            <a:r>
              <a:rPr lang="de-DE" sz="2000"/>
              <a:t>Eine feste Menge von anderen Basis-Typen</a:t>
            </a:r>
          </a:p>
          <a:p>
            <a:r>
              <a:rPr lang="de-DE" sz="2000">
                <a:latin typeface="Courier New" pitchFamily="49" charset="0"/>
                <a:cs typeface="Courier New" pitchFamily="49" charset="0"/>
              </a:rPr>
              <a:t>enum</a:t>
            </a:r>
          </a:p>
          <a:p>
            <a:pPr lvl="1"/>
            <a:r>
              <a:rPr lang="de-DE" sz="2000"/>
              <a:t>Eine feste Menge von Werten</a:t>
            </a:r>
          </a:p>
        </p:txBody>
      </p:sp>
    </p:spTree>
    <p:extLst>
      <p:ext uri="{BB962C8B-B14F-4D97-AF65-F5344CB8AC3E}">
        <p14:creationId xmlns:p14="http://schemas.microsoft.com/office/powerpoint/2010/main" val="2326092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62A51AA-FEFE-7E44-BFD3-4EC4CA9BD6A8}"/>
              </a:ext>
            </a:extLst>
          </p:cNvPr>
          <p:cNvSpPr/>
          <p:nvPr/>
        </p:nvSpPr>
        <p:spPr>
          <a:xfrm>
            <a:off x="794085" y="4908888"/>
            <a:ext cx="9480884" cy="10587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2159F0-5B11-3049-953C-3F3AF17D5D8D}"/>
              </a:ext>
            </a:extLst>
          </p:cNvPr>
          <p:cNvCxnSpPr/>
          <p:nvPr/>
        </p:nvCxnSpPr>
        <p:spPr>
          <a:xfrm>
            <a:off x="2045369" y="4908888"/>
            <a:ext cx="0" cy="1070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ACA971-B65E-D140-B63D-6DE5FBAE222D}"/>
              </a:ext>
            </a:extLst>
          </p:cNvPr>
          <p:cNvCxnSpPr/>
          <p:nvPr/>
        </p:nvCxnSpPr>
        <p:spPr>
          <a:xfrm>
            <a:off x="3160295" y="4880814"/>
            <a:ext cx="0" cy="1070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0BC8DD-D306-1D4F-A3D5-66206FD9AA1B}"/>
              </a:ext>
            </a:extLst>
          </p:cNvPr>
          <p:cNvCxnSpPr/>
          <p:nvPr/>
        </p:nvCxnSpPr>
        <p:spPr>
          <a:xfrm>
            <a:off x="4443664" y="4896856"/>
            <a:ext cx="0" cy="1070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FE25C5-D76E-2A41-8ED4-5D6F58A7268A}"/>
              </a:ext>
            </a:extLst>
          </p:cNvPr>
          <p:cNvCxnSpPr/>
          <p:nvPr/>
        </p:nvCxnSpPr>
        <p:spPr>
          <a:xfrm>
            <a:off x="8458201" y="4880814"/>
            <a:ext cx="0" cy="1070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4A9922-B9A7-6146-836E-12300D6508E8}"/>
              </a:ext>
            </a:extLst>
          </p:cNvPr>
          <p:cNvCxnSpPr/>
          <p:nvPr/>
        </p:nvCxnSpPr>
        <p:spPr>
          <a:xfrm>
            <a:off x="7166811" y="4908888"/>
            <a:ext cx="0" cy="1070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223F90-61A2-3C4D-A3B7-93E60FEEAD17}"/>
              </a:ext>
            </a:extLst>
          </p:cNvPr>
          <p:cNvCxnSpPr/>
          <p:nvPr/>
        </p:nvCxnSpPr>
        <p:spPr>
          <a:xfrm>
            <a:off x="5767138" y="4908888"/>
            <a:ext cx="0" cy="10708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36D36FA-0680-0D42-9949-2DEE29A10E9D}"/>
              </a:ext>
            </a:extLst>
          </p:cNvPr>
          <p:cNvSpPr txBox="1"/>
          <p:nvPr/>
        </p:nvSpPr>
        <p:spPr>
          <a:xfrm>
            <a:off x="1335506" y="4511846"/>
            <a:ext cx="7899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	1	         2		3	      4		5	   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AE96F-ABBE-7C46-BDA3-0183A68ED765}"/>
              </a:ext>
            </a:extLst>
          </p:cNvPr>
          <p:cNvSpPr/>
          <p:nvPr/>
        </p:nvSpPr>
        <p:spPr>
          <a:xfrm>
            <a:off x="6244395" y="3238182"/>
            <a:ext cx="43915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nummern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[]; </a:t>
            </a:r>
          </a:p>
          <a:p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[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5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7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endParaRPr lang="de-DE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secondEntry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endParaRPr lang="de-DE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83BE3-C393-BC45-BB47-82D51165B196}"/>
              </a:ext>
            </a:extLst>
          </p:cNvPr>
          <p:cNvSpPr/>
          <p:nvPr/>
        </p:nvSpPr>
        <p:spPr>
          <a:xfrm>
            <a:off x="878451" y="878301"/>
            <a:ext cx="5896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2400" dirty="0" err="1"/>
              <a:t>var</a:t>
            </a:r>
            <a:r>
              <a:rPr lang="de-DE" sz="2400" dirty="0"/>
              <a:t> </a:t>
            </a:r>
            <a:r>
              <a:rPr lang="de-DE" sz="2400" dirty="0" err="1"/>
              <a:t>array_name</a:t>
            </a:r>
            <a:r>
              <a:rPr lang="de-DE" sz="2400" dirty="0"/>
              <a:t>[:</a:t>
            </a:r>
            <a:r>
              <a:rPr lang="de-DE" sz="2400" dirty="0" err="1"/>
              <a:t>data</a:t>
            </a:r>
            <a:r>
              <a:rPr lang="de-DE" sz="2400" dirty="0"/>
              <a:t> type] = [val1,val2…</a:t>
            </a:r>
            <a:r>
              <a:rPr lang="de-DE" sz="2400" dirty="0" err="1"/>
              <a:t>valn</a:t>
            </a:r>
            <a:r>
              <a:rPr lang="de-DE" sz="2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56256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FC98B-56D2-A549-AC76-410EE20051B3}"/>
              </a:ext>
            </a:extLst>
          </p:cNvPr>
          <p:cNvSpPr/>
          <p:nvPr/>
        </p:nvSpPr>
        <p:spPr>
          <a:xfrm>
            <a:off x="4523873" y="3947500"/>
            <a:ext cx="741145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[] = 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4EC9B0"/>
                </a:solidFill>
                <a:latin typeface="Menlo" panose="020B0609030804020204" pitchFamily="49" charset="0"/>
              </a:rPr>
              <a:t>Array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4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</a:p>
          <a:p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C586C0"/>
                </a:solidFill>
                <a:latin typeface="Menlo" panose="020B0609030804020204" pitchFamily="49" charset="0"/>
              </a:rPr>
              <a:t>for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&lt;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length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++) { </a:t>
            </a:r>
          </a:p>
          <a:p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	nummern2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 =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*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10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; </a:t>
            </a:r>
          </a:p>
          <a:p>
            <a:r>
              <a:rPr lang="de-DE" dirty="0">
                <a:solidFill>
                  <a:srgbClr val="4EC9B0"/>
                </a:solidFill>
                <a:latin typeface="Menlo" panose="020B0609030804020204" pitchFamily="49" charset="0"/>
              </a:rPr>
              <a:t>	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i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]) </a:t>
            </a:r>
          </a:p>
          <a:p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</p:txBody>
      </p:sp>
      <p:pic>
        <p:nvPicPr>
          <p:cNvPr id="6" name="Picture 5" descr="A crowd of people in a room&#10;&#10;Description automatically generated">
            <a:extLst>
              <a:ext uri="{FF2B5EF4-FFF2-40B4-BE49-F238E27FC236}">
                <a16:creationId xmlns:a16="http://schemas.microsoft.com/office/drawing/2014/main" id="{5F81BEB6-FA73-3C4B-9056-5ED00C01C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4" y="990600"/>
            <a:ext cx="30480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14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Array Schnittstellen Auszug </a:t>
            </a:r>
          </a:p>
        </p:txBody>
      </p:sp>
      <p:pic>
        <p:nvPicPr>
          <p:cNvPr id="50180" name="Picture 4" descr="NewSpringcollection2007_"/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25" r="10665" b="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7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concat(value1, value2, ..., valueN) : T[];</a:t>
            </a:r>
          </a:p>
          <a:p>
            <a:r>
              <a:rPr lang="en-US" sz="2200"/>
              <a:t>indexOf(o) : number;</a:t>
            </a:r>
          </a:p>
          <a:p>
            <a:r>
              <a:rPr lang="en-US" sz="2200"/>
              <a:t>lastIndexOf(o) : number;</a:t>
            </a:r>
            <a:r>
              <a:rPr lang="en-US" sz="2200" b="1"/>
              <a:t> </a:t>
            </a:r>
          </a:p>
          <a:p>
            <a:endParaRPr lang="en-US" sz="2200"/>
          </a:p>
          <a:p>
            <a:r>
              <a:rPr lang="en-US" sz="2200"/>
              <a:t>push(e1,e2,..en) : number;</a:t>
            </a:r>
          </a:p>
          <a:p>
            <a:r>
              <a:rPr lang="en-US" sz="2200"/>
              <a:t>unshift(e1,e2,..en) : number;</a:t>
            </a:r>
          </a:p>
          <a:p>
            <a:r>
              <a:rPr lang="en-US" sz="2200"/>
              <a:t>pop() : T;</a:t>
            </a:r>
          </a:p>
          <a:p>
            <a:r>
              <a:rPr lang="en-US" sz="2200"/>
              <a:t>shift() : 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094842-09A5-E041-94DC-0CEC09DF1044}"/>
              </a:ext>
            </a:extLst>
          </p:cNvPr>
          <p:cNvSpPr/>
          <p:nvPr/>
        </p:nvSpPr>
        <p:spPr>
          <a:xfrm>
            <a:off x="5297762" y="6319211"/>
            <a:ext cx="63526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DE" dirty="0"/>
              <a:t>https://www.tutorialspoint.com/typescript/typescript_arrays.htm</a:t>
            </a:r>
          </a:p>
        </p:txBody>
      </p:sp>
    </p:spTree>
    <p:extLst>
      <p:ext uri="{BB962C8B-B14F-4D97-AF65-F5344CB8AC3E}">
        <p14:creationId xmlns:p14="http://schemas.microsoft.com/office/powerpoint/2010/main" val="39592131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1A90-68E3-CD44-A82D-79E1A2CB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concat</a:t>
            </a:r>
            <a:r>
              <a:rPr lang="de-DE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8C1F-FCB4-F240-B193-12D70653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chars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de-DE" dirty="0" err="1">
                <a:solidFill>
                  <a:srgbClr val="4EC9B0"/>
                </a:solidFill>
                <a:latin typeface="Menlo" panose="020B0609030804020204" pitchFamily="49" charset="0"/>
              </a:rPr>
              <a:t>any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[] = [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"a"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"b"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de-DE" dirty="0">
                <a:solidFill>
                  <a:srgbClr val="CE9178"/>
                </a:solidFill>
                <a:latin typeface="Menlo" panose="020B0609030804020204" pitchFamily="49" charset="0"/>
              </a:rPr>
              <a:t>"c"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 </a:t>
            </a:r>
          </a:p>
          <a:p>
            <a:pPr marL="0" indent="0">
              <a:buNone/>
            </a:pP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[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de-DE" dirty="0">
                <a:solidFill>
                  <a:srgbClr val="B5CEA8"/>
                </a:solidFill>
                <a:latin typeface="Menlo" panose="020B0609030804020204" pitchFamily="49" charset="0"/>
              </a:rPr>
              <a:t>3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];</a:t>
            </a:r>
          </a:p>
          <a:p>
            <a:pPr marL="0" indent="0">
              <a:buNone/>
            </a:pPr>
            <a:b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de-DE" dirty="0" err="1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alphaNumeric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de-DE" dirty="0" err="1">
                <a:solidFill>
                  <a:srgbClr val="9CDCFE"/>
                </a:solidFill>
                <a:latin typeface="Menlo" panose="020B0609030804020204" pitchFamily="49" charset="0"/>
              </a:rPr>
              <a:t>chars</a:t>
            </a:r>
            <a:r>
              <a:rPr lang="de-DE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de-DE" dirty="0" err="1">
                <a:solidFill>
                  <a:srgbClr val="DCDCAA"/>
                </a:solidFill>
                <a:latin typeface="Menlo" panose="020B0609030804020204" pitchFamily="49" charset="0"/>
              </a:rPr>
              <a:t>concat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de-DE" dirty="0">
                <a:solidFill>
                  <a:srgbClr val="9CDCFE"/>
                </a:solidFill>
                <a:latin typeface="Menlo" panose="020B0609030804020204" pitchFamily="49" charset="0"/>
              </a:rPr>
              <a:t>nummern2</a:t>
            </a:r>
            <a:r>
              <a:rPr lang="de-DE" dirty="0">
                <a:solidFill>
                  <a:srgbClr val="D4D4D4"/>
                </a:solidFill>
                <a:latin typeface="Menlo" panose="020B06090308040202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24195228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Pop und push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73450" y="3073400"/>
            <a:ext cx="8718550" cy="1504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lengthAfterPush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v</a:t>
            </a:r>
            <a:r>
              <a:rPr lang="en-GB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push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</a:p>
          <a:p>
            <a:pPr marL="457200" lvl="1" indent="0">
              <a:buNone/>
            </a:pPr>
            <a:r>
              <a:rPr lang="en-GB" sz="2000" dirty="0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Fahrzeug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sz="20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Cybertruck</a:t>
            </a:r>
            <a:r>
              <a:rPr lang="en-GB" sz="2000" dirty="0">
                <a:solidFill>
                  <a:srgbClr val="CE9178"/>
                </a:solidFill>
                <a:latin typeface="Menlo" panose="020B0609030804020204" pitchFamily="49" charset="0"/>
              </a:rPr>
              <a:t> Dual </a:t>
            </a:r>
            <a:r>
              <a:rPr lang="en-GB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Motor"</a:t>
            </a:r>
            <a:r>
              <a:rPr lang="en-GB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  <a:r>
              <a:rPr lang="en-GB" sz="2000" dirty="0" err="1">
                <a:solidFill>
                  <a:srgbClr val="CE9178"/>
                </a:solidFill>
                <a:latin typeface="Menlo" panose="020B0609030804020204" pitchFamily="49" charset="0"/>
              </a:rPr>
              <a:t>"Tesla</a:t>
            </a:r>
            <a:r>
              <a:rPr lang="en-GB" sz="2000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));</a:t>
            </a:r>
            <a:endParaRPr lang="en-GB" sz="1200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fahrzeug</a:t>
            </a:r>
            <a:r>
              <a:rPr lang="en-GB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sz="2000" dirty="0" err="1">
                <a:solidFill>
                  <a:srgbClr val="4EC9B0"/>
                </a:solidFill>
                <a:latin typeface="Menlo" panose="020B0609030804020204" pitchFamily="49" charset="0"/>
              </a:rPr>
              <a:t>Fahrzeug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sz="2000" dirty="0" err="1">
                <a:solidFill>
                  <a:srgbClr val="9CDCFE"/>
                </a:solidFill>
                <a:latin typeface="Menlo" panose="020B0609030804020204" pitchFamily="49" charset="0"/>
              </a:rPr>
              <a:t>v</a:t>
            </a:r>
            <a:r>
              <a:rPr lang="en-GB" sz="2000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sz="2000" dirty="0" err="1">
                <a:solidFill>
                  <a:srgbClr val="DCDCAA"/>
                </a:solidFill>
                <a:latin typeface="Menlo" panose="020B0609030804020204" pitchFamily="49" charset="0"/>
              </a:rPr>
              <a:t>pop</a:t>
            </a:r>
            <a:r>
              <a:rPr lang="en-GB" sz="2000" dirty="0">
                <a:solidFill>
                  <a:srgbClr val="D4D4D4"/>
                </a:solidFill>
                <a:latin typeface="Menlo" panose="020B0609030804020204" pitchFamily="49" charset="0"/>
              </a:rPr>
              <a:t>();</a:t>
            </a:r>
          </a:p>
          <a:p>
            <a:endParaRPr lang="de-DE" sz="1400" dirty="0"/>
          </a:p>
        </p:txBody>
      </p:sp>
      <p:sp>
        <p:nvSpPr>
          <p:cNvPr id="58372" name="Rectangle 27"/>
          <p:cNvSpPr>
            <a:spLocks noChangeArrowheads="1"/>
          </p:cNvSpPr>
          <p:nvPr/>
        </p:nvSpPr>
        <p:spPr bwMode="auto">
          <a:xfrm>
            <a:off x="6096000" y="414972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58373" name="Rectangle 28"/>
          <p:cNvSpPr>
            <a:spLocks noChangeArrowheads="1"/>
          </p:cNvSpPr>
          <p:nvPr/>
        </p:nvSpPr>
        <p:spPr bwMode="auto">
          <a:xfrm>
            <a:off x="2063751" y="4724400"/>
            <a:ext cx="1584325" cy="1873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58374" name="Line 29"/>
          <p:cNvSpPr>
            <a:spLocks noChangeShapeType="1"/>
          </p:cNvSpPr>
          <p:nvPr/>
        </p:nvSpPr>
        <p:spPr bwMode="auto">
          <a:xfrm>
            <a:off x="2063751" y="501332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75" name="Line 30"/>
          <p:cNvSpPr>
            <a:spLocks noChangeShapeType="1"/>
          </p:cNvSpPr>
          <p:nvPr/>
        </p:nvSpPr>
        <p:spPr bwMode="auto">
          <a:xfrm>
            <a:off x="2063751" y="537368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76" name="Line 31"/>
          <p:cNvSpPr>
            <a:spLocks noChangeShapeType="1"/>
          </p:cNvSpPr>
          <p:nvPr/>
        </p:nvSpPr>
        <p:spPr bwMode="auto">
          <a:xfrm>
            <a:off x="2063751" y="573405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77" name="Line 32"/>
          <p:cNvSpPr>
            <a:spLocks noChangeShapeType="1"/>
          </p:cNvSpPr>
          <p:nvPr/>
        </p:nvSpPr>
        <p:spPr bwMode="auto">
          <a:xfrm>
            <a:off x="2063751" y="616585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78" name="Text Box 33"/>
          <p:cNvSpPr txBox="1">
            <a:spLocks noChangeArrowheads="1"/>
          </p:cNvSpPr>
          <p:nvPr/>
        </p:nvSpPr>
        <p:spPr bwMode="auto">
          <a:xfrm>
            <a:off x="2424114" y="4724400"/>
            <a:ext cx="846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VW Golf</a:t>
            </a:r>
          </a:p>
        </p:txBody>
      </p:sp>
      <p:sp>
        <p:nvSpPr>
          <p:cNvPr id="58379" name="Text Box 34"/>
          <p:cNvSpPr txBox="1">
            <a:spLocks noChangeArrowheads="1"/>
          </p:cNvSpPr>
          <p:nvPr/>
        </p:nvSpPr>
        <p:spPr bwMode="auto">
          <a:xfrm>
            <a:off x="2352675" y="5084763"/>
            <a:ext cx="1003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BMW 323i</a:t>
            </a:r>
          </a:p>
        </p:txBody>
      </p:sp>
      <p:sp>
        <p:nvSpPr>
          <p:cNvPr id="58380" name="Text Box 35"/>
          <p:cNvSpPr txBox="1">
            <a:spLocks noChangeArrowheads="1"/>
          </p:cNvSpPr>
          <p:nvPr/>
        </p:nvSpPr>
        <p:spPr bwMode="auto">
          <a:xfrm>
            <a:off x="2208213" y="5373688"/>
            <a:ext cx="1357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Mercedes CLK</a:t>
            </a:r>
          </a:p>
        </p:txBody>
      </p:sp>
      <p:sp>
        <p:nvSpPr>
          <p:cNvPr id="58381" name="Text Box 36"/>
          <p:cNvSpPr txBox="1">
            <a:spLocks noChangeArrowheads="1"/>
          </p:cNvSpPr>
          <p:nvPr/>
        </p:nvSpPr>
        <p:spPr bwMode="auto">
          <a:xfrm>
            <a:off x="2352676" y="5805488"/>
            <a:ext cx="1120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Opel Vectra</a:t>
            </a:r>
          </a:p>
        </p:txBody>
      </p:sp>
      <p:cxnSp>
        <p:nvCxnSpPr>
          <p:cNvPr id="58382" name="AutoShape 46"/>
          <p:cNvCxnSpPr>
            <a:cxnSpLocks noChangeShapeType="1"/>
            <a:stCxn id="58373" idx="3"/>
          </p:cNvCxnSpPr>
          <p:nvPr/>
        </p:nvCxnSpPr>
        <p:spPr bwMode="auto">
          <a:xfrm>
            <a:off x="3648076" y="5661025"/>
            <a:ext cx="18716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8385" name="Rectangle 49"/>
          <p:cNvSpPr>
            <a:spLocks noChangeArrowheads="1"/>
          </p:cNvSpPr>
          <p:nvPr/>
        </p:nvSpPr>
        <p:spPr bwMode="auto">
          <a:xfrm>
            <a:off x="8616951" y="4797425"/>
            <a:ext cx="1584325" cy="1873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58386" name="Line 50"/>
          <p:cNvSpPr>
            <a:spLocks noChangeShapeType="1"/>
          </p:cNvSpPr>
          <p:nvPr/>
        </p:nvSpPr>
        <p:spPr bwMode="auto">
          <a:xfrm>
            <a:off x="8616951" y="508635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87" name="Line 51"/>
          <p:cNvSpPr>
            <a:spLocks noChangeShapeType="1"/>
          </p:cNvSpPr>
          <p:nvPr/>
        </p:nvSpPr>
        <p:spPr bwMode="auto">
          <a:xfrm>
            <a:off x="8616951" y="544671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88" name="Line 52"/>
          <p:cNvSpPr>
            <a:spLocks noChangeShapeType="1"/>
          </p:cNvSpPr>
          <p:nvPr/>
        </p:nvSpPr>
        <p:spPr bwMode="auto">
          <a:xfrm>
            <a:off x="8616951" y="580707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89" name="Line 53"/>
          <p:cNvSpPr>
            <a:spLocks noChangeShapeType="1"/>
          </p:cNvSpPr>
          <p:nvPr/>
        </p:nvSpPr>
        <p:spPr bwMode="auto">
          <a:xfrm>
            <a:off x="8616951" y="623887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8390" name="Text Box 54"/>
          <p:cNvSpPr txBox="1">
            <a:spLocks noChangeArrowheads="1"/>
          </p:cNvSpPr>
          <p:nvPr/>
        </p:nvSpPr>
        <p:spPr bwMode="auto">
          <a:xfrm>
            <a:off x="8977314" y="4797425"/>
            <a:ext cx="846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VW Golf</a:t>
            </a:r>
          </a:p>
        </p:txBody>
      </p:sp>
      <p:sp>
        <p:nvSpPr>
          <p:cNvPr id="58391" name="Text Box 55"/>
          <p:cNvSpPr txBox="1">
            <a:spLocks noChangeArrowheads="1"/>
          </p:cNvSpPr>
          <p:nvPr/>
        </p:nvSpPr>
        <p:spPr bwMode="auto">
          <a:xfrm>
            <a:off x="8905875" y="5157788"/>
            <a:ext cx="1003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BMW 323i</a:t>
            </a:r>
          </a:p>
        </p:txBody>
      </p:sp>
      <p:sp>
        <p:nvSpPr>
          <p:cNvPr id="58392" name="Text Box 56"/>
          <p:cNvSpPr txBox="1">
            <a:spLocks noChangeArrowheads="1"/>
          </p:cNvSpPr>
          <p:nvPr/>
        </p:nvSpPr>
        <p:spPr bwMode="auto">
          <a:xfrm>
            <a:off x="8761413" y="5446713"/>
            <a:ext cx="1357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Mercedes CLK</a:t>
            </a:r>
          </a:p>
        </p:txBody>
      </p:sp>
      <p:sp>
        <p:nvSpPr>
          <p:cNvPr id="58393" name="Text Box 57"/>
          <p:cNvSpPr txBox="1">
            <a:spLocks noChangeArrowheads="1"/>
          </p:cNvSpPr>
          <p:nvPr/>
        </p:nvSpPr>
        <p:spPr bwMode="auto">
          <a:xfrm>
            <a:off x="8905876" y="5878513"/>
            <a:ext cx="1120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Opel Vectra</a:t>
            </a:r>
          </a:p>
        </p:txBody>
      </p:sp>
      <p:cxnSp>
        <p:nvCxnSpPr>
          <p:cNvPr id="58394" name="AutoShape 59"/>
          <p:cNvCxnSpPr>
            <a:cxnSpLocks noChangeShapeType="1"/>
            <a:endCxn id="58385" idx="1"/>
          </p:cNvCxnSpPr>
          <p:nvPr/>
        </p:nvCxnSpPr>
        <p:spPr bwMode="auto">
          <a:xfrm>
            <a:off x="7104064" y="5661026"/>
            <a:ext cx="1512887" cy="73025"/>
          </a:xfrm>
          <a:prstGeom prst="bentConnector3">
            <a:avLst>
              <a:gd name="adj1" fmla="val 4994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58395" name="Text Box 61"/>
          <p:cNvSpPr txBox="1">
            <a:spLocks noChangeArrowheads="1"/>
          </p:cNvSpPr>
          <p:nvPr/>
        </p:nvSpPr>
        <p:spPr bwMode="auto">
          <a:xfrm>
            <a:off x="7083425" y="5083175"/>
            <a:ext cx="12827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 dirty="0"/>
              <a:t>Fahrzeug ct =</a:t>
            </a:r>
          </a:p>
          <a:p>
            <a:pPr>
              <a:buClrTx/>
              <a:buSzTx/>
              <a:buFontTx/>
              <a:buNone/>
            </a:pPr>
            <a:r>
              <a:rPr lang="de-DE" dirty="0" err="1"/>
              <a:t>v.pop</a:t>
            </a:r>
            <a:r>
              <a:rPr lang="de-DE" dirty="0"/>
              <a:t>();</a:t>
            </a:r>
          </a:p>
        </p:txBody>
      </p:sp>
      <p:sp>
        <p:nvSpPr>
          <p:cNvPr id="38" name="Text Box 48">
            <a:extLst>
              <a:ext uri="{FF2B5EF4-FFF2-40B4-BE49-F238E27FC236}">
                <a16:creationId xmlns:a16="http://schemas.microsoft.com/office/drawing/2014/main" id="{0A6C3B0F-0E8A-BE41-8CC3-3E438091F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803" y="6257635"/>
            <a:ext cx="151765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 dirty="0"/>
              <a:t>Tesla Cybertruck</a:t>
            </a:r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C2C0945C-07A3-0C48-A15A-ABABA382D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9" y="4770438"/>
            <a:ext cx="1584325" cy="1873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41" name="Line 29">
            <a:extLst>
              <a:ext uri="{FF2B5EF4-FFF2-40B4-BE49-F238E27FC236}">
                <a16:creationId xmlns:a16="http://schemas.microsoft.com/office/drawing/2014/main" id="{12DC65B6-5FC0-DF4F-ACCB-BFD6C54B0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9" y="505936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2" name="Line 30">
            <a:extLst>
              <a:ext uri="{FF2B5EF4-FFF2-40B4-BE49-F238E27FC236}">
                <a16:creationId xmlns:a16="http://schemas.microsoft.com/office/drawing/2014/main" id="{CD03CE6E-F70F-5A4A-905E-846284F84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9" y="5419726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3" name="Line 31">
            <a:extLst>
              <a:ext uri="{FF2B5EF4-FFF2-40B4-BE49-F238E27FC236}">
                <a16:creationId xmlns:a16="http://schemas.microsoft.com/office/drawing/2014/main" id="{B67F6701-EEE1-ED48-A162-9A36DB1E8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9" y="578008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4" name="Line 32">
            <a:extLst>
              <a:ext uri="{FF2B5EF4-FFF2-40B4-BE49-F238E27FC236}">
                <a16:creationId xmlns:a16="http://schemas.microsoft.com/office/drawing/2014/main" id="{71A7E41D-39ED-9840-9AAF-9FE3C3825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9" y="621188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45" name="Text Box 33">
            <a:extLst>
              <a:ext uri="{FF2B5EF4-FFF2-40B4-BE49-F238E27FC236}">
                <a16:creationId xmlns:a16="http://schemas.microsoft.com/office/drawing/2014/main" id="{F62BFC9E-D595-9E49-9D06-D9801F78D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2" y="4770438"/>
            <a:ext cx="8461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VW Golf</a:t>
            </a:r>
          </a:p>
        </p:txBody>
      </p:sp>
      <p:sp>
        <p:nvSpPr>
          <p:cNvPr id="46" name="Text Box 34">
            <a:extLst>
              <a:ext uri="{FF2B5EF4-FFF2-40B4-BE49-F238E27FC236}">
                <a16:creationId xmlns:a16="http://schemas.microsoft.com/office/drawing/2014/main" id="{1C9C1022-CA2E-3C43-B5A2-1637CE93A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5130801"/>
            <a:ext cx="1003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BMW 323i</a:t>
            </a:r>
          </a:p>
        </p:txBody>
      </p:sp>
      <p:sp>
        <p:nvSpPr>
          <p:cNvPr id="47" name="Text Box 35">
            <a:extLst>
              <a:ext uri="{FF2B5EF4-FFF2-40B4-BE49-F238E27FC236}">
                <a16:creationId xmlns:a16="http://schemas.microsoft.com/office/drawing/2014/main" id="{3E0D96D2-D4EA-DD4B-8E00-328DCF7AE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1" y="5419726"/>
            <a:ext cx="1357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Mercedes CLK</a:t>
            </a:r>
          </a:p>
        </p:txBody>
      </p:sp>
      <p:sp>
        <p:nvSpPr>
          <p:cNvPr id="48" name="Text Box 36">
            <a:extLst>
              <a:ext uri="{FF2B5EF4-FFF2-40B4-BE49-F238E27FC236}">
                <a16:creationId xmlns:a16="http://schemas.microsoft.com/office/drawing/2014/main" id="{6D9D6985-3368-EA4A-87FC-F59EBA388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4" y="5851526"/>
            <a:ext cx="1120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de-DE"/>
              <a:t>Opel Vectra</a:t>
            </a:r>
          </a:p>
        </p:txBody>
      </p:sp>
    </p:spTree>
    <p:extLst>
      <p:ext uri="{BB962C8B-B14F-4D97-AF65-F5344CB8AC3E}">
        <p14:creationId xmlns:p14="http://schemas.microsoft.com/office/powerpoint/2010/main" val="33807721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645BFA-6683-AD4C-B23F-0018F7A2CCBF}"/>
              </a:ext>
            </a:extLst>
          </p:cNvPr>
          <p:cNvSpPr/>
          <p:nvPr/>
        </p:nvSpPr>
        <p:spPr>
          <a:xfrm>
            <a:off x="655320" y="365125"/>
            <a:ext cx="5120114" cy="169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spc="5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  <a:ea typeface="+mj-ea"/>
                <a:cs typeface="+mj-cs"/>
              </a:rPr>
              <a:t>UNION TYPES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173CF-2D48-084C-9B0A-E5B8461AA722}"/>
              </a:ext>
            </a:extLst>
          </p:cNvPr>
          <p:cNvSpPr/>
          <p:nvPr/>
        </p:nvSpPr>
        <p:spPr>
          <a:xfrm>
            <a:off x="529393" y="3549601"/>
            <a:ext cx="6313150" cy="2381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someUnionValue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|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someUnionValue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42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"numeric value 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+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someUnionValue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 </a:t>
            </a:r>
          </a:p>
          <a:p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someUnionValue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"42 as string"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"string value 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+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someUnionValue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</a:t>
            </a:r>
          </a:p>
        </p:txBody>
      </p:sp>
      <p:pic>
        <p:nvPicPr>
          <p:cNvPr id="5" name="Picture 4" descr="A group of people wearing costumes&#10;&#10;Description automatically generated">
            <a:extLst>
              <a:ext uri="{FF2B5EF4-FFF2-40B4-BE49-F238E27FC236}">
                <a16:creationId xmlns:a16="http://schemas.microsoft.com/office/drawing/2014/main" id="{B60A46A0-875C-684A-BDE1-E3AD59F989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" r="11982" b="-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13657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>
                <a:solidFill>
                  <a:schemeClr val="accent1"/>
                </a:solidFill>
              </a:rPr>
              <a:t>Schnittstellen - Interfaces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de-DE" sz="2400" dirty="0"/>
              <a:t>Eine Schnittstelle beschreibt eine Menge von Signaturen und Attributen</a:t>
            </a:r>
          </a:p>
          <a:p>
            <a:r>
              <a:rPr lang="de-DE" sz="2400" dirty="0"/>
              <a:t>Externe </a:t>
            </a:r>
            <a:r>
              <a:rPr lang="de-DE" sz="2400" i="1" dirty="0"/>
              <a:t>Sicht</a:t>
            </a:r>
            <a:r>
              <a:rPr lang="de-DE" sz="2400" dirty="0"/>
              <a:t> auf eine Klasse</a:t>
            </a:r>
          </a:p>
          <a:p>
            <a:pPr lvl="1"/>
            <a:r>
              <a:rPr lang="de-DE" dirty="0"/>
              <a:t>Verhalten der Klasse</a:t>
            </a:r>
          </a:p>
          <a:p>
            <a:pPr lvl="1"/>
            <a:r>
              <a:rPr lang="de-DE" dirty="0"/>
              <a:t>Enthält in der Regel nicht alle Attribute/Methoden der Klasse</a:t>
            </a:r>
          </a:p>
          <a:p>
            <a:r>
              <a:rPr lang="de-DE" sz="2400" dirty="0"/>
              <a:t>Eine Klasse kann mehrere Interfaces </a:t>
            </a:r>
            <a:r>
              <a:rPr lang="de-DE" sz="2400" i="1" dirty="0"/>
              <a:t>implementieren</a:t>
            </a:r>
          </a:p>
          <a:p>
            <a:pPr lvl="1"/>
            <a:r>
              <a:rPr lang="de-DE" dirty="0"/>
              <a:t>Muss alle in der Schnittstelle deklarierten Methoden implementieren</a:t>
            </a:r>
          </a:p>
          <a:p>
            <a:pPr lvl="1"/>
            <a:r>
              <a:rPr lang="de-DE" dirty="0"/>
              <a:t>Schnittstellenmethoden sind de facto abstrakt</a:t>
            </a:r>
          </a:p>
          <a:p>
            <a:endParaRPr lang="de-DE" sz="2400" i="1" dirty="0"/>
          </a:p>
        </p:txBody>
      </p:sp>
    </p:spTree>
    <p:extLst>
      <p:ext uri="{BB962C8B-B14F-4D97-AF65-F5344CB8AC3E}">
        <p14:creationId xmlns:p14="http://schemas.microsoft.com/office/powerpoint/2010/main" val="2692437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FFB1-5774-1141-AD48-955911B4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DC82B-6281-D94C-BBBA-C98303198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enum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Direction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	Up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1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</a:p>
          <a:p>
            <a:pPr marL="0" indent="0">
              <a:buNone/>
            </a:pP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	Down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</a:p>
          <a:p>
            <a:pPr marL="0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Left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</a:p>
          <a:p>
            <a:pPr marL="0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Right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dir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Direction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Direction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Up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66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2B592-C347-7249-8794-E867602F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Nonsens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4F842-89EC-1D46-9A43-A7310E0F4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DCDCAA"/>
                </a:solidFill>
                <a:latin typeface="Menlo" panose="020B0609030804020204" pitchFamily="49" charset="0"/>
              </a:rPr>
              <a:t>some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Direction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if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!==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Direction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Up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||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!==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Direction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Down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// ~~~~~~~~~~~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// Error! This condition will always return 'true' since the types '</a:t>
            </a:r>
            <a:r>
              <a:rPr lang="en-GB" dirty="0" err="1">
                <a:solidFill>
                  <a:srgbClr val="6A9955"/>
                </a:solidFill>
                <a:latin typeface="Menlo" panose="020B0609030804020204" pitchFamily="49" charset="0"/>
              </a:rPr>
              <a:t>Direction.Up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' and '</a:t>
            </a:r>
            <a:r>
              <a:rPr lang="en-GB" dirty="0" err="1">
                <a:solidFill>
                  <a:srgbClr val="6A9955"/>
                </a:solidFill>
                <a:latin typeface="Menlo" panose="020B0609030804020204" pitchFamily="49" charset="0"/>
              </a:rPr>
              <a:t>Direction.Down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' have no overlap.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02781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469" name="Rectangle 7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70" name="Rectangle 7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Beispiel Interface</a:t>
            </a:r>
          </a:p>
        </p:txBody>
      </p:sp>
      <p:pic>
        <p:nvPicPr>
          <p:cNvPr id="62467" name="Inhaltsplatzhalter 4" descr="schnittstelle.jp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103" y="467208"/>
            <a:ext cx="330239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58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AF4A8E-6FA9-724A-8D04-A5ED3D9B52B5}"/>
              </a:ext>
            </a:extLst>
          </p:cNvPr>
          <p:cNvSpPr/>
          <p:nvPr/>
        </p:nvSpPr>
        <p:spPr>
          <a:xfrm>
            <a:off x="1514475" y="2780168"/>
            <a:ext cx="8915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interface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Schmutzfink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pPr lvl="1"/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()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	{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name: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"Miss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 Piggy"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"Ich mag 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nicht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schmutzig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 sein"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E72075-2407-204B-B8DD-0570359E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Interface Beispiel</a:t>
            </a:r>
          </a:p>
        </p:txBody>
      </p:sp>
    </p:spTree>
    <p:extLst>
      <p:ext uri="{BB962C8B-B14F-4D97-AF65-F5344CB8AC3E}">
        <p14:creationId xmlns:p14="http://schemas.microsoft.com/office/powerpoint/2010/main" val="3236887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4AF4A8E-6FA9-724A-8D04-A5ED3D9B52B5}"/>
              </a:ext>
            </a:extLst>
          </p:cNvPr>
          <p:cNvSpPr/>
          <p:nvPr/>
        </p:nvSpPr>
        <p:spPr>
          <a:xfrm>
            <a:off x="1514475" y="2780168"/>
            <a:ext cx="891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schweinchenDick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Schmutzfink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{</a:t>
            </a:r>
          </a:p>
          <a:p>
            <a:pPr lvl="1"/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 :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schweinchenDick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pPr lvl="1"/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: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+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 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ist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gerne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im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 Dreck"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schweinchenDick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());</a:t>
            </a:r>
          </a:p>
          <a:p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E72075-2407-204B-B8DD-0570359E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Interface Beispiel mit var</a:t>
            </a:r>
          </a:p>
        </p:txBody>
      </p:sp>
    </p:spTree>
    <p:extLst>
      <p:ext uri="{BB962C8B-B14F-4D97-AF65-F5344CB8AC3E}">
        <p14:creationId xmlns:p14="http://schemas.microsoft.com/office/powerpoint/2010/main" val="2351292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FAEB-3679-5048-B7EB-3A7F94F6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Inline Interface Def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6FDFF-F85E-D940-80AA-22E9F449784A}"/>
              </a:ext>
            </a:extLst>
          </p:cNvPr>
          <p:cNvSpPr/>
          <p:nvPr/>
        </p:nvSpPr>
        <p:spPr>
          <a:xfrm>
            <a:off x="2683042" y="2828836"/>
            <a:ext cx="64609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function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printName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named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{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}){</a:t>
            </a:r>
          </a:p>
          <a:p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named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printName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schweinchenDick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912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0758-8436-0A4D-A0F8-EE410681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Optional und Readonly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65833-670A-E745-ACEA-8AB8B86902A7}"/>
              </a:ext>
            </a:extLst>
          </p:cNvPr>
          <p:cNvSpPr/>
          <p:nvPr/>
        </p:nvSpPr>
        <p:spPr>
          <a:xfrm>
            <a:off x="1155030" y="3285218"/>
            <a:ext cx="89394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interface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readonly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	weight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?: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missPiggy2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{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name: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"Miss Piggy"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missPiggy2_1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{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name: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"Miss Piggy"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weight: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B5CEA8"/>
                </a:solidFill>
                <a:latin typeface="Menlo" panose="020B0609030804020204" pitchFamily="49" charset="0"/>
              </a:rPr>
              <a:t>100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};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2268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5A7DD-F418-4971-8EB7-37362596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 dirty="0">
                <a:solidFill>
                  <a:schemeClr val="accent1"/>
                </a:solidFill>
              </a:rPr>
              <a:t>Klassen deklarieren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72870-3D94-423A-B5B8-2F122483F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	class </a:t>
            </a:r>
            <a:r>
              <a:rPr lang="en-GB" sz="2400" dirty="0" err="1"/>
              <a:t>class_name</a:t>
            </a:r>
            <a:r>
              <a:rPr lang="en-GB" sz="2400" dirty="0"/>
              <a:t> { </a:t>
            </a:r>
          </a:p>
          <a:p>
            <a:pPr marL="0" indent="0">
              <a:buNone/>
            </a:pPr>
            <a:r>
              <a:rPr lang="en-GB" sz="2400" dirty="0"/>
              <a:t>		//class scope </a:t>
            </a:r>
          </a:p>
          <a:p>
            <a:pPr marL="0" indent="0">
              <a:buNone/>
            </a:pPr>
            <a:r>
              <a:rPr lang="en-GB" sz="2400" dirty="0"/>
              <a:t>	}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9306121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D5AF-4750-F748-A804-3F18F395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Member von Klassen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CF214D-0242-9B49-9667-D9B99F5FD4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2447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84562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4BFE-37EF-4041-A819-94FAEA18D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Klassen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C0C2C-98DB-5444-9868-1393E83CE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dirty="0">
              <a:solidFill>
                <a:srgbClr val="569CD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endParaRPr lang="en-GB" dirty="0">
              <a:solidFill>
                <a:srgbClr val="569CD6"/>
              </a:solidFill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constructor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){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457200" lvl="1" indent="0">
              <a:buNone/>
            </a:pPr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gibLaut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	return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"Ich bin 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09005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Klassen: </a:t>
            </a:r>
            <a:r>
              <a:rPr lang="de-DE" dirty="0" err="1"/>
              <a:t>readonly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latin typeface="Courier New" pitchFamily="49" charset="0"/>
                <a:cs typeface="Courier New" pitchFamily="49" charset="0"/>
              </a:rPr>
              <a:t>readonly</a:t>
            </a:r>
            <a:r>
              <a:rPr lang="de-DE" dirty="0"/>
              <a:t>-Attribute sind möglich</a:t>
            </a:r>
          </a:p>
          <a:p>
            <a:r>
              <a:rPr lang="de-DE" dirty="0"/>
              <a:t>Verkürzter </a:t>
            </a:r>
            <a:r>
              <a:rPr lang="de-DE" dirty="0" err="1"/>
              <a:t>Konstruktor</a:t>
            </a:r>
            <a:r>
              <a:rPr lang="de-DE" dirty="0"/>
              <a:t> durch "Parameter </a:t>
            </a:r>
            <a:r>
              <a:rPr lang="de-DE" dirty="0" err="1"/>
              <a:t>properties</a:t>
            </a:r>
            <a:r>
              <a:rPr lang="de-DE" dirty="0"/>
              <a:t>"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constructor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readonly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attr:type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dirty="0"/>
              <a:t>deklariert und setzt ein Attribut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4896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Sichtbarkeit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Sichtbarkeiten von </a:t>
            </a:r>
            <a:r>
              <a:rPr lang="de-DE" dirty="0" err="1"/>
              <a:t>Exemplarvariablen</a:t>
            </a:r>
            <a:r>
              <a:rPr lang="de-DE" dirty="0"/>
              <a:t> und Methoden</a:t>
            </a:r>
          </a:p>
          <a:p>
            <a:pPr lvl="1"/>
            <a:r>
              <a:rPr lang="de-DE" dirty="0" err="1"/>
              <a:t>public</a:t>
            </a:r>
            <a:r>
              <a:rPr lang="de-DE" dirty="0"/>
              <a:t>	Zugriff von allen Klassen möglich (</a:t>
            </a:r>
            <a:r>
              <a:rPr lang="de-DE" b="1" dirty="0"/>
              <a:t>+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protected</a:t>
            </a:r>
            <a:r>
              <a:rPr lang="de-DE" dirty="0"/>
              <a:t>	Zugriff von Unterklassen (</a:t>
            </a:r>
            <a:r>
              <a:rPr lang="de-DE" b="1" dirty="0"/>
              <a:t>#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private	Zugriff nur innerhalb Klasse  (</a:t>
            </a:r>
            <a:r>
              <a:rPr lang="de-DE" b="1" dirty="0"/>
              <a:t>-</a:t>
            </a:r>
            <a:r>
              <a:rPr lang="de-DE" dirty="0"/>
              <a:t>)</a:t>
            </a:r>
          </a:p>
        </p:txBody>
      </p:sp>
      <p:pic>
        <p:nvPicPr>
          <p:cNvPr id="19460" name="Picture 4" descr="cd_bild_sichtbarke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4500564"/>
            <a:ext cx="215900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Line 5"/>
          <p:cNvSpPr>
            <a:spLocks noChangeShapeType="1"/>
          </p:cNvSpPr>
          <p:nvPr/>
        </p:nvSpPr>
        <p:spPr bwMode="auto">
          <a:xfrm flipV="1">
            <a:off x="4511676" y="4953001"/>
            <a:ext cx="746125" cy="131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3267076" y="4940300"/>
            <a:ext cx="10903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buFontTx/>
              <a:buNone/>
            </a:pPr>
            <a:r>
              <a:rPr lang="de-DE"/>
              <a:t>sichtbarkeit</a:t>
            </a:r>
          </a:p>
          <a:p>
            <a:pPr>
              <a:buFontTx/>
              <a:buNone/>
            </a:pPr>
            <a:r>
              <a:rPr lang="de-DE"/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1358292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B3B3F-C0D9-FD4F-B5F0-41A132D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Sichtbarkeit Beispiel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99F5-1A1B-3D41-84EE-3C56313B9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private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485216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76285-AE9B-EF4F-B6A2-69001BFF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Übung 1: Erstelle die Klasse Student,</a:t>
            </a:r>
            <a:br>
              <a:rPr lang="de-DE" dirty="0"/>
            </a:br>
            <a:r>
              <a:rPr lang="de-DE" dirty="0"/>
              <a:t>so dass sie wie hier arbeitet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F22A4-61AC-0645-B499-540FA5049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Student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Student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string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getLabel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123456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console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log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// "Student mit Matrikelnummer: 123456"</a:t>
            </a:r>
            <a:endParaRPr lang="de-DE" dirty="0">
              <a:solidFill>
                <a:srgbClr val="333333"/>
              </a:solidFill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11342049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76285-AE9B-EF4F-B6A2-69001BFF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Übung 2: Erstelle einen Konstruktor,</a:t>
            </a:r>
            <a:br>
              <a:rPr lang="de-DE" dirty="0"/>
            </a:br>
            <a:r>
              <a:rPr lang="de-DE" dirty="0"/>
              <a:t>so dass die Klasse wie hier arbeitet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BF22A4-61AC-0645-B499-540FA5049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Student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Student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"Max"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123456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string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getLabel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console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log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// "Student Max mit Matrikelnummer: 123456"</a:t>
            </a:r>
            <a:endParaRPr lang="de-DE" dirty="0">
              <a:solidFill>
                <a:srgbClr val="333333"/>
              </a:solidFill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26737616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6764-31EB-AA49-B684-1923A8D2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Getter Setter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478421-E7EC-1A4B-B717-2B96E4459916}"/>
              </a:ext>
            </a:extLst>
          </p:cNvPr>
          <p:cNvSpPr/>
          <p:nvPr/>
        </p:nvSpPr>
        <p:spPr>
          <a:xfrm>
            <a:off x="3336758" y="2171888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private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_name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endParaRPr lang="en-GB" dirty="0">
              <a:solidFill>
                <a:srgbClr val="569CD6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constructor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){</a:t>
            </a: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_name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get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DCDCAA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	</a:t>
            </a:r>
          </a:p>
          <a:p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	return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_name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DCDCAA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new_name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){</a:t>
            </a: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_name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new_name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0548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Inhaltsplatzhalter 7" descr="2schnittstelle.jpg"/>
          <p:cNvPicPr>
            <a:picLocks noGrp="1" noChangeAspect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5569" y="678045"/>
            <a:ext cx="5299075" cy="5501910"/>
          </a:xfrm>
        </p:spPr>
      </p:pic>
    </p:spTree>
    <p:extLst>
      <p:ext uri="{BB962C8B-B14F-4D97-AF65-F5344CB8AC3E}">
        <p14:creationId xmlns:p14="http://schemas.microsoft.com/office/powerpoint/2010/main" val="4038870860"/>
      </p:ext>
    </p:extLst>
  </p:cSld>
  <p:clrMapOvr>
    <a:masterClrMapping/>
  </p:clrMapOvr>
  <p:transition spd="med">
    <p:dissolv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195D1-E6A3-8C41-920D-9A6F877E4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Beispiel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B396-74F6-1E49-A568-2941A5BC7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interface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Schmutzfink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()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=&gt;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implements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Schmutzfink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private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constructor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){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457200" lvl="1" indent="0">
              <a:buNone/>
            </a:pPr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	return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"Ich bin 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miss_piggy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Schmutzfink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"Miss Piggy"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miss_piggy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();</a:t>
            </a:r>
          </a:p>
          <a:p>
            <a:pPr marL="0" indent="0">
              <a:buNone/>
            </a:pP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01890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15784E-C0CE-E34D-93C4-4BC6DE59E9B5}"/>
              </a:ext>
            </a:extLst>
          </p:cNvPr>
          <p:cNvSpPr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cap="none" spc="50">
                <a:ln w="0"/>
                <a:solidFill>
                  <a:srgbClr val="FFFFFF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  <a:ea typeface="+mj-ea"/>
                <a:cs typeface="+mj-cs"/>
              </a:rPr>
              <a:t>Vererbung</a:t>
            </a:r>
          </a:p>
        </p:txBody>
      </p:sp>
      <p:pic>
        <p:nvPicPr>
          <p:cNvPr id="50178" name="Inhaltsplatzhalter 3" descr="lineWriter.jpg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116761"/>
            <a:ext cx="7225748" cy="462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023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Klassen: Vererbung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Auch Klassen unterstützen das Konzept der Vererbung</a:t>
            </a:r>
          </a:p>
          <a:p>
            <a:r>
              <a:rPr lang="de-DE" dirty="0"/>
              <a:t>Methoden einer Klasse können auch abstrakt sein</a:t>
            </a:r>
          </a:p>
          <a:p>
            <a:pPr lvl="1"/>
            <a:r>
              <a:rPr lang="de-DE" dirty="0"/>
              <a:t>Analog zu Definition einer Interface-Funktion</a:t>
            </a:r>
          </a:p>
          <a:p>
            <a:pPr lvl="1"/>
            <a:r>
              <a:rPr lang="de-DE" dirty="0"/>
              <a:t>Eine Klasse, die mit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de-DE" dirty="0"/>
              <a:t> instanziiert werden soll darf keine abstrakten Methoden enthalten</a:t>
            </a:r>
          </a:p>
          <a:p>
            <a:r>
              <a:rPr lang="de-DE" dirty="0"/>
              <a:t>Ein Interface kann von einer Klasse erben</a:t>
            </a:r>
          </a:p>
          <a:p>
            <a:pPr lvl="1"/>
            <a:r>
              <a:rPr lang="de-DE" dirty="0"/>
              <a:t>Allerdings darf die Klasse keine nicht-abstrakten Methoden enthalten</a:t>
            </a:r>
          </a:p>
          <a:p>
            <a:r>
              <a:rPr lang="de-DE" dirty="0"/>
              <a:t>Eine Klasse kann eine Schnittstelle implementieren</a:t>
            </a:r>
          </a:p>
          <a:p>
            <a:pPr lvl="1"/>
            <a:r>
              <a:rPr lang="de-DE" dirty="0"/>
              <a:t>Schlüsselwort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implements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3366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B866F2-0ABF-BA4C-A5D4-8B825D21BAC3}"/>
              </a:ext>
            </a:extLst>
          </p:cNvPr>
          <p:cNvSpPr/>
          <p:nvPr/>
        </p:nvSpPr>
        <p:spPr>
          <a:xfrm>
            <a:off x="1082842" y="612845"/>
            <a:ext cx="834991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implements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Schmutzfink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private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constructor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){</a:t>
            </a:r>
          </a:p>
          <a:p>
            <a:pPr lvl="1"/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suhlen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	return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"Ich bin 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+ 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Mastschwein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extends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Schwein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genmodifikation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constructor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string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,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genmodifikation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: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number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){</a:t>
            </a: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	super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name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		</a:t>
            </a:r>
            <a:r>
              <a:rPr lang="en-GB" dirty="0" err="1">
                <a:solidFill>
                  <a:srgbClr val="569CD6"/>
                </a:solidFill>
                <a:latin typeface="Menlo" panose="020B0609030804020204" pitchFamily="49" charset="0"/>
              </a:rPr>
              <a:t>this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genmodifikation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genmodifikation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	}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780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Klassen im Detail: Attribute und Methoden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Methoden können überschrieben werden</a:t>
            </a:r>
          </a:p>
          <a:p>
            <a:pPr lvl="1"/>
            <a:r>
              <a:rPr lang="de-DE" dirty="0"/>
              <a:t>Eine Subklasse implementiert die selbe Signatur einer Methode wie die Superklasse</a:t>
            </a:r>
          </a:p>
          <a:p>
            <a:pPr lvl="1"/>
            <a:r>
              <a:rPr lang="de-DE" dirty="0"/>
              <a:t>Die Aufrufe von überschriebenen Methoden werden zur Laufzeit ausgewertet</a:t>
            </a:r>
          </a:p>
          <a:p>
            <a:pPr lvl="2"/>
            <a:r>
              <a:rPr lang="de-DE" dirty="0"/>
              <a:t>Polymorphie</a:t>
            </a:r>
          </a:p>
          <a:p>
            <a:pPr lvl="1"/>
            <a:r>
              <a:rPr lang="de-DE" dirty="0"/>
              <a:t>Der Zugriff auf eine Methode der Superklassen-Hierarchie ist mit der Referenz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super</a:t>
            </a:r>
            <a:r>
              <a:rPr lang="de-DE" dirty="0"/>
              <a:t> möglich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58693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2C27-3948-294B-81CB-F647778E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Namespaces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0CB8E-497E-914A-BF74-835E11B7B107}"/>
              </a:ext>
            </a:extLst>
          </p:cNvPr>
          <p:cNvSpPr/>
          <p:nvPr/>
        </p:nvSpPr>
        <p:spPr>
          <a:xfrm>
            <a:off x="3813972" y="2967335"/>
            <a:ext cx="45640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GB" sz="5400" b="1" dirty="0">
                <a:ln/>
                <a:solidFill>
                  <a:schemeClr val="accent3"/>
                </a:solidFill>
              </a:rPr>
              <a:t>Code Gruppen </a:t>
            </a:r>
          </a:p>
        </p:txBody>
      </p:sp>
    </p:spTree>
    <p:extLst>
      <p:ext uri="{BB962C8B-B14F-4D97-AF65-F5344CB8AC3E}">
        <p14:creationId xmlns:p14="http://schemas.microsoft.com/office/powerpoint/2010/main" val="8056469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Namespaces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Namespaces</a:t>
            </a:r>
            <a:r>
              <a:rPr lang="de-DE" dirty="0"/>
              <a:t> gruppieren Deklarationen</a:t>
            </a:r>
          </a:p>
          <a:p>
            <a:pPr lvl="1"/>
            <a:r>
              <a:rPr lang="de-DE" dirty="0"/>
              <a:t>Diese sind nur innerhalb des </a:t>
            </a:r>
            <a:r>
              <a:rPr lang="de-DE" dirty="0" err="1"/>
              <a:t>Namespaces</a:t>
            </a:r>
            <a:r>
              <a:rPr lang="de-DE" dirty="0"/>
              <a:t> direkt ansprechbar</a:t>
            </a:r>
          </a:p>
          <a:p>
            <a:pPr lvl="1"/>
            <a:r>
              <a:rPr lang="de-DE" dirty="0"/>
              <a:t>Damit wird die Wahrscheinlichkeit von Namenskollisionen vermieden</a:t>
            </a:r>
          </a:p>
          <a:p>
            <a:r>
              <a:rPr lang="de-DE" dirty="0"/>
              <a:t>Deklarationen werden mit Hilfe des Schlüsselworts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export</a:t>
            </a:r>
            <a:r>
              <a:rPr lang="de-DE" dirty="0"/>
              <a:t> anderen </a:t>
            </a:r>
            <a:r>
              <a:rPr lang="de-DE" dirty="0" err="1"/>
              <a:t>Namespaces</a:t>
            </a:r>
            <a:r>
              <a:rPr lang="de-DE" dirty="0"/>
              <a:t> zur Verfügung gestellt</a:t>
            </a:r>
          </a:p>
          <a:p>
            <a:r>
              <a:rPr lang="de-DE" dirty="0"/>
              <a:t>Aus einem anderen Namespace müssen die Variablen mit dem Namespace angesprochen werden</a:t>
            </a:r>
          </a:p>
          <a:p>
            <a:pPr lvl="1"/>
            <a:r>
              <a:rPr lang="de-DE" dirty="0"/>
              <a:t>"Qualifizierte Namen"</a:t>
            </a:r>
          </a:p>
        </p:txBody>
      </p:sp>
    </p:spTree>
    <p:extLst>
      <p:ext uri="{BB962C8B-B14F-4D97-AF65-F5344CB8AC3E}">
        <p14:creationId xmlns:p14="http://schemas.microsoft.com/office/powerpoint/2010/main" val="20710706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0940AC-D5AD-D94E-9678-0C532B85A652}"/>
              </a:ext>
            </a:extLst>
          </p:cNvPr>
          <p:cNvSpPr/>
          <p:nvPr/>
        </p:nvSpPr>
        <p:spPr>
          <a:xfrm>
            <a:off x="786063" y="789347"/>
            <a:ext cx="609600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namespace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export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interface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GB" dirty="0">
                <a:solidFill>
                  <a:srgbClr val="DCDCAA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makeSomeNoise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void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3C2FA4-5386-6840-B687-14A0719DF8D1}"/>
              </a:ext>
            </a:extLst>
          </p:cNvPr>
          <p:cNvSpPr txBox="1"/>
          <p:nvPr/>
        </p:nvSpPr>
        <p:spPr>
          <a:xfrm>
            <a:off x="786063" y="420015"/>
            <a:ext cx="1059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Animal.ts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C4F9F8-531A-F140-ACEB-8B756B8CDE9A}"/>
              </a:ext>
            </a:extLst>
          </p:cNvPr>
          <p:cNvSpPr/>
          <p:nvPr/>
        </p:nvSpPr>
        <p:spPr>
          <a:xfrm>
            <a:off x="786063" y="3113998"/>
            <a:ext cx="6096000" cy="31393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/// </a:t>
            </a:r>
            <a:r>
              <a:rPr lang="en-GB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reference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Animal.ts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namespace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1"/>
            <a:r>
              <a:rPr lang="en-GB" dirty="0">
                <a:solidFill>
                  <a:srgbClr val="C586C0"/>
                </a:solidFill>
                <a:latin typeface="Menlo" panose="020B0609030804020204" pitchFamily="49" charset="0"/>
              </a:rPr>
              <a:t>export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class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Pig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implements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Animal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{</a:t>
            </a:r>
          </a:p>
          <a:p>
            <a:pPr lvl="2"/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constructor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(){</a:t>
            </a:r>
          </a:p>
          <a:p>
            <a:pPr lvl="2"/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lvl="2"/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makeSomeNoise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(): </a:t>
            </a:r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void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{</a:t>
            </a:r>
          </a:p>
          <a:p>
            <a:pPr lvl="2"/>
            <a:r>
              <a:rPr lang="en-GB" dirty="0">
                <a:solidFill>
                  <a:srgbClr val="4EC9B0"/>
                </a:solidFill>
                <a:latin typeface="Menlo" panose="020B0609030804020204" pitchFamily="49" charset="0"/>
              </a:rPr>
              <a:t>	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"Oink"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);</a:t>
            </a:r>
          </a:p>
          <a:p>
            <a:pPr lvl="2"/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pPr lvl="1"/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2821A-BF4E-8442-BB12-668860777A22}"/>
              </a:ext>
            </a:extLst>
          </p:cNvPr>
          <p:cNvSpPr txBox="1"/>
          <p:nvPr/>
        </p:nvSpPr>
        <p:spPr>
          <a:xfrm>
            <a:off x="786063" y="2744666"/>
            <a:ext cx="68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Pig.ts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CCA42E-9320-E149-B071-141D0B00AE11}"/>
              </a:ext>
            </a:extLst>
          </p:cNvPr>
          <p:cNvSpPr/>
          <p:nvPr/>
        </p:nvSpPr>
        <p:spPr>
          <a:xfrm>
            <a:off x="7115174" y="1812995"/>
            <a:ext cx="5076825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/// </a:t>
            </a:r>
            <a:r>
              <a:rPr lang="en-GB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reference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Animal.ts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/// </a:t>
            </a:r>
            <a:r>
              <a:rPr lang="en-GB" dirty="0">
                <a:solidFill>
                  <a:srgbClr val="808080"/>
                </a:solidFill>
                <a:latin typeface="Menlo" panose="020B0609030804020204" pitchFamily="49" charset="0"/>
              </a:rPr>
              <a:t>&lt;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reference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path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=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 err="1">
                <a:solidFill>
                  <a:srgbClr val="CE9178"/>
                </a:solidFill>
                <a:latin typeface="Menlo" panose="020B0609030804020204" pitchFamily="49" charset="0"/>
              </a:rPr>
              <a:t>Pig.ts</a:t>
            </a:r>
            <a:r>
              <a:rPr lang="en-GB" dirty="0">
                <a:solidFill>
                  <a:srgbClr val="CE9178"/>
                </a:solidFill>
                <a:latin typeface="Menlo" panose="020B0609030804020204" pitchFamily="49" charset="0"/>
              </a:rPr>
              <a:t>"</a:t>
            </a:r>
            <a:r>
              <a:rPr lang="en-GB" dirty="0">
                <a:solidFill>
                  <a:srgbClr val="6A9955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Menlo" panose="020B0609030804020204" pitchFamily="49" charset="0"/>
              </a:rPr>
              <a:t>/&gt;</a:t>
            </a:r>
            <a:endParaRPr lang="en-GB" dirty="0">
              <a:solidFill>
                <a:srgbClr val="D4D4D4"/>
              </a:solidFill>
              <a:latin typeface="Menlo" panose="020B0609030804020204" pitchFamily="49" charset="0"/>
            </a:endParaRP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let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>
                <a:solidFill>
                  <a:srgbClr val="9CDCFE"/>
                </a:solidFill>
                <a:latin typeface="Menlo" panose="020B0609030804020204" pitchFamily="49" charset="0"/>
              </a:rPr>
              <a:t>pig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= </a:t>
            </a:r>
            <a:r>
              <a:rPr lang="en-GB" dirty="0">
                <a:solidFill>
                  <a:srgbClr val="569CD6"/>
                </a:solidFill>
                <a:latin typeface="Menlo" panose="020B0609030804020204" pitchFamily="49" charset="0"/>
              </a:rPr>
              <a:t>new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 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Animals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Pig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-GB" dirty="0" err="1">
                <a:solidFill>
                  <a:srgbClr val="4EC9B0"/>
                </a:solidFill>
                <a:latin typeface="Menlo" panose="020B0609030804020204" pitchFamily="49" charset="0"/>
              </a:rPr>
              <a:t>console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</a:t>
            </a:r>
            <a:r>
              <a:rPr lang="en-GB" dirty="0" err="1">
                <a:solidFill>
                  <a:srgbClr val="9CDCFE"/>
                </a:solidFill>
                <a:latin typeface="Menlo" panose="020B0609030804020204" pitchFamily="49" charset="0"/>
              </a:rPr>
              <a:t>pig</a:t>
            </a:r>
            <a:r>
              <a:rPr lang="en-GB" dirty="0" err="1">
                <a:solidFill>
                  <a:srgbClr val="D4D4D4"/>
                </a:solidFill>
                <a:latin typeface="Menlo" panose="020B0609030804020204" pitchFamily="49" charset="0"/>
              </a:rPr>
              <a:t>.</a:t>
            </a:r>
            <a:r>
              <a:rPr lang="en-GB" dirty="0" err="1">
                <a:solidFill>
                  <a:srgbClr val="DCDCAA"/>
                </a:solidFill>
                <a:latin typeface="Menlo" panose="020B0609030804020204" pitchFamily="49" charset="0"/>
              </a:rPr>
              <a:t>makeSomeNoise</a:t>
            </a:r>
            <a: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  <a:t>());</a:t>
            </a:r>
          </a:p>
          <a:p>
            <a:br>
              <a:rPr lang="en-GB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3E7B8-C48A-2844-8F1A-63001E00EADE}"/>
              </a:ext>
            </a:extLst>
          </p:cNvPr>
          <p:cNvSpPr txBox="1"/>
          <p:nvPr/>
        </p:nvSpPr>
        <p:spPr>
          <a:xfrm>
            <a:off x="7128587" y="1443663"/>
            <a:ext cx="68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Pig.ts</a:t>
            </a:r>
          </a:p>
        </p:txBody>
      </p:sp>
    </p:spTree>
    <p:extLst>
      <p:ext uri="{BB962C8B-B14F-4D97-AF65-F5344CB8AC3E}">
        <p14:creationId xmlns:p14="http://schemas.microsoft.com/office/powerpoint/2010/main" val="401642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B76C1-6A5B-8C4E-B732-E2AA9A6E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Exporte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2DC705-2DC0-3842-9BE4-56AF34F35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2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publicA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1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publicB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function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publicC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93A1A1"/>
                </a:solidFill>
                <a:latin typeface="SourceCodePro"/>
              </a:rPr>
              <a:t>// ...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93A1A1"/>
                </a:solidFill>
                <a:latin typeface="SourceCodePro"/>
              </a:rPr>
              <a:t>};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PublicD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93A1A1"/>
                </a:solidFill>
                <a:latin typeface="SourceCodePro"/>
              </a:rPr>
              <a:t>// ...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21552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3CAB46A-BC11-6844-9EFF-1EF0CE56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Named</a:t>
            </a:r>
            <a:r>
              <a:rPr lang="de-DE" dirty="0"/>
              <a:t> importieren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21BBC-2218-DF4C-AE38-20B81750E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333333"/>
                </a:solidFill>
                <a:latin typeface="Aller"/>
              </a:rPr>
              <a:t>named</a:t>
            </a:r>
            <a:r>
              <a:rPr lang="de-DE" b="1" dirty="0">
                <a:solidFill>
                  <a:srgbClr val="333333"/>
                </a:solidFill>
                <a:latin typeface="Aller"/>
              </a:rPr>
              <a:t> </a:t>
            </a:r>
            <a:r>
              <a:rPr lang="de-DE" b="1" dirty="0" err="1">
                <a:solidFill>
                  <a:srgbClr val="333333"/>
                </a:solidFill>
                <a:latin typeface="Aller"/>
              </a:rPr>
              <a:t>exports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importieren</a:t>
            </a:r>
          </a:p>
          <a:p>
            <a:pPr lvl="1"/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publicA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publicB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"./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lib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35456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82A24F-8B90-5D48-9BFC-FBB0CD39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Imports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24F25E-9625-EB45-8EEC-37495CB5C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Alle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import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Statements sind </a:t>
            </a:r>
            <a:r>
              <a:rPr lang="de-DE" i="1" dirty="0" err="1">
                <a:solidFill>
                  <a:srgbClr val="333333"/>
                </a:solidFill>
                <a:latin typeface="Aller"/>
              </a:rPr>
              <a:t>hoisted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r>
              <a:rPr lang="de-DE" dirty="0" err="1">
                <a:solidFill>
                  <a:srgbClr val="333333"/>
                </a:solidFill>
                <a:latin typeface="Aller"/>
              </a:rPr>
              <a:t>import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/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export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Statements dürfen nicht ...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variabel sein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conditional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sein (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if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case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 etc.)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Erlaubt statische Analyse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Bundling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Code Navigation in IDE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37139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832E1A-669D-9F40-8622-2B8BFB14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3: Module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DE6B3-F2BD-2448-BA0D-93011B572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Lagere die Klasse Student in ein Module aus</a:t>
            </a:r>
          </a:p>
          <a:p>
            <a:pPr lvl="1"/>
            <a:r>
              <a:rPr lang="de-DE" dirty="0"/>
              <a:t>Erstelle eine Datei </a:t>
            </a:r>
            <a:r>
              <a:rPr lang="de-DE" dirty="0" err="1"/>
              <a:t>student.ts</a:t>
            </a:r>
            <a:endParaRPr lang="de-DE" dirty="0"/>
          </a:p>
          <a:p>
            <a:pPr lvl="1"/>
            <a:r>
              <a:rPr lang="de-DE" dirty="0"/>
              <a:t>Verschiebe die Klasse dort hin und exportiere sie</a:t>
            </a:r>
          </a:p>
          <a:p>
            <a:r>
              <a:rPr lang="de-DE" dirty="0"/>
              <a:t>Importiere die Klasse in der ursprünglichen Datei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21757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ngular – Wikipedia">
            <a:extLst>
              <a:ext uri="{FF2B5EF4-FFF2-40B4-BE49-F238E27FC236}">
                <a16:creationId xmlns:a16="http://schemas.microsoft.com/office/drawing/2014/main" id="{F3880F9B-C77D-164C-B244-ED98E6FD66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55" b="21095"/>
          <a:stretch/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Angular</a:t>
            </a:r>
          </a:p>
        </p:txBody>
      </p:sp>
    </p:spTree>
    <p:extLst>
      <p:ext uri="{BB962C8B-B14F-4D97-AF65-F5344CB8AC3E}">
        <p14:creationId xmlns:p14="http://schemas.microsoft.com/office/powerpoint/2010/main" val="868717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81639C4-6388-774A-9E71-970E68A55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Wiederholung Tag 2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10808A1-61D9-E041-A48F-ABAE50836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Angular cli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new</a:t>
            </a:r>
            <a:r>
              <a:rPr lang="de-DE" dirty="0">
                <a:sym typeface="Wingdings" pitchFamily="2" charset="2"/>
              </a:rPr>
              <a:t> | </a:t>
            </a:r>
            <a:r>
              <a:rPr lang="de-DE" dirty="0" err="1">
                <a:sym typeface="Wingdings" pitchFamily="2" charset="2"/>
              </a:rPr>
              <a:t>component</a:t>
            </a:r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Ein Angular Projekt besteht aus folgende Dateien:</a:t>
            </a:r>
          </a:p>
          <a:p>
            <a:pPr lvl="1"/>
            <a:r>
              <a:rPr lang="de-DE" dirty="0" err="1">
                <a:sym typeface="Wingdings" pitchFamily="2" charset="2"/>
              </a:rPr>
              <a:t>ts</a:t>
            </a:r>
            <a:endParaRPr lang="de-DE" dirty="0">
              <a:sym typeface="Wingdings" pitchFamily="2" charset="2"/>
            </a:endParaRPr>
          </a:p>
          <a:p>
            <a:pPr lvl="1"/>
            <a:r>
              <a:rPr lang="de-DE" dirty="0" err="1">
                <a:sym typeface="Wingdings" pitchFamily="2" charset="2"/>
              </a:rPr>
              <a:t>html</a:t>
            </a:r>
            <a:endParaRPr lang="de-DE" dirty="0">
              <a:sym typeface="Wingdings" pitchFamily="2" charset="2"/>
            </a:endParaRPr>
          </a:p>
          <a:p>
            <a:pPr lvl="1"/>
            <a:r>
              <a:rPr lang="de-DE" dirty="0" err="1">
                <a:sym typeface="Wingdings" pitchFamily="2" charset="2"/>
              </a:rPr>
              <a:t>css</a:t>
            </a:r>
            <a:r>
              <a:rPr lang="de-DE" dirty="0">
                <a:sym typeface="Wingdings" pitchFamily="2" charset="2"/>
              </a:rPr>
              <a:t> </a:t>
            </a:r>
          </a:p>
          <a:p>
            <a:pPr lvl="1"/>
            <a:r>
              <a:rPr lang="de-DE" dirty="0">
                <a:sym typeface="Wingdings" pitchFamily="2" charset="2"/>
              </a:rPr>
              <a:t>… .</a:t>
            </a:r>
            <a:r>
              <a:rPr lang="de-DE" dirty="0" err="1">
                <a:sym typeface="Wingdings" pitchFamily="2" charset="2"/>
              </a:rPr>
              <a:t>xml</a:t>
            </a:r>
            <a:r>
              <a:rPr lang="de-DE" dirty="0">
                <a:sym typeface="Wingdings" pitchFamily="2" charset="2"/>
              </a:rPr>
              <a:t>, .</a:t>
            </a:r>
            <a:r>
              <a:rPr lang="de-DE" dirty="0" err="1">
                <a:sym typeface="Wingdings" pitchFamily="2" charset="2"/>
              </a:rPr>
              <a:t>json</a:t>
            </a:r>
            <a:endParaRPr lang="de-DE" dirty="0">
              <a:sym typeface="Wingdings" pitchFamily="2" charset="2"/>
            </a:endParaRPr>
          </a:p>
          <a:p>
            <a:r>
              <a:rPr lang="de-DE" dirty="0" err="1">
                <a:sym typeface="Wingdings" pitchFamily="2" charset="2"/>
              </a:rPr>
              <a:t>Component</a:t>
            </a:r>
            <a:r>
              <a:rPr lang="de-DE" dirty="0">
                <a:sym typeface="Wingdings" pitchFamily="2" charset="2"/>
              </a:rPr>
              <a:t> (</a:t>
            </a:r>
            <a:r>
              <a:rPr lang="de-DE" dirty="0" err="1">
                <a:sym typeface="Wingdings" pitchFamily="2" charset="2"/>
              </a:rPr>
              <a:t>ts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html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css</a:t>
            </a:r>
            <a:r>
              <a:rPr lang="de-DE" dirty="0">
                <a:sym typeface="Wingdings" pitchFamily="2" charset="2"/>
              </a:rPr>
              <a:t>)  View</a:t>
            </a:r>
          </a:p>
          <a:p>
            <a:r>
              <a:rPr lang="de-DE" dirty="0">
                <a:sym typeface="Wingdings" pitchFamily="2" charset="2"/>
              </a:rPr>
              <a:t>Direktiven Binding </a:t>
            </a:r>
            <a:r>
              <a:rPr lang="de-DE" dirty="0" err="1">
                <a:sym typeface="Wingdings" pitchFamily="2" charset="2"/>
              </a:rPr>
              <a:t>html</a:t>
            </a:r>
            <a:r>
              <a:rPr lang="de-DE" dirty="0">
                <a:sym typeface="Wingdings" pitchFamily="2" charset="2"/>
              </a:rPr>
              <a:t> -&gt; </a:t>
            </a:r>
            <a:r>
              <a:rPr lang="de-DE" dirty="0" err="1">
                <a:sym typeface="Wingdings" pitchFamily="2" charset="2"/>
              </a:rPr>
              <a:t>ts</a:t>
            </a:r>
            <a:r>
              <a:rPr lang="de-DE" dirty="0">
                <a:sym typeface="Wingdings" pitchFamily="2" charset="2"/>
              </a:rPr>
              <a:t> </a:t>
            </a:r>
          </a:p>
          <a:p>
            <a:pPr lvl="1"/>
            <a:r>
              <a:rPr lang="de-DE" dirty="0">
                <a:sym typeface="Wingdings" pitchFamily="2" charset="2"/>
              </a:rPr>
              <a:t>{{}} – z.B. {{</a:t>
            </a:r>
            <a:r>
              <a:rPr lang="de-DE" dirty="0" err="1">
                <a:sym typeface="Wingdings" pitchFamily="2" charset="2"/>
              </a:rPr>
              <a:t>animals.length</a:t>
            </a:r>
            <a:r>
              <a:rPr lang="de-DE" dirty="0">
                <a:sym typeface="Wingdings" pitchFamily="2" charset="2"/>
              </a:rPr>
              <a:t>}}</a:t>
            </a:r>
          </a:p>
          <a:p>
            <a:pPr lvl="1"/>
            <a:r>
              <a:rPr lang="de-DE" dirty="0" err="1">
                <a:sym typeface="Wingdings" pitchFamily="2" charset="2"/>
              </a:rPr>
              <a:t>this</a:t>
            </a:r>
            <a:r>
              <a:rPr lang="de-DE" dirty="0">
                <a:sym typeface="Wingdings" pitchFamily="2" charset="2"/>
              </a:rPr>
              <a:t> – </a:t>
            </a:r>
            <a:r>
              <a:rPr lang="de-DE" dirty="0" err="1">
                <a:sym typeface="Wingdings" pitchFamily="2" charset="2"/>
              </a:rPr>
              <a:t>Context</a:t>
            </a:r>
            <a:r>
              <a:rPr lang="de-DE" dirty="0">
                <a:sym typeface="Wingdings" pitchFamily="2" charset="2"/>
              </a:rPr>
              <a:t> der Auswertung ist die Instanz der Komponentenklasse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750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3515024-0649-BB4E-9961-9A7B608A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Architektur Überblick</a:t>
            </a: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overview">
            <a:extLst>
              <a:ext uri="{FF2B5EF4-FFF2-40B4-BE49-F238E27FC236}">
                <a16:creationId xmlns:a16="http://schemas.microsoft.com/office/drawing/2014/main" id="{7745E195-95AF-4B4A-B67D-71F80428E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581497"/>
            <a:ext cx="7214616" cy="366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4488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524000" y="0"/>
            <a:ext cx="6915150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4400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FFFF"/>
                </a:solidFill>
                <a:latin typeface="Arial" charset="0"/>
                <a:ea typeface="DejaVu Sans" charset="0"/>
                <a:cs typeface="DejaVu Sans" charset="0"/>
              </a:defRPr>
            </a:lvl9pPr>
          </a:lstStyle>
          <a:p>
            <a:pPr>
              <a:buClrTx/>
              <a:buFontTx/>
              <a:buNone/>
            </a:pPr>
            <a:endParaRPr lang="de-DE" sz="2400" dirty="0">
              <a:solidFill>
                <a:srgbClr val="B5162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Literatur und Quellen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989" y="1160748"/>
            <a:ext cx="4463988" cy="3276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3153AF92-4FFC-D144-B24A-F34AEB699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089" y="1492839"/>
            <a:ext cx="3881486" cy="4854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27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48465" y="3298722"/>
            <a:ext cx="8495070" cy="178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Installation und Setup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Graphic 9" descr="Tools">
            <a:extLst>
              <a:ext uri="{FF2B5EF4-FFF2-40B4-BE49-F238E27FC236}">
                <a16:creationId xmlns:a16="http://schemas.microsoft.com/office/drawing/2014/main" id="{4FF8B8A6-D6A6-4518-A3DC-6EB20721D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553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de-DE" sz="3800">
                <a:solidFill>
                  <a:schemeClr val="bg1"/>
                </a:solidFill>
              </a:rPr>
              <a:t>JavaScript-Grundinstallation</a:t>
            </a:r>
          </a:p>
        </p:txBody>
      </p:sp>
      <p:graphicFrame>
        <p:nvGraphicFramePr>
          <p:cNvPr id="8" name="Inhaltsplatzhalter 2">
            <a:extLst>
              <a:ext uri="{FF2B5EF4-FFF2-40B4-BE49-F238E27FC236}">
                <a16:creationId xmlns:a16="http://schemas.microsoft.com/office/drawing/2014/main" id="{0D5F12EA-14B8-45AD-B135-211A12E607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3371004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798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Installation des Angular Command Line Interfaces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sz="1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install</a:t>
            </a:r>
            <a:r>
              <a:rPr lang="de-DE" sz="1900" dirty="0">
                <a:latin typeface="Courier New" pitchFamily="49" charset="0"/>
                <a:cs typeface="Courier New" pitchFamily="49" charset="0"/>
              </a:rPr>
              <a:t> -</a:t>
            </a:r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de-DE" sz="1900" dirty="0">
                <a:latin typeface="Courier New" pitchFamily="49" charset="0"/>
                <a:cs typeface="Courier New" pitchFamily="49" charset="0"/>
              </a:rPr>
              <a:t> @angular/cli</a:t>
            </a:r>
          </a:p>
          <a:p>
            <a:r>
              <a:rPr lang="de-DE" sz="1900" dirty="0"/>
              <a:t>Damit ist der Angular-Projektassistent </a:t>
            </a:r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ng</a:t>
            </a:r>
            <a:r>
              <a:rPr lang="de-DE" sz="1900" dirty="0"/>
              <a:t> installiert</a:t>
            </a:r>
          </a:p>
          <a:p>
            <a:pPr lvl="1"/>
            <a:r>
              <a:rPr lang="de-DE" sz="1900" dirty="0"/>
              <a:t>Anlegen eines neuen Projekts</a:t>
            </a:r>
          </a:p>
          <a:p>
            <a:pPr lvl="2"/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ng</a:t>
            </a:r>
            <a:r>
              <a:rPr lang="de-DE" sz="1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de-DE" sz="1900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sz="1900" dirty="0" err="1">
                <a:latin typeface="Courier New" pitchFamily="49" charset="0"/>
                <a:cs typeface="Courier New" pitchFamily="49" charset="0"/>
              </a:rPr>
              <a:t>projektname</a:t>
            </a:r>
            <a:r>
              <a:rPr lang="de-DE" sz="19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r>
              <a:rPr lang="de-DE" sz="1900" dirty="0"/>
              <a:t>Erzeugen neuer Angular-Programmteile</a:t>
            </a:r>
          </a:p>
          <a:p>
            <a:pPr lvl="2"/>
            <a:r>
              <a:rPr lang="de-DE" sz="1900" dirty="0"/>
              <a:t>Services</a:t>
            </a:r>
          </a:p>
          <a:p>
            <a:pPr lvl="2"/>
            <a:r>
              <a:rPr lang="de-DE" sz="1900" dirty="0"/>
              <a:t>Direktiven</a:t>
            </a:r>
          </a:p>
          <a:p>
            <a:pPr lvl="2"/>
            <a:r>
              <a:rPr lang="de-DE" sz="1900" dirty="0"/>
              <a:t>…</a:t>
            </a:r>
          </a:p>
          <a:p>
            <a:r>
              <a:rPr lang="de-DE" sz="1900" dirty="0"/>
              <a:t>Freunde des </a:t>
            </a:r>
            <a:r>
              <a:rPr lang="de-DE" sz="1900" dirty="0" err="1"/>
              <a:t>Handmade</a:t>
            </a:r>
            <a:r>
              <a:rPr lang="de-DE" sz="1900" dirty="0"/>
              <a:t> </a:t>
            </a:r>
            <a:r>
              <a:rPr lang="de-DE" sz="1900" dirty="0" err="1"/>
              <a:t>Manifesto</a:t>
            </a:r>
            <a:r>
              <a:rPr lang="de-DE" sz="1900" dirty="0"/>
              <a:t>:</a:t>
            </a:r>
          </a:p>
          <a:p>
            <a:pPr lvl="1"/>
            <a:r>
              <a:rPr lang="de-DE" sz="1900" dirty="0"/>
              <a:t>Das Anlegen eines Angular-Projektes kann natürlich auch ohne dieses Werkzeug erfolgen</a:t>
            </a:r>
          </a:p>
        </p:txBody>
      </p:sp>
    </p:spTree>
    <p:extLst>
      <p:ext uri="{BB962C8B-B14F-4D97-AF65-F5344CB8AC3E}">
        <p14:creationId xmlns:p14="http://schemas.microsoft.com/office/powerpoint/2010/main" val="32320908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Überblick über ng command 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Development server</a:t>
            </a:r>
          </a:p>
          <a:p>
            <a:pPr lvl="1"/>
            <a:r>
              <a:rPr lang="en-US" sz="1700">
                <a:latin typeface="Courier New" pitchFamily="49" charset="0"/>
                <a:cs typeface="Courier New" pitchFamily="49" charset="0"/>
              </a:rPr>
              <a:t>ng serve</a:t>
            </a:r>
            <a:r>
              <a:rPr lang="en-US" sz="1700"/>
              <a:t> startet einen Server mit Browser-Sync auf </a:t>
            </a:r>
            <a:r>
              <a:rPr lang="en-US" sz="1700" u="sng">
                <a:latin typeface="Courier New" pitchFamily="49" charset="0"/>
                <a:cs typeface="Courier New" pitchFamily="49" charset="0"/>
              </a:rPr>
              <a:t>http://localhost:4200/</a:t>
            </a:r>
          </a:p>
          <a:p>
            <a:r>
              <a:rPr lang="en-US" sz="1700"/>
              <a:t>Code Scaffolding</a:t>
            </a:r>
          </a:p>
          <a:p>
            <a:r>
              <a:rPr lang="en-US" sz="1700">
                <a:latin typeface="Courier New" pitchFamily="49" charset="0"/>
                <a:cs typeface="Courier New" pitchFamily="49" charset="0"/>
              </a:rPr>
              <a:t>ng generate component component-name</a:t>
            </a:r>
          </a:p>
          <a:p>
            <a:pPr lvl="1"/>
            <a:r>
              <a:rPr lang="en-US" sz="1700">
                <a:latin typeface="Courier New" pitchFamily="49" charset="0"/>
                <a:cs typeface="Courier New" pitchFamily="49" charset="0"/>
              </a:rPr>
              <a:t>directive|pipe|service|class|guard|interface|enum|module</a:t>
            </a:r>
          </a:p>
          <a:p>
            <a:r>
              <a:rPr lang="en-US" sz="1700"/>
              <a:t>Build</a:t>
            </a:r>
          </a:p>
          <a:p>
            <a:pPr lvl="1"/>
            <a:r>
              <a:rPr lang="en-US" sz="1700">
                <a:latin typeface="Courier New" pitchFamily="49" charset="0"/>
                <a:cs typeface="Courier New" pitchFamily="49" charset="0"/>
              </a:rPr>
              <a:t>ng build &lt;-prod&gt;</a:t>
            </a:r>
            <a:endParaRPr lang="en-US" sz="1700"/>
          </a:p>
          <a:p>
            <a:r>
              <a:rPr lang="en-US" sz="1700"/>
              <a:t>Unit Tests</a:t>
            </a:r>
          </a:p>
          <a:p>
            <a:pPr lvl="1"/>
            <a:r>
              <a:rPr lang="en-US" sz="1700">
                <a:latin typeface="Courier New" pitchFamily="49" charset="0"/>
                <a:cs typeface="Courier New" pitchFamily="49" charset="0"/>
              </a:rPr>
              <a:t>ng test</a:t>
            </a:r>
            <a:r>
              <a:rPr lang="en-US" sz="1700"/>
              <a:t> führt Karma-Tests aus 	    </a:t>
            </a:r>
            <a:r>
              <a:rPr lang="en-US" sz="1700" u="sng">
                <a:latin typeface="Courier New" pitchFamily="49" charset="0"/>
                <a:cs typeface="Courier New" pitchFamily="49" charset="0"/>
                <a:hlinkClick r:id="rId2"/>
              </a:rPr>
              <a:t>https://karma-runner.github.io</a:t>
            </a:r>
            <a:endParaRPr lang="en-US" sz="1700" u="sng">
              <a:latin typeface="Courier New" pitchFamily="49" charset="0"/>
              <a:cs typeface="Courier New" pitchFamily="49" charset="0"/>
            </a:endParaRPr>
          </a:p>
          <a:p>
            <a:r>
              <a:rPr lang="en-US" sz="1700"/>
              <a:t>End-to-End Tests</a:t>
            </a:r>
          </a:p>
          <a:p>
            <a:pPr lvl="1"/>
            <a:r>
              <a:rPr lang="en-US" sz="1700">
                <a:latin typeface="Courier New" pitchFamily="49" charset="0"/>
                <a:cs typeface="Courier New" pitchFamily="49" charset="0"/>
              </a:rPr>
              <a:t>ng e2e</a:t>
            </a:r>
            <a:r>
              <a:rPr lang="en-US" sz="1700"/>
              <a:t> führt Protractor-Tests aus. </a:t>
            </a:r>
            <a:r>
              <a:rPr lang="de-DE" sz="1700" u="sng">
                <a:latin typeface="Courier New" pitchFamily="49" charset="0"/>
                <a:cs typeface="Courier New" pitchFamily="49" charset="0"/>
              </a:rPr>
              <a:t>http://www.protractortest.org/</a:t>
            </a:r>
          </a:p>
        </p:txBody>
      </p:sp>
    </p:spTree>
    <p:extLst>
      <p:ext uri="{BB962C8B-B14F-4D97-AF65-F5344CB8AC3E}">
        <p14:creationId xmlns:p14="http://schemas.microsoft.com/office/powerpoint/2010/main" val="13181442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Video 8">
            <a:extLst>
              <a:ext uri="{FF2B5EF4-FFF2-40B4-BE49-F238E27FC236}">
                <a16:creationId xmlns:a16="http://schemas.microsoft.com/office/drawing/2014/main" id="{7B4A78C5-515D-4BFB-AAE3-A785E8F1F39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Ein erstes Projekt</a:t>
            </a:r>
          </a:p>
        </p:txBody>
      </p:sp>
    </p:spTree>
    <p:extLst>
      <p:ext uri="{BB962C8B-B14F-4D97-AF65-F5344CB8AC3E}">
        <p14:creationId xmlns:p14="http://schemas.microsoft.com/office/powerpoint/2010/main" val="289406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9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Anlegen des Projekts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>
                <a:latin typeface="Courier New" pitchFamily="49" charset="0"/>
                <a:cs typeface="Courier New" pitchFamily="49" charset="0"/>
              </a:rPr>
              <a:t>ng new org.somepackage.angular</a:t>
            </a:r>
          </a:p>
          <a:p>
            <a:r>
              <a:rPr lang="de-DE" sz="2000"/>
              <a:t>Damit wird ein node-Projekt erzeugt</a:t>
            </a:r>
          </a:p>
          <a:p>
            <a:r>
              <a:rPr lang="de-DE" sz="2000"/>
              <a:t>Ebenso werden automatisch alle Abhängigkeiten installiert</a:t>
            </a:r>
          </a:p>
          <a:p>
            <a:pPr lvl="1"/>
            <a:r>
              <a:rPr lang="de-DE" sz="2000"/>
              <a:t>Insbesondere TypeScript</a:t>
            </a:r>
          </a:p>
        </p:txBody>
      </p:sp>
    </p:spTree>
    <p:extLst>
      <p:ext uri="{BB962C8B-B14F-4D97-AF65-F5344CB8AC3E}">
        <p14:creationId xmlns:p14="http://schemas.microsoft.com/office/powerpoint/2010/main" val="38922988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Projektstruktur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431" y="831571"/>
            <a:ext cx="2071491" cy="539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987669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de-DE" sz="3100" dirty="0">
                <a:solidFill>
                  <a:srgbClr val="FFFFFF"/>
                </a:solidFill>
              </a:rPr>
              <a:t>Die Anwendung unter localhost:4200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224108"/>
            <a:ext cx="6780700" cy="440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33216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CB4DC03-3741-214F-A90E-6CD1D6C5A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4: Erstelle Initiales Projekt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A18CFA2-EB0E-1748-95A3-A3CBB76F4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Öffne ein Terminal</a:t>
            </a:r>
          </a:p>
          <a:p>
            <a:r>
              <a:rPr lang="de-DE" dirty="0"/>
              <a:t>Installiere, falls noch nicht geschehen, das Angular CLI global (siehe </a:t>
            </a:r>
            <a:r>
              <a:rPr lang="de-DE" i="1" dirty="0">
                <a:hlinkClick r:id="rId3"/>
              </a:rPr>
              <a:t>Benötigte Software</a:t>
            </a:r>
            <a:r>
              <a:rPr lang="de-DE" dirty="0"/>
              <a:t>)</a:t>
            </a:r>
          </a:p>
          <a:p>
            <a:r>
              <a:rPr lang="de-DE" dirty="0"/>
              <a:t>Navigiere zu einem Ordner in dem das neues Projekt anzulegen werden soll</a:t>
            </a:r>
          </a:p>
          <a:p>
            <a:r>
              <a:rPr lang="de-DE" dirty="0"/>
              <a:t>Lege eine neues Projekt an: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de-DE" dirty="0"/>
              <a:t>-manager-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/>
              <a:t>Wechsel in das erzeugte Verzeichnis </a:t>
            </a:r>
            <a:r>
              <a:rPr lang="de-DE" dirty="0" err="1"/>
              <a:t>training</a:t>
            </a:r>
            <a:r>
              <a:rPr lang="de-DE" dirty="0"/>
              <a:t>-manager-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/>
              <a:t>Führe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serve</a:t>
            </a:r>
            <a:r>
              <a:rPr lang="de-DE" dirty="0"/>
              <a:t> aus</a:t>
            </a:r>
          </a:p>
          <a:p>
            <a:r>
              <a:rPr lang="de-DE" dirty="0"/>
              <a:t>Öffne Anwendung im Browser unter </a:t>
            </a:r>
            <a:r>
              <a:rPr lang="de-DE" i="1" u="sng" dirty="0">
                <a:hlinkClick r:id="rId4"/>
              </a:rPr>
              <a:t>http://localhost:4200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099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Reload</a:t>
            </a:r>
            <a:r>
              <a:rPr lang="de-DE" dirty="0"/>
              <a:t> der App im Hintergrund bei Change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serve</a:t>
            </a:r>
            <a:r>
              <a:rPr lang="de-DE" dirty="0"/>
              <a:t> –o (</a:t>
            </a:r>
            <a:r>
              <a:rPr lang="de-DE" dirty="0" err="1"/>
              <a:t>observe</a:t>
            </a:r>
            <a:r>
              <a:rPr lang="de-DE" dirty="0"/>
              <a:t>)</a:t>
            </a:r>
          </a:p>
          <a:p>
            <a:r>
              <a:rPr lang="de-DE" dirty="0"/>
              <a:t>Beispiel:</a:t>
            </a:r>
          </a:p>
          <a:p>
            <a:pPr lvl="1"/>
            <a:r>
              <a:rPr lang="de-DE" dirty="0"/>
              <a:t>Ändern des Seitentitels sowie der Willkommens-Nachricht</a:t>
            </a:r>
          </a:p>
          <a:p>
            <a:pPr lvl="2"/>
            <a:r>
              <a:rPr lang="de-DE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/index.html</a:t>
            </a:r>
          </a:p>
          <a:p>
            <a:pPr lvl="2"/>
            <a:r>
              <a:rPr lang="de-DE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/app.component.html</a:t>
            </a:r>
          </a:p>
          <a:p>
            <a:pPr lvl="2"/>
            <a:r>
              <a:rPr lang="de-DE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app.component.ts</a:t>
            </a:r>
            <a:endParaRPr lang="de-DE" i="1" dirty="0">
              <a:latin typeface="Courier New" pitchFamily="49" charset="0"/>
              <a:cs typeface="Courier New" pitchFamily="49" charset="0"/>
            </a:endParaRPr>
          </a:p>
          <a:p>
            <a:pPr lvl="2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56282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de-DE" sz="3600">
                <a:solidFill>
                  <a:srgbClr val="FFFFFF"/>
                </a:solidFill>
              </a:rPr>
              <a:t>Die aktualisierte Seite</a:t>
            </a:r>
          </a:p>
        </p:txBody>
      </p:sp>
      <p:pic>
        <p:nvPicPr>
          <p:cNvPr id="5122" name="Picture 2" descr="Angular JS Hello World Example">
            <a:extLst>
              <a:ext uri="{FF2B5EF4-FFF2-40B4-BE49-F238E27FC236}">
                <a16:creationId xmlns:a16="http://schemas.microsoft.com/office/drawing/2014/main" id="{8F6AAA3B-F66B-EA4F-9684-828BE03E8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8897" y="643466"/>
            <a:ext cx="4357537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7259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9">
            <a:extLst>
              <a:ext uri="{FF2B5EF4-FFF2-40B4-BE49-F238E27FC236}">
                <a16:creationId xmlns:a16="http://schemas.microsoft.com/office/drawing/2014/main" id="{3BAA5CB3-DD96-408C-A8DF-F03B7F0E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178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41248" y="2826251"/>
            <a:ext cx="10512552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Ein Angular Module</a:t>
            </a:r>
          </a:p>
        </p:txBody>
      </p:sp>
    </p:spTree>
    <p:extLst>
      <p:ext uri="{BB962C8B-B14F-4D97-AF65-F5344CB8AC3E}">
        <p14:creationId xmlns:p14="http://schemas.microsoft.com/office/powerpoint/2010/main" val="417400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3F46897-5E04-344E-B4A0-7377C3BD6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Was ist ein Modul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04B8D0-3215-6140-967F-9D233E37E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/>
              <a:t>Angular-spezifischer Code muss organisiert werden</a:t>
            </a:r>
          </a:p>
          <a:p>
            <a:pPr lvl="1"/>
            <a:r>
              <a:rPr lang="de-DE" sz="2000"/>
              <a:t>Gleiche Grundgedanken und Aufbau wie bei ES6 Modulen</a:t>
            </a:r>
          </a:p>
          <a:p>
            <a:pPr lvl="1"/>
            <a:r>
              <a:rPr lang="de-DE" sz="2000"/>
              <a:t>Kapselung &amp; Wiederverwendbarkeit</a:t>
            </a:r>
          </a:p>
          <a:p>
            <a:pPr lvl="1"/>
            <a:r>
              <a:rPr lang="de-DE" sz="2000"/>
              <a:t>Leichtes Einbinden von Bibliotheken</a:t>
            </a:r>
          </a:p>
          <a:p>
            <a:pPr lvl="1"/>
            <a:r>
              <a:rPr lang="de-DE" sz="2000"/>
              <a:t>Genaue Steuerung was wo verwendet wird</a:t>
            </a:r>
          </a:p>
          <a:p>
            <a:pPr lvl="1"/>
            <a:r>
              <a:rPr lang="de-DE" sz="2000"/>
              <a:t>Kompromiss zwischen</a:t>
            </a:r>
            <a:br>
              <a:rPr lang="de-DE" sz="2000"/>
            </a:br>
            <a:r>
              <a:rPr lang="de-DE" sz="2000"/>
              <a:t>"alles immer angeben müssen" (Angular &lt; 2.0.0-rc.5) und</a:t>
            </a:r>
            <a:br>
              <a:rPr lang="de-DE" sz="2000"/>
            </a:br>
            <a:r>
              <a:rPr lang="de-DE" sz="2000"/>
              <a:t>"einfach rein schmeißen" (AngularJS 1)</a:t>
            </a:r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6863394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Übersicht der Dateien eines Moduls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index.html</a:t>
            </a:r>
            <a:endParaRPr lang="de-DE" sz="1800" i="1" dirty="0">
              <a:latin typeface="Courier New" pitchFamily="49" charset="0"/>
              <a:cs typeface="Courier New" pitchFamily="49" charset="0"/>
            </a:endParaRPr>
          </a:p>
          <a:p>
            <a:pPr marL="444500" lvl="2" indent="-269875">
              <a:spcBef>
                <a:spcPts val="600"/>
              </a:spcBef>
              <a:buClr>
                <a:srgbClr val="B51621"/>
              </a:buClr>
            </a:pPr>
            <a:r>
              <a:rPr lang="de-DE" sz="1800" dirty="0"/>
              <a:t>Die Hauptseite</a:t>
            </a:r>
          </a:p>
          <a:p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app.module.ts</a:t>
            </a:r>
            <a:endParaRPr lang="de-DE" sz="1800" i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sz="1800" dirty="0"/>
              <a:t>Definition des Moduls</a:t>
            </a:r>
          </a:p>
          <a:p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app.component.ts</a:t>
            </a:r>
            <a:endParaRPr lang="de-DE" sz="1800" i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sz="1800" dirty="0"/>
              <a:t>Definition des dynamischen Anteils einer Komponente mit </a:t>
            </a:r>
            <a:r>
              <a:rPr lang="de-DE" sz="1800" dirty="0" err="1"/>
              <a:t>TypeScript</a:t>
            </a:r>
            <a:endParaRPr lang="de-DE" sz="1800" dirty="0"/>
          </a:p>
          <a:p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app.component.html</a:t>
            </a:r>
            <a:endParaRPr lang="de-DE" sz="1800" i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sz="1800" dirty="0"/>
              <a:t>Definition des HTML-Templates einer Komponente</a:t>
            </a:r>
          </a:p>
          <a:p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app.component.css</a:t>
            </a:r>
            <a:endParaRPr lang="de-DE" sz="1800" i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sz="1800" dirty="0"/>
              <a:t>Stylesheet der Komponente</a:t>
            </a:r>
          </a:p>
          <a:p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800" i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i="1" dirty="0" err="1">
                <a:latin typeface="Courier New" pitchFamily="49" charset="0"/>
                <a:cs typeface="Courier New" pitchFamily="49" charset="0"/>
              </a:rPr>
              <a:t>app.component.spec.ts</a:t>
            </a:r>
            <a:endParaRPr lang="de-DE" sz="1800" i="1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sz="1800" dirty="0"/>
              <a:t>Definition von Karma-Tests </a:t>
            </a: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6485954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7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Referenz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auf Module in Index-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Seite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8BB0179-006F-6640-8AC8-65A122AF2B6B}"/>
              </a:ext>
            </a:extLst>
          </p:cNvPr>
          <p:cNvCxnSpPr>
            <a:cxnSpLocks/>
          </p:cNvCxnSpPr>
          <p:nvPr/>
        </p:nvCxnSpPr>
        <p:spPr>
          <a:xfrm flipH="1" flipV="1">
            <a:off x="4102443" y="4584357"/>
            <a:ext cx="1890585" cy="543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ieren 6"/>
          <p:cNvGrpSpPr/>
          <p:nvPr/>
        </p:nvGrpSpPr>
        <p:grpSpPr>
          <a:xfrm>
            <a:off x="2858965" y="1828800"/>
            <a:ext cx="6474070" cy="4352544"/>
            <a:chOff x="251520" y="1052736"/>
            <a:chExt cx="7658100" cy="5148572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1052736"/>
              <a:ext cx="7658100" cy="3876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Legende mit Linie 1 5"/>
            <p:cNvSpPr/>
            <p:nvPr/>
          </p:nvSpPr>
          <p:spPr>
            <a:xfrm>
              <a:off x="5004048" y="4401108"/>
              <a:ext cx="2556284" cy="1800200"/>
            </a:xfrm>
            <a:prstGeom prst="borderCallout1">
              <a:avLst>
                <a:gd name="adj1" fmla="val 18750"/>
                <a:gd name="adj2" fmla="val -8333"/>
                <a:gd name="adj3" fmla="val -13509"/>
                <a:gd name="adj4" fmla="val -6860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de-DE" sz="2400">
                  <a:solidFill>
                    <a:schemeClr val="tx1"/>
                  </a:solidFill>
                </a:rPr>
                <a:t>Der Einstiegspunkt für Angular</a:t>
              </a:r>
            </a:p>
          </p:txBody>
        </p:sp>
      </p:grp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3F879316-F596-D845-A0AA-CA5FA773B4C7}"/>
              </a:ext>
            </a:extLst>
          </p:cNvPr>
          <p:cNvCxnSpPr/>
          <p:nvPr/>
        </p:nvCxnSpPr>
        <p:spPr>
          <a:xfrm flipH="1" flipV="1">
            <a:off x="5348614" y="4459266"/>
            <a:ext cx="1528084" cy="646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0554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Component</a:t>
            </a:r>
            <a:r>
              <a:rPr lang="de-DE" dirty="0"/>
              <a:t>-Annotation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Eine </a:t>
            </a:r>
            <a:r>
              <a:rPr lang="de-DE" dirty="0" err="1"/>
              <a:t>Component</a:t>
            </a:r>
            <a:r>
              <a:rPr lang="de-DE" dirty="0"/>
              <a:t> ist eine </a:t>
            </a:r>
            <a:r>
              <a:rPr lang="de-DE" dirty="0" err="1"/>
              <a:t>TypeScript</a:t>
            </a:r>
            <a:r>
              <a:rPr lang="de-DE" dirty="0"/>
              <a:t>-Klasse mit der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Component</a:t>
            </a:r>
            <a:r>
              <a:rPr lang="de-DE" dirty="0"/>
              <a:t>-Annotation</a:t>
            </a:r>
          </a:p>
          <a:p>
            <a:pPr lvl="1"/>
            <a:r>
              <a:rPr lang="de-DE" dirty="0"/>
              <a:t>Annotationen enthalten Metadaten, die der Klasse zugeordnet werden</a:t>
            </a:r>
          </a:p>
          <a:p>
            <a:pPr lvl="1"/>
            <a:r>
              <a:rPr lang="de-DE" dirty="0"/>
              <a:t>Diese müssen von einem Framework interpretiert werden</a:t>
            </a:r>
          </a:p>
          <a:p>
            <a:r>
              <a:rPr lang="de-DE" dirty="0"/>
              <a:t>Annotationen sind damit so etwas wie statische Eigenschaften einer Klasse</a:t>
            </a:r>
          </a:p>
          <a:p>
            <a:pPr lvl="1"/>
            <a:r>
              <a:rPr lang="de-DE" dirty="0"/>
              <a:t>Allerdings sind diese syntaktisch nicht Bestandteil der Klassendeklaration</a:t>
            </a:r>
          </a:p>
          <a:p>
            <a:pPr lvl="1"/>
            <a:r>
              <a:rPr lang="de-DE" dirty="0"/>
              <a:t>Damit ergibt sich eine sauber Trennung</a:t>
            </a:r>
          </a:p>
          <a:p>
            <a:r>
              <a:rPr lang="de-DE" dirty="0"/>
              <a:t>Eine typische </a:t>
            </a:r>
            <a:r>
              <a:rPr lang="de-DE" dirty="0" err="1"/>
              <a:t>Component</a:t>
            </a:r>
            <a:r>
              <a:rPr lang="de-DE" dirty="0"/>
              <a:t> definiert</a:t>
            </a:r>
          </a:p>
          <a:p>
            <a:pPr lvl="1"/>
            <a:r>
              <a:rPr lang="de-DE" dirty="0"/>
              <a:t>Den </a:t>
            </a:r>
            <a:r>
              <a:rPr lang="de-DE" dirty="0" err="1"/>
              <a:t>Selector</a:t>
            </a:r>
            <a:r>
              <a:rPr lang="de-DE" dirty="0"/>
              <a:t> als Bezug zum Template</a:t>
            </a:r>
          </a:p>
          <a:p>
            <a:pPr lvl="1"/>
            <a:r>
              <a:rPr lang="de-DE" dirty="0"/>
              <a:t>Die Lokation des Templates</a:t>
            </a:r>
          </a:p>
          <a:p>
            <a:r>
              <a:rPr lang="de-DE" dirty="0"/>
              <a:t>Vollständige Liste unter</a:t>
            </a:r>
          </a:p>
          <a:p>
            <a:pPr lvl="1"/>
            <a:r>
              <a:rPr lang="de-DE" i="1" dirty="0">
                <a:latin typeface="Courier New" pitchFamily="49" charset="0"/>
                <a:cs typeface="Courier New" pitchFamily="49" charset="0"/>
              </a:rPr>
              <a:t>https://angular.io/api/core/Component</a:t>
            </a:r>
          </a:p>
        </p:txBody>
      </p:sp>
    </p:spTree>
    <p:extLst>
      <p:ext uri="{BB962C8B-B14F-4D97-AF65-F5344CB8AC3E}">
        <p14:creationId xmlns:p14="http://schemas.microsoft.com/office/powerpoint/2010/main" val="20624916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der </a:t>
            </a:r>
            <a:r>
              <a:rPr lang="de-DE" dirty="0" err="1"/>
              <a:t>Component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Eigenschaften der </a:t>
            </a:r>
            <a:r>
              <a:rPr lang="de-DE" dirty="0" err="1"/>
              <a:t>Component</a:t>
            </a:r>
            <a:r>
              <a:rPr lang="de-DE" dirty="0"/>
              <a:t>-Klasse dienen als Schnittstelle zum HTML-Code</a:t>
            </a:r>
          </a:p>
          <a:p>
            <a:pPr lvl="1"/>
            <a:r>
              <a:rPr lang="de-DE" dirty="0"/>
              <a:t>Werte werden über Interpolation oder Direktiven gebunden</a:t>
            </a:r>
          </a:p>
          <a:p>
            <a:pPr lvl="1"/>
            <a:r>
              <a:rPr lang="de-DE" dirty="0"/>
              <a:t>Funktionen dienen als Event-Handler</a:t>
            </a:r>
          </a:p>
          <a:p>
            <a:r>
              <a:rPr lang="de-DE" dirty="0"/>
              <a:t>Bei Bedarf implementiert die </a:t>
            </a:r>
            <a:r>
              <a:rPr lang="de-DE" dirty="0" err="1"/>
              <a:t>Component</a:t>
            </a:r>
            <a:r>
              <a:rPr lang="de-DE" dirty="0"/>
              <a:t>-Klasse </a:t>
            </a:r>
            <a:r>
              <a:rPr lang="de-DE" dirty="0" err="1"/>
              <a:t>Lifecycle</a:t>
            </a:r>
            <a:r>
              <a:rPr lang="de-DE" dirty="0"/>
              <a:t>-Funktionen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ngOnChanges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ngOnInit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i="1" dirty="0">
                <a:latin typeface="Courier New" pitchFamily="49" charset="0"/>
                <a:cs typeface="Courier New" pitchFamily="49" charset="0"/>
              </a:rPr>
              <a:t>https://angular.io/guide/lifecycle-hooks</a:t>
            </a:r>
          </a:p>
        </p:txBody>
      </p:sp>
    </p:spTree>
    <p:extLst>
      <p:ext uri="{BB962C8B-B14F-4D97-AF65-F5344CB8AC3E}">
        <p14:creationId xmlns:p14="http://schemas.microsoft.com/office/powerpoint/2010/main" val="38451654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Angular-Module: Die </a:t>
            </a:r>
            <a:r>
              <a:rPr lang="de-DE" dirty="0" err="1"/>
              <a:t>Component</a:t>
            </a:r>
            <a:endParaRPr lang="de-DE" dirty="0"/>
          </a:p>
        </p:txBody>
      </p:sp>
      <p:sp>
        <p:nvSpPr>
          <p:cNvPr id="20" name="Inhaltsplatzhalter 19">
            <a:extLst>
              <a:ext uri="{FF2B5EF4-FFF2-40B4-BE49-F238E27FC236}">
                <a16:creationId xmlns:a16="http://schemas.microsoft.com/office/drawing/2014/main" id="{4EB13355-A3DD-014C-BB8A-D1D4FC147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 err="1">
                <a:solidFill>
                  <a:srgbClr val="0033B3"/>
                </a:solidFill>
              </a:rPr>
              <a:t>import</a:t>
            </a:r>
            <a:r>
              <a:rPr lang="de-DE" sz="1800" dirty="0">
                <a:solidFill>
                  <a:srgbClr val="0033B3"/>
                </a:solidFill>
              </a:rPr>
              <a:t> </a:t>
            </a:r>
            <a:r>
              <a:rPr lang="de-DE" sz="1800" dirty="0"/>
              <a:t>{</a:t>
            </a:r>
            <a:r>
              <a:rPr lang="de-DE" sz="1800" dirty="0" err="1">
                <a:solidFill>
                  <a:srgbClr val="000000"/>
                </a:solidFill>
              </a:rPr>
              <a:t>ApplicationRef</a:t>
            </a:r>
            <a:r>
              <a:rPr lang="de-DE" sz="1800" dirty="0"/>
              <a:t>, </a:t>
            </a:r>
            <a:r>
              <a:rPr lang="de-DE" sz="1800" dirty="0" err="1">
                <a:solidFill>
                  <a:srgbClr val="830091"/>
                </a:solidFill>
              </a:rPr>
              <a:t>Component</a:t>
            </a:r>
            <a:r>
              <a:rPr lang="de-DE" sz="1800" dirty="0"/>
              <a:t>, </a:t>
            </a:r>
            <a:r>
              <a:rPr lang="de-DE" sz="1800" dirty="0" err="1">
                <a:solidFill>
                  <a:srgbClr val="000000"/>
                </a:solidFill>
              </a:rPr>
              <a:t>OnDestroy</a:t>
            </a:r>
            <a:r>
              <a:rPr lang="de-DE" sz="1800" dirty="0"/>
              <a:t>, </a:t>
            </a:r>
            <a:r>
              <a:rPr lang="de-DE" sz="1800" dirty="0" err="1">
                <a:solidFill>
                  <a:srgbClr val="000000"/>
                </a:solidFill>
              </a:rPr>
              <a:t>OnInit</a:t>
            </a:r>
            <a:r>
              <a:rPr lang="de-DE" sz="1800" dirty="0"/>
              <a:t>} </a:t>
            </a:r>
            <a:r>
              <a:rPr lang="de-DE" sz="1800" dirty="0" err="1">
                <a:solidFill>
                  <a:srgbClr val="0033B3"/>
                </a:solidFill>
              </a:rPr>
              <a:t>from</a:t>
            </a:r>
            <a:r>
              <a:rPr lang="de-DE" sz="1800" dirty="0">
                <a:solidFill>
                  <a:srgbClr val="0033B3"/>
                </a:solidFill>
              </a:rPr>
              <a:t> </a:t>
            </a:r>
            <a:r>
              <a:rPr lang="de-DE" sz="1800" dirty="0">
                <a:solidFill>
                  <a:srgbClr val="067D17"/>
                </a:solidFill>
              </a:rPr>
              <a:t>"@angular/</a:t>
            </a:r>
            <a:r>
              <a:rPr lang="de-DE" sz="1800" dirty="0" err="1">
                <a:solidFill>
                  <a:srgbClr val="067D17"/>
                </a:solidFill>
              </a:rPr>
              <a:t>core</a:t>
            </a:r>
            <a:r>
              <a:rPr lang="de-DE" sz="1800" dirty="0">
                <a:solidFill>
                  <a:srgbClr val="067D17"/>
                </a:solidFill>
              </a:rPr>
              <a:t>"</a:t>
            </a:r>
            <a:r>
              <a:rPr lang="de-DE" sz="1800" dirty="0"/>
              <a:t>;</a:t>
            </a:r>
            <a:endParaRPr lang="de-DE" sz="1800" dirty="0">
              <a:solidFill>
                <a:srgbClr val="9E880D"/>
              </a:solidFill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9E880D"/>
                </a:solidFill>
              </a:rPr>
              <a:t>@</a:t>
            </a:r>
            <a:r>
              <a:rPr lang="de-DE" sz="1800" dirty="0" err="1">
                <a:solidFill>
                  <a:srgbClr val="9E880D"/>
                </a:solidFill>
              </a:rPr>
              <a:t>Component</a:t>
            </a:r>
            <a:r>
              <a:rPr lang="de-DE" sz="1800" dirty="0"/>
              <a:t>({</a:t>
            </a:r>
            <a:br>
              <a:rPr lang="de-DE" sz="1800" dirty="0"/>
            </a:br>
            <a:r>
              <a:rPr lang="de-DE" sz="1800" dirty="0"/>
              <a:t>    </a:t>
            </a:r>
            <a:r>
              <a:rPr lang="de-DE" sz="1800" dirty="0" err="1">
                <a:solidFill>
                  <a:srgbClr val="871094"/>
                </a:solidFill>
              </a:rPr>
              <a:t>selector</a:t>
            </a:r>
            <a:r>
              <a:rPr lang="de-DE" sz="1800" dirty="0"/>
              <a:t>: </a:t>
            </a:r>
            <a:r>
              <a:rPr lang="de-DE" sz="1800" dirty="0">
                <a:solidFill>
                  <a:srgbClr val="067D17"/>
                </a:solidFill>
              </a:rPr>
              <a:t>“</a:t>
            </a:r>
            <a:r>
              <a:rPr lang="de-DE" sz="1800" dirty="0" err="1">
                <a:solidFill>
                  <a:srgbClr val="067D17"/>
                </a:solidFill>
              </a:rPr>
              <a:t>app-root</a:t>
            </a:r>
            <a:r>
              <a:rPr lang="de-DE" sz="1800" dirty="0">
                <a:solidFill>
                  <a:srgbClr val="067D17"/>
                </a:solidFill>
              </a:rPr>
              <a:t>"</a:t>
            </a:r>
            <a:r>
              <a:rPr lang="de-DE" sz="1800" dirty="0"/>
              <a:t>,</a:t>
            </a:r>
            <a:br>
              <a:rPr lang="de-DE" sz="1800" dirty="0"/>
            </a:br>
            <a:r>
              <a:rPr lang="de-DE" sz="1800" dirty="0"/>
              <a:t>    </a:t>
            </a:r>
            <a:r>
              <a:rPr lang="de-DE" sz="1800" dirty="0" err="1">
                <a:solidFill>
                  <a:srgbClr val="871094"/>
                </a:solidFill>
              </a:rPr>
              <a:t>templateUrl</a:t>
            </a:r>
            <a:r>
              <a:rPr lang="de-DE" sz="1800" dirty="0"/>
              <a:t>: </a:t>
            </a:r>
            <a:r>
              <a:rPr lang="de-DE" sz="1800" dirty="0">
                <a:solidFill>
                  <a:srgbClr val="067D17"/>
                </a:solidFill>
              </a:rPr>
              <a:t>"./</a:t>
            </a:r>
            <a:r>
              <a:rPr lang="de-DE" sz="1800" dirty="0" err="1">
                <a:solidFill>
                  <a:srgbClr val="067D17"/>
                </a:solidFill>
              </a:rPr>
              <a:t>app.component.html</a:t>
            </a:r>
            <a:r>
              <a:rPr lang="de-DE" sz="1800" dirty="0">
                <a:solidFill>
                  <a:srgbClr val="067D17"/>
                </a:solidFill>
              </a:rPr>
              <a:t>"</a:t>
            </a:r>
            <a:r>
              <a:rPr lang="de-DE" sz="1800" dirty="0"/>
              <a:t>,</a:t>
            </a:r>
            <a:br>
              <a:rPr lang="de-DE" sz="1800" dirty="0"/>
            </a:br>
            <a:r>
              <a:rPr lang="de-DE" sz="1800" dirty="0"/>
              <a:t>    </a:t>
            </a:r>
            <a:r>
              <a:rPr lang="de-DE" sz="1800" dirty="0" err="1">
                <a:solidFill>
                  <a:srgbClr val="871094"/>
                </a:solidFill>
              </a:rPr>
              <a:t>styleUrls</a:t>
            </a:r>
            <a:r>
              <a:rPr lang="de-DE" sz="1800" dirty="0"/>
              <a:t>: [</a:t>
            </a:r>
            <a:r>
              <a:rPr lang="de-DE" sz="1800" dirty="0">
                <a:solidFill>
                  <a:srgbClr val="067D17"/>
                </a:solidFill>
              </a:rPr>
              <a:t>"./</a:t>
            </a:r>
            <a:r>
              <a:rPr lang="de-DE" sz="1800" dirty="0" err="1">
                <a:solidFill>
                  <a:srgbClr val="067D17"/>
                </a:solidFill>
              </a:rPr>
              <a:t>app.component.scss</a:t>
            </a:r>
            <a:r>
              <a:rPr lang="de-DE" sz="1800" dirty="0">
                <a:solidFill>
                  <a:srgbClr val="067D17"/>
                </a:solidFill>
              </a:rPr>
              <a:t>"</a:t>
            </a:r>
            <a:r>
              <a:rPr lang="de-DE" sz="1800" dirty="0"/>
              <a:t>],</a:t>
            </a:r>
            <a:br>
              <a:rPr lang="de-DE" sz="1800" dirty="0"/>
            </a:br>
            <a:r>
              <a:rPr lang="de-DE" sz="1800" dirty="0"/>
              <a:t>    </a:t>
            </a:r>
            <a:r>
              <a:rPr lang="de-DE" sz="1800" dirty="0" err="1">
                <a:solidFill>
                  <a:srgbClr val="871094"/>
                </a:solidFill>
              </a:rPr>
              <a:t>animations</a:t>
            </a:r>
            <a:r>
              <a:rPr lang="de-DE" sz="1800" dirty="0"/>
              <a:t>: [</a:t>
            </a:r>
            <a:r>
              <a:rPr lang="de-DE" sz="1800" dirty="0" err="1">
                <a:solidFill>
                  <a:srgbClr val="830091"/>
                </a:solidFill>
              </a:rPr>
              <a:t>fadeAnimation</a:t>
            </a:r>
            <a:r>
              <a:rPr lang="de-DE" sz="1800" dirty="0"/>
              <a:t>]</a:t>
            </a:r>
            <a:br>
              <a:rPr lang="de-DE" sz="1800" dirty="0"/>
            </a:br>
            <a:r>
              <a:rPr lang="de-DE" sz="1800" dirty="0"/>
              <a:t>})</a:t>
            </a:r>
            <a:br>
              <a:rPr lang="de-DE" sz="1800" dirty="0"/>
            </a:br>
            <a:r>
              <a:rPr lang="de-DE" sz="1800" dirty="0" err="1">
                <a:solidFill>
                  <a:srgbClr val="0033B3"/>
                </a:solidFill>
              </a:rPr>
              <a:t>export</a:t>
            </a:r>
            <a:r>
              <a:rPr lang="de-DE" sz="1800" dirty="0">
                <a:solidFill>
                  <a:srgbClr val="0033B3"/>
                </a:solidFill>
              </a:rPr>
              <a:t> </a:t>
            </a:r>
            <a:r>
              <a:rPr lang="de-DE" sz="1800" dirty="0" err="1">
                <a:solidFill>
                  <a:srgbClr val="0033B3"/>
                </a:solidFill>
              </a:rPr>
              <a:t>class</a:t>
            </a:r>
            <a:r>
              <a:rPr lang="de-DE" sz="1800" dirty="0">
                <a:solidFill>
                  <a:srgbClr val="0033B3"/>
                </a:solidFill>
              </a:rPr>
              <a:t> </a:t>
            </a:r>
            <a:r>
              <a:rPr lang="de-DE" sz="1800" dirty="0" err="1">
                <a:solidFill>
                  <a:srgbClr val="000000"/>
                </a:solidFill>
              </a:rPr>
              <a:t>AppComponent</a:t>
            </a:r>
            <a:r>
              <a:rPr lang="de-DE" sz="1800" dirty="0">
                <a:solidFill>
                  <a:srgbClr val="000000"/>
                </a:solidFill>
              </a:rPr>
              <a:t> </a:t>
            </a:r>
            <a:r>
              <a:rPr lang="de-DE" sz="1800" dirty="0" err="1">
                <a:solidFill>
                  <a:srgbClr val="0033B3"/>
                </a:solidFill>
              </a:rPr>
              <a:t>implements</a:t>
            </a:r>
            <a:r>
              <a:rPr lang="de-DE" sz="1800" dirty="0">
                <a:solidFill>
                  <a:srgbClr val="0033B3"/>
                </a:solidFill>
              </a:rPr>
              <a:t> </a:t>
            </a:r>
            <a:r>
              <a:rPr lang="de-DE" sz="1800" dirty="0" err="1">
                <a:solidFill>
                  <a:srgbClr val="000000"/>
                </a:solidFill>
              </a:rPr>
              <a:t>OnInit</a:t>
            </a:r>
            <a:r>
              <a:rPr lang="de-DE" sz="1800" dirty="0"/>
              <a:t>, </a:t>
            </a:r>
            <a:r>
              <a:rPr lang="de-DE" sz="1800" dirty="0" err="1">
                <a:solidFill>
                  <a:srgbClr val="000000"/>
                </a:solidFill>
              </a:rPr>
              <a:t>OnDestroy</a:t>
            </a:r>
            <a:r>
              <a:rPr lang="de-DE" sz="1800" dirty="0">
                <a:solidFill>
                  <a:srgbClr val="000000"/>
                </a:solidFill>
              </a:rPr>
              <a:t> </a:t>
            </a:r>
            <a:r>
              <a:rPr lang="de-DE" sz="1800" dirty="0"/>
              <a:t>{</a:t>
            </a:r>
            <a:br>
              <a:rPr lang="de-DE" sz="1800" dirty="0"/>
            </a:br>
            <a:br>
              <a:rPr lang="de-DE" sz="1800" dirty="0"/>
            </a:br>
            <a:r>
              <a:rPr lang="de-DE" sz="1800" dirty="0"/>
              <a:t>    </a:t>
            </a:r>
            <a:r>
              <a:rPr lang="de-DE" sz="1800" dirty="0" err="1">
                <a:solidFill>
                  <a:srgbClr val="0033B3"/>
                </a:solidFill>
              </a:rPr>
              <a:t>public</a:t>
            </a:r>
            <a:r>
              <a:rPr lang="de-DE" sz="1800" dirty="0">
                <a:solidFill>
                  <a:srgbClr val="0033B3"/>
                </a:solidFill>
              </a:rPr>
              <a:t> </a:t>
            </a:r>
            <a:r>
              <a:rPr lang="de-DE" sz="1800" dirty="0">
                <a:solidFill>
                  <a:srgbClr val="871094"/>
                </a:solidFill>
              </a:rPr>
              <a:t>title </a:t>
            </a:r>
            <a:r>
              <a:rPr lang="de-DE" sz="1800" dirty="0"/>
              <a:t>= </a:t>
            </a:r>
            <a:r>
              <a:rPr lang="de-DE" sz="1800" dirty="0">
                <a:solidFill>
                  <a:srgbClr val="067D17"/>
                </a:solidFill>
              </a:rPr>
              <a:t>"</a:t>
            </a:r>
            <a:r>
              <a:rPr lang="de-DE" sz="1800" dirty="0" err="1">
                <a:solidFill>
                  <a:srgbClr val="067D17"/>
                </a:solidFill>
              </a:rPr>
              <a:t>theFrontend</a:t>
            </a:r>
            <a:r>
              <a:rPr lang="de-DE" sz="1800" dirty="0">
                <a:solidFill>
                  <a:srgbClr val="067D17"/>
                </a:solidFill>
              </a:rPr>
              <a:t>"</a:t>
            </a:r>
            <a:r>
              <a:rPr lang="de-DE" sz="1800" dirty="0"/>
              <a:t>;</a:t>
            </a:r>
          </a:p>
        </p:txBody>
      </p:sp>
      <p:sp>
        <p:nvSpPr>
          <p:cNvPr id="6" name="Legende mit Linie 1 5"/>
          <p:cNvSpPr/>
          <p:nvPr/>
        </p:nvSpPr>
        <p:spPr>
          <a:xfrm>
            <a:off x="8696291" y="2734804"/>
            <a:ext cx="2556284" cy="756084"/>
          </a:xfrm>
          <a:prstGeom prst="borderCallout1">
            <a:avLst>
              <a:gd name="adj1" fmla="val 18750"/>
              <a:gd name="adj2" fmla="val -8333"/>
              <a:gd name="adj3" fmla="val -18598"/>
              <a:gd name="adj4" fmla="val -129136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Referenz auf den Einstiegspunkt</a:t>
            </a:r>
          </a:p>
        </p:txBody>
      </p:sp>
      <p:sp>
        <p:nvSpPr>
          <p:cNvPr id="10" name="Legende mit Linie 1 9"/>
          <p:cNvSpPr/>
          <p:nvPr/>
        </p:nvSpPr>
        <p:spPr>
          <a:xfrm>
            <a:off x="8696291" y="3706912"/>
            <a:ext cx="2556284" cy="684076"/>
          </a:xfrm>
          <a:prstGeom prst="borderCallout1">
            <a:avLst>
              <a:gd name="adj1" fmla="val 18750"/>
              <a:gd name="adj2" fmla="val -8333"/>
              <a:gd name="adj3" fmla="val -101397"/>
              <a:gd name="adj4" fmla="val -73759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Referenz auf Template und CSS</a:t>
            </a:r>
          </a:p>
        </p:txBody>
      </p:sp>
      <p:sp>
        <p:nvSpPr>
          <p:cNvPr id="11" name="Legende mit Linie 1 10"/>
          <p:cNvSpPr/>
          <p:nvPr/>
        </p:nvSpPr>
        <p:spPr>
          <a:xfrm>
            <a:off x="8696291" y="1690688"/>
            <a:ext cx="2556284" cy="756084"/>
          </a:xfrm>
          <a:prstGeom prst="borderCallout1">
            <a:avLst>
              <a:gd name="adj1" fmla="val 18750"/>
              <a:gd name="adj2" fmla="val -8333"/>
              <a:gd name="adj3" fmla="val 26754"/>
              <a:gd name="adj4" fmla="val -54499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TypeScript</a:t>
            </a:r>
            <a:r>
              <a:rPr lang="de-DE" dirty="0">
                <a:solidFill>
                  <a:schemeClr val="tx1"/>
                </a:solidFill>
              </a:rPr>
              <a:t>-Import der Angular-Core-Bibliothek</a:t>
            </a:r>
          </a:p>
        </p:txBody>
      </p:sp>
      <p:sp>
        <p:nvSpPr>
          <p:cNvPr id="12" name="Legende mit Linie 1 11"/>
          <p:cNvSpPr/>
          <p:nvPr/>
        </p:nvSpPr>
        <p:spPr>
          <a:xfrm>
            <a:off x="8696291" y="4553006"/>
            <a:ext cx="2556284" cy="756084"/>
          </a:xfrm>
          <a:prstGeom prst="borderCallout1">
            <a:avLst>
              <a:gd name="adj1" fmla="val 18750"/>
              <a:gd name="adj2" fmla="val -8333"/>
              <a:gd name="adj3" fmla="val -89533"/>
              <a:gd name="adj4" fmla="val -11537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Definition einer Variablen und </a:t>
            </a:r>
          </a:p>
          <a:p>
            <a:pPr algn="ctr"/>
            <a:r>
              <a:rPr lang="de-DE" dirty="0">
                <a:solidFill>
                  <a:schemeClr val="tx1"/>
                </a:solidFill>
              </a:rPr>
              <a:t>Wert-Zuweisung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EE948EC-2C0B-1641-8868-5888159E0A3F}"/>
              </a:ext>
            </a:extLst>
          </p:cNvPr>
          <p:cNvCxnSpPr/>
          <p:nvPr/>
        </p:nvCxnSpPr>
        <p:spPr>
          <a:xfrm flipH="1">
            <a:off x="7547113" y="2162662"/>
            <a:ext cx="1149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8D887A6-1C0E-8645-875C-B361BF4C93A5}"/>
              </a:ext>
            </a:extLst>
          </p:cNvPr>
          <p:cNvCxnSpPr>
            <a:cxnSpLocks/>
          </p:cNvCxnSpPr>
          <p:nvPr/>
        </p:nvCxnSpPr>
        <p:spPr>
          <a:xfrm flipH="1" flipV="1">
            <a:off x="3607496" y="2604415"/>
            <a:ext cx="5516868" cy="420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56418ED7-7B9E-FA4A-9E75-C35F66E1BB66}"/>
              </a:ext>
            </a:extLst>
          </p:cNvPr>
          <p:cNvCxnSpPr>
            <a:cxnSpLocks/>
            <a:stCxn id="10" idx="2"/>
          </p:cNvCxnSpPr>
          <p:nvPr/>
        </p:nvCxnSpPr>
        <p:spPr>
          <a:xfrm flipH="1" flipV="1">
            <a:off x="4672208" y="3108471"/>
            <a:ext cx="4024083" cy="940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BEFDF0B-2B5E-2244-AE7B-ACFCFEB93A63}"/>
              </a:ext>
            </a:extLst>
          </p:cNvPr>
          <p:cNvCxnSpPr>
            <a:cxnSpLocks/>
          </p:cNvCxnSpPr>
          <p:nvPr/>
        </p:nvCxnSpPr>
        <p:spPr>
          <a:xfrm flipH="1" flipV="1">
            <a:off x="3954025" y="4289900"/>
            <a:ext cx="4509252" cy="457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5903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Angular-Module: Das HTML-Template</a:t>
            </a:r>
            <a:endParaRPr lang="de-DE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838200" y="1384063"/>
            <a:ext cx="9036496" cy="5267325"/>
            <a:chOff x="0" y="795338"/>
            <a:chExt cx="9036496" cy="526732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1421"/>
            <a:stretch/>
          </p:blipFill>
          <p:spPr bwMode="auto">
            <a:xfrm>
              <a:off x="0" y="795338"/>
              <a:ext cx="7165731" cy="5267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Legende mit Linie 1 6"/>
            <p:cNvSpPr/>
            <p:nvPr/>
          </p:nvSpPr>
          <p:spPr>
            <a:xfrm>
              <a:off x="6480212" y="1448780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37220"/>
                <a:gd name="adj4" fmla="val -87862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Referenzieren der </a:t>
              </a:r>
              <a:r>
                <a:rPr lang="de-DE" dirty="0" err="1">
                  <a:solidFill>
                    <a:schemeClr val="tx1"/>
                  </a:solidFill>
                </a:rPr>
                <a:t>Component</a:t>
              </a:r>
              <a:r>
                <a:rPr lang="de-DE" dirty="0">
                  <a:solidFill>
                    <a:schemeClr val="tx1"/>
                  </a:solidFill>
                </a:rPr>
                <a:t>-Variable mit Interpolation</a:t>
              </a:r>
            </a:p>
          </p:txBody>
        </p:sp>
      </p:grp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E3750CD4-DF60-7A48-8430-640973DD789B}"/>
              </a:ext>
            </a:extLst>
          </p:cNvPr>
          <p:cNvCxnSpPr>
            <a:cxnSpLocks/>
          </p:cNvCxnSpPr>
          <p:nvPr/>
        </p:nvCxnSpPr>
        <p:spPr>
          <a:xfrm flipH="1">
            <a:off x="5198301" y="2541561"/>
            <a:ext cx="2120111" cy="13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7985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Angular-Module: Module-Deklaration</a:t>
            </a:r>
            <a:endParaRPr lang="de-DE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1376261" y="1369661"/>
            <a:ext cx="8820980" cy="5313866"/>
            <a:chOff x="215516" y="1031458"/>
            <a:chExt cx="8820980" cy="5313866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516" y="1031458"/>
              <a:ext cx="6419850" cy="4791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Legende mit Linie 1 6"/>
            <p:cNvSpPr/>
            <p:nvPr/>
          </p:nvSpPr>
          <p:spPr>
            <a:xfrm>
              <a:off x="6480212" y="1484784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14544"/>
                <a:gd name="adj4" fmla="val -34550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Import von Angular-Core und dem Browser-Support</a:t>
              </a:r>
            </a:p>
          </p:txBody>
        </p:sp>
        <p:sp>
          <p:nvSpPr>
            <p:cNvPr id="8" name="Legende mit Linie 1 7"/>
            <p:cNvSpPr/>
            <p:nvPr/>
          </p:nvSpPr>
          <p:spPr>
            <a:xfrm>
              <a:off x="6480212" y="2636912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-14237"/>
                <a:gd name="adj4" fmla="val -42805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Import der eigenen Komponente</a:t>
              </a:r>
            </a:p>
          </p:txBody>
        </p:sp>
        <p:sp>
          <p:nvSpPr>
            <p:cNvPr id="9" name="Legende mit Linie 1 8"/>
            <p:cNvSpPr/>
            <p:nvPr/>
          </p:nvSpPr>
          <p:spPr>
            <a:xfrm>
              <a:off x="6480212" y="5337212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20649"/>
                <a:gd name="adj4" fmla="val -117442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Durch den Export wird das Modul aktiviert</a:t>
              </a:r>
            </a:p>
          </p:txBody>
        </p:sp>
        <p:sp>
          <p:nvSpPr>
            <p:cNvPr id="10" name="Legende mit Linie 1 9"/>
            <p:cNvSpPr/>
            <p:nvPr/>
          </p:nvSpPr>
          <p:spPr>
            <a:xfrm>
              <a:off x="6480212" y="3933056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50303"/>
                <a:gd name="adj4" fmla="val -120193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Definition aller Eigenschaften des Moduls</a:t>
              </a:r>
            </a:p>
          </p:txBody>
        </p:sp>
      </p:grp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6FD2822-AD40-4744-A933-DB7C3765A839}"/>
              </a:ext>
            </a:extLst>
          </p:cNvPr>
          <p:cNvCxnSpPr/>
          <p:nvPr/>
        </p:nvCxnSpPr>
        <p:spPr>
          <a:xfrm flipH="1" flipV="1">
            <a:off x="5862181" y="2975115"/>
            <a:ext cx="1478071" cy="453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EAB7D64-24D5-494E-B9B4-AB06E05654A5}"/>
              </a:ext>
            </a:extLst>
          </p:cNvPr>
          <p:cNvCxnSpPr>
            <a:cxnSpLocks/>
          </p:cNvCxnSpPr>
          <p:nvPr/>
        </p:nvCxnSpPr>
        <p:spPr>
          <a:xfrm flipH="1" flipV="1">
            <a:off x="3769574" y="3983227"/>
            <a:ext cx="3397402" cy="677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DF36700-F960-5547-A63F-DA774A8DDB73}"/>
              </a:ext>
            </a:extLst>
          </p:cNvPr>
          <p:cNvCxnSpPr>
            <a:cxnSpLocks/>
          </p:cNvCxnSpPr>
          <p:nvPr/>
        </p:nvCxnSpPr>
        <p:spPr>
          <a:xfrm flipH="1">
            <a:off x="2275824" y="6021043"/>
            <a:ext cx="5365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6673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54F3E2-56C3-A649-933A-58D90C17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 bis hier her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D4B80E-452C-9D46-9EA7-B6FB29F1F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Ablauf bis hier</a:t>
            </a:r>
          </a:p>
          <a:p>
            <a:pPr lvl="1"/>
            <a:r>
              <a:rPr lang="de-DE" dirty="0"/>
              <a:t>Aufruf </a:t>
            </a:r>
            <a:r>
              <a:rPr lang="de-DE" dirty="0" err="1"/>
              <a:t>bootstrapModule</a:t>
            </a:r>
            <a:r>
              <a:rPr lang="de-DE" dirty="0"/>
              <a:t> mit Modul (</a:t>
            </a:r>
            <a:r>
              <a:rPr lang="de-DE" dirty="0" err="1"/>
              <a:t>AppModule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Modul ist Referenz auf eine Klasse</a:t>
            </a:r>
          </a:p>
          <a:p>
            <a:pPr lvl="1"/>
            <a:r>
              <a:rPr lang="de-DE" dirty="0"/>
              <a:t>Klasse hat einen </a:t>
            </a:r>
            <a:r>
              <a:rPr lang="de-DE" dirty="0" err="1"/>
              <a:t>Decorator</a:t>
            </a:r>
            <a:endParaRPr lang="de-DE" dirty="0"/>
          </a:p>
          <a:p>
            <a:pPr lvl="1"/>
            <a:r>
              <a:rPr lang="de-DE" dirty="0"/>
              <a:t>Modul-</a:t>
            </a:r>
            <a:r>
              <a:rPr lang="de-DE" dirty="0" err="1"/>
              <a:t>Decorator</a:t>
            </a:r>
            <a:r>
              <a:rPr lang="de-DE" dirty="0"/>
              <a:t> enthält Komponenten</a:t>
            </a:r>
          </a:p>
          <a:p>
            <a:r>
              <a:rPr lang="de-DE" dirty="0"/>
              <a:t>Woher weiß Angular welche Komponente für das Bootstrapping verwendet werden soll?</a:t>
            </a:r>
          </a:p>
        </p:txBody>
      </p:sp>
    </p:spTree>
    <p:extLst>
      <p:ext uri="{BB962C8B-B14F-4D97-AF65-F5344CB8AC3E}">
        <p14:creationId xmlns:p14="http://schemas.microsoft.com/office/powerpoint/2010/main" val="14793156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Angular-Module: Module-Deklaration</a:t>
            </a:r>
            <a:endParaRPr lang="de-DE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1451691" y="1326294"/>
            <a:ext cx="8820980" cy="5313866"/>
            <a:chOff x="215516" y="1031458"/>
            <a:chExt cx="8820980" cy="5313866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516" y="1031458"/>
              <a:ext cx="6419850" cy="4791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Legende mit Linie 1 8"/>
            <p:cNvSpPr/>
            <p:nvPr/>
          </p:nvSpPr>
          <p:spPr>
            <a:xfrm>
              <a:off x="6480212" y="5337212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20649"/>
                <a:gd name="adj4" fmla="val -117442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„Main“ </a:t>
              </a:r>
              <a:r>
                <a:rPr lang="de-DE" dirty="0" err="1">
                  <a:solidFill>
                    <a:schemeClr val="tx1"/>
                  </a:solidFill>
                </a:rPr>
                <a:t>Component</a:t>
              </a:r>
              <a:endParaRPr lang="de-DE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DF36700-F960-5547-A63F-DA774A8DDB73}"/>
              </a:ext>
            </a:extLst>
          </p:cNvPr>
          <p:cNvCxnSpPr>
            <a:cxnSpLocks/>
          </p:cNvCxnSpPr>
          <p:nvPr/>
        </p:nvCxnSpPr>
        <p:spPr>
          <a:xfrm flipH="1" flipV="1">
            <a:off x="4559474" y="5423770"/>
            <a:ext cx="3081484" cy="597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68863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E1024-7B07-B148-B12D-F424487D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4600">
                <a:solidFill>
                  <a:srgbClr val="FFFFFF"/>
                </a:solidFill>
              </a:rPr>
              <a:t>Kompletter 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4BFCDD-BAD1-524F-9A50-FD942CD2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0"/>
            <a:ext cx="10515600" cy="3738562"/>
          </a:xfrm>
        </p:spPr>
        <p:txBody>
          <a:bodyPr>
            <a:normAutofit lnSpcReduction="10000"/>
          </a:bodyPr>
          <a:lstStyle/>
          <a:p>
            <a:r>
              <a:rPr lang="de-DE" dirty="0"/>
              <a:t>Ablauf insgesamt</a:t>
            </a:r>
          </a:p>
          <a:p>
            <a:pPr lvl="1"/>
            <a:r>
              <a:rPr lang="de-DE" dirty="0"/>
              <a:t>Aufruf </a:t>
            </a:r>
            <a:r>
              <a:rPr lang="de-DE" dirty="0" err="1"/>
              <a:t>bootstrapModule</a:t>
            </a:r>
            <a:r>
              <a:rPr lang="de-DE" dirty="0"/>
              <a:t> mit Modul (</a:t>
            </a:r>
            <a:r>
              <a:rPr lang="de-DE" dirty="0" err="1"/>
              <a:t>AppModule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Modul ist Referenz auf eine Klasse</a:t>
            </a:r>
          </a:p>
          <a:p>
            <a:pPr lvl="1"/>
            <a:r>
              <a:rPr lang="de-DE" dirty="0"/>
              <a:t>Klasse hat einen </a:t>
            </a:r>
            <a:r>
              <a:rPr lang="de-DE" dirty="0" err="1"/>
              <a:t>Decorator</a:t>
            </a:r>
            <a:endParaRPr lang="de-DE" dirty="0"/>
          </a:p>
          <a:p>
            <a:pPr lvl="1"/>
            <a:r>
              <a:rPr lang="de-DE" dirty="0"/>
              <a:t>Modul-</a:t>
            </a:r>
            <a:r>
              <a:rPr lang="de-DE" dirty="0" err="1"/>
              <a:t>Decorator</a:t>
            </a:r>
            <a:r>
              <a:rPr lang="de-DE" dirty="0"/>
              <a:t> hat Feld </a:t>
            </a:r>
            <a:r>
              <a:rPr lang="de-DE" dirty="0" err="1"/>
              <a:t>bootstrap</a:t>
            </a:r>
            <a:endParaRPr lang="de-DE" dirty="0"/>
          </a:p>
          <a:p>
            <a:pPr lvl="1"/>
            <a:r>
              <a:rPr lang="de-DE" dirty="0"/>
              <a:t>Feld </a:t>
            </a:r>
            <a:r>
              <a:rPr lang="de-DE" dirty="0" err="1"/>
              <a:t>bootstrap</a:t>
            </a:r>
            <a:r>
              <a:rPr lang="de-DE" dirty="0"/>
              <a:t> hält Referenz auf Komponenten Klasse (</a:t>
            </a:r>
            <a:r>
              <a:rPr lang="de-DE" dirty="0" err="1"/>
              <a:t>AppComponent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Komponenten-Klasse hat </a:t>
            </a:r>
            <a:r>
              <a:rPr lang="de-DE" dirty="0" err="1"/>
              <a:t>Decorator</a:t>
            </a:r>
            <a:endParaRPr lang="de-DE" dirty="0"/>
          </a:p>
          <a:p>
            <a:pPr lvl="1"/>
            <a:r>
              <a:rPr lang="de-DE" dirty="0"/>
              <a:t>Komponenten-</a:t>
            </a:r>
            <a:r>
              <a:rPr lang="de-DE" dirty="0" err="1"/>
              <a:t>Decorator</a:t>
            </a:r>
            <a:r>
              <a:rPr lang="de-DE" dirty="0"/>
              <a:t> hat Feld </a:t>
            </a:r>
            <a:r>
              <a:rPr lang="de-DE" dirty="0" err="1"/>
              <a:t>selector</a:t>
            </a:r>
            <a:endParaRPr lang="de-DE" dirty="0"/>
          </a:p>
          <a:p>
            <a:pPr lvl="1"/>
            <a:r>
              <a:rPr lang="de-DE" dirty="0" err="1"/>
              <a:t>Selector</a:t>
            </a:r>
            <a:r>
              <a:rPr lang="de-DE" dirty="0"/>
              <a:t> wird in DOM aus </a:t>
            </a:r>
            <a:r>
              <a:rPr lang="de-DE" dirty="0" err="1"/>
              <a:t>index.html</a:t>
            </a:r>
            <a:r>
              <a:rPr lang="de-DE" dirty="0"/>
              <a:t> gesucht</a:t>
            </a:r>
          </a:p>
          <a:p>
            <a:pPr lvl="1"/>
            <a:r>
              <a:rPr lang="de-DE" dirty="0"/>
              <a:t>Komponente wird instanziiert</a:t>
            </a:r>
          </a:p>
          <a:p>
            <a:endParaRPr lang="de-DE" sz="2600" dirty="0"/>
          </a:p>
        </p:txBody>
      </p:sp>
    </p:spTree>
    <p:extLst>
      <p:ext uri="{BB962C8B-B14F-4D97-AF65-F5344CB8AC3E}">
        <p14:creationId xmlns:p14="http://schemas.microsoft.com/office/powerpoint/2010/main" val="5577860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51D98CAC-3EFF-4342-BD5A-6C0E8CAB4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400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659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Einfache Erweiterungen</a:t>
            </a:r>
          </a:p>
        </p:txBody>
      </p:sp>
    </p:spTree>
    <p:extLst>
      <p:ext uri="{BB962C8B-B14F-4D97-AF65-F5344CB8AC3E}">
        <p14:creationId xmlns:p14="http://schemas.microsoft.com/office/powerpoint/2010/main" val="18720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Mehrere Komponenten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 einer Seite können auch mehrere Anwendungen dargestellt werden</a:t>
            </a:r>
          </a:p>
          <a:p>
            <a:r>
              <a:rPr lang="de-DE" dirty="0"/>
              <a:t>Diese sind komplett voneinander isoliert</a:t>
            </a:r>
          </a:p>
          <a:p>
            <a:pPr lvl="1"/>
            <a:r>
              <a:rPr lang="de-DE" dirty="0"/>
              <a:t>Der Datenaustausch zwischen verschiedenen Komponenten wird später beschrieben</a:t>
            </a:r>
          </a:p>
        </p:txBody>
      </p:sp>
    </p:spTree>
    <p:extLst>
      <p:ext uri="{BB962C8B-B14F-4D97-AF65-F5344CB8AC3E}">
        <p14:creationId xmlns:p14="http://schemas.microsoft.com/office/powerpoint/2010/main" val="23191805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Export von Benutzerdefinierten Typen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Eine Komponente kann auch eigene Datentypen definieren und Exportieren</a:t>
            </a:r>
          </a:p>
          <a:p>
            <a:pPr lvl="1"/>
            <a:r>
              <a:rPr lang="de-DE" dirty="0"/>
              <a:t>Ein Export ist nicht notwendig, so lange der Typ nicht anderen Modulen bekannt gemacht werden muss</a:t>
            </a:r>
          </a:p>
          <a:p>
            <a:r>
              <a:rPr lang="de-DE" dirty="0"/>
              <a:t>Ebenso können die Eigenschaften der Komponente komplexe Objekte sein</a:t>
            </a:r>
          </a:p>
          <a:p>
            <a:r>
              <a:rPr lang="de-DE" dirty="0"/>
              <a:t>Der Zugriff auf die Eigenschaften des komplexen Objekts erfolgen über die normale JavaScript-Syntax</a:t>
            </a:r>
          </a:p>
          <a:p>
            <a:pPr lvl="1"/>
            <a:r>
              <a:rPr lang="de-DE" dirty="0"/>
              <a:t>Also über den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de-DE" dirty="0"/>
              <a:t>-Operator</a:t>
            </a:r>
          </a:p>
          <a:p>
            <a:pPr lvl="1"/>
            <a:r>
              <a:rPr lang="de-DE" dirty="0"/>
              <a:t>Aber Vorsicht! </a:t>
            </a:r>
          </a:p>
          <a:p>
            <a:pPr lvl="2"/>
            <a:r>
              <a:rPr lang="de-DE" dirty="0"/>
              <a:t>Die Deklarativen unterstützen nicht die komplette Syntax!</a:t>
            </a:r>
          </a:p>
          <a:p>
            <a:pPr lvl="3"/>
            <a:r>
              <a:rPr lang="de-DE" dirty="0" err="1">
                <a:latin typeface="Courier New" pitchFamily="49" charset="0"/>
                <a:cs typeface="Courier New" pitchFamily="49" charset="0"/>
              </a:rPr>
              <a:t>if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3"/>
            <a:r>
              <a:rPr lang="de-DE" dirty="0" err="1">
                <a:latin typeface="Courier New" pitchFamily="49" charset="0"/>
                <a:cs typeface="Courier New" pitchFamily="49" charset="0"/>
              </a:rPr>
              <a:t>for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3"/>
            <a:r>
              <a:rPr lang="de-DE" dirty="0"/>
              <a:t>Deklarationen</a:t>
            </a:r>
          </a:p>
        </p:txBody>
      </p:sp>
    </p:spTree>
    <p:extLst>
      <p:ext uri="{BB962C8B-B14F-4D97-AF65-F5344CB8AC3E}">
        <p14:creationId xmlns:p14="http://schemas.microsoft.com/office/powerpoint/2010/main" val="271465141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Auflistungen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Innerhalb der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{{}}</a:t>
            </a:r>
            <a:r>
              <a:rPr lang="de-DE" dirty="0"/>
              <a:t>-Interpolation wird das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de-DE" dirty="0"/>
              <a:t>-Konstrukt nicht unterstützt</a:t>
            </a:r>
          </a:p>
          <a:p>
            <a:r>
              <a:rPr lang="de-DE" dirty="0"/>
              <a:t>Allerdings gibt es eine spezielle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forEach</a:t>
            </a:r>
            <a:r>
              <a:rPr lang="de-DE" dirty="0"/>
              <a:t>-Anweisung</a:t>
            </a:r>
          </a:p>
          <a:p>
            <a:endParaRPr lang="de-DE" dirty="0"/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&lt;li *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ngFor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let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person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of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people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&lt;span&gt;{{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person.firstname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}}&lt;/span&gt; {{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person.lastname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}}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&lt;/li&gt;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9890130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1D98CAC-3EFF-4342-BD5A-6C0E8CAB4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400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659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UI-Programmierung</a:t>
            </a:r>
          </a:p>
        </p:txBody>
      </p:sp>
    </p:spTree>
    <p:extLst>
      <p:ext uri="{BB962C8B-B14F-4D97-AF65-F5344CB8AC3E}">
        <p14:creationId xmlns:p14="http://schemas.microsoft.com/office/powerpoint/2010/main" val="118465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 Binding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Template nicht statisch sondern dynamisch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Komponenten-Klasse stellt Daten bereit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Felder / Instanz Variablen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Template zeigt Daten an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Interpolation mit {{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expression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}}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Gibt Ergebnis der Expression als String aus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Zugriff nur auf Instanz-Variablen der eigenen Klasse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Template-Variablen</a:t>
            </a:r>
          </a:p>
        </p:txBody>
      </p:sp>
    </p:spTree>
    <p:extLst>
      <p:ext uri="{BB962C8B-B14F-4D97-AF65-F5344CB8AC3E}">
        <p14:creationId xmlns:p14="http://schemas.microsoft.com/office/powerpoint/2010/main" val="293577139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ngModel</a:t>
            </a:r>
            <a:r>
              <a:rPr lang="de-DE" dirty="0"/>
              <a:t>-Direktive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Bisher wurden die Werte der Komponente mit der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{{}}</a:t>
            </a:r>
            <a:r>
              <a:rPr lang="de-DE" dirty="0"/>
              <a:t>-Interpolation dargestellt</a:t>
            </a:r>
          </a:p>
          <a:p>
            <a:r>
              <a:rPr lang="de-DE" dirty="0"/>
              <a:t>Dieses Binding ist dynamisch (!)</a:t>
            </a:r>
          </a:p>
          <a:p>
            <a:pPr lvl="1"/>
            <a:r>
              <a:rPr lang="de-DE" dirty="0"/>
              <a:t>Änderungen der Werte werden in der Oberfläche dargestellt</a:t>
            </a:r>
          </a:p>
          <a:p>
            <a:r>
              <a:rPr lang="de-DE" dirty="0"/>
              <a:t>Eigenschaften der Komponente können auch bidirektional gebunden werden</a:t>
            </a:r>
          </a:p>
          <a:p>
            <a:r>
              <a:rPr lang="de-DE" dirty="0"/>
              <a:t>Dazu dient die Direktive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ngModel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/>
              <a:t>Notwendig hierzu ist der Import des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FormsModul</a:t>
            </a:r>
            <a:r>
              <a:rPr lang="de-DE" dirty="0" err="1"/>
              <a:t>s</a:t>
            </a:r>
            <a:r>
              <a:rPr lang="de-DE" dirty="0"/>
              <a:t> aus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@angular/form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326141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Binding: Beispiel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008080"/>
                </a:solidFill>
                <a:latin typeface="SourceCodePro"/>
              </a:rPr>
              <a:t>Track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"./../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tracks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/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track.model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sz="1200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({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48484C"/>
                </a:solidFill>
                <a:latin typeface="SourceCodePro"/>
              </a:rPr>
              <a:t>  </a:t>
            </a:r>
            <a:r>
              <a:rPr lang="de-DE" sz="1200" dirty="0" err="1">
                <a:solidFill>
                  <a:srgbClr val="48484C"/>
                </a:solidFill>
                <a:latin typeface="SourceCodePro"/>
              </a:rPr>
              <a:t>selector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music-app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,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1E347B"/>
                </a:solidFill>
                <a:latin typeface="SourceCodePro"/>
              </a:rPr>
              <a:t> 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template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`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DD1144"/>
                </a:solidFill>
                <a:latin typeface="SourceCodePro"/>
              </a:rPr>
              <a:t>     &lt;h1&gt;Music App&lt;/h1&gt;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DD1144"/>
                </a:solidFill>
                <a:latin typeface="SourceCodePro"/>
              </a:rPr>
              <a:t>     Music App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has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 {{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tracks.length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}}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tracks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to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play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  `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93A1A1"/>
                </a:solidFill>
                <a:latin typeface="SourceCodePro"/>
              </a:rPr>
              <a:t>})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008080"/>
                </a:solidFill>
                <a:latin typeface="SourceCodePro"/>
              </a:rPr>
              <a:t>MusicAppComponent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1E347B"/>
                </a:solidFill>
                <a:latin typeface="SourceCodePro"/>
              </a:rPr>
              <a:t> 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48484C"/>
                </a:solidFill>
                <a:latin typeface="SourceCodePro"/>
              </a:rPr>
              <a:t>tracks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008080"/>
                </a:solidFill>
                <a:latin typeface="SourceCodePro"/>
              </a:rPr>
              <a:t>Track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[];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48484C"/>
                </a:solidFill>
                <a:latin typeface="SourceCodePro"/>
              </a:rPr>
              <a:t>  </a:t>
            </a:r>
            <a:r>
              <a:rPr lang="de-DE" sz="1200" dirty="0" err="1">
                <a:solidFill>
                  <a:srgbClr val="48484C"/>
                </a:solidFill>
                <a:latin typeface="SourceCodePro"/>
              </a:rPr>
              <a:t>constructor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1E347B"/>
                </a:solidFill>
                <a:latin typeface="SourceCodePro"/>
              </a:rPr>
              <a:t>    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12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1200" dirty="0" err="1">
                <a:solidFill>
                  <a:srgbClr val="48484C"/>
                </a:solidFill>
                <a:latin typeface="SourceCodePro"/>
              </a:rPr>
              <a:t>tracks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[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1E347B"/>
                </a:solidFill>
                <a:latin typeface="SourceCodePro"/>
              </a:rPr>
              <a:t>    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008080"/>
                </a:solidFill>
                <a:latin typeface="SourceCodePro"/>
              </a:rPr>
              <a:t>Track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"Sound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of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 Silence"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),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008080"/>
                </a:solidFill>
                <a:latin typeface="SourceCodePro"/>
              </a:rPr>
              <a:t>Track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"I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Wish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),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1E347B"/>
                </a:solidFill>
                <a:latin typeface="SourceCodePro"/>
              </a:rPr>
              <a:t>    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008080"/>
                </a:solidFill>
                <a:latin typeface="SourceCodePro"/>
              </a:rPr>
              <a:t>Track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"Over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My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Shoulder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),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1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200" dirty="0">
                <a:solidFill>
                  <a:srgbClr val="008080"/>
                </a:solidFill>
                <a:latin typeface="SourceCodePro"/>
              </a:rPr>
              <a:t>Track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"Take </a:t>
            </a:r>
            <a:r>
              <a:rPr lang="de-DE" sz="1200" dirty="0" err="1">
                <a:solidFill>
                  <a:srgbClr val="DD1144"/>
                </a:solidFill>
                <a:latin typeface="SourceCodePro"/>
              </a:rPr>
              <a:t>Five</a:t>
            </a:r>
            <a:r>
              <a:rPr lang="de-DE" sz="1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200" dirty="0">
                <a:solidFill>
                  <a:srgbClr val="93A1A1"/>
                </a:solidFill>
                <a:latin typeface="SourceCodePro"/>
              </a:rPr>
              <a:t>)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93A1A1"/>
                </a:solidFill>
                <a:latin typeface="SourceCodePro"/>
              </a:rPr>
              <a:t>    ];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200" dirty="0">
                <a:solidFill>
                  <a:srgbClr val="93A1A1"/>
                </a:solidFill>
                <a:latin typeface="SourceCodePro"/>
              </a:rPr>
              <a:t> }}</a:t>
            </a:r>
            <a:endParaRPr lang="de-DE" sz="1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sz="1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4345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09754-C090-B641-9DC6-659BD361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5: </a:t>
            </a:r>
            <a:r>
              <a:rPr lang="de-DE" dirty="0" err="1"/>
              <a:t>Databinding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1F5857-518C-F443-9001-E236CD50C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Erstelle ein Datenmodell</a:t>
            </a:r>
          </a:p>
          <a:p>
            <a:pPr lvl="1"/>
            <a:r>
              <a:rPr lang="de-DE" dirty="0"/>
              <a:t>Lege eine neue Datei </a:t>
            </a:r>
            <a:r>
              <a:rPr lang="de-DE" dirty="0" err="1"/>
              <a:t>src</a:t>
            </a:r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trainings</a:t>
            </a:r>
            <a:r>
              <a:rPr lang="de-DE" dirty="0"/>
              <a:t>/</a:t>
            </a:r>
            <a:r>
              <a:rPr lang="de-DE" dirty="0" err="1"/>
              <a:t>training.model.ts</a:t>
            </a:r>
            <a:r>
              <a:rPr lang="de-DE" dirty="0"/>
              <a:t> an.</a:t>
            </a:r>
          </a:p>
          <a:p>
            <a:pPr lvl="1"/>
            <a:r>
              <a:rPr lang="de-DE" dirty="0"/>
              <a:t>Erstelle und exportiere darin ein Klasse Training mit </a:t>
            </a:r>
            <a:r>
              <a:rPr lang="de-DE" dirty="0" err="1"/>
              <a:t>id</a:t>
            </a:r>
            <a:r>
              <a:rPr lang="de-DE" dirty="0"/>
              <a:t>, </a:t>
            </a:r>
            <a:r>
              <a:rPr lang="de-DE" dirty="0" err="1"/>
              <a:t>name</a:t>
            </a:r>
            <a:r>
              <a:rPr lang="de-DE" dirty="0"/>
              <a:t> und optional </a:t>
            </a:r>
            <a:r>
              <a:rPr lang="de-DE" dirty="0" err="1"/>
              <a:t>description</a:t>
            </a:r>
            <a:r>
              <a:rPr lang="de-DE" dirty="0"/>
              <a:t>.</a:t>
            </a:r>
          </a:p>
          <a:p>
            <a:pPr lvl="1"/>
            <a:r>
              <a:rPr lang="de-DE" dirty="0"/>
              <a:t>Vergebe für jedes erzeugte Training eine eindeutige ID.</a:t>
            </a:r>
          </a:p>
          <a:p>
            <a:r>
              <a:rPr lang="de-DE" dirty="0"/>
              <a:t>Erweitere </a:t>
            </a:r>
            <a:r>
              <a:rPr lang="de-DE" dirty="0" err="1"/>
              <a:t>AppComponent</a:t>
            </a:r>
            <a:endParaRPr lang="de-DE" dirty="0"/>
          </a:p>
          <a:p>
            <a:pPr lvl="1"/>
            <a:r>
              <a:rPr lang="de-DE" dirty="0"/>
              <a:t>Ersetze im Template den dynamischen Titel gegen statisches HTML (&lt;h1&gt;</a:t>
            </a:r>
            <a:r>
              <a:rPr lang="de-DE" dirty="0" err="1"/>
              <a:t>training</a:t>
            </a:r>
            <a:r>
              <a:rPr lang="de-DE" dirty="0"/>
              <a:t> Manager App&lt;/h1&gt;).</a:t>
            </a:r>
          </a:p>
          <a:p>
            <a:pPr lvl="1"/>
            <a:r>
              <a:rPr lang="de-DE" dirty="0"/>
              <a:t>Importiere in der </a:t>
            </a:r>
            <a:r>
              <a:rPr lang="de-DE" dirty="0" err="1"/>
              <a:t>AppComponent</a:t>
            </a:r>
            <a:r>
              <a:rPr lang="de-DE" dirty="0"/>
              <a:t> Klasse die Klasse Training.</a:t>
            </a:r>
          </a:p>
          <a:p>
            <a:pPr lvl="1"/>
            <a:r>
              <a:rPr lang="de-DE" dirty="0"/>
              <a:t>Stelle für das Template eine Liste mit Trainings bereit (Feld + </a:t>
            </a:r>
            <a:r>
              <a:rPr lang="de-DE" dirty="0" err="1"/>
              <a:t>Initializierung</a:t>
            </a:r>
            <a:r>
              <a:rPr lang="de-DE" dirty="0"/>
              <a:t> im Konstruktor).</a:t>
            </a:r>
          </a:p>
          <a:p>
            <a:pPr lvl="1"/>
            <a:r>
              <a:rPr lang="de-DE" dirty="0"/>
              <a:t>Zeige im Template die Länge der Liste an.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144206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Direktiven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C6D4E86-7BE0-3147-884A-E183114D8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Allgemeines Konzept</a:t>
            </a:r>
          </a:p>
          <a:p>
            <a:pPr lvl="1"/>
            <a:r>
              <a:rPr lang="de-DE" dirty="0"/>
              <a:t>Komponenten</a:t>
            </a:r>
          </a:p>
          <a:p>
            <a:pPr lvl="1"/>
            <a:r>
              <a:rPr lang="de-DE" dirty="0"/>
              <a:t>Strukturelle Direktiven</a:t>
            </a:r>
          </a:p>
          <a:p>
            <a:pPr lvl="1"/>
            <a:r>
              <a:rPr lang="de-DE" dirty="0"/>
              <a:t>Attribut-Direktiven</a:t>
            </a:r>
          </a:p>
          <a:p>
            <a:r>
              <a:rPr lang="de-DE" i="1" dirty="0"/>
              <a:t>Direktiven</a:t>
            </a:r>
            <a:r>
              <a:rPr lang="de-DE" dirty="0"/>
              <a:t> meint meist strukturelle und Attribut-Direktiven</a:t>
            </a:r>
          </a:p>
          <a:p>
            <a:pPr lvl="1"/>
            <a:r>
              <a:rPr lang="de-DE" dirty="0"/>
              <a:t>Wie Komponenten Teil des UI</a:t>
            </a:r>
          </a:p>
          <a:p>
            <a:pPr lvl="1"/>
            <a:r>
              <a:rPr lang="de-DE" dirty="0"/>
              <a:t>Unterschied zu Komponenten: kein eigenes Template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35104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Direktiven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Direktiven sind Erweiterungen von HTML, die vom Angular Framework gesucht und interpretiert werden</a:t>
            </a:r>
          </a:p>
          <a:p>
            <a:pPr lvl="1"/>
            <a:r>
              <a:rPr lang="de-DE" dirty="0"/>
              <a:t>Während des Bootstrap-Vorgangs wird die Startseite der Anwendung nach Direktiven analysiert</a:t>
            </a:r>
          </a:p>
          <a:p>
            <a:pPr lvl="1"/>
            <a:r>
              <a:rPr lang="de-DE" dirty="0"/>
              <a:t>Erweiterung durch</a:t>
            </a:r>
          </a:p>
          <a:p>
            <a:pPr lvl="2"/>
            <a:r>
              <a:rPr lang="de-DE" dirty="0"/>
              <a:t>HTML-Elemente</a:t>
            </a:r>
          </a:p>
          <a:p>
            <a:pPr lvl="2"/>
            <a:r>
              <a:rPr lang="de-DE" dirty="0"/>
              <a:t>Attribute</a:t>
            </a:r>
          </a:p>
          <a:p>
            <a:r>
              <a:rPr lang="de-DE" dirty="0"/>
              <a:t>Was genau beim Auftreten einer Direktive passiert hängt von der Direktiven-Implementierung ab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ngModel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/>
              <a:t>Data Binding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ngFor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/>
              <a:t>Iteration</a:t>
            </a:r>
          </a:p>
        </p:txBody>
      </p:sp>
    </p:spTree>
    <p:extLst>
      <p:ext uri="{BB962C8B-B14F-4D97-AF65-F5344CB8AC3E}">
        <p14:creationId xmlns:p14="http://schemas.microsoft.com/office/powerpoint/2010/main" val="295373574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40A4F-CD13-174D-ADAC-3A5B0235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909F79-2E8E-D946-A0BC-305A45760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ul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&lt;li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*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ngFor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of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{{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track.name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&lt;/li&gt;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ul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87907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Direktiven des Angular-Frameworks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Angular unterscheidet die folgenden Direktiven</a:t>
            </a:r>
          </a:p>
          <a:p>
            <a:pPr lvl="1"/>
            <a:r>
              <a:rPr lang="de-DE" dirty="0"/>
              <a:t>Components sind Direktiven!</a:t>
            </a:r>
          </a:p>
          <a:p>
            <a:pPr lvl="2"/>
            <a:r>
              <a:rPr lang="de-DE" dirty="0"/>
              <a:t>sie werden an ein HTML-Element gebunden</a:t>
            </a:r>
          </a:p>
          <a:p>
            <a:pPr lvl="1"/>
            <a:r>
              <a:rPr lang="de-DE" dirty="0" err="1"/>
              <a:t>Structural</a:t>
            </a:r>
            <a:r>
              <a:rPr lang="de-DE" dirty="0"/>
              <a:t> </a:t>
            </a:r>
            <a:r>
              <a:rPr lang="de-DE" dirty="0" err="1"/>
              <a:t>Directives</a:t>
            </a:r>
            <a:endParaRPr lang="de-DE" dirty="0"/>
          </a:p>
          <a:p>
            <a:pPr lvl="2"/>
            <a:r>
              <a:rPr lang="de-DE" dirty="0"/>
              <a:t>Modifizieren das DOM der Anwendung</a:t>
            </a: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ngFor</a:t>
            </a:r>
            <a:r>
              <a:rPr lang="de-DE" dirty="0"/>
              <a:t> oder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ngIf</a:t>
            </a:r>
            <a:r>
              <a:rPr lang="de-DE" dirty="0"/>
              <a:t> sind Beispiele hierfür</a:t>
            </a:r>
          </a:p>
          <a:p>
            <a:pPr lvl="1"/>
            <a:r>
              <a:rPr lang="de-DE" dirty="0"/>
              <a:t>Attribute </a:t>
            </a:r>
            <a:r>
              <a:rPr lang="de-DE" dirty="0" err="1"/>
              <a:t>Directives</a:t>
            </a:r>
            <a:endParaRPr lang="de-DE" dirty="0"/>
          </a:p>
          <a:p>
            <a:pPr lvl="2"/>
            <a:r>
              <a:rPr lang="de-DE" dirty="0"/>
              <a:t>Ändern die Darstellung oder das Verhalten eines HTML-Elements</a:t>
            </a:r>
          </a:p>
          <a:p>
            <a:pPr lvl="2"/>
            <a:r>
              <a:rPr lang="de-DE" dirty="0" err="1">
                <a:latin typeface="Courier New" pitchFamily="49" charset="0"/>
                <a:cs typeface="Courier New" pitchFamily="49" charset="0"/>
              </a:rPr>
              <a:t>ngStyle</a:t>
            </a:r>
            <a:r>
              <a:rPr lang="de-DE" dirty="0"/>
              <a:t> als Beispiel</a:t>
            </a:r>
          </a:p>
          <a:p>
            <a:r>
              <a:rPr lang="de-DE" dirty="0"/>
              <a:t>Vollständige Liste unter 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https://angular.io/api?status=stable&amp;type=directive</a:t>
            </a:r>
          </a:p>
        </p:txBody>
      </p:sp>
    </p:spTree>
    <p:extLst>
      <p:ext uri="{BB962C8B-B14F-4D97-AF65-F5344CB8AC3E}">
        <p14:creationId xmlns:p14="http://schemas.microsoft.com/office/powerpoint/2010/main" val="426344683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F0A1B-A690-554F-9DE7-2EE79DDE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09" y="377651"/>
            <a:ext cx="10515600" cy="1325563"/>
          </a:xfrm>
        </p:spPr>
        <p:txBody>
          <a:bodyPr/>
          <a:lstStyle/>
          <a:p>
            <a:r>
              <a:rPr lang="de-DE" dirty="0"/>
              <a:t>Noch ein paar Beispiele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79771C-4B51-DA4C-88D3-D8EB23ED2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*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ngIf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track.playable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button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play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button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1E347B"/>
                </a:solidFill>
                <a:latin typeface="SourceCodePro"/>
              </a:rPr>
              <a:t>&lt;li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*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ngFor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of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{{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track.name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}}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&lt;/li&gt;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263579781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798B6-AC18-0E49-B392-34455B01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Attribut Direktiven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CC1168-8E9F-CE41-BB4A-F0C86F99F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</a:t>
            </a:r>
            <a:r>
              <a:rPr lang="de-DE" dirty="0" err="1"/>
              <a:t>Verändung</a:t>
            </a:r>
            <a:r>
              <a:rPr lang="de-DE" dirty="0"/>
              <a:t> der DOM Struktur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&lt;form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formGroup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"form"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	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input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type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"email"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"mail"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/&gt;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&lt;/form&gt;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65666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EF850-629C-9048-94F1-CB63E9BF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6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F0F7EB-FB95-4D46-8884-317D160E7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Erweitere das Template von </a:t>
            </a:r>
            <a:r>
              <a:rPr lang="de-DE" dirty="0" err="1"/>
              <a:t>AppComponent</a:t>
            </a:r>
            <a:endParaRPr lang="de-DE" dirty="0"/>
          </a:p>
          <a:p>
            <a:pPr lvl="1"/>
            <a:r>
              <a:rPr lang="de-DE" dirty="0"/>
              <a:t>Zeige eine Liste aller Trainings an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570147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Toy plastic numbers">
            <a:extLst>
              <a:ext uri="{FF2B5EF4-FFF2-40B4-BE49-F238E27FC236}">
                <a16:creationId xmlns:a16="http://schemas.microsoft.com/office/drawing/2014/main" id="{7D1873FC-1C09-4572-8A8C-670310E3C9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28" b="560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Child Components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5588936-65EB-B446-A5A6-FB0B07048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Divide and concur</a:t>
            </a:r>
          </a:p>
        </p:txBody>
      </p:sp>
    </p:spTree>
    <p:extLst>
      <p:ext uri="{BB962C8B-B14F-4D97-AF65-F5344CB8AC3E}">
        <p14:creationId xmlns:p14="http://schemas.microsoft.com/office/powerpoint/2010/main" val="269315846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6" descr="Mountain range at sunrise">
            <a:extLst>
              <a:ext uri="{FF2B5EF4-FFF2-40B4-BE49-F238E27FC236}">
                <a16:creationId xmlns:a16="http://schemas.microsoft.com/office/drawing/2014/main" id="{5FB3876F-D6F7-4FD9-A3EE-5D9380158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23" r="4163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7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4F6820-CD60-3143-AB68-A961D42E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Goals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ADD4865-3929-7746-8116-BDC48F633704}"/>
              </a:ext>
            </a:extLst>
          </p:cNvPr>
          <p:cNvSpPr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Listen Darstellung in eigene Komponente auslagern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Komplexere Darstellung ermöglichen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Wachsendes UI aufteilen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Wiederverwendbarkeit erreichen</a:t>
            </a:r>
            <a:endParaRPr lang="en-US" sz="2000" b="0" i="0" u="none" strike="noStrike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090527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10AB6-9FFD-224E-AC84-A2BC87965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Verschachtelung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FEA87B-A53B-3F49-941F-4A96A3D25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Gesamtes UI ist aus Baum von Komponenten aufgebaut</a:t>
            </a:r>
          </a:p>
          <a:p>
            <a:pPr lvl="1"/>
            <a:r>
              <a:rPr lang="de-DE" dirty="0"/>
              <a:t>"Anwendung" ist Top-Level-Komponente</a:t>
            </a:r>
          </a:p>
          <a:p>
            <a:pPr lvl="1"/>
            <a:r>
              <a:rPr lang="de-DE" dirty="0"/>
              <a:t>Komponenten können geschachtelt werden</a:t>
            </a:r>
          </a:p>
          <a:p>
            <a:r>
              <a:rPr lang="de-DE" dirty="0"/>
              <a:t>Vater- und Kind-Komponente sind isoliert</a:t>
            </a:r>
          </a:p>
          <a:p>
            <a:pPr lvl="1"/>
            <a:r>
              <a:rPr lang="de-DE" dirty="0"/>
              <a:t>Kein Zugriff auf Daten des anderen</a:t>
            </a:r>
          </a:p>
          <a:p>
            <a:pPr lvl="1"/>
            <a:r>
              <a:rPr lang="de-DE" dirty="0"/>
              <a:t>Daten müssen an Kind übergeben werden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876427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9B0EA-4C3B-E44E-BB07-74A408A1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Komponente als Direktive einbinden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D9A69B-BFF0-A24C-A309-90F8F69C8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Komponenten sind auch Direktiven (eine Art)</a:t>
            </a:r>
          </a:p>
          <a:p>
            <a:r>
              <a:rPr lang="de-DE" dirty="0"/>
              <a:t>Direktiven (alle Arten) müssen am Modul bekannt gemacht werden</a:t>
            </a:r>
          </a:p>
          <a:p>
            <a:pPr lvl="1"/>
            <a:r>
              <a:rPr lang="de-DE" dirty="0"/>
              <a:t>Per Import falls Export aus anderem Modul</a:t>
            </a:r>
          </a:p>
          <a:p>
            <a:pPr lvl="1"/>
            <a:r>
              <a:rPr lang="de-DE" dirty="0"/>
              <a:t>Per Deklaration falls Teil des eigenen Moduls</a:t>
            </a:r>
          </a:p>
          <a:p>
            <a:r>
              <a:rPr lang="de-DE" dirty="0"/>
              <a:t>Nur bekannt gemacht Direktiven werden ausgeführt</a:t>
            </a:r>
          </a:p>
          <a:p>
            <a:r>
              <a:rPr lang="de-DE" dirty="0"/>
              <a:t>Löst Problem mit Namenskonflikten aus </a:t>
            </a:r>
            <a:r>
              <a:rPr lang="de-DE" dirty="0" err="1"/>
              <a:t>AngularJS</a:t>
            </a:r>
            <a:r>
              <a:rPr lang="de-DE" dirty="0"/>
              <a:t> 1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12737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9214F9-9DF3-E04A-853A-13619BD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Deklaration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D7F0C8-9FE7-5144-8B73-A18BF221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NgModule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 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declarations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ReleaseListComponent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ReleaseCardComponent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 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imports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BrowserModule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 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exports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ReleaseListComponent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ReleaseModule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952401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6C05D0-2209-2C4D-A278-A67F79B34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Mittels </a:t>
            </a:r>
            <a:r>
              <a:rPr lang="de-DE" dirty="0" err="1"/>
              <a:t>ng-generate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25F546-549E-EA44-82E2-76F32FA06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Angular CLI legt neue Komponenten an</a:t>
            </a:r>
          </a:p>
          <a:p>
            <a:pPr lvl="1"/>
            <a:r>
              <a:rPr lang="de-DE" dirty="0"/>
              <a:t>Klasse + alle benötigte Annotation</a:t>
            </a:r>
          </a:p>
          <a:p>
            <a:pPr lvl="1"/>
            <a:r>
              <a:rPr lang="de-DE" dirty="0" err="1"/>
              <a:t>Html</a:t>
            </a:r>
            <a:r>
              <a:rPr lang="de-DE" dirty="0"/>
              <a:t>-Template</a:t>
            </a:r>
          </a:p>
          <a:p>
            <a:pPr lvl="1"/>
            <a:r>
              <a:rPr lang="de-DE" dirty="0"/>
              <a:t>Leeres Styling</a:t>
            </a:r>
          </a:p>
          <a:p>
            <a:pPr lvl="1"/>
            <a:r>
              <a:rPr lang="de-DE" dirty="0"/>
              <a:t>Test</a:t>
            </a:r>
          </a:p>
          <a:p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 </a:t>
            </a:r>
            <a:r>
              <a:rPr lang="de-DE" i="1" dirty="0" err="1"/>
              <a:t>module</a:t>
            </a:r>
            <a:r>
              <a:rPr lang="de-DE" i="1" dirty="0"/>
              <a:t>/</a:t>
            </a:r>
            <a:r>
              <a:rPr lang="de-DE" i="1" dirty="0" err="1"/>
              <a:t>compontent</a:t>
            </a:r>
            <a:r>
              <a:rPr lang="de-DE" i="1" dirty="0"/>
              <a:t>-name</a:t>
            </a:r>
            <a:endParaRPr lang="de-DE" dirty="0"/>
          </a:p>
          <a:p>
            <a:r>
              <a:rPr lang="de-DE" dirty="0"/>
              <a:t>Wird automatisch am nächsthöher gelegenen Modul registriert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003102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7AE87-0038-BF48-9FFC-94F5458C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Module generieren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3CB048-9235-6C4F-A9F0-FCBA8825E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Angular CLI legt neue Module an</a:t>
            </a:r>
          </a:p>
          <a:p>
            <a:pPr lvl="1"/>
            <a:r>
              <a:rPr lang="de-DE" dirty="0"/>
              <a:t>Module-Klasse + Annotation</a:t>
            </a:r>
          </a:p>
          <a:p>
            <a:pPr lvl="1"/>
            <a:r>
              <a:rPr lang="de-DE" dirty="0"/>
              <a:t>Module-Komponente</a:t>
            </a:r>
          </a:p>
          <a:p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 </a:t>
            </a:r>
            <a:r>
              <a:rPr lang="de-DE" i="1" dirty="0" err="1"/>
              <a:t>name</a:t>
            </a:r>
            <a:endParaRPr lang="de-DE" dirty="0"/>
          </a:p>
          <a:p>
            <a:r>
              <a:rPr lang="de-DE" dirty="0"/>
              <a:t>Wird </a:t>
            </a:r>
            <a:r>
              <a:rPr lang="de-DE" i="1" dirty="0"/>
              <a:t>NICHT</a:t>
            </a:r>
            <a:r>
              <a:rPr lang="de-DE" dirty="0"/>
              <a:t> automatisch am nächsthöherer gelegenen Modul registriert </a:t>
            </a:r>
            <a:r>
              <a:rPr lang="de-DE" dirty="0">
                <a:sym typeface="Wingdings" pitchFamily="2" charset="2"/>
              </a:rPr>
              <a:t> selbst machen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20881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74FE4B-1490-D345-8344-651117A5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7: Komponenten schachteln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D4209E-867F-9044-9C0F-DBE0FBA00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Erstelle ein Angular-Modul </a:t>
            </a:r>
            <a:r>
              <a:rPr lang="de-DE" dirty="0" err="1"/>
              <a:t>TrainingsModule</a:t>
            </a:r>
            <a:endParaRPr lang="de-DE" dirty="0"/>
          </a:p>
          <a:p>
            <a:pPr lvl="1"/>
            <a:r>
              <a:rPr lang="de-DE" dirty="0"/>
              <a:t>Generieren per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</a:t>
            </a:r>
            <a:r>
              <a:rPr lang="de-DE" dirty="0" err="1"/>
              <a:t>trainings</a:t>
            </a:r>
            <a:endParaRPr lang="de-DE" dirty="0"/>
          </a:p>
          <a:p>
            <a:r>
              <a:rPr lang="de-DE" dirty="0"/>
              <a:t>Erstelle eine Komponente </a:t>
            </a:r>
            <a:r>
              <a:rPr lang="de-DE" dirty="0" err="1"/>
              <a:t>TrainingListComponent</a:t>
            </a:r>
            <a:endParaRPr lang="de-DE" dirty="0"/>
          </a:p>
          <a:p>
            <a:pPr lvl="1"/>
            <a:r>
              <a:rPr lang="de-DE" dirty="0"/>
              <a:t>Generieren per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trainings</a:t>
            </a:r>
            <a:r>
              <a:rPr lang="de-DE" dirty="0"/>
              <a:t>/</a:t>
            </a:r>
            <a:r>
              <a:rPr lang="de-DE" dirty="0" err="1"/>
              <a:t>training</a:t>
            </a:r>
            <a:r>
              <a:rPr lang="de-DE" dirty="0"/>
              <a:t>-list</a:t>
            </a:r>
          </a:p>
          <a:p>
            <a:r>
              <a:rPr lang="de-DE" dirty="0"/>
              <a:t>Binde die neue Komponente ein</a:t>
            </a:r>
          </a:p>
          <a:p>
            <a:pPr lvl="1"/>
            <a:r>
              <a:rPr lang="de-DE" dirty="0"/>
              <a:t>Exportiere </a:t>
            </a:r>
            <a:r>
              <a:rPr lang="de-DE" dirty="0" err="1"/>
              <a:t>TrainingListComponent</a:t>
            </a:r>
            <a:r>
              <a:rPr lang="de-DE" dirty="0"/>
              <a:t> in </a:t>
            </a:r>
            <a:r>
              <a:rPr lang="de-DE" dirty="0" err="1"/>
              <a:t>TrainingsModule</a:t>
            </a:r>
            <a:endParaRPr lang="de-DE" dirty="0"/>
          </a:p>
          <a:p>
            <a:pPr lvl="1"/>
            <a:r>
              <a:rPr lang="de-DE" dirty="0"/>
              <a:t>Importiere </a:t>
            </a:r>
            <a:r>
              <a:rPr lang="de-DE" dirty="0" err="1"/>
              <a:t>TrainingsModule</a:t>
            </a:r>
            <a:r>
              <a:rPr lang="de-DE" dirty="0"/>
              <a:t> in </a:t>
            </a:r>
            <a:r>
              <a:rPr lang="de-DE" dirty="0" err="1"/>
              <a:t>AppModule</a:t>
            </a:r>
            <a:endParaRPr lang="de-DE" dirty="0"/>
          </a:p>
          <a:p>
            <a:pPr lvl="1"/>
            <a:r>
              <a:rPr lang="de-DE" dirty="0"/>
              <a:t>Verwende </a:t>
            </a:r>
            <a:r>
              <a:rPr lang="de-DE" dirty="0" err="1"/>
              <a:t>TrainingListComponent</a:t>
            </a:r>
            <a:r>
              <a:rPr lang="de-DE" dirty="0"/>
              <a:t> im Template von </a:t>
            </a:r>
            <a:r>
              <a:rPr lang="de-DE" dirty="0" err="1"/>
              <a:t>AppComponent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187890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Input einer </a:t>
            </a:r>
            <a:r>
              <a:rPr lang="de-DE" dirty="0" err="1"/>
              <a:t>Component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Components können über das Template verschachtelt werden</a:t>
            </a:r>
          </a:p>
          <a:p>
            <a:pPr lvl="1"/>
            <a:r>
              <a:rPr lang="de-DE" dirty="0"/>
              <a:t>Innerhalb des Templates wird ein Root-Element einer weiteren Angular-</a:t>
            </a:r>
            <a:r>
              <a:rPr lang="de-DE" dirty="0" err="1"/>
              <a:t>Component</a:t>
            </a:r>
            <a:r>
              <a:rPr lang="de-DE" dirty="0"/>
              <a:t> definiert</a:t>
            </a:r>
          </a:p>
          <a:p>
            <a:r>
              <a:rPr lang="de-DE" dirty="0"/>
              <a:t>Der Kind-Controller kann Input-Parameter definieren</a:t>
            </a:r>
          </a:p>
          <a:p>
            <a:pPr lvl="1"/>
            <a:r>
              <a:rPr lang="de-DE" dirty="0"/>
              <a:t>Dazu wird eine Eigenschaft mit der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@Input</a:t>
            </a:r>
            <a:r>
              <a:rPr lang="de-DE" dirty="0"/>
              <a:t>-Annotation versehen</a:t>
            </a:r>
          </a:p>
          <a:p>
            <a:r>
              <a:rPr lang="de-DE" dirty="0"/>
              <a:t>Diese werden im Template gesetzt</a:t>
            </a:r>
          </a:p>
        </p:txBody>
      </p:sp>
    </p:spTree>
    <p:extLst>
      <p:ext uri="{BB962C8B-B14F-4D97-AF65-F5344CB8AC3E}">
        <p14:creationId xmlns:p14="http://schemas.microsoft.com/office/powerpoint/2010/main" val="308128394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Input einer Child-</a:t>
            </a:r>
            <a:r>
              <a:rPr lang="de-DE" dirty="0" err="1"/>
              <a:t>Component</a:t>
            </a:r>
            <a:endParaRPr lang="de-DE" dirty="0"/>
          </a:p>
        </p:txBody>
      </p:sp>
      <p:grpSp>
        <p:nvGrpSpPr>
          <p:cNvPr id="7" name="Gruppieren 6"/>
          <p:cNvGrpSpPr/>
          <p:nvPr/>
        </p:nvGrpSpPr>
        <p:grpSpPr>
          <a:xfrm>
            <a:off x="1268249" y="1440452"/>
            <a:ext cx="8928992" cy="5166134"/>
            <a:chOff x="107504" y="1052736"/>
            <a:chExt cx="8928992" cy="5166134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1052736"/>
              <a:ext cx="6200775" cy="2286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9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629" y="3609020"/>
              <a:ext cx="4048125" cy="2609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Legende mit Linie 1 10"/>
            <p:cNvSpPr/>
            <p:nvPr/>
          </p:nvSpPr>
          <p:spPr>
            <a:xfrm>
              <a:off x="6480212" y="1484784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60768"/>
                <a:gd name="adj4" fmla="val -132231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Neues Root-Element für die Kind-</a:t>
              </a:r>
              <a:r>
                <a:rPr lang="de-DE" dirty="0" err="1">
                  <a:solidFill>
                    <a:schemeClr val="tx1"/>
                  </a:solidFill>
                </a:rPr>
                <a:t>Component</a:t>
              </a:r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2" name="Legende mit Linie 1 11"/>
            <p:cNvSpPr/>
            <p:nvPr/>
          </p:nvSpPr>
          <p:spPr>
            <a:xfrm>
              <a:off x="6480212" y="5013176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64257"/>
                <a:gd name="adj4" fmla="val -110563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Deklaration einer Input-Eigenschaft</a:t>
              </a:r>
            </a:p>
          </p:txBody>
        </p:sp>
        <p:sp>
          <p:nvSpPr>
            <p:cNvPr id="13" name="Legende mit Linie 1 12"/>
            <p:cNvSpPr/>
            <p:nvPr/>
          </p:nvSpPr>
          <p:spPr>
            <a:xfrm>
              <a:off x="6480212" y="3176972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64257"/>
                <a:gd name="adj4" fmla="val -110563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Angabe des Root-Elements</a:t>
              </a:r>
            </a:p>
          </p:txBody>
        </p:sp>
      </p:grp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3B75026-8648-DD42-89A2-6173B6D47F2F}"/>
              </a:ext>
            </a:extLst>
          </p:cNvPr>
          <p:cNvCxnSpPr>
            <a:cxnSpLocks/>
          </p:cNvCxnSpPr>
          <p:nvPr/>
        </p:nvCxnSpPr>
        <p:spPr>
          <a:xfrm flipH="1">
            <a:off x="4171168" y="2376556"/>
            <a:ext cx="3297856" cy="20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C6C23F6-A0DF-7749-AC95-F39733318BCC}"/>
              </a:ext>
            </a:extLst>
          </p:cNvPr>
          <p:cNvCxnSpPr>
            <a:cxnSpLocks/>
          </p:cNvCxnSpPr>
          <p:nvPr/>
        </p:nvCxnSpPr>
        <p:spPr>
          <a:xfrm flipH="1">
            <a:off x="4136571" y="3965296"/>
            <a:ext cx="3297856" cy="20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643C28D-8827-044A-85E3-75A44185445C}"/>
              </a:ext>
            </a:extLst>
          </p:cNvPr>
          <p:cNvCxnSpPr>
            <a:cxnSpLocks/>
          </p:cNvCxnSpPr>
          <p:nvPr/>
        </p:nvCxnSpPr>
        <p:spPr>
          <a:xfrm flipH="1" flipV="1">
            <a:off x="4484318" y="6087649"/>
            <a:ext cx="2984707" cy="115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22428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377C19-BB53-A143-BA75-A554EDBB3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Inputs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A1CE7A-1FEB-5941-86C6-FC3FF0E60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Daten können an Komponente übergeben werden</a:t>
            </a:r>
          </a:p>
          <a:p>
            <a:pPr marL="742950" lvl="1" indent="-285750"/>
            <a:r>
              <a:rPr lang="de-DE" i="1" dirty="0">
                <a:solidFill>
                  <a:srgbClr val="333333"/>
                </a:solidFill>
                <a:latin typeface="Aller"/>
              </a:rPr>
              <a:t>Property Binding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über [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propertyName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]="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expression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"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[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propertyName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] Property in der "inneren" Komponente </a:t>
            </a:r>
            <a:r>
              <a:rPr lang="de-DE" i="1" dirty="0" err="1">
                <a:solidFill>
                  <a:srgbClr val="333333"/>
                </a:solidFill>
                <a:latin typeface="Aller"/>
              </a:rPr>
              <a:t>release</a:t>
            </a:r>
            <a:r>
              <a:rPr lang="de-DE" i="1" dirty="0">
                <a:solidFill>
                  <a:srgbClr val="333333"/>
                </a:solidFill>
                <a:latin typeface="Aller"/>
              </a:rPr>
              <a:t>-card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expression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Property in der "äußeren / aufrufenden" Komponente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Data-Binding in Angular immer unidirektional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Objekt veränderbar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Referenz bleibt außen immer gleich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772838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D3EE9E-2D4A-1B41-93E7-57B4AE528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8: Inputs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AA7AF0-7D8D-B24A-93D2-072524F8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Erweitere die Komponente </a:t>
            </a:r>
            <a:r>
              <a:rPr lang="de-DE" dirty="0" err="1"/>
              <a:t>TrainingListComponent</a:t>
            </a:r>
            <a:endParaRPr lang="de-DE" dirty="0"/>
          </a:p>
          <a:p>
            <a:pPr lvl="1"/>
            <a:r>
              <a:rPr lang="de-DE" dirty="0"/>
              <a:t>Nimm als Input ein Array von Training Objekten entgegen</a:t>
            </a:r>
          </a:p>
          <a:p>
            <a:pPr lvl="1"/>
            <a:r>
              <a:rPr lang="de-DE" dirty="0"/>
              <a:t>Verschiebe die bisherige Darstellung aus </a:t>
            </a:r>
            <a:r>
              <a:rPr lang="de-DE" dirty="0" err="1"/>
              <a:t>AppComponent</a:t>
            </a:r>
            <a:r>
              <a:rPr lang="de-DE" dirty="0"/>
              <a:t> in das Template von </a:t>
            </a:r>
            <a:r>
              <a:rPr lang="de-DE" dirty="0" err="1"/>
              <a:t>TrainingListComponent</a:t>
            </a:r>
            <a:br>
              <a:rPr lang="de-DE" dirty="0"/>
            </a:br>
            <a:r>
              <a:rPr lang="de-DE" dirty="0"/>
              <a:t>(Text und Liste, nicht die h1 Überschrift)</a:t>
            </a:r>
          </a:p>
          <a:p>
            <a:r>
              <a:rPr lang="de-DE" dirty="0"/>
              <a:t>Passe die Verwendung von </a:t>
            </a:r>
            <a:r>
              <a:rPr lang="de-DE" dirty="0" err="1"/>
              <a:t>TrainingListComponent</a:t>
            </a:r>
            <a:r>
              <a:rPr lang="de-DE" dirty="0"/>
              <a:t> in </a:t>
            </a:r>
            <a:r>
              <a:rPr lang="de-DE" dirty="0" err="1"/>
              <a:t>AppComponent</a:t>
            </a:r>
            <a:r>
              <a:rPr lang="de-DE" dirty="0"/>
              <a:t> an</a:t>
            </a:r>
          </a:p>
          <a:p>
            <a:pPr lvl="1"/>
            <a:r>
              <a:rPr lang="de-DE" dirty="0"/>
              <a:t>Lösche den entsprechenden Teil des Templates</a:t>
            </a:r>
          </a:p>
          <a:p>
            <a:pPr lvl="1"/>
            <a:r>
              <a:rPr lang="de-DE" dirty="0"/>
              <a:t>Übergebe </a:t>
            </a:r>
            <a:r>
              <a:rPr lang="de-DE" dirty="0" err="1"/>
              <a:t>app</a:t>
            </a:r>
            <a:r>
              <a:rPr lang="de-DE" dirty="0"/>
              <a:t>-training-list die Daten per Property-Binding</a:t>
            </a:r>
          </a:p>
        </p:txBody>
      </p:sp>
    </p:spTree>
    <p:extLst>
      <p:ext uri="{BB962C8B-B14F-4D97-AF65-F5344CB8AC3E}">
        <p14:creationId xmlns:p14="http://schemas.microsoft.com/office/powerpoint/2010/main" val="82182852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1D98CAC-3EFF-4342-BD5A-6C0E8CAB4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400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914402"/>
            <a:ext cx="10515600" cy="26599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Events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2D12582-BA79-A345-AE02-6F5FE4913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68800"/>
            <a:ext cx="10515600" cy="1390650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 aus Components</a:t>
            </a:r>
          </a:p>
        </p:txBody>
      </p:sp>
    </p:spTree>
    <p:extLst>
      <p:ext uri="{BB962C8B-B14F-4D97-AF65-F5344CB8AC3E}">
        <p14:creationId xmlns:p14="http://schemas.microsoft.com/office/powerpoint/2010/main" val="16413194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9B8F8DE-1A33-954A-9826-04226CDB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Event Binding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DA20E02-5383-5840-BD40-94E75B203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Data-Binding unidirektional</a:t>
            </a:r>
          </a:p>
          <a:p>
            <a:pPr lvl="1"/>
            <a:r>
              <a:rPr lang="de-DE" dirty="0"/>
              <a:t>Daten von außen nach innen</a:t>
            </a:r>
          </a:p>
          <a:p>
            <a:pPr lvl="1"/>
            <a:r>
              <a:rPr lang="de-DE" dirty="0"/>
              <a:t>Wie kommen Informationen von innen nach außen?</a:t>
            </a:r>
          </a:p>
          <a:p>
            <a:r>
              <a:rPr lang="de-DE" dirty="0"/>
              <a:t>Komponenten können Events nach außen geben</a:t>
            </a:r>
          </a:p>
          <a:p>
            <a:pPr lvl="1"/>
            <a:r>
              <a:rPr lang="de-DE" i="1" dirty="0"/>
              <a:t>Event Binding</a:t>
            </a:r>
            <a:r>
              <a:rPr lang="de-DE" dirty="0"/>
              <a:t> mit (</a:t>
            </a:r>
            <a:r>
              <a:rPr lang="de-DE" dirty="0" err="1"/>
              <a:t>eventName</a:t>
            </a:r>
            <a:r>
              <a:rPr lang="de-DE" dirty="0"/>
              <a:t>)="</a:t>
            </a:r>
            <a:r>
              <a:rPr lang="de-DE" dirty="0" err="1"/>
              <a:t>statement</a:t>
            </a:r>
            <a:r>
              <a:rPr lang="de-DE" dirty="0"/>
              <a:t>"</a:t>
            </a:r>
          </a:p>
          <a:p>
            <a:pPr lvl="1"/>
            <a:r>
              <a:rPr lang="de-DE" dirty="0"/>
              <a:t>Zuweisung oder Funktionsaufruf</a:t>
            </a:r>
          </a:p>
          <a:p>
            <a:pPr lvl="1"/>
            <a:r>
              <a:rPr lang="de-DE" dirty="0"/>
              <a:t>Zugriff auf das Event immer über $</a:t>
            </a:r>
            <a:r>
              <a:rPr lang="de-DE" dirty="0" err="1"/>
              <a:t>event</a:t>
            </a:r>
            <a:r>
              <a:rPr lang="de-DE" dirty="0"/>
              <a:t> möglich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31073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Event Handler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Im Gegensatz zum Standard-Eventmodell im Browser können beliebige Funktionen mit Parametern als Handler aufgerufen werden</a:t>
            </a:r>
          </a:p>
          <a:p>
            <a:r>
              <a:rPr lang="de-DE" dirty="0"/>
              <a:t>Die Event-behandelnde Funktion ist Bestandteil der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Component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322210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Event Handler: Beispiel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export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UiAppComponent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//…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selectionList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[] = 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			["Item1", "Item2", "Item3"]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setItem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(item: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		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this.data.boundData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= item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&lt;li *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ngFor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="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let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item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of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selectionList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     	(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click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)="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setItem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(item)"&gt;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{{item}}&lt;/li&gt;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ul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3934046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532F0-2203-B946-B35F-80A32504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9: Events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58B908-A0CA-994C-94F7-5B3504B03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Reagiere in </a:t>
            </a:r>
            <a:r>
              <a:rPr lang="de-DE" dirty="0" err="1"/>
              <a:t>TrainingListComponent</a:t>
            </a:r>
            <a:r>
              <a:rPr lang="de-DE" dirty="0"/>
              <a:t> auf Klicks auf die Listen-Elemente</a:t>
            </a:r>
          </a:p>
          <a:p>
            <a:pPr lvl="1"/>
            <a:r>
              <a:rPr lang="de-DE" dirty="0"/>
              <a:t>Rufe eine Methode (</a:t>
            </a:r>
            <a:r>
              <a:rPr lang="de-DE" dirty="0" err="1"/>
              <a:t>listItemClicked</a:t>
            </a:r>
            <a:r>
              <a:rPr lang="de-DE" dirty="0"/>
              <a:t>) in der </a:t>
            </a:r>
            <a:r>
              <a:rPr lang="de-DE" dirty="0" err="1"/>
              <a:t>Component</a:t>
            </a:r>
            <a:r>
              <a:rPr lang="de-DE" dirty="0"/>
              <a:t>-Klasse auf</a:t>
            </a:r>
          </a:p>
          <a:p>
            <a:pPr lvl="1"/>
            <a:r>
              <a:rPr lang="de-DE" dirty="0"/>
              <a:t>Übergebe das Dom-Event ($</a:t>
            </a:r>
            <a:r>
              <a:rPr lang="de-DE" dirty="0" err="1"/>
              <a:t>event</a:t>
            </a:r>
            <a:r>
              <a:rPr lang="de-DE" dirty="0"/>
              <a:t> vom Typ </a:t>
            </a:r>
            <a:r>
              <a:rPr lang="de-DE" dirty="0" err="1"/>
              <a:t>MouseEvent</a:t>
            </a:r>
            <a:r>
              <a:rPr lang="de-DE" dirty="0"/>
              <a:t>) und das Training des geklickten Listen-Eintrags</a:t>
            </a:r>
          </a:p>
          <a:p>
            <a:pPr lvl="1"/>
            <a:r>
              <a:rPr lang="de-DE" dirty="0"/>
              <a:t>Logge den Namen des Trainings und das Event auf die Konsole</a:t>
            </a:r>
            <a:br>
              <a:rPr lang="de-DE" dirty="0"/>
            </a:br>
            <a:r>
              <a:rPr lang="de-DE" dirty="0"/>
              <a:t>z.B. mit </a:t>
            </a:r>
            <a:r>
              <a:rPr lang="de-DE" dirty="0" err="1"/>
              <a:t>console.log</a:t>
            </a:r>
            <a:r>
              <a:rPr lang="de-DE" dirty="0"/>
              <a:t>(</a:t>
            </a:r>
            <a:r>
              <a:rPr lang="de-DE" dirty="0" err="1"/>
              <a:t>event</a:t>
            </a:r>
            <a:r>
              <a:rPr lang="de-DE" dirty="0"/>
              <a:t>, </a:t>
            </a:r>
            <a:r>
              <a:rPr lang="de-DE" dirty="0" err="1"/>
              <a:t>training.name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249419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822210-8E48-6347-B042-DDC58AC3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 -- Events aus Komponenten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1A78A2-374F-4641-BEF8-A65CE35AB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Komponenten können Events nach außen werfen</a:t>
            </a:r>
          </a:p>
          <a:p>
            <a:pPr lvl="1"/>
            <a:r>
              <a:rPr lang="de-DE" dirty="0"/>
              <a:t>Eigenschaft in Komponenten-Klasse vom Typ </a:t>
            </a:r>
            <a:r>
              <a:rPr lang="de-DE" dirty="0" err="1"/>
              <a:t>EventEmitter</a:t>
            </a:r>
            <a:endParaRPr lang="de-DE" dirty="0"/>
          </a:p>
          <a:p>
            <a:pPr lvl="1"/>
            <a:r>
              <a:rPr lang="de-DE" dirty="0"/>
              <a:t>Typ-Parameter gibt Typ des Events an</a:t>
            </a:r>
          </a:p>
          <a:p>
            <a:pPr lvl="1"/>
            <a:r>
              <a:rPr lang="de-DE" dirty="0"/>
              <a:t>Eigenschaft wird mit @Output() markiert</a:t>
            </a:r>
          </a:p>
          <a:p>
            <a:pPr lvl="1"/>
            <a:r>
              <a:rPr lang="de-DE" dirty="0"/>
              <a:t>Events können über </a:t>
            </a:r>
            <a:r>
              <a:rPr lang="de-DE" dirty="0" err="1"/>
              <a:t>EventEmitter#emit</a:t>
            </a:r>
            <a:r>
              <a:rPr lang="de-DE" dirty="0"/>
              <a:t> gefeuert werden</a:t>
            </a:r>
          </a:p>
        </p:txBody>
      </p:sp>
    </p:spTree>
    <p:extLst>
      <p:ext uri="{BB962C8B-B14F-4D97-AF65-F5344CB8AC3E}">
        <p14:creationId xmlns:p14="http://schemas.microsoft.com/office/powerpoint/2010/main" val="296138953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82A08D-8525-4644-B512-208BEE1C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E94472-E3FC-CB43-BB42-6892E356C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1600" dirty="0" err="1">
                <a:solidFill>
                  <a:srgbClr val="008080"/>
                </a:solidFill>
                <a:latin typeface="SourceCodePro"/>
              </a:rPr>
              <a:t>Component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008080"/>
                </a:solidFill>
                <a:latin typeface="SourceCodePro"/>
              </a:rPr>
              <a:t>Input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008080"/>
                </a:solidFill>
                <a:latin typeface="SourceCodePro"/>
              </a:rPr>
              <a:t>Output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008080"/>
                </a:solidFill>
                <a:latin typeface="SourceCodePro"/>
              </a:rPr>
              <a:t>EventEmitter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DD1144"/>
                </a:solidFill>
                <a:latin typeface="SourceCodePro"/>
              </a:rPr>
              <a:t>"@angular/</a:t>
            </a:r>
            <a:r>
              <a:rPr lang="de-DE" sz="1600" dirty="0" err="1">
                <a:solidFill>
                  <a:srgbClr val="DD1144"/>
                </a:solidFill>
                <a:latin typeface="SourceCodePro"/>
              </a:rPr>
              <a:t>core</a:t>
            </a:r>
            <a:r>
              <a:rPr lang="de-DE" sz="16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sz="1600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({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selector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600" dirty="0" err="1">
                <a:solidFill>
                  <a:srgbClr val="DD1144"/>
                </a:solidFill>
                <a:latin typeface="SourceCodePro"/>
              </a:rPr>
              <a:t>release</a:t>
            </a:r>
            <a:r>
              <a:rPr lang="de-DE" sz="1600" dirty="0">
                <a:solidFill>
                  <a:srgbClr val="DD1144"/>
                </a:solidFill>
                <a:latin typeface="SourceCodePro"/>
              </a:rPr>
              <a:t>-card"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template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DD1144"/>
                </a:solidFill>
                <a:latin typeface="SourceCodePro"/>
              </a:rPr>
              <a:t>`&lt;h3&gt;{{</a:t>
            </a:r>
            <a:r>
              <a:rPr lang="de-DE" sz="1600" dirty="0" err="1">
                <a:solidFill>
                  <a:srgbClr val="DD1144"/>
                </a:solidFill>
                <a:latin typeface="SourceCodePro"/>
              </a:rPr>
              <a:t>release.name</a:t>
            </a:r>
            <a:r>
              <a:rPr lang="de-DE" sz="1600" dirty="0">
                <a:solidFill>
                  <a:srgbClr val="DD1144"/>
                </a:solidFill>
                <a:latin typeface="SourceCodePro"/>
              </a:rPr>
              <a:t>}}&lt;/h3&gt;`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93A1A1"/>
                </a:solidFill>
                <a:latin typeface="SourceCodePro"/>
              </a:rPr>
              <a:t>})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008080"/>
                </a:solidFill>
                <a:latin typeface="SourceCodePro"/>
              </a:rPr>
              <a:t>ReleaseCardComponent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{</a:t>
            </a:r>
          </a:p>
          <a:p>
            <a:pPr marL="0" indent="0">
              <a:buNone/>
            </a:pP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195F91"/>
                </a:solidFill>
                <a:latin typeface="SourceCodePro"/>
              </a:rPr>
              <a:t>	@Input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release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008080"/>
                </a:solidFill>
                <a:latin typeface="SourceCodePro"/>
              </a:rPr>
              <a:t>Release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93A1A1"/>
                </a:solidFill>
                <a:latin typeface="SourceCodePro"/>
              </a:rPr>
              <a:t>	//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we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use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domain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object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as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event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, real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world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: 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ReleaseLikedEvent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195F91"/>
                </a:solidFill>
                <a:latin typeface="SourceCodePro"/>
              </a:rPr>
              <a:t>	@Output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releaseLiked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 err="1">
                <a:solidFill>
                  <a:srgbClr val="008080"/>
                </a:solidFill>
                <a:latin typeface="SourceCodePro"/>
              </a:rPr>
              <a:t>EventEmitter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&lt;</a:t>
            </a:r>
            <a:r>
              <a:rPr lang="de-DE" sz="1600" dirty="0">
                <a:solidFill>
                  <a:srgbClr val="008080"/>
                </a:solidFill>
                <a:latin typeface="SourceCodePro"/>
              </a:rPr>
              <a:t>Release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&gt;();</a:t>
            </a:r>
          </a:p>
          <a:p>
            <a:pPr marL="0" indent="0">
              <a:buNone/>
            </a:pP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likeRelease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0" indent="0">
              <a:buNone/>
            </a:pPr>
            <a:r>
              <a:rPr lang="de-DE" sz="1600" dirty="0">
                <a:solidFill>
                  <a:srgbClr val="1E347B"/>
                </a:solidFill>
                <a:latin typeface="SourceCodePro"/>
              </a:rPr>
              <a:t>		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releaseLiked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emit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16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16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1600" dirty="0" err="1">
                <a:solidFill>
                  <a:srgbClr val="48484C"/>
                </a:solidFill>
                <a:latin typeface="SourceCodePro"/>
              </a:rPr>
              <a:t>release</a:t>
            </a:r>
            <a:r>
              <a:rPr lang="de-DE" sz="1600" dirty="0">
                <a:solidFill>
                  <a:srgbClr val="93A1A1"/>
                </a:solidFill>
                <a:latin typeface="SourceCodePro"/>
              </a:rPr>
              <a:t>);</a:t>
            </a:r>
            <a:r>
              <a:rPr lang="de-DE" sz="1600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0" indent="0">
              <a:buNone/>
            </a:pPr>
            <a:r>
              <a:rPr lang="de-DE" sz="1600" dirty="0">
                <a:solidFill>
                  <a:srgbClr val="93A1A1"/>
                </a:solidFill>
                <a:latin typeface="SourceCodePro"/>
              </a:rPr>
              <a:t>	}</a:t>
            </a:r>
            <a:endParaRPr lang="de-DE" sz="1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16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59844365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9CCDF-2241-8042-B77D-783B6A4A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Nutzende Komponente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3FE669-4D7F-B746-8E38-167E176F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releases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release</a:t>
            </a:r>
            <a:r>
              <a:rPr lang="de-DE" sz="2800" dirty="0">
                <a:solidFill>
                  <a:srgbClr val="1E347B"/>
                </a:solidFill>
                <a:latin typeface="SourceCodePro"/>
              </a:rPr>
              <a:t>-card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*</a:t>
            </a:r>
            <a:r>
              <a:rPr lang="de-DE" sz="2800" dirty="0" err="1">
                <a:solidFill>
                  <a:srgbClr val="008080"/>
                </a:solidFill>
                <a:latin typeface="SourceCodePro"/>
              </a:rPr>
              <a:t>ngFor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let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release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of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artist.releases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2800" dirty="0">
                <a:solidFill>
                  <a:srgbClr val="48484C"/>
                </a:solidFill>
                <a:latin typeface="SourceCodePro"/>
              </a:rPr>
              <a:t>[</a:t>
            </a:r>
            <a:r>
              <a:rPr lang="de-DE" sz="2800" dirty="0" err="1">
                <a:solidFill>
                  <a:srgbClr val="008080"/>
                </a:solidFill>
                <a:latin typeface="SourceCodePro"/>
              </a:rPr>
              <a:t>release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release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2800" dirty="0">
                <a:solidFill>
                  <a:srgbClr val="48484C"/>
                </a:solidFill>
                <a:latin typeface="SourceCodePro"/>
              </a:rPr>
              <a:t>(</a:t>
            </a:r>
            <a:r>
              <a:rPr lang="de-DE" sz="2800" dirty="0" err="1">
                <a:solidFill>
                  <a:srgbClr val="008080"/>
                </a:solidFill>
                <a:latin typeface="SourceCodePro"/>
              </a:rPr>
              <a:t>releaseLiked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)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onReleaseLiked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($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event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, 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release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)"</a:t>
            </a:r>
            <a:r>
              <a:rPr lang="de-DE" sz="2800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1E347B"/>
                </a:solidFill>
                <a:latin typeface="SourceCodePro"/>
              </a:rPr>
              <a:t>&lt;/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release</a:t>
            </a:r>
            <a:r>
              <a:rPr lang="de-DE" sz="2800" dirty="0">
                <a:solidFill>
                  <a:srgbClr val="1E347B"/>
                </a:solidFill>
                <a:latin typeface="SourceCodePro"/>
              </a:rPr>
              <a:t>-card&gt;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3F0E6E68-7FA3-7741-90E2-EE166701227C}"/>
              </a:ext>
            </a:extLst>
          </p:cNvPr>
          <p:cNvCxnSpPr/>
          <p:nvPr/>
        </p:nvCxnSpPr>
        <p:spPr>
          <a:xfrm flipH="1" flipV="1">
            <a:off x="5824603" y="3707704"/>
            <a:ext cx="1127342" cy="9645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9B7A6E40-038A-0540-B4EE-728438F18A2E}"/>
              </a:ext>
            </a:extLst>
          </p:cNvPr>
          <p:cNvSpPr txBox="1"/>
          <p:nvPr/>
        </p:nvSpPr>
        <p:spPr>
          <a:xfrm>
            <a:off x="7039627" y="4847573"/>
            <a:ext cx="3911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Methode im aufrufendem Controller</a:t>
            </a:r>
          </a:p>
          <a:p>
            <a:r>
              <a:rPr lang="de-DE" dirty="0"/>
              <a:t>NICHT in der Release-Card Komponente</a:t>
            </a:r>
          </a:p>
        </p:txBody>
      </p:sp>
    </p:spTree>
    <p:extLst>
      <p:ext uri="{BB962C8B-B14F-4D97-AF65-F5344CB8AC3E}">
        <p14:creationId xmlns:p14="http://schemas.microsoft.com/office/powerpoint/2010/main" val="93020142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23F8F852-C9CD-0B41-9F39-8552FD688D84}"/>
              </a:ext>
            </a:extLst>
          </p:cNvPr>
          <p:cNvSpPr/>
          <p:nvPr/>
        </p:nvSpPr>
        <p:spPr>
          <a:xfrm>
            <a:off x="1158949" y="3625702"/>
            <a:ext cx="2232837" cy="1031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TrainingListComp</a:t>
            </a:r>
            <a:endParaRPr lang="de-DE" dirty="0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ED46516-20B8-0A46-9601-04975C0B8741}"/>
              </a:ext>
            </a:extLst>
          </p:cNvPr>
          <p:cNvSpPr/>
          <p:nvPr/>
        </p:nvSpPr>
        <p:spPr>
          <a:xfrm>
            <a:off x="5181600" y="535172"/>
            <a:ext cx="3324447" cy="1031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AppComponent</a:t>
            </a:r>
            <a:endParaRPr lang="de-DE" dirty="0"/>
          </a:p>
          <a:p>
            <a:pPr algn="ctr"/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selectedTraining</a:t>
            </a:r>
            <a:r>
              <a:rPr lang="de-DE" dirty="0"/>
              <a:t>: Training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69AA52CF-060E-F24C-9FEA-4B39E2803112}"/>
              </a:ext>
            </a:extLst>
          </p:cNvPr>
          <p:cNvSpPr/>
          <p:nvPr/>
        </p:nvSpPr>
        <p:spPr>
          <a:xfrm>
            <a:off x="7414437" y="3429000"/>
            <a:ext cx="3324447" cy="10313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DetailCompontent</a:t>
            </a:r>
            <a:endParaRPr lang="de-DE" dirty="0"/>
          </a:p>
          <a:p>
            <a:pPr algn="ctr"/>
            <a:r>
              <a:rPr lang="de-DE" dirty="0"/>
              <a:t>private training2Show: Training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F2E87A3-38B4-7E46-A790-DB9A81B3112F}"/>
              </a:ext>
            </a:extLst>
          </p:cNvPr>
          <p:cNvSpPr txBox="1"/>
          <p:nvPr/>
        </p:nvSpPr>
        <p:spPr>
          <a:xfrm>
            <a:off x="8506047" y="2392326"/>
            <a:ext cx="361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[training2Show] = „</a:t>
            </a:r>
            <a:r>
              <a:rPr lang="de-DE" dirty="0" err="1"/>
              <a:t>selectedTraining</a:t>
            </a:r>
            <a:r>
              <a:rPr lang="de-DE" dirty="0"/>
              <a:t>“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27DB6F1-9D3F-7647-B80D-70008D88F3AA}"/>
              </a:ext>
            </a:extLst>
          </p:cNvPr>
          <p:cNvCxnSpPr/>
          <p:nvPr/>
        </p:nvCxnSpPr>
        <p:spPr>
          <a:xfrm>
            <a:off x="7240772" y="1254642"/>
            <a:ext cx="861237" cy="280699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7160A9C-1E02-6043-AA4E-9182AE2B58F3}"/>
              </a:ext>
            </a:extLst>
          </p:cNvPr>
          <p:cNvCxnSpPr/>
          <p:nvPr/>
        </p:nvCxnSpPr>
        <p:spPr>
          <a:xfrm flipV="1">
            <a:off x="3487479" y="1775637"/>
            <a:ext cx="2424223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02B2BC56-FFB7-3641-9346-44476C142537}"/>
              </a:ext>
            </a:extLst>
          </p:cNvPr>
          <p:cNvSpPr txBox="1"/>
          <p:nvPr/>
        </p:nvSpPr>
        <p:spPr>
          <a:xfrm>
            <a:off x="1531089" y="2862966"/>
            <a:ext cx="4955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(</a:t>
            </a:r>
            <a:r>
              <a:rPr lang="de-DE" dirty="0" err="1"/>
              <a:t>trainingSelected</a:t>
            </a:r>
            <a:r>
              <a:rPr lang="de-DE" dirty="0"/>
              <a:t>)=„</a:t>
            </a:r>
            <a:r>
              <a:rPr lang="de-DE" dirty="0" err="1"/>
              <a:t>newTrainingSelected</a:t>
            </a:r>
            <a:r>
              <a:rPr lang="de-DE" dirty="0"/>
              <a:t>(</a:t>
            </a:r>
            <a:r>
              <a:rPr lang="de-DE" dirty="0" err="1"/>
              <a:t>training</a:t>
            </a:r>
            <a:r>
              <a:rPr lang="de-DE" dirty="0"/>
              <a:t>)“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8385D29-DAA1-564D-9400-B30199316092}"/>
              </a:ext>
            </a:extLst>
          </p:cNvPr>
          <p:cNvSpPr txBox="1"/>
          <p:nvPr/>
        </p:nvSpPr>
        <p:spPr>
          <a:xfrm>
            <a:off x="8954357" y="4657060"/>
            <a:ext cx="178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{{</a:t>
            </a:r>
            <a:r>
              <a:rPr lang="de-DE" dirty="0" err="1"/>
              <a:t>training.name</a:t>
            </a:r>
            <a:r>
              <a:rPr lang="de-DE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28496765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988612-0971-7041-A5D8-F4833822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10: Output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F5ED5F-AB8A-744D-A002-4D94430B1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Erweitere </a:t>
            </a:r>
            <a:r>
              <a:rPr lang="de-DE" dirty="0" err="1"/>
              <a:t>TrainingListComponent</a:t>
            </a:r>
            <a:endParaRPr lang="de-DE" dirty="0"/>
          </a:p>
          <a:p>
            <a:pPr lvl="1"/>
            <a:r>
              <a:rPr lang="de-DE" dirty="0"/>
              <a:t>Erstelle in </a:t>
            </a:r>
            <a:r>
              <a:rPr lang="de-DE" dirty="0" err="1"/>
              <a:t>TrainingListComponent</a:t>
            </a:r>
            <a:r>
              <a:rPr lang="de-DE" dirty="0"/>
              <a:t> ein Output </a:t>
            </a:r>
            <a:r>
              <a:rPr lang="de-DE" dirty="0" err="1"/>
              <a:t>trainingSelected</a:t>
            </a:r>
            <a:endParaRPr lang="de-DE" dirty="0"/>
          </a:p>
          <a:p>
            <a:pPr lvl="1"/>
            <a:r>
              <a:rPr lang="de-DE" dirty="0" err="1"/>
              <a:t>Emitte</a:t>
            </a:r>
            <a:r>
              <a:rPr lang="de-DE" dirty="0"/>
              <a:t> in </a:t>
            </a:r>
            <a:r>
              <a:rPr lang="de-DE" dirty="0" err="1"/>
              <a:t>TrainingListComponent#listItemClicked</a:t>
            </a:r>
            <a:r>
              <a:rPr lang="de-DE" dirty="0"/>
              <a:t> </a:t>
            </a:r>
            <a:r>
              <a:rPr lang="de-DE" dirty="0" err="1"/>
              <a:t>trainingSelected</a:t>
            </a:r>
            <a:r>
              <a:rPr lang="de-DE" dirty="0"/>
              <a:t> ein Event</a:t>
            </a:r>
          </a:p>
          <a:p>
            <a:pPr lvl="1"/>
            <a:r>
              <a:rPr lang="de-DE" dirty="0"/>
              <a:t>Erstelle in </a:t>
            </a:r>
            <a:r>
              <a:rPr lang="de-DE" dirty="0" err="1"/>
              <a:t>AppComponent</a:t>
            </a:r>
            <a:r>
              <a:rPr lang="de-DE" dirty="0"/>
              <a:t> ein Event-Binding für </a:t>
            </a:r>
            <a:r>
              <a:rPr lang="de-DE" dirty="0" err="1"/>
              <a:t>trainingSelected</a:t>
            </a:r>
            <a:r>
              <a:rPr lang="de-DE" dirty="0"/>
              <a:t> an </a:t>
            </a:r>
            <a:r>
              <a:rPr lang="de-DE" dirty="0" err="1"/>
              <a:t>TrainingListComponent</a:t>
            </a:r>
            <a:endParaRPr lang="de-DE" dirty="0"/>
          </a:p>
          <a:p>
            <a:pPr lvl="1"/>
            <a:r>
              <a:rPr lang="de-DE" dirty="0"/>
              <a:t>Speichere in </a:t>
            </a:r>
            <a:r>
              <a:rPr lang="de-DE" dirty="0" err="1"/>
              <a:t>AppComponent</a:t>
            </a:r>
            <a:r>
              <a:rPr lang="de-DE" dirty="0"/>
              <a:t> das zuletzt selektierte Training</a:t>
            </a:r>
          </a:p>
          <a:p>
            <a:r>
              <a:rPr lang="de-DE" dirty="0"/>
              <a:t>Erstelle eine Komponente </a:t>
            </a:r>
            <a:r>
              <a:rPr lang="de-DE" dirty="0" err="1"/>
              <a:t>TrainingDetailsComponent</a:t>
            </a:r>
            <a:endParaRPr lang="de-DE" dirty="0"/>
          </a:p>
          <a:p>
            <a:pPr lvl="1"/>
            <a:r>
              <a:rPr lang="de-DE" dirty="0"/>
              <a:t>Generieren per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trainings</a:t>
            </a:r>
            <a:r>
              <a:rPr lang="de-DE" dirty="0"/>
              <a:t>/</a:t>
            </a:r>
            <a:r>
              <a:rPr lang="de-DE" dirty="0" err="1"/>
              <a:t>training</a:t>
            </a:r>
            <a:r>
              <a:rPr lang="de-DE" dirty="0"/>
              <a:t>-details</a:t>
            </a:r>
          </a:p>
          <a:p>
            <a:pPr lvl="1"/>
            <a:r>
              <a:rPr lang="de-DE" dirty="0"/>
              <a:t>Erstelle eine Property </a:t>
            </a:r>
            <a:r>
              <a:rPr lang="de-DE" dirty="0" err="1"/>
              <a:t>training</a:t>
            </a:r>
            <a:r>
              <a:rPr lang="de-DE" dirty="0"/>
              <a:t> und zeige im Template dessen Namen und Beschreibung an</a:t>
            </a:r>
          </a:p>
          <a:p>
            <a:pPr lvl="1"/>
            <a:r>
              <a:rPr lang="de-DE" dirty="0"/>
              <a:t>Exportiere </a:t>
            </a:r>
            <a:r>
              <a:rPr lang="de-DE" dirty="0" err="1"/>
              <a:t>TrainingDetailsComponent</a:t>
            </a:r>
            <a:r>
              <a:rPr lang="de-DE" dirty="0"/>
              <a:t> in </a:t>
            </a:r>
            <a:r>
              <a:rPr lang="de-DE" dirty="0" err="1"/>
              <a:t>TrainingsModule</a:t>
            </a:r>
            <a:endParaRPr lang="de-DE" dirty="0"/>
          </a:p>
          <a:p>
            <a:r>
              <a:rPr lang="de-DE" dirty="0"/>
              <a:t>Verbinde die beiden Komponenten in </a:t>
            </a:r>
            <a:r>
              <a:rPr lang="de-DE" dirty="0" err="1"/>
              <a:t>AppComponent</a:t>
            </a:r>
            <a:endParaRPr lang="de-DE" dirty="0"/>
          </a:p>
          <a:p>
            <a:pPr lvl="1"/>
            <a:r>
              <a:rPr lang="de-DE" dirty="0"/>
              <a:t>Binde </a:t>
            </a:r>
            <a:r>
              <a:rPr lang="de-DE" dirty="0" err="1"/>
              <a:t>TrainingDetailsComponent</a:t>
            </a:r>
            <a:r>
              <a:rPr lang="de-DE" dirty="0"/>
              <a:t> in </a:t>
            </a:r>
            <a:r>
              <a:rPr lang="de-DE" dirty="0" err="1"/>
              <a:t>AppComponent</a:t>
            </a:r>
            <a:r>
              <a:rPr lang="de-DE" dirty="0"/>
              <a:t> ein (parallel zu </a:t>
            </a:r>
            <a:r>
              <a:rPr lang="de-DE" dirty="0" err="1"/>
              <a:t>TrainingListComponent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Reiche das selektierte Training an </a:t>
            </a:r>
            <a:r>
              <a:rPr lang="de-DE" dirty="0" err="1"/>
              <a:t>TrainingDetailsComponentweiter</a:t>
            </a:r>
            <a:r>
              <a:rPr lang="de-DE" dirty="0"/>
              <a:t> (Property als Input definieren)</a:t>
            </a:r>
          </a:p>
          <a:p>
            <a:pPr lvl="1"/>
            <a:r>
              <a:rPr lang="de-DE" dirty="0"/>
              <a:t>Zeige in </a:t>
            </a:r>
            <a:r>
              <a:rPr lang="de-DE" dirty="0" err="1"/>
              <a:t>AppComponent</a:t>
            </a:r>
            <a:r>
              <a:rPr lang="de-DE" dirty="0"/>
              <a:t> die Detail-Ansicht nur an, wenn ein Training selektiert wurde (NPE vermeiden)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956214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9D247B-3594-AE44-AD07-F61B48A3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5" y="3298722"/>
            <a:ext cx="8495070" cy="178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Expression Language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Bleistift">
            <a:extLst>
              <a:ext uri="{FF2B5EF4-FFF2-40B4-BE49-F238E27FC236}">
                <a16:creationId xmlns:a16="http://schemas.microsoft.com/office/drawing/2014/main" id="{C6B1AC15-ACAD-4AFC-A9EA-EA9335C5F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26267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E603B8-D022-3D41-B9B1-09EC1199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wir fast alles schon kennen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CCAF8457-2BF4-6945-93E8-3F7468F60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804040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1772376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02553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Interpolation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 {{ </a:t>
                      </a:r>
                      <a:r>
                        <a:rPr lang="de-DE" dirty="0" err="1"/>
                        <a:t>expression</a:t>
                      </a:r>
                      <a:r>
                        <a:rPr lang="de-DE" dirty="0"/>
                        <a:t> }}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09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Property </a:t>
                      </a:r>
                      <a:r>
                        <a:rPr lang="de-DE" dirty="0" err="1"/>
                        <a:t>Bindings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[</a:t>
                      </a:r>
                      <a:r>
                        <a:rPr lang="de-DE" dirty="0" err="1"/>
                        <a:t>propertyName</a:t>
                      </a:r>
                      <a:r>
                        <a:rPr lang="de-DE" dirty="0"/>
                        <a:t>]="</a:t>
                      </a:r>
                      <a:r>
                        <a:rPr lang="de-DE" dirty="0" err="1"/>
                        <a:t>expression</a:t>
                      </a:r>
                      <a:r>
                        <a:rPr lang="de-DE" dirty="0"/>
                        <a:t>"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Event-</a:t>
                      </a:r>
                      <a:r>
                        <a:rPr lang="de-DE" dirty="0" err="1"/>
                        <a:t>Bindings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(</a:t>
                      </a:r>
                      <a:r>
                        <a:rPr lang="de-DE" dirty="0" err="1"/>
                        <a:t>eventName</a:t>
                      </a:r>
                      <a:r>
                        <a:rPr lang="de-DE" dirty="0"/>
                        <a:t>)="</a:t>
                      </a:r>
                      <a:r>
                        <a:rPr lang="de-DE" dirty="0" err="1"/>
                        <a:t>statement</a:t>
                      </a:r>
                      <a:r>
                        <a:rPr lang="de-DE" dirty="0"/>
                        <a:t>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836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 </a:t>
                      </a:r>
                      <a:r>
                        <a:rPr lang="de-DE" dirty="0" err="1"/>
                        <a:t>Two</a:t>
                      </a:r>
                      <a:r>
                        <a:rPr lang="de-DE" dirty="0"/>
                        <a:t>-Way-Data-Binding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[(</a:t>
                      </a:r>
                      <a:r>
                        <a:rPr lang="de-DE" dirty="0" err="1"/>
                        <a:t>ngModel</a:t>
                      </a:r>
                      <a:r>
                        <a:rPr lang="de-DE" dirty="0"/>
                        <a:t>)]="</a:t>
                      </a:r>
                      <a:r>
                        <a:rPr lang="de-DE" dirty="0" err="1"/>
                        <a:t>assignable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expression</a:t>
                      </a:r>
                      <a:r>
                        <a:rPr lang="de-DE" dirty="0"/>
                        <a:t>"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47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22596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495C3C-9997-BC45-9652-DDD769B7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Expression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58A31EBA-1CE7-6D46-93A7-60CAC9AA4B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55766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470802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1DE70-0F2B-3343-AD59-48264457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Safe Navigator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0AD85-B0B5-CD46-AA56-2C1A9B87F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&lt;p&gt;{{</a:t>
            </a:r>
            <a:r>
              <a:rPr lang="de-DE" dirty="0" err="1"/>
              <a:t>bean</a:t>
            </a:r>
            <a:r>
              <a:rPr lang="de-DE" dirty="0"/>
              <a:t>?.</a:t>
            </a:r>
            <a:r>
              <a:rPr lang="de-DE" dirty="0" err="1"/>
              <a:t>name</a:t>
            </a:r>
            <a:r>
              <a:rPr lang="de-DE" dirty="0"/>
              <a:t>}}&lt;/p&gt;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Auch mehrfach</a:t>
            </a:r>
          </a:p>
          <a:p>
            <a:pPr lvl="1"/>
            <a:r>
              <a:rPr lang="de-DE" dirty="0"/>
              <a:t>&lt;p&gt;{{</a:t>
            </a:r>
            <a:r>
              <a:rPr lang="de-DE" dirty="0" err="1"/>
              <a:t>bean</a:t>
            </a:r>
            <a:r>
              <a:rPr lang="de-DE" dirty="0"/>
              <a:t>?.</a:t>
            </a:r>
            <a:r>
              <a:rPr lang="de-DE" dirty="0" err="1"/>
              <a:t>complexProperty</a:t>
            </a:r>
            <a:r>
              <a:rPr lang="de-DE" dirty="0"/>
              <a:t>?.</a:t>
            </a:r>
            <a:r>
              <a:rPr lang="de-DE" dirty="0" err="1"/>
              <a:t>name</a:t>
            </a:r>
            <a:r>
              <a:rPr lang="de-DE" dirty="0"/>
              <a:t>}}&lt;/p&gt;</a:t>
            </a:r>
          </a:p>
          <a:p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1C3B87F-B190-E642-ACC8-99F056EB74E6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680571" y="2379948"/>
            <a:ext cx="1581728" cy="955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A3E2C631-D386-D743-A85C-264DB1059859}"/>
              </a:ext>
            </a:extLst>
          </p:cNvPr>
          <p:cNvSpPr txBox="1"/>
          <p:nvPr/>
        </p:nvSpPr>
        <p:spPr>
          <a:xfrm>
            <a:off x="4262299" y="3150296"/>
            <a:ext cx="694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Falls </a:t>
            </a:r>
            <a:r>
              <a:rPr lang="de-DE" dirty="0" err="1"/>
              <a:t>bean</a:t>
            </a:r>
            <a:r>
              <a:rPr lang="de-DE" dirty="0"/>
              <a:t> null oder </a:t>
            </a:r>
            <a:r>
              <a:rPr lang="de-DE" dirty="0" err="1"/>
              <a:t>undefined</a:t>
            </a:r>
            <a:r>
              <a:rPr lang="de-DE" dirty="0"/>
              <a:t> dann keine </a:t>
            </a:r>
            <a:r>
              <a:rPr lang="de-DE" dirty="0" err="1"/>
              <a:t>Exception</a:t>
            </a:r>
            <a:r>
              <a:rPr lang="de-DE" dirty="0"/>
              <a:t> sondern Leerstring</a:t>
            </a:r>
          </a:p>
        </p:txBody>
      </p:sp>
    </p:spTree>
    <p:extLst>
      <p:ext uri="{BB962C8B-B14F-4D97-AF65-F5344CB8AC3E}">
        <p14:creationId xmlns:p14="http://schemas.microsoft.com/office/powerpoint/2010/main" val="15575276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F875C-E742-9F4A-8F85-BF628DB2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One</a:t>
            </a:r>
            <a:r>
              <a:rPr lang="de-DE" dirty="0"/>
              <a:t> Way Property </a:t>
            </a:r>
            <a:r>
              <a:rPr lang="de-DE" dirty="0" err="1"/>
              <a:t>Bindings</a:t>
            </a:r>
            <a:r>
              <a:rPr lang="de-DE" dirty="0"/>
              <a:t> bei Images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951481-0FED-1946-9669-2F30B0AB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img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src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release.cover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button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disabled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"!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track.playable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&gt;&lt;/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button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017510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4E5AE7-F9DE-F648-9BCB-4788AB23C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Event Binding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9C3817-90BE-BF47-8C52-A6328DA1A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One</a:t>
            </a:r>
            <a:r>
              <a:rPr lang="de-DE" dirty="0"/>
              <a:t>-Way nach oben im Komponenten-Baum</a:t>
            </a:r>
          </a:p>
          <a:p>
            <a:r>
              <a:rPr lang="de-DE" dirty="0"/>
              <a:t>$</a:t>
            </a:r>
            <a:r>
              <a:rPr lang="de-DE" dirty="0" err="1"/>
              <a:t>event</a:t>
            </a:r>
            <a:r>
              <a:rPr lang="de-DE" dirty="0"/>
              <a:t> als Handle auf das Event-Objekt</a:t>
            </a:r>
          </a:p>
          <a:p>
            <a:r>
              <a:rPr lang="de-DE" dirty="0"/>
              <a:t>Ziele </a:t>
            </a:r>
          </a:p>
          <a:p>
            <a:pPr lvl="1"/>
            <a:r>
              <a:rPr lang="de-DE" dirty="0"/>
              <a:t>Standard-DOM-Events</a:t>
            </a:r>
          </a:p>
          <a:p>
            <a:pPr lvl="2"/>
            <a:r>
              <a:rPr lang="de-DE" dirty="0"/>
              <a:t>&lt;</a:t>
            </a:r>
            <a:r>
              <a:rPr lang="de-DE" dirty="0" err="1"/>
              <a:t>input</a:t>
            </a:r>
            <a:r>
              <a:rPr lang="de-DE" dirty="0"/>
              <a:t> type="</a:t>
            </a:r>
            <a:r>
              <a:rPr lang="de-DE" dirty="0" err="1"/>
              <a:t>text</a:t>
            </a:r>
            <a:r>
              <a:rPr lang="de-DE" dirty="0"/>
              <a:t>" (</a:t>
            </a:r>
            <a:r>
              <a:rPr lang="de-DE" dirty="0" err="1"/>
              <a:t>keyup</a:t>
            </a:r>
            <a:r>
              <a:rPr lang="de-DE" dirty="0"/>
              <a:t>)="</a:t>
            </a:r>
            <a:r>
              <a:rPr lang="de-DE" dirty="0" err="1"/>
              <a:t>logInput</a:t>
            </a:r>
            <a:r>
              <a:rPr lang="de-DE" dirty="0"/>
              <a:t>($</a:t>
            </a:r>
            <a:r>
              <a:rPr lang="de-DE" dirty="0" err="1"/>
              <a:t>event.target.value</a:t>
            </a:r>
            <a:r>
              <a:rPr lang="de-DE" dirty="0"/>
              <a:t>)"&gt;</a:t>
            </a:r>
          </a:p>
          <a:p>
            <a:pPr lvl="1"/>
            <a:r>
              <a:rPr lang="de-DE" dirty="0"/>
              <a:t>Custom-Events an Komponenten</a:t>
            </a:r>
          </a:p>
          <a:p>
            <a:pPr lvl="2"/>
            <a:r>
              <a:rPr lang="de-DE" dirty="0"/>
              <a:t>&lt;</a:t>
            </a:r>
            <a:r>
              <a:rPr lang="de-DE" dirty="0" err="1"/>
              <a:t>release</a:t>
            </a:r>
            <a:r>
              <a:rPr lang="de-DE" dirty="0"/>
              <a:t> (</a:t>
            </a:r>
            <a:r>
              <a:rPr lang="de-DE" dirty="0" err="1"/>
              <a:t>releaseLiked</a:t>
            </a:r>
            <a:r>
              <a:rPr lang="de-DE" dirty="0"/>
              <a:t>)="</a:t>
            </a:r>
            <a:r>
              <a:rPr lang="de-DE" dirty="0" err="1"/>
              <a:t>highlight</a:t>
            </a:r>
            <a:r>
              <a:rPr lang="de-DE" dirty="0"/>
              <a:t>($</a:t>
            </a:r>
            <a:r>
              <a:rPr lang="de-DE" dirty="0" err="1"/>
              <a:t>event</a:t>
            </a:r>
            <a:r>
              <a:rPr lang="de-DE" dirty="0"/>
              <a:t>)"&gt;&lt;/</a:t>
            </a:r>
            <a:r>
              <a:rPr lang="de-DE" dirty="0" err="1"/>
              <a:t>release</a:t>
            </a:r>
            <a:r>
              <a:rPr lang="de-DE" dirty="0"/>
              <a:t>&gt;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04132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300873-8512-B843-982F-37D1F0ED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Style </a:t>
            </a:r>
            <a:r>
              <a:rPr lang="de-DE" dirty="0" err="1"/>
              <a:t>Bindings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2CE061-18D9-3844-BF87-72E93F71A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Class-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Bindings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lvl="1"/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class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selected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isSelected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track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)"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Style-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Bindings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lvl="1"/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img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style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visibility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release.cover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? 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visible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 : 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hidden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Alternativ: Direktiven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ngClass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und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ngStyle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907569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A704C-A61E-4C46-B846-F71B625C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Binding in Formularen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DF19C4-F590-AA4D-964B-44F1191E5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Ziel: </a:t>
            </a:r>
          </a:p>
          <a:p>
            <a:pPr lvl="1"/>
            <a:r>
              <a:rPr lang="de-DE" dirty="0"/>
              <a:t>Formularfelder an Properties binden</a:t>
            </a:r>
          </a:p>
          <a:p>
            <a:r>
              <a:rPr lang="de-DE" dirty="0"/>
              <a:t>Manuelles Synchronisieren würde bedeuten</a:t>
            </a:r>
          </a:p>
          <a:p>
            <a:pPr lvl="1"/>
            <a:r>
              <a:rPr lang="de-DE" dirty="0"/>
              <a:t>&lt;</a:t>
            </a:r>
            <a:r>
              <a:rPr lang="de-DE" dirty="0" err="1"/>
              <a:t>input</a:t>
            </a:r>
            <a:r>
              <a:rPr lang="de-DE" dirty="0"/>
              <a:t> [</a:t>
            </a:r>
            <a:r>
              <a:rPr lang="de-DE" dirty="0" err="1"/>
              <a:t>value</a:t>
            </a:r>
            <a:r>
              <a:rPr lang="de-DE" dirty="0"/>
              <a:t>]="</a:t>
            </a:r>
            <a:r>
              <a:rPr lang="de-DE" dirty="0" err="1"/>
              <a:t>bean.name</a:t>
            </a:r>
            <a:r>
              <a:rPr lang="de-DE" dirty="0"/>
              <a:t>"</a:t>
            </a:r>
          </a:p>
          <a:p>
            <a:pPr lvl="1"/>
            <a:r>
              <a:rPr lang="de-DE" dirty="0"/>
              <a:t>(</a:t>
            </a:r>
            <a:r>
              <a:rPr lang="de-DE" dirty="0" err="1"/>
              <a:t>input</a:t>
            </a:r>
            <a:r>
              <a:rPr lang="de-DE" dirty="0"/>
              <a:t>)="</a:t>
            </a:r>
            <a:r>
              <a:rPr lang="de-DE" dirty="0" err="1"/>
              <a:t>bean.name</a:t>
            </a:r>
            <a:r>
              <a:rPr lang="de-DE" dirty="0"/>
              <a:t>=$</a:t>
            </a:r>
            <a:r>
              <a:rPr lang="de-DE" dirty="0" err="1"/>
              <a:t>event.target.value</a:t>
            </a:r>
            <a:r>
              <a:rPr lang="de-DE" dirty="0"/>
              <a:t>"&gt;</a:t>
            </a:r>
          </a:p>
          <a:p>
            <a:r>
              <a:rPr lang="de-DE" dirty="0"/>
              <a:t>Zwei-Wege-Data-Binding mit </a:t>
            </a:r>
            <a:r>
              <a:rPr lang="de-DE" dirty="0" err="1"/>
              <a:t>ngModel</a:t>
            </a:r>
            <a:endParaRPr lang="de-DE" dirty="0"/>
          </a:p>
          <a:p>
            <a:pPr lvl="1"/>
            <a:r>
              <a:rPr lang="de-DE" dirty="0"/>
              <a:t>&lt;</a:t>
            </a:r>
            <a:r>
              <a:rPr lang="de-DE" dirty="0" err="1"/>
              <a:t>input</a:t>
            </a:r>
            <a:r>
              <a:rPr lang="de-DE" dirty="0"/>
              <a:t> [(</a:t>
            </a:r>
            <a:r>
              <a:rPr lang="de-DE" dirty="0" err="1"/>
              <a:t>ngModel</a:t>
            </a:r>
            <a:r>
              <a:rPr lang="de-DE" dirty="0"/>
              <a:t>)]="</a:t>
            </a:r>
            <a:r>
              <a:rPr lang="de-DE" dirty="0" err="1"/>
              <a:t>bean.name</a:t>
            </a:r>
            <a:r>
              <a:rPr lang="de-DE" dirty="0"/>
              <a:t>"&gt;</a:t>
            </a:r>
          </a:p>
          <a:p>
            <a:endParaRPr lang="de-DE" i="1" dirty="0"/>
          </a:p>
          <a:p>
            <a:r>
              <a:rPr lang="de-DE" i="1" dirty="0"/>
              <a:t>Merke: </a:t>
            </a:r>
            <a:r>
              <a:rPr lang="de-DE" i="1" dirty="0" err="1"/>
              <a:t>Banana</a:t>
            </a:r>
            <a:r>
              <a:rPr lang="de-DE" i="1" dirty="0"/>
              <a:t> in a Box [()]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194406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D5CB01-1642-8F40-B97C-E8A9C761D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11: </a:t>
            </a:r>
            <a:r>
              <a:rPr lang="de-DE" dirty="0" err="1"/>
              <a:t>Bindings</a:t>
            </a:r>
            <a:r>
              <a:rPr lang="de-DE" dirty="0"/>
              <a:t> auf Images und mehr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F0D74A-23AA-CB42-9B76-609AAF67D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Erweitere das Datenmodell</a:t>
            </a:r>
          </a:p>
          <a:p>
            <a:pPr lvl="1"/>
            <a:r>
              <a:rPr lang="de-DE" dirty="0"/>
              <a:t>Füge der Klasse Training eine optionale Eigenschaft </a:t>
            </a:r>
            <a:r>
              <a:rPr lang="de-DE" dirty="0" err="1"/>
              <a:t>imageUrl</a:t>
            </a:r>
            <a:r>
              <a:rPr lang="de-DE" dirty="0"/>
              <a:t>: </a:t>
            </a:r>
            <a:r>
              <a:rPr lang="de-DE" dirty="0" err="1"/>
              <a:t>string</a:t>
            </a:r>
            <a:r>
              <a:rPr lang="de-DE" dirty="0"/>
              <a:t> hinzu</a:t>
            </a:r>
          </a:p>
          <a:p>
            <a:pPr lvl="1"/>
            <a:r>
              <a:rPr lang="de-DE" dirty="0"/>
              <a:t>Nehme </a:t>
            </a:r>
            <a:r>
              <a:rPr lang="de-DE" dirty="0" err="1"/>
              <a:t>imageUrl</a:t>
            </a:r>
            <a:r>
              <a:rPr lang="de-DE" dirty="0"/>
              <a:t> im Konstruktor als Parameter entgegen und setzte das Feld</a:t>
            </a:r>
          </a:p>
          <a:p>
            <a:r>
              <a:rPr lang="de-DE" dirty="0"/>
              <a:t>Passe </a:t>
            </a:r>
            <a:r>
              <a:rPr lang="de-DE" dirty="0" err="1"/>
              <a:t>AppComponent</a:t>
            </a:r>
            <a:r>
              <a:rPr lang="de-DE" dirty="0"/>
              <a:t> an</a:t>
            </a:r>
          </a:p>
          <a:p>
            <a:pPr lvl="1"/>
            <a:r>
              <a:rPr lang="de-DE" dirty="0"/>
              <a:t>Kopiere aus der Musterlösung (</a:t>
            </a:r>
            <a:r>
              <a:rPr lang="de-DE" i="1" dirty="0"/>
              <a:t>??-</a:t>
            </a:r>
            <a:r>
              <a:rPr lang="de-DE" i="1" dirty="0" err="1"/>
              <a:t>property-bindings</a:t>
            </a:r>
            <a:r>
              <a:rPr lang="de-DE" dirty="0"/>
              <a:t>) die Bilder aus </a:t>
            </a:r>
            <a:r>
              <a:rPr lang="de-DE" dirty="0" err="1"/>
              <a:t>src</a:t>
            </a:r>
            <a:r>
              <a:rPr lang="de-DE" dirty="0"/>
              <a:t>/</a:t>
            </a:r>
            <a:r>
              <a:rPr lang="de-DE" dirty="0" err="1"/>
              <a:t>assets</a:t>
            </a:r>
            <a:r>
              <a:rPr lang="de-DE" dirty="0"/>
              <a:t>/</a:t>
            </a:r>
            <a:r>
              <a:rPr lang="de-DE" dirty="0" err="1"/>
              <a:t>images</a:t>
            </a:r>
            <a:r>
              <a:rPr lang="de-DE" dirty="0"/>
              <a:t>/</a:t>
            </a:r>
            <a:r>
              <a:rPr lang="de-DE" dirty="0" err="1"/>
              <a:t>trainings</a:t>
            </a:r>
            <a:endParaRPr lang="de-DE" dirty="0"/>
          </a:p>
          <a:p>
            <a:pPr lvl="1"/>
            <a:r>
              <a:rPr lang="de-DE" dirty="0"/>
              <a:t>Setze beim Erzeugen der Testdaten bei manchen Trainings ein Bild.</a:t>
            </a:r>
            <a:br>
              <a:rPr lang="de-DE" dirty="0"/>
            </a:br>
            <a:r>
              <a:rPr lang="de-DE" dirty="0"/>
              <a:t>Pfad z.B. </a:t>
            </a:r>
            <a:r>
              <a:rPr lang="de-DE" dirty="0" err="1"/>
              <a:t>assets</a:t>
            </a:r>
            <a:r>
              <a:rPr lang="de-DE" dirty="0"/>
              <a:t>/</a:t>
            </a:r>
            <a:r>
              <a:rPr lang="de-DE" dirty="0" err="1"/>
              <a:t>images</a:t>
            </a:r>
            <a:r>
              <a:rPr lang="de-DE" dirty="0"/>
              <a:t>/</a:t>
            </a:r>
            <a:r>
              <a:rPr lang="de-DE" dirty="0" err="1"/>
              <a:t>trainings</a:t>
            </a:r>
            <a:r>
              <a:rPr lang="de-DE" dirty="0"/>
              <a:t>/angular2-shield.svg</a:t>
            </a:r>
          </a:p>
          <a:p>
            <a:r>
              <a:rPr lang="de-DE" dirty="0"/>
              <a:t>Erweitere die Darstellung in </a:t>
            </a:r>
            <a:r>
              <a:rPr lang="de-DE" dirty="0" err="1"/>
              <a:t>TrainingDetailsComponents</a:t>
            </a:r>
            <a:endParaRPr lang="de-DE" dirty="0"/>
          </a:p>
          <a:p>
            <a:pPr lvl="1"/>
            <a:r>
              <a:rPr lang="de-DE" dirty="0"/>
              <a:t>Zeige das Bild mit einer festen Größe an, falls vorhanden</a:t>
            </a:r>
          </a:p>
          <a:p>
            <a:pPr lvl="1"/>
            <a:r>
              <a:rPr lang="de-DE" dirty="0"/>
              <a:t>Blende das Bild aus, falls kein Bild vorhanden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806360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966896-4504-1842-8829-D25C7666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12: Class Binding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2DB6F9-0D46-9A47-9CC3-B406DF7FD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Erweitere das Datenmodell</a:t>
            </a:r>
          </a:p>
          <a:p>
            <a:pPr lvl="1"/>
            <a:r>
              <a:rPr lang="de-DE" dirty="0"/>
              <a:t>Lege in Training ein Feld </a:t>
            </a:r>
            <a:r>
              <a:rPr lang="de-DE" dirty="0" err="1"/>
              <a:t>discontinued</a:t>
            </a:r>
            <a:r>
              <a:rPr lang="de-DE" dirty="0"/>
              <a:t>: </a:t>
            </a:r>
            <a:r>
              <a:rPr lang="de-DE" dirty="0" err="1"/>
              <a:t>boolean</a:t>
            </a:r>
            <a:r>
              <a:rPr lang="de-DE" dirty="0"/>
              <a:t> an, das per Konstruktor gesetzt wird</a:t>
            </a:r>
          </a:p>
          <a:p>
            <a:pPr lvl="1"/>
            <a:r>
              <a:rPr lang="de-DE" dirty="0"/>
              <a:t>Erzeuge in </a:t>
            </a:r>
            <a:r>
              <a:rPr lang="de-DE" dirty="0" err="1"/>
              <a:t>AppComponent</a:t>
            </a:r>
            <a:r>
              <a:rPr lang="de-DE" dirty="0"/>
              <a:t> mindestens ein Training mit einer Technologie, die du nicht lernen/anwenden möchtest</a:t>
            </a:r>
          </a:p>
          <a:p>
            <a:pPr lvl="1"/>
            <a:r>
              <a:rPr lang="de-DE" dirty="0"/>
              <a:t>Setze für dieses Training </a:t>
            </a:r>
            <a:r>
              <a:rPr lang="de-DE" dirty="0" err="1"/>
              <a:t>discontinued</a:t>
            </a:r>
            <a:r>
              <a:rPr lang="de-DE" dirty="0"/>
              <a:t> auf </a:t>
            </a:r>
            <a:r>
              <a:rPr lang="de-DE" dirty="0" err="1"/>
              <a:t>true</a:t>
            </a:r>
            <a:endParaRPr lang="de-DE" dirty="0"/>
          </a:p>
          <a:p>
            <a:r>
              <a:rPr lang="de-DE" dirty="0"/>
              <a:t>Passe die Darstellung in </a:t>
            </a:r>
            <a:r>
              <a:rPr lang="de-DE" dirty="0" err="1"/>
              <a:t>TrainingListComponent</a:t>
            </a:r>
            <a:r>
              <a:rPr lang="de-DE" dirty="0"/>
              <a:t> an</a:t>
            </a:r>
          </a:p>
          <a:p>
            <a:pPr lvl="1"/>
            <a:r>
              <a:rPr lang="de-DE" dirty="0"/>
              <a:t>Setze an nicht länger angebotenen Trainings eine Klasse</a:t>
            </a:r>
          </a:p>
          <a:p>
            <a:pPr lvl="1"/>
            <a:r>
              <a:rPr lang="de-DE" dirty="0"/>
              <a:t>Stelle nicht länger angebotene Trainings anders dar</a:t>
            </a:r>
            <a:br>
              <a:rPr lang="de-DE" dirty="0"/>
            </a:br>
            <a:r>
              <a:rPr lang="de-DE" dirty="0"/>
              <a:t>(über Klasse an Element und CSS in </a:t>
            </a:r>
            <a:r>
              <a:rPr lang="de-DE" dirty="0" err="1"/>
              <a:t>training-list.component.css</a:t>
            </a:r>
            <a:r>
              <a:rPr lang="de-DE" dirty="0"/>
              <a:t>, z.B. ausgegraut oder durchgestrichen)</a:t>
            </a:r>
          </a:p>
          <a:p>
            <a:r>
              <a:rPr lang="de-DE" dirty="0"/>
              <a:t>Hebe in der Liste das selektierte Training hervor</a:t>
            </a:r>
          </a:p>
          <a:p>
            <a:pPr lvl="1"/>
            <a:r>
              <a:rPr lang="de-DE" dirty="0"/>
              <a:t>Speichere in </a:t>
            </a:r>
            <a:r>
              <a:rPr lang="de-DE" dirty="0" err="1"/>
              <a:t>TrainingListComponent</a:t>
            </a:r>
            <a:r>
              <a:rPr lang="de-DE" dirty="0"/>
              <a:t> das zuletzt selektierte Training</a:t>
            </a:r>
          </a:p>
          <a:p>
            <a:pPr lvl="1"/>
            <a:r>
              <a:rPr lang="de-DE" dirty="0"/>
              <a:t>Prüfe am li ob das aktuelle Training das selektierte ist und setze </a:t>
            </a:r>
            <a:r>
              <a:rPr lang="de-DE" dirty="0" err="1"/>
              <a:t>ensprechend</a:t>
            </a:r>
            <a:r>
              <a:rPr lang="de-DE" dirty="0"/>
              <a:t> eine Klasse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702358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1F37AF-C49D-C44F-8D3C-44D244DC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13: Formulare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7EE76-F282-9747-8A26-A4A6674C6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Biete in der Detail-Ansicht die Möglichkeit an, den Namen eines Trainings zu verändern</a:t>
            </a:r>
          </a:p>
          <a:p>
            <a:pPr lvl="1"/>
            <a:r>
              <a:rPr lang="de-DE" dirty="0"/>
              <a:t>Importiere </a:t>
            </a:r>
            <a:r>
              <a:rPr lang="de-DE" dirty="0" err="1"/>
              <a:t>FormsModule</a:t>
            </a:r>
            <a:r>
              <a:rPr lang="de-DE" dirty="0"/>
              <a:t> in </a:t>
            </a:r>
            <a:r>
              <a:rPr lang="de-DE" dirty="0" err="1"/>
              <a:t>TrainingsModule</a:t>
            </a:r>
            <a:r>
              <a:rPr lang="de-DE" dirty="0"/>
              <a:t> aus @angular/</a:t>
            </a:r>
            <a:r>
              <a:rPr lang="de-DE" dirty="0" err="1"/>
              <a:t>forms</a:t>
            </a:r>
            <a:endParaRPr lang="de-DE" dirty="0"/>
          </a:p>
          <a:p>
            <a:pPr lvl="1"/>
            <a:r>
              <a:rPr lang="de-DE" dirty="0"/>
              <a:t>Erstelle ein </a:t>
            </a:r>
            <a:r>
              <a:rPr lang="de-DE" dirty="0" err="1"/>
              <a:t>input</a:t>
            </a:r>
            <a:r>
              <a:rPr lang="de-DE" dirty="0"/>
              <a:t> mit </a:t>
            </a:r>
            <a:r>
              <a:rPr lang="de-DE" dirty="0" err="1"/>
              <a:t>ngModel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220082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48465" y="3298722"/>
            <a:ext cx="8495070" cy="17844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F10DD6E-62D9-FA4E-A955-30DAB3185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8465" y="5258851"/>
            <a:ext cx="8495070" cy="90400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sz="24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raphic 11" descr="Zahnräder">
            <a:extLst>
              <a:ext uri="{FF2B5EF4-FFF2-40B4-BE49-F238E27FC236}">
                <a16:creationId xmlns:a16="http://schemas.microsoft.com/office/drawing/2014/main" id="{C8512BAE-CDFC-4C8E-B098-CD0705C4E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8416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55CD764-972B-4CA5-A885-53E55C63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165AB3-7006-4430-BCE3-25476BE13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20887" cy="6491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594360" y="1209086"/>
            <a:ext cx="3876848" cy="4064925"/>
          </a:xfrm>
        </p:spPr>
        <p:txBody>
          <a:bodyPr anchor="ctr">
            <a:normAutofit/>
          </a:bodyPr>
          <a:lstStyle/>
          <a:p>
            <a:r>
              <a:rPr lang="de-DE" sz="5000"/>
              <a:t>Eigenschaften eines Services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1999B20-6058-4C55-882E-A1FB050B6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167" y="2569464"/>
            <a:ext cx="242107" cy="1340860"/>
            <a:chOff x="56167" y="2761488"/>
            <a:chExt cx="242107" cy="1340860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168AC90C-344A-4A64-BC4B-AEE98034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59">
              <a:extLst>
                <a:ext uri="{FF2B5EF4-FFF2-40B4-BE49-F238E27FC236}">
                  <a16:creationId xmlns:a16="http://schemas.microsoft.com/office/drawing/2014/main" id="{47AEB9AE-7E63-42CA-A3E5-F8EF7D8CA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076031FA-B93F-4A7D-AE66-85ADC613E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59">
              <a:extLst>
                <a:ext uri="{FF2B5EF4-FFF2-40B4-BE49-F238E27FC236}">
                  <a16:creationId xmlns:a16="http://schemas.microsoft.com/office/drawing/2014/main" id="{0C1FC8D1-E08A-4B12-A48F-BF225E5B0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F62D5F69-2C82-4007-8EF0-EBC9C2350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59">
              <a:extLst>
                <a:ext uri="{FF2B5EF4-FFF2-40B4-BE49-F238E27FC236}">
                  <a16:creationId xmlns:a16="http://schemas.microsoft.com/office/drawing/2014/main" id="{677FAED6-5057-4B80-B1CF-196DC022B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CE77C39F-572F-4435-85B4-9E9A35CFE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59">
              <a:extLst>
                <a:ext uri="{FF2B5EF4-FFF2-40B4-BE49-F238E27FC236}">
                  <a16:creationId xmlns:a16="http://schemas.microsoft.com/office/drawing/2014/main" id="{B3283BD4-0BC4-41D1-B09B-CBDC4292C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BA3E687B-951E-45B2-BEFE-4CBEB32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59">
              <a:extLst>
                <a:ext uri="{FF2B5EF4-FFF2-40B4-BE49-F238E27FC236}">
                  <a16:creationId xmlns:a16="http://schemas.microsoft.com/office/drawing/2014/main" id="{A49870CA-6E02-4787-82A6-28C0CB6B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">
              <a:extLst>
                <a:ext uri="{FF2B5EF4-FFF2-40B4-BE49-F238E27FC236}">
                  <a16:creationId xmlns:a16="http://schemas.microsoft.com/office/drawing/2014/main" id="{5639C028-DD6E-4E69-AE6E-1CC158EDC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59">
              <a:extLst>
                <a:ext uri="{FF2B5EF4-FFF2-40B4-BE49-F238E27FC236}">
                  <a16:creationId xmlns:a16="http://schemas.microsoft.com/office/drawing/2014/main" id="{B1CD1FE8-3027-45AA-AD53-5B131FB03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1FD2B706-0BB9-4A30-9206-252E09AE0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59">
              <a:extLst>
                <a:ext uri="{FF2B5EF4-FFF2-40B4-BE49-F238E27FC236}">
                  <a16:creationId xmlns:a16="http://schemas.microsoft.com/office/drawing/2014/main" id="{D5783E13-BA0A-4F1E-A4F0-BFC9FF103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2">
              <a:extLst>
                <a:ext uri="{FF2B5EF4-FFF2-40B4-BE49-F238E27FC236}">
                  <a16:creationId xmlns:a16="http://schemas.microsoft.com/office/drawing/2014/main" id="{D0847D6C-8036-43A9-BA3E-D1E892888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59">
              <a:extLst>
                <a:ext uri="{FF2B5EF4-FFF2-40B4-BE49-F238E27FC236}">
                  <a16:creationId xmlns:a16="http://schemas.microsoft.com/office/drawing/2014/main" id="{1D610CBF-7C35-498A-9BDD-A2954A7C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2">
              <a:extLst>
                <a:ext uri="{FF2B5EF4-FFF2-40B4-BE49-F238E27FC236}">
                  <a16:creationId xmlns:a16="http://schemas.microsoft.com/office/drawing/2014/main" id="{BCB60915-0422-4144-87E9-2289DBC0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59">
              <a:extLst>
                <a:ext uri="{FF2B5EF4-FFF2-40B4-BE49-F238E27FC236}">
                  <a16:creationId xmlns:a16="http://schemas.microsoft.com/office/drawing/2014/main" id="{9D64F486-DA93-45CE-9075-4110C67F1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DA8356F6-E822-44E0-8A11-33E5A5432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59">
              <a:extLst>
                <a:ext uri="{FF2B5EF4-FFF2-40B4-BE49-F238E27FC236}">
                  <a16:creationId xmlns:a16="http://schemas.microsoft.com/office/drawing/2014/main" id="{C825C106-0BD3-41C1-8520-50F54BD67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E3E51905-F374-4E1A-97CF-B741584B7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Inhaltsplatzhalter 7">
            <a:extLst>
              <a:ext uri="{FF2B5EF4-FFF2-40B4-BE49-F238E27FC236}">
                <a16:creationId xmlns:a16="http://schemas.microsoft.com/office/drawing/2014/main" id="{A15CB808-DAC7-4E86-8E84-CA289D6F89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132271"/>
              </p:ext>
            </p:extLst>
          </p:nvPr>
        </p:nvGraphicFramePr>
        <p:xfrm>
          <a:off x="5614416" y="457200"/>
          <a:ext cx="6117336" cy="5696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089697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8">
            <a:extLst>
              <a:ext uri="{FF2B5EF4-FFF2-40B4-BE49-F238E27FC236}">
                <a16:creationId xmlns:a16="http://schemas.microsoft.com/office/drawing/2014/main" id="{D55CD764-972B-4CA5-A885-53E55C63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10">
            <a:extLst>
              <a:ext uri="{FF2B5EF4-FFF2-40B4-BE49-F238E27FC236}">
                <a16:creationId xmlns:a16="http://schemas.microsoft.com/office/drawing/2014/main" id="{34165AB3-7006-4430-BCE3-25476BE13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20887" cy="6491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527C0F-B0E4-6E4C-809A-3B8084CEB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209086"/>
            <a:ext cx="3876848" cy="4064925"/>
          </a:xfrm>
        </p:spPr>
        <p:txBody>
          <a:bodyPr anchor="ctr">
            <a:normAutofit/>
          </a:bodyPr>
          <a:lstStyle/>
          <a:p>
            <a:r>
              <a:rPr lang="de-DE" sz="5000" dirty="0"/>
              <a:t>Services? Was</a:t>
            </a:r>
          </a:p>
        </p:txBody>
      </p:sp>
      <p:grpSp>
        <p:nvGrpSpPr>
          <p:cNvPr id="39" name="Group 12">
            <a:extLst>
              <a:ext uri="{FF2B5EF4-FFF2-40B4-BE49-F238E27FC236}">
                <a16:creationId xmlns:a16="http://schemas.microsoft.com/office/drawing/2014/main" id="{11999B20-6058-4C55-882E-A1FB050B6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167" y="2569464"/>
            <a:ext cx="242107" cy="1340860"/>
            <a:chOff x="56167" y="2761488"/>
            <a:chExt cx="242107" cy="1340860"/>
          </a:xfrm>
        </p:grpSpPr>
        <p:sp>
          <p:nvSpPr>
            <p:cNvPr id="40" name="Rectangle 2">
              <a:extLst>
                <a:ext uri="{FF2B5EF4-FFF2-40B4-BE49-F238E27FC236}">
                  <a16:creationId xmlns:a16="http://schemas.microsoft.com/office/drawing/2014/main" id="{168AC90C-344A-4A64-BC4B-AEE98034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59">
              <a:extLst>
                <a:ext uri="{FF2B5EF4-FFF2-40B4-BE49-F238E27FC236}">
                  <a16:creationId xmlns:a16="http://schemas.microsoft.com/office/drawing/2014/main" id="{47AEB9AE-7E63-42CA-A3E5-F8EF7D8CA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2">
              <a:extLst>
                <a:ext uri="{FF2B5EF4-FFF2-40B4-BE49-F238E27FC236}">
                  <a16:creationId xmlns:a16="http://schemas.microsoft.com/office/drawing/2014/main" id="{076031FA-B93F-4A7D-AE66-85ADC613E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59">
              <a:extLst>
                <a:ext uri="{FF2B5EF4-FFF2-40B4-BE49-F238E27FC236}">
                  <a16:creationId xmlns:a16="http://schemas.microsoft.com/office/drawing/2014/main" id="{0C1FC8D1-E08A-4B12-A48F-BF225E5B0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2">
              <a:extLst>
                <a:ext uri="{FF2B5EF4-FFF2-40B4-BE49-F238E27FC236}">
                  <a16:creationId xmlns:a16="http://schemas.microsoft.com/office/drawing/2014/main" id="{F62D5F69-2C82-4007-8EF0-EBC9C2350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59">
              <a:extLst>
                <a:ext uri="{FF2B5EF4-FFF2-40B4-BE49-F238E27FC236}">
                  <a16:creationId xmlns:a16="http://schemas.microsoft.com/office/drawing/2014/main" id="{677FAED6-5057-4B80-B1CF-196DC022B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2">
              <a:extLst>
                <a:ext uri="{FF2B5EF4-FFF2-40B4-BE49-F238E27FC236}">
                  <a16:creationId xmlns:a16="http://schemas.microsoft.com/office/drawing/2014/main" id="{CE77C39F-572F-4435-85B4-9E9A35CFE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59">
              <a:extLst>
                <a:ext uri="{FF2B5EF4-FFF2-40B4-BE49-F238E27FC236}">
                  <a16:creationId xmlns:a16="http://schemas.microsoft.com/office/drawing/2014/main" id="{B3283BD4-0BC4-41D1-B09B-CBDC4292C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2">
              <a:extLst>
                <a:ext uri="{FF2B5EF4-FFF2-40B4-BE49-F238E27FC236}">
                  <a16:creationId xmlns:a16="http://schemas.microsoft.com/office/drawing/2014/main" id="{BA3E687B-951E-45B2-BEFE-4CBEB32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59">
              <a:extLst>
                <a:ext uri="{FF2B5EF4-FFF2-40B4-BE49-F238E27FC236}">
                  <a16:creationId xmlns:a16="http://schemas.microsoft.com/office/drawing/2014/main" id="{A49870CA-6E02-4787-82A6-28C0CB6B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2">
              <a:extLst>
                <a:ext uri="{FF2B5EF4-FFF2-40B4-BE49-F238E27FC236}">
                  <a16:creationId xmlns:a16="http://schemas.microsoft.com/office/drawing/2014/main" id="{5639C028-DD6E-4E69-AE6E-1CC158EDC9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9">
              <a:extLst>
                <a:ext uri="{FF2B5EF4-FFF2-40B4-BE49-F238E27FC236}">
                  <a16:creationId xmlns:a16="http://schemas.microsoft.com/office/drawing/2014/main" id="{B1CD1FE8-3027-45AA-AD53-5B131FB03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2">
              <a:extLst>
                <a:ext uri="{FF2B5EF4-FFF2-40B4-BE49-F238E27FC236}">
                  <a16:creationId xmlns:a16="http://schemas.microsoft.com/office/drawing/2014/main" id="{1FD2B706-0BB9-4A30-9206-252E09AE0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9">
              <a:extLst>
                <a:ext uri="{FF2B5EF4-FFF2-40B4-BE49-F238E27FC236}">
                  <a16:creationId xmlns:a16="http://schemas.microsoft.com/office/drawing/2014/main" id="{D5783E13-BA0A-4F1E-A4F0-BFC9FF103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2">
              <a:extLst>
                <a:ext uri="{FF2B5EF4-FFF2-40B4-BE49-F238E27FC236}">
                  <a16:creationId xmlns:a16="http://schemas.microsoft.com/office/drawing/2014/main" id="{D0847D6C-8036-43A9-BA3E-D1E892888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9">
              <a:extLst>
                <a:ext uri="{FF2B5EF4-FFF2-40B4-BE49-F238E27FC236}">
                  <a16:creationId xmlns:a16="http://schemas.microsoft.com/office/drawing/2014/main" id="{1D610CBF-7C35-498A-9BDD-A2954A7C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2">
              <a:extLst>
                <a:ext uri="{FF2B5EF4-FFF2-40B4-BE49-F238E27FC236}">
                  <a16:creationId xmlns:a16="http://schemas.microsoft.com/office/drawing/2014/main" id="{BCB60915-0422-4144-87E9-2289DBC04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9">
              <a:extLst>
                <a:ext uri="{FF2B5EF4-FFF2-40B4-BE49-F238E27FC236}">
                  <a16:creationId xmlns:a16="http://schemas.microsoft.com/office/drawing/2014/main" id="{9D64F486-DA93-45CE-9075-4110C67F1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2">
              <a:extLst>
                <a:ext uri="{FF2B5EF4-FFF2-40B4-BE49-F238E27FC236}">
                  <a16:creationId xmlns:a16="http://schemas.microsoft.com/office/drawing/2014/main" id="{DA8356F6-E822-44E0-8A11-33E5A5432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C825C106-0BD3-41C1-8520-50F54BD675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34">
            <a:extLst>
              <a:ext uri="{FF2B5EF4-FFF2-40B4-BE49-F238E27FC236}">
                <a16:creationId xmlns:a16="http://schemas.microsoft.com/office/drawing/2014/main" id="{E3E51905-F374-4E1A-97CF-B741584B7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10BD33C9-030B-4476-8D7F-5AEDAFD7AF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717791"/>
              </p:ext>
            </p:extLst>
          </p:nvPr>
        </p:nvGraphicFramePr>
        <p:xfrm>
          <a:off x="5614416" y="457200"/>
          <a:ext cx="6117336" cy="5696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052203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 eines Services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Standard-Services des Angular-Frameworks stellen nützliche Routinen zur Verfügung</a:t>
            </a:r>
          </a:p>
          <a:p>
            <a:pPr lvl="1"/>
            <a:r>
              <a:rPr lang="de-DE" dirty="0"/>
              <a:t>Beispielsweise wird die Client-Server-Kommunikation über den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HttpClient</a:t>
            </a:r>
            <a:r>
              <a:rPr lang="de-DE" dirty="0"/>
              <a:t>-Service realisiert</a:t>
            </a:r>
          </a:p>
          <a:p>
            <a:r>
              <a:rPr lang="de-DE" dirty="0"/>
              <a:t>Eigene Services werden in der Anwendung häufig benutzt, um in einer sauberen Architektur ein Datenmodell zu definieren</a:t>
            </a:r>
          </a:p>
          <a:p>
            <a:pPr lvl="1"/>
            <a:r>
              <a:rPr lang="de-DE" dirty="0"/>
              <a:t>Dieses wird dann von allen Components konsistent benutzt</a:t>
            </a:r>
          </a:p>
          <a:p>
            <a:pPr lvl="1"/>
            <a:r>
              <a:rPr lang="de-DE" dirty="0"/>
              <a:t>Services ermöglichen damit eine Inter-</a:t>
            </a:r>
            <a:r>
              <a:rPr lang="de-DE" dirty="0" err="1"/>
              <a:t>Component</a:t>
            </a:r>
            <a:r>
              <a:rPr lang="de-DE" dirty="0"/>
              <a:t>-Kommunikation, die unabhängig von Input-Parametern sind</a:t>
            </a:r>
          </a:p>
          <a:p>
            <a:pPr lvl="2"/>
            <a:r>
              <a:rPr lang="de-DE" dirty="0"/>
              <a:t>Wesentlich leichter </a:t>
            </a:r>
            <a:r>
              <a:rPr lang="de-DE" dirty="0" err="1"/>
              <a:t>wartbar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0961442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simpler Service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Die Erzeugung eines Services kann das Angular-CLI übernehmen</a:t>
            </a:r>
          </a:p>
          <a:p>
            <a:r>
              <a:rPr lang="de-DE" dirty="0" err="1">
                <a:latin typeface="Courier New" pitchFamily="49" charset="0"/>
                <a:cs typeface="Courier New" pitchFamily="49" charset="0"/>
              </a:rPr>
              <a:t>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generate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service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ServiceName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de-DE" dirty="0"/>
              <a:t>Ein Service selbst ist eine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Injectable</a:t>
            </a:r>
            <a:r>
              <a:rPr lang="de-DE" dirty="0"/>
              <a:t>-Klasse</a:t>
            </a:r>
          </a:p>
          <a:p>
            <a:pPr lvl="1"/>
            <a:r>
              <a:rPr lang="de-DE" dirty="0"/>
              <a:t>Damit kann diese Klasse im </a:t>
            </a:r>
            <a:r>
              <a:rPr lang="de-DE" dirty="0" err="1"/>
              <a:t>Konstruktor</a:t>
            </a:r>
            <a:r>
              <a:rPr lang="de-DE" dirty="0"/>
              <a:t> jeder anderen Angular-Klasse benutzt werden</a:t>
            </a:r>
          </a:p>
          <a:p>
            <a:pPr lvl="2"/>
            <a:r>
              <a:rPr lang="de-DE" dirty="0"/>
              <a:t>Components</a:t>
            </a:r>
          </a:p>
          <a:p>
            <a:pPr lvl="2"/>
            <a:r>
              <a:rPr lang="de-DE" dirty="0"/>
              <a:t>Andere Services</a:t>
            </a:r>
          </a:p>
          <a:p>
            <a:r>
              <a:rPr lang="de-DE" dirty="0"/>
              <a:t>Service-Klassen müssen als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provider</a:t>
            </a:r>
            <a:r>
              <a:rPr lang="de-DE" dirty="0"/>
              <a:t> deklariert werden</a:t>
            </a:r>
          </a:p>
          <a:p>
            <a:pPr lvl="1"/>
            <a:r>
              <a:rPr lang="de-DE" dirty="0"/>
              <a:t>Eigenschaft des Angular-Moduls oder </a:t>
            </a:r>
          </a:p>
          <a:p>
            <a:pPr lvl="1"/>
            <a:r>
              <a:rPr lang="de-DE" dirty="0"/>
              <a:t>Eigenschaft des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Component</a:t>
            </a:r>
            <a:r>
              <a:rPr lang="de-DE" dirty="0"/>
              <a:t>-Annotation</a:t>
            </a:r>
          </a:p>
          <a:p>
            <a:pPr lvl="1"/>
            <a:r>
              <a:rPr lang="de-DE" dirty="0"/>
              <a:t>Alternativen zur Deklaration der Klasse unter 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https://angular.io/guide/dependency-injection#providers</a:t>
            </a:r>
          </a:p>
        </p:txBody>
      </p:sp>
    </p:spTree>
    <p:extLst>
      <p:ext uri="{BB962C8B-B14F-4D97-AF65-F5344CB8AC3E}">
        <p14:creationId xmlns:p14="http://schemas.microsoft.com/office/powerpoint/2010/main" val="250464598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1B284-69FC-C841-94BD-BE55685A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 in Services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841FA5-F4FB-EE4F-8F7D-F0117602D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"./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artist.model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ArtistService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getAllArtists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():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008080"/>
                </a:solidFill>
                <a:latin typeface="SourceCodePro"/>
              </a:rPr>
              <a:t>Artist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[]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1E347B"/>
                </a:solidFill>
                <a:latin typeface="SourceCodePro"/>
              </a:rPr>
              <a:t>	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[];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1943994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14699-6AAB-D446-9B72-82544CE4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API Stabilität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EE86E5-8260-C340-BF43-79D588829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Service versteckt Details über Datenhaltung vor Komponenten</a:t>
            </a:r>
          </a:p>
          <a:p>
            <a:r>
              <a:rPr lang="de-DE" dirty="0"/>
              <a:t>API stabil, Datenquelle austauschbar</a:t>
            </a:r>
          </a:p>
          <a:p>
            <a:r>
              <a:rPr lang="de-DE" dirty="0"/>
              <a:t>Best Practice: Mock-Daten parallel zu Service in eigene Datei ablegen</a:t>
            </a:r>
          </a:p>
          <a:p>
            <a:pPr marL="457200" lvl="1" indent="0">
              <a:buNone/>
            </a:pP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2800" dirty="0">
                <a:solidFill>
                  <a:srgbClr val="008080"/>
                </a:solidFill>
                <a:latin typeface="SourceCodePro"/>
              </a:rPr>
              <a:t>Artist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"./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artist.model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ARTISTS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'./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artist.mock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48484C"/>
                </a:solidFill>
                <a:latin typeface="SourceCodePro"/>
              </a:rPr>
              <a:t> 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008080"/>
                </a:solidFill>
                <a:latin typeface="SourceCodePro"/>
              </a:rPr>
              <a:t>ArtistService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getAllArtists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():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008080"/>
                </a:solidFill>
                <a:latin typeface="SourceCodePro"/>
              </a:rPr>
              <a:t>Artist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[]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2800" dirty="0">
                <a:solidFill>
                  <a:srgbClr val="1E347B"/>
                </a:solidFill>
                <a:latin typeface="SourceCodePro"/>
              </a:rPr>
              <a:t>	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ARTISTS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28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198004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>
                <a:latin typeface="Arial" charset="0"/>
              </a:rPr>
              <a:t>Objektnetze in OO- Systemen</a:t>
            </a:r>
          </a:p>
        </p:txBody>
      </p:sp>
      <p:graphicFrame>
        <p:nvGraphicFramePr>
          <p:cNvPr id="2" name="Diagramm 1"/>
          <p:cNvGraphicFramePr/>
          <p:nvPr/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570826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Assignment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Third Party</a:t>
            </a:r>
          </a:p>
        </p:txBody>
      </p:sp>
      <p:sp>
        <p:nvSpPr>
          <p:cNvPr id="101380" name="Rectangle 3"/>
          <p:cNvSpPr>
            <a:spLocks noGrp="1" noChangeArrowheads="1"/>
          </p:cNvSpPr>
          <p:nvPr>
            <p:ph idx="1"/>
          </p:nvPr>
        </p:nvSpPr>
        <p:spPr/>
        <p:txBody>
          <a:bodyPr anchor="ctr"/>
          <a:lstStyle/>
          <a:p>
            <a:pPr eaLnBrk="1" hangingPunct="1">
              <a:buFontTx/>
              <a:buNone/>
            </a:pPr>
            <a:r>
              <a:rPr lang="de-DE" dirty="0">
                <a:latin typeface="Courier New" pitchFamily="49" charset="0"/>
              </a:rPr>
              <a:t> 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public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static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void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dirty="0" err="1">
                <a:latin typeface="Courier New" pitchFamily="49" charset="0"/>
              </a:rPr>
              <a:t>main</a:t>
            </a:r>
            <a:r>
              <a:rPr lang="de-DE" sz="2000" dirty="0">
                <a:latin typeface="Courier New" pitchFamily="49" charset="0"/>
              </a:rPr>
              <a:t>(String[] </a:t>
            </a:r>
            <a:r>
              <a:rPr lang="de-DE" sz="2000" dirty="0" err="1">
                <a:latin typeface="Courier New" pitchFamily="49" charset="0"/>
              </a:rPr>
              <a:t>args</a:t>
            </a:r>
            <a:r>
              <a:rPr lang="de-DE" sz="2000" dirty="0">
                <a:latin typeface="Courier New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 {</a:t>
            </a:r>
          </a:p>
          <a:p>
            <a:pPr lvl="1">
              <a:buFontTx/>
              <a:buNone/>
            </a:pPr>
            <a:r>
              <a:rPr lang="de-DE" sz="1800" dirty="0">
                <a:latin typeface="Courier New" pitchFamily="49" charset="0"/>
              </a:rPr>
              <a:t> 	</a:t>
            </a:r>
            <a:r>
              <a:rPr lang="de-DE" dirty="0" err="1">
                <a:latin typeface="Courier New" pitchFamily="49" charset="0"/>
              </a:rPr>
              <a:t>MyService</a:t>
            </a:r>
            <a:r>
              <a:rPr lang="de-DE" dirty="0">
                <a:latin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</a:rPr>
              <a:t>service</a:t>
            </a:r>
            <a:r>
              <a:rPr lang="de-DE" dirty="0">
                <a:latin typeface="Courier New" pitchFamily="49" charset="0"/>
              </a:rPr>
              <a:t> = </a:t>
            </a:r>
            <a:r>
              <a:rPr lang="de-DE" b="1" dirty="0" err="1">
                <a:solidFill>
                  <a:srgbClr val="7F0055"/>
                </a:solidFill>
                <a:latin typeface="Courier New" pitchFamily="49" charset="0"/>
              </a:rPr>
              <a:t>new</a:t>
            </a:r>
            <a:r>
              <a:rPr lang="de-DE" dirty="0">
                <a:latin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</a:rPr>
              <a:t>MyService</a:t>
            </a:r>
            <a:r>
              <a:rPr lang="de-DE" dirty="0">
                <a:latin typeface="Courier New" pitchFamily="49" charset="0"/>
              </a:rPr>
              <a:t>();</a:t>
            </a:r>
          </a:p>
          <a:p>
            <a:pPr lvl="1">
              <a:buFontTx/>
              <a:buNone/>
            </a:pPr>
            <a:r>
              <a:rPr lang="de-DE" dirty="0">
                <a:latin typeface="Courier New" pitchFamily="49" charset="0"/>
              </a:rPr>
              <a:t> 	</a:t>
            </a:r>
            <a:r>
              <a:rPr lang="de-DE" dirty="0" err="1">
                <a:latin typeface="Courier New" pitchFamily="49" charset="0"/>
              </a:rPr>
              <a:t>service.setDAO</a:t>
            </a:r>
            <a:r>
              <a:rPr lang="de-DE" dirty="0">
                <a:latin typeface="Courier New" pitchFamily="49" charset="0"/>
              </a:rPr>
              <a:t>(</a:t>
            </a:r>
            <a:r>
              <a:rPr lang="de-DE" b="1" dirty="0" err="1">
                <a:solidFill>
                  <a:srgbClr val="7F0055"/>
                </a:solidFill>
                <a:latin typeface="Courier New" pitchFamily="49" charset="0"/>
              </a:rPr>
              <a:t>new</a:t>
            </a:r>
            <a:r>
              <a:rPr lang="de-DE" dirty="0">
                <a:latin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</a:rPr>
              <a:t>MyDAO</a:t>
            </a:r>
            <a:r>
              <a:rPr lang="de-DE" dirty="0">
                <a:latin typeface="Courier New" pitchFamily="49" charset="0"/>
              </a:rPr>
              <a:t>());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39466816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 err="1"/>
              <a:t>Creating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 - DIRECT</a:t>
            </a:r>
          </a:p>
        </p:txBody>
      </p:sp>
      <p:sp>
        <p:nvSpPr>
          <p:cNvPr id="102404" name="Rectangle 3"/>
          <p:cNvSpPr>
            <a:spLocks noGrp="1" noChangeArrowheads="1"/>
          </p:cNvSpPr>
          <p:nvPr>
            <p:ph idx="1"/>
          </p:nvPr>
        </p:nvSpPr>
        <p:spPr/>
        <p:txBody>
          <a:bodyPr anchor="ctr"/>
          <a:lstStyle/>
          <a:p>
            <a:pPr eaLnBrk="1" hangingPunct="1">
              <a:buFontTx/>
              <a:buNone/>
            </a:pPr>
            <a:r>
              <a:rPr lang="de-DE" dirty="0">
                <a:latin typeface="Courier New" pitchFamily="49" charset="0"/>
              </a:rPr>
              <a:t>	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public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dirty="0" err="1">
                <a:latin typeface="Courier New" pitchFamily="49" charset="0"/>
              </a:rPr>
              <a:t>MyService</a:t>
            </a:r>
            <a:r>
              <a:rPr lang="de-DE" sz="2000" dirty="0">
                <a:latin typeface="Courier New" pitchFamily="49" charset="0"/>
              </a:rPr>
              <a:t>()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	{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		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this</a:t>
            </a:r>
            <a:r>
              <a:rPr lang="de-DE" sz="2000" dirty="0" err="1">
                <a:latin typeface="Courier New" pitchFamily="49" charset="0"/>
              </a:rPr>
              <a:t>.myDao</a:t>
            </a:r>
            <a:r>
              <a:rPr lang="de-DE" sz="2000" dirty="0">
                <a:latin typeface="Courier New" pitchFamily="49" charset="0"/>
              </a:rPr>
              <a:t> = 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new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dirty="0" err="1">
                <a:latin typeface="Courier New" pitchFamily="49" charset="0"/>
              </a:rPr>
              <a:t>MyDao</a:t>
            </a:r>
            <a:r>
              <a:rPr lang="de-DE" sz="2000" dirty="0">
                <a:latin typeface="Courier New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	}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19139837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dirty="0"/>
              <a:t>Factory- Pattern</a:t>
            </a:r>
          </a:p>
        </p:txBody>
      </p:sp>
      <p:sp>
        <p:nvSpPr>
          <p:cNvPr id="103428" name="Rectangle 3"/>
          <p:cNvSpPr>
            <a:spLocks noGrp="1" noChangeArrowheads="1"/>
          </p:cNvSpPr>
          <p:nvPr>
            <p:ph idx="1"/>
          </p:nvPr>
        </p:nvSpPr>
        <p:spPr>
          <a:xfrm>
            <a:off x="1991544" y="1556793"/>
            <a:ext cx="8229600" cy="4525963"/>
          </a:xfrm>
        </p:spPr>
        <p:txBody>
          <a:bodyPr anchor="ctr"/>
          <a:lstStyle/>
          <a:p>
            <a:pPr eaLnBrk="1" hangingPunct="1">
              <a:buFontTx/>
              <a:buNone/>
            </a:pP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public</a:t>
            </a:r>
            <a:r>
              <a:rPr lang="de-DE" sz="2000" dirty="0">
                <a:latin typeface="Courier New" pitchFamily="49" charset="0"/>
              </a:rPr>
              <a:t> </a:t>
            </a:r>
            <a:r>
              <a:rPr lang="de-DE" sz="2000" dirty="0" err="1">
                <a:latin typeface="Courier New" pitchFamily="49" charset="0"/>
              </a:rPr>
              <a:t>MyService</a:t>
            </a:r>
            <a:r>
              <a:rPr lang="de-DE" sz="2000" dirty="0">
                <a:latin typeface="Courier New" pitchFamily="49" charset="0"/>
              </a:rPr>
              <a:t>()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de-DE" sz="2000" b="1" dirty="0">
                <a:solidFill>
                  <a:srgbClr val="7F0055"/>
                </a:solidFill>
                <a:latin typeface="Courier New" pitchFamily="49" charset="0"/>
              </a:rPr>
              <a:t>	</a:t>
            </a:r>
            <a:r>
              <a:rPr lang="de-DE" sz="2000" b="1" dirty="0" err="1">
                <a:solidFill>
                  <a:srgbClr val="7F0055"/>
                </a:solidFill>
                <a:latin typeface="Courier New" pitchFamily="49" charset="0"/>
              </a:rPr>
              <a:t>this</a:t>
            </a:r>
            <a:r>
              <a:rPr lang="de-DE" sz="2000" dirty="0" err="1">
                <a:latin typeface="Courier New" pitchFamily="49" charset="0"/>
              </a:rPr>
              <a:t>.myDao</a:t>
            </a:r>
            <a:r>
              <a:rPr lang="de-DE" sz="2000" dirty="0">
                <a:latin typeface="Courier New" pitchFamily="49" charset="0"/>
              </a:rPr>
              <a:t> = </a:t>
            </a:r>
            <a:r>
              <a:rPr lang="de-DE" sz="2000" dirty="0" err="1">
                <a:latin typeface="Courier New" pitchFamily="49" charset="0"/>
              </a:rPr>
              <a:t>Factory.getMyDao</a:t>
            </a:r>
            <a:r>
              <a:rPr lang="de-DE" sz="2000" dirty="0">
                <a:latin typeface="Courier New" pitchFamily="49" charset="0"/>
              </a:rPr>
              <a:t>();</a:t>
            </a:r>
          </a:p>
          <a:p>
            <a:pPr eaLnBrk="1" hangingPunct="1">
              <a:buFontTx/>
              <a:buNone/>
            </a:pPr>
            <a:r>
              <a:rPr lang="de-DE" sz="2000" dirty="0">
                <a:latin typeface="Courier New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de-DE" sz="1800" dirty="0"/>
          </a:p>
          <a:p>
            <a:pPr eaLnBrk="1" hangingPunct="1"/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229932571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/>
              <a:t>Dependency Injection</a:t>
            </a:r>
          </a:p>
        </p:txBody>
      </p:sp>
      <p:sp>
        <p:nvSpPr>
          <p:cNvPr id="1044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de-DE" dirty="0"/>
              <a:t>Objekte werden zur Laufzeit „injiziert“.</a:t>
            </a:r>
          </a:p>
          <a:p>
            <a:pPr eaLnBrk="1" hangingPunct="1"/>
            <a:r>
              <a:rPr lang="de-DE" dirty="0"/>
              <a:t>Objekte werden passiv, statt sie zum Beispiel mit einer Factory aktiv zu erzeugen.</a:t>
            </a:r>
          </a:p>
          <a:p>
            <a:pPr eaLnBrk="1" hangingPunct="1"/>
            <a:r>
              <a:rPr lang="de-DE" dirty="0"/>
              <a:t>Abhängigkeiten sind explizit an der Schnittstelle durch entsprechende </a:t>
            </a:r>
            <a:r>
              <a:rPr lang="de-DE" dirty="0" err="1"/>
              <a:t>set</a:t>
            </a:r>
            <a:r>
              <a:rPr lang="de-DE" dirty="0"/>
              <a:t>-Methoden zu erkennen.</a:t>
            </a:r>
          </a:p>
          <a:p>
            <a:pPr eaLnBrk="1" hangingPunct="1"/>
            <a:r>
              <a:rPr lang="de-DE" dirty="0"/>
              <a:t>Es können beliebige andere Objekte zugewiesen werden(z.B. Mocks / an Bedürfnisse angepasste Objekte).</a:t>
            </a:r>
          </a:p>
          <a:p>
            <a:pPr eaLnBrk="1" hangingPunct="1"/>
            <a:r>
              <a:rPr lang="de-DE" dirty="0"/>
              <a:t>Sehr flexibel wenn Objekte nur noch von Interfaces abhängen.</a:t>
            </a:r>
          </a:p>
          <a:p>
            <a:pPr eaLnBrk="1" hangingPunct="1"/>
            <a:r>
              <a:rPr lang="de-DE" dirty="0"/>
              <a:t>Externe Konfiguration der Beziehungen zwischen Objekten.</a:t>
            </a:r>
          </a:p>
          <a:p>
            <a:pPr eaLnBrk="1" hangingPunct="1"/>
            <a:r>
              <a:rPr lang="de-DE" dirty="0"/>
              <a:t>Objekte bekommen ihre abhängigen Objekte statt sie selbst zu suchen.</a:t>
            </a:r>
          </a:p>
        </p:txBody>
      </p:sp>
    </p:spTree>
    <p:extLst>
      <p:ext uri="{BB962C8B-B14F-4D97-AF65-F5344CB8AC3E}">
        <p14:creationId xmlns:p14="http://schemas.microsoft.com/office/powerpoint/2010/main" val="1420427248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Service</a:t>
            </a:r>
          </a:p>
        </p:txBody>
      </p:sp>
      <p:grpSp>
        <p:nvGrpSpPr>
          <p:cNvPr id="7" name="Gruppieren 6"/>
          <p:cNvGrpSpPr/>
          <p:nvPr/>
        </p:nvGrpSpPr>
        <p:grpSpPr>
          <a:xfrm>
            <a:off x="1549742" y="1367688"/>
            <a:ext cx="8676964" cy="5311663"/>
            <a:chOff x="251520" y="1124744"/>
            <a:chExt cx="8676964" cy="5311663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1124744"/>
              <a:ext cx="5610225" cy="2209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Legende mit Linie 1 8"/>
            <p:cNvSpPr/>
            <p:nvPr/>
          </p:nvSpPr>
          <p:spPr>
            <a:xfrm>
              <a:off x="6372200" y="1340768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38092"/>
                <a:gd name="adj4" fmla="val -163187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@</a:t>
              </a:r>
              <a:r>
                <a:rPr lang="de-DE" dirty="0" err="1">
                  <a:solidFill>
                    <a:schemeClr val="tx1"/>
                  </a:solidFill>
                </a:rPr>
                <a:t>Injectable</a:t>
              </a:r>
              <a:r>
                <a:rPr lang="de-DE" dirty="0">
                  <a:solidFill>
                    <a:schemeClr val="tx1"/>
                  </a:solidFill>
                </a:rPr>
                <a:t> macht diese Klasse dem Angular-</a:t>
              </a:r>
              <a:r>
                <a:rPr lang="de-DE" dirty="0" err="1">
                  <a:solidFill>
                    <a:schemeClr val="tx1"/>
                  </a:solidFill>
                </a:rPr>
                <a:t>Context</a:t>
              </a:r>
              <a:r>
                <a:rPr lang="de-DE" dirty="0">
                  <a:solidFill>
                    <a:schemeClr val="tx1"/>
                  </a:solidFill>
                </a:rPr>
                <a:t> bekannt</a:t>
              </a:r>
            </a:p>
          </p:txBody>
        </p:sp>
        <p:pic>
          <p:nvPicPr>
            <p:cNvPr id="922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057" y="3717032"/>
              <a:ext cx="2314575" cy="742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Legende mit Linie 1 10"/>
            <p:cNvSpPr/>
            <p:nvPr/>
          </p:nvSpPr>
          <p:spPr>
            <a:xfrm>
              <a:off x="6372200" y="3212976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64257"/>
                <a:gd name="adj4" fmla="val -152869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</a:rPr>
                <a:t>Im Modul oder der </a:t>
              </a:r>
              <a:r>
                <a:rPr lang="de-DE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@</a:t>
              </a:r>
              <a:r>
                <a:rPr lang="de-DE" dirty="0" err="1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Component</a:t>
              </a:r>
              <a:r>
                <a:rPr lang="de-DE" dirty="0">
                  <a:solidFill>
                    <a:schemeClr val="tx1"/>
                  </a:solidFill>
                </a:rPr>
                <a:t>-Annotation</a:t>
              </a:r>
            </a:p>
          </p:txBody>
        </p:sp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493" y="4617132"/>
              <a:ext cx="5915025" cy="1819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" name="Legende mit Linie 1 12"/>
            <p:cNvSpPr/>
            <p:nvPr/>
          </p:nvSpPr>
          <p:spPr>
            <a:xfrm>
              <a:off x="6372200" y="5265204"/>
              <a:ext cx="2556284" cy="1008112"/>
            </a:xfrm>
            <a:prstGeom prst="borderCallout1">
              <a:avLst>
                <a:gd name="adj1" fmla="val 18750"/>
                <a:gd name="adj2" fmla="val -8333"/>
                <a:gd name="adj3" fmla="val -19470"/>
                <a:gd name="adj4" fmla="val -142551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 err="1">
                  <a:solidFill>
                    <a:schemeClr val="tx1"/>
                  </a:solidFill>
                </a:rPr>
                <a:t>Dependency</a:t>
              </a:r>
              <a:r>
                <a:rPr lang="de-DE" dirty="0">
                  <a:solidFill>
                    <a:schemeClr val="tx1"/>
                  </a:solidFill>
                </a:rPr>
                <a:t> </a:t>
              </a:r>
              <a:r>
                <a:rPr lang="de-DE" dirty="0" err="1">
                  <a:solidFill>
                    <a:schemeClr val="tx1"/>
                  </a:solidFill>
                </a:rPr>
                <a:t>Injection</a:t>
              </a:r>
              <a:r>
                <a:rPr lang="de-DE" dirty="0">
                  <a:solidFill>
                    <a:schemeClr val="tx1"/>
                  </a:solidFill>
                </a:rPr>
                <a:t> in einer </a:t>
              </a:r>
              <a:r>
                <a:rPr lang="de-DE" dirty="0" err="1">
                  <a:solidFill>
                    <a:schemeClr val="tx1"/>
                  </a:solidFill>
                </a:rPr>
                <a:t>Component</a:t>
              </a:r>
              <a:endParaRPr lang="de-DE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194493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0FB4A13-5BD8-8F40-A163-CEF28BE7F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 </a:t>
            </a:r>
            <a:r>
              <a:rPr lang="de-DE" dirty="0" err="1"/>
              <a:t>Konfig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1B3DEDD-1593-5D42-9202-0419A6ED5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Woher weiß Angular was zu injizieren ist?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Muss konfiguriert werden: </a:t>
            </a:r>
            <a:r>
              <a:rPr lang="de-DE" i="1" dirty="0">
                <a:solidFill>
                  <a:srgbClr val="333333"/>
                </a:solidFill>
                <a:latin typeface="Aller"/>
              </a:rPr>
              <a:t>Providers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Injector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-&gt; Provider -&gt; Instance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Konfiguration an Modulen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NgModule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providers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/*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array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of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providers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*/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TrackModule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Wie sieht ein Provider aus?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320809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A8B99-2F95-424D-8F50-03E1E7C6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geht DI in Angular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FBEDCD-76DB-5640-8E17-FB1961D8A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Direkte Abhängigkeit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einfach nur die Klasse angeben: [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ConsoleLogger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]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Kurz für [{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provide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: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ConsoleLogger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useClass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: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ConsoleLogger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}]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Allgemein: Provider-Objekt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provide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: Unter welchem Namen steht es zur Verfügung -&gt; Klasse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Ein Rezept, wie soll es erzeugt werden soll -&gt;</a:t>
            </a:r>
            <a:br>
              <a:rPr lang="de-DE" dirty="0">
                <a:solidFill>
                  <a:srgbClr val="333333"/>
                </a:solidFill>
                <a:latin typeface="Aller"/>
              </a:rPr>
            </a:br>
            <a:r>
              <a:rPr lang="de-DE" dirty="0" err="1">
                <a:solidFill>
                  <a:srgbClr val="333333"/>
                </a:solidFill>
                <a:latin typeface="Aller"/>
              </a:rPr>
              <a:t>useClass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useValue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useFactory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oder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useExisting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NgModule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providers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provide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ConsoleLogger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useClass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ConsoleLogger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// same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as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shortcut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provide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Logger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useExisting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ConsoleLogger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// different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token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 same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instance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]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TrackModule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443773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7284C-7B50-4649-B018-F380096B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Kontextbasierte Injektion	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AEB200-B29D-B343-A3F8-553168D58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Injektoren bilden einen Baum</a:t>
            </a:r>
          </a:p>
          <a:p>
            <a:pPr lvl="1"/>
            <a:r>
              <a:rPr lang="de-DE" dirty="0"/>
              <a:t>Jede Komponente ein Child-</a:t>
            </a:r>
            <a:r>
              <a:rPr lang="de-DE" dirty="0" err="1"/>
              <a:t>Injector</a:t>
            </a:r>
            <a:r>
              <a:rPr lang="de-DE" dirty="0"/>
              <a:t> vom </a:t>
            </a:r>
            <a:r>
              <a:rPr lang="de-DE" dirty="0" err="1"/>
              <a:t>Injector</a:t>
            </a:r>
            <a:r>
              <a:rPr lang="de-DE" dirty="0"/>
              <a:t> der Vater-Komponente</a:t>
            </a:r>
          </a:p>
          <a:p>
            <a:pPr lvl="1"/>
            <a:r>
              <a:rPr lang="de-DE" dirty="0"/>
              <a:t>Instanzen sind Singletons in einem Injektor</a:t>
            </a:r>
          </a:p>
          <a:p>
            <a:r>
              <a:rPr lang="de-DE" dirty="0"/>
              <a:t>Provider für Child-Injektoren können an Komponenten definiert werden</a:t>
            </a:r>
          </a:p>
          <a:p>
            <a:pPr lvl="1"/>
            <a:r>
              <a:rPr lang="de-DE" dirty="0"/>
              <a:t>Child-</a:t>
            </a:r>
            <a:r>
              <a:rPr lang="de-DE" dirty="0" err="1"/>
              <a:t>Injector</a:t>
            </a:r>
            <a:r>
              <a:rPr lang="de-DE" dirty="0"/>
              <a:t> kann Provider des Vaters überschreiben / ergänzen</a:t>
            </a:r>
          </a:p>
          <a:p>
            <a:pPr lvl="1"/>
            <a:r>
              <a:rPr lang="de-DE" dirty="0" err="1"/>
              <a:t>providers</a:t>
            </a:r>
            <a:r>
              <a:rPr lang="de-DE" dirty="0"/>
              <a:t> Property in @</a:t>
            </a:r>
            <a:r>
              <a:rPr lang="de-DE" dirty="0" err="1"/>
              <a:t>Component</a:t>
            </a:r>
            <a:r>
              <a:rPr lang="de-DE" dirty="0"/>
              <a:t> </a:t>
            </a:r>
            <a:r>
              <a:rPr lang="de-DE" dirty="0" err="1"/>
              <a:t>Decorator</a:t>
            </a:r>
            <a:endParaRPr lang="de-DE" dirty="0"/>
          </a:p>
          <a:p>
            <a:r>
              <a:rPr lang="de-DE" dirty="0"/>
              <a:t>Einsatzmöglichkeiten</a:t>
            </a:r>
          </a:p>
          <a:p>
            <a:pPr lvl="1"/>
            <a:r>
              <a:rPr lang="de-DE" dirty="0"/>
              <a:t>Auflösen von Namenskonflikten</a:t>
            </a:r>
          </a:p>
          <a:p>
            <a:pPr lvl="1"/>
            <a:r>
              <a:rPr lang="de-DE" dirty="0"/>
              <a:t>Unterschiedliche Konfiguration (z.B. Log-Level)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359981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8A1BB-069E-2348-9A4B-306A1E67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14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CD91DE-5ED1-1340-AF4B-B0FA23C1E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Erstelle einen Service </a:t>
            </a:r>
            <a:r>
              <a:rPr lang="de-DE" dirty="0" err="1"/>
              <a:t>TrainingService</a:t>
            </a:r>
            <a:endParaRPr lang="de-DE" dirty="0"/>
          </a:p>
          <a:p>
            <a:pPr lvl="1"/>
            <a:r>
              <a:rPr lang="de-DE" dirty="0"/>
              <a:t>Generieren per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trainings</a:t>
            </a:r>
            <a:r>
              <a:rPr lang="de-DE" dirty="0"/>
              <a:t>/</a:t>
            </a:r>
            <a:r>
              <a:rPr lang="de-DE" dirty="0" err="1"/>
              <a:t>training</a:t>
            </a:r>
            <a:endParaRPr lang="de-DE" dirty="0"/>
          </a:p>
          <a:p>
            <a:r>
              <a:rPr lang="de-DE" dirty="0"/>
              <a:t>Erstelle Mock-Daten</a:t>
            </a:r>
          </a:p>
          <a:p>
            <a:pPr lvl="1"/>
            <a:r>
              <a:rPr lang="de-DE" dirty="0"/>
              <a:t>Erstelle eine Datei </a:t>
            </a:r>
            <a:r>
              <a:rPr lang="de-DE" dirty="0" err="1"/>
              <a:t>src</a:t>
            </a:r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trainings</a:t>
            </a:r>
            <a:r>
              <a:rPr lang="de-DE" dirty="0"/>
              <a:t>/</a:t>
            </a:r>
            <a:r>
              <a:rPr lang="de-DE" dirty="0" err="1"/>
              <a:t>training.mock.ts</a:t>
            </a:r>
            <a:endParaRPr lang="de-DE" dirty="0"/>
          </a:p>
          <a:p>
            <a:pPr lvl="1"/>
            <a:r>
              <a:rPr lang="de-DE" dirty="0"/>
              <a:t>Exportiere darin ein Array von Trainings (kopieren aus </a:t>
            </a:r>
            <a:r>
              <a:rPr lang="de-DE" dirty="0" err="1"/>
              <a:t>AppComponent</a:t>
            </a:r>
            <a:r>
              <a:rPr lang="de-DE" dirty="0"/>
              <a:t>)</a:t>
            </a:r>
          </a:p>
          <a:p>
            <a:r>
              <a:rPr lang="de-DE" dirty="0"/>
              <a:t>Verwende im Service die Mock-Daten</a:t>
            </a:r>
          </a:p>
          <a:p>
            <a:pPr lvl="1"/>
            <a:r>
              <a:rPr lang="de-DE" dirty="0"/>
              <a:t>Importiere die Mock-Daten aus </a:t>
            </a:r>
            <a:r>
              <a:rPr lang="de-DE" dirty="0" err="1"/>
              <a:t>training.mock</a:t>
            </a:r>
            <a:endParaRPr lang="de-DE" dirty="0"/>
          </a:p>
          <a:p>
            <a:pPr lvl="1"/>
            <a:r>
              <a:rPr lang="de-DE" dirty="0"/>
              <a:t>Erstelle in </a:t>
            </a:r>
            <a:r>
              <a:rPr lang="de-DE" dirty="0" err="1"/>
              <a:t>TrainingService</a:t>
            </a:r>
            <a:r>
              <a:rPr lang="de-DE" dirty="0"/>
              <a:t> eine Methode </a:t>
            </a:r>
            <a:r>
              <a:rPr lang="de-DE" dirty="0" err="1"/>
              <a:t>getAll</a:t>
            </a:r>
            <a:r>
              <a:rPr lang="de-DE" dirty="0"/>
              <a:t>(): Training[]</a:t>
            </a:r>
          </a:p>
          <a:p>
            <a:pPr lvl="1"/>
            <a:r>
              <a:rPr lang="de-DE" dirty="0"/>
              <a:t>Gebe darin die Mock-Daten zurück</a:t>
            </a:r>
          </a:p>
          <a:p>
            <a:r>
              <a:rPr lang="de-DE" dirty="0"/>
              <a:t>Verwende den Service noch nicht!</a:t>
            </a:r>
          </a:p>
        </p:txBody>
      </p:sp>
    </p:spTree>
    <p:extLst>
      <p:ext uri="{BB962C8B-B14F-4D97-AF65-F5344CB8AC3E}">
        <p14:creationId xmlns:p14="http://schemas.microsoft.com/office/powerpoint/2010/main" val="200456118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9467A-C8AA-2945-85B3-059192C2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15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591F7F-153C-E44F-8E1D-E61668617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Lasse </a:t>
            </a:r>
            <a:r>
              <a:rPr lang="de-DE" dirty="0" err="1"/>
              <a:t>TrainingService</a:t>
            </a:r>
            <a:r>
              <a:rPr lang="de-DE" dirty="0"/>
              <a:t> in </a:t>
            </a:r>
            <a:r>
              <a:rPr lang="de-DE" dirty="0" err="1"/>
              <a:t>AppComponent</a:t>
            </a:r>
            <a:r>
              <a:rPr lang="de-DE" dirty="0"/>
              <a:t> injizieren</a:t>
            </a:r>
          </a:p>
          <a:p>
            <a:pPr lvl="1"/>
            <a:r>
              <a:rPr lang="de-DE" dirty="0"/>
              <a:t>Stelle den </a:t>
            </a:r>
            <a:r>
              <a:rPr lang="de-DE" dirty="0" err="1"/>
              <a:t>TrainingService</a:t>
            </a:r>
            <a:r>
              <a:rPr lang="de-DE" dirty="0"/>
              <a:t> im </a:t>
            </a:r>
            <a:r>
              <a:rPr lang="de-DE" dirty="0" err="1"/>
              <a:t>TrainingsModuleüber</a:t>
            </a:r>
            <a:r>
              <a:rPr lang="de-DE" dirty="0"/>
              <a:t> </a:t>
            </a:r>
            <a:r>
              <a:rPr lang="de-DE" dirty="0" err="1"/>
              <a:t>providers</a:t>
            </a:r>
            <a:r>
              <a:rPr lang="de-DE" dirty="0"/>
              <a:t>:[] zur Verfügung</a:t>
            </a:r>
          </a:p>
          <a:p>
            <a:pPr lvl="1"/>
            <a:r>
              <a:rPr lang="de-DE" dirty="0"/>
              <a:t>Füge </a:t>
            </a:r>
            <a:r>
              <a:rPr lang="de-DE" dirty="0" err="1"/>
              <a:t>TrainingService</a:t>
            </a:r>
            <a:r>
              <a:rPr lang="de-DE" dirty="0"/>
              <a:t> in </a:t>
            </a:r>
            <a:r>
              <a:rPr lang="de-DE" dirty="0" err="1"/>
              <a:t>AppComponent</a:t>
            </a:r>
            <a:r>
              <a:rPr lang="de-DE" dirty="0"/>
              <a:t> als Konstruktor Parameter ein</a:t>
            </a:r>
          </a:p>
          <a:p>
            <a:r>
              <a:rPr lang="de-DE" dirty="0"/>
              <a:t>Verwende </a:t>
            </a:r>
            <a:r>
              <a:rPr lang="de-DE" dirty="0" err="1"/>
              <a:t>TrainingService</a:t>
            </a:r>
            <a:r>
              <a:rPr lang="de-DE" dirty="0"/>
              <a:t> in </a:t>
            </a:r>
            <a:r>
              <a:rPr lang="de-DE" dirty="0" err="1"/>
              <a:t>AppComponent</a:t>
            </a:r>
            <a:r>
              <a:rPr lang="de-DE" dirty="0"/>
              <a:t> um die Daten zu beziehen</a:t>
            </a:r>
          </a:p>
          <a:p>
            <a:pPr lvl="1"/>
            <a:r>
              <a:rPr lang="de-DE" dirty="0"/>
              <a:t>Lösche den Code zum Erzeugen der Test-Daten in </a:t>
            </a:r>
            <a:r>
              <a:rPr lang="de-DE" dirty="0" err="1"/>
              <a:t>AppComponent</a:t>
            </a:r>
            <a:endParaRPr lang="de-DE" dirty="0"/>
          </a:p>
          <a:p>
            <a:pPr lvl="1"/>
            <a:r>
              <a:rPr lang="de-DE" dirty="0"/>
              <a:t>Rufe </a:t>
            </a:r>
            <a:r>
              <a:rPr lang="de-DE" dirty="0" err="1"/>
              <a:t>TrainingService#getAll</a:t>
            </a:r>
            <a:r>
              <a:rPr lang="de-DE" dirty="0"/>
              <a:t> auf um Daten zu bekommen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912462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625B8-871E-EC40-9CB7-3E7A4AF1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Komponenten Lebenszyklus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8527D2-58A0-5D4D-8B53-89D2D6A3D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de-DE" dirty="0"/>
              <a:t>Komponenten haben einen Lebenszyklus</a:t>
            </a:r>
          </a:p>
          <a:p>
            <a:pPr lvl="1"/>
            <a:r>
              <a:rPr lang="de-DE" b="1" dirty="0"/>
              <a:t>Aufruf des Konstruktors</a:t>
            </a:r>
            <a:endParaRPr lang="de-DE" dirty="0"/>
          </a:p>
          <a:p>
            <a:pPr lvl="1"/>
            <a:r>
              <a:rPr lang="de-DE" b="1" dirty="0" err="1"/>
              <a:t>ngOnChanges</a:t>
            </a:r>
            <a:endParaRPr lang="de-DE" dirty="0"/>
          </a:p>
          <a:p>
            <a:pPr lvl="1"/>
            <a:r>
              <a:rPr lang="de-DE" b="1" dirty="0" err="1"/>
              <a:t>ngOnInit</a:t>
            </a:r>
            <a:endParaRPr lang="de-DE" dirty="0"/>
          </a:p>
          <a:p>
            <a:pPr lvl="1"/>
            <a:r>
              <a:rPr lang="de-DE" dirty="0" err="1"/>
              <a:t>ngDoCheck</a:t>
            </a:r>
            <a:endParaRPr lang="de-DE" dirty="0"/>
          </a:p>
          <a:p>
            <a:pPr lvl="1"/>
            <a:r>
              <a:rPr lang="de-DE" dirty="0" err="1"/>
              <a:t>ngAfterContentInit</a:t>
            </a:r>
            <a:endParaRPr lang="de-DE" dirty="0"/>
          </a:p>
          <a:p>
            <a:pPr lvl="1"/>
            <a:r>
              <a:rPr lang="de-DE" dirty="0" err="1"/>
              <a:t>ngAfterContentChecked</a:t>
            </a:r>
            <a:endParaRPr lang="de-DE" dirty="0"/>
          </a:p>
          <a:p>
            <a:pPr lvl="1"/>
            <a:r>
              <a:rPr lang="de-DE" dirty="0" err="1"/>
              <a:t>ngAfterViewInit</a:t>
            </a:r>
            <a:endParaRPr lang="de-DE" dirty="0"/>
          </a:p>
          <a:p>
            <a:pPr lvl="1"/>
            <a:r>
              <a:rPr lang="de-DE" dirty="0" err="1"/>
              <a:t>ngAfterViewChecked</a:t>
            </a:r>
            <a:endParaRPr lang="de-DE" dirty="0"/>
          </a:p>
          <a:p>
            <a:pPr lvl="1"/>
            <a:r>
              <a:rPr lang="de-DE" dirty="0"/>
              <a:t>[</a:t>
            </a:r>
            <a:r>
              <a:rPr lang="de-DE" dirty="0" err="1"/>
              <a:t>ngDoCheck</a:t>
            </a:r>
            <a:r>
              <a:rPr lang="de-DE" dirty="0"/>
              <a:t> und ggf. </a:t>
            </a:r>
            <a:r>
              <a:rPr lang="de-DE" dirty="0" err="1"/>
              <a:t>ngOnChanges</a:t>
            </a:r>
            <a:r>
              <a:rPr lang="de-DE" dirty="0"/>
              <a:t>]*</a:t>
            </a:r>
          </a:p>
          <a:p>
            <a:pPr lvl="1"/>
            <a:r>
              <a:rPr lang="de-DE" b="1" dirty="0" err="1"/>
              <a:t>ngOnDestroy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990330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E02D1-6DD0-DD43-B411-982BCD51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soll das?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ACFBE3-9D05-2143-A693-A41D0A108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Bestimmte Informationen stehen erst später zur Verfügung</a:t>
            </a:r>
          </a:p>
          <a:p>
            <a:pPr lvl="1"/>
            <a:r>
              <a:rPr lang="de-DE" dirty="0"/>
              <a:t>ID des Trainings beim Routing</a:t>
            </a:r>
          </a:p>
          <a:p>
            <a:pPr lvl="1"/>
            <a:r>
              <a:rPr lang="de-DE" dirty="0"/>
              <a:t>Kind-Komponenten</a:t>
            </a:r>
          </a:p>
          <a:p>
            <a:r>
              <a:rPr lang="de-DE" dirty="0"/>
              <a:t>Instanziierung und Initialisierung trennen</a:t>
            </a:r>
          </a:p>
          <a:p>
            <a:pPr lvl="1"/>
            <a:r>
              <a:rPr lang="de-DE" dirty="0"/>
              <a:t>Gut für Testbarkeit</a:t>
            </a:r>
          </a:p>
          <a:p>
            <a:endParaRPr lang="de-DE" dirty="0"/>
          </a:p>
          <a:p>
            <a:r>
              <a:rPr lang="de-DE" dirty="0"/>
              <a:t>Achtung: keine </a:t>
            </a:r>
            <a:r>
              <a:rPr lang="de-DE" dirty="0" err="1"/>
              <a:t>Lifecycle</a:t>
            </a:r>
            <a:r>
              <a:rPr lang="de-DE" dirty="0"/>
              <a:t>-Hooks für Services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509154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7F00CD-EE9F-B34D-9C6F-C5905F51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Practices: </a:t>
            </a:r>
            <a:r>
              <a:rPr lang="de-DE" dirty="0" err="1"/>
              <a:t>OnInit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DB2906-C319-4743-B180-B1F605A4E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OnInit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"@angular/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core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selector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music-app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template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`&lt;h1&gt;Music App&lt;/h1&gt;`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providers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ArtistService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MusicAppComponent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implements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OnInit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artists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[];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constructor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service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ArtistService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ngOnInit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	</a:t>
            </a:r>
            <a:r>
              <a:rPr lang="de-DE" sz="3400" b="1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400" b="1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3400" b="1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3400" b="1" dirty="0" err="1">
                <a:solidFill>
                  <a:srgbClr val="48484C"/>
                </a:solidFill>
                <a:latin typeface="SourceCodePro"/>
              </a:rPr>
              <a:t>artists</a:t>
            </a:r>
            <a:r>
              <a:rPr lang="de-DE" sz="3400" b="1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400" b="1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3400" b="1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400" b="1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3400" b="1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3400" b="1" dirty="0" err="1">
                <a:solidFill>
                  <a:srgbClr val="48484C"/>
                </a:solidFill>
                <a:latin typeface="SourceCodePro"/>
              </a:rPr>
              <a:t>service</a:t>
            </a:r>
            <a:r>
              <a:rPr lang="de-DE" sz="3400" b="1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3400" b="1" dirty="0" err="1">
                <a:solidFill>
                  <a:srgbClr val="48484C"/>
                </a:solidFill>
                <a:latin typeface="SourceCodePro"/>
              </a:rPr>
              <a:t>getAll</a:t>
            </a:r>
            <a:r>
              <a:rPr lang="de-DE" sz="3400" b="1" dirty="0">
                <a:solidFill>
                  <a:srgbClr val="93A1A1"/>
                </a:solidFill>
                <a:latin typeface="SourceCodePro"/>
              </a:rPr>
              <a:t>();</a:t>
            </a:r>
            <a:r>
              <a:rPr lang="de-DE" sz="3400" b="1" dirty="0">
                <a:solidFill>
                  <a:srgbClr val="48484C"/>
                </a:solidFill>
                <a:latin typeface="SourceCodePro"/>
              </a:rPr>
              <a:t> </a:t>
            </a:r>
            <a:endParaRPr lang="de-DE" b="1" dirty="0">
              <a:solidFill>
                <a:srgbClr val="48484C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2542229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89699-1DA0-7D4D-B7CF-2082154E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16: </a:t>
            </a:r>
            <a:r>
              <a:rPr lang="de-DE" dirty="0" err="1"/>
              <a:t>OnInit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9ADDC0-5935-0D4C-B5B3-6AE64F532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333333"/>
                </a:solidFill>
                <a:latin typeface="Aller"/>
              </a:rPr>
              <a:t>Initialisiere die Daten in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AppComponent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im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ngOnInit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Hook statt im Konstruktor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333333"/>
                </a:solidFill>
                <a:latin typeface="Aller"/>
              </a:rPr>
              <a:t>Implementiere das Interface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OnInit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aus @angular/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core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333333"/>
                </a:solidFill>
                <a:latin typeface="Aller"/>
              </a:rPr>
              <a:t>Verschiebe das Laden der Daten aus dem Konstruktor in die Hook-Methode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634829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E22F3B7-F5F9-D54F-8C8D-9410759A8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Daten für UI aufbereiten</a:t>
            </a:r>
          </a:p>
        </p:txBody>
      </p:sp>
    </p:spTree>
    <p:extLst>
      <p:ext uri="{BB962C8B-B14F-4D97-AF65-F5344CB8AC3E}">
        <p14:creationId xmlns:p14="http://schemas.microsoft.com/office/powerpoint/2010/main" val="414236629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2500C58-CEDF-4849-97F1-CEB11C29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2630993-9333-3348-93B0-3535D2FD8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Daten-Transformation für das UI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Kleine, wiederverwendbare Operationen für das UI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An Funktionale Programmierung angelehnt</a:t>
            </a:r>
          </a:p>
          <a:p>
            <a:pPr lvl="2"/>
            <a:r>
              <a:rPr lang="de-DE" dirty="0">
                <a:solidFill>
                  <a:srgbClr val="333333"/>
                </a:solidFill>
                <a:latin typeface="Aller"/>
              </a:rPr>
              <a:t>Daten und Konfiguration per Parameter</a:t>
            </a:r>
          </a:p>
          <a:p>
            <a:pPr lvl="2"/>
            <a:r>
              <a:rPr lang="de-DE" dirty="0">
                <a:solidFill>
                  <a:srgbClr val="333333"/>
                </a:solidFill>
                <a:latin typeface="Aller"/>
              </a:rPr>
              <a:t>Pipe verändert ursprünglichen Wert nicht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Pipes werden an Expression mit | angehängt </a:t>
            </a:r>
          </a:p>
          <a:p>
            <a:pPr lvl="1"/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i="1" dirty="0" err="1">
                <a:solidFill>
                  <a:srgbClr val="48484C"/>
                </a:solidFill>
                <a:latin typeface="SourceCodePro"/>
              </a:rPr>
              <a:t>property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json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Pipes können per : konfiguriert werden</a:t>
            </a:r>
          </a:p>
          <a:p>
            <a:pPr lvl="1"/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release.releaseDate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:'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dd.MM.yyyy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'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Pipes können verkettet werden</a:t>
            </a:r>
          </a:p>
          <a:p>
            <a:pPr lvl="1"/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release.releaseDate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uppercase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23354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Pipes?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Pipes formatieren das Ergebnis beispielsweise einer Interpolation</a:t>
            </a:r>
          </a:p>
          <a:p>
            <a:pPr lvl="1"/>
            <a:r>
              <a:rPr lang="de-DE" dirty="0">
                <a:latin typeface="Courier New" pitchFamily="49" charset="0"/>
                <a:cs typeface="Courier New" pitchFamily="49" charset="0"/>
              </a:rPr>
              <a:t>{{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dateOfBirth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|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date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}}</a:t>
            </a:r>
          </a:p>
          <a:p>
            <a:pPr lvl="2"/>
            <a:r>
              <a:rPr lang="de-DE" dirty="0"/>
              <a:t>Hier wird das Geburtsdatum als Datum formatiert dargestellt</a:t>
            </a:r>
          </a:p>
          <a:p>
            <a:pPr lvl="1"/>
            <a:r>
              <a:rPr lang="de-DE" dirty="0"/>
              <a:t>Pipes sowie der Operator 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|</a:t>
            </a:r>
            <a:r>
              <a:rPr lang="de-DE" dirty="0"/>
              <a:t> sind aus der Linux-Welt übernommen</a:t>
            </a:r>
          </a:p>
          <a:p>
            <a:r>
              <a:rPr lang="de-DE" dirty="0"/>
              <a:t>Vordefinierte Pipes umfassen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date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[: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format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[: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timezone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[: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locale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]]]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currency[: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currencyCode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[:display[: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digitInfo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[:locale]]]]</a:t>
            </a:r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lowercase</a:t>
            </a:r>
          </a:p>
          <a:p>
            <a:pPr lvl="1"/>
            <a:r>
              <a:rPr lang="en-US" dirty="0" err="1"/>
              <a:t>Vollständige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und </a:t>
            </a:r>
            <a:r>
              <a:rPr lang="en-US" dirty="0" err="1"/>
              <a:t>Dokumentation</a:t>
            </a:r>
            <a:r>
              <a:rPr lang="en-US" dirty="0"/>
              <a:t> </a:t>
            </a:r>
            <a:r>
              <a:rPr lang="en-US" dirty="0" err="1"/>
              <a:t>unter</a:t>
            </a:r>
            <a:r>
              <a:rPr lang="en-US" dirty="0"/>
              <a:t> </a:t>
            </a:r>
            <a:r>
              <a:rPr lang="en-US" i="1" dirty="0">
                <a:latin typeface="Courier New" pitchFamily="49" charset="0"/>
                <a:cs typeface="Courier New" pitchFamily="49" charset="0"/>
              </a:rPr>
              <a:t>https://angular.io/api?status=stable&amp;type=pipe</a:t>
            </a:r>
            <a:endParaRPr lang="de-DE" i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13966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464C1-059E-1749-A492-5CE5DD54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Decimal</a:t>
            </a:r>
            <a:r>
              <a:rPr lang="de-DE" dirty="0"/>
              <a:t> Pipe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4FA107-D318-6A49-8349-A690E5B32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solidFill>
                  <a:srgbClr val="333333"/>
                </a:solidFill>
                <a:latin typeface="Aller"/>
              </a:rPr>
              <a:t>Formatiertung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von Zahlenwert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Parameter: Anzahl Nachkommastellen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track.size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decimal:2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557059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B35A6-160B-6F4F-964E-61B7CD4F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 Pipe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171F10-33FB-454E-967A-506900247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Für Datum-String, Date-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Object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Timestamp-Number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Nimmt als Parameter Shortcut (z.B.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short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) oder Format-String entgegen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Kurzschreibweise: Zusammenspiel mit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locale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des Browsers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release.releaseDate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:'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short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'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release.releaseDate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:'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dd.MM.yyyy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'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177189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4E16AC-90E2-A34C-A795-12C677B8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17: Pipe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8D5EED-B982-804A-BF2D-4B414C08E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Erweitere das Datenmodell</a:t>
            </a:r>
          </a:p>
          <a:p>
            <a:pPr lvl="1"/>
            <a:r>
              <a:rPr lang="de-DE" dirty="0"/>
              <a:t>Lege in Training ein Feld / Konstruktor-Parameter </a:t>
            </a:r>
            <a:r>
              <a:rPr lang="de-DE" dirty="0" err="1"/>
              <a:t>nextRun</a:t>
            </a:r>
            <a:r>
              <a:rPr lang="de-DE" dirty="0"/>
              <a:t> vom Typ Date an</a:t>
            </a:r>
          </a:p>
          <a:p>
            <a:r>
              <a:rPr lang="de-DE" dirty="0"/>
              <a:t>Passe die Mock-Daten an</a:t>
            </a:r>
          </a:p>
          <a:p>
            <a:pPr lvl="1"/>
            <a:r>
              <a:rPr lang="de-DE" dirty="0"/>
              <a:t>Setze für jeden Kurs ein unterschiedliches Datum (</a:t>
            </a:r>
            <a:r>
              <a:rPr lang="de-DE" dirty="0" err="1"/>
              <a:t>new</a:t>
            </a:r>
            <a:r>
              <a:rPr lang="de-DE" dirty="0"/>
              <a:t> Date(</a:t>
            </a:r>
            <a:r>
              <a:rPr lang="de-DE" dirty="0" err="1"/>
              <a:t>year</a:t>
            </a:r>
            <a:r>
              <a:rPr lang="de-DE" dirty="0"/>
              <a:t>, </a:t>
            </a:r>
            <a:r>
              <a:rPr lang="de-DE" dirty="0" err="1"/>
              <a:t>month</a:t>
            </a:r>
            <a:r>
              <a:rPr lang="de-DE" dirty="0"/>
              <a:t> - 1, </a:t>
            </a:r>
            <a:r>
              <a:rPr lang="de-DE" dirty="0" err="1"/>
              <a:t>day</a:t>
            </a:r>
            <a:r>
              <a:rPr lang="de-DE" dirty="0"/>
              <a:t>))</a:t>
            </a:r>
          </a:p>
          <a:p>
            <a:pPr lvl="1"/>
            <a:r>
              <a:rPr lang="de-DE" dirty="0"/>
              <a:t>Setze für nicht länger angebotene Kurse ein Datum in der Vergangenheit</a:t>
            </a:r>
          </a:p>
          <a:p>
            <a:r>
              <a:rPr lang="de-DE" dirty="0"/>
              <a:t>Erweitere das Template von </a:t>
            </a:r>
            <a:r>
              <a:rPr lang="de-DE" dirty="0" err="1"/>
              <a:t>TrainingDetailsComponent</a:t>
            </a:r>
            <a:endParaRPr lang="de-DE" dirty="0"/>
          </a:p>
          <a:p>
            <a:pPr lvl="1"/>
            <a:r>
              <a:rPr lang="de-DE" dirty="0"/>
              <a:t>Gib das Datum </a:t>
            </a:r>
            <a:r>
              <a:rPr lang="de-DE" dirty="0" err="1"/>
              <a:t>nextRun</a:t>
            </a:r>
            <a:r>
              <a:rPr lang="de-DE" dirty="0"/>
              <a:t> formatiert aus</a:t>
            </a:r>
          </a:p>
          <a:p>
            <a:pPr lvl="1"/>
            <a:r>
              <a:rPr lang="de-DE" dirty="0"/>
              <a:t>Probiere verschiedene </a:t>
            </a:r>
            <a:r>
              <a:rPr lang="de-DE" dirty="0" err="1"/>
              <a:t>Formattierungen</a:t>
            </a:r>
            <a:r>
              <a:rPr lang="de-DE" dirty="0"/>
              <a:t> aus (Pattern, Shortcuts)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5471744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A851E-21D1-994A-B8F5-527F2DC9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Pipes sind Klassen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38AA48-DA5D-524B-BFA8-9D577F962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Pipes sind Klassen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Implementieren Interface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PipeTransform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aus @angular/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core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Werden mit @Pipe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Decorator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aus @angular/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core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markiert</a:t>
            </a:r>
          </a:p>
          <a:p>
            <a:pPr marL="457200" lvl="1" indent="0">
              <a:buNone/>
            </a:pPr>
            <a:endParaRPr lang="de-DE" dirty="0">
              <a:solidFill>
                <a:srgbClr val="1E347B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Pipe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PipeTransform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"@angular/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core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@Pipe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hasLikes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HasLikesPipe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implements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PipeTransform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transform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withLikes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likes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number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}):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boolean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		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withLikes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likes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0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423908218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7A0EEA-9625-B04D-B212-32FBD4AC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Deklaration an Modulen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5F046-E0A1-AC4A-9C65-92919119D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NgModule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declarations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HasLikesPipe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exports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HasLikesPipe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AppModule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30428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95328C-C77D-1B4C-9660-39C17A7C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18: Eigene Pipe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BD6A80-4BD0-EC49-B5CC-4F4A16699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Schreibe eine eigene Pipe </a:t>
            </a:r>
            <a:r>
              <a:rPr lang="de-DE" dirty="0" err="1"/>
              <a:t>takePlaceSoon</a:t>
            </a:r>
            <a:endParaRPr lang="de-DE" dirty="0"/>
          </a:p>
          <a:p>
            <a:pPr lvl="1"/>
            <a:r>
              <a:rPr lang="de-DE" dirty="0"/>
              <a:t>Generieren per 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pipe</a:t>
            </a:r>
            <a:r>
              <a:rPr lang="de-DE" dirty="0"/>
              <a:t> </a:t>
            </a:r>
            <a:r>
              <a:rPr lang="de-DE" dirty="0" err="1"/>
              <a:t>trainings</a:t>
            </a:r>
            <a:r>
              <a:rPr lang="de-DE" dirty="0"/>
              <a:t>/</a:t>
            </a:r>
            <a:r>
              <a:rPr lang="de-DE" dirty="0" err="1"/>
              <a:t>take</a:t>
            </a:r>
            <a:r>
              <a:rPr lang="de-DE" dirty="0"/>
              <a:t>-place-</a:t>
            </a:r>
            <a:r>
              <a:rPr lang="de-DE" dirty="0" err="1"/>
              <a:t>soon</a:t>
            </a:r>
            <a:endParaRPr lang="de-DE" dirty="0"/>
          </a:p>
          <a:p>
            <a:pPr lvl="1"/>
            <a:r>
              <a:rPr lang="de-DE" dirty="0"/>
              <a:t>Implementiere </a:t>
            </a:r>
            <a:r>
              <a:rPr lang="de-DE" dirty="0" err="1"/>
              <a:t>PipeTransform</a:t>
            </a:r>
            <a:r>
              <a:rPr lang="de-DE" dirty="0"/>
              <a:t> mit der Methode </a:t>
            </a:r>
            <a:r>
              <a:rPr lang="de-DE" dirty="0" err="1"/>
              <a:t>transform</a:t>
            </a:r>
            <a:r>
              <a:rPr lang="de-DE" dirty="0"/>
              <a:t>(</a:t>
            </a:r>
            <a:r>
              <a:rPr lang="de-DE" dirty="0" err="1"/>
              <a:t>date</a:t>
            </a:r>
            <a:r>
              <a:rPr lang="de-DE" dirty="0"/>
              <a:t>: Date, </a:t>
            </a:r>
            <a:r>
              <a:rPr lang="de-DE" dirty="0" err="1"/>
              <a:t>soon</a:t>
            </a:r>
            <a:r>
              <a:rPr lang="de-DE" dirty="0"/>
              <a:t> = 7): </a:t>
            </a:r>
            <a:r>
              <a:rPr lang="de-DE" dirty="0" err="1"/>
              <a:t>boolean</a:t>
            </a:r>
            <a:endParaRPr lang="de-DE" dirty="0"/>
          </a:p>
          <a:p>
            <a:pPr lvl="1"/>
            <a:r>
              <a:rPr lang="de-DE" dirty="0"/>
              <a:t>Gib </a:t>
            </a:r>
            <a:r>
              <a:rPr lang="de-DE" dirty="0" err="1"/>
              <a:t>true</a:t>
            </a:r>
            <a:r>
              <a:rPr lang="de-DE" dirty="0"/>
              <a:t> zurück, falls das Training innerhalb der nächsten x Tage stattfindet (Parameter </a:t>
            </a:r>
            <a:r>
              <a:rPr lang="de-DE" dirty="0" err="1"/>
              <a:t>soon</a:t>
            </a:r>
            <a:r>
              <a:rPr lang="de-DE" dirty="0"/>
              <a:t>)</a:t>
            </a:r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timeTo</a:t>
            </a:r>
            <a:r>
              <a:rPr lang="de-DE" dirty="0"/>
              <a:t> = </a:t>
            </a:r>
            <a:r>
              <a:rPr lang="de-DE" dirty="0" err="1"/>
              <a:t>date.getTime</a:t>
            </a:r>
            <a:r>
              <a:rPr lang="de-DE" dirty="0"/>
              <a:t>() - </a:t>
            </a:r>
            <a:r>
              <a:rPr lang="de-DE" dirty="0" err="1"/>
              <a:t>Date.now</a:t>
            </a:r>
            <a:r>
              <a:rPr lang="de-DE" dirty="0"/>
              <a:t>();</a:t>
            </a:r>
          </a:p>
          <a:p>
            <a:pPr lvl="1"/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soonInMilliSeconds</a:t>
            </a:r>
            <a:r>
              <a:rPr lang="de-DE" dirty="0"/>
              <a:t> = </a:t>
            </a:r>
            <a:r>
              <a:rPr lang="de-DE" dirty="0" err="1"/>
              <a:t>soon</a:t>
            </a:r>
            <a:r>
              <a:rPr lang="de-DE" dirty="0"/>
              <a:t> * 1000 * 60 * 60 * 24;</a:t>
            </a:r>
          </a:p>
          <a:p>
            <a:pPr lvl="1"/>
            <a:r>
              <a:rPr lang="de-DE" dirty="0" err="1"/>
              <a:t>const</a:t>
            </a:r>
            <a:r>
              <a:rPr lang="de-DE" dirty="0"/>
              <a:t> </a:t>
            </a:r>
            <a:r>
              <a:rPr lang="de-DE" dirty="0" err="1"/>
              <a:t>takePlaceSoon</a:t>
            </a:r>
            <a:r>
              <a:rPr lang="de-DE" dirty="0"/>
              <a:t> = </a:t>
            </a:r>
            <a:r>
              <a:rPr lang="de-DE" dirty="0" err="1"/>
              <a:t>timeTo</a:t>
            </a:r>
            <a:r>
              <a:rPr lang="de-DE" dirty="0"/>
              <a:t> &gt; 0 &amp;&amp; </a:t>
            </a:r>
            <a:r>
              <a:rPr lang="de-DE" dirty="0" err="1"/>
              <a:t>timeTo</a:t>
            </a:r>
            <a:r>
              <a:rPr lang="de-DE" dirty="0"/>
              <a:t> &lt; </a:t>
            </a:r>
            <a:r>
              <a:rPr lang="de-DE" dirty="0" err="1"/>
              <a:t>soonInMilliSeconds</a:t>
            </a:r>
            <a:r>
              <a:rPr lang="de-DE" dirty="0"/>
              <a:t>;</a:t>
            </a:r>
          </a:p>
          <a:p>
            <a:r>
              <a:rPr lang="de-DE" dirty="0"/>
              <a:t>Wende die </a:t>
            </a:r>
            <a:r>
              <a:rPr lang="de-DE" dirty="0" err="1"/>
              <a:t>takePlaceSoon</a:t>
            </a:r>
            <a:r>
              <a:rPr lang="de-DE" dirty="0"/>
              <a:t> Pipe auf das </a:t>
            </a:r>
            <a:r>
              <a:rPr lang="de-DE" dirty="0" err="1"/>
              <a:t>nextRun</a:t>
            </a:r>
            <a:r>
              <a:rPr lang="de-DE" dirty="0"/>
              <a:t> Datum in </a:t>
            </a:r>
            <a:r>
              <a:rPr lang="de-DE" dirty="0" err="1"/>
              <a:t>TrainingDetailsComponent</a:t>
            </a:r>
            <a:r>
              <a:rPr lang="de-DE" dirty="0"/>
              <a:t> an</a:t>
            </a:r>
          </a:p>
          <a:p>
            <a:pPr lvl="1"/>
            <a:r>
              <a:rPr lang="de-DE" dirty="0"/>
              <a:t>Verpacke die Ausgabe des </a:t>
            </a:r>
            <a:r>
              <a:rPr lang="de-DE" dirty="0" err="1"/>
              <a:t>nextRun</a:t>
            </a:r>
            <a:r>
              <a:rPr lang="de-DE" dirty="0"/>
              <a:t> Datums in einen div-Container</a:t>
            </a:r>
          </a:p>
          <a:p>
            <a:pPr lvl="1"/>
            <a:r>
              <a:rPr lang="de-DE" dirty="0"/>
              <a:t>Setze am diesem div eine Klasse, wenn das Training bald statt findet ([</a:t>
            </a:r>
            <a:r>
              <a:rPr lang="de-DE" dirty="0" err="1"/>
              <a:t>class.take</a:t>
            </a:r>
            <a:r>
              <a:rPr lang="de-DE" dirty="0"/>
              <a:t>-place-</a:t>
            </a:r>
            <a:r>
              <a:rPr lang="de-DE" dirty="0" err="1"/>
              <a:t>soon</a:t>
            </a:r>
            <a:r>
              <a:rPr lang="de-DE" dirty="0"/>
              <a:t>]="...")</a:t>
            </a:r>
          </a:p>
          <a:p>
            <a:pPr lvl="1"/>
            <a:r>
              <a:rPr lang="de-DE" dirty="0"/>
              <a:t>Übergebe 5 als Parameter </a:t>
            </a:r>
            <a:r>
              <a:rPr lang="de-DE" dirty="0" err="1"/>
              <a:t>soon</a:t>
            </a:r>
            <a:r>
              <a:rPr lang="de-DE" dirty="0"/>
              <a:t> an </a:t>
            </a:r>
            <a:r>
              <a:rPr lang="de-DE" dirty="0" err="1"/>
              <a:t>takePlaceSoon</a:t>
            </a:r>
            <a:endParaRPr lang="de-DE" dirty="0"/>
          </a:p>
          <a:p>
            <a:pPr lvl="1"/>
            <a:r>
              <a:rPr lang="de-DE" dirty="0"/>
              <a:t>Stelle über CSS mithilfe der gesetzten Klasse Trainings, die bald statt finden, anders dar (z.B. rote Schrift)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05535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Nahaufnahme einer Platine">
            <a:extLst>
              <a:ext uri="{FF2B5EF4-FFF2-40B4-BE49-F238E27FC236}">
                <a16:creationId xmlns:a16="http://schemas.microsoft.com/office/drawing/2014/main" id="{B5096053-2321-49A0-A82A-3CFA29F28D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882" b="-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DE38E7D-D199-4D4C-93EB-9AA5CA097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de-DE" sz="4000"/>
              <a:t>Asynchrone &amp; Reaktive Programmierung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28E89B73-5B21-4E45-8BCD-D0C03E1F5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933182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DECB2-8889-BA4D-9A43-5DE3D87F2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Eigenschaft hat die Variable X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4DEA64-A0EA-A449-86C7-0937AEB74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var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x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1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console.log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x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</a:p>
          <a:p>
            <a:pPr marL="0" indent="0">
              <a:buNone/>
            </a:pPr>
            <a:endParaRPr lang="de-DE" dirty="0">
              <a:solidFill>
                <a:srgbClr val="93A1A1"/>
              </a:solidFill>
              <a:latin typeface="SourceCodePro"/>
            </a:endParaRPr>
          </a:p>
          <a:p>
            <a:pPr marL="0" indent="0">
              <a:buNone/>
            </a:pPr>
            <a:endParaRPr lang="de-DE" dirty="0">
              <a:solidFill>
                <a:srgbClr val="93A1A1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var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x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1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2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3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x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forEach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alert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49468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151CA-0836-7340-91E1-D930B6C9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Und hier?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1322C0-4830-574F-AE1A-364693BEA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asyncFunction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function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callback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x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console.log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x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54342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3CED4A-28F8-F24D-95D0-DA6F1EC3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Threading im Browser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FDD1D8-FBFA-F24E-AD56-377BAB653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Javascript</a:t>
            </a:r>
            <a:r>
              <a:rPr lang="de-DE" dirty="0"/>
              <a:t> per Definition Single-</a:t>
            </a:r>
            <a:r>
              <a:rPr lang="de-DE" dirty="0" err="1"/>
              <a:t>Threaded</a:t>
            </a:r>
            <a:endParaRPr lang="de-DE" dirty="0"/>
          </a:p>
          <a:p>
            <a:r>
              <a:rPr lang="de-DE" dirty="0"/>
              <a:t>Event-Loop Thread mit Queue, die vom Interpreter abgearbeitet wird</a:t>
            </a:r>
          </a:p>
          <a:p>
            <a:r>
              <a:rPr lang="de-DE" dirty="0"/>
              <a:t>Beispiel: Ajax Aufruf</a:t>
            </a:r>
          </a:p>
          <a:p>
            <a:pPr lvl="1"/>
            <a:r>
              <a:rPr lang="de-DE" dirty="0"/>
              <a:t>JavaScript startet HTTP Request</a:t>
            </a:r>
          </a:p>
          <a:p>
            <a:pPr lvl="1"/>
            <a:r>
              <a:rPr lang="de-DE" dirty="0"/>
              <a:t>Interpreter wartet nicht bis Server geantwortet hat, UI würde einfrieren</a:t>
            </a:r>
          </a:p>
          <a:p>
            <a:pPr lvl="1"/>
            <a:r>
              <a:rPr lang="de-DE" dirty="0"/>
              <a:t>Interpreter arbeitet andere Sachen ab (Event-Loop)</a:t>
            </a:r>
          </a:p>
          <a:p>
            <a:pPr lvl="1"/>
            <a:r>
              <a:rPr lang="de-DE" dirty="0"/>
              <a:t>Nach Response, wird weiterer Code in Event-Loop-Queue eingestellt</a:t>
            </a:r>
          </a:p>
          <a:p>
            <a:pPr lvl="1"/>
            <a:r>
              <a:rPr lang="de-DE" dirty="0"/>
              <a:t>Code läuft erst wenn in Event-Loop an der Reihe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3038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AA406-C1AB-F74B-A11E-FE36273F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Callback API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B37A46-7680-A14E-8B7E-FC475811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Asynchroner Funktion wird Callback als zusätzlicher Parameter mitgegeben</a:t>
            </a:r>
          </a:p>
          <a:p>
            <a:r>
              <a:rPr lang="de-DE" dirty="0"/>
              <a:t>Callback wird aufgerufen sobald Ergebnis bereit steht</a:t>
            </a:r>
          </a:p>
          <a:p>
            <a:r>
              <a:rPr lang="de-DE" dirty="0"/>
              <a:t>Probleme</a:t>
            </a:r>
          </a:p>
          <a:p>
            <a:pPr lvl="1"/>
            <a:r>
              <a:rPr lang="de-DE" dirty="0"/>
              <a:t>Keine standardisierte API (Wie werden Fehler behandelt?)</a:t>
            </a:r>
          </a:p>
          <a:p>
            <a:pPr lvl="1"/>
            <a:r>
              <a:rPr lang="de-DE" dirty="0"/>
              <a:t>Mehrmalige oder spätere Nutzung kompliziert ("Callback-Hell")</a:t>
            </a:r>
          </a:p>
          <a:p>
            <a:pPr lvl="1"/>
            <a:r>
              <a:rPr lang="de-DE" dirty="0"/>
              <a:t>Abhängigkeit von mehreren asynchronen Ergebnissen sehr schwierig zu handhaben</a:t>
            </a:r>
          </a:p>
        </p:txBody>
      </p:sp>
    </p:spTree>
    <p:extLst>
      <p:ext uri="{BB962C8B-B14F-4D97-AF65-F5344CB8AC3E}">
        <p14:creationId xmlns:p14="http://schemas.microsoft.com/office/powerpoint/2010/main" val="218776803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EFBA6B-CEB4-404D-95B0-5972C879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 sind </a:t>
            </a:r>
            <a:r>
              <a:rPr lang="de-DE" dirty="0" err="1"/>
              <a:t>Promises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A942F3-25F6-AB4D-B12A-1ABC635C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Stellvertreter für Ergebnis, das zunächst unbekannt ist (z.B. http-Aufruf)</a:t>
            </a:r>
          </a:p>
          <a:p>
            <a:r>
              <a:rPr lang="de-DE" dirty="0"/>
              <a:t>Asynchronen Funktionen geben </a:t>
            </a:r>
            <a:r>
              <a:rPr lang="de-DE" dirty="0" err="1"/>
              <a:t>Promise</a:t>
            </a:r>
            <a:r>
              <a:rPr lang="de-DE" dirty="0"/>
              <a:t> zurück, kein Callback als Parameter</a:t>
            </a:r>
          </a:p>
          <a:p>
            <a:pPr lvl="1"/>
            <a:r>
              <a:rPr lang="de-DE" dirty="0"/>
              <a:t>Können erfüllt oder abgelehnt werden</a:t>
            </a:r>
          </a:p>
          <a:p>
            <a:pPr lvl="1"/>
            <a:r>
              <a:rPr lang="de-DE" dirty="0"/>
              <a:t>Bieten API für </a:t>
            </a:r>
            <a:r>
              <a:rPr lang="de-DE" dirty="0" err="1"/>
              <a:t>success</a:t>
            </a:r>
            <a:r>
              <a:rPr lang="de-DE" dirty="0"/>
              <a:t>- und </a:t>
            </a:r>
            <a:r>
              <a:rPr lang="de-DE" dirty="0" err="1"/>
              <a:t>error</a:t>
            </a:r>
            <a:r>
              <a:rPr lang="de-DE" dirty="0"/>
              <a:t>-Funktionen</a:t>
            </a:r>
          </a:p>
          <a:p>
            <a:r>
              <a:rPr lang="de-DE" dirty="0" err="1"/>
              <a:t>Promise</a:t>
            </a:r>
            <a:r>
              <a:rPr lang="de-DE" dirty="0"/>
              <a:t> kann genau ein Mal aufgelöst werden</a:t>
            </a:r>
          </a:p>
          <a:p>
            <a:pPr lvl="1"/>
            <a:r>
              <a:rPr lang="de-DE" dirty="0">
                <a:sym typeface="Wingdings" pitchFamily="2" charset="2"/>
              </a:rPr>
              <a:t> </a:t>
            </a:r>
            <a:r>
              <a:rPr lang="de-DE" i="1" dirty="0"/>
              <a:t>Nicht geeignet für mehrere asynchrone Werte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997836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C8FB1-810B-A448-8D38-320A4350C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Promise</a:t>
            </a:r>
            <a:r>
              <a:rPr lang="de-DE" dirty="0"/>
              <a:t> 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3534BD-2FF8-2A4F-B886-CF5F0D677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//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call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to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async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function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returns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a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promise</a:t>
            </a:r>
            <a:endParaRPr lang="de-DE" dirty="0">
              <a:solidFill>
                <a:srgbClr val="1E347B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const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promise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doSomethingAsynchronous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promise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then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result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//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success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handler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error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//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error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handler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(optional)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581159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7D329-120F-BD43-8D21-A0F44E24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Observable als </a:t>
            </a:r>
            <a:r>
              <a:rPr lang="de-DE" dirty="0" err="1"/>
              <a:t>Promise</a:t>
            </a:r>
            <a:r>
              <a:rPr lang="de-DE" dirty="0"/>
              <a:t>++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667090-44EA-AC4C-B27F-E02D95BF9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20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de-DE" dirty="0"/>
              <a:t>Observables sind Streams von Events und Daten</a:t>
            </a:r>
          </a:p>
          <a:p>
            <a:pPr lvl="1"/>
            <a:r>
              <a:rPr lang="de-DE" dirty="0"/>
              <a:t>Aber auch Fehlern</a:t>
            </a:r>
          </a:p>
          <a:p>
            <a:pPr lvl="1"/>
            <a:endParaRPr lang="de-DE" dirty="0"/>
          </a:p>
          <a:p>
            <a:r>
              <a:rPr lang="de-DE" dirty="0"/>
              <a:t>--a---b-c---d---X|</a:t>
            </a:r>
          </a:p>
          <a:p>
            <a:pPr lvl="1"/>
            <a:r>
              <a:rPr lang="de-DE" dirty="0"/>
              <a:t>-- </a:t>
            </a:r>
            <a:r>
              <a:rPr lang="de-DE" dirty="0" err="1"/>
              <a:t>Zeitline</a:t>
            </a:r>
            <a:endParaRPr lang="de-DE" dirty="0"/>
          </a:p>
          <a:p>
            <a:pPr lvl="1"/>
            <a:r>
              <a:rPr lang="de-DE" dirty="0"/>
              <a:t>| Endsignal</a:t>
            </a:r>
          </a:p>
          <a:p>
            <a:pPr lvl="1"/>
            <a:r>
              <a:rPr lang="de-DE" dirty="0" err="1"/>
              <a:t>a,b</a:t>
            </a:r>
            <a:r>
              <a:rPr lang="de-DE" dirty="0"/>
              <a:t> .. Ereignisse</a:t>
            </a:r>
          </a:p>
          <a:p>
            <a:endParaRPr lang="de-DE" dirty="0"/>
          </a:p>
          <a:p>
            <a:r>
              <a:rPr lang="de-DE" dirty="0"/>
              <a:t>Schönere und interaktive Visualisierung</a:t>
            </a:r>
          </a:p>
          <a:p>
            <a:r>
              <a:rPr lang="de-DE" dirty="0">
                <a:hlinkClick r:id="rId3"/>
              </a:rPr>
              <a:t>https://rxmarbles.com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0961270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629F-4C65-3341-B41F-FAA60D36C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Methoden für Zwischenverarbeitung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AB5DA9-C057-C44D-85BB-DE01CE16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Häufig genutzte Methoden: </a:t>
            </a:r>
          </a:p>
          <a:p>
            <a:pPr lvl="1"/>
            <a:r>
              <a:rPr lang="de-DE" dirty="0" err="1"/>
              <a:t>map</a:t>
            </a:r>
            <a:r>
              <a:rPr lang="de-DE" dirty="0"/>
              <a:t> für Transformation</a:t>
            </a:r>
          </a:p>
          <a:p>
            <a:pPr lvl="1"/>
            <a:r>
              <a:rPr lang="de-DE" dirty="0" err="1"/>
              <a:t>debounce</a:t>
            </a:r>
            <a:r>
              <a:rPr lang="de-DE" dirty="0"/>
              <a:t> für Verzögerung</a:t>
            </a:r>
          </a:p>
          <a:p>
            <a:pPr lvl="1"/>
            <a:r>
              <a:rPr lang="de-DE" dirty="0" err="1"/>
              <a:t>filter</a:t>
            </a:r>
            <a:r>
              <a:rPr lang="de-DE" dirty="0"/>
              <a:t> zum Aussortieren</a:t>
            </a:r>
          </a:p>
          <a:p>
            <a:r>
              <a:rPr lang="de-DE" dirty="0"/>
              <a:t>Jede Transformation gibt wieder Observable zurück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--a---b-c---d---| </a:t>
            </a:r>
          </a:p>
          <a:p>
            <a:pPr marL="0" indent="0">
              <a:buNone/>
            </a:pP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alphabet</a:t>
            </a:r>
            <a:r>
              <a:rPr lang="de-DE" dirty="0"/>
              <a:t> </a:t>
            </a:r>
            <a:r>
              <a:rPr lang="de-DE" dirty="0" err="1"/>
              <a:t>index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--1---2-3---4---| </a:t>
            </a:r>
          </a:p>
          <a:p>
            <a:pPr marL="0" indent="0">
              <a:buNone/>
            </a:pPr>
            <a:r>
              <a:rPr lang="de-DE" dirty="0" err="1"/>
              <a:t>filter</a:t>
            </a:r>
            <a:r>
              <a:rPr lang="de-DE" dirty="0"/>
              <a:t> &gt; 2 </a:t>
            </a:r>
          </a:p>
          <a:p>
            <a:pPr marL="0" indent="0">
              <a:buNone/>
            </a:pPr>
            <a:r>
              <a:rPr lang="de-DE" dirty="0"/>
              <a:t>--------3---4---|</a:t>
            </a:r>
          </a:p>
        </p:txBody>
      </p:sp>
    </p:spTree>
    <p:extLst>
      <p:ext uri="{BB962C8B-B14F-4D97-AF65-F5344CB8AC3E}">
        <p14:creationId xmlns:p14="http://schemas.microsoft.com/office/powerpoint/2010/main" val="2622377724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C629D-659F-C34D-91EC-1C683069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Observables sind </a:t>
            </a:r>
            <a:r>
              <a:rPr lang="de-DE" dirty="0" err="1"/>
              <a:t>lazy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658EE3-2E5C-5F4E-A04D-2D72A9F31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/>
              <a:t>Observables brauchen Abnehmer</a:t>
            </a:r>
          </a:p>
          <a:p>
            <a:pPr lvl="1"/>
            <a:r>
              <a:rPr lang="de-DE" dirty="0" err="1"/>
              <a:t>forEach</a:t>
            </a:r>
            <a:r>
              <a:rPr lang="de-DE" dirty="0"/>
              <a:t>(</a:t>
            </a:r>
            <a:r>
              <a:rPr lang="de-DE" dirty="0" err="1"/>
              <a:t>dataHandler</a:t>
            </a:r>
            <a:r>
              <a:rPr lang="de-DE" dirty="0"/>
              <a:t>): </a:t>
            </a:r>
            <a:r>
              <a:rPr lang="de-DE" dirty="0" err="1"/>
              <a:t>Promise</a:t>
            </a:r>
            <a:endParaRPr lang="de-DE" dirty="0"/>
          </a:p>
          <a:p>
            <a:pPr lvl="1"/>
            <a:r>
              <a:rPr lang="de-DE" dirty="0" err="1"/>
              <a:t>subscribe</a:t>
            </a:r>
            <a:r>
              <a:rPr lang="de-DE" dirty="0"/>
              <a:t>(</a:t>
            </a:r>
            <a:r>
              <a:rPr lang="de-DE" dirty="0" err="1"/>
              <a:t>dataHandler</a:t>
            </a:r>
            <a:r>
              <a:rPr lang="de-DE" dirty="0"/>
              <a:t>, </a:t>
            </a:r>
            <a:r>
              <a:rPr lang="de-DE" dirty="0" err="1"/>
              <a:t>errorHandler</a:t>
            </a:r>
            <a:r>
              <a:rPr lang="de-DE" dirty="0"/>
              <a:t>?): </a:t>
            </a:r>
            <a:r>
              <a:rPr lang="de-DE" dirty="0" err="1"/>
              <a:t>Subscription</a:t>
            </a:r>
            <a:endParaRPr lang="de-DE" dirty="0"/>
          </a:p>
          <a:p>
            <a:pPr lvl="1"/>
            <a:r>
              <a:rPr lang="de-DE" dirty="0"/>
              <a:t>Handler: Funktionen mit Seiteneffekten</a:t>
            </a:r>
          </a:p>
          <a:p>
            <a:r>
              <a:rPr lang="de-DE" dirty="0"/>
              <a:t>Intermediate Transformationen werden nur ausgeführt wenn Abnehmer da ist</a:t>
            </a:r>
          </a:p>
          <a:p>
            <a:pPr lvl="1"/>
            <a:endParaRPr lang="de-DE" dirty="0"/>
          </a:p>
          <a:p>
            <a:pPr marL="0" indent="0">
              <a:buNone/>
            </a:pPr>
            <a:r>
              <a:rPr lang="de-DE" dirty="0"/>
              <a:t>--a---b-c---d---| </a:t>
            </a:r>
          </a:p>
          <a:p>
            <a:pPr marL="0" indent="0">
              <a:buNone/>
            </a:pPr>
            <a:r>
              <a:rPr lang="de-DE" dirty="0" err="1"/>
              <a:t>map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alphabet</a:t>
            </a:r>
            <a:r>
              <a:rPr lang="de-DE" dirty="0"/>
              <a:t> </a:t>
            </a:r>
            <a:r>
              <a:rPr lang="de-DE" dirty="0" err="1"/>
              <a:t>index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--1---2-3---4---| </a:t>
            </a:r>
          </a:p>
          <a:p>
            <a:pPr marL="0" indent="0">
              <a:buNone/>
            </a:pPr>
            <a:r>
              <a:rPr lang="de-DE" dirty="0" err="1"/>
              <a:t>filter</a:t>
            </a:r>
            <a:r>
              <a:rPr lang="de-DE" dirty="0"/>
              <a:t> &gt; 2 </a:t>
            </a:r>
          </a:p>
          <a:p>
            <a:pPr marL="0" indent="0">
              <a:buNone/>
            </a:pPr>
            <a:r>
              <a:rPr lang="de-DE" dirty="0"/>
              <a:t>--------3---4---| </a:t>
            </a:r>
          </a:p>
          <a:p>
            <a:pPr marL="0" indent="0">
              <a:buNone/>
            </a:pPr>
            <a:r>
              <a:rPr lang="de-DE" dirty="0" err="1"/>
              <a:t>subscribe</a:t>
            </a:r>
            <a:r>
              <a:rPr lang="de-DE" dirty="0"/>
              <a:t> </a:t>
            </a:r>
            <a:r>
              <a:rPr lang="de-DE" dirty="0" err="1"/>
              <a:t>console.log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80252112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/>
          <p:cNvGraphicFramePr/>
          <p:nvPr/>
        </p:nvGraphicFramePr>
        <p:xfrm>
          <a:off x="4084478" y="218535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hteck 2"/>
          <p:cNvSpPr/>
          <p:nvPr/>
        </p:nvSpPr>
        <p:spPr>
          <a:xfrm>
            <a:off x="793454" y="353545"/>
            <a:ext cx="73370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de-DE" sz="5400" b="1" dirty="0">
                <a:ln w="50800"/>
                <a:solidFill>
                  <a:schemeClr val="bg1">
                    <a:shade val="50000"/>
                  </a:schemeClr>
                </a:solidFill>
              </a:rPr>
              <a:t>Intermediate </a:t>
            </a:r>
            <a:r>
              <a:rPr lang="de-DE" sz="54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vs</a:t>
            </a:r>
            <a:r>
              <a:rPr lang="de-DE" sz="5400" b="1" dirty="0">
                <a:ln w="50800"/>
                <a:solidFill>
                  <a:schemeClr val="bg1">
                    <a:shade val="50000"/>
                  </a:schemeClr>
                </a:solidFill>
              </a:rPr>
              <a:t> Terminal</a:t>
            </a:r>
          </a:p>
        </p:txBody>
      </p:sp>
    </p:spTree>
    <p:extLst>
      <p:ext uri="{BB962C8B-B14F-4D97-AF65-F5344CB8AC3E}">
        <p14:creationId xmlns:p14="http://schemas.microsoft.com/office/powerpoint/2010/main" val="160665234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D37AD4-5615-0946-9595-8FF689E1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Unsubscribe</a:t>
            </a:r>
            <a:r>
              <a:rPr lang="de-DE" dirty="0"/>
              <a:t> Nicht vergessen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150297-14FC-FC40-9326-0F45E57DC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subscribe</a:t>
            </a:r>
            <a:r>
              <a:rPr lang="de-DE" dirty="0"/>
              <a:t>() gibt </a:t>
            </a:r>
            <a:r>
              <a:rPr lang="de-DE" dirty="0" err="1"/>
              <a:t>Subscription</a:t>
            </a:r>
            <a:r>
              <a:rPr lang="de-DE" dirty="0"/>
              <a:t> zurück</a:t>
            </a:r>
          </a:p>
          <a:p>
            <a:r>
              <a:rPr lang="de-DE" dirty="0" err="1"/>
              <a:t>Subscription</a:t>
            </a:r>
            <a:r>
              <a:rPr lang="de-DE" dirty="0"/>
              <a:t> hat </a:t>
            </a:r>
            <a:r>
              <a:rPr lang="de-DE" dirty="0" err="1"/>
              <a:t>unsubscribe</a:t>
            </a:r>
            <a:r>
              <a:rPr lang="de-DE" dirty="0"/>
              <a:t>() Methode</a:t>
            </a:r>
          </a:p>
          <a:p>
            <a:r>
              <a:rPr lang="de-DE" dirty="0"/>
              <a:t>Wenn </a:t>
            </a:r>
            <a:r>
              <a:rPr lang="de-DE" dirty="0" err="1"/>
              <a:t>completed</a:t>
            </a:r>
            <a:r>
              <a:rPr lang="de-DE" dirty="0"/>
              <a:t>, werden alle intern alle Handler gelöscht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i="1" dirty="0"/>
          </a:p>
          <a:p>
            <a:pPr marL="0" indent="0">
              <a:buNone/>
            </a:pPr>
            <a:r>
              <a:rPr lang="de-DE" i="1" dirty="0"/>
              <a:t>Nutze </a:t>
            </a:r>
            <a:r>
              <a:rPr lang="de-DE" i="1" dirty="0" err="1"/>
              <a:t>ngOnDestroy</a:t>
            </a:r>
            <a:r>
              <a:rPr lang="de-DE" i="1" dirty="0"/>
              <a:t> für </a:t>
            </a:r>
            <a:r>
              <a:rPr lang="de-DE" i="1" dirty="0" err="1"/>
              <a:t>unsubscribe</a:t>
            </a:r>
            <a:endParaRPr lang="de-DE" i="1" dirty="0"/>
          </a:p>
        </p:txBody>
      </p:sp>
    </p:spTree>
    <p:extLst>
      <p:ext uri="{BB962C8B-B14F-4D97-AF65-F5344CB8AC3E}">
        <p14:creationId xmlns:p14="http://schemas.microsoft.com/office/powerpoint/2010/main" val="394811486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FABC1-2DE4-8949-A29C-96353655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Automatisches </a:t>
            </a:r>
            <a:r>
              <a:rPr lang="de-DE" dirty="0" err="1"/>
              <a:t>Unsubscribe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3ABB4F-1BC3-8A4E-8FBB-16D13A687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aPromise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async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{{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anObservable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async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}}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releaseCard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release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releaseObservable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|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async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&gt;&lt;/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releaseCard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011678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AF442-7FB8-064F-A999-432DEA19E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Reactive</a:t>
            </a:r>
            <a:r>
              <a:rPr lang="de-DE" dirty="0"/>
              <a:t> </a:t>
            </a:r>
            <a:r>
              <a:rPr lang="de-DE" dirty="0" err="1"/>
              <a:t>Extensions</a:t>
            </a:r>
            <a:r>
              <a:rPr lang="de-DE" dirty="0"/>
              <a:t> – </a:t>
            </a:r>
            <a:r>
              <a:rPr lang="de-DE" dirty="0" err="1"/>
              <a:t>RxJS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071D5D-1948-4048-BF38-AE6639827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Entwickelt von MS für verschiedene Sprachen</a:t>
            </a:r>
          </a:p>
          <a:p>
            <a:r>
              <a:rPr lang="de-DE" dirty="0"/>
              <a:t>Implementierung von Observables</a:t>
            </a:r>
          </a:p>
          <a:p>
            <a:pPr lvl="1"/>
            <a:r>
              <a:rPr lang="de-DE" dirty="0"/>
              <a:t>Wird in Angular verwendet</a:t>
            </a:r>
          </a:p>
          <a:p>
            <a:pPr lvl="1"/>
            <a:r>
              <a:rPr lang="de-DE" u="sng" dirty="0">
                <a:hlinkClick r:id="rId2"/>
              </a:rPr>
              <a:t>http://reactivex.io/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28996218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072BCC-B092-3640-BDA6-1F841ED3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17: </a:t>
            </a:r>
            <a:r>
              <a:rPr lang="de-DE" dirty="0" err="1"/>
              <a:t>Async</a:t>
            </a:r>
            <a:r>
              <a:rPr lang="de-DE" dirty="0"/>
              <a:t> </a:t>
            </a:r>
            <a:r>
              <a:rPr lang="de-DE" dirty="0" err="1"/>
              <a:t>TrainingService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A38A91-EB0D-7F44-AE73-C3E33ACB8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Verpasse </a:t>
            </a:r>
            <a:r>
              <a:rPr lang="de-DE" dirty="0" err="1"/>
              <a:t>TrainingService</a:t>
            </a:r>
            <a:r>
              <a:rPr lang="de-DE" dirty="0"/>
              <a:t> eine Observable basierte API</a:t>
            </a:r>
          </a:p>
          <a:p>
            <a:pPr lvl="1"/>
            <a:r>
              <a:rPr lang="de-DE" dirty="0"/>
              <a:t>Lege im Service ein </a:t>
            </a:r>
            <a:r>
              <a:rPr lang="de-DE" dirty="0" err="1"/>
              <a:t>ReplaySubject</a:t>
            </a:r>
            <a:r>
              <a:rPr lang="de-DE" dirty="0"/>
              <a:t> als Feld an</a:t>
            </a:r>
          </a:p>
          <a:p>
            <a:pPr lvl="1"/>
            <a:r>
              <a:rPr lang="de-DE" dirty="0"/>
              <a:t>Rufe im </a:t>
            </a:r>
            <a:r>
              <a:rPr lang="de-DE" dirty="0" err="1"/>
              <a:t>Konstuktor</a:t>
            </a:r>
            <a:r>
              <a:rPr lang="de-DE" dirty="0"/>
              <a:t> am </a:t>
            </a:r>
            <a:r>
              <a:rPr lang="de-DE" dirty="0" err="1"/>
              <a:t>Subject</a:t>
            </a:r>
            <a:r>
              <a:rPr lang="de-DE" dirty="0"/>
              <a:t> </a:t>
            </a:r>
            <a:r>
              <a:rPr lang="de-DE" dirty="0" err="1"/>
              <a:t>next</a:t>
            </a:r>
            <a:r>
              <a:rPr lang="de-DE" dirty="0"/>
              <a:t> mit den Mock-Daten auf</a:t>
            </a:r>
          </a:p>
          <a:p>
            <a:pPr lvl="1"/>
            <a:r>
              <a:rPr lang="de-DE" dirty="0"/>
              <a:t>Lasse </a:t>
            </a:r>
            <a:r>
              <a:rPr lang="de-DE" dirty="0" err="1"/>
              <a:t>getAll</a:t>
            </a:r>
            <a:r>
              <a:rPr lang="de-DE" dirty="0"/>
              <a:t> das Observable&lt;Training[]&gt; des </a:t>
            </a:r>
            <a:r>
              <a:rPr lang="de-DE" dirty="0" err="1"/>
              <a:t>Subject</a:t>
            </a:r>
            <a:r>
              <a:rPr lang="de-DE" dirty="0"/>
              <a:t> zurückgeben</a:t>
            </a:r>
          </a:p>
          <a:p>
            <a:r>
              <a:rPr lang="de-DE" dirty="0"/>
              <a:t>Passe alle Aufrufe an (</a:t>
            </a:r>
            <a:r>
              <a:rPr lang="de-DE" dirty="0" err="1"/>
              <a:t>subscribe</a:t>
            </a:r>
            <a:r>
              <a:rPr lang="de-DE" dirty="0"/>
              <a:t> oder </a:t>
            </a:r>
            <a:r>
              <a:rPr lang="de-DE" dirty="0" err="1"/>
              <a:t>async</a:t>
            </a:r>
            <a:r>
              <a:rPr lang="de-DE" dirty="0"/>
              <a:t>-Pipe)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498880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Routing und Navigation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5.3</a:t>
            </a:r>
          </a:p>
        </p:txBody>
      </p:sp>
    </p:spTree>
    <p:extLst>
      <p:ext uri="{BB962C8B-B14F-4D97-AF65-F5344CB8AC3E}">
        <p14:creationId xmlns:p14="http://schemas.microsoft.com/office/powerpoint/2010/main" val="373869127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Arbeitsweise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Routen definieren Pfade der Anwendung</a:t>
            </a:r>
          </a:p>
          <a:p>
            <a:r>
              <a:rPr lang="de-DE" dirty="0"/>
              <a:t>Jede Route verbindet einen Pfad mit einer </a:t>
            </a:r>
            <a:r>
              <a:rPr lang="de-DE" dirty="0" err="1"/>
              <a:t>Component</a:t>
            </a:r>
            <a:endParaRPr lang="de-DE" dirty="0"/>
          </a:p>
          <a:p>
            <a:pPr lvl="1"/>
            <a:r>
              <a:rPr lang="de-DE" dirty="0"/>
              <a:t>Auch Redirects können definiert werden</a:t>
            </a:r>
          </a:p>
          <a:p>
            <a:pPr lvl="1"/>
            <a:r>
              <a:rPr lang="de-DE" dirty="0"/>
              <a:t>Die Pfade unterstützen Platzhalter</a:t>
            </a:r>
          </a:p>
          <a:p>
            <a:r>
              <a:rPr lang="de-DE" dirty="0"/>
              <a:t>Die Routen werden vom Angular-Module erzeugt und stehen für die gesamte Applikation zur Verfügung</a:t>
            </a:r>
          </a:p>
          <a:p>
            <a:pPr lvl="1"/>
            <a:r>
              <a:rPr lang="de-DE" dirty="0"/>
              <a:t>dazu werden Klassen importiert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import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{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RouterModule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}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from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'@angular/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'</a:t>
            </a:r>
            <a:endParaRPr lang="de-DE" dirty="0"/>
          </a:p>
          <a:p>
            <a:r>
              <a:rPr lang="de-DE" dirty="0"/>
              <a:t>Routen-Pfade müssen nicht disjunkt sein</a:t>
            </a:r>
          </a:p>
          <a:p>
            <a:pPr lvl="1"/>
            <a:r>
              <a:rPr lang="de-DE" dirty="0"/>
              <a:t>Der erste Treffer eines Pfads wird benutzt</a:t>
            </a:r>
          </a:p>
          <a:p>
            <a:pPr lvl="1"/>
            <a:r>
              <a:rPr lang="de-DE" dirty="0"/>
              <a:t>Damit sind in der Routen-Definition speziellere Pfade vor allgemeinen zu platzieren</a:t>
            </a:r>
          </a:p>
        </p:txBody>
      </p:sp>
    </p:spTree>
    <p:extLst>
      <p:ext uri="{BB962C8B-B14F-4D97-AF65-F5344CB8AC3E}">
        <p14:creationId xmlns:p14="http://schemas.microsoft.com/office/powerpoint/2010/main" val="166119507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DBDEC1B-F76F-8445-B5B4-8B4267A0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Features von Routen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38E77F9-DA38-8046-A70A-A3508D1F6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Deep</a:t>
            </a:r>
            <a:r>
              <a:rPr lang="de-DE" dirty="0"/>
              <a:t> Linking über URL</a:t>
            </a:r>
          </a:p>
          <a:p>
            <a:r>
              <a:rPr lang="de-DE" dirty="0"/>
              <a:t>Browser Historie (Vor / Zurück)</a:t>
            </a:r>
          </a:p>
          <a:p>
            <a:r>
              <a:rPr lang="de-DE" dirty="0"/>
              <a:t>Links über symbolische Namen, nicht über hart codierte URLs</a:t>
            </a:r>
          </a:p>
          <a:p>
            <a:r>
              <a:rPr lang="de-DE" dirty="0"/>
              <a:t>Pfad- oder Hash-Navigation</a:t>
            </a:r>
          </a:p>
          <a:p>
            <a:r>
              <a:rPr lang="de-DE" dirty="0"/>
              <a:t>Hierarchischer Aufbau, nicht zwingend absolute Routen</a:t>
            </a:r>
          </a:p>
        </p:txBody>
      </p:sp>
    </p:spTree>
    <p:extLst>
      <p:ext uri="{BB962C8B-B14F-4D97-AF65-F5344CB8AC3E}">
        <p14:creationId xmlns:p14="http://schemas.microsoft.com/office/powerpoint/2010/main" val="39360252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98944-9A2A-7646-B714-99BABD71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Routendefinition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0A81AB-DC21-2245-9F54-D35F05A1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Route</a:t>
            </a: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Relativer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path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(ohne führenden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Slash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)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component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für die Anzeige</a:t>
            </a:r>
          </a:p>
          <a:p>
            <a:pPr marL="457200" lvl="1" indent="0">
              <a:buNone/>
            </a:pP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Routes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'@angular/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const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routes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Routes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path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release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AllReleasesComponent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path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AllArtistsComponent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];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663476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0F3ABA-904E-D548-A3E2-D9E37508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Ablauf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671E068B-E3F2-EF48-958A-C7D46C5D9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/>
              <a:t>URL des Browsers wird überprüft / auf Änderungen überwacht</a:t>
            </a:r>
          </a:p>
          <a:p>
            <a:r>
              <a:rPr lang="de-DE"/>
              <a:t>Passende Route wird gesucht</a:t>
            </a:r>
          </a:p>
          <a:p>
            <a:r>
              <a:rPr lang="de-DE"/>
              <a:t>Komponente wird angezeigt</a:t>
            </a: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33917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Verlinken von Routen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Dazu gibt es die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routerLink</a:t>
            </a:r>
            <a:r>
              <a:rPr lang="de-DE" dirty="0"/>
              <a:t>-Direktive</a:t>
            </a:r>
          </a:p>
          <a:p>
            <a:r>
              <a:rPr lang="de-DE" dirty="0"/>
              <a:t>Die anzuzeigende Seite wird in einem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-outlet</a:t>
            </a:r>
            <a:r>
              <a:rPr lang="de-DE" dirty="0"/>
              <a:t>-Element angezeigt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selector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music-app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template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`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DD1144"/>
                </a:solidFill>
                <a:latin typeface="SourceCodePro"/>
              </a:rPr>
              <a:t>		&lt;h1&gt;Music App&lt;/h1&gt;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DD1144"/>
                </a:solidFill>
                <a:latin typeface="SourceCodePro"/>
              </a:rPr>
              <a:t>		&lt;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-outlet&gt;&lt;/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-outlet&gt;`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MusicAppComponent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4805213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42EBE-0C2D-0A4C-A0DD-3F012EA4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Default / </a:t>
            </a:r>
            <a:r>
              <a:rPr lang="de-DE" dirty="0" err="1"/>
              <a:t>Fallback</a:t>
            </a:r>
            <a:r>
              <a:rPr lang="de-DE" dirty="0"/>
              <a:t> Route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AEA2E4-0C7C-A447-9E7C-3915768C8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Keine gültige Route gefunden?</a:t>
            </a:r>
          </a:p>
          <a:p>
            <a:pPr lvl="1"/>
            <a:r>
              <a:rPr lang="de-DE" dirty="0"/>
              <a:t>Einstieg über URL ohne Route</a:t>
            </a:r>
          </a:p>
          <a:p>
            <a:pPr lvl="1"/>
            <a:r>
              <a:rPr lang="de-DE" dirty="0"/>
              <a:t>ungültige Route</a:t>
            </a:r>
          </a:p>
          <a:p>
            <a:r>
              <a:rPr lang="de-DE" dirty="0" err="1"/>
              <a:t>Fallback</a:t>
            </a:r>
            <a:r>
              <a:rPr lang="de-DE" dirty="0"/>
              <a:t> konfigurierbar</a:t>
            </a:r>
          </a:p>
          <a:p>
            <a:pPr lvl="1"/>
            <a:r>
              <a:rPr lang="de-DE" dirty="0" err="1"/>
              <a:t>path</a:t>
            </a:r>
            <a:r>
              <a:rPr lang="de-DE" dirty="0"/>
              <a:t> mit **</a:t>
            </a:r>
          </a:p>
          <a:p>
            <a:pPr lvl="1"/>
            <a:r>
              <a:rPr lang="de-DE" dirty="0" err="1"/>
              <a:t>redirectTo</a:t>
            </a:r>
            <a:r>
              <a:rPr lang="de-DE" dirty="0"/>
              <a:t>: auf anderen Pfad</a:t>
            </a:r>
          </a:p>
          <a:p>
            <a:pPr lvl="1"/>
            <a:r>
              <a:rPr lang="de-DE" dirty="0"/>
              <a:t>Achtung: Reihenfolge der Routen spielt eine Rolle,</a:t>
            </a:r>
          </a:p>
          <a:p>
            <a:pPr lvl="2"/>
            <a:r>
              <a:rPr lang="de-DE" b="1" dirty="0"/>
              <a:t> </a:t>
            </a:r>
            <a:r>
              <a:rPr lang="de-DE" b="1" dirty="0" err="1"/>
              <a:t>Fallback</a:t>
            </a:r>
            <a:r>
              <a:rPr lang="de-DE" b="1" dirty="0"/>
              <a:t> als Letzte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651465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2DA38-B7F8-7240-A7EB-4D144AF2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Routenkonfiguration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5043AD-1F1F-0944-8D77-078A34D83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Wird verwendet um Provider für Router Service zu erzeugen</a:t>
            </a:r>
          </a:p>
          <a:p>
            <a:r>
              <a:rPr lang="de-DE" dirty="0"/>
              <a:t>Provider wird von </a:t>
            </a:r>
            <a:r>
              <a:rPr lang="de-DE" dirty="0" err="1"/>
              <a:t>RouterModule</a:t>
            </a:r>
            <a:r>
              <a:rPr lang="de-DE" dirty="0"/>
              <a:t> bereitgestellt</a:t>
            </a:r>
          </a:p>
          <a:p>
            <a:pPr lvl="1"/>
            <a:r>
              <a:rPr lang="de-DE" dirty="0" err="1"/>
              <a:t>RouterModule</a:t>
            </a:r>
            <a:r>
              <a:rPr lang="de-DE" dirty="0"/>
              <a:t> muss in </a:t>
            </a:r>
            <a:r>
              <a:rPr lang="de-DE" dirty="0" err="1"/>
              <a:t>AppModule</a:t>
            </a:r>
            <a:r>
              <a:rPr lang="de-DE" dirty="0"/>
              <a:t> importiert werden</a:t>
            </a:r>
          </a:p>
          <a:p>
            <a:pPr lvl="1"/>
            <a:r>
              <a:rPr lang="de-DE" dirty="0" err="1"/>
              <a:t>forRoot</a:t>
            </a:r>
            <a:r>
              <a:rPr lang="de-DE" dirty="0"/>
              <a:t> darf nur einmal im </a:t>
            </a:r>
            <a:r>
              <a:rPr lang="de-DE" dirty="0" err="1"/>
              <a:t>AppModule</a:t>
            </a:r>
            <a:r>
              <a:rPr lang="de-DE" dirty="0"/>
              <a:t> verwendet werden</a:t>
            </a:r>
          </a:p>
          <a:p>
            <a:pPr lvl="1"/>
            <a:r>
              <a:rPr lang="de-DE" dirty="0" err="1"/>
              <a:t>forChild</a:t>
            </a:r>
            <a:r>
              <a:rPr lang="de-DE" dirty="0"/>
              <a:t> nur bei </a:t>
            </a:r>
            <a:r>
              <a:rPr lang="de-DE" dirty="0" err="1"/>
              <a:t>Lazy-Loading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572420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Routen-Definition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appRoutes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= [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{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path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'path1',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component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Component1},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{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path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' ',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redirectTo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'/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index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',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pathMatch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'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full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'},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{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path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'**',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component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PageNotFoundComponent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NgModule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({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imports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[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RouterModule.forRoot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appRoutes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  {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enableTracing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} // &lt;--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debugging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purposes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only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)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],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})</a:t>
            </a:r>
          </a:p>
          <a:p>
            <a:pPr marL="0" indent="0">
              <a:buNone/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export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AppModule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88412199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6133B5-C663-FF49-80D4-ADB57A38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Location-</a:t>
            </a:r>
            <a:r>
              <a:rPr lang="de-DE" dirty="0" err="1"/>
              <a:t>Strategy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A0C6D0-8561-EC43-81DE-401ED6D55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 err="1">
                <a:solidFill>
                  <a:srgbClr val="333333"/>
                </a:solidFill>
                <a:latin typeface="Aller"/>
              </a:rPr>
              <a:t>LocationStrategy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festlegen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PathLocationStrategy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</a:t>
            </a:r>
            <a:r>
              <a:rPr lang="de-DE" b="1" dirty="0">
                <a:solidFill>
                  <a:srgbClr val="333333"/>
                </a:solidFill>
                <a:latin typeface="Aller"/>
              </a:rPr>
              <a:t>(</a:t>
            </a:r>
            <a:r>
              <a:rPr lang="de-DE" b="1" dirty="0" err="1">
                <a:solidFill>
                  <a:srgbClr val="333333"/>
                </a:solidFill>
                <a:latin typeface="Aller"/>
              </a:rPr>
              <a:t>default</a:t>
            </a:r>
            <a:r>
              <a:rPr lang="de-DE" b="1" dirty="0">
                <a:solidFill>
                  <a:srgbClr val="333333"/>
                </a:solidFill>
                <a:latin typeface="Aller"/>
              </a:rPr>
              <a:t>)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lvl="2"/>
            <a:r>
              <a:rPr lang="de-DE" dirty="0">
                <a:solidFill>
                  <a:srgbClr val="333333"/>
                </a:solidFill>
                <a:latin typeface="Aller"/>
              </a:rPr>
              <a:t>Bessere SEO Indizierung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HashLocationStrategy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: </a:t>
            </a:r>
            <a:r>
              <a:rPr lang="de-DE" i="1" dirty="0" err="1">
                <a:solidFill>
                  <a:srgbClr val="333333"/>
                </a:solidFill>
                <a:latin typeface="Aller"/>
              </a:rPr>
              <a:t>default</a:t>
            </a:r>
            <a:r>
              <a:rPr lang="de-DE" i="1" dirty="0">
                <a:solidFill>
                  <a:srgbClr val="333333"/>
                </a:solidFill>
                <a:latin typeface="Aller"/>
              </a:rPr>
              <a:t> </a:t>
            </a:r>
            <a:r>
              <a:rPr lang="de-DE" i="1" dirty="0" err="1">
                <a:solidFill>
                  <a:srgbClr val="333333"/>
                </a:solidFill>
                <a:latin typeface="Aller"/>
              </a:rPr>
              <a:t>AngularJS</a:t>
            </a:r>
            <a:r>
              <a:rPr lang="de-DE" i="1" dirty="0">
                <a:solidFill>
                  <a:srgbClr val="333333"/>
                </a:solidFill>
                <a:latin typeface="Aller"/>
              </a:rPr>
              <a:t> 1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lvl="2"/>
            <a:r>
              <a:rPr lang="de-DE" dirty="0">
                <a:solidFill>
                  <a:srgbClr val="333333"/>
                </a:solidFill>
                <a:latin typeface="Aller"/>
              </a:rPr>
              <a:t>Simpler</a:t>
            </a:r>
          </a:p>
          <a:p>
            <a:r>
              <a:rPr lang="de-DE" dirty="0">
                <a:solidFill>
                  <a:srgbClr val="333333"/>
                </a:solidFill>
                <a:latin typeface="Aller"/>
              </a:rPr>
              <a:t>Verwendung von </a:t>
            </a:r>
            <a:r>
              <a:rPr lang="de-DE" b="1" dirty="0" err="1">
                <a:solidFill>
                  <a:srgbClr val="333333"/>
                </a:solidFill>
                <a:latin typeface="Aller"/>
              </a:rPr>
              <a:t>PathLocationStrategy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&lt;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base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href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="."&gt; als erstes Element im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head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 der 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index.html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endParaRPr lang="de-DE" dirty="0">
              <a:solidFill>
                <a:srgbClr val="333333"/>
              </a:solidFill>
              <a:latin typeface="Aller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RouterModule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'@angular/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routes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'./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app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app.routes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NgModule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imports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endParaRPr lang="de-DE" dirty="0"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008080"/>
                </a:solidFill>
                <a:latin typeface="SourceCodePro"/>
              </a:rPr>
              <a:t>RouterModule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forRoot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routes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useHash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true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]})</a:t>
            </a:r>
            <a:endParaRPr lang="de-DE" dirty="0"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AppModule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533731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FA2FF-062B-2049-A127-36FF780A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18: Routen für Detail und Listansicht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1DBC10-913D-BC46-874B-88ACED9FE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Bereite die Anwendung auf Routing vor</a:t>
            </a:r>
          </a:p>
          <a:p>
            <a:pPr lvl="1"/>
            <a:r>
              <a:rPr lang="de-DE" dirty="0"/>
              <a:t>Erstelle eine Datei </a:t>
            </a:r>
            <a:r>
              <a:rPr lang="de-DE" dirty="0" err="1"/>
              <a:t>src</a:t>
            </a:r>
            <a:r>
              <a:rPr lang="de-DE" dirty="0"/>
              <a:t>/</a:t>
            </a:r>
            <a:r>
              <a:rPr lang="de-DE" dirty="0" err="1"/>
              <a:t>app</a:t>
            </a:r>
            <a:r>
              <a:rPr lang="de-DE" dirty="0"/>
              <a:t>/</a:t>
            </a:r>
            <a:r>
              <a:rPr lang="de-DE" dirty="0" err="1"/>
              <a:t>app.routes.ts</a:t>
            </a:r>
            <a:endParaRPr lang="de-DE" dirty="0"/>
          </a:p>
          <a:p>
            <a:pPr lvl="1"/>
            <a:r>
              <a:rPr lang="de-DE" dirty="0"/>
              <a:t>Exportiere darin eine leere </a:t>
            </a:r>
            <a:r>
              <a:rPr lang="de-DE" dirty="0" err="1"/>
              <a:t>Routes</a:t>
            </a:r>
            <a:r>
              <a:rPr lang="de-DE" dirty="0"/>
              <a:t> (</a:t>
            </a:r>
            <a:r>
              <a:rPr lang="de-DE" dirty="0" err="1"/>
              <a:t>export</a:t>
            </a:r>
            <a:r>
              <a:rPr lang="de-DE" dirty="0"/>
              <a:t> </a:t>
            </a:r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routes</a:t>
            </a:r>
            <a:r>
              <a:rPr lang="de-DE" dirty="0"/>
              <a:t>: </a:t>
            </a:r>
            <a:r>
              <a:rPr lang="de-DE" dirty="0" err="1"/>
              <a:t>Routes</a:t>
            </a:r>
            <a:r>
              <a:rPr lang="de-DE" dirty="0"/>
              <a:t> = [])</a:t>
            </a:r>
          </a:p>
          <a:p>
            <a:pPr lvl="1"/>
            <a:r>
              <a:rPr lang="de-DE" dirty="0"/>
              <a:t>Importiere </a:t>
            </a:r>
            <a:r>
              <a:rPr lang="de-DE" dirty="0" err="1"/>
              <a:t>RouterModule</a:t>
            </a:r>
            <a:r>
              <a:rPr lang="de-DE" dirty="0"/>
              <a:t> in </a:t>
            </a:r>
            <a:r>
              <a:rPr lang="de-DE" dirty="0" err="1"/>
              <a:t>AppModule</a:t>
            </a:r>
            <a:endParaRPr lang="de-DE" dirty="0"/>
          </a:p>
          <a:p>
            <a:pPr lvl="1"/>
            <a:r>
              <a:rPr lang="de-DE" dirty="0"/>
              <a:t>Übergebe </a:t>
            </a:r>
            <a:r>
              <a:rPr lang="de-DE" dirty="0" err="1"/>
              <a:t>forRoot</a:t>
            </a:r>
            <a:r>
              <a:rPr lang="de-DE" dirty="0"/>
              <a:t> die </a:t>
            </a:r>
            <a:r>
              <a:rPr lang="de-DE" dirty="0" err="1"/>
              <a:t>Routes</a:t>
            </a:r>
            <a:r>
              <a:rPr lang="de-DE" dirty="0"/>
              <a:t> aus </a:t>
            </a:r>
            <a:r>
              <a:rPr lang="de-DE" dirty="0" err="1"/>
              <a:t>app.routes</a:t>
            </a:r>
            <a:endParaRPr lang="de-DE" dirty="0"/>
          </a:p>
          <a:p>
            <a:r>
              <a:rPr lang="de-DE" dirty="0"/>
              <a:t>Erstelle eine Route für die Listen-Ansicht</a:t>
            </a:r>
          </a:p>
          <a:p>
            <a:pPr lvl="1"/>
            <a:r>
              <a:rPr lang="de-DE" dirty="0"/>
              <a:t>Füge in </a:t>
            </a:r>
            <a:r>
              <a:rPr lang="de-DE" dirty="0" err="1"/>
              <a:t>app.routes</a:t>
            </a:r>
            <a:r>
              <a:rPr lang="de-DE" dirty="0"/>
              <a:t> eine Routen-Konfiguration für </a:t>
            </a:r>
            <a:r>
              <a:rPr lang="de-DE" dirty="0" err="1"/>
              <a:t>path</a:t>
            </a:r>
            <a:r>
              <a:rPr lang="de-DE" dirty="0"/>
              <a:t>: "</a:t>
            </a:r>
            <a:r>
              <a:rPr lang="de-DE" dirty="0" err="1"/>
              <a:t>trainings</a:t>
            </a:r>
            <a:r>
              <a:rPr lang="de-DE" dirty="0"/>
              <a:t>" hinzu</a:t>
            </a:r>
          </a:p>
          <a:p>
            <a:pPr lvl="1"/>
            <a:r>
              <a:rPr lang="de-DE" dirty="0"/>
              <a:t>Erstelle auch eine Redirect-Route für </a:t>
            </a:r>
            <a:r>
              <a:rPr lang="de-DE" dirty="0" err="1"/>
              <a:t>path</a:t>
            </a:r>
            <a:r>
              <a:rPr lang="de-DE" dirty="0"/>
              <a:t>: "**"</a:t>
            </a:r>
          </a:p>
          <a:p>
            <a:pPr lvl="1"/>
            <a:r>
              <a:rPr lang="de-DE" dirty="0"/>
              <a:t>Lösche </a:t>
            </a:r>
            <a:r>
              <a:rPr lang="de-DE" dirty="0" err="1"/>
              <a:t>TrainingListComponent</a:t>
            </a:r>
            <a:r>
              <a:rPr lang="de-DE" dirty="0"/>
              <a:t> und </a:t>
            </a:r>
            <a:r>
              <a:rPr lang="de-DE" dirty="0" err="1"/>
              <a:t>TrainingDetailsComponent</a:t>
            </a:r>
            <a:r>
              <a:rPr lang="de-DE" dirty="0"/>
              <a:t> aus dem Template von </a:t>
            </a:r>
            <a:r>
              <a:rPr lang="de-DE" dirty="0" err="1"/>
              <a:t>AppComponent</a:t>
            </a:r>
            <a:endParaRPr lang="de-DE" dirty="0"/>
          </a:p>
          <a:p>
            <a:pPr lvl="1"/>
            <a:r>
              <a:rPr lang="de-DE" dirty="0"/>
              <a:t>Füge in das Template von </a:t>
            </a:r>
            <a:r>
              <a:rPr lang="de-DE" dirty="0" err="1"/>
              <a:t>AppComponent</a:t>
            </a:r>
            <a:r>
              <a:rPr lang="de-DE" dirty="0"/>
              <a:t> ein </a:t>
            </a:r>
            <a:r>
              <a:rPr lang="de-DE" dirty="0" err="1"/>
              <a:t>router</a:t>
            </a:r>
            <a:r>
              <a:rPr lang="de-DE" dirty="0"/>
              <a:t>-outlet ein</a:t>
            </a:r>
          </a:p>
          <a:p>
            <a:r>
              <a:rPr lang="de-DE" dirty="0"/>
              <a:t>Passe </a:t>
            </a:r>
            <a:r>
              <a:rPr lang="de-DE" dirty="0" err="1"/>
              <a:t>TrainingListComponent</a:t>
            </a:r>
            <a:r>
              <a:rPr lang="de-DE" dirty="0"/>
              <a:t> an die Veränderungen an</a:t>
            </a:r>
          </a:p>
          <a:p>
            <a:pPr lvl="1"/>
            <a:r>
              <a:rPr lang="de-DE" dirty="0"/>
              <a:t>Daten können nicht mehr per Input übergeben werden, da keine direkte Verwendung</a:t>
            </a:r>
          </a:p>
          <a:p>
            <a:pPr lvl="1"/>
            <a:r>
              <a:rPr lang="de-DE" dirty="0"/>
              <a:t>Lade in </a:t>
            </a:r>
            <a:r>
              <a:rPr lang="de-DE" dirty="0" err="1"/>
              <a:t>TrainingListComponent#ngOnInit</a:t>
            </a:r>
            <a:r>
              <a:rPr lang="de-DE" dirty="0"/>
              <a:t> die Daten vom Service</a:t>
            </a:r>
          </a:p>
          <a:p>
            <a:pPr lvl="1"/>
            <a:r>
              <a:rPr lang="de-DE" dirty="0"/>
              <a:t>Implementiere </a:t>
            </a:r>
            <a:r>
              <a:rPr lang="de-DE" dirty="0" err="1"/>
              <a:t>TrainingListComponent#ngOnDestroy</a:t>
            </a:r>
            <a:r>
              <a:rPr lang="de-DE" dirty="0"/>
              <a:t> um die </a:t>
            </a:r>
            <a:r>
              <a:rPr lang="de-DE" dirty="0" err="1"/>
              <a:t>Subscription</a:t>
            </a:r>
            <a:r>
              <a:rPr lang="de-DE" dirty="0"/>
              <a:t> zu löschen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5365431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4184B-A24E-E444-9E12-548F957A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Pfadparameter für dynamische Information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6C9E941-3546-6949-A634-CB3F351D9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0738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08311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1D1BF-C073-8F45-9DF7-3DE31CE0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Pfadparameter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C34592-B181-A04C-BDC6-39DA40B87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path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/: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id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ArtistDetailsComponent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096933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Details zu den Routen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5521" y="1196752"/>
            <a:ext cx="8535203" cy="5090554"/>
          </a:xfrm>
        </p:spPr>
        <p:txBody>
          <a:bodyPr/>
          <a:lstStyle/>
          <a:p>
            <a:r>
              <a:rPr lang="de-DE" dirty="0"/>
              <a:t>Die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ActivatedRoute</a:t>
            </a:r>
            <a:r>
              <a:rPr lang="de-DE" dirty="0"/>
              <a:t> kann in eine </a:t>
            </a:r>
            <a:r>
              <a:rPr lang="de-DE" dirty="0" err="1"/>
              <a:t>Component</a:t>
            </a:r>
            <a:r>
              <a:rPr lang="de-DE" dirty="0"/>
              <a:t> injiziert werden und liefert Zugriff auf die Routen-Definition, die zum Aufruf geführt hat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url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paramMap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de-DE" dirty="0"/>
              <a:t>Router-Events werden an interessierte </a:t>
            </a:r>
            <a:r>
              <a:rPr lang="de-DE" dirty="0" err="1"/>
              <a:t>Listener</a:t>
            </a:r>
            <a:r>
              <a:rPr lang="de-DE" dirty="0"/>
              <a:t> delegiert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NavigationStart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RouteRecognized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>
                <a:latin typeface="Courier New" pitchFamily="49" charset="0"/>
                <a:cs typeface="Courier New" pitchFamily="49" charset="0"/>
              </a:rPr>
              <a:t>…</a:t>
            </a:r>
          </a:p>
          <a:p>
            <a:r>
              <a:rPr lang="de-DE" dirty="0"/>
              <a:t>Details nächste Folie oder unter 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https://angular.io/guide/router</a:t>
            </a:r>
          </a:p>
        </p:txBody>
      </p:sp>
    </p:spTree>
    <p:extLst>
      <p:ext uri="{BB962C8B-B14F-4D97-AF65-F5344CB8AC3E}">
        <p14:creationId xmlns:p14="http://schemas.microsoft.com/office/powerpoint/2010/main" val="1153508256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14633-D0A8-2D4C-BAD8-0423BF7E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C88411-9C8E-3E42-A97E-028B9351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ActivatedRoute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"@angular/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ArtistDetailsComponent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implements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OnInit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OnDestroy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subscription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Subscription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constructor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route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ActivatedRoute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ngOnInit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subscription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route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params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		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subscribe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params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console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log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params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id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]));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ngOnDestroy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subscription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unsubscribe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2550DE9B-5180-1E45-9D4E-06107235658B}"/>
              </a:ext>
            </a:extLst>
          </p:cNvPr>
          <p:cNvCxnSpPr>
            <a:cxnSpLocks/>
          </p:cNvCxnSpPr>
          <p:nvPr/>
        </p:nvCxnSpPr>
        <p:spPr>
          <a:xfrm flipH="1">
            <a:off x="6991109" y="3429000"/>
            <a:ext cx="578734" cy="888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05798EA4-6A77-7246-AD4B-09BAB2F53A24}"/>
              </a:ext>
            </a:extLst>
          </p:cNvPr>
          <p:cNvSpPr txBox="1"/>
          <p:nvPr/>
        </p:nvSpPr>
        <p:spPr>
          <a:xfrm>
            <a:off x="7407797" y="3244334"/>
            <a:ext cx="2608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Zugriff auf Pfadparameter</a:t>
            </a:r>
          </a:p>
        </p:txBody>
      </p:sp>
    </p:spTree>
    <p:extLst>
      <p:ext uri="{BB962C8B-B14F-4D97-AF65-F5344CB8AC3E}">
        <p14:creationId xmlns:p14="http://schemas.microsoft.com/office/powerpoint/2010/main" val="268114994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5FC0E0-C27D-6646-ABFB-ABF96D09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Stream Fetisch – Weiterverarbeitung von </a:t>
            </a:r>
            <a:r>
              <a:rPr lang="de-DE" dirty="0" err="1"/>
              <a:t>Routeparameter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B03312-3E5E-1D4A-8D75-1025E8898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ngOnInit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subscription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route</a:t>
            </a:r>
            <a:r>
              <a:rPr lang="de-DE" sz="2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params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map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params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parseInt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params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sz="2800" dirty="0" err="1">
                <a:solidFill>
                  <a:srgbClr val="DD1144"/>
                </a:solidFill>
                <a:latin typeface="SourceCodePro"/>
              </a:rPr>
              <a:t>id</a:t>
            </a:r>
            <a:r>
              <a:rPr lang="de-DE" sz="2800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]))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switchMap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id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service</a:t>
            </a:r>
            <a:r>
              <a:rPr lang="de-DE" sz="2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getById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id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))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800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subscribe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theObject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theObject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2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800" dirty="0" err="1">
                <a:solidFill>
                  <a:srgbClr val="48484C"/>
                </a:solidFill>
                <a:latin typeface="SourceCodePro"/>
              </a:rPr>
              <a:t>theObject</a:t>
            </a:r>
            <a:r>
              <a:rPr lang="de-DE" sz="2800" dirty="0">
                <a:solidFill>
                  <a:srgbClr val="93A1A1"/>
                </a:solidFill>
                <a:latin typeface="SourceCodePro"/>
              </a:rPr>
              <a:t>);</a:t>
            </a:r>
            <a:endParaRPr lang="de-DE" sz="28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078000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AAA91C-BAD1-C941-9F03-CE661EA4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Navigation im </a:t>
            </a:r>
            <a:r>
              <a:rPr lang="de-DE" dirty="0" err="1"/>
              <a:t>html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E7E631-AD23-6E4C-83AD-EBD174AC0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&lt;a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routerLink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"['/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']"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Artists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&lt;/a&gt;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>
              <a:buFont typeface="+mj-lt"/>
              <a:buAutoNum type="arabicPeriod"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&lt;a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routerLink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"['/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',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artist.id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]"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Some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Artist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&lt;/a&gt;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>
              <a:buFont typeface="+mj-lt"/>
              <a:buAutoNum type="arabicPeriod"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&lt;a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routerLink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"[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artist.id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]"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Artist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with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ID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&lt;/a&gt;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Absolute Links mit führendem </a:t>
            </a:r>
            <a:r>
              <a:rPr lang="de-DE" dirty="0" err="1"/>
              <a:t>Slash</a:t>
            </a:r>
            <a:r>
              <a:rPr lang="de-DE" dirty="0"/>
              <a:t> (1,2)</a:t>
            </a:r>
          </a:p>
          <a:p>
            <a:r>
              <a:rPr lang="de-DE" dirty="0"/>
              <a:t>Zur aktuellen Route relative Links ohne führenden </a:t>
            </a:r>
            <a:r>
              <a:rPr lang="de-DE" dirty="0" err="1"/>
              <a:t>Slash</a:t>
            </a:r>
            <a:r>
              <a:rPr lang="de-DE" dirty="0"/>
              <a:t> (3)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70420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AB4BC-7FE9-054F-8F3E-D7D6AB4A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Navigation im Code – </a:t>
            </a:r>
            <a:r>
              <a:rPr lang="de-DE" dirty="0" err="1"/>
              <a:t>Component</a:t>
            </a:r>
            <a:r>
              <a:rPr lang="de-DE" dirty="0"/>
              <a:t> Klasse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9C7E38-735C-5F42-83DF-E0B2F041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constructor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Router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>
              <a:solidFill>
                <a:srgbClr val="48484C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save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//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Navigate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back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to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list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router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navigate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([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artist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31441566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25D1C-9E8F-0847-A5AA-93AFBB70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20: Routing mit Parametern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2588A-656F-944F-87B2-F1B712BA4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Erstelle eine Route für die Detail Ansicht</a:t>
            </a:r>
          </a:p>
          <a:p>
            <a:pPr lvl="1"/>
            <a:r>
              <a:rPr lang="de-DE" dirty="0"/>
              <a:t>Konfiguriere eine Route für /</a:t>
            </a:r>
            <a:r>
              <a:rPr lang="de-DE" dirty="0" err="1"/>
              <a:t>training</a:t>
            </a:r>
            <a:r>
              <a:rPr lang="de-DE" dirty="0"/>
              <a:t>/:</a:t>
            </a:r>
            <a:r>
              <a:rPr lang="de-DE" dirty="0" err="1"/>
              <a:t>id</a:t>
            </a:r>
            <a:endParaRPr lang="de-DE" dirty="0"/>
          </a:p>
          <a:p>
            <a:pPr lvl="1"/>
            <a:r>
              <a:rPr lang="de-DE" dirty="0"/>
              <a:t>Erweitere </a:t>
            </a:r>
            <a:r>
              <a:rPr lang="de-DE" dirty="0" err="1"/>
              <a:t>TrainingService</a:t>
            </a:r>
            <a:r>
              <a:rPr lang="de-DE" dirty="0"/>
              <a:t> um eine Methode </a:t>
            </a:r>
            <a:r>
              <a:rPr lang="de-DE" dirty="0" err="1"/>
              <a:t>getById</a:t>
            </a:r>
            <a:endParaRPr lang="de-DE" dirty="0"/>
          </a:p>
          <a:p>
            <a:pPr lvl="1"/>
            <a:r>
              <a:rPr lang="de-DE" dirty="0"/>
              <a:t>Lese in </a:t>
            </a:r>
            <a:r>
              <a:rPr lang="de-DE" dirty="0" err="1"/>
              <a:t>TrainingDetailsComponent</a:t>
            </a:r>
            <a:r>
              <a:rPr lang="de-DE" dirty="0"/>
              <a:t> den Routen-Parameter </a:t>
            </a:r>
            <a:r>
              <a:rPr lang="de-DE" dirty="0" err="1"/>
              <a:t>id</a:t>
            </a:r>
            <a:r>
              <a:rPr lang="de-DE" dirty="0"/>
              <a:t> aus</a:t>
            </a:r>
          </a:p>
          <a:p>
            <a:pPr lvl="1"/>
            <a:r>
              <a:rPr lang="de-DE" dirty="0"/>
              <a:t>Hole das Training für die Anzeige per ID vom Service</a:t>
            </a:r>
          </a:p>
          <a:p>
            <a:r>
              <a:rPr lang="de-DE" dirty="0"/>
              <a:t>Verlinke die Listen-Ansicht mit der Detail-Ansicht</a:t>
            </a:r>
          </a:p>
          <a:p>
            <a:pPr lvl="1"/>
            <a:r>
              <a:rPr lang="de-DE" dirty="0"/>
              <a:t>Importiere das </a:t>
            </a:r>
            <a:r>
              <a:rPr lang="de-DE" dirty="0" err="1"/>
              <a:t>RouterModule</a:t>
            </a:r>
            <a:r>
              <a:rPr lang="de-DE" dirty="0"/>
              <a:t> im </a:t>
            </a:r>
            <a:r>
              <a:rPr lang="de-DE" dirty="0" err="1"/>
              <a:t>TrainingsModule</a:t>
            </a:r>
            <a:endParaRPr lang="de-DE" dirty="0"/>
          </a:p>
          <a:p>
            <a:pPr lvl="1"/>
            <a:r>
              <a:rPr lang="de-DE" dirty="0"/>
              <a:t>Füge den Listen-Elementen einen </a:t>
            </a:r>
            <a:r>
              <a:rPr lang="de-DE" dirty="0" err="1"/>
              <a:t>routerLink</a:t>
            </a:r>
            <a:r>
              <a:rPr lang="de-DE" dirty="0"/>
              <a:t> hinzu</a:t>
            </a:r>
          </a:p>
          <a:p>
            <a:pPr lvl="1"/>
            <a:r>
              <a:rPr lang="de-DE" dirty="0"/>
              <a:t>Navigiere im </a:t>
            </a:r>
            <a:r>
              <a:rPr lang="de-DE" dirty="0" err="1"/>
              <a:t>routerLink</a:t>
            </a:r>
            <a:r>
              <a:rPr lang="de-DE" dirty="0"/>
              <a:t> zur Detail-Ansicht für das Element</a:t>
            </a:r>
          </a:p>
          <a:p>
            <a:r>
              <a:rPr lang="de-DE" dirty="0"/>
              <a:t>Verlinke die Detail-Ansicht mit der Listen-Ansicht</a:t>
            </a:r>
          </a:p>
          <a:p>
            <a:pPr lvl="1"/>
            <a:r>
              <a:rPr lang="de-DE" dirty="0"/>
              <a:t>Füge im Template von </a:t>
            </a:r>
            <a:r>
              <a:rPr lang="de-DE" dirty="0" err="1"/>
              <a:t>TrainingDetailsComponent</a:t>
            </a:r>
            <a:r>
              <a:rPr lang="de-DE" dirty="0"/>
              <a:t> einen Link zurück zur Liste ein</a:t>
            </a:r>
          </a:p>
          <a:p>
            <a:pPr lvl="1"/>
            <a:r>
              <a:rPr lang="de-DE" dirty="0"/>
              <a:t>Verwende einen Button mit einem Click-Handler</a:t>
            </a:r>
          </a:p>
          <a:p>
            <a:pPr lvl="1"/>
            <a:r>
              <a:rPr lang="de-DE" dirty="0"/>
              <a:t>Navigiere im Handler per </a:t>
            </a:r>
            <a:r>
              <a:rPr lang="de-DE" dirty="0" err="1"/>
              <a:t>router.navigate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612742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B24CCEF-35DA-7746-97D9-3689F904D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de-DE" sz="5400"/>
              <a:t>Formulare und Eingabefelder 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BAB194FD-1233-0D43-BAE3-582C94C62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de-DE" sz="2000"/>
              <a:t>Bearbeiten von Daten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Molekülmodell im naturwissenschaftlichen Klassenzimmer">
            <a:extLst>
              <a:ext uri="{FF2B5EF4-FFF2-40B4-BE49-F238E27FC236}">
                <a16:creationId xmlns:a16="http://schemas.microsoft.com/office/drawing/2014/main" id="{C82C2F14-969F-4092-830A-C14D2C2AA1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99" r="12491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1531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FCFE6-FAF6-EA49-802F-D5B3F7DF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 auf Standard </a:t>
            </a:r>
            <a:r>
              <a:rPr lang="de-DE" dirty="0" err="1"/>
              <a:t>html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1B2E9D-760F-3046-AFB0-71C2BA2BE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Formular (form) einfacher Aufbau</a:t>
            </a:r>
          </a:p>
          <a:p>
            <a:pPr lvl="1"/>
            <a:r>
              <a:rPr lang="de-DE" dirty="0"/>
              <a:t>Mit Feldern (</a:t>
            </a:r>
            <a:r>
              <a:rPr lang="de-DE" dirty="0" err="1"/>
              <a:t>input</a:t>
            </a:r>
            <a:r>
              <a:rPr lang="de-DE" dirty="0"/>
              <a:t>, </a:t>
            </a:r>
            <a:r>
              <a:rPr lang="de-DE" dirty="0" err="1"/>
              <a:t>select</a:t>
            </a:r>
            <a:r>
              <a:rPr lang="de-DE" dirty="0"/>
              <a:t>, ..)</a:t>
            </a:r>
          </a:p>
          <a:p>
            <a:pPr lvl="1"/>
            <a:r>
              <a:rPr lang="de-DE" dirty="0" err="1"/>
              <a:t>FieldSet</a:t>
            </a:r>
            <a:r>
              <a:rPr lang="de-DE" dirty="0"/>
              <a:t> für visuelle Gruppierung</a:t>
            </a:r>
          </a:p>
          <a:p>
            <a:r>
              <a:rPr lang="de-DE" dirty="0"/>
              <a:t>Validierung mittels HTML 5 (teilweise)</a:t>
            </a:r>
          </a:p>
          <a:p>
            <a:r>
              <a:rPr lang="de-DE" dirty="0"/>
              <a:t>Posten der Daten mittels </a:t>
            </a:r>
            <a:r>
              <a:rPr lang="de-DE" dirty="0" err="1"/>
              <a:t>Pagereload</a:t>
            </a:r>
            <a:r>
              <a:rPr lang="de-DE" dirty="0"/>
              <a:t> oder AJAX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5127252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88248-C63E-2F46-8E2C-96A142DE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Formulare </a:t>
            </a:r>
            <a:r>
              <a:rPr lang="de-DE" dirty="0" err="1"/>
              <a:t>inAngular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D86B23E-C8C2-5243-B0F9-2344E3CE30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2968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81846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AD5C57-E945-6C46-BCFC-8D47EF0B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Formulare, Gruppen, Felder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A99450-9424-BD49-846E-E776243D4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Formular = Gruppe + </a:t>
            </a:r>
            <a:r>
              <a:rPr lang="de-DE" dirty="0" err="1"/>
              <a:t>Submit</a:t>
            </a:r>
            <a:r>
              <a:rPr lang="de-DE" dirty="0"/>
              <a:t>-Aktion</a:t>
            </a:r>
          </a:p>
          <a:p>
            <a:r>
              <a:rPr lang="de-DE" dirty="0"/>
              <a:t>Eine Gruppe enthält Liste von Feldern </a:t>
            </a:r>
          </a:p>
          <a:p>
            <a:pPr lvl="1"/>
            <a:r>
              <a:rPr lang="de-DE" dirty="0"/>
              <a:t>Zustand abhängig von enthaltenen Feldern</a:t>
            </a:r>
          </a:p>
          <a:p>
            <a:pPr lvl="1"/>
            <a:r>
              <a:rPr lang="de-DE" dirty="0" err="1"/>
              <a:t>z.B</a:t>
            </a:r>
            <a:r>
              <a:rPr lang="de-DE" dirty="0"/>
              <a:t>: Gruppe invalide, falls min. 1 Feld invalide</a:t>
            </a:r>
          </a:p>
          <a:p>
            <a:r>
              <a:rPr lang="de-DE" dirty="0"/>
              <a:t>Feld ist ein Wert + weitere Zustände</a:t>
            </a:r>
          </a:p>
          <a:p>
            <a:pPr lvl="1"/>
            <a:r>
              <a:rPr lang="de-DE" dirty="0" err="1"/>
              <a:t>dirty</a:t>
            </a:r>
            <a:r>
              <a:rPr lang="de-DE" dirty="0"/>
              <a:t>, </a:t>
            </a:r>
            <a:r>
              <a:rPr lang="de-DE" dirty="0" err="1"/>
              <a:t>touched</a:t>
            </a:r>
            <a:endParaRPr lang="de-DE" dirty="0"/>
          </a:p>
          <a:p>
            <a:pPr lvl="1"/>
            <a:r>
              <a:rPr lang="de-DE" dirty="0"/>
              <a:t>valid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0361058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70D02-89CB-D848-A0B8-57188489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Formulare Bauen mit </a:t>
            </a:r>
            <a:r>
              <a:rPr lang="de-DE" dirty="0" err="1"/>
              <a:t>ReactiveFormsModule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068298-A204-6749-93A5-691A1EC8B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Model-Klassen um Formular zu beschreiben</a:t>
            </a:r>
          </a:p>
          <a:p>
            <a:pPr lvl="1"/>
            <a:r>
              <a:rPr lang="de-DE" dirty="0" err="1"/>
              <a:t>FormGroup</a:t>
            </a:r>
            <a:r>
              <a:rPr lang="de-DE" dirty="0"/>
              <a:t> und </a:t>
            </a:r>
            <a:r>
              <a:rPr lang="de-DE" dirty="0" err="1"/>
              <a:t>FormControl</a:t>
            </a:r>
            <a:endParaRPr lang="de-DE" dirty="0"/>
          </a:p>
          <a:p>
            <a:pPr lvl="1"/>
            <a:r>
              <a:rPr lang="de-DE" dirty="0"/>
              <a:t>Gruppen bilden Baum mit Feldern als Blätter</a:t>
            </a:r>
          </a:p>
          <a:p>
            <a:pPr lvl="1"/>
            <a:r>
              <a:rPr lang="de-DE" dirty="0"/>
              <a:t>Formular selbst ist eine </a:t>
            </a:r>
            <a:r>
              <a:rPr lang="de-DE" dirty="0" err="1"/>
              <a:t>FormGroup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569650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0A6C46-9DBA-0045-8942-31BBE5A0B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HowTo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3C7B9E-7888-B843-BB1F-879BABA0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167" y="2506662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de-DE" sz="1900" dirty="0" err="1">
                <a:solidFill>
                  <a:srgbClr val="1E347B"/>
                </a:solidFill>
                <a:latin typeface="SourceCodePro"/>
              </a:rPr>
              <a:t>import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008080"/>
                </a:solidFill>
                <a:latin typeface="SourceCodePro"/>
              </a:rPr>
              <a:t>FormGroup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}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1E347B"/>
                </a:solidFill>
                <a:latin typeface="SourceCodePro"/>
              </a:rPr>
              <a:t>from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>
                <a:solidFill>
                  <a:srgbClr val="DD1144"/>
                </a:solidFill>
                <a:latin typeface="SourceCodePro"/>
              </a:rPr>
              <a:t>"@angular/</a:t>
            </a:r>
            <a:r>
              <a:rPr lang="de-DE" sz="1900" dirty="0" err="1">
                <a:solidFill>
                  <a:srgbClr val="DD1144"/>
                </a:solidFill>
                <a:latin typeface="SourceCodePro"/>
              </a:rPr>
              <a:t>forms</a:t>
            </a:r>
            <a:r>
              <a:rPr lang="de-DE" sz="19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1900" dirty="0">
              <a:solidFill>
                <a:srgbClr val="333333"/>
              </a:solidFill>
              <a:latin typeface="SourceCodePro"/>
            </a:endParaRPr>
          </a:p>
          <a:p>
            <a:pPr marL="0" lvl="0" indent="0">
              <a:buNone/>
            </a:pPr>
            <a:r>
              <a:rPr lang="de-DE" sz="1900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sz="1900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({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})</a:t>
            </a:r>
            <a:endParaRPr lang="de-DE" sz="1900" dirty="0">
              <a:solidFill>
                <a:srgbClr val="333333"/>
              </a:solidFill>
              <a:latin typeface="SourceCodePro"/>
            </a:endParaRPr>
          </a:p>
          <a:p>
            <a:pPr marL="0" lvl="0" indent="0">
              <a:buNone/>
            </a:pPr>
            <a:r>
              <a:rPr lang="de-DE" sz="1900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008080"/>
                </a:solidFill>
                <a:latin typeface="SourceCodePro"/>
              </a:rPr>
              <a:t>ReleaseFormComponent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1E347B"/>
                </a:solidFill>
                <a:latin typeface="SourceCodePro"/>
              </a:rPr>
              <a:t>implements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 err="1">
                <a:solidFill>
                  <a:srgbClr val="008080"/>
                </a:solidFill>
                <a:latin typeface="SourceCodePro"/>
              </a:rPr>
              <a:t>OnInit</a:t>
            </a:r>
            <a:r>
              <a:rPr lang="de-DE" sz="19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9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19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1800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form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 err="1">
                <a:solidFill>
                  <a:srgbClr val="008080"/>
                </a:solidFill>
                <a:latin typeface="SourceCodePro"/>
              </a:rPr>
              <a:t>FormGroup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1800" dirty="0">
                <a:solidFill>
                  <a:srgbClr val="195F91"/>
                </a:solidFill>
                <a:latin typeface="SourceCodePro"/>
              </a:rPr>
              <a:t>@Input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 err="1">
                <a:solidFill>
                  <a:srgbClr val="48484C"/>
                </a:solidFill>
                <a:latin typeface="SourceCodePro"/>
              </a:rPr>
              <a:t>release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>
                <a:solidFill>
                  <a:srgbClr val="008080"/>
                </a:solidFill>
                <a:latin typeface="SourceCodePro"/>
              </a:rPr>
              <a:t>Release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;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1800" dirty="0">
                <a:solidFill>
                  <a:srgbClr val="48484C"/>
                </a:solidFill>
                <a:latin typeface="SourceCodePro"/>
              </a:rPr>
              <a:t> 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1800" dirty="0" err="1">
                <a:solidFill>
                  <a:srgbClr val="48484C"/>
                </a:solidFill>
                <a:latin typeface="SourceCodePro"/>
              </a:rPr>
              <a:t>ngOnInit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18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18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1800" dirty="0" err="1">
                <a:solidFill>
                  <a:srgbClr val="48484C"/>
                </a:solidFill>
                <a:latin typeface="SourceCodePro"/>
              </a:rPr>
              <a:t>form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18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1800" dirty="0" err="1">
                <a:solidFill>
                  <a:srgbClr val="008080"/>
                </a:solidFill>
                <a:latin typeface="SourceCodePro"/>
              </a:rPr>
              <a:t>FormGroup</a:t>
            </a:r>
            <a:r>
              <a:rPr lang="de-DE" sz="1800" dirty="0">
                <a:solidFill>
                  <a:srgbClr val="93A1A1"/>
                </a:solidFill>
                <a:latin typeface="SourceCodePro"/>
              </a:rPr>
              <a:t>({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1371600" lvl="3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release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1371600" lvl="3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release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914400" lvl="2" indent="0">
              <a:buNone/>
            </a:pPr>
            <a:r>
              <a:rPr lang="de-DE" sz="1800" dirty="0">
                <a:solidFill>
                  <a:srgbClr val="93A1A1"/>
                </a:solidFill>
                <a:latin typeface="SourceCodePro"/>
              </a:rPr>
              <a:t>});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18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1800" dirty="0">
              <a:solidFill>
                <a:srgbClr val="333333"/>
              </a:solidFill>
              <a:latin typeface="SourceCodePro"/>
            </a:endParaRPr>
          </a:p>
          <a:p>
            <a:pPr marL="0" lvl="0" indent="0">
              <a:buNone/>
            </a:pPr>
            <a:r>
              <a:rPr lang="de-DE" sz="19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1900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C2CC2B0-36A6-F342-8D6D-E8DFD8307FF3}"/>
              </a:ext>
            </a:extLst>
          </p:cNvPr>
          <p:cNvSpPr/>
          <p:nvPr/>
        </p:nvSpPr>
        <p:spPr>
          <a:xfrm>
            <a:off x="6219463" y="418455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>
                <a:solidFill>
                  <a:srgbClr val="1E347B"/>
                </a:solidFill>
                <a:latin typeface="SourceCodePro"/>
              </a:rPr>
              <a:t>&lt;form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formGroup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"form"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(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ngSubmit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onSubmit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()"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latin typeface="SourceCodePro"/>
            </a:endParaRPr>
          </a:p>
          <a:p>
            <a:pPr lvl="1"/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Name: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latin typeface="SourceCodePro"/>
            </a:endParaRPr>
          </a:p>
          <a:p>
            <a:pPr lvl="1"/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input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type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text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form.controls.name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latin typeface="SourceCodePro"/>
            </a:endParaRPr>
          </a:p>
          <a:p>
            <a:pPr lvl="1"/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Date: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&lt;/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label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latin typeface="SourceCodePro"/>
            </a:endParaRPr>
          </a:p>
          <a:p>
            <a:pPr lvl="1"/>
            <a:r>
              <a:rPr lang="de-DE" dirty="0">
                <a:solidFill>
                  <a:srgbClr val="1E347B"/>
                </a:solidFill>
                <a:latin typeface="SourceCodePro"/>
              </a:rPr>
              <a:t>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input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type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date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latin typeface="SourceCodePro"/>
            </a:endParaRPr>
          </a:p>
          <a:p>
            <a:r>
              <a:rPr lang="de-DE" dirty="0">
                <a:solidFill>
                  <a:srgbClr val="1E347B"/>
                </a:solidFill>
                <a:latin typeface="SourceCodePro"/>
              </a:rPr>
              <a:t>&lt;/form&gt;</a:t>
            </a:r>
            <a:endParaRPr lang="de-DE" dirty="0">
              <a:latin typeface="SourceCodePro"/>
            </a:endParaRPr>
          </a:p>
          <a:p>
            <a:br>
              <a:rPr lang="de-DE" dirty="0"/>
            </a:br>
            <a:endParaRPr lang="de-DE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77927FF-4EA9-6342-B20B-B1C219173A0D}"/>
              </a:ext>
            </a:extLst>
          </p:cNvPr>
          <p:cNvCxnSpPr/>
          <p:nvPr/>
        </p:nvCxnSpPr>
        <p:spPr>
          <a:xfrm flipV="1">
            <a:off x="4190035" y="4433104"/>
            <a:ext cx="3912243" cy="5208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345883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6E73A-CD1E-F243-A2D3-C68B7016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21: </a:t>
            </a:r>
            <a:r>
              <a:rPr lang="de-DE" dirty="0" err="1"/>
              <a:t>FormBuilder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AABA3E-2DEF-FC40-ADA9-3A94EE2C5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Bereite die Anwendung für die Verwendung der Forms-API vor</a:t>
            </a:r>
          </a:p>
          <a:p>
            <a:pPr lvl="1"/>
            <a:r>
              <a:rPr lang="de-DE" dirty="0"/>
              <a:t>Importiere </a:t>
            </a:r>
            <a:r>
              <a:rPr lang="de-DE" dirty="0" err="1"/>
              <a:t>ReactiveFormsModule</a:t>
            </a:r>
            <a:r>
              <a:rPr lang="de-DE" dirty="0"/>
              <a:t> in </a:t>
            </a:r>
            <a:r>
              <a:rPr lang="de-DE" dirty="0" err="1"/>
              <a:t>TrainingsModule</a:t>
            </a:r>
            <a:endParaRPr lang="de-DE" dirty="0"/>
          </a:p>
          <a:p>
            <a:r>
              <a:rPr lang="de-DE" dirty="0"/>
              <a:t>Implementiere in </a:t>
            </a:r>
            <a:r>
              <a:rPr lang="de-DE" dirty="0" err="1"/>
              <a:t>TrainingDetailsComponent</a:t>
            </a:r>
            <a:r>
              <a:rPr lang="de-DE" dirty="0"/>
              <a:t> ein Formular</a:t>
            </a:r>
          </a:p>
          <a:p>
            <a:pPr lvl="1"/>
            <a:r>
              <a:rPr lang="de-DE" dirty="0"/>
              <a:t>Verwende in </a:t>
            </a:r>
            <a:r>
              <a:rPr lang="de-DE" dirty="0" err="1"/>
              <a:t>ngOnInit</a:t>
            </a:r>
            <a:r>
              <a:rPr lang="de-DE" dirty="0"/>
              <a:t> die Forms-API und </a:t>
            </a:r>
            <a:r>
              <a:rPr lang="de-DE" dirty="0" err="1"/>
              <a:t>speicher</a:t>
            </a:r>
            <a:r>
              <a:rPr lang="de-DE" dirty="0"/>
              <a:t> das Formular in einem Feld</a:t>
            </a:r>
          </a:p>
          <a:p>
            <a:pPr lvl="1"/>
            <a:r>
              <a:rPr lang="de-DE" dirty="0"/>
              <a:t>Erstelle für jedes Feld in Training (außer ID) ein </a:t>
            </a:r>
            <a:r>
              <a:rPr lang="de-DE" dirty="0" err="1"/>
              <a:t>FormControl</a:t>
            </a:r>
            <a:endParaRPr lang="de-DE" dirty="0"/>
          </a:p>
          <a:p>
            <a:pPr lvl="1"/>
            <a:r>
              <a:rPr lang="de-DE" dirty="0"/>
              <a:t>Initialisiere die Felder mit den vom Service geholten Daten</a:t>
            </a:r>
          </a:p>
          <a:p>
            <a:pPr lvl="1"/>
            <a:r>
              <a:rPr lang="de-DE" dirty="0"/>
              <a:t>Implementiere ein passendes Template mit einem Label und passendem Input pro </a:t>
            </a:r>
            <a:r>
              <a:rPr lang="de-DE" dirty="0" err="1"/>
              <a:t>FormControl</a:t>
            </a:r>
            <a:endParaRPr lang="de-DE" dirty="0"/>
          </a:p>
          <a:p>
            <a:pPr lvl="1"/>
            <a:r>
              <a:rPr lang="de-DE" dirty="0" err="1"/>
              <a:t>Tip</a:t>
            </a:r>
            <a:r>
              <a:rPr lang="de-DE" dirty="0"/>
              <a:t>: </a:t>
            </a:r>
            <a:r>
              <a:rPr lang="de-DE" i="1" dirty="0"/>
              <a:t>&lt;</a:t>
            </a:r>
            <a:r>
              <a:rPr lang="de-DE" i="1" dirty="0" err="1"/>
              <a:t>input</a:t>
            </a:r>
            <a:r>
              <a:rPr lang="de-DE" i="1" dirty="0"/>
              <a:t> type="</a:t>
            </a:r>
            <a:r>
              <a:rPr lang="de-DE" i="1" dirty="0" err="1"/>
              <a:t>date</a:t>
            </a:r>
            <a:r>
              <a:rPr lang="de-DE" i="1" dirty="0"/>
              <a:t>"&gt; </a:t>
            </a:r>
            <a:r>
              <a:rPr lang="de-DE" dirty="0"/>
              <a:t>für </a:t>
            </a:r>
            <a:r>
              <a:rPr lang="de-DE" dirty="0" err="1"/>
              <a:t>nextRun</a:t>
            </a:r>
            <a:r>
              <a:rPr lang="de-DE" dirty="0"/>
              <a:t>, Daten-Mapping erforderlich</a:t>
            </a:r>
            <a:br>
              <a:rPr lang="de-DE" dirty="0"/>
            </a:br>
            <a:r>
              <a:rPr lang="de-DE" i="1" dirty="0" err="1"/>
              <a:t>training.nextRun</a:t>
            </a:r>
            <a:r>
              <a:rPr lang="de-DE" i="1" dirty="0"/>
              <a:t>().</a:t>
            </a:r>
            <a:r>
              <a:rPr lang="de-DE" i="1" dirty="0" err="1"/>
              <a:t>toIsoString</a:t>
            </a:r>
            <a:r>
              <a:rPr lang="de-DE" i="1" dirty="0"/>
              <a:t>().</a:t>
            </a:r>
            <a:r>
              <a:rPr lang="de-DE" i="1" dirty="0" err="1"/>
              <a:t>substr</a:t>
            </a:r>
            <a:r>
              <a:rPr lang="de-DE" i="1" dirty="0"/>
              <a:t>(0, 10) </a:t>
            </a:r>
            <a:r>
              <a:rPr lang="de-DE" dirty="0"/>
              <a:t>und </a:t>
            </a:r>
            <a:r>
              <a:rPr lang="de-DE" i="1" dirty="0" err="1"/>
              <a:t>new</a:t>
            </a:r>
            <a:r>
              <a:rPr lang="de-DE" i="1" dirty="0"/>
              <a:t> Date(</a:t>
            </a:r>
            <a:r>
              <a:rPr lang="de-DE" i="1" dirty="0" err="1"/>
              <a:t>inputValue</a:t>
            </a:r>
            <a:r>
              <a:rPr lang="de-DE" i="1" dirty="0"/>
              <a:t>)</a:t>
            </a:r>
          </a:p>
          <a:p>
            <a:r>
              <a:rPr lang="de-DE" dirty="0"/>
              <a:t>Implementiere das Speichern der geänderten Daten</a:t>
            </a:r>
          </a:p>
          <a:p>
            <a:pPr lvl="1"/>
            <a:r>
              <a:rPr lang="de-DE" dirty="0"/>
              <a:t>Verwende das </a:t>
            </a:r>
            <a:r>
              <a:rPr lang="de-DE" dirty="0" err="1"/>
              <a:t>ngSubmit</a:t>
            </a:r>
            <a:r>
              <a:rPr lang="de-DE" dirty="0"/>
              <a:t>-Event am Formular und einen </a:t>
            </a:r>
            <a:r>
              <a:rPr lang="de-DE" dirty="0" err="1"/>
              <a:t>Submit</a:t>
            </a:r>
            <a:r>
              <a:rPr lang="de-DE" dirty="0"/>
              <a:t>-Button zum Speichern</a:t>
            </a:r>
          </a:p>
          <a:p>
            <a:pPr lvl="1"/>
            <a:r>
              <a:rPr lang="de-DE" dirty="0"/>
              <a:t>Übernehme die geänderten Daten in das Domain-Objekt (</a:t>
            </a:r>
            <a:r>
              <a:rPr lang="de-DE" dirty="0" err="1"/>
              <a:t>Tip</a:t>
            </a:r>
            <a:r>
              <a:rPr lang="de-DE" dirty="0"/>
              <a:t>: </a:t>
            </a:r>
            <a:r>
              <a:rPr lang="de-DE" dirty="0" err="1"/>
              <a:t>Object.assign</a:t>
            </a:r>
            <a:r>
              <a:rPr lang="de-DE" dirty="0"/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701474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5" descr="Lupe vor klarem Hintergrund">
            <a:extLst>
              <a:ext uri="{FF2B5EF4-FFF2-40B4-BE49-F238E27FC236}">
                <a16:creationId xmlns:a16="http://schemas.microsoft.com/office/drawing/2014/main" id="{5004BA33-2A82-467A-AE64-8B2743E6E4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D73AAC9-4919-6D41-9F73-F6FD7045C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Validierung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048541-8DF0-2741-A48F-77CF359E2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Prüfen der Formulareingaben</a:t>
            </a:r>
          </a:p>
        </p:txBody>
      </p:sp>
    </p:spTree>
    <p:extLst>
      <p:ext uri="{BB962C8B-B14F-4D97-AF65-F5344CB8AC3E}">
        <p14:creationId xmlns:p14="http://schemas.microsoft.com/office/powerpoint/2010/main" val="3773063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92D733C-98BF-E04D-9068-8F55FCAA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CBE36A5-90DC-B744-BDFD-B45378750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2-fache Validierung ist nicht redundant</a:t>
            </a:r>
          </a:p>
          <a:p>
            <a:pPr lvl="1"/>
            <a:r>
              <a:rPr lang="de-DE" dirty="0"/>
              <a:t>Client-seitig Validierung für User Experience</a:t>
            </a:r>
          </a:p>
          <a:p>
            <a:pPr lvl="1"/>
            <a:r>
              <a:rPr lang="de-DE" dirty="0"/>
              <a:t>Server-seitig Validierung für Sicherheit</a:t>
            </a:r>
          </a:p>
          <a:p>
            <a:r>
              <a:rPr lang="de-DE" dirty="0" err="1"/>
              <a:t>Validatoren</a:t>
            </a:r>
            <a:endParaRPr lang="de-DE" dirty="0"/>
          </a:p>
          <a:p>
            <a:pPr lvl="1"/>
            <a:r>
              <a:rPr lang="de-DE" dirty="0" err="1"/>
              <a:t>Build</a:t>
            </a:r>
            <a:r>
              <a:rPr lang="de-DE" dirty="0"/>
              <a:t>-in</a:t>
            </a:r>
          </a:p>
          <a:p>
            <a:pPr lvl="1"/>
            <a:r>
              <a:rPr lang="de-DE" dirty="0"/>
              <a:t>Custom</a:t>
            </a:r>
          </a:p>
          <a:p>
            <a:r>
              <a:rPr lang="de-DE" dirty="0"/>
              <a:t>Verwendung</a:t>
            </a:r>
          </a:p>
          <a:p>
            <a:pPr lvl="1"/>
            <a:r>
              <a:rPr lang="de-DE" dirty="0"/>
              <a:t>Mittels </a:t>
            </a:r>
            <a:r>
              <a:rPr lang="de-DE" dirty="0" err="1"/>
              <a:t>Attributierung</a:t>
            </a:r>
            <a:r>
              <a:rPr lang="de-DE" dirty="0"/>
              <a:t> bzw. Direktive</a:t>
            </a:r>
          </a:p>
          <a:p>
            <a:pPr lvl="1"/>
            <a:r>
              <a:rPr lang="de-DE" dirty="0"/>
              <a:t>Mit Hilfe der Forms API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668810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F4F35-CF62-2946-A69C-D9B53792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53AAF4-1F7B-924F-8273-C1666AEB6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form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FormGroup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48484C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Validators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required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)),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city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Validators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maxLength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10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)),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zip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Validators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pattern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'[0-9]{5}'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)),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street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Validators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compose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([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008080"/>
                </a:solidFill>
                <a:latin typeface="SourceCodePro"/>
              </a:rPr>
              <a:t>		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Validators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required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Validators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minLength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195F91"/>
                </a:solidFill>
                <a:latin typeface="SourceCodePro"/>
              </a:rPr>
              <a:t>3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]))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847354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A89A2-053A-144A-BA29-B7FD8972D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Validierungsfehler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D36955-DE17-DA4C-9CD4-03094050D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rgbClr val="333333"/>
                </a:solidFill>
                <a:latin typeface="Aller"/>
              </a:rPr>
              <a:t>Zustand pro Feld / Gruppe / Formular</a:t>
            </a: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untouched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touched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 err="1">
                <a:solidFill>
                  <a:srgbClr val="333333"/>
                </a:solidFill>
                <a:latin typeface="Aller"/>
              </a:rPr>
              <a:t>pristine</a:t>
            </a:r>
            <a:r>
              <a:rPr lang="de-DE" dirty="0">
                <a:solidFill>
                  <a:srgbClr val="333333"/>
                </a:solidFill>
                <a:latin typeface="Aller"/>
              </a:rPr>
              <a:t>,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dirty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valid, </a:t>
            </a:r>
            <a:r>
              <a:rPr lang="de-DE" dirty="0" err="1">
                <a:solidFill>
                  <a:srgbClr val="333333"/>
                </a:solidFill>
                <a:latin typeface="Aller"/>
              </a:rPr>
              <a:t>errors</a:t>
            </a:r>
            <a:endParaRPr lang="de-DE" dirty="0">
              <a:solidFill>
                <a:srgbClr val="333333"/>
              </a:solidFill>
              <a:latin typeface="Aller"/>
            </a:endParaRPr>
          </a:p>
          <a:p>
            <a:pPr marL="742950" lvl="1" indent="-285750"/>
            <a:r>
              <a:rPr lang="de-DE" dirty="0">
                <a:solidFill>
                  <a:srgbClr val="333333"/>
                </a:solidFill>
                <a:latin typeface="Aller"/>
              </a:rPr>
              <a:t>Value</a:t>
            </a:r>
          </a:p>
          <a:p>
            <a:pPr marL="285750" indent="-285750"/>
            <a:r>
              <a:rPr lang="de-DE" dirty="0">
                <a:solidFill>
                  <a:srgbClr val="333333"/>
                </a:solidFill>
                <a:latin typeface="Aller"/>
              </a:rPr>
              <a:t>Zusammenspiel mit CSS Klassen</a:t>
            </a:r>
          </a:p>
          <a:p>
            <a:pPr lvl="1"/>
            <a:r>
              <a:rPr lang="de-DE" dirty="0"/>
              <a:t>Angular setzt CSS-Klassen an Formular und Feldern</a:t>
            </a:r>
          </a:p>
          <a:p>
            <a:pPr lvl="1"/>
            <a:r>
              <a:rPr lang="de-DE" dirty="0" err="1"/>
              <a:t>ng</a:t>
            </a:r>
            <a:r>
              <a:rPr lang="de-DE" dirty="0"/>
              <a:t>-valid, </a:t>
            </a:r>
            <a:r>
              <a:rPr lang="de-DE" dirty="0" err="1"/>
              <a:t>ng</a:t>
            </a:r>
            <a:r>
              <a:rPr lang="de-DE" dirty="0"/>
              <a:t>-invalid, </a:t>
            </a:r>
            <a:r>
              <a:rPr lang="de-DE" dirty="0" err="1"/>
              <a:t>ng-pristine</a:t>
            </a:r>
            <a:r>
              <a:rPr lang="de-DE" dirty="0"/>
              <a:t>, </a:t>
            </a:r>
            <a:r>
              <a:rPr lang="de-DE" dirty="0" err="1"/>
              <a:t>ng-dirty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826159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171C17-1B7B-CE44-9368-EFD721B2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Zugriff auf Fehlerzustand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D9FF00-E6E3-1D43-A5D3-7052628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"form-group"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class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has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-error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form.controls.</a:t>
            </a:r>
            <a:r>
              <a:rPr lang="de-DE" sz="3200" dirty="0" err="1">
                <a:solidFill>
                  <a:srgbClr val="DD1144"/>
                </a:solidFill>
                <a:latin typeface="SourceCodePro"/>
              </a:rPr>
              <a:t>email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.dirty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&amp;&amp; 	!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form.controls.</a:t>
            </a:r>
            <a:r>
              <a:rPr lang="de-DE" sz="3600" dirty="0" err="1">
                <a:solidFill>
                  <a:srgbClr val="DD1144"/>
                </a:solidFill>
                <a:latin typeface="SourceCodePro"/>
              </a:rPr>
              <a:t>email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.valid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class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has-warning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form.controls.</a:t>
            </a:r>
            <a:r>
              <a:rPr lang="de-DE" sz="3200" dirty="0" err="1">
                <a:solidFill>
                  <a:srgbClr val="DD1144"/>
                </a:solidFill>
                <a:latin typeface="SourceCodePro"/>
              </a:rPr>
              <a:t>email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.pristine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 &amp;&amp; 	!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form.controls.</a:t>
            </a:r>
            <a:r>
              <a:rPr lang="de-DE" sz="3200" dirty="0" err="1">
                <a:solidFill>
                  <a:srgbClr val="DD1144"/>
                </a:solidFill>
                <a:latin typeface="SourceCodePro"/>
              </a:rPr>
              <a:t>email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.valid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	&lt;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input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type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"email"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"form-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control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			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formControlName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3200" dirty="0">
                <a:solidFill>
                  <a:srgbClr val="DD1144"/>
                </a:solidFill>
                <a:latin typeface="SourceCodePro"/>
              </a:rPr>
              <a:t>email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0891447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1746F-9519-804F-AB58-8FBC4B715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ErrorsMap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B477EB-B0C7-614F-8CEB-AD2F03EC6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hidden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"!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form.controls.password.dirty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hidden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"!form.controls.password.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errors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?.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required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Password ist Pflichtfeld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&lt;div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[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hidden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]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"!form.controls.password.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errors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?.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complex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Password muss aus 8 Zeichen und mind. 1 Sonderzeichen und Großbuchstaben bestehen.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&lt;/div&gt;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807897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F419F5-AA83-C446-AE67-BDF3A27C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22: Validierung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EF2F51-23F7-1046-A86E-CF3A0C0EE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Validiere in </a:t>
            </a:r>
            <a:r>
              <a:rPr lang="de-DE" dirty="0" err="1"/>
              <a:t>TrainingDetailComponent</a:t>
            </a:r>
            <a:endParaRPr lang="de-DE" dirty="0"/>
          </a:p>
          <a:p>
            <a:pPr lvl="1"/>
            <a:r>
              <a:rPr lang="de-DE" dirty="0" err="1"/>
              <a:t>name</a:t>
            </a:r>
            <a:r>
              <a:rPr lang="de-DE" dirty="0"/>
              <a:t> ist </a:t>
            </a:r>
            <a:r>
              <a:rPr lang="de-DE" dirty="0" err="1"/>
              <a:t>required</a:t>
            </a:r>
            <a:endParaRPr lang="de-DE" dirty="0"/>
          </a:p>
          <a:p>
            <a:pPr lvl="1"/>
            <a:r>
              <a:rPr lang="de-DE" dirty="0" err="1"/>
              <a:t>description</a:t>
            </a:r>
            <a:r>
              <a:rPr lang="de-DE" dirty="0"/>
              <a:t> mindestens 30 Zeichen lang</a:t>
            </a:r>
          </a:p>
          <a:p>
            <a:r>
              <a:rPr lang="de-DE" dirty="0"/>
              <a:t>Gib für jedes invalide Feld eine Fehlermeldung aus</a:t>
            </a:r>
          </a:p>
          <a:p>
            <a:r>
              <a:rPr lang="de-DE" dirty="0"/>
              <a:t>Verhindere das Absenden des invaliden </a:t>
            </a:r>
            <a:r>
              <a:rPr lang="de-DE" dirty="0" err="1"/>
              <a:t>Formulares</a:t>
            </a:r>
            <a:endParaRPr lang="de-DE" dirty="0"/>
          </a:p>
          <a:p>
            <a:pPr lvl="1"/>
            <a:r>
              <a:rPr lang="de-DE" dirty="0" err="1"/>
              <a:t>Tip</a:t>
            </a:r>
            <a:r>
              <a:rPr lang="de-DE" dirty="0"/>
              <a:t>: [</a:t>
            </a:r>
            <a:r>
              <a:rPr lang="de-DE" dirty="0" err="1"/>
              <a:t>disabled</a:t>
            </a:r>
            <a:r>
              <a:rPr lang="de-DE" dirty="0"/>
              <a:t>] an </a:t>
            </a:r>
            <a:r>
              <a:rPr lang="de-DE" dirty="0" err="1"/>
              <a:t>Submit</a:t>
            </a:r>
            <a:r>
              <a:rPr lang="de-DE" dirty="0"/>
              <a:t>-Button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584295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1D460E2-8D1E-A74E-A10D-606AE7C35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Kind Komponenten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25190A-AD75-A441-8149-75420D11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Modulare wiederverwendbare Komponenten</a:t>
            </a:r>
          </a:p>
        </p:txBody>
      </p:sp>
    </p:spTree>
    <p:extLst>
      <p:ext uri="{BB962C8B-B14F-4D97-AF65-F5344CB8AC3E}">
        <p14:creationId xmlns:p14="http://schemas.microsoft.com/office/powerpoint/2010/main" val="64336484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22AC2BB-03BF-D64C-B311-CD5A4BA14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0100C57-51E2-8844-B8F7-55A6734F2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Smarte Komponenten und einfache (dumme) Komponenten</a:t>
            </a:r>
          </a:p>
          <a:p>
            <a:pPr lvl="1"/>
            <a:r>
              <a:rPr lang="de-DE" dirty="0"/>
              <a:t>Smarte Komponenten wissen etwas über Umgebung </a:t>
            </a:r>
          </a:p>
          <a:p>
            <a:pPr lvl="2"/>
            <a:r>
              <a:rPr lang="de-DE" dirty="0"/>
              <a:t>z.B. Abhängigkeiten von Services</a:t>
            </a:r>
          </a:p>
          <a:p>
            <a:pPr lvl="1"/>
            <a:r>
              <a:rPr lang="de-DE" dirty="0"/>
              <a:t>Dumme Komponenten haben nur Inputs und Outputs </a:t>
            </a:r>
          </a:p>
          <a:p>
            <a:pPr lvl="2"/>
            <a:r>
              <a:rPr lang="de-DE" dirty="0"/>
              <a:t>z.B. keine Abhängigkeiten von Services</a:t>
            </a:r>
          </a:p>
          <a:p>
            <a:r>
              <a:rPr lang="de-DE" dirty="0"/>
              <a:t>Bessere Wiederverwendbarkeit bei dummen Komponenten</a:t>
            </a:r>
          </a:p>
          <a:p>
            <a:endParaRPr lang="de-DE" dirty="0"/>
          </a:p>
          <a:p>
            <a:r>
              <a:rPr lang="de-DE" dirty="0"/>
              <a:t>In unserer Beispielanwendung Formular aus Detailkomponente auslagern.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b="1" dirty="0">
                <a:sym typeface="Wingdings" pitchFamily="2" charset="2"/>
              </a:rPr>
              <a:t>Wie läuft die Interaktion </a:t>
            </a:r>
            <a:r>
              <a:rPr lang="de-DE" b="1" dirty="0" err="1">
                <a:sym typeface="Wingdings" pitchFamily="2" charset="2"/>
              </a:rPr>
              <a:t>topDown</a:t>
            </a:r>
            <a:r>
              <a:rPr lang="de-DE" b="1" dirty="0">
                <a:sym typeface="Wingdings" pitchFamily="2" charset="2"/>
              </a:rPr>
              <a:t> und </a:t>
            </a:r>
            <a:r>
              <a:rPr lang="de-DE" b="1" dirty="0" err="1">
                <a:sym typeface="Wingdings" pitchFamily="2" charset="2"/>
              </a:rPr>
              <a:t>bottomUp</a:t>
            </a:r>
            <a:endParaRPr lang="de-DE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6257435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3BFD9F-10B6-8C41-8E43-85F8430D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Rückblick: Input Output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48ADEB-A1E3-5E4A-A28E-AD6949C6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Vater zu Kind über Property-Binding</a:t>
            </a:r>
          </a:p>
          <a:p>
            <a:pPr lvl="1"/>
            <a:r>
              <a:rPr lang="de-DE" dirty="0"/>
              <a:t>Daten von oben nach unten übergeben</a:t>
            </a:r>
          </a:p>
          <a:p>
            <a:pPr lvl="1"/>
            <a:r>
              <a:rPr lang="de-DE" dirty="0"/>
              <a:t>Kind: </a:t>
            </a:r>
            <a:r>
              <a:rPr lang="de-DE" dirty="0" err="1"/>
              <a:t>ngOnChanges</a:t>
            </a:r>
            <a:r>
              <a:rPr lang="de-DE" dirty="0"/>
              <a:t> </a:t>
            </a:r>
            <a:r>
              <a:rPr lang="de-DE" dirty="0" err="1"/>
              <a:t>Lifecycle</a:t>
            </a:r>
            <a:r>
              <a:rPr lang="de-DE" dirty="0"/>
              <a:t> Hook für Updates von eigenem @Input()</a:t>
            </a:r>
          </a:p>
          <a:p>
            <a:r>
              <a:rPr lang="de-DE" dirty="0"/>
              <a:t>Kind zu Vater über Event-Binding</a:t>
            </a:r>
          </a:p>
          <a:p>
            <a:pPr lvl="1"/>
            <a:r>
              <a:rPr lang="de-DE" dirty="0"/>
              <a:t>Events von unten nach oben reichen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30853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792A2-847C-BE43-9FD2-DBD93D9B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@</a:t>
            </a:r>
            <a:r>
              <a:rPr lang="de-DE" dirty="0" err="1"/>
              <a:t>ViewChild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BE83E7-950B-224B-B5CD-3BE40C5FF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Injection</a:t>
            </a:r>
            <a:r>
              <a:rPr lang="de-DE" dirty="0"/>
              <a:t> von </a:t>
            </a:r>
            <a:r>
              <a:rPr lang="de-DE" dirty="0" err="1"/>
              <a:t>Kindkomponente</a:t>
            </a:r>
            <a:r>
              <a:rPr lang="de-DE" dirty="0"/>
              <a:t> zur einfacheren Interaktion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export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ParentComponent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/>
          </a:p>
          <a:p>
            <a:pPr marL="457200" lvl="1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ViewChild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ListComponent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listComponent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ListComponent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3083368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1730F-4B8B-4D45-9DF0-E431F50D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Kommunikation über </a:t>
            </a:r>
            <a:r>
              <a:rPr lang="de-DE" dirty="0" err="1"/>
              <a:t>ThirdParty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F9E8A6-AB66-CD4A-9AE4-6E15D2C8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Kommunikationskanal</a:t>
            </a:r>
          </a:p>
          <a:p>
            <a:pPr lvl="1"/>
            <a:r>
              <a:rPr lang="de-DE" dirty="0"/>
              <a:t>Service stellt Observables bereit </a:t>
            </a:r>
          </a:p>
          <a:p>
            <a:r>
              <a:rPr lang="de-DE" dirty="0"/>
              <a:t>Auch andere Kommunikationsstrukturen möglich z.B. 1:n</a:t>
            </a:r>
          </a:p>
          <a:p>
            <a:r>
              <a:rPr lang="de-DE" dirty="0"/>
              <a:t>Vaterkomponente kann als Provider vom Service dienen (</a:t>
            </a:r>
            <a:r>
              <a:rPr lang="de-DE" dirty="0" err="1"/>
              <a:t>Scoped</a:t>
            </a:r>
            <a:r>
              <a:rPr lang="de-DE" dirty="0"/>
              <a:t> Service Instanziierung)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6540474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773CBD-15ED-8C4C-986E-7346665D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 Event Emitter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37421C-B52D-8E43-9E8A-E339DC5A37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2600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sz="2600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({})</a:t>
            </a:r>
            <a:endParaRPr lang="de-DE" sz="2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2600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600" dirty="0" err="1">
                <a:solidFill>
                  <a:srgbClr val="008080"/>
                </a:solidFill>
                <a:latin typeface="SourceCodePro"/>
              </a:rPr>
              <a:t>ListComponent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2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2600" dirty="0" err="1">
                <a:solidFill>
                  <a:srgbClr val="48484C"/>
                </a:solidFill>
                <a:latin typeface="SourceCodePro"/>
              </a:rPr>
              <a:t>constructor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600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600" dirty="0" err="1">
                <a:solidFill>
                  <a:srgbClr val="48484C"/>
                </a:solidFill>
                <a:latin typeface="SourceCodePro"/>
              </a:rPr>
              <a:t>com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600" dirty="0">
                <a:solidFill>
                  <a:srgbClr val="008080"/>
                </a:solidFill>
                <a:latin typeface="SourceCodePro"/>
              </a:rPr>
              <a:t>Communication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26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2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2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200" dirty="0" err="1">
                <a:solidFill>
                  <a:srgbClr val="48484C"/>
                </a:solidFill>
                <a:latin typeface="SourceCodePro"/>
              </a:rPr>
              <a:t>subscription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	</a:t>
            </a:r>
            <a:r>
              <a:rPr lang="de-DE" sz="2200" dirty="0" err="1">
                <a:solidFill>
                  <a:srgbClr val="48484C"/>
                </a:solidFill>
                <a:latin typeface="SourceCodePro"/>
              </a:rPr>
              <a:t>com</a:t>
            </a:r>
            <a:r>
              <a:rPr lang="de-DE" sz="22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200" dirty="0" err="1">
                <a:solidFill>
                  <a:srgbClr val="48484C"/>
                </a:solidFill>
                <a:latin typeface="SourceCodePro"/>
              </a:rPr>
              <a:t>detailToList</a:t>
            </a:r>
            <a:r>
              <a:rPr lang="de-DE" sz="22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200" dirty="0" err="1">
                <a:solidFill>
                  <a:srgbClr val="48484C"/>
                </a:solidFill>
                <a:latin typeface="SourceCodePro"/>
              </a:rPr>
              <a:t>subscribe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(</a:t>
            </a:r>
            <a:endParaRPr lang="de-DE" sz="22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2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update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200" dirty="0" err="1">
                <a:solidFill>
                  <a:srgbClr val="008080"/>
                </a:solidFill>
                <a:latin typeface="SourceCodePro"/>
              </a:rPr>
              <a:t>DetailUpdate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=&gt;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200" dirty="0" err="1">
                <a:solidFill>
                  <a:srgbClr val="48484C"/>
                </a:solidFill>
                <a:latin typeface="SourceCodePro"/>
              </a:rPr>
              <a:t>console</a:t>
            </a:r>
            <a:r>
              <a:rPr lang="de-DE" sz="22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200" dirty="0" err="1">
                <a:solidFill>
                  <a:srgbClr val="48484C"/>
                </a:solidFill>
                <a:latin typeface="SourceCodePro"/>
              </a:rPr>
              <a:t>log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200" dirty="0">
                <a:solidFill>
                  <a:srgbClr val="DD1144"/>
                </a:solidFill>
                <a:latin typeface="SourceCodePro"/>
              </a:rPr>
              <a:t>"update </a:t>
            </a:r>
            <a:r>
              <a:rPr lang="de-DE" sz="2200" dirty="0" err="1">
                <a:solidFill>
                  <a:srgbClr val="DD1144"/>
                </a:solidFill>
                <a:latin typeface="SourceCodePro"/>
              </a:rPr>
              <a:t>received</a:t>
            </a:r>
            <a:r>
              <a:rPr lang="de-DE" sz="2200" dirty="0">
                <a:solidFill>
                  <a:srgbClr val="DD1144"/>
                </a:solidFill>
                <a:latin typeface="SourceCodePro"/>
              </a:rPr>
              <a:t>"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);</a:t>
            </a:r>
            <a:r>
              <a:rPr lang="de-DE" sz="22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2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2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2200" dirty="0">
                <a:solidFill>
                  <a:srgbClr val="93A1A1"/>
                </a:solidFill>
                <a:latin typeface="SourceCodePro"/>
              </a:rPr>
              <a:t>);</a:t>
            </a:r>
            <a:endParaRPr lang="de-DE" sz="22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26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2600" dirty="0" err="1">
                <a:solidFill>
                  <a:srgbClr val="48484C"/>
                </a:solidFill>
                <a:latin typeface="SourceCodePro"/>
              </a:rPr>
              <a:t>doSomething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6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2600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sz="21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1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100" dirty="0" err="1">
                <a:solidFill>
                  <a:srgbClr val="48484C"/>
                </a:solidFill>
                <a:latin typeface="SourceCodePro"/>
              </a:rPr>
              <a:t>com</a:t>
            </a:r>
            <a:r>
              <a:rPr lang="de-DE" sz="21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100" dirty="0" err="1">
                <a:solidFill>
                  <a:srgbClr val="48484C"/>
                </a:solidFill>
                <a:latin typeface="SourceCodePro"/>
              </a:rPr>
              <a:t>listToDetail</a:t>
            </a:r>
            <a:r>
              <a:rPr lang="de-DE" sz="21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100" dirty="0" err="1">
                <a:solidFill>
                  <a:srgbClr val="48484C"/>
                </a:solidFill>
                <a:latin typeface="SourceCodePro"/>
              </a:rPr>
              <a:t>emit</a:t>
            </a:r>
            <a:r>
              <a:rPr lang="de-DE" sz="2100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sz="21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21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100" dirty="0" err="1">
                <a:solidFill>
                  <a:srgbClr val="008080"/>
                </a:solidFill>
                <a:latin typeface="SourceCodePro"/>
              </a:rPr>
              <a:t>ListUpdate</a:t>
            </a:r>
            <a:r>
              <a:rPr lang="de-DE" sz="2100" dirty="0">
                <a:solidFill>
                  <a:srgbClr val="93A1A1"/>
                </a:solidFill>
                <a:latin typeface="SourceCodePro"/>
              </a:rPr>
              <a:t>());</a:t>
            </a: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500" dirty="0">
              <a:solidFill>
                <a:srgbClr val="48484C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2500" dirty="0" err="1">
                <a:solidFill>
                  <a:srgbClr val="48484C"/>
                </a:solidFill>
                <a:latin typeface="SourceCodePro"/>
              </a:rPr>
              <a:t>ngOnDestroy</a:t>
            </a:r>
            <a:r>
              <a:rPr lang="de-DE" sz="2500" dirty="0">
                <a:solidFill>
                  <a:srgbClr val="93A1A1"/>
                </a:solidFill>
                <a:latin typeface="SourceCodePro"/>
              </a:rPr>
              <a:t>()</a:t>
            </a:r>
            <a:r>
              <a:rPr lang="de-DE" sz="2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2500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sz="2500" dirty="0">
                <a:solidFill>
                  <a:srgbClr val="48484C"/>
                </a:solidFill>
                <a:latin typeface="SourceCodePro"/>
              </a:rPr>
              <a:t> 	</a:t>
            </a:r>
          </a:p>
          <a:p>
            <a:pPr marL="457200" lvl="1" indent="0">
              <a:buNone/>
            </a:pPr>
            <a:r>
              <a:rPr lang="de-DE" sz="2100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sz="21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100" dirty="0" err="1">
                <a:solidFill>
                  <a:srgbClr val="48484C"/>
                </a:solidFill>
                <a:latin typeface="SourceCodePro"/>
              </a:rPr>
              <a:t>subscription</a:t>
            </a:r>
            <a:r>
              <a:rPr lang="de-DE" sz="2100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sz="2100" dirty="0" err="1">
                <a:solidFill>
                  <a:srgbClr val="48484C"/>
                </a:solidFill>
                <a:latin typeface="SourceCodePro"/>
              </a:rPr>
              <a:t>unsubscribe</a:t>
            </a:r>
            <a:r>
              <a:rPr lang="de-DE" sz="2100" dirty="0">
                <a:solidFill>
                  <a:srgbClr val="93A1A1"/>
                </a:solidFill>
                <a:latin typeface="SourceCodePro"/>
              </a:rPr>
              <a:t>();</a:t>
            </a:r>
            <a:r>
              <a:rPr lang="de-DE" sz="2100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0" indent="0">
              <a:buNone/>
            </a:pPr>
            <a:r>
              <a:rPr lang="de-DE" sz="25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5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26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26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F78A051-09D5-FC42-A605-AEF3F4D35B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4000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sz="40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4000" dirty="0">
                <a:solidFill>
                  <a:srgbClr val="008080"/>
                </a:solidFill>
                <a:latin typeface="SourceCodePro"/>
              </a:rPr>
              <a:t>Communication</a:t>
            </a:r>
            <a:r>
              <a:rPr lang="de-DE" sz="40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4000" dirty="0">
                <a:solidFill>
                  <a:srgbClr val="93A1A1"/>
                </a:solidFill>
                <a:latin typeface="SourceCodePro"/>
              </a:rPr>
              <a:t>{</a:t>
            </a:r>
            <a:endParaRPr lang="de-DE" sz="40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3500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 err="1">
                <a:solidFill>
                  <a:srgbClr val="48484C"/>
                </a:solidFill>
                <a:latin typeface="SourceCodePro"/>
              </a:rPr>
              <a:t>listToDetail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 err="1">
                <a:solidFill>
                  <a:srgbClr val="008080"/>
                </a:solidFill>
                <a:latin typeface="SourceCodePro"/>
              </a:rPr>
              <a:t>EventEmitter</a:t>
            </a:r>
            <a:r>
              <a:rPr lang="de-DE" sz="3500" dirty="0">
                <a:solidFill>
                  <a:srgbClr val="93A1A1"/>
                </a:solidFill>
                <a:latin typeface="SourceCodePro"/>
              </a:rPr>
              <a:t>&lt;</a:t>
            </a:r>
            <a:r>
              <a:rPr lang="de-DE" sz="3500" dirty="0" err="1">
                <a:solidFill>
                  <a:srgbClr val="008080"/>
                </a:solidFill>
                <a:latin typeface="SourceCodePro"/>
              </a:rPr>
              <a:t>ListUpdate</a:t>
            </a:r>
            <a:r>
              <a:rPr lang="de-DE" sz="3500" dirty="0">
                <a:solidFill>
                  <a:srgbClr val="93A1A1"/>
                </a:solidFill>
                <a:latin typeface="SourceCodePro"/>
              </a:rPr>
              <a:t>&gt;();</a:t>
            </a:r>
            <a:endParaRPr lang="de-DE" sz="3500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sz="3500" dirty="0" err="1">
                <a:solidFill>
                  <a:srgbClr val="1E347B"/>
                </a:solidFill>
                <a:latin typeface="SourceCodePro"/>
              </a:rPr>
              <a:t>public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 err="1">
                <a:solidFill>
                  <a:srgbClr val="48484C"/>
                </a:solidFill>
                <a:latin typeface="SourceCodePro"/>
              </a:rPr>
              <a:t>detailToList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sz="3500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sz="3500" dirty="0" err="1">
                <a:solidFill>
                  <a:srgbClr val="008080"/>
                </a:solidFill>
                <a:latin typeface="SourceCodePro"/>
              </a:rPr>
              <a:t>EventEmitter</a:t>
            </a:r>
            <a:r>
              <a:rPr lang="de-DE" sz="3500" dirty="0">
                <a:solidFill>
                  <a:srgbClr val="93A1A1"/>
                </a:solidFill>
                <a:latin typeface="SourceCodePro"/>
              </a:rPr>
              <a:t>&lt;</a:t>
            </a:r>
            <a:r>
              <a:rPr lang="de-DE" sz="3500" dirty="0" err="1">
                <a:solidFill>
                  <a:srgbClr val="008080"/>
                </a:solidFill>
                <a:latin typeface="SourceCodePro"/>
              </a:rPr>
              <a:t>DetailUpdate</a:t>
            </a:r>
            <a:r>
              <a:rPr lang="de-DE" sz="3500" dirty="0">
                <a:solidFill>
                  <a:srgbClr val="93A1A1"/>
                </a:solidFill>
                <a:latin typeface="SourceCodePro"/>
              </a:rPr>
              <a:t>&gt;();</a:t>
            </a:r>
            <a:endParaRPr lang="de-DE" sz="35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sz="4000" dirty="0">
                <a:solidFill>
                  <a:srgbClr val="93A1A1"/>
                </a:solidFill>
                <a:latin typeface="SourceCodePro"/>
              </a:rPr>
              <a:t>}</a:t>
            </a:r>
            <a:endParaRPr lang="de-DE" sz="4000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olidFill>
                  <a:srgbClr val="195F91"/>
                </a:solidFill>
                <a:latin typeface="SourceCodePro"/>
              </a:rPr>
              <a:t>@</a:t>
            </a:r>
            <a:r>
              <a:rPr lang="de-DE" dirty="0" err="1">
                <a:solidFill>
                  <a:srgbClr val="195F91"/>
                </a:solidFill>
                <a:latin typeface="SourceCodePro"/>
              </a:rPr>
              <a:t>Component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template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`&lt;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list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&gt;&lt;/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list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&gt;&lt;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detail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&gt;&lt;/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detail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&gt;`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providers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Communication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]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class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MasterDetailComponent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56877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D9FCF3C-9D33-CA44-A78B-2D930291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23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F876FB-94CA-1240-B005-74A6576FC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Stelle in </a:t>
            </a:r>
            <a:r>
              <a:rPr lang="de-DE" dirty="0" err="1"/>
              <a:t>TrainingService</a:t>
            </a:r>
            <a:r>
              <a:rPr lang="de-DE" dirty="0"/>
              <a:t> eine Methode update bereit</a:t>
            </a:r>
          </a:p>
          <a:p>
            <a:pPr lvl="1"/>
            <a:r>
              <a:rPr lang="de-DE" dirty="0"/>
              <a:t>Rufe die Methode beim Speichern des </a:t>
            </a:r>
            <a:r>
              <a:rPr lang="de-DE" dirty="0" err="1"/>
              <a:t>Formulares</a:t>
            </a:r>
            <a:r>
              <a:rPr lang="de-DE" dirty="0"/>
              <a:t> in </a:t>
            </a:r>
            <a:r>
              <a:rPr lang="de-DE" dirty="0" err="1"/>
              <a:t>TrainingDetailsComponent</a:t>
            </a:r>
            <a:r>
              <a:rPr lang="de-DE" dirty="0"/>
              <a:t> auf</a:t>
            </a:r>
          </a:p>
          <a:p>
            <a:pPr lvl="1"/>
            <a:r>
              <a:rPr lang="de-DE" dirty="0"/>
              <a:t>Ersetze in der Methode das ursprüngliche Training-Objekt durch das neue</a:t>
            </a:r>
          </a:p>
          <a:p>
            <a:pPr lvl="1"/>
            <a:r>
              <a:rPr lang="de-DE" dirty="0"/>
              <a:t>Feuere einen neuen Datensatz am internen </a:t>
            </a:r>
            <a:r>
              <a:rPr lang="de-DE" dirty="0" err="1"/>
              <a:t>Subject</a:t>
            </a:r>
            <a:endParaRPr lang="de-DE" dirty="0"/>
          </a:p>
          <a:p>
            <a:r>
              <a:rPr lang="de-DE" dirty="0"/>
              <a:t>Zeige in </a:t>
            </a:r>
            <a:r>
              <a:rPr lang="de-DE" dirty="0" err="1"/>
              <a:t>AppComponent</a:t>
            </a:r>
            <a:r>
              <a:rPr lang="de-DE" dirty="0"/>
              <a:t> immer das als nächstes stattfindende Training an</a:t>
            </a:r>
          </a:p>
          <a:p>
            <a:pPr lvl="1"/>
            <a:r>
              <a:rPr lang="de-DE" dirty="0"/>
              <a:t>Implementiere in </a:t>
            </a:r>
            <a:r>
              <a:rPr lang="de-DE" dirty="0" err="1"/>
              <a:t>TrainingService</a:t>
            </a:r>
            <a:r>
              <a:rPr lang="de-DE" dirty="0"/>
              <a:t> die Logik (Methode </a:t>
            </a:r>
            <a:r>
              <a:rPr lang="de-DE" dirty="0" err="1"/>
              <a:t>getNext</a:t>
            </a:r>
            <a:r>
              <a:rPr lang="de-DE" dirty="0"/>
              <a:t>(): Observable&lt;Training&gt;)</a:t>
            </a:r>
          </a:p>
          <a:p>
            <a:pPr lvl="1"/>
            <a:r>
              <a:rPr lang="de-DE" dirty="0"/>
              <a:t>Nutze dafür das Observable von </a:t>
            </a:r>
            <a:r>
              <a:rPr lang="de-DE" dirty="0" err="1"/>
              <a:t>getAll</a:t>
            </a:r>
            <a:endParaRPr lang="de-DE" dirty="0"/>
          </a:p>
          <a:p>
            <a:pPr lvl="1"/>
            <a:r>
              <a:rPr lang="de-DE" dirty="0"/>
              <a:t>Nutze eine flache Kopie des Arrays zum Sortieren (</a:t>
            </a:r>
            <a:r>
              <a:rPr lang="de-DE" dirty="0" err="1"/>
              <a:t>array.slice</a:t>
            </a:r>
            <a:r>
              <a:rPr lang="de-DE" dirty="0"/>
              <a:t>().</a:t>
            </a:r>
            <a:r>
              <a:rPr lang="de-DE" dirty="0" err="1"/>
              <a:t>sort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Hole in </a:t>
            </a:r>
            <a:r>
              <a:rPr lang="de-DE" dirty="0" err="1"/>
              <a:t>AppComponent</a:t>
            </a:r>
            <a:r>
              <a:rPr lang="de-DE" dirty="0"/>
              <a:t> das Observable von </a:t>
            </a:r>
            <a:r>
              <a:rPr lang="de-DE" dirty="0" err="1"/>
              <a:t>getNext</a:t>
            </a:r>
            <a:r>
              <a:rPr lang="de-DE" dirty="0"/>
              <a:t> und </a:t>
            </a:r>
            <a:r>
              <a:rPr lang="de-DE" dirty="0" err="1"/>
              <a:t>subscribe</a:t>
            </a:r>
            <a:endParaRPr lang="de-DE" dirty="0"/>
          </a:p>
          <a:p>
            <a:pPr lvl="1"/>
            <a:r>
              <a:rPr lang="de-DE" dirty="0"/>
              <a:t>Zeige im UI den Namen des nächsten Trainings an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9326143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Client-Server-Kommunikation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A007447-EBCE-CF4B-AB11-125B8F037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8640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Plant growing in a concrete crack">
            <a:extLst>
              <a:ext uri="{FF2B5EF4-FFF2-40B4-BE49-F238E27FC236}">
                <a16:creationId xmlns:a16="http://schemas.microsoft.com/office/drawing/2014/main" id="{86469271-96A4-4D76-B1DA-6747C0C465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Exkurs REST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306208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Das http-Protokoll</a:t>
            </a:r>
          </a:p>
        </p:txBody>
      </p:sp>
      <p:sp>
        <p:nvSpPr>
          <p:cNvPr id="204804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altLang="de-DE"/>
              <a:t>Eine umfassende Spezifikation des w3w-Konsortiums</a:t>
            </a:r>
          </a:p>
          <a:p>
            <a:pPr lvl="1"/>
            <a:r>
              <a:rPr lang="de-DE" altLang="de-DE"/>
              <a:t>Siehe http://en.wikipedia.org/wiki/Http</a:t>
            </a:r>
          </a:p>
        </p:txBody>
      </p:sp>
      <p:pic>
        <p:nvPicPr>
          <p:cNvPr id="204805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47"/>
          <a:stretch/>
        </p:blipFill>
        <p:spPr bwMode="auto">
          <a:xfrm>
            <a:off x="2660068" y="2899962"/>
            <a:ext cx="7777162" cy="32770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1159895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Elemente der http-Spezifikation</a:t>
            </a:r>
          </a:p>
        </p:txBody>
      </p:sp>
      <p:sp>
        <p:nvSpPr>
          <p:cNvPr id="205828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altLang="de-DE"/>
              <a:t>Definition von URIs</a:t>
            </a:r>
          </a:p>
          <a:p>
            <a:pPr lvl="1"/>
            <a:r>
              <a:rPr lang="de-DE" altLang="de-DE"/>
              <a:t>Pfad</a:t>
            </a:r>
          </a:p>
          <a:p>
            <a:pPr lvl="1"/>
            <a:r>
              <a:rPr lang="de-DE" altLang="de-DE"/>
              <a:t>Parameter</a:t>
            </a:r>
          </a:p>
          <a:p>
            <a:r>
              <a:rPr lang="de-DE" altLang="de-DE"/>
              <a:t>http-Request und http-Response</a:t>
            </a:r>
          </a:p>
          <a:p>
            <a:pPr lvl="1"/>
            <a:r>
              <a:rPr lang="de-DE" altLang="de-DE"/>
              <a:t>Daten-Container mit Header und Body</a:t>
            </a:r>
          </a:p>
          <a:p>
            <a:pPr lvl="1"/>
            <a:r>
              <a:rPr lang="de-DE" altLang="de-DE"/>
              <a:t>Encodierung</a:t>
            </a:r>
          </a:p>
          <a:p>
            <a:r>
              <a:rPr lang="de-DE" altLang="de-DE"/>
              <a:t>Umfassender Satz von Header-Properties</a:t>
            </a:r>
          </a:p>
          <a:p>
            <a:pPr lvl="1"/>
            <a:r>
              <a:rPr lang="de-DE" altLang="de-DE"/>
              <a:t>Content-Length</a:t>
            </a:r>
          </a:p>
          <a:p>
            <a:pPr lvl="1"/>
            <a:r>
              <a:rPr lang="de-DE" altLang="de-DE"/>
              <a:t>Accepts</a:t>
            </a:r>
          </a:p>
          <a:p>
            <a:pPr lvl="1"/>
            <a:r>
              <a:rPr lang="de-DE" altLang="de-DE"/>
              <a:t>Content-Type</a:t>
            </a:r>
          </a:p>
        </p:txBody>
      </p:sp>
    </p:spTree>
    <p:extLst>
      <p:ext uri="{BB962C8B-B14F-4D97-AF65-F5344CB8AC3E}">
        <p14:creationId xmlns:p14="http://schemas.microsoft.com/office/powerpoint/2010/main" val="22853517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1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Elemente der http-Spezifikation II</a:t>
            </a:r>
          </a:p>
        </p:txBody>
      </p:sp>
      <p:sp>
        <p:nvSpPr>
          <p:cNvPr id="2068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altLang="de-DE" dirty="0"/>
              <a:t>http-Methoden</a:t>
            </a:r>
          </a:p>
          <a:p>
            <a:pPr lvl="1"/>
            <a:r>
              <a:rPr lang="de-DE" altLang="de-DE" dirty="0"/>
              <a:t>PUT</a:t>
            </a:r>
          </a:p>
          <a:p>
            <a:pPr lvl="1"/>
            <a:r>
              <a:rPr lang="de-DE" altLang="de-DE" dirty="0"/>
              <a:t>GET</a:t>
            </a:r>
          </a:p>
          <a:p>
            <a:pPr lvl="1"/>
            <a:r>
              <a:rPr lang="de-DE" altLang="de-DE" dirty="0"/>
              <a:t>POST</a:t>
            </a:r>
          </a:p>
          <a:p>
            <a:pPr lvl="1"/>
            <a:r>
              <a:rPr lang="de-DE" altLang="de-DE" dirty="0"/>
              <a:t>DELETE</a:t>
            </a:r>
          </a:p>
          <a:p>
            <a:pPr lvl="1"/>
            <a:r>
              <a:rPr lang="de-DE" altLang="de-DE" dirty="0"/>
              <a:t>OPTIONS</a:t>
            </a:r>
          </a:p>
          <a:p>
            <a:pPr lvl="1"/>
            <a:r>
              <a:rPr lang="de-DE" altLang="de-DE" dirty="0"/>
              <a:t>HEAD</a:t>
            </a:r>
          </a:p>
          <a:p>
            <a:r>
              <a:rPr lang="de-DE" altLang="de-DE" dirty="0"/>
              <a:t>Statuscodes für Aufrufe</a:t>
            </a:r>
          </a:p>
          <a:p>
            <a:pPr lvl="1"/>
            <a:r>
              <a:rPr lang="de-DE" altLang="de-DE" dirty="0"/>
              <a:t>404: „Not </a:t>
            </a:r>
            <a:r>
              <a:rPr lang="de-DE" altLang="de-DE" dirty="0" err="1"/>
              <a:t>found</a:t>
            </a:r>
            <a:r>
              <a:rPr lang="de-DE" altLang="de-DE" dirty="0"/>
              <a:t>“</a:t>
            </a:r>
          </a:p>
          <a:p>
            <a:pPr lvl="1"/>
            <a:r>
              <a:rPr lang="de-DE" altLang="de-DE" dirty="0"/>
              <a:t>204: „</a:t>
            </a:r>
            <a:r>
              <a:rPr lang="de-DE" altLang="de-DE" dirty="0" err="1"/>
              <a:t>Created</a:t>
            </a:r>
            <a:r>
              <a:rPr lang="de-DE" altLang="de-DE" dirty="0"/>
              <a:t>“</a:t>
            </a:r>
          </a:p>
          <a:p>
            <a:pPr lvl="1"/>
            <a:r>
              <a:rPr lang="de-DE" alt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64788478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 err="1"/>
              <a:t>MimeTypes</a:t>
            </a:r>
            <a:endParaRPr lang="de-DE" altLang="de-DE" dirty="0"/>
          </a:p>
        </p:txBody>
      </p:sp>
      <p:sp>
        <p:nvSpPr>
          <p:cNvPr id="2078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altLang="de-DE"/>
              <a:t>Definition der Datentypen des Internet</a:t>
            </a:r>
          </a:p>
          <a:p>
            <a:pPr lvl="1"/>
            <a:r>
              <a:rPr lang="de-DE" altLang="de-DE"/>
              <a:t>Nicht zu verwechseln mit einem XML-Schema</a:t>
            </a:r>
          </a:p>
          <a:p>
            <a:pPr lvl="1"/>
            <a:r>
              <a:rPr lang="de-DE" altLang="de-DE"/>
              <a:t>Ein MimeType ist „nur“ eine strukturierte Zeichenkette</a:t>
            </a:r>
          </a:p>
          <a:p>
            <a:pPr lvl="1"/>
            <a:r>
              <a:rPr lang="de-DE" altLang="de-DE"/>
              <a:t>Eigene Erweiterungen sind möglich</a:t>
            </a:r>
          </a:p>
        </p:txBody>
      </p:sp>
    </p:spTree>
    <p:extLst>
      <p:ext uri="{BB962C8B-B14F-4D97-AF65-F5344CB8AC3E}">
        <p14:creationId xmlns:p14="http://schemas.microsoft.com/office/powerpoint/2010/main" val="2667593966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Titel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REST und http</a:t>
            </a:r>
          </a:p>
        </p:txBody>
      </p:sp>
      <p:sp>
        <p:nvSpPr>
          <p:cNvPr id="2089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de-DE" altLang="de-DE"/>
              <a:t>REST hat mit http prinzipiell nichts zu tun</a:t>
            </a:r>
          </a:p>
          <a:p>
            <a:pPr lvl="1"/>
            <a:r>
              <a:rPr lang="de-DE" altLang="de-DE"/>
              <a:t>REST ist eine abstrakte Architektur</a:t>
            </a:r>
          </a:p>
          <a:p>
            <a:pPr lvl="1"/>
            <a:r>
              <a:rPr lang="de-DE" altLang="de-DE"/>
              <a:t>http ist ein konkretes Kommunikationsprotokoll</a:t>
            </a:r>
          </a:p>
          <a:p>
            <a:r>
              <a:rPr lang="de-DE" altLang="de-DE"/>
              <a:t>Aber</a:t>
            </a:r>
          </a:p>
          <a:p>
            <a:pPr lvl="1"/>
            <a:r>
              <a:rPr lang="de-DE" altLang="de-DE"/>
              <a:t>http passt als Kommunikations-Protokoll der „Referenz-Implementierung“ Internet natürlich perfekt zum REST-Stil</a:t>
            </a:r>
          </a:p>
          <a:p>
            <a:pPr lvl="1">
              <a:buFont typeface="Wingdings" pitchFamily="2" charset="2"/>
              <a:buNone/>
            </a:pPr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82049445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 1"/>
          <p:cNvGraphicFramePr/>
          <p:nvPr/>
        </p:nvGraphicFramePr>
        <p:xfrm>
          <a:off x="1847528" y="476672"/>
          <a:ext cx="7560840" cy="5904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446570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http Client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8697026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Service </a:t>
            </a:r>
            <a:r>
              <a:rPr lang="de-DE" dirty="0" err="1"/>
              <a:t>HttpClient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HttpClient</a:t>
            </a:r>
            <a:r>
              <a:rPr lang="de-DE" dirty="0"/>
              <a:t> ist ein Service </a:t>
            </a:r>
          </a:p>
          <a:p>
            <a:pPr lvl="1"/>
            <a:r>
              <a:rPr lang="de-DE" dirty="0"/>
              <a:t>und steht damit via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Injection</a:t>
            </a:r>
            <a:r>
              <a:rPr lang="de-DE" dirty="0"/>
              <a:t> zur Verfügung</a:t>
            </a:r>
          </a:p>
          <a:p>
            <a:pPr lvl="1"/>
            <a:r>
              <a:rPr lang="de-DE" b="1" dirty="0" err="1"/>
              <a:t>HttpModule</a:t>
            </a:r>
            <a:r>
              <a:rPr lang="de-DE" b="1" dirty="0"/>
              <a:t> in </a:t>
            </a:r>
            <a:r>
              <a:rPr lang="de-DE" b="1" dirty="0" err="1"/>
              <a:t>AppModule</a:t>
            </a:r>
            <a:r>
              <a:rPr lang="de-DE" b="1" dirty="0"/>
              <a:t> importieren</a:t>
            </a:r>
          </a:p>
          <a:p>
            <a:pPr lvl="1"/>
            <a:r>
              <a:rPr lang="de-DE" dirty="0" err="1"/>
              <a:t>XHRBackend</a:t>
            </a:r>
            <a:r>
              <a:rPr lang="de-DE" dirty="0"/>
              <a:t> führt </a:t>
            </a:r>
            <a:r>
              <a:rPr lang="de-DE" dirty="0" err="1"/>
              <a:t>Requests</a:t>
            </a:r>
            <a:r>
              <a:rPr lang="de-DE" dirty="0"/>
              <a:t> aus</a:t>
            </a:r>
          </a:p>
          <a:p>
            <a:r>
              <a:rPr lang="de-DE" dirty="0"/>
              <a:t>Das API </a:t>
            </a:r>
          </a:p>
          <a:p>
            <a:pPr lvl="1"/>
            <a:r>
              <a:rPr lang="de-DE" dirty="0"/>
              <a:t>umfasst die Standard-http-Methoden </a:t>
            </a:r>
          </a:p>
          <a:p>
            <a:pPr lvl="1"/>
            <a:r>
              <a:rPr lang="de-DE" dirty="0"/>
              <a:t>ist asynchron konzipiert</a:t>
            </a:r>
          </a:p>
          <a:p>
            <a:pPr lvl="1"/>
            <a:endParaRPr lang="de-DE" dirty="0"/>
          </a:p>
          <a:p>
            <a:pPr marL="539750" lvl="2" indent="0">
              <a:buNone/>
            </a:pPr>
            <a:r>
              <a:rPr lang="en-US" dirty="0" err="1">
                <a:latin typeface="Courier New" pitchFamily="49" charset="0"/>
                <a:cs typeface="Courier New" pitchFamily="49" charset="0"/>
              </a:rPr>
              <a:t>http.get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('/endpoint').subscribe(data =&gt; {</a:t>
            </a:r>
          </a:p>
          <a:p>
            <a:pPr marL="539750" lvl="2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// Read the result field from the JSON response.</a:t>
            </a:r>
          </a:p>
          <a:p>
            <a:pPr marL="539750" lvl="2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this.results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data['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jsonAttribute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'];</a:t>
            </a:r>
          </a:p>
          <a:p>
            <a:pPr marL="539750" lvl="2" indent="0"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});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4880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9AAC5D-6A58-1142-AC69-532929FE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Json</a:t>
            </a:r>
            <a:r>
              <a:rPr lang="de-DE" dirty="0"/>
              <a:t> Daten extrahieren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477BCC-E436-CE49-8F11-A3695E6EA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>
                <a:solidFill>
                  <a:srgbClr val="48484C"/>
                </a:solidFill>
                <a:latin typeface="SourceCodePro"/>
              </a:rPr>
              <a:t>getAll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Observable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&lt;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Release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[]&gt;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http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get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api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release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map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extractJsonData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catch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handleError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extractJsonData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Response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data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res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json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data</a:t>
            </a:r>
            <a:endParaRPr lang="de-DE" dirty="0">
              <a:solidFill>
                <a:srgbClr val="93A1A1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A1DAEB7-67A5-044B-A657-3D87390A3650}"/>
              </a:ext>
            </a:extLst>
          </p:cNvPr>
          <p:cNvSpPr txBox="1"/>
          <p:nvPr/>
        </p:nvSpPr>
        <p:spPr>
          <a:xfrm>
            <a:off x="7743463" y="2199189"/>
            <a:ext cx="1900841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de-DE" dirty="0"/>
              <a:t>Liefert Observable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51F3C81-7650-2346-90F1-F0A86A87E407}"/>
              </a:ext>
            </a:extLst>
          </p:cNvPr>
          <p:cNvCxnSpPr/>
          <p:nvPr/>
        </p:nvCxnSpPr>
        <p:spPr>
          <a:xfrm flipH="1">
            <a:off x="5903089" y="2326511"/>
            <a:ext cx="16783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258750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29B1A-5F42-AB41-B51D-82D160D2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Exception</a:t>
            </a:r>
            <a:r>
              <a:rPr lang="de-DE" dirty="0"/>
              <a:t> Handler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74C6C6-FD5F-244A-80C2-637751756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>
                <a:solidFill>
                  <a:srgbClr val="1E347B"/>
                </a:solidFill>
                <a:latin typeface="SourceCodePro"/>
              </a:rPr>
              <a:t>private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handleError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error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any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if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error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error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else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if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error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status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'${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error.status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} - ${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error.statusText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} 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else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	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'Server 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error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‘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;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//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Rethrow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 in intermediate 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Methods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457200" lvl="1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Observable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throw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message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}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2301466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16A89-CA0B-A14F-867D-C8475CDC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C9F966-9FD1-AD4E-B15A-D8CDB44E4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httpBody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JSON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stringify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object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headers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008080"/>
                </a:solidFill>
                <a:latin typeface="SourceCodePro"/>
              </a:rPr>
              <a:t>Headers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'Content-Type'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application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json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let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options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=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new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008080"/>
                </a:solidFill>
                <a:latin typeface="SourceCodePro"/>
              </a:rPr>
              <a:t>RequestOptions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({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headers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: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headers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});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48484C"/>
                </a:solidFill>
                <a:latin typeface="SourceCodePro"/>
              </a:rPr>
              <a:t> 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 err="1">
                <a:solidFill>
                  <a:srgbClr val="1E347B"/>
                </a:solidFill>
                <a:latin typeface="SourceCodePro"/>
              </a:rPr>
              <a:t>return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http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post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api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/</a:t>
            </a:r>
            <a:r>
              <a:rPr lang="de-DE" dirty="0" err="1">
                <a:solidFill>
                  <a:srgbClr val="DD1144"/>
                </a:solidFill>
                <a:latin typeface="SourceCodePro"/>
              </a:rPr>
              <a:t>objects</a:t>
            </a:r>
            <a:r>
              <a:rPr lang="de-DE" dirty="0">
                <a:solidFill>
                  <a:srgbClr val="DD1144"/>
                </a:solidFill>
                <a:latin typeface="SourceCodePro"/>
              </a:rPr>
              <a:t>'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httpBody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,</a:t>
            </a:r>
            <a:r>
              <a:rPr lang="de-DE" dirty="0">
                <a:solidFill>
                  <a:srgbClr val="48484C"/>
                </a:solidFill>
                <a:latin typeface="SourceCodePro"/>
              </a:rPr>
              <a:t> 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options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map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extractJsonData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pPr marL="0" indent="0">
              <a:buNone/>
            </a:pPr>
            <a:r>
              <a:rPr lang="de-DE" dirty="0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>
                <a:solidFill>
                  <a:srgbClr val="1E347B"/>
                </a:solidFill>
                <a:latin typeface="SourceCodePro"/>
              </a:rPr>
              <a:t>catch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(</a:t>
            </a:r>
            <a:r>
              <a:rPr lang="de-DE" dirty="0" err="1">
                <a:solidFill>
                  <a:srgbClr val="1E347B"/>
                </a:solidFill>
                <a:latin typeface="SourceCodePro"/>
              </a:rPr>
              <a:t>this</a:t>
            </a:r>
            <a:r>
              <a:rPr lang="de-DE" dirty="0" err="1">
                <a:solidFill>
                  <a:srgbClr val="93A1A1"/>
                </a:solidFill>
                <a:latin typeface="SourceCodePro"/>
              </a:rPr>
              <a:t>.</a:t>
            </a:r>
            <a:r>
              <a:rPr lang="de-DE" dirty="0" err="1">
                <a:solidFill>
                  <a:srgbClr val="48484C"/>
                </a:solidFill>
                <a:latin typeface="SourceCodePro"/>
              </a:rPr>
              <a:t>handleError</a:t>
            </a:r>
            <a:r>
              <a:rPr lang="de-DE" dirty="0">
                <a:solidFill>
                  <a:srgbClr val="93A1A1"/>
                </a:solidFill>
                <a:latin typeface="SourceCodePro"/>
              </a:rPr>
              <a:t>);</a:t>
            </a:r>
            <a:endParaRPr lang="de-DE" dirty="0">
              <a:solidFill>
                <a:srgbClr val="333333"/>
              </a:solidFill>
              <a:latin typeface="SourceCodePro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3012998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061AE6-741C-1943-8A61-0B0606BC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de-DE" sz="4100"/>
              <a:t>Übung 24: Starten des Servers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DFD51A-0328-7D45-85D2-83A7B9CE2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de-DE" sz="2000"/>
              <a:t>Zip-Datei </a:t>
            </a:r>
            <a:r>
              <a:rPr lang="de-DE" sz="2000" i="1"/>
              <a:t>server-js.zip</a:t>
            </a:r>
            <a:r>
              <a:rPr lang="de-DE" sz="2000"/>
              <a:t> entpacken</a:t>
            </a:r>
          </a:p>
          <a:p>
            <a:r>
              <a:rPr lang="de-DE" sz="2000"/>
              <a:t>Konsole öffnen und in Server Verzeichnis wechseln</a:t>
            </a:r>
          </a:p>
          <a:p>
            <a:r>
              <a:rPr lang="de-DE" sz="2000"/>
              <a:t>Installieren per npm install</a:t>
            </a:r>
          </a:p>
          <a:p>
            <a:r>
              <a:rPr lang="de-DE" sz="2000"/>
              <a:t>Starten über node server.js</a:t>
            </a:r>
          </a:p>
          <a:p>
            <a:r>
              <a:rPr lang="de-DE" sz="2000"/>
              <a:t>Backend läuft unter localhost:3000</a:t>
            </a:r>
          </a:p>
          <a:p>
            <a:r>
              <a:rPr lang="de-DE" sz="2000"/>
              <a:t>dev.proxy.json: { "/api": { "target": "http://localhost:3000" } }</a:t>
            </a:r>
          </a:p>
          <a:p>
            <a:r>
              <a:rPr lang="de-DE" sz="2000"/>
              <a:t>Dev-Server mit Proxy starten (</a:t>
            </a:r>
            <a:r>
              <a:rPr lang="de-DE" sz="2000" u="sng">
                <a:hlinkClick r:id="rId2"/>
              </a:rPr>
              <a:t>CORS</a:t>
            </a:r>
            <a:r>
              <a:rPr lang="de-DE" sz="2000"/>
              <a:t>) ng serve --proxy dev.proxy.json</a:t>
            </a:r>
          </a:p>
        </p:txBody>
      </p:sp>
      <p:pic>
        <p:nvPicPr>
          <p:cNvPr id="5" name="Picture 4" descr="Leuchtendes Serverraumpanel">
            <a:extLst>
              <a:ext uri="{FF2B5EF4-FFF2-40B4-BE49-F238E27FC236}">
                <a16:creationId xmlns:a16="http://schemas.microsoft.com/office/drawing/2014/main" id="{678F6889-6537-4702-8EFD-17F15AD7F4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75" r="30806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465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65337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2E74A-BE99-A740-A0E7-BE790BE8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24: Endpunkte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48D354-D9F9-1547-B1F1-0CC5F7ED2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GET </a:t>
            </a:r>
          </a:p>
          <a:p>
            <a:pPr lvl="1"/>
            <a:r>
              <a:rPr lang="de-DE" dirty="0" err="1"/>
              <a:t>api</a:t>
            </a:r>
            <a:r>
              <a:rPr lang="de-DE" dirty="0"/>
              <a:t>/</a:t>
            </a:r>
            <a:r>
              <a:rPr lang="de-DE" dirty="0" err="1"/>
              <a:t>training</a:t>
            </a:r>
            <a:r>
              <a:rPr lang="de-DE" dirty="0"/>
              <a:t> (GET_ALL)</a:t>
            </a:r>
          </a:p>
          <a:p>
            <a:pPr lvl="1"/>
            <a:r>
              <a:rPr lang="de-DE" dirty="0" err="1"/>
              <a:t>api</a:t>
            </a:r>
            <a:r>
              <a:rPr lang="de-DE" dirty="0"/>
              <a:t>/</a:t>
            </a:r>
            <a:r>
              <a:rPr lang="de-DE" dirty="0" err="1"/>
              <a:t>training</a:t>
            </a:r>
            <a:r>
              <a:rPr lang="de-DE" dirty="0"/>
              <a:t>/:</a:t>
            </a:r>
            <a:r>
              <a:rPr lang="de-DE" dirty="0" err="1"/>
              <a:t>id</a:t>
            </a:r>
            <a:r>
              <a:rPr lang="de-DE" dirty="0"/>
              <a:t> (GET_BY_ID)</a:t>
            </a:r>
          </a:p>
          <a:p>
            <a:r>
              <a:rPr lang="de-DE" dirty="0"/>
              <a:t>POST </a:t>
            </a:r>
            <a:r>
              <a:rPr lang="de-DE" dirty="0" err="1"/>
              <a:t>api</a:t>
            </a:r>
            <a:r>
              <a:rPr lang="de-DE" dirty="0"/>
              <a:t>/</a:t>
            </a:r>
            <a:r>
              <a:rPr lang="de-DE" dirty="0" err="1"/>
              <a:t>training</a:t>
            </a:r>
            <a:r>
              <a:rPr lang="de-DE" dirty="0"/>
              <a:t> (INSERT)</a:t>
            </a:r>
          </a:p>
          <a:p>
            <a:r>
              <a:rPr lang="de-DE" dirty="0"/>
              <a:t>PUT/PATCH/DELETE </a:t>
            </a:r>
            <a:r>
              <a:rPr lang="de-DE" dirty="0" err="1"/>
              <a:t>api</a:t>
            </a:r>
            <a:r>
              <a:rPr lang="de-DE" dirty="0"/>
              <a:t>/</a:t>
            </a:r>
            <a:r>
              <a:rPr lang="de-DE" dirty="0" err="1"/>
              <a:t>training</a:t>
            </a:r>
            <a:r>
              <a:rPr lang="de-DE" dirty="0"/>
              <a:t>/:</a:t>
            </a:r>
            <a:r>
              <a:rPr lang="de-DE" dirty="0" err="1"/>
              <a:t>id</a:t>
            </a:r>
            <a:r>
              <a:rPr lang="de-DE" dirty="0"/>
              <a:t> (UPDATE, PARTIAL_UPDATE, REMOVE)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937423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89125-F43C-FA44-87A7-5B491BE8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Übung 24: http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CEF286-DAB8-904C-AC17-DC25E408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Verwende in </a:t>
            </a:r>
            <a:r>
              <a:rPr lang="de-DE" dirty="0" err="1"/>
              <a:t>TrainingService</a:t>
            </a:r>
            <a:r>
              <a:rPr lang="de-DE" dirty="0"/>
              <a:t> das Backend statt der Mock-Daten</a:t>
            </a:r>
          </a:p>
          <a:p>
            <a:pPr lvl="1"/>
            <a:r>
              <a:rPr lang="de-DE" dirty="0" err="1"/>
              <a:t>Dev</a:t>
            </a:r>
            <a:r>
              <a:rPr lang="de-DE" dirty="0"/>
              <a:t>-Server mit Proxy starten</a:t>
            </a:r>
          </a:p>
          <a:p>
            <a:pPr lvl="1"/>
            <a:r>
              <a:rPr lang="de-DE" dirty="0"/>
              <a:t>Lade die Liste initial vom Backend</a:t>
            </a:r>
          </a:p>
          <a:p>
            <a:pPr lvl="1"/>
            <a:r>
              <a:rPr lang="de-DE" dirty="0"/>
              <a:t>Achtung: Date Felder vom Server werden </a:t>
            </a:r>
            <a:r>
              <a:rPr lang="de-DE" dirty="0" err="1"/>
              <a:t>serialisiert</a:t>
            </a:r>
            <a:r>
              <a:rPr lang="de-DE" dirty="0"/>
              <a:t> als String gesendet</a:t>
            </a:r>
          </a:p>
          <a:p>
            <a:pPr lvl="2"/>
            <a:r>
              <a:rPr lang="de-DE" dirty="0"/>
              <a:t>Müssen noch in Date umgewandelt werden</a:t>
            </a:r>
          </a:p>
          <a:p>
            <a:pPr lvl="1"/>
            <a:r>
              <a:rPr lang="de-DE" dirty="0"/>
              <a:t>Schicke die geänderten Daten in update per </a:t>
            </a:r>
            <a:r>
              <a:rPr lang="de-DE" dirty="0" err="1"/>
              <a:t>put</a:t>
            </a:r>
            <a:r>
              <a:rPr lang="de-DE" dirty="0"/>
              <a:t> zum Backend</a:t>
            </a:r>
          </a:p>
          <a:p>
            <a:pPr lvl="1"/>
            <a:r>
              <a:rPr lang="de-DE" dirty="0"/>
              <a:t>Lade (der Einfachheit halber) nach einem update die Liste neu vom Backend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5513040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Direktiven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Können simpel erstellt werden</a:t>
            </a:r>
          </a:p>
          <a:p>
            <a:r>
              <a:rPr lang="de-DE" dirty="0" err="1">
                <a:latin typeface="Courier New" pitchFamily="49" charset="0"/>
                <a:cs typeface="Courier New" pitchFamily="49" charset="0"/>
              </a:rPr>
              <a:t>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generate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directive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directive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-name&gt;</a:t>
            </a:r>
          </a:p>
          <a:p>
            <a:r>
              <a:rPr lang="de-DE" dirty="0"/>
              <a:t>Die Direktive ist wiederum eine annotierte </a:t>
            </a:r>
            <a:r>
              <a:rPr lang="de-DE" dirty="0" err="1"/>
              <a:t>TypeScript</a:t>
            </a:r>
            <a:r>
              <a:rPr lang="de-DE" dirty="0"/>
              <a:t>-Klasse</a:t>
            </a:r>
          </a:p>
          <a:p>
            <a:pPr lvl="1"/>
            <a:r>
              <a:rPr lang="de-DE" dirty="0"/>
              <a:t>Der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selector</a:t>
            </a:r>
            <a:r>
              <a:rPr lang="de-DE" dirty="0"/>
              <a:t> ist das neue HTML-Attribute oder -Element</a:t>
            </a:r>
          </a:p>
          <a:p>
            <a:pPr lvl="1"/>
            <a:r>
              <a:rPr lang="de-DE" dirty="0"/>
              <a:t>Im </a:t>
            </a:r>
            <a:r>
              <a:rPr lang="de-DE" dirty="0" err="1"/>
              <a:t>Konstruktor</a:t>
            </a:r>
            <a:r>
              <a:rPr lang="de-DE" dirty="0"/>
              <a:t> wird das DOM-Element, das manipuliert werden soll, </a:t>
            </a:r>
            <a:r>
              <a:rPr lang="de-DE" dirty="0" err="1"/>
              <a:t>injected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472247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 </a:t>
            </a:r>
            <a:r>
              <a:rPr lang="de-DE" dirty="0" err="1"/>
              <a:t>Directive</a:t>
            </a:r>
            <a:r>
              <a:rPr lang="de-DE" dirty="0"/>
              <a:t>: Beispiel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Ein Beispiel ist unter </a:t>
            </a:r>
            <a:r>
              <a:rPr lang="de-DE" i="1" dirty="0">
                <a:latin typeface="Courier New" pitchFamily="49" charset="0"/>
                <a:cs typeface="Courier New" pitchFamily="49" charset="0"/>
                <a:hlinkClick r:id="rId2"/>
              </a:rPr>
              <a:t>https://angular.io/guide/attribute-directives</a:t>
            </a:r>
            <a:r>
              <a:rPr lang="de-DE" dirty="0"/>
              <a:t> zu finden</a:t>
            </a:r>
          </a:p>
          <a:p>
            <a:endParaRPr lang="de-DE" dirty="0"/>
          </a:p>
          <a:p>
            <a:endParaRPr lang="de-DE" dirty="0"/>
          </a:p>
          <a:p>
            <a:pPr marL="269875" lvl="1" indent="0">
              <a:buNone/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import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{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Directive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ElementRef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}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from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'@angular/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core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';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@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Directive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({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selector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'[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appHighlight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]'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})</a:t>
            </a:r>
          </a:p>
          <a:p>
            <a:pPr marL="269875" lvl="1" indent="0">
              <a:buNone/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export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HighlightDirective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constructor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el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ElementRef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el.nativeElement.style.backgroundColor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= '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yellow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';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26987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85870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6" descr="Einen Termin in einen Papierkalender eintragen">
            <a:extLst>
              <a:ext uri="{FF2B5EF4-FFF2-40B4-BE49-F238E27FC236}">
                <a16:creationId xmlns:a16="http://schemas.microsoft.com/office/drawing/2014/main" id="{BE26721F-04CD-4079-88DA-50945D1CE5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783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Anhang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77922" y="743803"/>
            <a:ext cx="2808844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284232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node.js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97338180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node.js?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node.js ist ein Interpreter für Server-seitiges JavaScript</a:t>
            </a:r>
          </a:p>
          <a:p>
            <a:pPr lvl="1"/>
            <a:r>
              <a:rPr lang="de-DE" dirty="0"/>
              <a:t>Auf Grundlagen der Google V8-Engine</a:t>
            </a:r>
            <a:endParaRPr lang="de-DE" u="sng" dirty="0">
              <a:latin typeface="Courier New" pitchFamily="49" charset="0"/>
              <a:cs typeface="Courier New" pitchFamily="49" charset="0"/>
            </a:endParaRPr>
          </a:p>
          <a:p>
            <a:r>
              <a:rPr lang="de-DE" dirty="0"/>
              <a:t>Mit node.js können damit keine Browser-Anwendungen betrieben werden</a:t>
            </a:r>
          </a:p>
          <a:p>
            <a:pPr lvl="1"/>
            <a:r>
              <a:rPr lang="de-DE" dirty="0"/>
              <a:t>Keine UI, Keine User-Events</a:t>
            </a:r>
          </a:p>
          <a:p>
            <a:pPr lvl="1"/>
            <a:r>
              <a:rPr lang="de-DE" dirty="0"/>
              <a:t>Kein </a:t>
            </a:r>
            <a:r>
              <a:rPr lang="de-DE" dirty="0" err="1"/>
              <a:t>Html</a:t>
            </a:r>
            <a:r>
              <a:rPr lang="de-DE" dirty="0"/>
              <a:t>-Dokument und  damit kein DOM</a:t>
            </a:r>
          </a:p>
          <a:p>
            <a:pPr lvl="1"/>
            <a:r>
              <a:rPr lang="de-DE" dirty="0"/>
              <a:t>Kein Browser-API</a:t>
            </a:r>
          </a:p>
          <a:p>
            <a:pPr lvl="2"/>
            <a:r>
              <a:rPr lang="de-DE" dirty="0" err="1"/>
              <a:t>Window</a:t>
            </a:r>
            <a:endParaRPr lang="de-DE" dirty="0"/>
          </a:p>
          <a:p>
            <a:pPr lvl="2"/>
            <a:r>
              <a:rPr lang="de-DE" dirty="0"/>
              <a:t>Historie</a:t>
            </a:r>
          </a:p>
          <a:p>
            <a:pPr lvl="2"/>
            <a:r>
              <a:rPr lang="de-DE" dirty="0"/>
              <a:t>…</a:t>
            </a:r>
          </a:p>
          <a:p>
            <a:r>
              <a:rPr lang="de-DE" dirty="0"/>
              <a:t>Dafür stellt node.js eigene Bibliotheken zur Verfügung</a:t>
            </a:r>
          </a:p>
          <a:p>
            <a:pPr lvl="1"/>
            <a:r>
              <a:rPr lang="de-DE" dirty="0"/>
              <a:t>Dateizugriff</a:t>
            </a:r>
          </a:p>
          <a:p>
            <a:pPr lvl="1"/>
            <a:r>
              <a:rPr lang="de-DE" dirty="0"/>
              <a:t>Multithreading</a:t>
            </a:r>
          </a:p>
          <a:p>
            <a:pPr lvl="1"/>
            <a:r>
              <a:rPr lang="de-DE" dirty="0"/>
              <a:t>Networking</a:t>
            </a:r>
          </a:p>
          <a:p>
            <a:pPr lvl="1"/>
            <a:r>
              <a:rPr lang="de-DE" dirty="0"/>
              <a:t>…</a:t>
            </a:r>
          </a:p>
          <a:p>
            <a:pPr lvl="1"/>
            <a:r>
              <a:rPr lang="de-DE" u="sng" dirty="0">
                <a:latin typeface="Courier New" pitchFamily="49" charset="0"/>
                <a:cs typeface="Courier New" pitchFamily="49" charset="0"/>
              </a:rPr>
              <a:t>https://nodejs.org/dist/latest-v8.x/docs/api/</a:t>
            </a:r>
          </a:p>
        </p:txBody>
      </p:sp>
    </p:spTree>
    <p:extLst>
      <p:ext uri="{BB962C8B-B14F-4D97-AF65-F5344CB8AC3E}">
        <p14:creationId xmlns:p14="http://schemas.microsoft.com/office/powerpoint/2010/main" val="2868395164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Ein kompletter http-Server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362" lvl="2" indent="0">
              <a:buNone/>
            </a:pP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http =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require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('http');</a:t>
            </a:r>
          </a:p>
          <a:p>
            <a:pPr marL="360362" lvl="2" indent="0">
              <a:buNone/>
            </a:pP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fs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require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('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fs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');</a:t>
            </a:r>
          </a:p>
          <a:p>
            <a:pPr marL="360362" lvl="2" indent="0">
              <a:buNone/>
            </a:pP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http.createServer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function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handler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req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res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= req.url;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url.match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(/.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html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/)) {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res.writeHead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(200, {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		'Content-Type' : '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text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html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'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	});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}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else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…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filename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 = "./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-content" + req.url;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fs.createReadStream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filename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).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pipe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800" dirty="0" err="1">
                <a:latin typeface="Courier New" pitchFamily="49" charset="0"/>
                <a:cs typeface="Courier New" pitchFamily="49" charset="0"/>
              </a:rPr>
              <a:t>res</a:t>
            </a:r>
            <a:r>
              <a:rPr lang="de-DE" sz="18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360362" lvl="2" indent="0">
              <a:buNone/>
            </a:pPr>
            <a:r>
              <a:rPr lang="de-DE" sz="1800" dirty="0">
                <a:latin typeface="Courier New" pitchFamily="49" charset="0"/>
                <a:cs typeface="Courier New" pitchFamily="49" charset="0"/>
              </a:rPr>
              <a:t>}).listen(6061, '127.0.0.1');</a:t>
            </a:r>
          </a:p>
          <a:p>
            <a:pPr marL="360362" lvl="2" indent="0">
              <a:buNone/>
            </a:pPr>
            <a:endParaRPr lang="de-DE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698889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Installation: node.js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296" y="1817224"/>
            <a:ext cx="6088091" cy="45768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177438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de-DE" sz="6000">
                <a:solidFill>
                  <a:schemeClr val="bg1"/>
                </a:solidFill>
              </a:rPr>
              <a:t>Testen der Installation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773B6BF-2001-40A3-940A-38314460C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363103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8259223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Node</a:t>
            </a:r>
            <a:r>
              <a:rPr lang="de-DE" dirty="0"/>
              <a:t> und Browser-basierte Anwendungen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Obwohl node.js nicht im Browser ausgeführt wird, wird es trotzdem gerne im Rahmen der Software-Entwicklung genutzt</a:t>
            </a:r>
          </a:p>
          <a:p>
            <a:r>
              <a:rPr lang="de-DE" dirty="0"/>
              <a:t>Hierzu wird </a:t>
            </a:r>
            <a:r>
              <a:rPr lang="de-DE" dirty="0" err="1"/>
              <a:t>node</a:t>
            </a:r>
            <a:r>
              <a:rPr lang="de-DE" dirty="0"/>
              <a:t> als Web Server eingesetzt, der die JavaScript-Dateien sowie die statischen Ressourcen (HTML, CSS, …) zum Browser sendet</a:t>
            </a:r>
          </a:p>
          <a:p>
            <a:pPr lvl="1"/>
            <a:r>
              <a:rPr lang="de-DE" dirty="0"/>
              <a:t>Mit Hilfe eines Browser-</a:t>
            </a:r>
            <a:r>
              <a:rPr lang="de-DE" dirty="0" err="1"/>
              <a:t>Sync</a:t>
            </a:r>
            <a:r>
              <a:rPr lang="de-DE" dirty="0"/>
              <a:t>-Frameworks </a:t>
            </a:r>
            <a:r>
              <a:rPr lang="de-DE" dirty="0" err="1"/>
              <a:t>triggern</a:t>
            </a:r>
            <a:r>
              <a:rPr lang="de-DE" dirty="0"/>
              <a:t> Änderungen von JavaScript-Dateien auf Server-Seite einen Browser-Refresh</a:t>
            </a:r>
          </a:p>
          <a:p>
            <a:pPr lvl="2"/>
            <a:r>
              <a:rPr lang="de-DE" u="sng" dirty="0">
                <a:latin typeface="Courier New" pitchFamily="49" charset="0"/>
                <a:cs typeface="Courier New" pitchFamily="49" charset="0"/>
              </a:rPr>
              <a:t>https://www.browsersync.io/</a:t>
            </a:r>
          </a:p>
          <a:p>
            <a:pPr lvl="2"/>
            <a:r>
              <a:rPr lang="de-DE" dirty="0"/>
              <a:t>Damit werden Änderungen ohne weitere Benutzer-Interaktion sofort angezeigt</a:t>
            </a:r>
          </a:p>
          <a:p>
            <a:pPr lvl="2"/>
            <a:r>
              <a:rPr lang="de-DE" dirty="0"/>
              <a:t>Für eine agile Software-Entwicklung natürlich äußerst praktisch</a:t>
            </a:r>
          </a:p>
        </p:txBody>
      </p:sp>
    </p:spTree>
    <p:extLst>
      <p:ext uri="{BB962C8B-B14F-4D97-AF65-F5344CB8AC3E}">
        <p14:creationId xmlns:p14="http://schemas.microsoft.com/office/powerpoint/2010/main" val="1725837086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dboard boxes on conveyor belt">
            <a:extLst>
              <a:ext uri="{FF2B5EF4-FFF2-40B4-BE49-F238E27FC236}">
                <a16:creationId xmlns:a16="http://schemas.microsoft.com/office/drawing/2014/main" id="{B88A4A31-ECCD-45E1-A145-C0CCF1BCE3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65" r="5318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npm – Der Node Package Manager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77922" y="743803"/>
            <a:ext cx="2808844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382379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</a:t>
            </a:r>
            <a:r>
              <a:rPr lang="de-DE" dirty="0" err="1"/>
              <a:t>npm</a:t>
            </a:r>
            <a:r>
              <a:rPr lang="de-DE" dirty="0"/>
              <a:t>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Primär ein </a:t>
            </a:r>
            <a:r>
              <a:rPr lang="de-DE" dirty="0" err="1"/>
              <a:t>Packaging</a:t>
            </a:r>
            <a:r>
              <a:rPr lang="de-DE" dirty="0"/>
              <a:t> Manager</a:t>
            </a:r>
          </a:p>
          <a:p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/>
              <a:t> ist Bestandteil der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node</a:t>
            </a:r>
            <a:r>
              <a:rPr lang="de-DE" dirty="0"/>
              <a:t>-Installation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–v</a:t>
            </a:r>
          </a:p>
          <a:p>
            <a:r>
              <a:rPr lang="de-DE" dirty="0"/>
              <a:t>Die offizielle </a:t>
            </a:r>
            <a:r>
              <a:rPr lang="de-DE" dirty="0" err="1"/>
              <a:t>npm</a:t>
            </a:r>
            <a:r>
              <a:rPr lang="de-DE" dirty="0"/>
              <a:t> Registry liegt im Internet</a:t>
            </a:r>
          </a:p>
          <a:p>
            <a:pPr lvl="1"/>
            <a:r>
              <a:rPr lang="de-DE" sz="1600" u="sng" dirty="0">
                <a:latin typeface="Courier New" pitchFamily="49" charset="0"/>
                <a:cs typeface="Courier New" pitchFamily="49" charset="0"/>
                <a:hlinkClick r:id="rId2"/>
              </a:rPr>
              <a:t>https://docs.npmjs.com/misc/registry</a:t>
            </a:r>
            <a:endParaRPr lang="de-DE" sz="1600" u="sng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/>
              <a:t>Im Wesentlichen eine </a:t>
            </a:r>
            <a:r>
              <a:rPr lang="de-DE" dirty="0" err="1"/>
              <a:t>CouchDB</a:t>
            </a:r>
            <a:endParaRPr lang="de-DE" dirty="0"/>
          </a:p>
          <a:p>
            <a:pPr lvl="1"/>
            <a:r>
              <a:rPr lang="de-DE" dirty="0"/>
              <a:t>Laden der Software durch </a:t>
            </a:r>
            <a:r>
              <a:rPr lang="de-DE" dirty="0" err="1"/>
              <a:t>RESTful</a:t>
            </a:r>
            <a:r>
              <a:rPr lang="de-DE" dirty="0"/>
              <a:t> Aufrufe</a:t>
            </a:r>
          </a:p>
          <a:p>
            <a:pPr lvl="1"/>
            <a:r>
              <a:rPr lang="de-DE" dirty="0"/>
              <a:t>Die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/>
              <a:t>-Registry  ist aktuell die größte Sammlung von Software</a:t>
            </a:r>
          </a:p>
          <a:p>
            <a:r>
              <a:rPr lang="de-DE" dirty="0"/>
              <a:t>Unternehmens-interne oder private </a:t>
            </a:r>
            <a:r>
              <a:rPr lang="de-DE" dirty="0" err="1"/>
              <a:t>Registries</a:t>
            </a:r>
            <a:r>
              <a:rPr lang="de-DE" dirty="0"/>
              <a:t> können angemietet werden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8413460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npm</a:t>
            </a:r>
            <a:r>
              <a:rPr lang="de-DE" dirty="0"/>
              <a:t> Kommandos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/>
              <a:t> wird über die Kommandozeile angesprochen</a:t>
            </a:r>
          </a:p>
          <a:p>
            <a:pPr lvl="1"/>
            <a:r>
              <a:rPr lang="de-DE" dirty="0"/>
              <a:t>eine grafische Oberfläche wird als separates Modul zur Verfügung gestellt</a:t>
            </a:r>
          </a:p>
          <a:p>
            <a:r>
              <a:rPr lang="de-DE" dirty="0"/>
              <a:t>Hilfesystem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–h</a:t>
            </a:r>
          </a:p>
          <a:p>
            <a:pPr lvl="1"/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command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 -h</a:t>
            </a:r>
          </a:p>
          <a:p>
            <a:pPr lvl="1"/>
            <a:r>
              <a:rPr lang="de-DE" u="sng" dirty="0">
                <a:latin typeface="Courier New" pitchFamily="49" charset="0"/>
                <a:cs typeface="Courier New" pitchFamily="49" charset="0"/>
                <a:hlinkClick r:id="rId2"/>
              </a:rPr>
              <a:t>https://docs.npmjs.com/</a:t>
            </a:r>
            <a:endParaRPr lang="de-DE" u="sng" dirty="0">
              <a:latin typeface="Courier New" pitchFamily="49" charset="0"/>
              <a:cs typeface="Courier New" pitchFamily="49" charset="0"/>
            </a:endParaRP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4382306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phere of mesh and nodes">
            <a:extLst>
              <a:ext uri="{FF2B5EF4-FFF2-40B4-BE49-F238E27FC236}">
                <a16:creationId xmlns:a16="http://schemas.microsoft.com/office/drawing/2014/main" id="{17FFD76C-9713-4363-B49B-2A4839B156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</a:blip>
          <a:srcRect t="2677" b="2232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Node-Modules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73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Node</a:t>
            </a:r>
            <a:r>
              <a:rPr lang="de-DE" dirty="0"/>
              <a:t> Modules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dirty="0"/>
              <a:t>Jede via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/>
              <a:t> geladene Bibliothek wird als </a:t>
            </a:r>
            <a:r>
              <a:rPr lang="de-DE" dirty="0" err="1"/>
              <a:t>Node</a:t>
            </a:r>
            <a:r>
              <a:rPr lang="de-DE" dirty="0"/>
              <a:t>-Module konzipiert</a:t>
            </a:r>
          </a:p>
          <a:p>
            <a:r>
              <a:rPr lang="de-DE" dirty="0"/>
              <a:t>Jedes Modul besitzt</a:t>
            </a:r>
          </a:p>
          <a:p>
            <a:pPr lvl="1"/>
            <a:r>
              <a:rPr lang="de-DE" dirty="0"/>
              <a:t>Eine Informationsdatei, die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package.json</a:t>
            </a:r>
            <a:r>
              <a:rPr lang="de-DE" dirty="0"/>
              <a:t>, die das Projekt zusätzlich beschreibt</a:t>
            </a:r>
          </a:p>
          <a:p>
            <a:pPr lvl="1"/>
            <a:r>
              <a:rPr lang="de-DE" dirty="0"/>
              <a:t>Abhängige Bibliotheken im Unterverzeichnis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node_modules</a:t>
            </a:r>
            <a:endParaRPr lang="de-DE" i="1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/>
              <a:t>Diese sind selbst ebenfalls </a:t>
            </a:r>
            <a:r>
              <a:rPr lang="de-DE" dirty="0" err="1"/>
              <a:t>Node</a:t>
            </a:r>
            <a:r>
              <a:rPr lang="de-DE" dirty="0"/>
              <a:t>-Module</a:t>
            </a:r>
          </a:p>
          <a:p>
            <a:pPr lvl="1"/>
            <a:r>
              <a:rPr lang="de-DE" dirty="0"/>
              <a:t>Einen Entry-Point, in dem der Module-Entwickler das Fachobjekt seines Moduls erzeugt und exportiert</a:t>
            </a:r>
          </a:p>
          <a:p>
            <a:pPr lvl="2"/>
            <a:r>
              <a:rPr lang="de-DE" dirty="0"/>
              <a:t>Dazu wird dem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module</a:t>
            </a:r>
            <a:r>
              <a:rPr lang="de-DE" dirty="0"/>
              <a:t>-Objekt die Eigenschaft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exports</a:t>
            </a:r>
            <a:r>
              <a:rPr lang="de-DE" dirty="0"/>
              <a:t> gesetzt</a:t>
            </a:r>
          </a:p>
          <a:p>
            <a:pPr lvl="1"/>
            <a:r>
              <a:rPr lang="de-DE" dirty="0"/>
              <a:t>Zur Benutzung eines Moduls innerhalb eines Scripts dient der </a:t>
            </a:r>
            <a:r>
              <a:rPr lang="de-DE" dirty="0" err="1"/>
              <a:t>Node</a:t>
            </a:r>
            <a:r>
              <a:rPr lang="de-DE" dirty="0"/>
              <a:t>-Befehl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require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de-DE" dirty="0"/>
              <a:t>Der Rückgabewert von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require</a:t>
            </a:r>
            <a:r>
              <a:rPr lang="de-DE" dirty="0"/>
              <a:t> ist das vom Modul erzeugte und exportierte Fachobjekt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26062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</a:t>
            </a:r>
            <a:r>
              <a:rPr lang="de-DE" dirty="0" err="1"/>
              <a:t>package.json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Enthält die Projektinformation im JSON-Format</a:t>
            </a:r>
          </a:p>
          <a:p>
            <a:r>
              <a:rPr lang="de-DE" dirty="0"/>
              <a:t>Die Datei enthält</a:t>
            </a:r>
          </a:p>
          <a:p>
            <a:pPr lvl="1"/>
            <a:r>
              <a:rPr lang="de-DE" dirty="0"/>
              <a:t>Den Projektnamen</a:t>
            </a:r>
          </a:p>
          <a:p>
            <a:pPr lvl="1"/>
            <a:r>
              <a:rPr lang="de-DE" dirty="0"/>
              <a:t>Die aktuelle Versionsnummer</a:t>
            </a:r>
          </a:p>
          <a:p>
            <a:pPr lvl="1"/>
            <a:r>
              <a:rPr lang="de-DE" dirty="0"/>
              <a:t>Meta-Informationen wie Autor, Schlüsselwörter, Lizenz</a:t>
            </a:r>
          </a:p>
          <a:p>
            <a:pPr lvl="1"/>
            <a:r>
              <a:rPr lang="de-DE" dirty="0" err="1"/>
              <a:t>Dependencies</a:t>
            </a:r>
            <a:endParaRPr lang="de-DE" dirty="0"/>
          </a:p>
          <a:p>
            <a:pPr lvl="1"/>
            <a:r>
              <a:rPr lang="de-DE" dirty="0"/>
              <a:t>Ein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scripts</a:t>
            </a:r>
            <a:r>
              <a:rPr lang="de-DE" dirty="0"/>
              <a:t>-Objekt mit ausführbaren Befehlen</a:t>
            </a:r>
          </a:p>
          <a:p>
            <a:pPr lvl="2"/>
            <a:r>
              <a:rPr lang="de-DE" dirty="0"/>
              <a:t>Diese können mit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run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script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de-DE" dirty="0"/>
              <a:t> ausgeführt werden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597182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Initialisierung eines Projekts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Jedes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/>
              <a:t>-basierte Projekt ist ein neues </a:t>
            </a:r>
            <a:r>
              <a:rPr lang="de-DE" dirty="0" err="1"/>
              <a:t>Node</a:t>
            </a:r>
            <a:r>
              <a:rPr lang="de-DE" dirty="0"/>
              <a:t>-Module</a:t>
            </a:r>
          </a:p>
          <a:p>
            <a:r>
              <a:rPr lang="de-DE" dirty="0"/>
              <a:t>Initialisierung mit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init</a:t>
            </a:r>
            <a:endParaRPr lang="de-DE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de-DE" dirty="0"/>
              <a:t>Dabei werden interaktiv die Informationen abgefragt, die zur Erstellung der </a:t>
            </a:r>
            <a:r>
              <a:rPr lang="de-DE" dirty="0" err="1"/>
              <a:t>initialen</a:t>
            </a:r>
            <a:r>
              <a:rPr lang="de-DE" dirty="0"/>
              <a:t>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package.json</a:t>
            </a:r>
            <a:r>
              <a:rPr lang="de-DE" dirty="0"/>
              <a:t> benötigt werden</a:t>
            </a:r>
          </a:p>
          <a:p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484732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Projektstruktur</a:t>
            </a:r>
          </a:p>
        </p:txBody>
      </p:sp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3944381940"/>
              </p:ext>
            </p:extLst>
          </p:nvPr>
        </p:nvGraphicFramePr>
        <p:xfrm>
          <a:off x="6217639" y="1122184"/>
          <a:ext cx="4140460" cy="5256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0621557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Ein einfaches Projekt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-sample",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version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"1.0.0",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description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"a simple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training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project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"index.js",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scripts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{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test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"echo \"Error: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no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test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specified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\" &amp;&amp;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exit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1"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},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keywords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[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training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],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author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theAuthor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",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  "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license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": "ISC"</a:t>
            </a:r>
          </a:p>
          <a:p>
            <a:pPr marL="0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2470508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Ein einfaches </a:t>
            </a:r>
            <a:r>
              <a:rPr lang="de-DE" dirty="0" err="1"/>
              <a:t>Node</a:t>
            </a:r>
            <a:r>
              <a:rPr lang="de-DE" dirty="0"/>
              <a:t>-Module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Datei 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index.js</a:t>
            </a:r>
          </a:p>
          <a:p>
            <a:pPr marL="288925" lvl="1" indent="0">
              <a:buNone/>
            </a:pPr>
            <a:r>
              <a:rPr lang="de-DE" i="1" dirty="0" err="1">
                <a:latin typeface="Courier New" pitchFamily="49" charset="0"/>
                <a:cs typeface="Courier New" pitchFamily="49" charset="0"/>
              </a:rPr>
              <a:t>module.exports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 = {</a:t>
            </a:r>
          </a:p>
          <a:p>
            <a:pPr marL="288925" lvl="1" indent="0">
              <a:buNone/>
            </a:pPr>
            <a:r>
              <a:rPr lang="de-DE" i="1" dirty="0">
                <a:latin typeface="Courier New" pitchFamily="49" charset="0"/>
                <a:cs typeface="Courier New" pitchFamily="49" charset="0"/>
              </a:rPr>
              <a:t>	log: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function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 marL="288925" lvl="1" indent="0">
              <a:buNone/>
            </a:pPr>
            <a:r>
              <a:rPr lang="de-DE" i="1" dirty="0">
                <a:latin typeface="Courier New" pitchFamily="49" charset="0"/>
                <a:cs typeface="Courier New" pitchFamily="49" charset="0"/>
              </a:rPr>
              <a:t>            console.log('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Hello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')</a:t>
            </a:r>
          </a:p>
          <a:p>
            <a:pPr marL="288925" lvl="1" indent="0">
              <a:buNone/>
            </a:pPr>
            <a:r>
              <a:rPr lang="de-DE" i="1" dirty="0">
                <a:latin typeface="Courier New" pitchFamily="49" charset="0"/>
                <a:cs typeface="Courier New" pitchFamily="49" charset="0"/>
              </a:rPr>
              <a:t>          }</a:t>
            </a:r>
          </a:p>
          <a:p>
            <a:pPr marL="288925" lvl="1" indent="0">
              <a:buNone/>
            </a:pPr>
            <a:r>
              <a:rPr lang="de-DE" i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de-DE" dirty="0"/>
              <a:t>In der REPL</a:t>
            </a:r>
          </a:p>
          <a:p>
            <a:pPr marL="288925" lvl="1" indent="0">
              <a:buNone/>
            </a:pPr>
            <a:r>
              <a:rPr lang="de-DE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training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require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('./index.js')</a:t>
            </a:r>
          </a:p>
          <a:p>
            <a:pPr marL="288925" lvl="1" indent="0">
              <a:buNone/>
            </a:pPr>
            <a:r>
              <a:rPr lang="de-DE" dirty="0">
                <a:latin typeface="Courier New" pitchFamily="49" charset="0"/>
                <a:cs typeface="Courier New" pitchFamily="49" charset="0"/>
              </a:rPr>
              <a:t>training.log()</a:t>
            </a:r>
          </a:p>
        </p:txBody>
      </p:sp>
    </p:spTree>
    <p:extLst>
      <p:ext uri="{BB962C8B-B14F-4D97-AF65-F5344CB8AC3E}">
        <p14:creationId xmlns:p14="http://schemas.microsoft.com/office/powerpoint/2010/main" val="3472476911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Installieren von Abhängigkeiten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Abhängigkeiten werden mit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npm</a:t>
            </a:r>
            <a:r>
              <a:rPr lang="de-DE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dirty="0" err="1">
                <a:latin typeface="Courier New" pitchFamily="49" charset="0"/>
                <a:cs typeface="Courier New" pitchFamily="49" charset="0"/>
              </a:rPr>
              <a:t>install</a:t>
            </a:r>
            <a:r>
              <a:rPr lang="de-DE" dirty="0"/>
              <a:t> von einer </a:t>
            </a:r>
            <a:r>
              <a:rPr lang="de-DE" dirty="0" err="1"/>
              <a:t>npm</a:t>
            </a:r>
            <a:r>
              <a:rPr lang="de-DE" dirty="0"/>
              <a:t>-Registry geladen</a:t>
            </a:r>
          </a:p>
          <a:p>
            <a:pPr lvl="1"/>
            <a:r>
              <a:rPr lang="de-DE" dirty="0"/>
              <a:t>Ohne weitere Konfiguration wird dazu die Standard-Registry benutzt</a:t>
            </a:r>
          </a:p>
          <a:p>
            <a:pPr lvl="2"/>
            <a:r>
              <a:rPr lang="de-DE" dirty="0"/>
              <a:t>Damit ist eine Internet-Verbindung notwendig</a:t>
            </a:r>
          </a:p>
          <a:p>
            <a:pPr lvl="1"/>
            <a:r>
              <a:rPr lang="de-DE" dirty="0"/>
              <a:t>Es können aber auch Unternehmens-interne Repository-Server benutzt werden</a:t>
            </a:r>
          </a:p>
          <a:p>
            <a:pPr lvl="2"/>
            <a:r>
              <a:rPr lang="de-DE" dirty="0"/>
              <a:t>z.B. Nexus</a:t>
            </a:r>
          </a:p>
          <a:p>
            <a:r>
              <a:rPr lang="de-DE" dirty="0"/>
              <a:t>Rechner-Registry</a:t>
            </a:r>
          </a:p>
          <a:p>
            <a:pPr lvl="1"/>
            <a:r>
              <a:rPr lang="de-DE" dirty="0"/>
              <a:t>Die Abhängigkeiten werden auf dem Rechner abgelegt</a:t>
            </a:r>
          </a:p>
          <a:p>
            <a:pPr lvl="2"/>
            <a:r>
              <a:rPr lang="de-DE" dirty="0"/>
              <a:t>Ab jetzt ist damit keine Internet-Verbindung mehr nötig</a:t>
            </a:r>
          </a:p>
          <a:p>
            <a:pPr lvl="1"/>
            <a:r>
              <a:rPr lang="de-DE" dirty="0"/>
              <a:t>Orte:</a:t>
            </a:r>
          </a:p>
          <a:p>
            <a:pPr lvl="2"/>
            <a:r>
              <a:rPr lang="de-DE" dirty="0"/>
              <a:t>lokale Ablage in einem Unterverzeichnis namens </a:t>
            </a:r>
            <a:r>
              <a:rPr lang="de-DE" i="1" dirty="0" err="1">
                <a:latin typeface="Courier New" pitchFamily="49" charset="0"/>
                <a:cs typeface="Courier New" pitchFamily="49" charset="0"/>
              </a:rPr>
              <a:t>node</a:t>
            </a:r>
            <a:r>
              <a:rPr lang="de-DE" i="1" dirty="0">
                <a:latin typeface="Courier New" pitchFamily="49" charset="0"/>
                <a:cs typeface="Courier New" pitchFamily="49" charset="0"/>
              </a:rPr>
              <a:t>-modules</a:t>
            </a:r>
          </a:p>
          <a:p>
            <a:pPr lvl="3"/>
            <a:r>
              <a:rPr lang="de-DE" dirty="0"/>
              <a:t>Empfohlenes Standard-Verfahren zur Installation von </a:t>
            </a:r>
            <a:r>
              <a:rPr lang="de-DE" dirty="0" err="1"/>
              <a:t>Dependencies</a:t>
            </a:r>
            <a:r>
              <a:rPr lang="de-DE" dirty="0"/>
              <a:t> für eigene Software-Projekte</a:t>
            </a:r>
          </a:p>
          <a:p>
            <a:pPr lvl="2"/>
            <a:r>
              <a:rPr lang="de-DE" dirty="0"/>
              <a:t>globale Ablage</a:t>
            </a:r>
          </a:p>
          <a:p>
            <a:pPr lvl="3"/>
            <a:r>
              <a:rPr lang="de-DE" dirty="0"/>
              <a:t>Empfohlenes Standard-Verfahren zur Installation von allgemein verwendbaren Werkzeugen</a:t>
            </a:r>
          </a:p>
        </p:txBody>
      </p:sp>
    </p:spTree>
    <p:extLst>
      <p:ext uri="{BB962C8B-B14F-4D97-AF65-F5344CB8AC3E}">
        <p14:creationId xmlns:p14="http://schemas.microsoft.com/office/powerpoint/2010/main" val="133673460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11579</Words>
  <Application>Microsoft Macintosh PowerPoint</Application>
  <PresentationFormat>Breitbild</PresentationFormat>
  <Paragraphs>2053</Paragraphs>
  <Slides>268</Slides>
  <Notes>33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268</vt:i4>
      </vt:variant>
    </vt:vector>
  </HeadingPairs>
  <TitlesOfParts>
    <vt:vector size="278" baseType="lpstr">
      <vt:lpstr>Aller</vt:lpstr>
      <vt:lpstr>Arial</vt:lpstr>
      <vt:lpstr>Calibri</vt:lpstr>
      <vt:lpstr>Calibri Light</vt:lpstr>
      <vt:lpstr>Courier New</vt:lpstr>
      <vt:lpstr>Menlo</vt:lpstr>
      <vt:lpstr>SourceCodePro</vt:lpstr>
      <vt:lpstr>Wingdings</vt:lpstr>
      <vt:lpstr>Benutzerdefiniertes Design</vt:lpstr>
      <vt:lpstr>Office</vt:lpstr>
      <vt:lpstr>Typescript Primer</vt:lpstr>
      <vt:lpstr>Einrichten von Typescript </vt:lpstr>
      <vt:lpstr>Benötigte Komponenten</vt:lpstr>
      <vt:lpstr>Konfiguration des TypeScript-Compilers</vt:lpstr>
      <vt:lpstr>Scripts der package.json</vt:lpstr>
      <vt:lpstr>Benutzung</vt:lpstr>
      <vt:lpstr>PowerPoint-Präsentation</vt:lpstr>
      <vt:lpstr>PowerPoint-Präsentation</vt:lpstr>
      <vt:lpstr>Warum Typescript</vt:lpstr>
      <vt:lpstr>Type Hierarchy</vt:lpstr>
      <vt:lpstr>Spezielle Typen</vt:lpstr>
      <vt:lpstr>Variablen Deklaration</vt:lpstr>
      <vt:lpstr>Typisierte Deklaration von Variablen</vt:lpstr>
      <vt:lpstr>Deklaration von Variablen mit const und let</vt:lpstr>
      <vt:lpstr>Variable Samples</vt:lpstr>
      <vt:lpstr>Var-Scoping Macken</vt:lpstr>
      <vt:lpstr>Var-Scoping Macken 2</vt:lpstr>
      <vt:lpstr>Var-Scoping Macken 3</vt:lpstr>
      <vt:lpstr>Block Scoping </vt:lpstr>
      <vt:lpstr>Block Scoping 2 </vt:lpstr>
      <vt:lpstr>Block Scoping 3</vt:lpstr>
      <vt:lpstr>Zusammenfassung Tag 1</vt:lpstr>
      <vt:lpstr>const</vt:lpstr>
      <vt:lpstr>Kontrollstrukturen</vt:lpstr>
      <vt:lpstr>Kontrollstrukturen</vt:lpstr>
      <vt:lpstr>Number Datentyp</vt:lpstr>
      <vt:lpstr>Number Funktionen</vt:lpstr>
      <vt:lpstr>String Funktionen </vt:lpstr>
      <vt:lpstr>Funktionen deklarieren</vt:lpstr>
      <vt:lpstr>Varargs AKA Rest Parameters</vt:lpstr>
      <vt:lpstr>Default Parameter</vt:lpstr>
      <vt:lpstr>Anonyme Funktionen</vt:lpstr>
      <vt:lpstr>Funktionen überladen</vt:lpstr>
      <vt:lpstr>Container</vt:lpstr>
      <vt:lpstr>PowerPoint-Präsentation</vt:lpstr>
      <vt:lpstr>PowerPoint-Präsentation</vt:lpstr>
      <vt:lpstr>Array Schnittstellen Auszug </vt:lpstr>
      <vt:lpstr>concat()</vt:lpstr>
      <vt:lpstr>Pop und push</vt:lpstr>
      <vt:lpstr>PowerPoint-Präsentation</vt:lpstr>
      <vt:lpstr>Schnittstellen - Interfaces</vt:lpstr>
      <vt:lpstr>Enum</vt:lpstr>
      <vt:lpstr>Nonsens Code</vt:lpstr>
      <vt:lpstr>Beispiel Interface</vt:lpstr>
      <vt:lpstr>Interface Beispiel</vt:lpstr>
      <vt:lpstr>Interface Beispiel mit var</vt:lpstr>
      <vt:lpstr>Inline Interface Def</vt:lpstr>
      <vt:lpstr>Optional und Readonly</vt:lpstr>
      <vt:lpstr>Klassen deklarieren</vt:lpstr>
      <vt:lpstr>Member von Klassen</vt:lpstr>
      <vt:lpstr>Klassen Definition</vt:lpstr>
      <vt:lpstr>Klassen: readonly</vt:lpstr>
      <vt:lpstr>Sichtbarkeit</vt:lpstr>
      <vt:lpstr>Sichtbarkeit Beispiel</vt:lpstr>
      <vt:lpstr>Übung 1: Erstelle die Klasse Student, so dass sie wie hier arbeitet</vt:lpstr>
      <vt:lpstr>Übung 2: Erstelle einen Konstruktor, so dass die Klasse wie hier arbeitet</vt:lpstr>
      <vt:lpstr>Getter Setter</vt:lpstr>
      <vt:lpstr>PowerPoint-Präsentation</vt:lpstr>
      <vt:lpstr>Beispiel</vt:lpstr>
      <vt:lpstr>PowerPoint-Präsentation</vt:lpstr>
      <vt:lpstr>Klassen: Vererbung</vt:lpstr>
      <vt:lpstr>PowerPoint-Präsentation</vt:lpstr>
      <vt:lpstr>Klassen im Detail: Attribute und Methoden </vt:lpstr>
      <vt:lpstr>Namespaces</vt:lpstr>
      <vt:lpstr>Namespaces</vt:lpstr>
      <vt:lpstr>PowerPoint-Präsentation</vt:lpstr>
      <vt:lpstr>Weitere Exporte </vt:lpstr>
      <vt:lpstr>Named importieren</vt:lpstr>
      <vt:lpstr>Imports</vt:lpstr>
      <vt:lpstr>Übung 3: Module</vt:lpstr>
      <vt:lpstr>Angular</vt:lpstr>
      <vt:lpstr>Wiederholung Tag 2</vt:lpstr>
      <vt:lpstr>Architektur Überblick</vt:lpstr>
      <vt:lpstr>Literatur und Quellen</vt:lpstr>
      <vt:lpstr>Installation und Setup</vt:lpstr>
      <vt:lpstr>JavaScript-Grundinstallation</vt:lpstr>
      <vt:lpstr>Installation des Angular Command Line Interfaces</vt:lpstr>
      <vt:lpstr>Überblick über ng command line</vt:lpstr>
      <vt:lpstr>Ein erstes Projekt</vt:lpstr>
      <vt:lpstr>Anlegen des Projekts</vt:lpstr>
      <vt:lpstr>Projektstruktur</vt:lpstr>
      <vt:lpstr>Die Anwendung unter localhost:4200</vt:lpstr>
      <vt:lpstr>Übung 4: Erstelle Initiales Projekt</vt:lpstr>
      <vt:lpstr>Reload der App im Hintergrund bei Change</vt:lpstr>
      <vt:lpstr>Die aktualisierte Seite</vt:lpstr>
      <vt:lpstr>Ein Angular Module</vt:lpstr>
      <vt:lpstr>Was ist ein Modul</vt:lpstr>
      <vt:lpstr>Übersicht der Dateien eines Moduls</vt:lpstr>
      <vt:lpstr>Referenz auf Module in Index-Seite</vt:lpstr>
      <vt:lpstr>Component-Annotation</vt:lpstr>
      <vt:lpstr>Aufgabe der Component</vt:lpstr>
      <vt:lpstr>Angular-Module: Die Component</vt:lpstr>
      <vt:lpstr>Angular-Module: Das HTML-Template</vt:lpstr>
      <vt:lpstr>Angular-Module: Module-Deklaration</vt:lpstr>
      <vt:lpstr>Ablauf bis hier her</vt:lpstr>
      <vt:lpstr>Angular-Module: Module-Deklaration</vt:lpstr>
      <vt:lpstr>Kompletter Ablauf</vt:lpstr>
      <vt:lpstr>Einfache Erweiterungen</vt:lpstr>
      <vt:lpstr>Mehrere Komponenten</vt:lpstr>
      <vt:lpstr>Export von Benutzerdefinierten Typen</vt:lpstr>
      <vt:lpstr>Auflistungen</vt:lpstr>
      <vt:lpstr>UI-Programmierung</vt:lpstr>
      <vt:lpstr>Data Binding</vt:lpstr>
      <vt:lpstr>Die ngModel-Direktive</vt:lpstr>
      <vt:lpstr>Data Binding: Beispiel</vt:lpstr>
      <vt:lpstr>Übung 5: Databinding</vt:lpstr>
      <vt:lpstr>Direktiven</vt:lpstr>
      <vt:lpstr>Direktiven</vt:lpstr>
      <vt:lpstr>Beispiel</vt:lpstr>
      <vt:lpstr>Direktiven des Angular-Frameworks</vt:lpstr>
      <vt:lpstr>Noch ein paar Beispiele</vt:lpstr>
      <vt:lpstr>Attribut Direktiven</vt:lpstr>
      <vt:lpstr>Übung 6</vt:lpstr>
      <vt:lpstr>Child Components</vt:lpstr>
      <vt:lpstr>Goals</vt:lpstr>
      <vt:lpstr>Verschachtelung</vt:lpstr>
      <vt:lpstr>Komponente als Direktive einbinden</vt:lpstr>
      <vt:lpstr>Deklaration</vt:lpstr>
      <vt:lpstr>Mittels ng-generate</vt:lpstr>
      <vt:lpstr>Module generieren</vt:lpstr>
      <vt:lpstr>Übung 7: Komponenten schachteln</vt:lpstr>
      <vt:lpstr>Input einer Component</vt:lpstr>
      <vt:lpstr>Beispiel: Input einer Child-Component</vt:lpstr>
      <vt:lpstr>Inputs</vt:lpstr>
      <vt:lpstr>Übung 8: Inputs</vt:lpstr>
      <vt:lpstr>Events </vt:lpstr>
      <vt:lpstr>Event Binding</vt:lpstr>
      <vt:lpstr>Event Handler</vt:lpstr>
      <vt:lpstr>Event Handler: Beispiel</vt:lpstr>
      <vt:lpstr>Übung 9: Events</vt:lpstr>
      <vt:lpstr>Output -- Events aus Komponenten</vt:lpstr>
      <vt:lpstr>Output Beispiel</vt:lpstr>
      <vt:lpstr>Nutzende Komponente</vt:lpstr>
      <vt:lpstr>PowerPoint-Präsentation</vt:lpstr>
      <vt:lpstr>Übung 10: Output</vt:lpstr>
      <vt:lpstr>Expression Language </vt:lpstr>
      <vt:lpstr>Was wir fast alles schon kennen</vt:lpstr>
      <vt:lpstr>Expression</vt:lpstr>
      <vt:lpstr>Safe Navigator</vt:lpstr>
      <vt:lpstr>One Way Property Bindings bei Images </vt:lpstr>
      <vt:lpstr>Event Binding </vt:lpstr>
      <vt:lpstr>Style Bindings</vt:lpstr>
      <vt:lpstr>Data Binding in Formularen</vt:lpstr>
      <vt:lpstr>Übung 11: Bindings auf Images und mehr</vt:lpstr>
      <vt:lpstr>Übung 12: Class Binding</vt:lpstr>
      <vt:lpstr>Übung 13: Formulare</vt:lpstr>
      <vt:lpstr>Services</vt:lpstr>
      <vt:lpstr>Eigenschaften eines Services</vt:lpstr>
      <vt:lpstr>Services? Was</vt:lpstr>
      <vt:lpstr>Aufgaben eines Services</vt:lpstr>
      <vt:lpstr>Ein simpler Service</vt:lpstr>
      <vt:lpstr>Methode in Services</vt:lpstr>
      <vt:lpstr>API Stabilität</vt:lpstr>
      <vt:lpstr>Objektnetze in OO- Systemen</vt:lpstr>
      <vt:lpstr>Assignment by Third Party</vt:lpstr>
      <vt:lpstr>Creating itself - DIRECT</vt:lpstr>
      <vt:lpstr>Factory- Pattern</vt:lpstr>
      <vt:lpstr>Dependency Injection</vt:lpstr>
      <vt:lpstr>Beispiel: Service</vt:lpstr>
      <vt:lpstr>DI Konfig</vt:lpstr>
      <vt:lpstr>Wie geht DI in Angular</vt:lpstr>
      <vt:lpstr>Kontextbasierte Injektion </vt:lpstr>
      <vt:lpstr>Übung 14</vt:lpstr>
      <vt:lpstr>Übung 15</vt:lpstr>
      <vt:lpstr>Komponenten Lebenszyklus</vt:lpstr>
      <vt:lpstr>Was soll das?</vt:lpstr>
      <vt:lpstr>Best Practices: OnInit</vt:lpstr>
      <vt:lpstr>Übung 16: OnInit</vt:lpstr>
      <vt:lpstr>Pipes</vt:lpstr>
      <vt:lpstr>PowerPoint-Präsentation</vt:lpstr>
      <vt:lpstr>Was sind Pipes?</vt:lpstr>
      <vt:lpstr>Decimal Pipe</vt:lpstr>
      <vt:lpstr>Date Pipe</vt:lpstr>
      <vt:lpstr>Übung 17: Pipe</vt:lpstr>
      <vt:lpstr>Pipes sind Klassen</vt:lpstr>
      <vt:lpstr>Deklaration an Modulen</vt:lpstr>
      <vt:lpstr>Übung 18: Eigene Pipe</vt:lpstr>
      <vt:lpstr>Asynchrone &amp; Reaktive Programmierung</vt:lpstr>
      <vt:lpstr>Welche Eigenschaft hat die Variable X</vt:lpstr>
      <vt:lpstr>Und hier?</vt:lpstr>
      <vt:lpstr>Threading im Browser</vt:lpstr>
      <vt:lpstr>Callback API </vt:lpstr>
      <vt:lpstr>Lösung sind Promises</vt:lpstr>
      <vt:lpstr>Promise Beispiel</vt:lpstr>
      <vt:lpstr>Observable als Promise++</vt:lpstr>
      <vt:lpstr> Methoden für Zwischenverarbeitung </vt:lpstr>
      <vt:lpstr>Observables sind lazy</vt:lpstr>
      <vt:lpstr>PowerPoint-Präsentation</vt:lpstr>
      <vt:lpstr>Unsubscribe Nicht vergessen </vt:lpstr>
      <vt:lpstr>Automatisches Unsubscribe</vt:lpstr>
      <vt:lpstr>Reactive Extensions – RxJS</vt:lpstr>
      <vt:lpstr>Übung 17: Async TrainingService</vt:lpstr>
      <vt:lpstr>Routing und Navigation</vt:lpstr>
      <vt:lpstr>Arbeitsweise</vt:lpstr>
      <vt:lpstr>Features von Routen</vt:lpstr>
      <vt:lpstr>Routendefinition</vt:lpstr>
      <vt:lpstr>Ablauf</vt:lpstr>
      <vt:lpstr>Verlinken von Routen</vt:lpstr>
      <vt:lpstr>Default / Fallback Route</vt:lpstr>
      <vt:lpstr>Routenkonfiguration</vt:lpstr>
      <vt:lpstr>Beispiel: Routen-Definition</vt:lpstr>
      <vt:lpstr>Location-Strategy</vt:lpstr>
      <vt:lpstr>Übung 18: Routen für Detail und Listansicht</vt:lpstr>
      <vt:lpstr>Pfadparameter für dynamische Information</vt:lpstr>
      <vt:lpstr>Beispiel Pfadparameter</vt:lpstr>
      <vt:lpstr>Details zu den Routen</vt:lpstr>
      <vt:lpstr>Beispiel</vt:lpstr>
      <vt:lpstr>Stream Fetisch – Weiterverarbeitung von Routeparameter </vt:lpstr>
      <vt:lpstr>Navigation im html</vt:lpstr>
      <vt:lpstr>Navigation im Code – Component Klasse</vt:lpstr>
      <vt:lpstr>Übung 20: Routing mit Parametern</vt:lpstr>
      <vt:lpstr>Formulare und Eingabefelder </vt:lpstr>
      <vt:lpstr>Rückblick auf Standard html</vt:lpstr>
      <vt:lpstr>Formulare inAngular</vt:lpstr>
      <vt:lpstr>Formulare, Gruppen, Felder</vt:lpstr>
      <vt:lpstr>Formulare Bauen mit ReactiveFormsModule</vt:lpstr>
      <vt:lpstr>HowTo</vt:lpstr>
      <vt:lpstr>Übung 21: FormBuilder</vt:lpstr>
      <vt:lpstr>Validierung</vt:lpstr>
      <vt:lpstr>PowerPoint-Präsentation</vt:lpstr>
      <vt:lpstr>Verwendung</vt:lpstr>
      <vt:lpstr>Validierungsfehler</vt:lpstr>
      <vt:lpstr>Zugriff auf Fehlerzustand</vt:lpstr>
      <vt:lpstr>ErrorsMap</vt:lpstr>
      <vt:lpstr>Übung 22: Validierung</vt:lpstr>
      <vt:lpstr>Kind Komponenten</vt:lpstr>
      <vt:lpstr>Best Practice</vt:lpstr>
      <vt:lpstr>Rückblick: Input Output</vt:lpstr>
      <vt:lpstr>@ViewChild</vt:lpstr>
      <vt:lpstr>Kommunikation über ThirdParty</vt:lpstr>
      <vt:lpstr>Beispiel Event Emitter</vt:lpstr>
      <vt:lpstr>Übung 23</vt:lpstr>
      <vt:lpstr>Client-Server-Kommunikation</vt:lpstr>
      <vt:lpstr>Exkurs REST</vt:lpstr>
      <vt:lpstr>Das http-Protokoll</vt:lpstr>
      <vt:lpstr>Elemente der http-Spezifikation</vt:lpstr>
      <vt:lpstr>Elemente der http-Spezifikation II</vt:lpstr>
      <vt:lpstr>MimeTypes</vt:lpstr>
      <vt:lpstr>REST und http</vt:lpstr>
      <vt:lpstr>PowerPoint-Präsentation</vt:lpstr>
      <vt:lpstr>Der http Client</vt:lpstr>
      <vt:lpstr>Der Service HttpClient</vt:lpstr>
      <vt:lpstr>Json Daten extrahieren</vt:lpstr>
      <vt:lpstr>Exception Handler</vt:lpstr>
      <vt:lpstr>Header</vt:lpstr>
      <vt:lpstr>Übung 24: Starten des Servers</vt:lpstr>
      <vt:lpstr>Übung 24: Endpunkte</vt:lpstr>
      <vt:lpstr>Übung 24: http </vt:lpstr>
      <vt:lpstr>Eigene Direktiven</vt:lpstr>
      <vt:lpstr>Eigene Directive: Beispiel</vt:lpstr>
      <vt:lpstr>Anhang</vt:lpstr>
      <vt:lpstr>node.js</vt:lpstr>
      <vt:lpstr>Was ist node.js?</vt:lpstr>
      <vt:lpstr>Beispiel: Ein kompletter http-Server</vt:lpstr>
      <vt:lpstr>Installation: node.js</vt:lpstr>
      <vt:lpstr>Testen der Installation</vt:lpstr>
      <vt:lpstr>Node und Browser-basierte Anwendungen</vt:lpstr>
      <vt:lpstr>npm – Der Node Package Manager</vt:lpstr>
      <vt:lpstr>Was ist npm?</vt:lpstr>
      <vt:lpstr>npm Kommandos</vt:lpstr>
      <vt:lpstr>Node-Modules</vt:lpstr>
      <vt:lpstr>Node Modules</vt:lpstr>
      <vt:lpstr>Die package.json</vt:lpstr>
      <vt:lpstr>Initialisierung eines Projekts</vt:lpstr>
      <vt:lpstr>Projektstruktur</vt:lpstr>
      <vt:lpstr>Beispiel: Ein einfaches Projekt</vt:lpstr>
      <vt:lpstr>Beispiel: Ein einfaches Node-Module</vt:lpstr>
      <vt:lpstr>Installieren von Abhängigkeiten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Götzinger</dc:creator>
  <cp:lastModifiedBy>Thomas Götzinger</cp:lastModifiedBy>
  <cp:revision>131</cp:revision>
  <dcterms:created xsi:type="dcterms:W3CDTF">2020-01-15T16:45:15Z</dcterms:created>
  <dcterms:modified xsi:type="dcterms:W3CDTF">2021-06-13T11:37:10Z</dcterms:modified>
</cp:coreProperties>
</file>