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png" ContentType="image/png"/>
  <Default Extension="jpeg" ContentType="image/jpeg"/>
  <Override PartName="/_rels/.rels" ContentType="application/vnd.openxmlformats-package.relationships+xml"/>
  <Override PartName="/docProps/core.xml" ContentType="application/vnd.openxmlformats-package.core-properties+xml"/>
  <Override PartName="/docProps/app.xml" ContentType="application/vnd.openxmlformats-officedocument.extended-properties+xml"/>
  <Override PartName="/docProps/custom.xml" ContentType="application/vnd.openxmlformats-officedocument.custom-properties+xml"/>
  <Override PartName="/ppt/presentation.xml" ContentType="application/vnd.openxmlformats-officedocument.presentationml.presentation.main+xml"/>
  <Override PartName="/ppt/diagrams/_rels/data2.xml.rels" ContentType="application/vnd.openxmlformats-package.relationships+xml"/>
  <Override PartName="/ppt/diagrams/_rels/drawing2.xml.rels" ContentType="application/vnd.openxmlformats-package.relationships+xml"/>
  <Override PartName="/ppt/diagrams/_rels/data8.xml.rels" ContentType="application/vnd.openxmlformats-package.relationships+xml"/>
  <Override PartName="/ppt/diagrams/_rels/drawing8.xml.rels" ContentType="application/vnd.openxmlformats-package.relationships+xml"/>
  <Override PartName="/ppt/diagrams/quickStyle12.xml" ContentType="application/vnd.openxmlformats-officedocument.drawingml.diagramStyle+xml"/>
  <Override PartName="/ppt/diagrams/data12.xml" ContentType="application/vnd.openxmlformats-officedocument.drawingml.diagramData+xml"/>
  <Override PartName="/ppt/diagrams/drawing11.xml" ContentType="application/vnd.ms-office.drawingml.diagramDrawing+xml"/>
  <Override PartName="/ppt/diagrams/quickStyle11.xml" ContentType="application/vnd.openxmlformats-officedocument.drawingml.diagramStyle+xml"/>
  <Override PartName="/ppt/diagrams/layout11.xml" ContentType="application/vnd.openxmlformats-officedocument.drawingml.diagramLayout+xml"/>
  <Override PartName="/ppt/diagrams/quickStyle14.xml" ContentType="application/vnd.openxmlformats-officedocument.drawingml.diagramStyle+xml"/>
  <Override PartName="/ppt/diagrams/data11.xml" ContentType="application/vnd.openxmlformats-officedocument.drawingml.diagramData+xml"/>
  <Override PartName="/ppt/diagrams/drawing10.xml" ContentType="application/vnd.ms-office.drawingml.diagramDrawing+xml"/>
  <Override PartName="/ppt/diagrams/quickStyle10.xml" ContentType="application/vnd.openxmlformats-officedocument.drawingml.diagramStyle+xml"/>
  <Override PartName="/ppt/diagrams/layout10.xml" ContentType="application/vnd.openxmlformats-officedocument.drawingml.diagramLayout+xml"/>
  <Override PartName="/ppt/diagrams/quickStyle13.xml" ContentType="application/vnd.openxmlformats-officedocument.drawingml.diagramStyle+xml"/>
  <Override PartName="/ppt/diagrams/data10.xml" ContentType="application/vnd.openxmlformats-officedocument.drawingml.diagramData+xml"/>
  <Override PartName="/ppt/diagrams/drawing9.xml" ContentType="application/vnd.ms-office.drawingml.diagramDrawing+xml"/>
  <Override PartName="/ppt/diagrams/data9.xml" ContentType="application/vnd.openxmlformats-officedocument.drawingml.diagramData+xml"/>
  <Override PartName="/ppt/diagrams/quickStyle8.xml" ContentType="application/vnd.openxmlformats-officedocument.drawingml.diagramStyle+xml"/>
  <Override PartName="/ppt/diagrams/drawing8.xml" ContentType="application/vnd.ms-office.drawingml.diagramDrawing+xml"/>
  <Override PartName="/ppt/diagrams/data8.xml" ContentType="application/vnd.openxmlformats-officedocument.drawingml.diagramData+xml"/>
  <Override PartName="/ppt/diagrams/quickStyle7.xml" ContentType="application/vnd.openxmlformats-officedocument.drawingml.diagramStyle+xml"/>
  <Override PartName="/ppt/diagrams/quickStyle9.xml" ContentType="application/vnd.openxmlformats-officedocument.drawingml.diagramStyle+xml"/>
  <Override PartName="/ppt/diagrams/drawing7.xml" ContentType="application/vnd.ms-office.drawingml.diagramDrawing+xml"/>
  <Override PartName="/ppt/diagrams/layout9.xml" ContentType="application/vnd.openxmlformats-officedocument.drawingml.diagramLayout+xml"/>
  <Override PartName="/ppt/diagrams/layout7.xml" ContentType="application/vnd.openxmlformats-officedocument.drawingml.diagramLayout+xml"/>
  <Override PartName="/ppt/diagrams/colors15.xml" ContentType="application/vnd.openxmlformats-officedocument.drawingml.diagramColors+xml"/>
  <Override PartName="/ppt/diagrams/colors12.xml" ContentType="application/vnd.openxmlformats-officedocument.drawingml.diagramColors+xml"/>
  <Override PartName="/ppt/diagrams/layout4.xml" ContentType="application/vnd.openxmlformats-officedocument.drawingml.diagramLayout+xml"/>
  <Override PartName="/ppt/diagrams/layout8.xml" ContentType="application/vnd.openxmlformats-officedocument.drawingml.diagramLayout+xml"/>
  <Override PartName="/ppt/diagrams/colors16.xml" ContentType="application/vnd.openxmlformats-officedocument.drawingml.diagramColors+xml"/>
  <Override PartName="/ppt/diagrams/layout5.xml" ContentType="application/vnd.openxmlformats-officedocument.drawingml.diagramLayout+xml"/>
  <Override PartName="/ppt/diagrams/colors13.xml" ContentType="application/vnd.openxmlformats-officedocument.drawingml.diagramColors+xml"/>
  <Override PartName="/ppt/diagrams/layout6.xml" ContentType="application/vnd.openxmlformats-officedocument.drawingml.diagramLayout+xml"/>
  <Override PartName="/ppt/diagrams/colors14.xml" ContentType="application/vnd.openxmlformats-officedocument.drawingml.diagramColors+xml"/>
  <Override PartName="/ppt/diagrams/drawing12.xml" ContentType="application/vnd.ms-office.drawingml.diagramDrawing+xml"/>
  <Override PartName="/ppt/diagrams/data13.xml" ContentType="application/vnd.openxmlformats-officedocument.drawingml.diagramData+xml"/>
  <Override PartName="/ppt/diagrams/colors2.xml" ContentType="application/vnd.openxmlformats-officedocument.drawingml.diagramColors+xml"/>
  <Override PartName="/ppt/diagrams/colors5.xml" ContentType="application/vnd.openxmlformats-officedocument.drawingml.diagramColors+xml"/>
  <Override PartName="/ppt/diagrams/layout16.xml" ContentType="application/vnd.openxmlformats-officedocument.drawingml.diagramLayout+xml"/>
  <Override PartName="/ppt/diagrams/drawing16.xml" ContentType="application/vnd.ms-office.drawingml.diagramDrawing+xml"/>
  <Override PartName="/ppt/diagrams/data16.xml" ContentType="application/vnd.openxmlformats-officedocument.drawingml.diagramData+xml"/>
  <Override PartName="/ppt/diagrams/drawing15.xml" ContentType="application/vnd.ms-office.drawingml.diagramDrawing+xml"/>
  <Override PartName="/ppt/diagrams/layout15.xml" ContentType="application/vnd.openxmlformats-officedocument.drawingml.diagramLayout+xml"/>
  <Override PartName="/ppt/diagrams/colors4.xml" ContentType="application/vnd.openxmlformats-officedocument.drawingml.diagramColors+xml"/>
  <Override PartName="/ppt/diagrams/data15.xml" ContentType="application/vnd.openxmlformats-officedocument.drawingml.diagramData+xml"/>
  <Override PartName="/ppt/diagrams/drawing14.xml" ContentType="application/vnd.ms-office.drawingml.diagramDrawing+xml"/>
  <Override PartName="/ppt/diagrams/layout14.xml" ContentType="application/vnd.openxmlformats-officedocument.drawingml.diagramLayout+xml"/>
  <Override PartName="/ppt/diagrams/colors3.xml" ContentType="application/vnd.openxmlformats-officedocument.drawingml.diagramColors+xml"/>
  <Override PartName="/ppt/diagrams/data6.xml" ContentType="application/vnd.openxmlformats-officedocument.drawingml.diagramData+xml"/>
  <Override PartName="/ppt/diagrams/quickStyle5.xml" ContentType="application/vnd.openxmlformats-officedocument.drawingml.diagramStyle+xml"/>
  <Override PartName="/ppt/diagrams/layout13.xml" ContentType="application/vnd.openxmlformats-officedocument.drawingml.diagramLayout+xml"/>
  <Override PartName="/ppt/diagrams/quickStyle16.xml" ContentType="application/vnd.openxmlformats-officedocument.drawingml.diagramStyle+xml"/>
  <Override PartName="/ppt/diagrams/drawing13.xml" ContentType="application/vnd.ms-office.drawingml.diagramDrawing+xml"/>
  <Override PartName="/ppt/diagrams/data14.xml" ContentType="application/vnd.openxmlformats-officedocument.drawingml.diagramData+xml"/>
  <Override PartName="/ppt/diagrams/drawing5.xml" ContentType="application/vnd.ms-office.drawingml.diagramDrawing+xml"/>
  <Override PartName="/ppt/diagrams/data5.xml" ContentType="application/vnd.openxmlformats-officedocument.drawingml.diagramData+xml"/>
  <Override PartName="/ppt/diagrams/quickStyle4.xml" ContentType="application/vnd.openxmlformats-officedocument.drawingml.diagramStyle+xml"/>
  <Override PartName="/ppt/diagrams/data1.xml" ContentType="application/vnd.openxmlformats-officedocument.drawingml.diagramData+xml"/>
  <Override PartName="/ppt/diagrams/layout3.xml" ContentType="application/vnd.openxmlformats-officedocument.drawingml.diagramLayout+xml"/>
  <Override PartName="/ppt/diagrams/colors11.xml" ContentType="application/vnd.openxmlformats-officedocument.drawingml.diagramColors+xml"/>
  <Override PartName="/ppt/diagrams/data2.xml" ContentType="application/vnd.openxmlformats-officedocument.drawingml.diagramData+xml"/>
  <Override PartName="/ppt/diagrams/quickStyle1.xml" ContentType="application/vnd.openxmlformats-officedocument.drawingml.diagramStyle+xml"/>
  <Override PartName="/ppt/diagrams/drawing2.xml" ContentType="application/vnd.ms-office.drawingml.diagramDrawing+xml"/>
  <Override PartName="/ppt/diagrams/colors7.xml" ContentType="application/vnd.openxmlformats-officedocument.drawingml.diagramColors+xml"/>
  <Override PartName="/ppt/diagrams/colors1.xml" ContentType="application/vnd.openxmlformats-officedocument.drawingml.diagramColors+xml"/>
  <Override PartName="/ppt/diagrams/layout12.xml" ContentType="application/vnd.openxmlformats-officedocument.drawingml.diagramLayout+xml"/>
  <Override PartName="/ppt/diagrams/quickStyle15.xml" ContentType="application/vnd.openxmlformats-officedocument.drawingml.diagramStyle+xml"/>
  <Override PartName="/ppt/diagrams/data3.xml" ContentType="application/vnd.openxmlformats-officedocument.drawingml.diagramData+xml"/>
  <Override PartName="/ppt/diagrams/quickStyle2.xml" ContentType="application/vnd.openxmlformats-officedocument.drawingml.diagramStyle+xml"/>
  <Override PartName="/ppt/diagrams/drawing3.xml" ContentType="application/vnd.ms-office.drawingml.diagramDrawing+xml"/>
  <Override PartName="/ppt/diagrams/colors8.xml" ContentType="application/vnd.openxmlformats-officedocument.drawingml.diagramColors+xml"/>
  <Override PartName="/ppt/diagrams/colors6.xml" ContentType="application/vnd.openxmlformats-officedocument.drawingml.diagramColors+xml"/>
  <Override PartName="/ppt/diagrams/drawing1.xml" ContentType="application/vnd.ms-office.drawingml.diagramDrawing+xml"/>
  <Override PartName="/ppt/diagrams/data4.xml" ContentType="application/vnd.openxmlformats-officedocument.drawingml.diagramData+xml"/>
  <Override PartName="/ppt/diagrams/quickStyle3.xml" ContentType="application/vnd.openxmlformats-officedocument.drawingml.diagramStyle+xml"/>
  <Override PartName="/ppt/diagrams/colors9.xml" ContentType="application/vnd.openxmlformats-officedocument.drawingml.diagramColors+xml"/>
  <Override PartName="/ppt/diagrams/drawing4.xml" ContentType="application/vnd.ms-office.drawingml.diagramDrawing+xml"/>
  <Override PartName="/ppt/diagrams/layout2.xml" ContentType="application/vnd.openxmlformats-officedocument.drawingml.diagramLayout+xml"/>
  <Override PartName="/ppt/diagrams/colors10.xml" ContentType="application/vnd.openxmlformats-officedocument.drawingml.diagramColors+xml"/>
  <Override PartName="/ppt/diagrams/layout1.xml" ContentType="application/vnd.openxmlformats-officedocument.drawingml.diagramLayout+xml"/>
  <Override PartName="/ppt/diagrams/drawing6.xml" ContentType="application/vnd.ms-office.drawingml.diagramDrawing+xml"/>
  <Override PartName="/ppt/diagrams/quickStyle6.xml" ContentType="application/vnd.openxmlformats-officedocument.drawingml.diagramStyle+xml"/>
  <Override PartName="/ppt/diagrams/data7.xml" ContentType="application/vnd.openxmlformats-officedocument.drawingml.diagramData+xml"/>
  <Override PartName="/ppt/slideMasters/_rels/slideMaster9.xml.rels" ContentType="application/vnd.openxmlformats-package.relationships+xml"/>
  <Override PartName="/ppt/slideMasters/_rels/slideMaster8.xml.rels" ContentType="application/vnd.openxmlformats-package.relationships+xml"/>
  <Override PartName="/ppt/slideMasters/_rels/slideMaster26.xml.rels" ContentType="application/vnd.openxmlformats-package.relationships+xml"/>
  <Override PartName="/ppt/slideMasters/_rels/slideMaster7.xml.rels" ContentType="application/vnd.openxmlformats-package.relationships+xml"/>
  <Override PartName="/ppt/slideMasters/_rels/slideMaster27.xml.rels" ContentType="application/vnd.openxmlformats-package.relationships+xml"/>
  <Override PartName="/ppt/slideMasters/_rels/slideMaster13.xml.rels" ContentType="application/vnd.openxmlformats-package.relationships+xml"/>
  <Override PartName="/ppt/slideMasters/_rels/slideMaster2.xml.rels" ContentType="application/vnd.openxmlformats-package.relationships+xml"/>
  <Override PartName="/ppt/slideMasters/_rels/slideMaster14.xml.rels" ContentType="application/vnd.openxmlformats-package.relationships+xml"/>
  <Override PartName="/ppt/slideMasters/_rels/slideMaster3.xml.rels" ContentType="application/vnd.openxmlformats-package.relationships+xml"/>
  <Override PartName="/ppt/slideMasters/_rels/slideMaster15.xml.rels" ContentType="application/vnd.openxmlformats-package.relationships+xml"/>
  <Override PartName="/ppt/slideMasters/_rels/slideMaster31.xml.rels" ContentType="application/vnd.openxmlformats-package.relationships+xml"/>
  <Override PartName="/ppt/slideMasters/_rels/slideMaster29.xml.rels" ContentType="application/vnd.openxmlformats-package.relationships+xml"/>
  <Override PartName="/ppt/slideMasters/_rels/slideMaster28.xml.rels" ContentType="application/vnd.openxmlformats-package.relationships+xml"/>
  <Override PartName="/ppt/slideMasters/_rels/slideMaster30.xml.rels" ContentType="application/vnd.openxmlformats-package.relationships+xml"/>
  <Override PartName="/ppt/slideMasters/_rels/slideMaster16.xml.rels" ContentType="application/vnd.openxmlformats-package.relationships+xml"/>
  <Override PartName="/ppt/slideMasters/_rels/slideMaster5.xml.rels" ContentType="application/vnd.openxmlformats-package.relationships+xml"/>
  <Override PartName="/ppt/slideMasters/_rels/slideMaster17.xml.rels" ContentType="application/vnd.openxmlformats-package.relationships+xml"/>
  <Override PartName="/ppt/slideMasters/_rels/slideMaster6.xml.rels" ContentType="application/vnd.openxmlformats-package.relationships+xml"/>
  <Override PartName="/ppt/slideMasters/_rels/slideMaster18.xml.rels" ContentType="application/vnd.openxmlformats-package.relationships+xml"/>
  <Override PartName="/ppt/slideMasters/_rels/slideMaster20.xml.rels" ContentType="application/vnd.openxmlformats-package.relationships+xml"/>
  <Override PartName="/ppt/slideMasters/_rels/slideMaster19.xml.rels" ContentType="application/vnd.openxmlformats-package.relationships+xml"/>
  <Override PartName="/ppt/slideMasters/_rels/slideMaster21.xml.rels" ContentType="application/vnd.openxmlformats-package.relationships+xml"/>
  <Override PartName="/ppt/slideMasters/_rels/slideMaster22.xml.rels" ContentType="application/vnd.openxmlformats-package.relationships+xml"/>
  <Override PartName="/ppt/slideMasters/_rels/slideMaster23.xml.rels" ContentType="application/vnd.openxmlformats-package.relationships+xml"/>
  <Override PartName="/ppt/slideMasters/_rels/slideMaster24.xml.rels" ContentType="application/vnd.openxmlformats-package.relationships+xml"/>
  <Override PartName="/ppt/slideMasters/_rels/slideMaster25.xml.rels" ContentType="application/vnd.openxmlformats-package.relationships+xml"/>
  <Override PartName="/ppt/slideMasters/_rels/slideMaster32.xml.rels" ContentType="application/vnd.openxmlformats-package.relationships+xml"/>
  <Override PartName="/ppt/slideMasters/_rels/slideMaster33.xml.rels" ContentType="application/vnd.openxmlformats-package.relationships+xml"/>
  <Override PartName="/ppt/slideMasters/_rels/slideMaster34.xml.rels" ContentType="application/vnd.openxmlformats-package.relationships+xml"/>
  <Override PartName="/ppt/slideMasters/_rels/slideMaster11.xml.rels" ContentType="application/vnd.openxmlformats-package.relationships+xml"/>
  <Override PartName="/ppt/slideMasters/_rels/slideMaster35.xml.rels" ContentType="application/vnd.openxmlformats-package.relationships+xml"/>
  <Override PartName="/ppt/slideMasters/_rels/slideMaster12.xml.rels" ContentType="application/vnd.openxmlformats-package.relationships+xml"/>
  <Override PartName="/ppt/slideMasters/_rels/slideMaster1.xml.rels" ContentType="application/vnd.openxmlformats-package.relationships+xml"/>
  <Override PartName="/ppt/slideMasters/_rels/slideMaster36.xml.rels" ContentType="application/vnd.openxmlformats-package.relationships+xml"/>
  <Override PartName="/ppt/slideMasters/_rels/slideMaster37.xml.rels" ContentType="application/vnd.openxmlformats-package.relationships+xml"/>
  <Override PartName="/ppt/slideMasters/_rels/slideMaster38.xml.rels" ContentType="application/vnd.openxmlformats-package.relationships+xml"/>
  <Override PartName="/ppt/slideMasters/_rels/slideMaster39.xml.rels" ContentType="application/vnd.openxmlformats-package.relationships+xml"/>
  <Override PartName="/ppt/slideMasters/_rels/slideMaster10.xml.rels" ContentType="application/vnd.openxmlformats-package.relationships+xml"/>
  <Override PartName="/ppt/slideMasters/_rels/slideMaster4.xml.rels" ContentType="application/vnd.openxmlformats-package.relationships+xml"/>
  <Override PartName="/ppt/slideMasters/slideMaster25.xml" ContentType="application/vnd.openxmlformats-officedocument.presentationml.slideMaster+xml"/>
  <Override PartName="/ppt/slideMasters/slideMaster24.xml" ContentType="application/vnd.openxmlformats-officedocument.presentationml.slideMaster+xml"/>
  <Override PartName="/ppt/slideMasters/slideMaster23.xml" ContentType="application/vnd.openxmlformats-officedocument.presentationml.slideMaster+xml"/>
  <Override PartName="/ppt/slideMasters/slideMaster22.xml" ContentType="application/vnd.openxmlformats-officedocument.presentationml.slideMaster+xml"/>
  <Override PartName="/ppt/slideMasters/slideMaster21.xml" ContentType="application/vnd.openxmlformats-officedocument.presentationml.slideMaster+xml"/>
  <Override PartName="/ppt/slideMasters/slideMaster19.xml" ContentType="application/vnd.openxmlformats-officedocument.presentationml.slideMaster+xml"/>
  <Override PartName="/ppt/slideMasters/slideMaster20.xml" ContentType="application/vnd.openxmlformats-officedocument.presentationml.slideMaster+xml"/>
  <Override PartName="/ppt/slideMasters/slideMaster18.xml" ContentType="application/vnd.openxmlformats-officedocument.presentationml.slideMaster+xml"/>
  <Override PartName="/ppt/slideMasters/slideMaster17.xml" ContentType="application/vnd.openxmlformats-officedocument.presentationml.slideMaster+xml"/>
  <Override PartName="/ppt/slideMasters/slideMaster16.xml" ContentType="application/vnd.openxmlformats-officedocument.presentationml.slideMaster+xml"/>
  <Override PartName="/ppt/slideMasters/slideMaster33.xml" ContentType="application/vnd.openxmlformats-officedocument.presentationml.slideMaster+xml"/>
  <Override PartName="/ppt/slideMasters/slideMaster30.xml" ContentType="application/vnd.openxmlformats-officedocument.presentationml.slideMaster+xml"/>
  <Override PartName="/ppt/slideMasters/slideMaster3.xml" ContentType="application/vnd.openxmlformats-officedocument.presentationml.slideMaster+xml"/>
  <Override PartName="/ppt/slideMasters/slideMaster28.xml" ContentType="application/vnd.openxmlformats-officedocument.presentationml.slideMaster+xml"/>
  <Override PartName="/ppt/slideMasters/slideMaster31.xml" ContentType="application/vnd.openxmlformats-officedocument.presentationml.slideMaster+xml"/>
  <Override PartName="/ppt/slideMasters/slideMaster29.xml" ContentType="application/vnd.openxmlformats-officedocument.presentationml.slideMaster+xml"/>
  <Override PartName="/ppt/slideMasters/slideMaster32.xml" ContentType="application/vnd.openxmlformats-officedocument.presentationml.slideMaster+xml"/>
  <Override PartName="/ppt/slideMasters/slideMaster34.xml" ContentType="application/vnd.openxmlformats-officedocument.presentationml.slideMaster+xml"/>
  <Override PartName="/ppt/slideMasters/slideMaster5.xml" ContentType="application/vnd.openxmlformats-officedocument.presentationml.slideMaster+xml"/>
  <Override PartName="/ppt/slideMasters/slideMaster11.xml" ContentType="application/vnd.openxmlformats-officedocument.presentationml.slideMaster+xml"/>
  <Override PartName="/ppt/slideMasters/slideMaster35.xml" ContentType="application/vnd.openxmlformats-officedocument.presentationml.slideMaster+xml"/>
  <Override PartName="/ppt/slideMasters/slideMaster6.xml" ContentType="application/vnd.openxmlformats-officedocument.presentationml.slideMaster+xml"/>
  <Override PartName="/ppt/slideMasters/slideMaster12.xml" ContentType="application/vnd.openxmlformats-officedocument.presentationml.slideMaster+xml"/>
  <Override PartName="/ppt/slideMasters/slideMaster36.xml" ContentType="application/vnd.openxmlformats-officedocument.presentationml.slideMaster+xml"/>
  <Override PartName="/ppt/slideMasters/slideMaster37.xml" ContentType="application/vnd.openxmlformats-officedocument.presentationml.slideMaster+xml"/>
  <Override PartName="/ppt/slideMasters/slideMaster38.xml" ContentType="application/vnd.openxmlformats-officedocument.presentationml.slideMaster+xml"/>
  <Override PartName="/ppt/slideMasters/slideMaster39.xml" ContentType="application/vnd.openxmlformats-officedocument.presentationml.slideMaster+xml"/>
  <Override PartName="/ppt/slideMasters/slideMaster4.xml" ContentType="application/vnd.openxmlformats-officedocument.presentationml.slideMaster+xml"/>
  <Override PartName="/ppt/slideMasters/slideMaster10.xml" ContentType="application/vnd.openxmlformats-officedocument.presentationml.slideMaster+xml"/>
  <Override PartName="/ppt/slideMasters/slideMaster2.xml" ContentType="application/vnd.openxmlformats-officedocument.presentationml.slideMaster+xml"/>
  <Override PartName="/ppt/slideMasters/slideMaster27.xml" ContentType="application/vnd.openxmlformats-officedocument.presentationml.slideMaster+xml"/>
  <Override PartName="/ppt/slideMasters/slideMaster7.xml" ContentType="application/vnd.openxmlformats-officedocument.presentationml.slideMaster+xml"/>
  <Override PartName="/ppt/slideMasters/slideMaster13.xml" ContentType="application/vnd.openxmlformats-officedocument.presentationml.slideMaster+xml"/>
  <Override PartName="/ppt/slideMasters/slideMaster1.xml" ContentType="application/vnd.openxmlformats-officedocument.presentationml.slideMaster+xml"/>
  <Override PartName="/ppt/slideMasters/slideMaster26.xml" ContentType="application/vnd.openxmlformats-officedocument.presentationml.slideMaster+xml"/>
  <Override PartName="/ppt/slideMasters/slideMaster8.xml" ContentType="application/vnd.openxmlformats-officedocument.presentationml.slideMaster+xml"/>
  <Override PartName="/ppt/slideMasters/slideMaster14.xml" ContentType="application/vnd.openxmlformats-officedocument.presentationml.slideMaster+xml"/>
  <Override PartName="/ppt/slideMasters/slideMaster9.xml" ContentType="application/vnd.openxmlformats-officedocument.presentationml.slideMaster+xml"/>
  <Override PartName="/ppt/slideMasters/slideMaster15.xml" ContentType="application/vnd.openxmlformats-officedocument.presentationml.slideMaster+xml"/>
  <Override PartName="/ppt/presProps.xml" ContentType="application/vnd.openxmlformats-officedocument.presentationml.presProps+xml"/>
  <Override PartName="/ppt/theme/theme29.xml" ContentType="application/vnd.openxmlformats-officedocument.theme+xml"/>
  <Override PartName="/ppt/theme/theme28.xml" ContentType="application/vnd.openxmlformats-officedocument.theme+xml"/>
  <Override PartName="/ppt/theme/theme27.xml" ContentType="application/vnd.openxmlformats-officedocument.theme+xml"/>
  <Override PartName="/ppt/theme/theme26.xml" ContentType="application/vnd.openxmlformats-officedocument.theme+xml"/>
  <Override PartName="/ppt/theme/theme25.xml" ContentType="application/vnd.openxmlformats-officedocument.theme+xml"/>
  <Override PartName="/ppt/theme/theme24.xml" ContentType="application/vnd.openxmlformats-officedocument.theme+xml"/>
  <Override PartName="/ppt/theme/theme23.xml" ContentType="application/vnd.openxmlformats-officedocument.theme+xml"/>
  <Override PartName="/ppt/theme/theme22.xml" ContentType="application/vnd.openxmlformats-officedocument.theme+xml"/>
  <Override PartName="/ppt/theme/theme21.xml" ContentType="application/vnd.openxmlformats-officedocument.theme+xml"/>
  <Override PartName="/ppt/theme/theme19.xml" ContentType="application/vnd.openxmlformats-officedocument.theme+xml"/>
  <Override PartName="/ppt/theme/theme20.xml" ContentType="application/vnd.openxmlformats-officedocument.theme+xml"/>
  <Override PartName="/ppt/theme/theme6.xml" ContentType="application/vnd.openxmlformats-officedocument.theme+xml"/>
  <Override PartName="/ppt/theme/theme33.xml" ContentType="application/vnd.openxmlformats-officedocument.theme+xml"/>
  <Override PartName="/ppt/theme/theme8.xml" ContentType="application/vnd.openxmlformats-officedocument.theme+xml"/>
  <Override PartName="/ppt/theme/theme35.xml" ContentType="application/vnd.openxmlformats-officedocument.theme+xml"/>
  <Override PartName="/ppt/theme/theme1.xml" ContentType="application/vnd.openxmlformats-officedocument.theme+xml"/>
  <Override PartName="/ppt/theme/theme10.xml" ContentType="application/vnd.openxmlformats-officedocument.theme+xml"/>
  <Override PartName="/ppt/theme/theme9.xml" ContentType="application/vnd.openxmlformats-officedocument.theme+xml"/>
  <Override PartName="/ppt/theme/theme36.xml" ContentType="application/vnd.openxmlformats-officedocument.theme+xml"/>
  <Override PartName="/ppt/theme/theme2.xml" ContentType="application/vnd.openxmlformats-officedocument.theme+xml"/>
  <Override PartName="/ppt/theme/theme37.xml" ContentType="application/vnd.openxmlformats-officedocument.theme+xml"/>
  <Override PartName="/ppt/theme/theme38.xml" ContentType="application/vnd.openxmlformats-officedocument.theme+xml"/>
  <Override PartName="/ppt/theme/theme40.xml" ContentType="application/vnd.openxmlformats-officedocument.theme+xml"/>
  <Override PartName="/ppt/theme/theme39.xml" ContentType="application/vnd.openxmlformats-officedocument.theme+xml"/>
  <Override PartName="/ppt/theme/theme34.xml" ContentType="application/vnd.openxmlformats-officedocument.theme+xml"/>
  <Override PartName="/ppt/theme/theme7.xml" ContentType="application/vnd.openxmlformats-officedocument.theme+xml"/>
  <Override PartName="/ppt/theme/theme5.xml" ContentType="application/vnd.openxmlformats-officedocument.theme+xml"/>
  <Override PartName="/ppt/theme/theme32.xml" ContentType="application/vnd.openxmlformats-officedocument.theme+xml"/>
  <Override PartName="/ppt/theme/theme4.xml" ContentType="application/vnd.openxmlformats-officedocument.theme+xml"/>
  <Override PartName="/ppt/theme/theme31.xml" ContentType="application/vnd.openxmlformats-officedocument.theme+xml"/>
  <Override PartName="/ppt/theme/theme13.xml" ContentType="application/vnd.openxmlformats-officedocument.theme+xml"/>
  <Override PartName="/ppt/theme/theme3.xml" ContentType="application/vnd.openxmlformats-officedocument.theme+xml"/>
  <Override PartName="/ppt/theme/theme30.xml" ContentType="application/vnd.openxmlformats-officedocument.theme+xml"/>
  <Override PartName="/ppt/theme/theme12.xml" ContentType="application/vnd.openxmlformats-officedocument.theme+xml"/>
  <Override PartName="/ppt/theme/theme11.xml" ContentType="application/vnd.openxmlformats-officedocument.theme+xml"/>
  <Override PartName="/ppt/theme/theme14.xml" ContentType="application/vnd.openxmlformats-officedocument.theme+xml"/>
  <Override PartName="/ppt/theme/theme15.xml" ContentType="application/vnd.openxmlformats-officedocument.theme+xml"/>
  <Override PartName="/ppt/theme/theme16.xml" ContentType="application/vnd.openxmlformats-officedocument.theme+xml"/>
  <Override PartName="/ppt/theme/theme17.xml" ContentType="application/vnd.openxmlformats-officedocument.theme+xml"/>
  <Override PartName="/ppt/theme/theme18.xml" ContentType="application/vnd.openxmlformats-officedocument.theme+xml"/>
  <Override PartName="/ppt/slideLayouts/slideLayout22.xml" ContentType="application/vnd.openxmlformats-officedocument.presentationml.slideLayout+xml"/>
  <Override PartName="/ppt/slideLayouts/_rels/slideLayout4.xml.rels" ContentType="application/vnd.openxmlformats-package.relationships+xml"/>
  <Override PartName="/ppt/slideLayouts/_rels/slideLayout12.xml.rels" ContentType="application/vnd.openxmlformats-package.relationships+xml"/>
  <Override PartName="/ppt/slideLayouts/_rels/slideLayout5.xml.rels" ContentType="application/vnd.openxmlformats-package.relationships+xml"/>
  <Override PartName="/ppt/slideLayouts/_rels/slideLayout13.xml.rels" ContentType="application/vnd.openxmlformats-package.relationships+xml"/>
  <Override PartName="/ppt/slideLayouts/_rels/slideLayout6.xml.rels" ContentType="application/vnd.openxmlformats-package.relationships+xml"/>
  <Override PartName="/ppt/slideLayouts/_rels/slideLayout14.xml.rels" ContentType="application/vnd.openxmlformats-package.relationships+xml"/>
  <Override PartName="/ppt/slideLayouts/_rels/slideLayout27.xml.rels" ContentType="application/vnd.openxmlformats-package.relationships+xml"/>
  <Override PartName="/ppt/slideLayouts/_rels/slideLayout7.xml.rels" ContentType="application/vnd.openxmlformats-package.relationships+xml"/>
  <Override PartName="/ppt/slideLayouts/_rels/slideLayout15.xml.rels" ContentType="application/vnd.openxmlformats-package.relationships+xml"/>
  <Override PartName="/ppt/slideLayouts/_rels/slideLayout28.xml.rels" ContentType="application/vnd.openxmlformats-package.relationships+xml"/>
  <Override PartName="/ppt/slideLayouts/_rels/slideLayout8.xml.rels" ContentType="application/vnd.openxmlformats-package.relationships+xml"/>
  <Override PartName="/ppt/slideLayouts/_rels/slideLayout16.xml.rels" ContentType="application/vnd.openxmlformats-package.relationships+xml"/>
  <Override PartName="/ppt/slideLayouts/_rels/slideLayout30.xml.rels" ContentType="application/vnd.openxmlformats-package.relationships+xml"/>
  <Override PartName="/ppt/slideLayouts/_rels/slideLayout29.xml.rels" ContentType="application/vnd.openxmlformats-package.relationships+xml"/>
  <Override PartName="/ppt/slideLayouts/_rels/slideLayout9.xml.rels" ContentType="application/vnd.openxmlformats-package.relationships+xml"/>
  <Override PartName="/ppt/slideLayouts/_rels/slideLayout17.xml.rels" ContentType="application/vnd.openxmlformats-package.relationships+xml"/>
  <Override PartName="/ppt/slideLayouts/_rels/slideLayout31.xml.rels" ContentType="application/vnd.openxmlformats-package.relationships+xml"/>
  <Override PartName="/ppt/slideLayouts/_rels/slideLayout26.xml.rels" ContentType="application/vnd.openxmlformats-package.relationships+xml"/>
  <Override PartName="/ppt/slideLayouts/_rels/slideLayout37.xml.rels" ContentType="application/vnd.openxmlformats-package.relationships+xml"/>
  <Override PartName="/ppt/slideLayouts/_rels/slideLayout25.xml.rels" ContentType="application/vnd.openxmlformats-package.relationships+xml"/>
  <Override PartName="/ppt/slideLayouts/_rels/slideLayout36.xml.rels" ContentType="application/vnd.openxmlformats-package.relationships+xml"/>
  <Override PartName="/ppt/slideLayouts/_rels/slideLayout24.xml.rels" ContentType="application/vnd.openxmlformats-package.relationships+xml"/>
  <Override PartName="/ppt/slideLayouts/_rels/slideLayout39.xml.rels" ContentType="application/vnd.openxmlformats-package.relationships+xml"/>
  <Override PartName="/ppt/slideLayouts/_rels/slideLayout41.xml.rels" ContentType="application/vnd.openxmlformats-package.relationships+xml"/>
  <Override PartName="/ppt/slideLayouts/_rels/slideLayout35.xml.rels" ContentType="application/vnd.openxmlformats-package.relationships+xml"/>
  <Override PartName="/ppt/slideLayouts/_rels/slideLayout23.xml.rels" ContentType="application/vnd.openxmlformats-package.relationships+xml"/>
  <Override PartName="/ppt/slideLayouts/_rels/slideLayout18.xml.rels" ContentType="application/vnd.openxmlformats-package.relationships+xml"/>
  <Override PartName="/ppt/slideLayouts/_rels/slideLayout20.xml.rels" ContentType="application/vnd.openxmlformats-package.relationships+xml"/>
  <Override PartName="/ppt/slideLayouts/_rels/slideLayout19.xml.rels" ContentType="application/vnd.openxmlformats-package.relationships+xml"/>
  <Override PartName="/ppt/slideLayouts/_rels/slideLayout21.xml.rels" ContentType="application/vnd.openxmlformats-package.relationships+xml"/>
  <Override PartName="/ppt/slideLayouts/_rels/slideLayout22.xml.rels" ContentType="application/vnd.openxmlformats-package.relationships+xml"/>
  <Override PartName="/ppt/slideLayouts/_rels/slideLayout38.xml.rels" ContentType="application/vnd.openxmlformats-package.relationships+xml"/>
  <Override PartName="/ppt/slideLayouts/_rels/slideLayout40.xml.rels" ContentType="application/vnd.openxmlformats-package.relationships+xml"/>
  <Override PartName="/ppt/slideLayouts/_rels/slideLayout42.xml.rels" ContentType="application/vnd.openxmlformats-package.relationships+xml"/>
  <Override PartName="/ppt/slideLayouts/_rels/slideLayout43.xml.rels" ContentType="application/vnd.openxmlformats-package.relationships+xml"/>
  <Override PartName="/ppt/slideLayouts/_rels/slideLayout44.xml.rels" ContentType="application/vnd.openxmlformats-package.relationships+xml"/>
  <Override PartName="/ppt/slideLayouts/_rels/slideLayout33.xml.rels" ContentType="application/vnd.openxmlformats-package.relationships+xml"/>
  <Override PartName="/ppt/slideLayouts/_rels/slideLayout45.xml.rels" ContentType="application/vnd.openxmlformats-package.relationships+xml"/>
  <Override PartName="/ppt/slideLayouts/_rels/slideLayout2.xml.rels" ContentType="application/vnd.openxmlformats-package.relationships+xml"/>
  <Override PartName="/ppt/slideLayouts/_rels/slideLayout10.xml.rels" ContentType="application/vnd.openxmlformats-package.relationships+xml"/>
  <Override PartName="/ppt/slideLayouts/_rels/slideLayout34.xml.rels" ContentType="application/vnd.openxmlformats-package.relationships+xml"/>
  <Override PartName="/ppt/slideLayouts/_rels/slideLayout1.xml.rels" ContentType="application/vnd.openxmlformats-package.relationships+xml"/>
  <Override PartName="/ppt/slideLayouts/_rels/slideLayout46.xml.rels" ContentType="application/vnd.openxmlformats-package.relationships+xml"/>
  <Override PartName="/ppt/slideLayouts/_rels/slideLayout3.xml.rels" ContentType="application/vnd.openxmlformats-package.relationships+xml"/>
  <Override PartName="/ppt/slideLayouts/_rels/slideLayout11.xml.rels" ContentType="application/vnd.openxmlformats-package.relationships+xml"/>
  <Override PartName="/ppt/slideLayouts/_rels/slideLayout32.xml.rels" ContentType="application/vnd.openxmlformats-package.relationships+xml"/>
  <Override PartName="/ppt/slideLayouts/slideLayout21.xml" ContentType="application/vnd.openxmlformats-officedocument.presentationml.slideLayout+xml"/>
  <Override PartName="/ppt/slideLayouts/slideLayout19.xml" ContentType="application/vnd.openxmlformats-officedocument.presentationml.slideLayout+xml"/>
  <Override PartName="/ppt/slideLayouts/slideLayout20.xml" ContentType="application/vnd.openxmlformats-officedocument.presentationml.slideLayout+xml"/>
  <Override PartName="/ppt/slideLayouts/slideLayout18.xml" ContentType="application/vnd.openxmlformats-officedocument.presentationml.slideLayout+xml"/>
  <Override PartName="/ppt/slideLayouts/slideLayout17.xml" ContentType="application/vnd.openxmlformats-officedocument.presentationml.slideLayout+xml"/>
  <Override PartName="/ppt/slideLayouts/slideLayout16.xml" ContentType="application/vnd.openxmlformats-officedocument.presentationml.slideLayout+xml"/>
  <Override PartName="/ppt/slideLayouts/slideLayout15.xml" ContentType="application/vnd.openxmlformats-officedocument.presentationml.slideLayout+xml"/>
  <Override PartName="/ppt/slideLayouts/slideLayout14.xml" ContentType="application/vnd.openxmlformats-officedocument.presentationml.slideLayout+xml"/>
  <Override PartName="/ppt/slideLayouts/slideLayout23.xml" ContentType="application/vnd.openxmlformats-officedocument.presentationml.slideLayout+xml"/>
  <Override PartName="/ppt/slideLayouts/slideLayout1.xml" ContentType="application/vnd.openxmlformats-officedocument.presentationml.slideLayout+xml"/>
  <Override PartName="/ppt/slideLayouts/slideLayout39.xml" ContentType="application/vnd.openxmlformats-officedocument.presentationml.slideLayout+xml"/>
  <Override PartName="/ppt/slideLayouts/slideLayout24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25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26.xml" ContentType="application/vnd.openxmlformats-officedocument.presentationml.slideLayout+xml"/>
  <Override PartName="/ppt/slideLayouts/slideLayout35.xml" ContentType="application/vnd.openxmlformats-officedocument.presentationml.slideLayout+xml"/>
  <Override PartName="/ppt/slideLayouts/slideLayout36.xml" ContentType="application/vnd.openxmlformats-officedocument.presentationml.slideLayout+xml"/>
  <Override PartName="/ppt/slideLayouts/slideLayout37.xml" ContentType="application/vnd.openxmlformats-officedocument.presentationml.slideLayout+xml"/>
  <Override PartName="/ppt/slideLayouts/slideLayout38.xml" ContentType="application/vnd.openxmlformats-officedocument.presentationml.slideLayout+xml"/>
  <Override PartName="/ppt/slideLayouts/slideLayout40.xml" ContentType="application/vnd.openxmlformats-officedocument.presentationml.slideLayout+xml"/>
  <Override PartName="/ppt/slideLayouts/slideLayout41.xml" ContentType="application/vnd.openxmlformats-officedocument.presentationml.slideLayout+xml"/>
  <Override PartName="/ppt/slideLayouts/slideLayout42.xml" ContentType="application/vnd.openxmlformats-officedocument.presentationml.slideLayout+xml"/>
  <Override PartName="/ppt/slideLayouts/slideLayout43.xml" ContentType="application/vnd.openxmlformats-officedocument.presentationml.slideLayout+xml"/>
  <Override PartName="/ppt/slideLayouts/slideLayout44.xml" ContentType="application/vnd.openxmlformats-officedocument.presentationml.slideLayout+xml"/>
  <Override PartName="/ppt/slideLayouts/slideLayout33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45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34.xml" ContentType="application/vnd.openxmlformats-officedocument.presentationml.slideLayout+xml"/>
  <Override PartName="/ppt/slideLayouts/slideLayout46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32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31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29.xml" ContentType="application/vnd.openxmlformats-officedocument.presentationml.slideLayout+xml"/>
  <Override PartName="/ppt/slideLayouts/slideLayout30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28.xml" ContentType="application/vnd.openxmlformats-officedocument.presentationml.slideLayout+xml"/>
  <Override PartName="/ppt/slideLayouts/slideLayout13.xml" ContentType="application/vnd.openxmlformats-officedocument.presentationml.slideLayout+xml"/>
  <Override PartName="/ppt/slideLayouts/slideLayout12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27.xml" ContentType="application/vnd.openxmlformats-officedocument.presentationml.slideLayout+xml"/>
  <Override PartName="/ppt/slideLayouts/slideLayout4.xml" ContentType="application/vnd.openxmlformats-officedocument.presentationml.slideLayout+xml"/>
  <Override PartName="/ppt/_rels/presentation.xml.rels" ContentType="application/vnd.openxmlformats-package.relationships+xml"/>
  <Override PartName="/ppt/media/image38.svg" ContentType="image/svg"/>
  <Override PartName="/ppt/media/image37.png" ContentType="image/png"/>
  <Override PartName="/ppt/media/image36.svg" ContentType="image/svg"/>
  <Override PartName="/ppt/media/image35.png" ContentType="image/png"/>
  <Override PartName="/ppt/media/image32.jpeg" ContentType="image/jpeg"/>
  <Override PartName="/ppt/media/image34.png" ContentType="image/png"/>
  <Override PartName="/ppt/media/image31.jpeg" ContentType="image/jpeg"/>
  <Override PartName="/ppt/media/image25.png" ContentType="image/png"/>
  <Override PartName="/ppt/media/image27.png" ContentType="image/png"/>
  <Override PartName="/ppt/media/image24.png" ContentType="image/png"/>
  <Override PartName="/ppt/media/image23.png" ContentType="image/png"/>
  <Override PartName="/ppt/media/image26.svg" ContentType="image/svg"/>
  <Override PartName="/ppt/media/media21.mp4" ContentType="video/mp4"/>
  <Override PartName="/ppt/media/image33.png" ContentType="image/png"/>
  <Override PartName="/ppt/media/image20.svg" ContentType="image/svg"/>
  <Override PartName="/ppt/media/image16.png" ContentType="image/png"/>
  <Override PartName="/ppt/media/image7.jpeg" ContentType="image/jpeg"/>
  <Override PartName="/ppt/media/image14.jpeg" ContentType="image/jpeg"/>
  <Override PartName="/ppt/media/OOXDiagramDataRels8_0.png" ContentType="image/png"/>
  <Override PartName="/ppt/media/image15.png" ContentType="image/png"/>
  <Override PartName="/ppt/media/OOXDiagramDataRels8_1.svg" ContentType="image/svg"/>
  <Override PartName="/ppt/media/image6.png" ContentType="image/png"/>
  <Override PartName="/ppt/media/OOXDiagramDrawingRels2_0.png" ContentType="image/png"/>
  <Override PartName="/ppt/media/image12.jpeg" ContentType="image/jpeg"/>
  <Override PartName="/ppt/media/image9.png" ContentType="image/png"/>
  <Override PartName="/ppt/media/image11.jpeg" ContentType="image/jpeg"/>
  <Override PartName="/ppt/media/OOXDiagramDrawingRels2_3.svg" ContentType="image/svg"/>
  <Override PartName="/ppt/media/OOXDiagramDataRels8_4.png" ContentType="image/png"/>
  <Override PartName="/ppt/media/OOXDiagramDrawingRels2_5.svg" ContentType="image/svg"/>
  <Override PartName="/ppt/media/image19.png" ContentType="image/png"/>
  <Override PartName="/ppt/media/OOXDiagramDataRels8_5.svg" ContentType="image/svg"/>
  <Override PartName="/ppt/media/OOXDiagramDrawingRels2_6.png" ContentType="image/png"/>
  <Override PartName="/ppt/media/OOXDiagramDrawingRels2_7.svg" ContentType="image/svg"/>
  <Override PartName="/ppt/media/OOXDiagramDataRels8_7.svg" ContentType="image/svg"/>
  <Override PartName="/ppt/media/image40.png" ContentType="image/png"/>
  <Override PartName="/ppt/media/OOXDiagramDataRels8_6.png" ContentType="image/png"/>
  <Override PartName="/ppt/media/image45.jpeg" ContentType="image/jpeg"/>
  <Override PartName="/ppt/media/OOXDiagramDataRels2_7.svg" ContentType="image/svg"/>
  <Override PartName="/ppt/media/image22.png" ContentType="image/png"/>
  <Override PartName="/ppt/media/OOXDiagramDrawingRels8_0.png" ContentType="image/png"/>
  <Override PartName="/ppt/media/OOXDiagramDrawingRels8_2.png" ContentType="image/png"/>
  <Override PartName="/ppt/media/image52.jpeg" ContentType="image/jpeg"/>
  <Override PartName="/ppt/media/OOXDiagramDrawingRels8_3.svg" ContentType="image/svg"/>
  <Override PartName="/ppt/media/image44.jpeg" ContentType="image/jpeg"/>
  <Override PartName="/ppt/media/image39.png" ContentType="image/png"/>
  <Override PartName="/ppt/media/image51.jpeg" ContentType="image/jpeg"/>
  <Override PartName="/ppt/media/image4.png" ContentType="image/png"/>
  <Override PartName="/ppt/media/image49.jpeg" ContentType="image/jpeg"/>
  <Override PartName="/ppt/media/OOXDiagramDrawingRels8_4.png" ContentType="image/png"/>
  <Override PartName="/ppt/media/image50.png" ContentType="image/png"/>
  <Override PartName="/ppt/media/image5.jpeg" ContentType="image/jpeg"/>
  <Override PartName="/ppt/media/image48.png" ContentType="image/png"/>
  <Override PartName="/ppt/media/OOXDiagramDrawingRels2_4.png" ContentType="image/png"/>
  <Override PartName="/ppt/media/image43.png" ContentType="image/png"/>
  <Override PartName="/ppt/media/image18.jpeg" ContentType="image/jpeg"/>
  <Override PartName="/ppt/media/OOXDiagramDrawingRels8_5.svg" ContentType="image/svg"/>
  <Override PartName="/ppt/media/image47.jpeg" ContentType="image/jpeg"/>
  <Override PartName="/ppt/media/OOXDiagramDrawingRels8_7.svg" ContentType="image/svg"/>
  <Override PartName="/ppt/media/image42.jpeg" ContentType="image/jpeg"/>
  <Override PartName="/ppt/media/OOXDiagramDrawingRels2_1.svg" ContentType="image/svg"/>
  <Override PartName="/ppt/media/image8.jpeg" ContentType="image/jpeg"/>
  <Override PartName="/ppt/media/image1.wmf" ContentType="image/x-wmf"/>
  <Override PartName="/ppt/media/image10.png" ContentType="image/png"/>
  <Override PartName="/ppt/media/image13.jpeg" ContentType="image/jpeg"/>
  <Override PartName="/ppt/media/OOXDiagramDrawingRels8_1.svg" ContentType="image/svg"/>
  <Override PartName="/ppt/media/image28.png" ContentType="image/png"/>
  <Override PartName="/ppt/media/image29.png" ContentType="image/png"/>
  <Override PartName="/ppt/media/OOXDiagramDataRels2_1.svg" ContentType="image/svg"/>
  <Override PartName="/ppt/media/OOXDiagramDataRels2_4.png" ContentType="image/png"/>
  <Override PartName="/ppt/media/image30.png" ContentType="image/png"/>
  <Override PartName="/ppt/media/image3.jpeg" ContentType="image/jpeg"/>
  <Override PartName="/ppt/media/image41.png" ContentType="image/png"/>
  <Override PartName="/ppt/media/OOXDiagramDrawingRels2_2.png" ContentType="image/png"/>
  <Override PartName="/ppt/media/OOXDiagramDataRels8_3.svg" ContentType="image/svg"/>
  <Override PartName="/ppt/media/image17.png" ContentType="image/png"/>
  <Override PartName="/ppt/media/OOXDiagramDataRels8_2.png" ContentType="image/png"/>
  <Override PartName="/ppt/media/OOXDiagramDrawingRels8_6.png" ContentType="image/png"/>
  <Override PartName="/ppt/media/image2.jpeg" ContentType="image/jpeg"/>
  <Override PartName="/ppt/media/OOXDiagramDataRels2_5.svg" ContentType="image/svg"/>
  <Override PartName="/ppt/media/OOXDiagramDataRels2_3.svg" ContentType="image/svg"/>
  <Override PartName="/ppt/media/OOXDiagramDataRels2_6.png" ContentType="image/png"/>
  <Override PartName="/ppt/media/OOXDiagramDataRels2_0.png" ContentType="image/png"/>
  <Override PartName="/ppt/media/OOXDiagramDataRels2_2.png" ContentType="image/png"/>
  <Override PartName="/ppt/media/image46.jpeg" ContentType="image/jpeg"/>
  <Override PartName="/ppt/notesMasters/_rels/notesMaster1.xml.rels" ContentType="application/vnd.openxmlformats-package.relationships+xml"/>
  <Override PartName="/ppt/notesMasters/notesMaster1.xml" ContentType="application/vnd.openxmlformats-officedocument.presentationml.notesMaster+xml"/>
  <Override PartName="/ppt/slides/_rels/slide242.xml.rels" ContentType="application/vnd.openxmlformats-package.relationships+xml"/>
  <Override PartName="/ppt/slides/_rels/slide241.xml.rels" ContentType="application/vnd.openxmlformats-package.relationships+xml"/>
  <Override PartName="/ppt/slides/_rels/slide240.xml.rels" ContentType="application/vnd.openxmlformats-package.relationships+xml"/>
  <Override PartName="/ppt/slides/_rels/slide239.xml.rels" ContentType="application/vnd.openxmlformats-package.relationships+xml"/>
  <Override PartName="/ppt/slides/_rels/slide238.xml.rels" ContentType="application/vnd.openxmlformats-package.relationships+xml"/>
  <Override PartName="/ppt/slides/_rels/slide237.xml.rels" ContentType="application/vnd.openxmlformats-package.relationships+xml"/>
  <Override PartName="/ppt/slides/_rels/slide236.xml.rels" ContentType="application/vnd.openxmlformats-package.relationships+xml"/>
  <Override PartName="/ppt/slides/_rels/slide235.xml.rels" ContentType="application/vnd.openxmlformats-package.relationships+xml"/>
  <Override PartName="/ppt/slides/_rels/slide234.xml.rels" ContentType="application/vnd.openxmlformats-package.relationships+xml"/>
  <Override PartName="/ppt/slides/_rels/slide233.xml.rels" ContentType="application/vnd.openxmlformats-package.relationships+xml"/>
  <Override PartName="/ppt/slides/_rels/slide232.xml.rels" ContentType="application/vnd.openxmlformats-package.relationships+xml"/>
  <Override PartName="/ppt/slides/_rels/slide70.xml.rels" ContentType="application/vnd.openxmlformats-package.relationships+xml"/>
  <Override PartName="/ppt/slides/_rels/slide65.xml.rels" ContentType="application/vnd.openxmlformats-package.relationships+xml"/>
  <Override PartName="/ppt/slides/_rels/slide110.xml.rels" ContentType="application/vnd.openxmlformats-package.relationships+xml"/>
  <Override PartName="/ppt/slides/_rels/slide257.xml.rels" ContentType="application/vnd.openxmlformats-package.relationships+xml"/>
  <Override PartName="/ppt/slides/_rels/slide150.xml.rels" ContentType="application/vnd.openxmlformats-package.relationships+xml"/>
  <Override PartName="/ppt/slides/_rels/slide37.xml.rels" ContentType="application/vnd.openxmlformats-package.relationships+xml"/>
  <Override PartName="/ppt/slides/_rels/slide205.xml.rels" ContentType="application/vnd.openxmlformats-package.relationships+xml"/>
  <Override PartName="/ppt/slides/_rels/slide66.xml.rels" ContentType="application/vnd.openxmlformats-package.relationships+xml"/>
  <Override PartName="/ppt/slides/_rels/slide111.xml.rels" ContentType="application/vnd.openxmlformats-package.relationships+xml"/>
  <Override PartName="/ppt/slides/_rels/slide258.xml.rels" ContentType="application/vnd.openxmlformats-package.relationships+xml"/>
  <Override PartName="/ppt/slides/_rels/slide33.xml.rels" ContentType="application/vnd.openxmlformats-package.relationships+xml"/>
  <Override PartName="/ppt/slides/_rels/slide175.xml.rels" ContentType="application/vnd.openxmlformats-package.relationships+xml"/>
  <Override PartName="/ppt/slides/_rels/slide107.xml.rels" ContentType="application/vnd.openxmlformats-package.relationships+xml"/>
  <Override PartName="/ppt/slides/_rels/slide202.xml.rels" ContentType="application/vnd.openxmlformats-package.relationships+xml"/>
  <Override PartName="/ppt/slides/_rels/slide119.xml.rels" ContentType="application/vnd.openxmlformats-package.relationships+xml"/>
  <Override PartName="/ppt/slides/_rels/slide184.xml.rels" ContentType="application/vnd.openxmlformats-package.relationships+xml"/>
  <Override PartName="/ppt/slides/_rels/slide116.xml.rels" ContentType="application/vnd.openxmlformats-package.relationships+xml"/>
  <Override PartName="/ppt/slides/_rels/slide151.xml.rels" ContentType="application/vnd.openxmlformats-package.relationships+xml"/>
  <Override PartName="/ppt/slides/_rels/slide38.xml.rels" ContentType="application/vnd.openxmlformats-package.relationships+xml"/>
  <Override PartName="/ppt/slides/_rels/slide206.xml.rels" ContentType="application/vnd.openxmlformats-package.relationships+xml"/>
  <Override PartName="/ppt/slides/_rels/slide76.xml.rels" ContentType="application/vnd.openxmlformats-package.relationships+xml"/>
  <Override PartName="/ppt/slides/_rels/slide121.xml.rels" ContentType="application/vnd.openxmlformats-package.relationships+xml"/>
  <Override PartName="/ppt/slides/_rels/slide268.xml.rels" ContentType="application/vnd.openxmlformats-package.relationships+xml"/>
  <Override PartName="/ppt/slides/_rels/slide43.xml.rels" ContentType="application/vnd.openxmlformats-package.relationships+xml"/>
  <Override PartName="/ppt/slides/_rels/slide67.xml.rels" ContentType="application/vnd.openxmlformats-package.relationships+xml"/>
  <Override PartName="/ppt/slides/_rels/slide112.xml.rels" ContentType="application/vnd.openxmlformats-package.relationships+xml"/>
  <Override PartName="/ppt/slides/_rels/slide259.xml.rels" ContentType="application/vnd.openxmlformats-package.relationships+xml"/>
  <Override PartName="/ppt/slides/_rels/slide34.xml.rels" ContentType="application/vnd.openxmlformats-package.relationships+xml"/>
  <Override PartName="/ppt/slides/_rels/slide203.xml.rels" ContentType="application/vnd.openxmlformats-package.relationships+xml"/>
  <Override PartName="/ppt/slides/_rels/slide176.xml.rels" ContentType="application/vnd.openxmlformats-package.relationships+xml"/>
  <Override PartName="/ppt/slides/_rels/slide108.xml.rels" ContentType="application/vnd.openxmlformats-package.relationships+xml"/>
  <Override PartName="/ppt/slides/_rels/slide14.xml.rels" ContentType="application/vnd.openxmlformats-package.relationships+xml"/>
  <Override PartName="/ppt/slides/_rels/slide82.xml.rels" ContentType="application/vnd.openxmlformats-package.relationships+xml"/>
  <Override PartName="/ppt/slides/_rels/slide75.xml.rels" ContentType="application/vnd.openxmlformats-package.relationships+xml"/>
  <Override PartName="/ppt/slides/_rels/slide120.xml.rels" ContentType="application/vnd.openxmlformats-package.relationships+xml"/>
  <Override PartName="/ppt/slides/_rels/slide267.xml.rels" ContentType="application/vnd.openxmlformats-package.relationships+xml"/>
  <Override PartName="/ppt/slides/_rels/slide42.xml.rels" ContentType="application/vnd.openxmlformats-package.relationships+xml"/>
  <Override PartName="/ppt/slides/_rels/slide86.xml.rels" ContentType="application/vnd.openxmlformats-package.relationships+xml"/>
  <Override PartName="/ppt/slides/_rels/slide18.xml.rels" ContentType="application/vnd.openxmlformats-package.relationships+xml"/>
  <Override PartName="/ppt/slides/_rels/slide131.xml.rels" ContentType="application/vnd.openxmlformats-package.relationships+xml"/>
  <Override PartName="/ppt/slides/_rels/slide60.xml.rels" ContentType="application/vnd.openxmlformats-package.relationships+xml"/>
  <Override PartName="/ppt/slides/_rels/slide13.xml.rels" ContentType="application/vnd.openxmlformats-package.relationships+xml"/>
  <Override PartName="/ppt/slides/_rels/slide81.xml.rels" ContentType="application/vnd.openxmlformats-package.relationships+xml"/>
  <Override PartName="/ppt/slides/_rels/slide266.xml.rels" ContentType="application/vnd.openxmlformats-package.relationships+xml"/>
  <Override PartName="/ppt/slides/_rels/slide41.xml.rels" ContentType="application/vnd.openxmlformats-package.relationships+xml"/>
  <Override PartName="/ppt/slides/_rels/slide115.xml.rels" ContentType="application/vnd.openxmlformats-package.relationships+xml"/>
  <Override PartName="/ppt/slides/_rels/slide183.xml.rels" ContentType="application/vnd.openxmlformats-package.relationships+xml"/>
  <Override PartName="/ppt/slides/_rels/slide186.xml.rels" ContentType="application/vnd.openxmlformats-package.relationships+xml"/>
  <Override PartName="/ppt/slides/_rels/slide118.xml.rels" ContentType="application/vnd.openxmlformats-package.relationships+xml"/>
  <Override PartName="/ppt/slides/_rels/slide140.xml.rels" ContentType="application/vnd.openxmlformats-package.relationships+xml"/>
  <Override PartName="/ppt/slides/_rels/slide8.xml.rels" ContentType="application/vnd.openxmlformats-package.relationships+xml"/>
  <Override PartName="/ppt/slides/_rels/slide95.xml.rels" ContentType="application/vnd.openxmlformats-package.relationships+xml"/>
  <Override PartName="/ppt/slides/_rels/slide27.xml.rels" ContentType="application/vnd.openxmlformats-package.relationships+xml"/>
  <Override PartName="/ppt/slides/_rels/slide173.xml.rels" ContentType="application/vnd.openxmlformats-package.relationships+xml"/>
  <Override PartName="/ppt/slides/_rels/slide105.xml.rels" ContentType="application/vnd.openxmlformats-package.relationships+xml"/>
  <Override PartName="/ppt/slides/_rels/slide79.xml.rels" ContentType="application/vnd.openxmlformats-package.relationships+xml"/>
  <Override PartName="/ppt/slides/_rels/slide124.xml.rels" ContentType="application/vnd.openxmlformats-package.relationships+xml"/>
  <Override PartName="/ppt/slides/_rels/slide192.xml.rels" ContentType="application/vnd.openxmlformats-package.relationships+xml"/>
  <Override PartName="/ppt/slides/_rels/slide162.xml.rels" ContentType="application/vnd.openxmlformats-package.relationships+xml"/>
  <Override PartName="/ppt/slides/_rels/slide49.xml.rels" ContentType="application/vnd.openxmlformats-package.relationships+xml"/>
  <Override PartName="/ppt/slides/_rels/slide195.xml.rels" ContentType="application/vnd.openxmlformats-package.relationships+xml"/>
  <Override PartName="/ppt/slides/_rels/slide127.xml.rels" ContentType="application/vnd.openxmlformats-package.relationships+xml"/>
  <Override PartName="/ppt/slides/_rels/slide161.xml.rels" ContentType="application/vnd.openxmlformats-package.relationships+xml"/>
  <Override PartName="/ppt/slides/_rels/slide48.xml.rels" ContentType="application/vnd.openxmlformats-package.relationships+xml"/>
  <Override PartName="/ppt/slides/_rels/slide78.xml.rels" ContentType="application/vnd.openxmlformats-package.relationships+xml"/>
  <Override PartName="/ppt/slides/_rels/slide123.xml.rels" ContentType="application/vnd.openxmlformats-package.relationships+xml"/>
  <Override PartName="/ppt/slides/_rels/slide191.xml.rels" ContentType="application/vnd.openxmlformats-package.relationships+xml"/>
  <Override PartName="/ppt/slides/_rels/slide50.xml.rels" ContentType="application/vnd.openxmlformats-package.relationships+xml"/>
  <Override PartName="/ppt/slides/_rels/slide51.xml.rels" ContentType="application/vnd.openxmlformats-package.relationships+xml"/>
  <Override PartName="/ppt/slides/_rels/slide172.xml.rels" ContentType="application/vnd.openxmlformats-package.relationships+xml"/>
  <Override PartName="/ppt/slides/_rels/slide104.xml.rels" ContentType="application/vnd.openxmlformats-package.relationships+xml"/>
  <Override PartName="/ppt/slides/_rels/slide59.xml.rels" ContentType="application/vnd.openxmlformats-package.relationships+xml"/>
  <Override PartName="/ppt/slides/_rels/slide255.xml.rels" ContentType="application/vnd.openxmlformats-package.relationships+xml"/>
  <Override PartName="/ppt/slides/_rels/slide68.xml.rels" ContentType="application/vnd.openxmlformats-package.relationships+xml"/>
  <Override PartName="/ppt/slides/_rels/slide113.xml.rels" ContentType="application/vnd.openxmlformats-package.relationships+xml"/>
  <Override PartName="/ppt/slides/_rels/slide181.xml.rels" ContentType="application/vnd.openxmlformats-package.relationships+xml"/>
  <Override PartName="/ppt/slides/_rels/slide251.xml.rels" ContentType="application/vnd.openxmlformats-package.relationships+xml"/>
  <Override PartName="/ppt/slides/_rels/slide250.xml.rels" ContentType="application/vnd.openxmlformats-package.relationships+xml"/>
  <Override PartName="/ppt/slides/_rels/slide101.xml.rels" ContentType="application/vnd.openxmlformats-package.relationships+xml"/>
  <Override PartName="/ppt/slides/_rels/slide56.xml.rels" ContentType="application/vnd.openxmlformats-package.relationships+xml"/>
  <Override PartName="/ppt/slides/_rels/slide248.xml.rels" ContentType="application/vnd.openxmlformats-package.relationships+xml"/>
  <Override PartName="/ppt/slides/_rels/slide77.xml.rels" ContentType="application/vnd.openxmlformats-package.relationships+xml"/>
  <Override PartName="/ppt/slides/_rels/slide122.xml.rels" ContentType="application/vnd.openxmlformats-package.relationships+xml"/>
  <Override PartName="/ppt/slides/_rels/slide100.xml.rels" ContentType="application/vnd.openxmlformats-package.relationships+xml"/>
  <Override PartName="/ppt/slides/_rels/slide55.xml.rels" ContentType="application/vnd.openxmlformats-package.relationships+xml"/>
  <Override PartName="/ppt/slides/_rels/slide247.xml.rels" ContentType="application/vnd.openxmlformats-package.relationships+xml"/>
  <Override PartName="/ppt/slides/_rels/slide58.xml.rels" ContentType="application/vnd.openxmlformats-package.relationships+xml"/>
  <Override PartName="/ppt/slides/_rels/slide103.xml.rels" ContentType="application/vnd.openxmlformats-package.relationships+xml"/>
  <Override PartName="/ppt/slides/_rels/slide171.xml.rels" ContentType="application/vnd.openxmlformats-package.relationships+xml"/>
  <Override PartName="/ppt/slides/_rels/slide246.xml.rels" ContentType="application/vnd.openxmlformats-package.relationships+xml"/>
  <Override PartName="/ppt/slides/_rels/slide54.xml.rels" ContentType="application/vnd.openxmlformats-package.relationships+xml"/>
  <Override PartName="/ppt/slides/_rels/slide17.xml.rels" ContentType="application/vnd.openxmlformats-package.relationships+xml"/>
  <Override PartName="/ppt/slides/_rels/slide130.xml.rels" ContentType="application/vnd.openxmlformats-package.relationships+xml"/>
  <Override PartName="/ppt/slides/_rels/slide85.xml.rels" ContentType="application/vnd.openxmlformats-package.relationships+xml"/>
  <Override PartName="/ppt/slides/_rels/slide187.xml.rels" ContentType="application/vnd.openxmlformats-package.relationships+xml"/>
  <Override PartName="/ppt/slides/_rels/slide20.xml.rels" ContentType="application/vnd.openxmlformats-package.relationships+xml"/>
  <Override PartName="/ppt/slides/_rels/slide245.xml.rels" ContentType="application/vnd.openxmlformats-package.relationships+xml"/>
  <Override PartName="/ppt/slides/_rels/slide53.xml.rels" ContentType="application/vnd.openxmlformats-package.relationships+xml"/>
  <Override PartName="/ppt/slides/_rels/slide16.xml.rels" ContentType="application/vnd.openxmlformats-package.relationships+xml"/>
  <Override PartName="/ppt/slides/_rels/slide84.xml.rels" ContentType="application/vnd.openxmlformats-package.relationships+xml"/>
  <Override PartName="/ppt/slides/_rels/slide244.xml.rels" ContentType="application/vnd.openxmlformats-package.relationships+xml"/>
  <Override PartName="/ppt/slides/_rels/slide52.xml.rels" ContentType="application/vnd.openxmlformats-package.relationships+xml"/>
  <Override PartName="/ppt/slides/_rels/slide243.xml.rels" ContentType="application/vnd.openxmlformats-package.relationships+xml"/>
  <Override PartName="/ppt/slides/_rels/slide45.xml.rels" ContentType="application/vnd.openxmlformats-package.relationships+xml"/>
  <Override PartName="/ppt/slides/_rels/slide69.xml.rels" ContentType="application/vnd.openxmlformats-package.relationships+xml"/>
  <Override PartName="/ppt/slides/_rels/slide114.xml.rels" ContentType="application/vnd.openxmlformats-package.relationships+xml"/>
  <Override PartName="/ppt/slides/_rels/slide182.xml.rels" ContentType="application/vnd.openxmlformats-package.relationships+xml"/>
  <Override PartName="/ppt/slides/_rels/slide35.xml.rels" ContentType="application/vnd.openxmlformats-package.relationships+xml"/>
  <Override PartName="/ppt/slides/_rels/slide44.xml.rels" ContentType="application/vnd.openxmlformats-package.relationships+xml"/>
  <Override PartName="/ppt/slides/_rels/slide207.xml.rels" ContentType="application/vnd.openxmlformats-package.relationships+xml"/>
  <Override PartName="/ppt/slides/_rels/slide25.xml.rels" ContentType="application/vnd.openxmlformats-package.relationships+xml"/>
  <Override PartName="/ppt/slides/_rels/slide40.xml.rels" ContentType="application/vnd.openxmlformats-package.relationships+xml"/>
  <Override PartName="/ppt/slides/_rels/slide265.xml.rels" ContentType="application/vnd.openxmlformats-package.relationships+xml"/>
  <Override PartName="/ppt/slides/_rels/slide36.xml.rels" ContentType="application/vnd.openxmlformats-package.relationships+xml"/>
  <Override PartName="/ppt/slides/_rels/slide24.xml.rels" ContentType="application/vnd.openxmlformats-package.relationships+xml"/>
  <Override PartName="/ppt/slides/_rels/slide5.xml.rels" ContentType="application/vnd.openxmlformats-package.relationships+xml"/>
  <Override PartName="/ppt/slides/_rels/slide92.xml.rels" ContentType="application/vnd.openxmlformats-package.relationships+xml"/>
  <Override PartName="/ppt/slides/_rels/slide249.xml.rels" ContentType="application/vnd.openxmlformats-package.relationships+xml"/>
  <Override PartName="/ppt/slides/_rels/slide102.xml.rels" ContentType="application/vnd.openxmlformats-package.relationships+xml"/>
  <Override PartName="/ppt/slides/_rels/slide57.xml.rels" ContentType="application/vnd.openxmlformats-package.relationships+xml"/>
  <Override PartName="/ppt/slides/_rels/slide170.xml.rels" ContentType="application/vnd.openxmlformats-package.relationships+xml"/>
  <Override PartName="/ppt/slides/_rels/slide264.xml.rels" ContentType="application/vnd.openxmlformats-package.relationships+xml"/>
  <Override PartName="/ppt/slides/_rels/slide126.xml.rels" ContentType="application/vnd.openxmlformats-package.relationships+xml"/>
  <Override PartName="/ppt/slides/_rels/slide194.xml.rels" ContentType="application/vnd.openxmlformats-package.relationships+xml"/>
  <Override PartName="/ppt/slides/_rels/slide256.xml.rels" ContentType="application/vnd.openxmlformats-package.relationships+xml"/>
  <Override PartName="/ppt/slides/_rels/slide254.xml.rels" ContentType="application/vnd.openxmlformats-package.relationships+xml"/>
  <Override PartName="/ppt/slides/_rels/slide80.xml.rels" ContentType="application/vnd.openxmlformats-package.relationships+xml"/>
  <Override PartName="/ppt/slides/_rels/slide152.xml.rels" ContentType="application/vnd.openxmlformats-package.relationships+xml"/>
  <Override PartName="/ppt/slides/_rels/slide39.xml.rels" ContentType="application/vnd.openxmlformats-package.relationships+xml"/>
  <Override PartName="/ppt/slides/_rels/slide117.xml.rels" ContentType="application/vnd.openxmlformats-package.relationships+xml"/>
  <Override PartName="/ppt/slides/_rels/slide185.xml.rels" ContentType="application/vnd.openxmlformats-package.relationships+xml"/>
  <Override PartName="/ppt/slides/_rels/slide106.xml.rels" ContentType="application/vnd.openxmlformats-package.relationships+xml"/>
  <Override PartName="/ppt/slides/_rels/slide174.xml.rels" ContentType="application/vnd.openxmlformats-package.relationships+xml"/>
  <Override PartName="/ppt/slides/_rels/slide28.xml.rels" ContentType="application/vnd.openxmlformats-package.relationships+xml"/>
  <Override PartName="/ppt/slides/_rels/slide141.xml.rels" ContentType="application/vnd.openxmlformats-package.relationships+xml"/>
  <Override PartName="/ppt/slides/_rels/slide9.xml.rels" ContentType="application/vnd.openxmlformats-package.relationships+xml"/>
  <Override PartName="/ppt/slides/_rels/slide96.xml.rels" ContentType="application/vnd.openxmlformats-package.relationships+xml"/>
  <Override PartName="/ppt/slides/_rels/slide261.xml.rels" ContentType="application/vnd.openxmlformats-package.relationships+xml"/>
  <Override PartName="/ppt/slides/_rels/slide128.xml.rels" ContentType="application/vnd.openxmlformats-package.relationships+xml"/>
  <Override PartName="/ppt/slides/_rels/slide196.xml.rels" ContentType="application/vnd.openxmlformats-package.relationships+xml"/>
  <Override PartName="/ppt/slides/_rels/slide193.xml.rels" ContentType="application/vnd.openxmlformats-package.relationships+xml"/>
  <Override PartName="/ppt/slides/_rels/slide125.xml.rels" ContentType="application/vnd.openxmlformats-package.relationships+xml"/>
  <Override PartName="/ppt/slides/_rels/slide23.xml.rels" ContentType="application/vnd.openxmlformats-package.relationships+xml"/>
  <Override PartName="/ppt/slides/_rels/slide4.xml.rels" ContentType="application/vnd.openxmlformats-package.relationships+xml"/>
  <Override PartName="/ppt/slides/_rels/slide91.xml.rels" ContentType="application/vnd.openxmlformats-package.relationships+xml"/>
  <Override PartName="/ppt/slides/_rels/slide109.xml.rels" ContentType="application/vnd.openxmlformats-package.relationships+xml"/>
  <Override PartName="/ppt/slides/_rels/slide93.xml.rels" ContentType="application/vnd.openxmlformats-package.relationships+xml"/>
  <Override PartName="/ppt/slides/_rels/slide6.xml.rels" ContentType="application/vnd.openxmlformats-package.relationships+xml"/>
  <Override PartName="/ppt/slides/_rels/slide204.xml.rels" ContentType="application/vnd.openxmlformats-package.relationships+xml"/>
  <Override PartName="/ppt/slides/_rels/slide260.xml.rels" ContentType="application/vnd.openxmlformats-package.relationships+xml"/>
  <Override PartName="/ppt/slides/_rels/slide26.xml.rels" ContentType="application/vnd.openxmlformats-package.relationships+xml"/>
  <Override PartName="/ppt/slides/_rels/slide7.xml.rels" ContentType="application/vnd.openxmlformats-package.relationships+xml"/>
  <Override PartName="/ppt/slides/_rels/slide94.xml.rels" ContentType="application/vnd.openxmlformats-package.relationships+xml"/>
  <Override PartName="/ppt/slides/_rels/slide263.xml.rels" ContentType="application/vnd.openxmlformats-package.relationships+xml"/>
  <Override PartName="/ppt/slides/_rels/slide177.xml.rels" ContentType="application/vnd.openxmlformats-package.relationships+xml"/>
  <Override PartName="/ppt/slides/_rels/slide10.xml.rels" ContentType="application/vnd.openxmlformats-package.relationships+xml"/>
  <Override PartName="/ppt/slides/_rels/slide47.xml.rels" ContentType="application/vnd.openxmlformats-package.relationships+xml"/>
  <Override PartName="/ppt/slides/_rels/slide160.xml.rels" ContentType="application/vnd.openxmlformats-package.relationships+xml"/>
  <Override PartName="/ppt/slides/_rels/slide262.xml.rels" ContentType="application/vnd.openxmlformats-package.relationships+xml"/>
  <Override PartName="/ppt/slides/_rels/slide46.xml.rels" ContentType="application/vnd.openxmlformats-package.relationships+xml"/>
  <Override PartName="/ppt/slides/_rels/slide15.xml.rels" ContentType="application/vnd.openxmlformats-package.relationships+xml"/>
  <Override PartName="/ppt/slides/_rels/slide83.xml.rels" ContentType="application/vnd.openxmlformats-package.relationships+xml"/>
  <Override PartName="/ppt/slides/_rels/slide29.xml.rels" ContentType="application/vnd.openxmlformats-package.relationships+xml"/>
  <Override PartName="/ppt/slides/_rels/slide142.xml.rels" ContentType="application/vnd.openxmlformats-package.relationships+xml"/>
  <Override PartName="/ppt/slides/_rels/slide97.xml.rels" ContentType="application/vnd.openxmlformats-package.relationships+xml"/>
  <Override PartName="/ppt/slides/_rels/slide1.xml.rels" ContentType="application/vnd.openxmlformats-package.relationships+xml"/>
  <Override PartName="/ppt/slides/_rels/slide129.xml.rels" ContentType="application/vnd.openxmlformats-package.relationships+xml"/>
  <Override PartName="/ppt/slides/_rels/slide197.xml.rels" ContentType="application/vnd.openxmlformats-package.relationships+xml"/>
  <Override PartName="/ppt/slides/_rels/slide30.xml.rels" ContentType="application/vnd.openxmlformats-package.relationships+xml"/>
  <Override PartName="/ppt/slides/_rels/slide252.xml.rels" ContentType="application/vnd.openxmlformats-package.relationships+xml"/>
  <Override PartName="/ppt/slides/_rels/slide2.xml.rels" ContentType="application/vnd.openxmlformats-package.relationships+xml"/>
  <Override PartName="/ppt/slides/_rels/slide200.xml.rels" ContentType="application/vnd.openxmlformats-package.relationships+xml"/>
  <Override PartName="/ppt/slides/_rels/slide198.xml.rels" ContentType="application/vnd.openxmlformats-package.relationships+xml"/>
  <Override PartName="/ppt/slides/_rels/slide31.xml.rels" ContentType="application/vnd.openxmlformats-package.relationships+xml"/>
  <Override PartName="/ppt/slides/_rels/slide19.xml.rels" ContentType="application/vnd.openxmlformats-package.relationships+xml"/>
  <Override PartName="/ppt/slides/_rels/slide132.xml.rels" ContentType="application/vnd.openxmlformats-package.relationships+xml"/>
  <Override PartName="/ppt/slides/_rels/slide87.xml.rels" ContentType="application/vnd.openxmlformats-package.relationships+xml"/>
  <Override PartName="/ppt/slides/_rels/slide253.xml.rels" ContentType="application/vnd.openxmlformats-package.relationships+xml"/>
  <Override PartName="/ppt/slides/_rels/slide90.xml.rels" ContentType="application/vnd.openxmlformats-package.relationships+xml"/>
  <Override PartName="/ppt/slides/_rels/slide3.xml.rels" ContentType="application/vnd.openxmlformats-package.relationships+xml"/>
  <Override PartName="/ppt/slides/_rels/slide201.xml.rels" ContentType="application/vnd.openxmlformats-package.relationships+xml"/>
  <Override PartName="/ppt/slides/_rels/slide199.xml.rels" ContentType="application/vnd.openxmlformats-package.relationships+xml"/>
  <Override PartName="/ppt/slides/_rels/slide32.xml.rels" ContentType="application/vnd.openxmlformats-package.relationships+xml"/>
  <Override PartName="/ppt/slides/_rels/slide61.xml.rels" ContentType="application/vnd.openxmlformats-package.relationships+xml"/>
  <Override PartName="/ppt/slides/_rels/slide62.xml.rels" ContentType="application/vnd.openxmlformats-package.relationships+xml"/>
  <Override PartName="/ppt/slides/_rels/slide63.xml.rels" ContentType="application/vnd.openxmlformats-package.relationships+xml"/>
  <Override PartName="/ppt/slides/_rels/slide64.xml.rels" ContentType="application/vnd.openxmlformats-package.relationships+xml"/>
  <Override PartName="/ppt/slides/_rels/slide133.xml.rels" ContentType="application/vnd.openxmlformats-package.relationships+xml"/>
  <Override PartName="/ppt/slides/_rels/slide88.xml.rels" ContentType="application/vnd.openxmlformats-package.relationships+xml"/>
  <Override PartName="/ppt/slides/_rels/slide134.xml.rels" ContentType="application/vnd.openxmlformats-package.relationships+xml"/>
  <Override PartName="/ppt/slides/_rels/slide89.xml.rels" ContentType="application/vnd.openxmlformats-package.relationships+xml"/>
  <Override PartName="/ppt/slides/_rels/slide135.xml.rels" ContentType="application/vnd.openxmlformats-package.relationships+xml"/>
  <Override PartName="/ppt/slides/_rels/slide136.xml.rels" ContentType="application/vnd.openxmlformats-package.relationships+xml"/>
  <Override PartName="/ppt/slides/_rels/slide137.xml.rels" ContentType="application/vnd.openxmlformats-package.relationships+xml"/>
  <Override PartName="/ppt/slides/_rels/slide138.xml.rels" ContentType="application/vnd.openxmlformats-package.relationships+xml"/>
  <Override PartName="/ppt/slides/_rels/slide139.xml.rels" ContentType="application/vnd.openxmlformats-package.relationships+xml"/>
  <Override PartName="/ppt/slides/_rels/slide71.xml.rels" ContentType="application/vnd.openxmlformats-package.relationships+xml"/>
  <Override PartName="/ppt/slides/_rels/slide72.xml.rels" ContentType="application/vnd.openxmlformats-package.relationships+xml"/>
  <Override PartName="/ppt/slides/_rels/slide73.xml.rels" ContentType="application/vnd.openxmlformats-package.relationships+xml"/>
  <Override PartName="/ppt/slides/_rels/slide74.xml.rels" ContentType="application/vnd.openxmlformats-package.relationships+xml"/>
  <Override PartName="/ppt/slides/_rels/slide143.xml.rels" ContentType="application/vnd.openxmlformats-package.relationships+xml"/>
  <Override PartName="/ppt/slides/_rels/slide98.xml.rels" ContentType="application/vnd.openxmlformats-package.relationships+xml"/>
  <Override PartName="/ppt/slides/_rels/slide144.xml.rels" ContentType="application/vnd.openxmlformats-package.relationships+xml"/>
  <Override PartName="/ppt/slides/_rels/slide99.xml.rels" ContentType="application/vnd.openxmlformats-package.relationships+xml"/>
  <Override PartName="/ppt/slides/_rels/slide145.xml.rels" ContentType="application/vnd.openxmlformats-package.relationships+xml"/>
  <Override PartName="/ppt/slides/_rels/slide146.xml.rels" ContentType="application/vnd.openxmlformats-package.relationships+xml"/>
  <Override PartName="/ppt/slides/_rels/slide147.xml.rels" ContentType="application/vnd.openxmlformats-package.relationships+xml"/>
  <Override PartName="/ppt/slides/_rels/slide148.xml.rels" ContentType="application/vnd.openxmlformats-package.relationships+xml"/>
  <Override PartName="/ppt/slides/_rels/slide149.xml.rels" ContentType="application/vnd.openxmlformats-package.relationships+xml"/>
  <Override PartName="/ppt/slides/_rels/slide153.xml.rels" ContentType="application/vnd.openxmlformats-package.relationships+xml"/>
  <Override PartName="/ppt/slides/_rels/slide154.xml.rels" ContentType="application/vnd.openxmlformats-package.relationships+xml"/>
  <Override PartName="/ppt/slides/_rels/slide155.xml.rels" ContentType="application/vnd.openxmlformats-package.relationships+xml"/>
  <Override PartName="/ppt/slides/_rels/slide156.xml.rels" ContentType="application/vnd.openxmlformats-package.relationships+xml"/>
  <Override PartName="/ppt/slides/_rels/slide157.xml.rels" ContentType="application/vnd.openxmlformats-package.relationships+xml"/>
  <Override PartName="/ppt/slides/_rels/slide158.xml.rels" ContentType="application/vnd.openxmlformats-package.relationships+xml"/>
  <Override PartName="/ppt/slides/_rels/slide159.xml.rels" ContentType="application/vnd.openxmlformats-package.relationships+xml"/>
  <Override PartName="/ppt/slides/_rels/slide163.xml.rels" ContentType="application/vnd.openxmlformats-package.relationships+xml"/>
  <Override PartName="/ppt/slides/_rels/slide164.xml.rels" ContentType="application/vnd.openxmlformats-package.relationships+xml"/>
  <Override PartName="/ppt/slides/_rels/slide165.xml.rels" ContentType="application/vnd.openxmlformats-package.relationships+xml"/>
  <Override PartName="/ppt/slides/_rels/slide166.xml.rels" ContentType="application/vnd.openxmlformats-package.relationships+xml"/>
  <Override PartName="/ppt/slides/_rels/slide167.xml.rels" ContentType="application/vnd.openxmlformats-package.relationships+xml"/>
  <Override PartName="/ppt/slides/_rels/slide168.xml.rels" ContentType="application/vnd.openxmlformats-package.relationships+xml"/>
  <Override PartName="/ppt/slides/_rels/slide169.xml.rels" ContentType="application/vnd.openxmlformats-package.relationships+xml"/>
  <Override PartName="/ppt/slides/_rels/slide11.xml.rels" ContentType="application/vnd.openxmlformats-package.relationships+xml"/>
  <Override PartName="/ppt/slides/_rels/slide178.xml.rels" ContentType="application/vnd.openxmlformats-package.relationships+xml"/>
  <Override PartName="/ppt/slides/_rels/slide12.xml.rels" ContentType="application/vnd.openxmlformats-package.relationships+xml"/>
  <Override PartName="/ppt/slides/_rels/slide179.xml.rels" ContentType="application/vnd.openxmlformats-package.relationships+xml"/>
  <Override PartName="/ppt/slides/_rels/slide21.xml.rels" ContentType="application/vnd.openxmlformats-package.relationships+xml"/>
  <Override PartName="/ppt/slides/_rels/slide188.xml.rels" ContentType="application/vnd.openxmlformats-package.relationships+xml"/>
  <Override PartName="/ppt/slides/_rels/slide22.xml.rels" ContentType="application/vnd.openxmlformats-package.relationships+xml"/>
  <Override PartName="/ppt/slides/_rels/slide189.xml.rels" ContentType="application/vnd.openxmlformats-package.relationships+xml"/>
  <Override PartName="/ppt/slides/_rels/slide208.xml.rels" ContentType="application/vnd.openxmlformats-package.relationships+xml"/>
  <Override PartName="/ppt/slides/_rels/slide180.xml.rels" ContentType="application/vnd.openxmlformats-package.relationships+xml"/>
  <Override PartName="/ppt/slides/_rels/slide209.xml.rels" ContentType="application/vnd.openxmlformats-package.relationships+xml"/>
  <Override PartName="/ppt/slides/_rels/slide210.xml.rels" ContentType="application/vnd.openxmlformats-package.relationships+xml"/>
  <Override PartName="/ppt/slides/_rels/slide211.xml.rels" ContentType="application/vnd.openxmlformats-package.relationships+xml"/>
  <Override PartName="/ppt/slides/_rels/slide212.xml.rels" ContentType="application/vnd.openxmlformats-package.relationships+xml"/>
  <Override PartName="/ppt/slides/_rels/slide213.xml.rels" ContentType="application/vnd.openxmlformats-package.relationships+xml"/>
  <Override PartName="/ppt/slides/_rels/slide214.xml.rels" ContentType="application/vnd.openxmlformats-package.relationships+xml"/>
  <Override PartName="/ppt/slides/_rels/slide215.xml.rels" ContentType="application/vnd.openxmlformats-package.relationships+xml"/>
  <Override PartName="/ppt/slides/_rels/slide216.xml.rels" ContentType="application/vnd.openxmlformats-package.relationships+xml"/>
  <Override PartName="/ppt/slides/_rels/slide217.xml.rels" ContentType="application/vnd.openxmlformats-package.relationships+xml"/>
  <Override PartName="/ppt/slides/_rels/slide218.xml.rels" ContentType="application/vnd.openxmlformats-package.relationships+xml"/>
  <Override PartName="/ppt/slides/_rels/slide190.xml.rels" ContentType="application/vnd.openxmlformats-package.relationships+xml"/>
  <Override PartName="/ppt/slides/_rels/slide219.xml.rels" ContentType="application/vnd.openxmlformats-package.relationships+xml"/>
  <Override PartName="/ppt/slides/_rels/slide220.xml.rels" ContentType="application/vnd.openxmlformats-package.relationships+xml"/>
  <Override PartName="/ppt/slides/_rels/slide221.xml.rels" ContentType="application/vnd.openxmlformats-package.relationships+xml"/>
  <Override PartName="/ppt/slides/_rels/slide222.xml.rels" ContentType="application/vnd.openxmlformats-package.relationships+xml"/>
  <Override PartName="/ppt/slides/_rels/slide223.xml.rels" ContentType="application/vnd.openxmlformats-package.relationships+xml"/>
  <Override PartName="/ppt/slides/_rels/slide224.xml.rels" ContentType="application/vnd.openxmlformats-package.relationships+xml"/>
  <Override PartName="/ppt/slides/_rels/slide225.xml.rels" ContentType="application/vnd.openxmlformats-package.relationships+xml"/>
  <Override PartName="/ppt/slides/_rels/slide226.xml.rels" ContentType="application/vnd.openxmlformats-package.relationships+xml"/>
  <Override PartName="/ppt/slides/_rels/slide227.xml.rels" ContentType="application/vnd.openxmlformats-package.relationships+xml"/>
  <Override PartName="/ppt/slides/_rels/slide228.xml.rels" ContentType="application/vnd.openxmlformats-package.relationships+xml"/>
  <Override PartName="/ppt/slides/_rels/slide229.xml.rels" ContentType="application/vnd.openxmlformats-package.relationships+xml"/>
  <Override PartName="/ppt/slides/_rels/slide230.xml.rels" ContentType="application/vnd.openxmlformats-package.relationships+xml"/>
  <Override PartName="/ppt/slides/_rels/slide231.xml.rels" ContentType="application/vnd.openxmlformats-package.relationships+xml"/>
  <Override PartName="/ppt/slides/slide251.xml" ContentType="application/vnd.openxmlformats-officedocument.presentationml.slide+xml"/>
  <Override PartName="/ppt/slides/slide17.xml" ContentType="application/vnd.openxmlformats-officedocument.presentationml.slide+xml"/>
  <Override PartName="/ppt/slides/slide250.xml" ContentType="application/vnd.openxmlformats-officedocument.presentationml.slide+xml"/>
  <Override PartName="/ppt/slides/slide16.xml" ContentType="application/vnd.openxmlformats-officedocument.presentationml.slide+xml"/>
  <Override PartName="/ppt/slides/slide249.xml" ContentType="application/vnd.openxmlformats-officedocument.presentationml.slide+xml"/>
  <Override PartName="/ppt/slides/slide248.xml" ContentType="application/vnd.openxmlformats-officedocument.presentationml.slide+xml"/>
  <Override PartName="/ppt/slides/slide247.xml" ContentType="application/vnd.openxmlformats-officedocument.presentationml.slide+xml"/>
  <Override PartName="/ppt/slides/slide246.xml" ContentType="application/vnd.openxmlformats-officedocument.presentationml.slide+xml"/>
  <Override PartName="/ppt/slides/slide245.xml" ContentType="application/vnd.openxmlformats-officedocument.presentationml.slide+xml"/>
  <Override PartName="/ppt/slides/slide244.xml" ContentType="application/vnd.openxmlformats-officedocument.presentationml.slide+xml"/>
  <Override PartName="/ppt/slides/slide243.xml" ContentType="application/vnd.openxmlformats-officedocument.presentationml.slide+xml"/>
  <Override PartName="/ppt/slides/slide193.xml" ContentType="application/vnd.openxmlformats-officedocument.presentationml.slide+xml"/>
  <Override PartName="/ppt/slides/slide125.xml" ContentType="application/vnd.openxmlformats-officedocument.presentationml.slide+xml"/>
  <Override PartName="/ppt/slides/slide56.xml" ContentType="application/vnd.openxmlformats-officedocument.presentationml.slide+xml"/>
  <Override PartName="/ppt/slides/slide170.xml" ContentType="application/vnd.openxmlformats-officedocument.presentationml.slide+xml"/>
  <Override PartName="/ppt/slides/slide102.xml" ContentType="application/vnd.openxmlformats-officedocument.presentationml.slide+xml"/>
  <Override PartName="/ppt/slides/slide33.xml" ContentType="application/vnd.openxmlformats-officedocument.presentationml.slide+xml"/>
  <Override PartName="/ppt/slides/slide192.xml" ContentType="application/vnd.openxmlformats-officedocument.presentationml.slide+xml"/>
  <Override PartName="/ppt/slides/slide124.xml" ContentType="application/vnd.openxmlformats-officedocument.presentationml.slide+xml"/>
  <Override PartName="/ppt/slides/slide55.xml" ContentType="application/vnd.openxmlformats-officedocument.presentationml.slide+xml"/>
  <Override PartName="/ppt/slides/slide101.xml" ContentType="application/vnd.openxmlformats-officedocument.presentationml.slide+xml"/>
  <Override PartName="/ppt/slides/slide32.xml" ContentType="application/vnd.openxmlformats-officedocument.presentationml.slide+xml"/>
  <Override PartName="/ppt/slides/slide191.xml" ContentType="application/vnd.openxmlformats-officedocument.presentationml.slide+xml"/>
  <Override PartName="/ppt/slides/slide123.xml" ContentType="application/vnd.openxmlformats-officedocument.presentationml.slide+xml"/>
  <Override PartName="/ppt/slides/slide54.xml" ContentType="application/vnd.openxmlformats-officedocument.presentationml.slide+xml"/>
  <Override PartName="/ppt/slides/slide100.xml" ContentType="application/vnd.openxmlformats-officedocument.presentationml.slide+xml"/>
  <Override PartName="/ppt/slides/slide31.xml" ContentType="application/vnd.openxmlformats-officedocument.presentationml.slide+xml"/>
  <Override PartName="/ppt/slides/slide53.xml" ContentType="application/vnd.openxmlformats-officedocument.presentationml.slide+xml"/>
  <Override PartName="/ppt/slides/slide122.xml" ContentType="application/vnd.openxmlformats-officedocument.presentationml.slide+xml"/>
  <Override PartName="/ppt/slides/slide50.xml" ContentType="application/vnd.openxmlformats-officedocument.presentationml.slide+xml"/>
  <Override PartName="/ppt/slides/slide45.xml" ContentType="application/vnd.openxmlformats-officedocument.presentationml.slide+xml"/>
  <Override PartName="/ppt/slides/slide114.xml" ContentType="application/vnd.openxmlformats-officedocument.presentationml.slide+xml"/>
  <Override PartName="/ppt/slides/slide182.xml" ContentType="application/vnd.openxmlformats-officedocument.presentationml.slide+xml"/>
  <Override PartName="/ppt/slides/slide44.xml" ContentType="application/vnd.openxmlformats-officedocument.presentationml.slide+xml"/>
  <Override PartName="/ppt/slides/slide113.xml" ContentType="application/vnd.openxmlformats-officedocument.presentationml.slide+xml"/>
  <Override PartName="/ppt/slides/slide181.xml" ContentType="application/vnd.openxmlformats-officedocument.presentationml.slide+xml"/>
  <Override PartName="/ppt/slides/slide40.xml" ContentType="application/vnd.openxmlformats-officedocument.presentationml.slide+xml"/>
  <Override PartName="/ppt/slides/slide9.xml" ContentType="application/vnd.openxmlformats-officedocument.presentationml.slide+xml"/>
  <Override PartName="/ppt/slides/slide36.xml" ContentType="application/vnd.openxmlformats-officedocument.presentationml.slide+xml"/>
  <Override PartName="/ppt/slides/slide105.xml" ContentType="application/vnd.openxmlformats-officedocument.presentationml.slide+xml"/>
  <Override PartName="/ppt/slides/slide173.xml" ContentType="application/vnd.openxmlformats-officedocument.presentationml.slide+xml"/>
  <Override PartName="/ppt/slides/slide39.xml" ContentType="application/vnd.openxmlformats-officedocument.presentationml.slide+xml"/>
  <Override PartName="/ppt/slides/slide108.xml" ContentType="application/vnd.openxmlformats-officedocument.presentationml.slide+xml"/>
  <Override PartName="/ppt/slides/slide176.xml" ContentType="application/vnd.openxmlformats-officedocument.presentationml.slide+xml"/>
  <Override PartName="/ppt/slides/slide22.xml" ContentType="application/vnd.openxmlformats-officedocument.presentationml.slide+xml"/>
  <Override PartName="/ppt/slides/slide90.xml" ContentType="application/vnd.openxmlformats-officedocument.presentationml.slide+xml"/>
  <Override PartName="/ppt/slides/slide256.xml" ContentType="application/vnd.openxmlformats-officedocument.presentationml.slide+xml"/>
  <Override PartName="/ppt/slides/slide5.xml" ContentType="application/vnd.openxmlformats-officedocument.presentationml.slide+xml"/>
  <Override PartName="/ppt/slides/slide35.xml" ContentType="application/vnd.openxmlformats-officedocument.presentationml.slide+xml"/>
  <Override PartName="/ppt/slides/slide104.xml" ContentType="application/vnd.openxmlformats-officedocument.presentationml.slide+xml"/>
  <Override PartName="/ppt/slides/slide172.xml" ContentType="application/vnd.openxmlformats-officedocument.presentationml.slide+xml"/>
  <Override PartName="/ppt/slides/slide38.xml" ContentType="application/vnd.openxmlformats-officedocument.presentationml.slide+xml"/>
  <Override PartName="/ppt/slides/slide107.xml" ContentType="application/vnd.openxmlformats-officedocument.presentationml.slide+xml"/>
  <Override PartName="/ppt/slides/slide175.xml" ContentType="application/vnd.openxmlformats-officedocument.presentationml.slide+xml"/>
  <Override PartName="/ppt/slides/slide21.xml" ContentType="application/vnd.openxmlformats-officedocument.presentationml.slide+xml"/>
  <Override PartName="/ppt/slides/slide255.xml" ContentType="application/vnd.openxmlformats-officedocument.presentationml.slide+xml"/>
  <Override PartName="/ppt/slides/slide4.xml" ContentType="application/vnd.openxmlformats-officedocument.presentationml.slide+xml"/>
  <Override PartName="/ppt/slides/slide34.xml" ContentType="application/vnd.openxmlformats-officedocument.presentationml.slide+xml"/>
  <Override PartName="/ppt/slides/slide103.xml" ContentType="application/vnd.openxmlformats-officedocument.presentationml.slide+xml"/>
  <Override PartName="/ppt/slides/slide171.xml" ContentType="application/vnd.openxmlformats-officedocument.presentationml.slide+xml"/>
  <Override PartName="/ppt/slides/slide37.xml" ContentType="application/vnd.openxmlformats-officedocument.presentationml.slide+xml"/>
  <Override PartName="/ppt/slides/slide106.xml" ContentType="application/vnd.openxmlformats-officedocument.presentationml.slide+xml"/>
  <Override PartName="/ppt/slides/slide174.xml" ContentType="application/vnd.openxmlformats-officedocument.presentationml.slide+xml"/>
  <Override PartName="/ppt/slides/slide11.xml" ContentType="application/vnd.openxmlformats-officedocument.presentationml.slide+xml"/>
  <Override PartName="/ppt/slides/slide254.xml" ContentType="application/vnd.openxmlformats-officedocument.presentationml.slide+xml"/>
  <Override PartName="/ppt/slides/slide3.xml" ContentType="application/vnd.openxmlformats-officedocument.presentationml.slide+xml"/>
  <Override PartName="/ppt/slides/slide48.xml" ContentType="application/vnd.openxmlformats-officedocument.presentationml.slide+xml"/>
  <Override PartName="/ppt/slides/slide117.xml" ContentType="application/vnd.openxmlformats-officedocument.presentationml.slide+xml"/>
  <Override PartName="/ppt/slides/slide185.xml" ContentType="application/vnd.openxmlformats-officedocument.presentationml.slide+xml"/>
  <Override PartName="/ppt/slides/slide265.xml" ContentType="application/vnd.openxmlformats-officedocument.presentationml.slide+xml"/>
  <Override PartName="/ppt/slides/slide57.xml" ContentType="application/vnd.openxmlformats-officedocument.presentationml.slide+xml"/>
  <Override PartName="/ppt/slides/slide126.xml" ContentType="application/vnd.openxmlformats-officedocument.presentationml.slide+xml"/>
  <Override PartName="/ppt/slides/slide194.xml" ContentType="application/vnd.openxmlformats-officedocument.presentationml.slide+xml"/>
  <Override PartName="/ppt/slides/slide58.xml" ContentType="application/vnd.openxmlformats-officedocument.presentationml.slide+xml"/>
  <Override PartName="/ppt/slides/slide127.xml" ContentType="application/vnd.openxmlformats-officedocument.presentationml.slide+xml"/>
  <Override PartName="/ppt/slides/slide195.xml" ContentType="application/vnd.openxmlformats-officedocument.presentationml.slide+xml"/>
  <Override PartName="/ppt/slides/slide264.xml" ContentType="application/vnd.openxmlformats-officedocument.presentationml.slide+xml"/>
  <Override PartName="/ppt/slides/slide20.xml" ContentType="application/vnd.openxmlformats-officedocument.presentationml.slide+xml"/>
  <Override PartName="/ppt/slides/slide177.xml" ContentType="application/vnd.openxmlformats-officedocument.presentationml.slide+xml"/>
  <Override PartName="/ppt/slides/slide109.xml" ContentType="application/vnd.openxmlformats-officedocument.presentationml.slide+xml"/>
  <Override PartName="/ppt/slides/slide49.xml" ContentType="application/vnd.openxmlformats-officedocument.presentationml.slide+xml"/>
  <Override PartName="/ppt/slides/slide118.xml" ContentType="application/vnd.openxmlformats-officedocument.presentationml.slide+xml"/>
  <Override PartName="/ppt/slides/slide186.xml" ContentType="application/vnd.openxmlformats-officedocument.presentationml.slide+xml"/>
  <Override PartName="/ppt/slides/slide183.xml" ContentType="application/vnd.openxmlformats-officedocument.presentationml.slide+xml"/>
  <Override PartName="/ppt/slides/slide266.xml" ContentType="application/vnd.openxmlformats-officedocument.presentationml.slide+xml"/>
  <Override PartName="/ppt/slides/slide1.xml" ContentType="application/vnd.openxmlformats-officedocument.presentationml.slide+xml"/>
  <Override PartName="/ppt/slides/slide115.xml" ContentType="application/vnd.openxmlformats-officedocument.presentationml.slide+xml"/>
  <Override PartName="/ppt/slides/slide46.xml" ContentType="application/vnd.openxmlformats-officedocument.presentationml.slide+xml"/>
  <Override PartName="/ppt/slides/slide51.xml" ContentType="application/vnd.openxmlformats-officedocument.presentationml.slide+xml"/>
  <Override PartName="/ppt/slides/slide120.xml" ContentType="application/vnd.openxmlformats-officedocument.presentationml.slide+xml"/>
  <Override PartName="/ppt/slides/slide267.xml" ContentType="application/vnd.openxmlformats-officedocument.presentationml.slide+xml"/>
  <Override PartName="/ppt/slides/slide43.xml" ContentType="application/vnd.openxmlformats-officedocument.presentationml.slide+xml"/>
  <Override PartName="/ppt/slides/slide112.xml" ContentType="application/vnd.openxmlformats-officedocument.presentationml.slide+xml"/>
  <Override PartName="/ppt/slides/slide259.xml" ContentType="application/vnd.openxmlformats-officedocument.presentationml.slide+xml"/>
  <Override PartName="/ppt/slides/slide8.xml" ContentType="application/vnd.openxmlformats-officedocument.presentationml.slide+xml"/>
  <Override PartName="/ppt/slides/slide52.xml" ContentType="application/vnd.openxmlformats-officedocument.presentationml.slide+xml"/>
  <Override PartName="/ppt/slides/slide121.xml" ContentType="application/vnd.openxmlformats-officedocument.presentationml.slide+xml"/>
  <Override PartName="/ppt/slides/slide268.xml" ContentType="application/vnd.openxmlformats-officedocument.presentationml.slide+xml"/>
  <Override PartName="/ppt/slides/slide184.xml" ContentType="application/vnd.openxmlformats-officedocument.presentationml.slide+xml"/>
  <Override PartName="/ppt/slides/slide252.xml" ContentType="application/vnd.openxmlformats-officedocument.presentationml.slide+xml"/>
  <Override PartName="/ppt/slides/slide18.xml" ContentType="application/vnd.openxmlformats-officedocument.presentationml.slide+xml"/>
  <Override PartName="/ppt/slides/slide42.xml" ContentType="application/vnd.openxmlformats-officedocument.presentationml.slide+xml"/>
  <Override PartName="/ppt/slides/slide111.xml" ContentType="application/vnd.openxmlformats-officedocument.presentationml.slide+xml"/>
  <Override PartName="/ppt/slides/slide258.xml" ContentType="application/vnd.openxmlformats-officedocument.presentationml.slide+xml"/>
  <Override PartName="/ppt/slides/slide7.xml" ContentType="application/vnd.openxmlformats-officedocument.presentationml.slide+xml"/>
  <Override PartName="/ppt/slides/slide41.xml" ContentType="application/vnd.openxmlformats-officedocument.presentationml.slide+xml"/>
  <Override PartName="/ppt/slides/slide110.xml" ContentType="application/vnd.openxmlformats-officedocument.presentationml.slide+xml"/>
  <Override PartName="/ppt/slides/slide257.xml" ContentType="application/vnd.openxmlformats-officedocument.presentationml.slide+xml"/>
  <Override PartName="/ppt/slides/slide6.xml" ContentType="application/vnd.openxmlformats-officedocument.presentationml.slide+xml"/>
  <Override PartName="/ppt/slides/slide27.xml" ContentType="application/vnd.openxmlformats-officedocument.presentationml.slide+xml"/>
  <Override PartName="/ppt/slides/slide261.xml" ContentType="application/vnd.openxmlformats-officedocument.presentationml.slide+xml"/>
  <Override PartName="/ppt/slides/slide59.xml" ContentType="application/vnd.openxmlformats-officedocument.presentationml.slide+xml"/>
  <Override PartName="/ppt/slides/slide128.xml" ContentType="application/vnd.openxmlformats-officedocument.presentationml.slide+xml"/>
  <Override PartName="/ppt/slides/slide196.xml" ContentType="application/vnd.openxmlformats-officedocument.presentationml.slide+xml"/>
  <Override PartName="/ppt/slides/slide119.xml" ContentType="application/vnd.openxmlformats-officedocument.presentationml.slide+xml"/>
  <Override PartName="/ppt/slides/slide187.xml" ContentType="application/vnd.openxmlformats-officedocument.presentationml.slide+xml"/>
  <Override PartName="/ppt/slides/slide30.xml" ContentType="application/vnd.openxmlformats-officedocument.presentationml.slide+xml"/>
  <Override PartName="/ppt/slides/slide260.xml" ContentType="application/vnd.openxmlformats-officedocument.presentationml.slide+xml"/>
  <Override PartName="/ppt/slides/slide26.xml" ContentType="application/vnd.openxmlformats-officedocument.presentationml.slide+xml"/>
  <Override PartName="/ppt/slides/slide70.xml" ContentType="application/vnd.openxmlformats-officedocument.presentationml.slide+xml"/>
  <Override PartName="/ppt/slides/slide263.xml" ContentType="application/vnd.openxmlformats-officedocument.presentationml.slide+xml"/>
  <Override PartName="/ppt/slides/slide29.xml" ContentType="application/vnd.openxmlformats-officedocument.presentationml.slide+xml"/>
  <Override PartName="/ppt/slides/slide25.xml" ContentType="application/vnd.openxmlformats-officedocument.presentationml.slide+xml"/>
  <Override PartName="/ppt/slides/slide28.xml" ContentType="application/vnd.openxmlformats-officedocument.presentationml.slide+xml"/>
  <Override PartName="/ppt/slides/slide262.xml" ContentType="application/vnd.openxmlformats-officedocument.presentationml.slide+xml"/>
  <Override PartName="/ppt/slides/slide24.xml" ContentType="application/vnd.openxmlformats-officedocument.presentationml.slide+xml"/>
  <Override PartName="/ppt/slides/slide23.xml" ContentType="application/vnd.openxmlformats-officedocument.presentationml.slide+xml"/>
  <Override PartName="/ppt/slides/slide14.xml" ContentType="application/vnd.openxmlformats-officedocument.presentationml.slide+xml"/>
  <Override PartName="/ppt/slides/slide12.xml" ContentType="application/vnd.openxmlformats-officedocument.presentationml.slide+xml"/>
  <Override PartName="/ppt/slides/slide80.xml" ContentType="application/vnd.openxmlformats-officedocument.presentationml.slide+xml"/>
  <Override PartName="/ppt/slides/slide15.xml" ContentType="application/vnd.openxmlformats-officedocument.presentationml.slide+xml"/>
  <Override PartName="/ppt/slides/slide13.xml" ContentType="application/vnd.openxmlformats-officedocument.presentationml.slide+xml"/>
  <Override PartName="/ppt/slides/slide2.xml" ContentType="application/vnd.openxmlformats-officedocument.presentationml.slide+xml"/>
  <Override PartName="/ppt/slides/slide10.xml" ContentType="application/vnd.openxmlformats-officedocument.presentationml.slide+xml"/>
  <Override PartName="/ppt/slides/slide116.xml" ContentType="application/vnd.openxmlformats-officedocument.presentationml.slide+xml"/>
  <Override PartName="/ppt/slides/slide47.xml" ContentType="application/vnd.openxmlformats-officedocument.presentationml.slide+xml"/>
  <Override PartName="/ppt/slides/slide253.xml" ContentType="application/vnd.openxmlformats-officedocument.presentationml.slide+xml"/>
  <Override PartName="/ppt/slides/slide19.xml" ContentType="application/vnd.openxmlformats-officedocument.presentationml.slide+xml"/>
  <Override PartName="/ppt/slides/slide60.xml" ContentType="application/vnd.openxmlformats-officedocument.presentationml.slide+xml"/>
  <Override PartName="/ppt/slides/slide129.xml" ContentType="application/vnd.openxmlformats-officedocument.presentationml.slide+xml"/>
  <Override PartName="/ppt/slides/slide197.xml" ContentType="application/vnd.openxmlformats-officedocument.presentationml.slide+xml"/>
  <Override PartName="/ppt/slides/slide61.xml" ContentType="application/vnd.openxmlformats-officedocument.presentationml.slide+xml"/>
  <Override PartName="/ppt/slides/slide130.xml" ContentType="application/vnd.openxmlformats-officedocument.presentationml.slide+xml"/>
  <Override PartName="/ppt/slides/slide62.xml" ContentType="application/vnd.openxmlformats-officedocument.presentationml.slide+xml"/>
  <Override PartName="/ppt/slides/slide131.xml" ContentType="application/vnd.openxmlformats-officedocument.presentationml.slide+xml"/>
  <Override PartName="/ppt/slides/slide63.xml" ContentType="application/vnd.openxmlformats-officedocument.presentationml.slide+xml"/>
  <Override PartName="/ppt/slides/slide132.xml" ContentType="application/vnd.openxmlformats-officedocument.presentationml.slide+xml"/>
  <Override PartName="/ppt/slides/slide64.xml" ContentType="application/vnd.openxmlformats-officedocument.presentationml.slide+xml"/>
  <Override PartName="/ppt/slides/slide133.xml" ContentType="application/vnd.openxmlformats-officedocument.presentationml.slide+xml"/>
  <Override PartName="/ppt/slides/slide65.xml" ContentType="application/vnd.openxmlformats-officedocument.presentationml.slide+xml"/>
  <Override PartName="/ppt/slides/slide134.xml" ContentType="application/vnd.openxmlformats-officedocument.presentationml.slide+xml"/>
  <Override PartName="/ppt/slides/slide66.xml" ContentType="application/vnd.openxmlformats-officedocument.presentationml.slide+xml"/>
  <Override PartName="/ppt/slides/slide135.xml" ContentType="application/vnd.openxmlformats-officedocument.presentationml.slide+xml"/>
  <Override PartName="/ppt/slides/slide67.xml" ContentType="application/vnd.openxmlformats-officedocument.presentationml.slide+xml"/>
  <Override PartName="/ppt/slides/slide136.xml" ContentType="application/vnd.openxmlformats-officedocument.presentationml.slide+xml"/>
  <Override PartName="/ppt/slides/slide68.xml" ContentType="application/vnd.openxmlformats-officedocument.presentationml.slide+xml"/>
  <Override PartName="/ppt/slides/slide137.xml" ContentType="application/vnd.openxmlformats-officedocument.presentationml.slide+xml"/>
  <Override PartName="/ppt/slides/slide69.xml" ContentType="application/vnd.openxmlformats-officedocument.presentationml.slide+xml"/>
  <Override PartName="/ppt/slides/slide138.xml" ContentType="application/vnd.openxmlformats-officedocument.presentationml.slide+xml"/>
  <Override PartName="/ppt/slides/slide139.xml" ContentType="application/vnd.openxmlformats-officedocument.presentationml.slide+xml"/>
  <Override PartName="/ppt/slides/slide71.xml" ContentType="application/vnd.openxmlformats-officedocument.presentationml.slide+xml"/>
  <Override PartName="/ppt/slides/slide140.xml" ContentType="application/vnd.openxmlformats-officedocument.presentationml.slide+xml"/>
  <Override PartName="/ppt/slides/slide72.xml" ContentType="application/vnd.openxmlformats-officedocument.presentationml.slide+xml"/>
  <Override PartName="/ppt/slides/slide141.xml" ContentType="application/vnd.openxmlformats-officedocument.presentationml.slide+xml"/>
  <Override PartName="/ppt/slides/slide73.xml" ContentType="application/vnd.openxmlformats-officedocument.presentationml.slide+xml"/>
  <Override PartName="/ppt/slides/slide142.xml" ContentType="application/vnd.openxmlformats-officedocument.presentationml.slide+xml"/>
  <Override PartName="/ppt/slides/slide74.xml" ContentType="application/vnd.openxmlformats-officedocument.presentationml.slide+xml"/>
  <Override PartName="/ppt/slides/slide143.xml" ContentType="application/vnd.openxmlformats-officedocument.presentationml.slide+xml"/>
  <Override PartName="/ppt/slides/slide75.xml" ContentType="application/vnd.openxmlformats-officedocument.presentationml.slide+xml"/>
  <Override PartName="/ppt/slides/slide144.xml" ContentType="application/vnd.openxmlformats-officedocument.presentationml.slide+xml"/>
  <Override PartName="/ppt/slides/slide76.xml" ContentType="application/vnd.openxmlformats-officedocument.presentationml.slide+xml"/>
  <Override PartName="/ppt/slides/slide145.xml" ContentType="application/vnd.openxmlformats-officedocument.presentationml.slide+xml"/>
  <Override PartName="/ppt/slides/slide77.xml" ContentType="application/vnd.openxmlformats-officedocument.presentationml.slide+xml"/>
  <Override PartName="/ppt/slides/slide146.xml" ContentType="application/vnd.openxmlformats-officedocument.presentationml.slide+xml"/>
  <Override PartName="/ppt/slides/slide78.xml" ContentType="application/vnd.openxmlformats-officedocument.presentationml.slide+xml"/>
  <Override PartName="/ppt/slides/slide147.xml" ContentType="application/vnd.openxmlformats-officedocument.presentationml.slide+xml"/>
  <Override PartName="/ppt/slides/slide79.xml" ContentType="application/vnd.openxmlformats-officedocument.presentationml.slide+xml"/>
  <Override PartName="/ppt/slides/slide148.xml" ContentType="application/vnd.openxmlformats-officedocument.presentationml.slide+xml"/>
  <Override PartName="/ppt/slides/slide149.xml" ContentType="application/vnd.openxmlformats-officedocument.presentationml.slide+xml"/>
  <Override PartName="/ppt/slides/slide81.xml" ContentType="application/vnd.openxmlformats-officedocument.presentationml.slide+xml"/>
  <Override PartName="/ppt/slides/slide150.xml" ContentType="application/vnd.openxmlformats-officedocument.presentationml.slide+xml"/>
  <Override PartName="/ppt/slides/slide82.xml" ContentType="application/vnd.openxmlformats-officedocument.presentationml.slide+xml"/>
  <Override PartName="/ppt/slides/slide151.xml" ContentType="application/vnd.openxmlformats-officedocument.presentationml.slide+xml"/>
  <Override PartName="/ppt/slides/slide83.xml" ContentType="application/vnd.openxmlformats-officedocument.presentationml.slide+xml"/>
  <Override PartName="/ppt/slides/slide152.xml" ContentType="application/vnd.openxmlformats-officedocument.presentationml.slide+xml"/>
  <Override PartName="/ppt/slides/slide84.xml" ContentType="application/vnd.openxmlformats-officedocument.presentationml.slide+xml"/>
  <Override PartName="/ppt/slides/slide153.xml" ContentType="application/vnd.openxmlformats-officedocument.presentationml.slide+xml"/>
  <Override PartName="/ppt/slides/slide85.xml" ContentType="application/vnd.openxmlformats-officedocument.presentationml.slide+xml"/>
  <Override PartName="/ppt/slides/slide154.xml" ContentType="application/vnd.openxmlformats-officedocument.presentationml.slide+xml"/>
  <Override PartName="/ppt/slides/slide86.xml" ContentType="application/vnd.openxmlformats-officedocument.presentationml.slide+xml"/>
  <Override PartName="/ppt/slides/slide155.xml" ContentType="application/vnd.openxmlformats-officedocument.presentationml.slide+xml"/>
  <Override PartName="/ppt/slides/slide87.xml" ContentType="application/vnd.openxmlformats-officedocument.presentationml.slide+xml"/>
  <Override PartName="/ppt/slides/slide156.xml" ContentType="application/vnd.openxmlformats-officedocument.presentationml.slide+xml"/>
  <Override PartName="/ppt/slides/slide88.xml" ContentType="application/vnd.openxmlformats-officedocument.presentationml.slide+xml"/>
  <Override PartName="/ppt/slides/slide157.xml" ContentType="application/vnd.openxmlformats-officedocument.presentationml.slide+xml"/>
  <Override PartName="/ppt/slides/slide89.xml" ContentType="application/vnd.openxmlformats-officedocument.presentationml.slide+xml"/>
  <Override PartName="/ppt/slides/slide158.xml" ContentType="application/vnd.openxmlformats-officedocument.presentationml.slide+xml"/>
  <Override PartName="/ppt/slides/slide159.xml" ContentType="application/vnd.openxmlformats-officedocument.presentationml.slide+xml"/>
  <Override PartName="/ppt/slides/slide91.xml" ContentType="application/vnd.openxmlformats-officedocument.presentationml.slide+xml"/>
  <Override PartName="/ppt/slides/slide160.xml" ContentType="application/vnd.openxmlformats-officedocument.presentationml.slide+xml"/>
  <Override PartName="/ppt/slides/slide92.xml" ContentType="application/vnd.openxmlformats-officedocument.presentationml.slide+xml"/>
  <Override PartName="/ppt/slides/slide161.xml" ContentType="application/vnd.openxmlformats-officedocument.presentationml.slide+xml"/>
  <Override PartName="/ppt/slides/slide93.xml" ContentType="application/vnd.openxmlformats-officedocument.presentationml.slide+xml"/>
  <Override PartName="/ppt/slides/slide162.xml" ContentType="application/vnd.openxmlformats-officedocument.presentationml.slide+xml"/>
  <Override PartName="/ppt/slides/slide94.xml" ContentType="application/vnd.openxmlformats-officedocument.presentationml.slide+xml"/>
  <Override PartName="/ppt/slides/slide163.xml" ContentType="application/vnd.openxmlformats-officedocument.presentationml.slide+xml"/>
  <Override PartName="/ppt/slides/slide95.xml" ContentType="application/vnd.openxmlformats-officedocument.presentationml.slide+xml"/>
  <Override PartName="/ppt/slides/slide164.xml" ContentType="application/vnd.openxmlformats-officedocument.presentationml.slide+xml"/>
  <Override PartName="/ppt/slides/slide96.xml" ContentType="application/vnd.openxmlformats-officedocument.presentationml.slide+xml"/>
  <Override PartName="/ppt/slides/slide165.xml" ContentType="application/vnd.openxmlformats-officedocument.presentationml.slide+xml"/>
  <Override PartName="/ppt/slides/slide97.xml" ContentType="application/vnd.openxmlformats-officedocument.presentationml.slide+xml"/>
  <Override PartName="/ppt/slides/slide166.xml" ContentType="application/vnd.openxmlformats-officedocument.presentationml.slide+xml"/>
  <Override PartName="/ppt/slides/slide98.xml" ContentType="application/vnd.openxmlformats-officedocument.presentationml.slide+xml"/>
  <Override PartName="/ppt/slides/slide167.xml" ContentType="application/vnd.openxmlformats-officedocument.presentationml.slide+xml"/>
  <Override PartName="/ppt/slides/slide99.xml" ContentType="application/vnd.openxmlformats-officedocument.presentationml.slide+xml"/>
  <Override PartName="/ppt/slides/slide168.xml" ContentType="application/vnd.openxmlformats-officedocument.presentationml.slide+xml"/>
  <Override PartName="/ppt/slides/slide169.xml" ContentType="application/vnd.openxmlformats-officedocument.presentationml.slide+xml"/>
  <Override PartName="/ppt/slides/slide178.xml" ContentType="application/vnd.openxmlformats-officedocument.presentationml.slide+xml"/>
  <Override PartName="/ppt/slides/slide179.xml" ContentType="application/vnd.openxmlformats-officedocument.presentationml.slide+xml"/>
  <Override PartName="/ppt/slides/slide188.xml" ContentType="application/vnd.openxmlformats-officedocument.presentationml.slide+xml"/>
  <Override PartName="/ppt/slides/slide189.xml" ContentType="application/vnd.openxmlformats-officedocument.presentationml.slide+xml"/>
  <Override PartName="/ppt/slides/slide198.xml" ContentType="application/vnd.openxmlformats-officedocument.presentationml.slide+xml"/>
  <Override PartName="/ppt/slides/slide200.xml" ContentType="application/vnd.openxmlformats-officedocument.presentationml.slide+xml"/>
  <Override PartName="/ppt/slides/slide199.xml" ContentType="application/vnd.openxmlformats-officedocument.presentationml.slide+xml"/>
  <Override PartName="/ppt/slides/slide201.xml" ContentType="application/vnd.openxmlformats-officedocument.presentationml.slide+xml"/>
  <Override PartName="/ppt/slides/slide202.xml" ContentType="application/vnd.openxmlformats-officedocument.presentationml.slide+xml"/>
  <Override PartName="/ppt/slides/slide203.xml" ContentType="application/vnd.openxmlformats-officedocument.presentationml.slide+xml"/>
  <Override PartName="/ppt/slides/slide204.xml" ContentType="application/vnd.openxmlformats-officedocument.presentationml.slide+xml"/>
  <Override PartName="/ppt/slides/slide205.xml" ContentType="application/vnd.openxmlformats-officedocument.presentationml.slide+xml"/>
  <Override PartName="/ppt/slides/slide206.xml" ContentType="application/vnd.openxmlformats-officedocument.presentationml.slide+xml"/>
  <Override PartName="/ppt/slides/slide207.xml" ContentType="application/vnd.openxmlformats-officedocument.presentationml.slide+xml"/>
  <Override PartName="/ppt/slides/slide208.xml" ContentType="application/vnd.openxmlformats-officedocument.presentationml.slide+xml"/>
  <Override PartName="/ppt/slides/slide180.xml" ContentType="application/vnd.openxmlformats-officedocument.presentationml.slide+xml"/>
  <Override PartName="/ppt/slides/slide209.xml" ContentType="application/vnd.openxmlformats-officedocument.presentationml.slide+xml"/>
  <Override PartName="/ppt/slides/slide210.xml" ContentType="application/vnd.openxmlformats-officedocument.presentationml.slide+xml"/>
  <Override PartName="/ppt/slides/slide211.xml" ContentType="application/vnd.openxmlformats-officedocument.presentationml.slide+xml"/>
  <Override PartName="/ppt/slides/slide212.xml" ContentType="application/vnd.openxmlformats-officedocument.presentationml.slide+xml"/>
  <Override PartName="/ppt/slides/slide213.xml" ContentType="application/vnd.openxmlformats-officedocument.presentationml.slide+xml"/>
  <Override PartName="/ppt/slides/slide214.xml" ContentType="application/vnd.openxmlformats-officedocument.presentationml.slide+xml"/>
  <Override PartName="/ppt/slides/slide215.xml" ContentType="application/vnd.openxmlformats-officedocument.presentationml.slide+xml"/>
  <Override PartName="/ppt/slides/slide216.xml" ContentType="application/vnd.openxmlformats-officedocument.presentationml.slide+xml"/>
  <Override PartName="/ppt/slides/slide217.xml" ContentType="application/vnd.openxmlformats-officedocument.presentationml.slide+xml"/>
  <Override PartName="/ppt/slides/slide218.xml" ContentType="application/vnd.openxmlformats-officedocument.presentationml.slide+xml"/>
  <Override PartName="/ppt/slides/slide190.xml" ContentType="application/vnd.openxmlformats-officedocument.presentationml.slide+xml"/>
  <Override PartName="/ppt/slides/slide219.xml" ContentType="application/vnd.openxmlformats-officedocument.presentationml.slide+xml"/>
  <Override PartName="/ppt/slides/slide220.xml" ContentType="application/vnd.openxmlformats-officedocument.presentationml.slide+xml"/>
  <Override PartName="/ppt/slides/slide221.xml" ContentType="application/vnd.openxmlformats-officedocument.presentationml.slide+xml"/>
  <Override PartName="/ppt/slides/slide222.xml" ContentType="application/vnd.openxmlformats-officedocument.presentationml.slide+xml"/>
  <Override PartName="/ppt/slides/slide223.xml" ContentType="application/vnd.openxmlformats-officedocument.presentationml.slide+xml"/>
  <Override PartName="/ppt/slides/slide224.xml" ContentType="application/vnd.openxmlformats-officedocument.presentationml.slide+xml"/>
  <Override PartName="/ppt/slides/slide225.xml" ContentType="application/vnd.openxmlformats-officedocument.presentationml.slide+xml"/>
  <Override PartName="/ppt/slides/slide226.xml" ContentType="application/vnd.openxmlformats-officedocument.presentationml.slide+xml"/>
  <Override PartName="/ppt/slides/slide227.xml" ContentType="application/vnd.openxmlformats-officedocument.presentationml.slide+xml"/>
  <Override PartName="/ppt/slides/slide228.xml" ContentType="application/vnd.openxmlformats-officedocument.presentationml.slide+xml"/>
  <Override PartName="/ppt/slides/slide229.xml" ContentType="application/vnd.openxmlformats-officedocument.presentationml.slide+xml"/>
  <Override PartName="/ppt/slides/slide230.xml" ContentType="application/vnd.openxmlformats-officedocument.presentationml.slide+xml"/>
  <Override PartName="/ppt/slides/slide231.xml" ContentType="application/vnd.openxmlformats-officedocument.presentationml.slide+xml"/>
  <Override PartName="/ppt/slides/slide232.xml" ContentType="application/vnd.openxmlformats-officedocument.presentationml.slide+xml"/>
  <Override PartName="/ppt/slides/slide233.xml" ContentType="application/vnd.openxmlformats-officedocument.presentationml.slide+xml"/>
  <Override PartName="/ppt/slides/slide234.xml" ContentType="application/vnd.openxmlformats-officedocument.presentationml.slide+xml"/>
  <Override PartName="/ppt/slides/slide235.xml" ContentType="application/vnd.openxmlformats-officedocument.presentationml.slide+xml"/>
  <Override PartName="/ppt/slides/slide236.xml" ContentType="application/vnd.openxmlformats-officedocument.presentationml.slide+xml"/>
  <Override PartName="/ppt/slides/slide237.xml" ContentType="application/vnd.openxmlformats-officedocument.presentationml.slide+xml"/>
  <Override PartName="/ppt/slides/slide238.xml" ContentType="application/vnd.openxmlformats-officedocument.presentationml.slide+xml"/>
  <Override PartName="/ppt/slides/slide239.xml" ContentType="application/vnd.openxmlformats-officedocument.presentationml.slide+xml"/>
  <Override PartName="/ppt/slides/slide240.xml" ContentType="application/vnd.openxmlformats-officedocument.presentationml.slide+xml"/>
  <Override PartName="/ppt/slides/slide241.xml" ContentType="application/vnd.openxmlformats-officedocument.presentationml.slide+xml"/>
  <Override PartName="/ppt/slides/slide242.xml" ContentType="application/vnd.openxmlformats-officedocument.presentationml.slide+xml"/>
  <Override PartName="/ppt/notesSlides/_rels/notesSlide81.xml.rels" ContentType="application/vnd.openxmlformats-package.relationships+xml"/>
  <Override PartName="/ppt/notesSlides/_rels/notesSlide7.xml.rels" ContentType="application/vnd.openxmlformats-package.relationships+xml"/>
  <Override PartName="/ppt/notesSlides/_rels/notesSlide190.xml.rels" ContentType="application/vnd.openxmlformats-package.relationships+xml"/>
  <Override PartName="/ppt/notesSlides/_rels/notesSlide208.xml.rels" ContentType="application/vnd.openxmlformats-package.relationships+xml"/>
  <Override PartName="/ppt/notesSlides/_rels/notesSlide83.xml.rels" ContentType="application/vnd.openxmlformats-package.relationships+xml"/>
  <Override PartName="/ppt/notesSlides/_rels/notesSlide212.xml.rels" ContentType="application/vnd.openxmlformats-package.relationships+xml"/>
  <Override PartName="/ppt/notesSlides/_rels/notesSlide131.xml.rels" ContentType="application/vnd.openxmlformats-package.relationships+xml"/>
  <Override PartName="/ppt/notesSlides/_rels/notesSlide168.xml.rels" ContentType="application/vnd.openxmlformats-package.relationships+xml"/>
  <Override PartName="/ppt/notesSlides/_rels/notesSlide96.xml.rels" ContentType="application/vnd.openxmlformats-package.relationships+xml"/>
  <Override PartName="/ppt/notesSlides/_rels/notesSlide40.xml.rels" ContentType="application/vnd.openxmlformats-package.relationships+xml"/>
  <Override PartName="/ppt/notesSlides/_rels/notesSlide202.xml.rels" ContentType="application/vnd.openxmlformats-package.relationships+xml"/>
  <Override PartName="/ppt/notesSlides/_rels/notesSlide156.xml.rels" ContentType="application/vnd.openxmlformats-package.relationships+xml"/>
  <Override PartName="/ppt/notesSlides/_rels/notesSlide239.xml.rels" ContentType="application/vnd.openxmlformats-package.relationships+xml"/>
  <Override PartName="/ppt/notesSlides/_rels/notesSlide59.xml.rels" ContentType="application/vnd.openxmlformats-package.relationships+xml"/>
  <Override PartName="/ppt/notesSlides/_rels/notesSlide237.xml.rels" ContentType="application/vnd.openxmlformats-package.relationships+xml"/>
  <Override PartName="/ppt/notesSlides/_rels/notesSlide236.xml.rels" ContentType="application/vnd.openxmlformats-package.relationships+xml"/>
  <Override PartName="/ppt/notesSlides/_rels/notesSlide211.xml.rels" ContentType="application/vnd.openxmlformats-package.relationships+xml"/>
  <Override PartName="/ppt/notesSlides/_rels/notesSlide43.xml.rels" ContentType="application/vnd.openxmlformats-package.relationships+xml"/>
  <Override PartName="/ppt/notesSlides/_rels/notesSlide238.xml.rels" ContentType="application/vnd.openxmlformats-package.relationships+xml"/>
  <Override PartName="/ppt/notesSlides/_rels/notesSlide183.xml.rels" ContentType="application/vnd.openxmlformats-package.relationships+xml"/>
  <Override PartName="/ppt/notesSlides/_rels/notesSlide137.xml.rels" ContentType="application/vnd.openxmlformats-package.relationships+xml"/>
  <Override PartName="/ppt/notesSlides/_rels/notesSlide98.xml.rels" ContentType="application/vnd.openxmlformats-package.relationships+xml"/>
  <Override PartName="/ppt/notesSlides/_rels/notesSlide203.xml.rels" ContentType="application/vnd.openxmlformats-package.relationships+xml"/>
  <Override PartName="/ppt/notesSlides/_rels/notesSlide157.xml.rels" ContentType="application/vnd.openxmlformats-package.relationships+xml"/>
  <Override PartName="/ppt/notesSlides/_rels/notesSlide10.xml.rels" ContentType="application/vnd.openxmlformats-package.relationships+xml"/>
  <Override PartName="/ppt/notesSlides/_rels/notesSlide1.xml.rels" ContentType="application/vnd.openxmlformats-package.relationships+xml"/>
  <Override PartName="/ppt/notesSlides/_rels/notesSlide178.xml.rels" ContentType="application/vnd.openxmlformats-package.relationships+xml"/>
  <Override PartName="/ppt/notesSlides/_rels/notesSlide57.xml.rels" ContentType="application/vnd.openxmlformats-package.relationships+xml"/>
  <Override PartName="/ppt/notesSlides/_rels/notesSlide235.xml.rels" ContentType="application/vnd.openxmlformats-package.relationships+xml"/>
  <Override PartName="/ppt/notesSlides/_rels/notesSlide185.xml.rels" ContentType="application/vnd.openxmlformats-package.relationships+xml"/>
  <Override PartName="/ppt/notesSlides/_rels/notesSlide52.xml.rels" ContentType="application/vnd.openxmlformats-package.relationships+xml"/>
  <Override PartName="/ppt/notesSlides/notesSlide236.xml" ContentType="application/vnd.openxmlformats-officedocument.presentationml.notesSlide+xml"/>
  <Override PartName="/ppt/notesSlides/notesSlide237.xml" ContentType="application/vnd.openxmlformats-officedocument.presentationml.notesSlide+xml"/>
  <Override PartName="/ppt/notesSlides/notesSlide131.xml" ContentType="application/vnd.openxmlformats-officedocument.presentationml.notesSlide+xml"/>
  <Override PartName="/ppt/notesSlides/notesSlide168.xml" ContentType="application/vnd.openxmlformats-officedocument.presentationml.notesSlide+xml"/>
  <Override PartName="/ppt/notesSlides/notesSlide57.xml" ContentType="application/vnd.openxmlformats-officedocument.presentationml.notesSlide+xml"/>
  <Override PartName="/ppt/notesSlides/notesSlide81.xml" ContentType="application/vnd.openxmlformats-officedocument.presentationml.notesSlide+xml"/>
  <Override PartName="/ppt/notesSlides/notesSlide212.xml" ContentType="application/vnd.openxmlformats-officedocument.presentationml.notesSlide+xml"/>
  <Override PartName="/ppt/notesSlides/notesSlide40.xml" ContentType="application/vnd.openxmlformats-officedocument.presentationml.notesSlide+xml"/>
  <Override PartName="/ppt/notesSlides/notesSlide211.xml" ContentType="application/vnd.openxmlformats-officedocument.presentationml.notesSlide+xml"/>
  <Override PartName="/ppt/notesSlides/notesSlide43.xml" ContentType="application/vnd.openxmlformats-officedocument.presentationml.notesSlide+xml"/>
  <Override PartName="/ppt/notesSlides/notesSlide83.xml" ContentType="application/vnd.openxmlformats-officedocument.presentationml.notesSlide+xml"/>
  <Override PartName="/ppt/notesSlides/notesSlide59.xml" ContentType="application/vnd.openxmlformats-officedocument.presentationml.notesSlide+xml"/>
  <Override PartName="/ppt/notesSlides/notesSlide96.xml" ContentType="application/vnd.openxmlformats-officedocument.presentationml.notesSlide+xml"/>
  <Override PartName="/ppt/notesSlides/notesSlide238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183.xml" ContentType="application/vnd.openxmlformats-officedocument.presentationml.notesSlide+xml"/>
  <Override PartName="/ppt/notesSlides/notesSlide137.xml" ContentType="application/vnd.openxmlformats-officedocument.presentationml.notesSlide+xml"/>
  <Override PartName="/ppt/notesSlides/notesSlide157.xml" ContentType="application/vnd.openxmlformats-officedocument.presentationml.notesSlide+xml"/>
  <Override PartName="/ppt/notesSlides/notesSlide203.xml" ContentType="application/vnd.openxmlformats-officedocument.presentationml.notesSlide+xml"/>
  <Override PartName="/ppt/notesSlides/notesSlide98.xml" ContentType="application/vnd.openxmlformats-officedocument.presentationml.notesSlide+xml"/>
  <Override PartName="/ppt/notesSlides/notesSlide1.xml" ContentType="application/vnd.openxmlformats-officedocument.presentationml.notesSlide+xml"/>
  <Override PartName="/ppt/notesSlides/notesSlide178.xml" ContentType="application/vnd.openxmlformats-officedocument.presentationml.notesSlide+xml"/>
  <Override PartName="/ppt/notesSlides/notesSlide235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85.xml" ContentType="application/vnd.openxmlformats-officedocument.presentationml.notesSlide+xml"/>
  <Override PartName="/ppt/notesSlides/notesSlide52.xml" ContentType="application/vnd.openxmlformats-officedocument.presentationml.notesSlide+xml"/>
  <Override PartName="/ppt/notesSlides/notesSlide190.xml" ContentType="application/vnd.openxmlformats-officedocument.presentationml.notesSlide+xml"/>
  <Override PartName="/ppt/notesSlides/notesSlide208.xml" ContentType="application/vnd.openxmlformats-officedocument.presentationml.notesSlide+xml"/>
  <Override PartName="/ppt/notesSlides/notesSlide156.xml" ContentType="application/vnd.openxmlformats-officedocument.presentationml.notesSlide+xml"/>
  <Override PartName="/ppt/notesSlides/notesSlide239.xml" ContentType="application/vnd.openxmlformats-officedocument.presentationml.notesSlide+xml"/>
  <Override PartName="/ppt/notesSlides/notesSlide202.xml" ContentType="application/vnd.openxmlformats-officedocument.presentationml.notesSlide+xml"/>
</Types>
</file>

<file path=_rels/.rels><?xml version="1.0" encoding="UTF-8"?>
<Relationships xmlns="http://schemas.openxmlformats.org/package/2006/relationships"><Relationship Id="rId1" Type="http://schemas.openxmlformats.org/package/2006/relationships/metadata/core-properties" Target="docProps/core.xml"/><Relationship Id="rId2" Type="http://schemas.openxmlformats.org/officeDocument/2006/relationships/extended-properties" Target="docProps/app.xml"/><Relationship Id="rId3" Type="http://schemas.openxmlformats.org/officeDocument/2006/relationships/custom-properties" Target="docProps/custom.xml"/><Relationship Id="rId4" Type="http://schemas.openxmlformats.org/officeDocument/2006/relationships/officeDocument" Target="ppt/presentation.xml"/>
</Relationships>
</file>

<file path=ppt/presentation.xml><?xml version="1.0" encoding="utf-8"?>
<p:presentation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sldMasterIdLst>
    <p:sldMasterId id="2147483648" r:id="rId2"/>
    <p:sldMasterId id="2147483650" r:id="rId3"/>
    <p:sldMasterId id="2147483652" r:id="rId4"/>
    <p:sldMasterId id="2147483654" r:id="rId5"/>
    <p:sldMasterId id="2147483656" r:id="rId6"/>
    <p:sldMasterId id="2147483658" r:id="rId7"/>
    <p:sldMasterId id="2147483660" r:id="rId8"/>
    <p:sldMasterId id="2147483662" r:id="rId9"/>
    <p:sldMasterId id="2147483664" r:id="rId10"/>
    <p:sldMasterId id="2147483666" r:id="rId11"/>
    <p:sldMasterId id="2147483668" r:id="rId12"/>
    <p:sldMasterId id="2147483670" r:id="rId13"/>
    <p:sldMasterId id="2147483672" r:id="rId14"/>
    <p:sldMasterId id="2147483674" r:id="rId15"/>
    <p:sldMasterId id="2147483676" r:id="rId16"/>
    <p:sldMasterId id="2147483678" r:id="rId17"/>
    <p:sldMasterId id="2147483680" r:id="rId18"/>
    <p:sldMasterId id="2147483682" r:id="rId19"/>
    <p:sldMasterId id="2147483684" r:id="rId20"/>
    <p:sldMasterId id="2147483686" r:id="rId21"/>
    <p:sldMasterId id="2147483688" r:id="rId22"/>
    <p:sldMasterId id="2147483690" r:id="rId23"/>
    <p:sldMasterId id="2147483692" r:id="rId24"/>
    <p:sldMasterId id="2147483694" r:id="rId25"/>
    <p:sldMasterId id="2147483696" r:id="rId26"/>
    <p:sldMasterId id="2147483698" r:id="rId27"/>
    <p:sldMasterId id="2147483700" r:id="rId28"/>
    <p:sldMasterId id="2147483702" r:id="rId29"/>
    <p:sldMasterId id="2147483704" r:id="rId30"/>
    <p:sldMasterId id="2147483706" r:id="rId31"/>
    <p:sldMasterId id="2147483708" r:id="rId32"/>
    <p:sldMasterId id="2147483710" r:id="rId33"/>
    <p:sldMasterId id="2147483719" r:id="rId34"/>
    <p:sldMasterId id="2147483721" r:id="rId35"/>
    <p:sldMasterId id="2147483723" r:id="rId36"/>
    <p:sldMasterId id="2147483725" r:id="rId37"/>
    <p:sldMasterId id="2147483727" r:id="rId38"/>
    <p:sldMasterId id="2147483729" r:id="rId39"/>
    <p:sldMasterId id="2147483731" r:id="rId40"/>
  </p:sldMasterIdLst>
  <p:notesMasterIdLst>
    <p:notesMasterId r:id="rId41"/>
  </p:notesMasterIdLst>
  <p:sldIdLst>
    <p:sldId id="256" r:id="rId42"/>
    <p:sldId id="257" r:id="rId43"/>
    <p:sldId id="258" r:id="rId44"/>
    <p:sldId id="259" r:id="rId45"/>
    <p:sldId id="260" r:id="rId46"/>
    <p:sldId id="261" r:id="rId47"/>
    <p:sldId id="262" r:id="rId48"/>
    <p:sldId id="263" r:id="rId49"/>
    <p:sldId id="264" r:id="rId50"/>
    <p:sldId id="265" r:id="rId51"/>
    <p:sldId id="266" r:id="rId52"/>
    <p:sldId id="267" r:id="rId53"/>
    <p:sldId id="268" r:id="rId54"/>
    <p:sldId id="269" r:id="rId55"/>
    <p:sldId id="270" r:id="rId56"/>
    <p:sldId id="271" r:id="rId57"/>
    <p:sldId id="272" r:id="rId58"/>
    <p:sldId id="273" r:id="rId59"/>
    <p:sldId id="274" r:id="rId60"/>
    <p:sldId id="275" r:id="rId61"/>
    <p:sldId id="276" r:id="rId62"/>
    <p:sldId id="277" r:id="rId63"/>
    <p:sldId id="278" r:id="rId64"/>
    <p:sldId id="279" r:id="rId65"/>
    <p:sldId id="280" r:id="rId66"/>
    <p:sldId id="281" r:id="rId67"/>
    <p:sldId id="282" r:id="rId68"/>
    <p:sldId id="283" r:id="rId69"/>
    <p:sldId id="284" r:id="rId70"/>
    <p:sldId id="285" r:id="rId71"/>
    <p:sldId id="286" r:id="rId72"/>
    <p:sldId id="287" r:id="rId73"/>
    <p:sldId id="288" r:id="rId74"/>
    <p:sldId id="289" r:id="rId75"/>
    <p:sldId id="290" r:id="rId76"/>
    <p:sldId id="291" r:id="rId77"/>
    <p:sldId id="292" r:id="rId78"/>
    <p:sldId id="293" r:id="rId79"/>
    <p:sldId id="294" r:id="rId80"/>
    <p:sldId id="295" r:id="rId81"/>
    <p:sldId id="296" r:id="rId82"/>
    <p:sldId id="297" r:id="rId83"/>
    <p:sldId id="298" r:id="rId84"/>
    <p:sldId id="299" r:id="rId85"/>
    <p:sldId id="300" r:id="rId86"/>
    <p:sldId id="301" r:id="rId87"/>
    <p:sldId id="302" r:id="rId88"/>
    <p:sldId id="303" r:id="rId89"/>
    <p:sldId id="304" r:id="rId90"/>
    <p:sldId id="305" r:id="rId91"/>
    <p:sldId id="306" r:id="rId92"/>
    <p:sldId id="307" r:id="rId93"/>
    <p:sldId id="308" r:id="rId94"/>
    <p:sldId id="309" r:id="rId95"/>
    <p:sldId id="310" r:id="rId96"/>
    <p:sldId id="311" r:id="rId97"/>
    <p:sldId id="312" r:id="rId98"/>
    <p:sldId id="313" r:id="rId99"/>
    <p:sldId id="314" r:id="rId100"/>
    <p:sldId id="315" r:id="rId101"/>
    <p:sldId id="316" r:id="rId102"/>
    <p:sldId id="317" r:id="rId103"/>
    <p:sldId id="318" r:id="rId104"/>
    <p:sldId id="319" r:id="rId105"/>
    <p:sldId id="320" r:id="rId106"/>
    <p:sldId id="321" r:id="rId107"/>
    <p:sldId id="322" r:id="rId108"/>
    <p:sldId id="323" r:id="rId109"/>
    <p:sldId id="324" r:id="rId110"/>
    <p:sldId id="325" r:id="rId111"/>
    <p:sldId id="326" r:id="rId112"/>
    <p:sldId id="327" r:id="rId113"/>
    <p:sldId id="328" r:id="rId114"/>
    <p:sldId id="329" r:id="rId115"/>
    <p:sldId id="330" r:id="rId116"/>
    <p:sldId id="331" r:id="rId117"/>
    <p:sldId id="332" r:id="rId118"/>
    <p:sldId id="333" r:id="rId119"/>
    <p:sldId id="334" r:id="rId120"/>
    <p:sldId id="335" r:id="rId121"/>
    <p:sldId id="336" r:id="rId122"/>
    <p:sldId id="337" r:id="rId123"/>
    <p:sldId id="338" r:id="rId124"/>
    <p:sldId id="339" r:id="rId125"/>
    <p:sldId id="340" r:id="rId126"/>
    <p:sldId id="341" r:id="rId127"/>
    <p:sldId id="342" r:id="rId128"/>
    <p:sldId id="343" r:id="rId129"/>
    <p:sldId id="344" r:id="rId130"/>
    <p:sldId id="345" r:id="rId131"/>
    <p:sldId id="346" r:id="rId132"/>
    <p:sldId id="347" r:id="rId133"/>
    <p:sldId id="348" r:id="rId134"/>
    <p:sldId id="349" r:id="rId135"/>
    <p:sldId id="350" r:id="rId136"/>
    <p:sldId id="351" r:id="rId137"/>
    <p:sldId id="352" r:id="rId138"/>
    <p:sldId id="353" r:id="rId139"/>
    <p:sldId id="354" r:id="rId140"/>
    <p:sldId id="355" r:id="rId141"/>
    <p:sldId id="356" r:id="rId142"/>
    <p:sldId id="357" r:id="rId143"/>
    <p:sldId id="358" r:id="rId144"/>
    <p:sldId id="359" r:id="rId145"/>
    <p:sldId id="360" r:id="rId146"/>
    <p:sldId id="361" r:id="rId147"/>
    <p:sldId id="362" r:id="rId148"/>
    <p:sldId id="363" r:id="rId149"/>
    <p:sldId id="364" r:id="rId150"/>
    <p:sldId id="365" r:id="rId151"/>
    <p:sldId id="366" r:id="rId152"/>
    <p:sldId id="367" r:id="rId153"/>
    <p:sldId id="368" r:id="rId154"/>
    <p:sldId id="369" r:id="rId155"/>
    <p:sldId id="370" r:id="rId156"/>
    <p:sldId id="371" r:id="rId157"/>
    <p:sldId id="372" r:id="rId158"/>
    <p:sldId id="373" r:id="rId159"/>
    <p:sldId id="374" r:id="rId160"/>
    <p:sldId id="375" r:id="rId161"/>
    <p:sldId id="376" r:id="rId162"/>
    <p:sldId id="377" r:id="rId163"/>
    <p:sldId id="378" r:id="rId164"/>
    <p:sldId id="379" r:id="rId165"/>
    <p:sldId id="380" r:id="rId166"/>
    <p:sldId id="381" r:id="rId167"/>
    <p:sldId id="382" r:id="rId168"/>
    <p:sldId id="383" r:id="rId169"/>
    <p:sldId id="384" r:id="rId170"/>
    <p:sldId id="385" r:id="rId171"/>
    <p:sldId id="386" r:id="rId172"/>
    <p:sldId id="387" r:id="rId173"/>
    <p:sldId id="388" r:id="rId174"/>
    <p:sldId id="389" r:id="rId175"/>
    <p:sldId id="390" r:id="rId176"/>
    <p:sldId id="391" r:id="rId177"/>
    <p:sldId id="392" r:id="rId178"/>
    <p:sldId id="393" r:id="rId179"/>
    <p:sldId id="394" r:id="rId180"/>
    <p:sldId id="395" r:id="rId181"/>
    <p:sldId id="396" r:id="rId182"/>
    <p:sldId id="397" r:id="rId183"/>
    <p:sldId id="398" r:id="rId184"/>
    <p:sldId id="399" r:id="rId185"/>
    <p:sldId id="400" r:id="rId186"/>
    <p:sldId id="401" r:id="rId187"/>
    <p:sldId id="402" r:id="rId188"/>
    <p:sldId id="403" r:id="rId189"/>
    <p:sldId id="404" r:id="rId190"/>
    <p:sldId id="405" r:id="rId191"/>
    <p:sldId id="406" r:id="rId192"/>
    <p:sldId id="407" r:id="rId193"/>
    <p:sldId id="408" r:id="rId194"/>
    <p:sldId id="409" r:id="rId195"/>
    <p:sldId id="410" r:id="rId196"/>
    <p:sldId id="411" r:id="rId197"/>
    <p:sldId id="412" r:id="rId198"/>
    <p:sldId id="413" r:id="rId199"/>
    <p:sldId id="414" r:id="rId200"/>
    <p:sldId id="415" r:id="rId201"/>
    <p:sldId id="416" r:id="rId202"/>
    <p:sldId id="417" r:id="rId203"/>
    <p:sldId id="418" r:id="rId204"/>
    <p:sldId id="419" r:id="rId205"/>
    <p:sldId id="420" r:id="rId206"/>
    <p:sldId id="421" r:id="rId207"/>
    <p:sldId id="422" r:id="rId208"/>
    <p:sldId id="423" r:id="rId209"/>
    <p:sldId id="424" r:id="rId210"/>
    <p:sldId id="425" r:id="rId211"/>
    <p:sldId id="426" r:id="rId212"/>
    <p:sldId id="427" r:id="rId213"/>
    <p:sldId id="428" r:id="rId214"/>
    <p:sldId id="429" r:id="rId215"/>
    <p:sldId id="430" r:id="rId216"/>
    <p:sldId id="431" r:id="rId217"/>
    <p:sldId id="432" r:id="rId218"/>
    <p:sldId id="433" r:id="rId219"/>
    <p:sldId id="434" r:id="rId220"/>
    <p:sldId id="435" r:id="rId221"/>
    <p:sldId id="436" r:id="rId222"/>
    <p:sldId id="437" r:id="rId223"/>
    <p:sldId id="438" r:id="rId224"/>
    <p:sldId id="439" r:id="rId225"/>
    <p:sldId id="440" r:id="rId226"/>
    <p:sldId id="441" r:id="rId227"/>
    <p:sldId id="442" r:id="rId228"/>
    <p:sldId id="443" r:id="rId229"/>
    <p:sldId id="444" r:id="rId230"/>
    <p:sldId id="445" r:id="rId231"/>
    <p:sldId id="446" r:id="rId232"/>
    <p:sldId id="447" r:id="rId233"/>
    <p:sldId id="448" r:id="rId234"/>
    <p:sldId id="449" r:id="rId235"/>
    <p:sldId id="450" r:id="rId236"/>
    <p:sldId id="451" r:id="rId237"/>
    <p:sldId id="452" r:id="rId238"/>
    <p:sldId id="453" r:id="rId239"/>
    <p:sldId id="454" r:id="rId240"/>
    <p:sldId id="455" r:id="rId241"/>
    <p:sldId id="456" r:id="rId242"/>
    <p:sldId id="457" r:id="rId243"/>
    <p:sldId id="458" r:id="rId244"/>
    <p:sldId id="459" r:id="rId245"/>
    <p:sldId id="460" r:id="rId246"/>
    <p:sldId id="461" r:id="rId247"/>
    <p:sldId id="462" r:id="rId248"/>
    <p:sldId id="463" r:id="rId249"/>
    <p:sldId id="464" r:id="rId250"/>
    <p:sldId id="465" r:id="rId251"/>
    <p:sldId id="466" r:id="rId252"/>
    <p:sldId id="467" r:id="rId253"/>
    <p:sldId id="468" r:id="rId254"/>
    <p:sldId id="469" r:id="rId255"/>
    <p:sldId id="470" r:id="rId256"/>
    <p:sldId id="471" r:id="rId257"/>
    <p:sldId id="472" r:id="rId258"/>
    <p:sldId id="473" r:id="rId259"/>
    <p:sldId id="474" r:id="rId260"/>
    <p:sldId id="475" r:id="rId261"/>
    <p:sldId id="476" r:id="rId262"/>
    <p:sldId id="477" r:id="rId263"/>
    <p:sldId id="478" r:id="rId264"/>
    <p:sldId id="479" r:id="rId265"/>
    <p:sldId id="480" r:id="rId266"/>
    <p:sldId id="481" r:id="rId267"/>
    <p:sldId id="482" r:id="rId268"/>
    <p:sldId id="483" r:id="rId269"/>
    <p:sldId id="484" r:id="rId270"/>
    <p:sldId id="485" r:id="rId271"/>
    <p:sldId id="486" r:id="rId272"/>
    <p:sldId id="487" r:id="rId273"/>
    <p:sldId id="488" r:id="rId274"/>
    <p:sldId id="489" r:id="rId275"/>
    <p:sldId id="490" r:id="rId276"/>
    <p:sldId id="491" r:id="rId277"/>
    <p:sldId id="492" r:id="rId278"/>
    <p:sldId id="493" r:id="rId279"/>
    <p:sldId id="494" r:id="rId280"/>
    <p:sldId id="495" r:id="rId281"/>
    <p:sldId id="496" r:id="rId282"/>
    <p:sldId id="497" r:id="rId283"/>
    <p:sldId id="498" r:id="rId284"/>
    <p:sldId id="499" r:id="rId285"/>
    <p:sldId id="500" r:id="rId286"/>
    <p:sldId id="501" r:id="rId287"/>
    <p:sldId id="502" r:id="rId288"/>
    <p:sldId id="503" r:id="rId289"/>
    <p:sldId id="504" r:id="rId290"/>
    <p:sldId id="505" r:id="rId291"/>
    <p:sldId id="506" r:id="rId292"/>
    <p:sldId id="507" r:id="rId293"/>
    <p:sldId id="508" r:id="rId294"/>
    <p:sldId id="509" r:id="rId295"/>
    <p:sldId id="510" r:id="rId296"/>
    <p:sldId id="511" r:id="rId297"/>
    <p:sldId id="512" r:id="rId298"/>
    <p:sldId id="513" r:id="rId299"/>
    <p:sldId id="514" r:id="rId300"/>
    <p:sldId id="515" r:id="rId301"/>
    <p:sldId id="516" r:id="rId302"/>
    <p:sldId id="517" r:id="rId303"/>
    <p:sldId id="518" r:id="rId304"/>
    <p:sldId id="519" r:id="rId305"/>
    <p:sldId id="520" r:id="rId306"/>
    <p:sldId id="521" r:id="rId307"/>
    <p:sldId id="522" r:id="rId308"/>
    <p:sldId id="523" r:id="rId309"/>
  </p:sldIdLst>
  <p:sldSz cx="12192000" cy="6858000"/>
  <p:notesSz cx="6858000" cy="9144000"/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showPr showNarration="1"/>
</p:presentationPr>
</file>

<file path=ppt/_rels/presentation.xml.rels><?xml version="1.0" encoding="UTF-8"?>
<Relationships xmlns="http://schemas.openxmlformats.org/package/2006/relationships"><Relationship Id="rId1" Type="http://schemas.openxmlformats.org/officeDocument/2006/relationships/theme" Target="theme/theme1.xml"/><Relationship Id="rId2" Type="http://schemas.openxmlformats.org/officeDocument/2006/relationships/slideMaster" Target="slideMasters/slideMaster1.xml"/><Relationship Id="rId3" Type="http://schemas.openxmlformats.org/officeDocument/2006/relationships/slideMaster" Target="slideMasters/slideMaster2.xml"/><Relationship Id="rId4" Type="http://schemas.openxmlformats.org/officeDocument/2006/relationships/slideMaster" Target="slideMasters/slideMaster3.xml"/><Relationship Id="rId5" Type="http://schemas.openxmlformats.org/officeDocument/2006/relationships/slideMaster" Target="slideMasters/slideMaster4.xml"/><Relationship Id="rId6" Type="http://schemas.openxmlformats.org/officeDocument/2006/relationships/slideMaster" Target="slideMasters/slideMaster5.xml"/><Relationship Id="rId7" Type="http://schemas.openxmlformats.org/officeDocument/2006/relationships/slideMaster" Target="slideMasters/slideMaster6.xml"/><Relationship Id="rId8" Type="http://schemas.openxmlformats.org/officeDocument/2006/relationships/slideMaster" Target="slideMasters/slideMaster7.xml"/><Relationship Id="rId9" Type="http://schemas.openxmlformats.org/officeDocument/2006/relationships/slideMaster" Target="slideMasters/slideMaster8.xml"/><Relationship Id="rId10" Type="http://schemas.openxmlformats.org/officeDocument/2006/relationships/slideMaster" Target="slideMasters/slideMaster9.xml"/><Relationship Id="rId11" Type="http://schemas.openxmlformats.org/officeDocument/2006/relationships/slideMaster" Target="slideMasters/slideMaster10.xml"/><Relationship Id="rId12" Type="http://schemas.openxmlformats.org/officeDocument/2006/relationships/slideMaster" Target="slideMasters/slideMaster11.xml"/><Relationship Id="rId13" Type="http://schemas.openxmlformats.org/officeDocument/2006/relationships/slideMaster" Target="slideMasters/slideMaster12.xml"/><Relationship Id="rId14" Type="http://schemas.openxmlformats.org/officeDocument/2006/relationships/slideMaster" Target="slideMasters/slideMaster13.xml"/><Relationship Id="rId15" Type="http://schemas.openxmlformats.org/officeDocument/2006/relationships/slideMaster" Target="slideMasters/slideMaster14.xml"/><Relationship Id="rId16" Type="http://schemas.openxmlformats.org/officeDocument/2006/relationships/slideMaster" Target="slideMasters/slideMaster15.xml"/><Relationship Id="rId17" Type="http://schemas.openxmlformats.org/officeDocument/2006/relationships/slideMaster" Target="slideMasters/slideMaster16.xml"/><Relationship Id="rId18" Type="http://schemas.openxmlformats.org/officeDocument/2006/relationships/slideMaster" Target="slideMasters/slideMaster17.xml"/><Relationship Id="rId19" Type="http://schemas.openxmlformats.org/officeDocument/2006/relationships/slideMaster" Target="slideMasters/slideMaster18.xml"/><Relationship Id="rId20" Type="http://schemas.openxmlformats.org/officeDocument/2006/relationships/slideMaster" Target="slideMasters/slideMaster19.xml"/><Relationship Id="rId21" Type="http://schemas.openxmlformats.org/officeDocument/2006/relationships/slideMaster" Target="slideMasters/slideMaster20.xml"/><Relationship Id="rId22" Type="http://schemas.openxmlformats.org/officeDocument/2006/relationships/slideMaster" Target="slideMasters/slideMaster21.xml"/><Relationship Id="rId23" Type="http://schemas.openxmlformats.org/officeDocument/2006/relationships/slideMaster" Target="slideMasters/slideMaster22.xml"/><Relationship Id="rId24" Type="http://schemas.openxmlformats.org/officeDocument/2006/relationships/slideMaster" Target="slideMasters/slideMaster23.xml"/><Relationship Id="rId25" Type="http://schemas.openxmlformats.org/officeDocument/2006/relationships/slideMaster" Target="slideMasters/slideMaster24.xml"/><Relationship Id="rId26" Type="http://schemas.openxmlformats.org/officeDocument/2006/relationships/slideMaster" Target="slideMasters/slideMaster25.xml"/><Relationship Id="rId27" Type="http://schemas.openxmlformats.org/officeDocument/2006/relationships/slideMaster" Target="slideMasters/slideMaster26.xml"/><Relationship Id="rId28" Type="http://schemas.openxmlformats.org/officeDocument/2006/relationships/slideMaster" Target="slideMasters/slideMaster27.xml"/><Relationship Id="rId29" Type="http://schemas.openxmlformats.org/officeDocument/2006/relationships/slideMaster" Target="slideMasters/slideMaster28.xml"/><Relationship Id="rId30" Type="http://schemas.openxmlformats.org/officeDocument/2006/relationships/slideMaster" Target="slideMasters/slideMaster29.xml"/><Relationship Id="rId31" Type="http://schemas.openxmlformats.org/officeDocument/2006/relationships/slideMaster" Target="slideMasters/slideMaster30.xml"/><Relationship Id="rId32" Type="http://schemas.openxmlformats.org/officeDocument/2006/relationships/slideMaster" Target="slideMasters/slideMaster31.xml"/><Relationship Id="rId33" Type="http://schemas.openxmlformats.org/officeDocument/2006/relationships/slideMaster" Target="slideMasters/slideMaster32.xml"/><Relationship Id="rId34" Type="http://schemas.openxmlformats.org/officeDocument/2006/relationships/slideMaster" Target="slideMasters/slideMaster33.xml"/><Relationship Id="rId35" Type="http://schemas.openxmlformats.org/officeDocument/2006/relationships/slideMaster" Target="slideMasters/slideMaster34.xml"/><Relationship Id="rId36" Type="http://schemas.openxmlformats.org/officeDocument/2006/relationships/slideMaster" Target="slideMasters/slideMaster35.xml"/><Relationship Id="rId37" Type="http://schemas.openxmlformats.org/officeDocument/2006/relationships/slideMaster" Target="slideMasters/slideMaster36.xml"/><Relationship Id="rId38" Type="http://schemas.openxmlformats.org/officeDocument/2006/relationships/slideMaster" Target="slideMasters/slideMaster37.xml"/><Relationship Id="rId39" Type="http://schemas.openxmlformats.org/officeDocument/2006/relationships/slideMaster" Target="slideMasters/slideMaster38.xml"/><Relationship Id="rId40" Type="http://schemas.openxmlformats.org/officeDocument/2006/relationships/slideMaster" Target="slideMasters/slideMaster39.xml"/><Relationship Id="rId41" Type="http://schemas.openxmlformats.org/officeDocument/2006/relationships/notesMaster" Target="notesMasters/notesMaster1.xml"/><Relationship Id="rId42" Type="http://schemas.openxmlformats.org/officeDocument/2006/relationships/slide" Target="slides/slide1.xml"/><Relationship Id="rId43" Type="http://schemas.openxmlformats.org/officeDocument/2006/relationships/slide" Target="slides/slide2.xml"/><Relationship Id="rId44" Type="http://schemas.openxmlformats.org/officeDocument/2006/relationships/slide" Target="slides/slide3.xml"/><Relationship Id="rId45" Type="http://schemas.openxmlformats.org/officeDocument/2006/relationships/slide" Target="slides/slide4.xml"/><Relationship Id="rId46" Type="http://schemas.openxmlformats.org/officeDocument/2006/relationships/slide" Target="slides/slide5.xml"/><Relationship Id="rId47" Type="http://schemas.openxmlformats.org/officeDocument/2006/relationships/slide" Target="slides/slide6.xml"/><Relationship Id="rId48" Type="http://schemas.openxmlformats.org/officeDocument/2006/relationships/slide" Target="slides/slide7.xml"/><Relationship Id="rId49" Type="http://schemas.openxmlformats.org/officeDocument/2006/relationships/slide" Target="slides/slide8.xml"/><Relationship Id="rId50" Type="http://schemas.openxmlformats.org/officeDocument/2006/relationships/slide" Target="slides/slide9.xml"/><Relationship Id="rId51" Type="http://schemas.openxmlformats.org/officeDocument/2006/relationships/slide" Target="slides/slide10.xml"/><Relationship Id="rId52" Type="http://schemas.openxmlformats.org/officeDocument/2006/relationships/slide" Target="slides/slide11.xml"/><Relationship Id="rId53" Type="http://schemas.openxmlformats.org/officeDocument/2006/relationships/slide" Target="slides/slide12.xml"/><Relationship Id="rId54" Type="http://schemas.openxmlformats.org/officeDocument/2006/relationships/slide" Target="slides/slide13.xml"/><Relationship Id="rId55" Type="http://schemas.openxmlformats.org/officeDocument/2006/relationships/slide" Target="slides/slide14.xml"/><Relationship Id="rId56" Type="http://schemas.openxmlformats.org/officeDocument/2006/relationships/slide" Target="slides/slide15.xml"/><Relationship Id="rId57" Type="http://schemas.openxmlformats.org/officeDocument/2006/relationships/slide" Target="slides/slide16.xml"/><Relationship Id="rId58" Type="http://schemas.openxmlformats.org/officeDocument/2006/relationships/slide" Target="slides/slide17.xml"/><Relationship Id="rId59" Type="http://schemas.openxmlformats.org/officeDocument/2006/relationships/slide" Target="slides/slide18.xml"/><Relationship Id="rId60" Type="http://schemas.openxmlformats.org/officeDocument/2006/relationships/slide" Target="slides/slide19.xml"/><Relationship Id="rId61" Type="http://schemas.openxmlformats.org/officeDocument/2006/relationships/slide" Target="slides/slide20.xml"/><Relationship Id="rId62" Type="http://schemas.openxmlformats.org/officeDocument/2006/relationships/slide" Target="slides/slide21.xml"/><Relationship Id="rId63" Type="http://schemas.openxmlformats.org/officeDocument/2006/relationships/slide" Target="slides/slide22.xml"/><Relationship Id="rId64" Type="http://schemas.openxmlformats.org/officeDocument/2006/relationships/slide" Target="slides/slide23.xml"/><Relationship Id="rId65" Type="http://schemas.openxmlformats.org/officeDocument/2006/relationships/slide" Target="slides/slide24.xml"/><Relationship Id="rId66" Type="http://schemas.openxmlformats.org/officeDocument/2006/relationships/slide" Target="slides/slide25.xml"/><Relationship Id="rId67" Type="http://schemas.openxmlformats.org/officeDocument/2006/relationships/slide" Target="slides/slide26.xml"/><Relationship Id="rId68" Type="http://schemas.openxmlformats.org/officeDocument/2006/relationships/slide" Target="slides/slide27.xml"/><Relationship Id="rId69" Type="http://schemas.openxmlformats.org/officeDocument/2006/relationships/slide" Target="slides/slide28.xml"/><Relationship Id="rId70" Type="http://schemas.openxmlformats.org/officeDocument/2006/relationships/slide" Target="slides/slide29.xml"/><Relationship Id="rId71" Type="http://schemas.openxmlformats.org/officeDocument/2006/relationships/slide" Target="slides/slide30.xml"/><Relationship Id="rId72" Type="http://schemas.openxmlformats.org/officeDocument/2006/relationships/slide" Target="slides/slide31.xml"/><Relationship Id="rId73" Type="http://schemas.openxmlformats.org/officeDocument/2006/relationships/slide" Target="slides/slide32.xml"/><Relationship Id="rId74" Type="http://schemas.openxmlformats.org/officeDocument/2006/relationships/slide" Target="slides/slide33.xml"/><Relationship Id="rId75" Type="http://schemas.openxmlformats.org/officeDocument/2006/relationships/slide" Target="slides/slide34.xml"/><Relationship Id="rId76" Type="http://schemas.openxmlformats.org/officeDocument/2006/relationships/slide" Target="slides/slide35.xml"/><Relationship Id="rId77" Type="http://schemas.openxmlformats.org/officeDocument/2006/relationships/slide" Target="slides/slide36.xml"/><Relationship Id="rId78" Type="http://schemas.openxmlformats.org/officeDocument/2006/relationships/slide" Target="slides/slide37.xml"/><Relationship Id="rId79" Type="http://schemas.openxmlformats.org/officeDocument/2006/relationships/slide" Target="slides/slide38.xml"/><Relationship Id="rId80" Type="http://schemas.openxmlformats.org/officeDocument/2006/relationships/slide" Target="slides/slide39.xml"/><Relationship Id="rId81" Type="http://schemas.openxmlformats.org/officeDocument/2006/relationships/slide" Target="slides/slide40.xml"/><Relationship Id="rId82" Type="http://schemas.openxmlformats.org/officeDocument/2006/relationships/slide" Target="slides/slide41.xml"/><Relationship Id="rId83" Type="http://schemas.openxmlformats.org/officeDocument/2006/relationships/slide" Target="slides/slide42.xml"/><Relationship Id="rId84" Type="http://schemas.openxmlformats.org/officeDocument/2006/relationships/slide" Target="slides/slide43.xml"/><Relationship Id="rId85" Type="http://schemas.openxmlformats.org/officeDocument/2006/relationships/slide" Target="slides/slide44.xml"/><Relationship Id="rId86" Type="http://schemas.openxmlformats.org/officeDocument/2006/relationships/slide" Target="slides/slide45.xml"/><Relationship Id="rId87" Type="http://schemas.openxmlformats.org/officeDocument/2006/relationships/slide" Target="slides/slide46.xml"/><Relationship Id="rId88" Type="http://schemas.openxmlformats.org/officeDocument/2006/relationships/slide" Target="slides/slide47.xml"/><Relationship Id="rId89" Type="http://schemas.openxmlformats.org/officeDocument/2006/relationships/slide" Target="slides/slide48.xml"/><Relationship Id="rId90" Type="http://schemas.openxmlformats.org/officeDocument/2006/relationships/slide" Target="slides/slide49.xml"/><Relationship Id="rId91" Type="http://schemas.openxmlformats.org/officeDocument/2006/relationships/slide" Target="slides/slide50.xml"/><Relationship Id="rId92" Type="http://schemas.openxmlformats.org/officeDocument/2006/relationships/slide" Target="slides/slide51.xml"/><Relationship Id="rId93" Type="http://schemas.openxmlformats.org/officeDocument/2006/relationships/slide" Target="slides/slide52.xml"/><Relationship Id="rId94" Type="http://schemas.openxmlformats.org/officeDocument/2006/relationships/slide" Target="slides/slide53.xml"/><Relationship Id="rId95" Type="http://schemas.openxmlformats.org/officeDocument/2006/relationships/slide" Target="slides/slide54.xml"/><Relationship Id="rId96" Type="http://schemas.openxmlformats.org/officeDocument/2006/relationships/slide" Target="slides/slide55.xml"/><Relationship Id="rId97" Type="http://schemas.openxmlformats.org/officeDocument/2006/relationships/slide" Target="slides/slide56.xml"/><Relationship Id="rId98" Type="http://schemas.openxmlformats.org/officeDocument/2006/relationships/slide" Target="slides/slide57.xml"/><Relationship Id="rId99" Type="http://schemas.openxmlformats.org/officeDocument/2006/relationships/slide" Target="slides/slide58.xml"/><Relationship Id="rId100" Type="http://schemas.openxmlformats.org/officeDocument/2006/relationships/slide" Target="slides/slide59.xml"/><Relationship Id="rId101" Type="http://schemas.openxmlformats.org/officeDocument/2006/relationships/slide" Target="slides/slide60.xml"/><Relationship Id="rId102" Type="http://schemas.openxmlformats.org/officeDocument/2006/relationships/slide" Target="slides/slide61.xml"/><Relationship Id="rId103" Type="http://schemas.openxmlformats.org/officeDocument/2006/relationships/slide" Target="slides/slide62.xml"/><Relationship Id="rId104" Type="http://schemas.openxmlformats.org/officeDocument/2006/relationships/slide" Target="slides/slide63.xml"/><Relationship Id="rId105" Type="http://schemas.openxmlformats.org/officeDocument/2006/relationships/slide" Target="slides/slide64.xml"/><Relationship Id="rId106" Type="http://schemas.openxmlformats.org/officeDocument/2006/relationships/slide" Target="slides/slide65.xml"/><Relationship Id="rId107" Type="http://schemas.openxmlformats.org/officeDocument/2006/relationships/slide" Target="slides/slide66.xml"/><Relationship Id="rId108" Type="http://schemas.openxmlformats.org/officeDocument/2006/relationships/slide" Target="slides/slide67.xml"/><Relationship Id="rId109" Type="http://schemas.openxmlformats.org/officeDocument/2006/relationships/slide" Target="slides/slide68.xml"/><Relationship Id="rId110" Type="http://schemas.openxmlformats.org/officeDocument/2006/relationships/slide" Target="slides/slide69.xml"/><Relationship Id="rId111" Type="http://schemas.openxmlformats.org/officeDocument/2006/relationships/slide" Target="slides/slide70.xml"/><Relationship Id="rId112" Type="http://schemas.openxmlformats.org/officeDocument/2006/relationships/slide" Target="slides/slide71.xml"/><Relationship Id="rId113" Type="http://schemas.openxmlformats.org/officeDocument/2006/relationships/slide" Target="slides/slide72.xml"/><Relationship Id="rId114" Type="http://schemas.openxmlformats.org/officeDocument/2006/relationships/slide" Target="slides/slide73.xml"/><Relationship Id="rId115" Type="http://schemas.openxmlformats.org/officeDocument/2006/relationships/slide" Target="slides/slide74.xml"/><Relationship Id="rId116" Type="http://schemas.openxmlformats.org/officeDocument/2006/relationships/slide" Target="slides/slide75.xml"/><Relationship Id="rId117" Type="http://schemas.openxmlformats.org/officeDocument/2006/relationships/slide" Target="slides/slide76.xml"/><Relationship Id="rId118" Type="http://schemas.openxmlformats.org/officeDocument/2006/relationships/slide" Target="slides/slide77.xml"/><Relationship Id="rId119" Type="http://schemas.openxmlformats.org/officeDocument/2006/relationships/slide" Target="slides/slide78.xml"/><Relationship Id="rId120" Type="http://schemas.openxmlformats.org/officeDocument/2006/relationships/slide" Target="slides/slide79.xml"/><Relationship Id="rId121" Type="http://schemas.openxmlformats.org/officeDocument/2006/relationships/slide" Target="slides/slide80.xml"/><Relationship Id="rId122" Type="http://schemas.openxmlformats.org/officeDocument/2006/relationships/slide" Target="slides/slide81.xml"/><Relationship Id="rId123" Type="http://schemas.openxmlformats.org/officeDocument/2006/relationships/slide" Target="slides/slide82.xml"/><Relationship Id="rId124" Type="http://schemas.openxmlformats.org/officeDocument/2006/relationships/slide" Target="slides/slide83.xml"/><Relationship Id="rId125" Type="http://schemas.openxmlformats.org/officeDocument/2006/relationships/slide" Target="slides/slide84.xml"/><Relationship Id="rId126" Type="http://schemas.openxmlformats.org/officeDocument/2006/relationships/slide" Target="slides/slide85.xml"/><Relationship Id="rId127" Type="http://schemas.openxmlformats.org/officeDocument/2006/relationships/slide" Target="slides/slide86.xml"/><Relationship Id="rId128" Type="http://schemas.openxmlformats.org/officeDocument/2006/relationships/slide" Target="slides/slide87.xml"/><Relationship Id="rId129" Type="http://schemas.openxmlformats.org/officeDocument/2006/relationships/slide" Target="slides/slide88.xml"/><Relationship Id="rId130" Type="http://schemas.openxmlformats.org/officeDocument/2006/relationships/slide" Target="slides/slide89.xml"/><Relationship Id="rId131" Type="http://schemas.openxmlformats.org/officeDocument/2006/relationships/slide" Target="slides/slide90.xml"/><Relationship Id="rId132" Type="http://schemas.openxmlformats.org/officeDocument/2006/relationships/slide" Target="slides/slide91.xml"/><Relationship Id="rId133" Type="http://schemas.openxmlformats.org/officeDocument/2006/relationships/slide" Target="slides/slide92.xml"/><Relationship Id="rId134" Type="http://schemas.openxmlformats.org/officeDocument/2006/relationships/slide" Target="slides/slide93.xml"/><Relationship Id="rId135" Type="http://schemas.openxmlformats.org/officeDocument/2006/relationships/slide" Target="slides/slide94.xml"/><Relationship Id="rId136" Type="http://schemas.openxmlformats.org/officeDocument/2006/relationships/slide" Target="slides/slide95.xml"/><Relationship Id="rId137" Type="http://schemas.openxmlformats.org/officeDocument/2006/relationships/slide" Target="slides/slide96.xml"/><Relationship Id="rId138" Type="http://schemas.openxmlformats.org/officeDocument/2006/relationships/slide" Target="slides/slide97.xml"/><Relationship Id="rId139" Type="http://schemas.openxmlformats.org/officeDocument/2006/relationships/slide" Target="slides/slide98.xml"/><Relationship Id="rId140" Type="http://schemas.openxmlformats.org/officeDocument/2006/relationships/slide" Target="slides/slide99.xml"/><Relationship Id="rId141" Type="http://schemas.openxmlformats.org/officeDocument/2006/relationships/slide" Target="slides/slide100.xml"/><Relationship Id="rId142" Type="http://schemas.openxmlformats.org/officeDocument/2006/relationships/slide" Target="slides/slide101.xml"/><Relationship Id="rId143" Type="http://schemas.openxmlformats.org/officeDocument/2006/relationships/slide" Target="slides/slide102.xml"/><Relationship Id="rId144" Type="http://schemas.openxmlformats.org/officeDocument/2006/relationships/slide" Target="slides/slide103.xml"/><Relationship Id="rId145" Type="http://schemas.openxmlformats.org/officeDocument/2006/relationships/slide" Target="slides/slide104.xml"/><Relationship Id="rId146" Type="http://schemas.openxmlformats.org/officeDocument/2006/relationships/slide" Target="slides/slide105.xml"/><Relationship Id="rId147" Type="http://schemas.openxmlformats.org/officeDocument/2006/relationships/slide" Target="slides/slide106.xml"/><Relationship Id="rId148" Type="http://schemas.openxmlformats.org/officeDocument/2006/relationships/slide" Target="slides/slide107.xml"/><Relationship Id="rId149" Type="http://schemas.openxmlformats.org/officeDocument/2006/relationships/slide" Target="slides/slide108.xml"/><Relationship Id="rId150" Type="http://schemas.openxmlformats.org/officeDocument/2006/relationships/slide" Target="slides/slide109.xml"/><Relationship Id="rId151" Type="http://schemas.openxmlformats.org/officeDocument/2006/relationships/slide" Target="slides/slide110.xml"/><Relationship Id="rId152" Type="http://schemas.openxmlformats.org/officeDocument/2006/relationships/slide" Target="slides/slide111.xml"/><Relationship Id="rId153" Type="http://schemas.openxmlformats.org/officeDocument/2006/relationships/slide" Target="slides/slide112.xml"/><Relationship Id="rId154" Type="http://schemas.openxmlformats.org/officeDocument/2006/relationships/slide" Target="slides/slide113.xml"/><Relationship Id="rId155" Type="http://schemas.openxmlformats.org/officeDocument/2006/relationships/slide" Target="slides/slide114.xml"/><Relationship Id="rId156" Type="http://schemas.openxmlformats.org/officeDocument/2006/relationships/slide" Target="slides/slide115.xml"/><Relationship Id="rId157" Type="http://schemas.openxmlformats.org/officeDocument/2006/relationships/slide" Target="slides/slide116.xml"/><Relationship Id="rId158" Type="http://schemas.openxmlformats.org/officeDocument/2006/relationships/slide" Target="slides/slide117.xml"/><Relationship Id="rId159" Type="http://schemas.openxmlformats.org/officeDocument/2006/relationships/slide" Target="slides/slide118.xml"/><Relationship Id="rId160" Type="http://schemas.openxmlformats.org/officeDocument/2006/relationships/slide" Target="slides/slide119.xml"/><Relationship Id="rId161" Type="http://schemas.openxmlformats.org/officeDocument/2006/relationships/slide" Target="slides/slide120.xml"/><Relationship Id="rId162" Type="http://schemas.openxmlformats.org/officeDocument/2006/relationships/slide" Target="slides/slide121.xml"/><Relationship Id="rId163" Type="http://schemas.openxmlformats.org/officeDocument/2006/relationships/slide" Target="slides/slide122.xml"/><Relationship Id="rId164" Type="http://schemas.openxmlformats.org/officeDocument/2006/relationships/slide" Target="slides/slide123.xml"/><Relationship Id="rId165" Type="http://schemas.openxmlformats.org/officeDocument/2006/relationships/slide" Target="slides/slide124.xml"/><Relationship Id="rId166" Type="http://schemas.openxmlformats.org/officeDocument/2006/relationships/slide" Target="slides/slide125.xml"/><Relationship Id="rId167" Type="http://schemas.openxmlformats.org/officeDocument/2006/relationships/slide" Target="slides/slide126.xml"/><Relationship Id="rId168" Type="http://schemas.openxmlformats.org/officeDocument/2006/relationships/slide" Target="slides/slide127.xml"/><Relationship Id="rId169" Type="http://schemas.openxmlformats.org/officeDocument/2006/relationships/slide" Target="slides/slide128.xml"/><Relationship Id="rId170" Type="http://schemas.openxmlformats.org/officeDocument/2006/relationships/slide" Target="slides/slide129.xml"/><Relationship Id="rId171" Type="http://schemas.openxmlformats.org/officeDocument/2006/relationships/slide" Target="slides/slide130.xml"/><Relationship Id="rId172" Type="http://schemas.openxmlformats.org/officeDocument/2006/relationships/slide" Target="slides/slide131.xml"/><Relationship Id="rId173" Type="http://schemas.openxmlformats.org/officeDocument/2006/relationships/slide" Target="slides/slide132.xml"/><Relationship Id="rId174" Type="http://schemas.openxmlformats.org/officeDocument/2006/relationships/slide" Target="slides/slide133.xml"/><Relationship Id="rId175" Type="http://schemas.openxmlformats.org/officeDocument/2006/relationships/slide" Target="slides/slide134.xml"/><Relationship Id="rId176" Type="http://schemas.openxmlformats.org/officeDocument/2006/relationships/slide" Target="slides/slide135.xml"/><Relationship Id="rId177" Type="http://schemas.openxmlformats.org/officeDocument/2006/relationships/slide" Target="slides/slide136.xml"/><Relationship Id="rId178" Type="http://schemas.openxmlformats.org/officeDocument/2006/relationships/slide" Target="slides/slide137.xml"/><Relationship Id="rId179" Type="http://schemas.openxmlformats.org/officeDocument/2006/relationships/slide" Target="slides/slide138.xml"/><Relationship Id="rId180" Type="http://schemas.openxmlformats.org/officeDocument/2006/relationships/slide" Target="slides/slide139.xml"/><Relationship Id="rId181" Type="http://schemas.openxmlformats.org/officeDocument/2006/relationships/slide" Target="slides/slide140.xml"/><Relationship Id="rId182" Type="http://schemas.openxmlformats.org/officeDocument/2006/relationships/slide" Target="slides/slide141.xml"/><Relationship Id="rId183" Type="http://schemas.openxmlformats.org/officeDocument/2006/relationships/slide" Target="slides/slide142.xml"/><Relationship Id="rId184" Type="http://schemas.openxmlformats.org/officeDocument/2006/relationships/slide" Target="slides/slide143.xml"/><Relationship Id="rId185" Type="http://schemas.openxmlformats.org/officeDocument/2006/relationships/slide" Target="slides/slide144.xml"/><Relationship Id="rId186" Type="http://schemas.openxmlformats.org/officeDocument/2006/relationships/slide" Target="slides/slide145.xml"/><Relationship Id="rId187" Type="http://schemas.openxmlformats.org/officeDocument/2006/relationships/slide" Target="slides/slide146.xml"/><Relationship Id="rId188" Type="http://schemas.openxmlformats.org/officeDocument/2006/relationships/slide" Target="slides/slide147.xml"/><Relationship Id="rId189" Type="http://schemas.openxmlformats.org/officeDocument/2006/relationships/slide" Target="slides/slide148.xml"/><Relationship Id="rId190" Type="http://schemas.openxmlformats.org/officeDocument/2006/relationships/slide" Target="slides/slide149.xml"/><Relationship Id="rId191" Type="http://schemas.openxmlformats.org/officeDocument/2006/relationships/slide" Target="slides/slide150.xml"/><Relationship Id="rId192" Type="http://schemas.openxmlformats.org/officeDocument/2006/relationships/slide" Target="slides/slide151.xml"/><Relationship Id="rId193" Type="http://schemas.openxmlformats.org/officeDocument/2006/relationships/slide" Target="slides/slide152.xml"/><Relationship Id="rId194" Type="http://schemas.openxmlformats.org/officeDocument/2006/relationships/slide" Target="slides/slide153.xml"/><Relationship Id="rId195" Type="http://schemas.openxmlformats.org/officeDocument/2006/relationships/slide" Target="slides/slide154.xml"/><Relationship Id="rId196" Type="http://schemas.openxmlformats.org/officeDocument/2006/relationships/slide" Target="slides/slide155.xml"/><Relationship Id="rId197" Type="http://schemas.openxmlformats.org/officeDocument/2006/relationships/slide" Target="slides/slide156.xml"/><Relationship Id="rId198" Type="http://schemas.openxmlformats.org/officeDocument/2006/relationships/slide" Target="slides/slide157.xml"/><Relationship Id="rId199" Type="http://schemas.openxmlformats.org/officeDocument/2006/relationships/slide" Target="slides/slide158.xml"/><Relationship Id="rId200" Type="http://schemas.openxmlformats.org/officeDocument/2006/relationships/slide" Target="slides/slide159.xml"/><Relationship Id="rId201" Type="http://schemas.openxmlformats.org/officeDocument/2006/relationships/slide" Target="slides/slide160.xml"/><Relationship Id="rId202" Type="http://schemas.openxmlformats.org/officeDocument/2006/relationships/slide" Target="slides/slide161.xml"/><Relationship Id="rId203" Type="http://schemas.openxmlformats.org/officeDocument/2006/relationships/slide" Target="slides/slide162.xml"/><Relationship Id="rId204" Type="http://schemas.openxmlformats.org/officeDocument/2006/relationships/slide" Target="slides/slide163.xml"/><Relationship Id="rId205" Type="http://schemas.openxmlformats.org/officeDocument/2006/relationships/slide" Target="slides/slide164.xml"/><Relationship Id="rId206" Type="http://schemas.openxmlformats.org/officeDocument/2006/relationships/slide" Target="slides/slide165.xml"/><Relationship Id="rId207" Type="http://schemas.openxmlformats.org/officeDocument/2006/relationships/slide" Target="slides/slide166.xml"/><Relationship Id="rId208" Type="http://schemas.openxmlformats.org/officeDocument/2006/relationships/slide" Target="slides/slide167.xml"/><Relationship Id="rId209" Type="http://schemas.openxmlformats.org/officeDocument/2006/relationships/slide" Target="slides/slide168.xml"/><Relationship Id="rId210" Type="http://schemas.openxmlformats.org/officeDocument/2006/relationships/slide" Target="slides/slide169.xml"/><Relationship Id="rId211" Type="http://schemas.openxmlformats.org/officeDocument/2006/relationships/slide" Target="slides/slide170.xml"/><Relationship Id="rId212" Type="http://schemas.openxmlformats.org/officeDocument/2006/relationships/slide" Target="slides/slide171.xml"/><Relationship Id="rId213" Type="http://schemas.openxmlformats.org/officeDocument/2006/relationships/slide" Target="slides/slide172.xml"/><Relationship Id="rId214" Type="http://schemas.openxmlformats.org/officeDocument/2006/relationships/slide" Target="slides/slide173.xml"/><Relationship Id="rId215" Type="http://schemas.openxmlformats.org/officeDocument/2006/relationships/slide" Target="slides/slide174.xml"/><Relationship Id="rId216" Type="http://schemas.openxmlformats.org/officeDocument/2006/relationships/slide" Target="slides/slide175.xml"/><Relationship Id="rId217" Type="http://schemas.openxmlformats.org/officeDocument/2006/relationships/slide" Target="slides/slide176.xml"/><Relationship Id="rId218" Type="http://schemas.openxmlformats.org/officeDocument/2006/relationships/slide" Target="slides/slide177.xml"/><Relationship Id="rId219" Type="http://schemas.openxmlformats.org/officeDocument/2006/relationships/slide" Target="slides/slide178.xml"/><Relationship Id="rId220" Type="http://schemas.openxmlformats.org/officeDocument/2006/relationships/slide" Target="slides/slide179.xml"/><Relationship Id="rId221" Type="http://schemas.openxmlformats.org/officeDocument/2006/relationships/slide" Target="slides/slide180.xml"/><Relationship Id="rId222" Type="http://schemas.openxmlformats.org/officeDocument/2006/relationships/slide" Target="slides/slide181.xml"/><Relationship Id="rId223" Type="http://schemas.openxmlformats.org/officeDocument/2006/relationships/slide" Target="slides/slide182.xml"/><Relationship Id="rId224" Type="http://schemas.openxmlformats.org/officeDocument/2006/relationships/slide" Target="slides/slide183.xml"/><Relationship Id="rId225" Type="http://schemas.openxmlformats.org/officeDocument/2006/relationships/slide" Target="slides/slide184.xml"/><Relationship Id="rId226" Type="http://schemas.openxmlformats.org/officeDocument/2006/relationships/slide" Target="slides/slide185.xml"/><Relationship Id="rId227" Type="http://schemas.openxmlformats.org/officeDocument/2006/relationships/slide" Target="slides/slide186.xml"/><Relationship Id="rId228" Type="http://schemas.openxmlformats.org/officeDocument/2006/relationships/slide" Target="slides/slide187.xml"/><Relationship Id="rId229" Type="http://schemas.openxmlformats.org/officeDocument/2006/relationships/slide" Target="slides/slide188.xml"/><Relationship Id="rId230" Type="http://schemas.openxmlformats.org/officeDocument/2006/relationships/slide" Target="slides/slide189.xml"/><Relationship Id="rId231" Type="http://schemas.openxmlformats.org/officeDocument/2006/relationships/slide" Target="slides/slide190.xml"/><Relationship Id="rId232" Type="http://schemas.openxmlformats.org/officeDocument/2006/relationships/slide" Target="slides/slide191.xml"/><Relationship Id="rId233" Type="http://schemas.openxmlformats.org/officeDocument/2006/relationships/slide" Target="slides/slide192.xml"/><Relationship Id="rId234" Type="http://schemas.openxmlformats.org/officeDocument/2006/relationships/slide" Target="slides/slide193.xml"/><Relationship Id="rId235" Type="http://schemas.openxmlformats.org/officeDocument/2006/relationships/slide" Target="slides/slide194.xml"/><Relationship Id="rId236" Type="http://schemas.openxmlformats.org/officeDocument/2006/relationships/slide" Target="slides/slide195.xml"/><Relationship Id="rId237" Type="http://schemas.openxmlformats.org/officeDocument/2006/relationships/slide" Target="slides/slide196.xml"/><Relationship Id="rId238" Type="http://schemas.openxmlformats.org/officeDocument/2006/relationships/slide" Target="slides/slide197.xml"/><Relationship Id="rId239" Type="http://schemas.openxmlformats.org/officeDocument/2006/relationships/slide" Target="slides/slide198.xml"/><Relationship Id="rId240" Type="http://schemas.openxmlformats.org/officeDocument/2006/relationships/slide" Target="slides/slide199.xml"/><Relationship Id="rId241" Type="http://schemas.openxmlformats.org/officeDocument/2006/relationships/slide" Target="slides/slide200.xml"/><Relationship Id="rId242" Type="http://schemas.openxmlformats.org/officeDocument/2006/relationships/slide" Target="slides/slide201.xml"/><Relationship Id="rId243" Type="http://schemas.openxmlformats.org/officeDocument/2006/relationships/slide" Target="slides/slide202.xml"/><Relationship Id="rId244" Type="http://schemas.openxmlformats.org/officeDocument/2006/relationships/slide" Target="slides/slide203.xml"/><Relationship Id="rId245" Type="http://schemas.openxmlformats.org/officeDocument/2006/relationships/slide" Target="slides/slide204.xml"/><Relationship Id="rId246" Type="http://schemas.openxmlformats.org/officeDocument/2006/relationships/slide" Target="slides/slide205.xml"/><Relationship Id="rId247" Type="http://schemas.openxmlformats.org/officeDocument/2006/relationships/slide" Target="slides/slide206.xml"/><Relationship Id="rId248" Type="http://schemas.openxmlformats.org/officeDocument/2006/relationships/slide" Target="slides/slide207.xml"/><Relationship Id="rId249" Type="http://schemas.openxmlformats.org/officeDocument/2006/relationships/slide" Target="slides/slide208.xml"/><Relationship Id="rId250" Type="http://schemas.openxmlformats.org/officeDocument/2006/relationships/slide" Target="slides/slide209.xml"/><Relationship Id="rId251" Type="http://schemas.openxmlformats.org/officeDocument/2006/relationships/slide" Target="slides/slide210.xml"/><Relationship Id="rId252" Type="http://schemas.openxmlformats.org/officeDocument/2006/relationships/slide" Target="slides/slide211.xml"/><Relationship Id="rId253" Type="http://schemas.openxmlformats.org/officeDocument/2006/relationships/slide" Target="slides/slide212.xml"/><Relationship Id="rId254" Type="http://schemas.openxmlformats.org/officeDocument/2006/relationships/slide" Target="slides/slide213.xml"/><Relationship Id="rId255" Type="http://schemas.openxmlformats.org/officeDocument/2006/relationships/slide" Target="slides/slide214.xml"/><Relationship Id="rId256" Type="http://schemas.openxmlformats.org/officeDocument/2006/relationships/slide" Target="slides/slide215.xml"/><Relationship Id="rId257" Type="http://schemas.openxmlformats.org/officeDocument/2006/relationships/slide" Target="slides/slide216.xml"/><Relationship Id="rId258" Type="http://schemas.openxmlformats.org/officeDocument/2006/relationships/slide" Target="slides/slide217.xml"/><Relationship Id="rId259" Type="http://schemas.openxmlformats.org/officeDocument/2006/relationships/slide" Target="slides/slide218.xml"/><Relationship Id="rId260" Type="http://schemas.openxmlformats.org/officeDocument/2006/relationships/slide" Target="slides/slide219.xml"/><Relationship Id="rId261" Type="http://schemas.openxmlformats.org/officeDocument/2006/relationships/slide" Target="slides/slide220.xml"/><Relationship Id="rId262" Type="http://schemas.openxmlformats.org/officeDocument/2006/relationships/slide" Target="slides/slide221.xml"/><Relationship Id="rId263" Type="http://schemas.openxmlformats.org/officeDocument/2006/relationships/slide" Target="slides/slide222.xml"/><Relationship Id="rId264" Type="http://schemas.openxmlformats.org/officeDocument/2006/relationships/slide" Target="slides/slide223.xml"/><Relationship Id="rId265" Type="http://schemas.openxmlformats.org/officeDocument/2006/relationships/slide" Target="slides/slide224.xml"/><Relationship Id="rId266" Type="http://schemas.openxmlformats.org/officeDocument/2006/relationships/slide" Target="slides/slide225.xml"/><Relationship Id="rId267" Type="http://schemas.openxmlformats.org/officeDocument/2006/relationships/slide" Target="slides/slide226.xml"/><Relationship Id="rId268" Type="http://schemas.openxmlformats.org/officeDocument/2006/relationships/slide" Target="slides/slide227.xml"/><Relationship Id="rId269" Type="http://schemas.openxmlformats.org/officeDocument/2006/relationships/slide" Target="slides/slide228.xml"/><Relationship Id="rId270" Type="http://schemas.openxmlformats.org/officeDocument/2006/relationships/slide" Target="slides/slide229.xml"/><Relationship Id="rId271" Type="http://schemas.openxmlformats.org/officeDocument/2006/relationships/slide" Target="slides/slide230.xml"/><Relationship Id="rId272" Type="http://schemas.openxmlformats.org/officeDocument/2006/relationships/slide" Target="slides/slide231.xml"/><Relationship Id="rId273" Type="http://schemas.openxmlformats.org/officeDocument/2006/relationships/slide" Target="slides/slide232.xml"/><Relationship Id="rId274" Type="http://schemas.openxmlformats.org/officeDocument/2006/relationships/slide" Target="slides/slide233.xml"/><Relationship Id="rId275" Type="http://schemas.openxmlformats.org/officeDocument/2006/relationships/slide" Target="slides/slide234.xml"/><Relationship Id="rId276" Type="http://schemas.openxmlformats.org/officeDocument/2006/relationships/slide" Target="slides/slide235.xml"/><Relationship Id="rId277" Type="http://schemas.openxmlformats.org/officeDocument/2006/relationships/slide" Target="slides/slide236.xml"/><Relationship Id="rId278" Type="http://schemas.openxmlformats.org/officeDocument/2006/relationships/slide" Target="slides/slide237.xml"/><Relationship Id="rId279" Type="http://schemas.openxmlformats.org/officeDocument/2006/relationships/slide" Target="slides/slide238.xml"/><Relationship Id="rId280" Type="http://schemas.openxmlformats.org/officeDocument/2006/relationships/slide" Target="slides/slide239.xml"/><Relationship Id="rId281" Type="http://schemas.openxmlformats.org/officeDocument/2006/relationships/slide" Target="slides/slide240.xml"/><Relationship Id="rId282" Type="http://schemas.openxmlformats.org/officeDocument/2006/relationships/slide" Target="slides/slide241.xml"/><Relationship Id="rId283" Type="http://schemas.openxmlformats.org/officeDocument/2006/relationships/slide" Target="slides/slide242.xml"/><Relationship Id="rId284" Type="http://schemas.openxmlformats.org/officeDocument/2006/relationships/slide" Target="slides/slide243.xml"/><Relationship Id="rId285" Type="http://schemas.openxmlformats.org/officeDocument/2006/relationships/slide" Target="slides/slide244.xml"/><Relationship Id="rId286" Type="http://schemas.openxmlformats.org/officeDocument/2006/relationships/slide" Target="slides/slide245.xml"/><Relationship Id="rId287" Type="http://schemas.openxmlformats.org/officeDocument/2006/relationships/slide" Target="slides/slide246.xml"/><Relationship Id="rId288" Type="http://schemas.openxmlformats.org/officeDocument/2006/relationships/slide" Target="slides/slide247.xml"/><Relationship Id="rId289" Type="http://schemas.openxmlformats.org/officeDocument/2006/relationships/slide" Target="slides/slide248.xml"/><Relationship Id="rId290" Type="http://schemas.openxmlformats.org/officeDocument/2006/relationships/slide" Target="slides/slide249.xml"/><Relationship Id="rId291" Type="http://schemas.openxmlformats.org/officeDocument/2006/relationships/slide" Target="slides/slide250.xml"/><Relationship Id="rId292" Type="http://schemas.openxmlformats.org/officeDocument/2006/relationships/slide" Target="slides/slide251.xml"/><Relationship Id="rId293" Type="http://schemas.openxmlformats.org/officeDocument/2006/relationships/slide" Target="slides/slide252.xml"/><Relationship Id="rId294" Type="http://schemas.openxmlformats.org/officeDocument/2006/relationships/slide" Target="slides/slide253.xml"/><Relationship Id="rId295" Type="http://schemas.openxmlformats.org/officeDocument/2006/relationships/slide" Target="slides/slide254.xml"/><Relationship Id="rId296" Type="http://schemas.openxmlformats.org/officeDocument/2006/relationships/slide" Target="slides/slide255.xml"/><Relationship Id="rId297" Type="http://schemas.openxmlformats.org/officeDocument/2006/relationships/slide" Target="slides/slide256.xml"/><Relationship Id="rId298" Type="http://schemas.openxmlformats.org/officeDocument/2006/relationships/slide" Target="slides/slide257.xml"/><Relationship Id="rId299" Type="http://schemas.openxmlformats.org/officeDocument/2006/relationships/slide" Target="slides/slide258.xml"/><Relationship Id="rId300" Type="http://schemas.openxmlformats.org/officeDocument/2006/relationships/slide" Target="slides/slide259.xml"/><Relationship Id="rId301" Type="http://schemas.openxmlformats.org/officeDocument/2006/relationships/slide" Target="slides/slide260.xml"/><Relationship Id="rId302" Type="http://schemas.openxmlformats.org/officeDocument/2006/relationships/slide" Target="slides/slide261.xml"/><Relationship Id="rId303" Type="http://schemas.openxmlformats.org/officeDocument/2006/relationships/slide" Target="slides/slide262.xml"/><Relationship Id="rId304" Type="http://schemas.openxmlformats.org/officeDocument/2006/relationships/slide" Target="slides/slide263.xml"/><Relationship Id="rId305" Type="http://schemas.openxmlformats.org/officeDocument/2006/relationships/slide" Target="slides/slide264.xml"/><Relationship Id="rId306" Type="http://schemas.openxmlformats.org/officeDocument/2006/relationships/slide" Target="slides/slide265.xml"/><Relationship Id="rId307" Type="http://schemas.openxmlformats.org/officeDocument/2006/relationships/slide" Target="slides/slide266.xml"/><Relationship Id="rId308" Type="http://schemas.openxmlformats.org/officeDocument/2006/relationships/slide" Target="slides/slide267.xml"/><Relationship Id="rId309" Type="http://schemas.openxmlformats.org/officeDocument/2006/relationships/slide" Target="slides/slide268.xml"/><Relationship Id="rId310" Type="http://schemas.openxmlformats.org/officeDocument/2006/relationships/presProps" Target="presProps.xml"/>
</Relationships>
</file>

<file path=ppt/diagrams/_rels/data2.xml.rels><?xml version="1.0" encoding="UTF-8"?>
<Relationships xmlns="http://schemas.openxmlformats.org/package/2006/relationships"><Relationship Id="rId1" Type="http://schemas.openxmlformats.org/officeDocument/2006/relationships/image" Target="../media/OOXDiagramDataRels2_0.png"/><Relationship Id="rId2" Type="http://schemas.openxmlformats.org/officeDocument/2006/relationships/image" Target="../media/OOXDiagramDataRels2_1.svg"/><Relationship Id="rId3" Type="http://schemas.openxmlformats.org/officeDocument/2006/relationships/image" Target="../media/OOXDiagramDataRels2_2.png"/><Relationship Id="rId4" Type="http://schemas.openxmlformats.org/officeDocument/2006/relationships/image" Target="../media/OOXDiagramDataRels2_3.svg"/><Relationship Id="rId5" Type="http://schemas.openxmlformats.org/officeDocument/2006/relationships/image" Target="../media/OOXDiagramDataRels2_4.png"/><Relationship Id="rId6" Type="http://schemas.openxmlformats.org/officeDocument/2006/relationships/image" Target="../media/OOXDiagramDataRels2_5.svg"/><Relationship Id="rId7" Type="http://schemas.openxmlformats.org/officeDocument/2006/relationships/image" Target="../media/OOXDiagramDataRels2_6.png"/><Relationship Id="rId8" Type="http://schemas.openxmlformats.org/officeDocument/2006/relationships/image" Target="../media/OOXDiagramDataRels2_7.svg"/>
</Relationships>
</file>

<file path=ppt/diagrams/_rels/data8.xml.rels><?xml version="1.0" encoding="UTF-8"?>
<Relationships xmlns="http://schemas.openxmlformats.org/package/2006/relationships"><Relationship Id="rId1" Type="http://schemas.openxmlformats.org/officeDocument/2006/relationships/image" Target="../media/OOXDiagramDataRels8_0.png"/><Relationship Id="rId2" Type="http://schemas.openxmlformats.org/officeDocument/2006/relationships/image" Target="../media/OOXDiagramDataRels8_1.svg"/><Relationship Id="rId3" Type="http://schemas.openxmlformats.org/officeDocument/2006/relationships/image" Target="../media/OOXDiagramDataRels8_2.png"/><Relationship Id="rId4" Type="http://schemas.openxmlformats.org/officeDocument/2006/relationships/image" Target="../media/OOXDiagramDataRels8_3.svg"/><Relationship Id="rId5" Type="http://schemas.openxmlformats.org/officeDocument/2006/relationships/image" Target="../media/OOXDiagramDataRels8_4.png"/><Relationship Id="rId6" Type="http://schemas.openxmlformats.org/officeDocument/2006/relationships/image" Target="../media/OOXDiagramDataRels8_5.svg"/><Relationship Id="rId7" Type="http://schemas.openxmlformats.org/officeDocument/2006/relationships/image" Target="../media/OOXDiagramDataRels8_6.png"/><Relationship Id="rId8" Type="http://schemas.openxmlformats.org/officeDocument/2006/relationships/image" Target="../media/OOXDiagramDataRels8_7.svg"/>
</Relationships>
</file>

<file path=ppt/diagrams/_rels/drawing2.xml.rels><?xml version="1.0" encoding="UTF-8"?>
<Relationships xmlns="http://schemas.openxmlformats.org/package/2006/relationships"><Relationship Id="rId1" Type="http://schemas.openxmlformats.org/officeDocument/2006/relationships/image" Target="../media/OOXDiagramDrawingRels2_0.png"/><Relationship Id="rId2" Type="http://schemas.openxmlformats.org/officeDocument/2006/relationships/image" Target="../media/OOXDiagramDrawingRels2_1.svg"/><Relationship Id="rId3" Type="http://schemas.openxmlformats.org/officeDocument/2006/relationships/image" Target="../media/OOXDiagramDrawingRels2_2.png"/><Relationship Id="rId4" Type="http://schemas.openxmlformats.org/officeDocument/2006/relationships/image" Target="../media/OOXDiagramDrawingRels2_3.svg"/><Relationship Id="rId5" Type="http://schemas.openxmlformats.org/officeDocument/2006/relationships/image" Target="../media/OOXDiagramDrawingRels2_4.png"/><Relationship Id="rId6" Type="http://schemas.openxmlformats.org/officeDocument/2006/relationships/image" Target="../media/OOXDiagramDrawingRels2_5.svg"/><Relationship Id="rId7" Type="http://schemas.openxmlformats.org/officeDocument/2006/relationships/image" Target="../media/OOXDiagramDrawingRels2_6.png"/><Relationship Id="rId8" Type="http://schemas.openxmlformats.org/officeDocument/2006/relationships/image" Target="../media/OOXDiagramDrawingRels2_7.svg"/>
</Relationships>
</file>

<file path=ppt/diagrams/_rels/drawing8.xml.rels><?xml version="1.0" encoding="UTF-8"?>
<Relationships xmlns="http://schemas.openxmlformats.org/package/2006/relationships"><Relationship Id="rId1" Type="http://schemas.openxmlformats.org/officeDocument/2006/relationships/image" Target="../media/OOXDiagramDrawingRels8_0.png"/><Relationship Id="rId2" Type="http://schemas.openxmlformats.org/officeDocument/2006/relationships/image" Target="../media/OOXDiagramDrawingRels8_1.svg"/><Relationship Id="rId3" Type="http://schemas.openxmlformats.org/officeDocument/2006/relationships/image" Target="../media/OOXDiagramDrawingRels8_2.png"/><Relationship Id="rId4" Type="http://schemas.openxmlformats.org/officeDocument/2006/relationships/image" Target="../media/OOXDiagramDrawingRels8_3.svg"/><Relationship Id="rId5" Type="http://schemas.openxmlformats.org/officeDocument/2006/relationships/image" Target="../media/OOXDiagramDrawingRels8_4.png"/><Relationship Id="rId6" Type="http://schemas.openxmlformats.org/officeDocument/2006/relationships/image" Target="../media/OOXDiagramDrawingRels8_5.svg"/><Relationship Id="rId7" Type="http://schemas.openxmlformats.org/officeDocument/2006/relationships/image" Target="../media/OOXDiagramDrawingRels8_6.png"/><Relationship Id="rId8" Type="http://schemas.openxmlformats.org/officeDocument/2006/relationships/image" Target="../media/OOXDiagramDrawingRels8_7.svg"/>
</Relationships>
</file>

<file path=ppt/diagrams/colors1.xml><?xml version="1.0" encoding="utf-8"?>
<dgm:colorsDef xmlns:dgm="http://schemas.openxmlformats.org/drawingml/2006/diagram" xmlns:a="http://schemas.openxmlformats.org/drawingml/2006/main" uniqueId="urn:microsoft.com/office/officeart/2005/8/colors/accent1_2">
  <dgm:title val=""/>
  <dgm:desc val=""/>
  <dgm:catLst>
    <dgm:cat type="accent1" pri="11200"/>
  </dgm:catLst>
  <dgm:styleLbl name="node0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alignNode1">
    <dgm:fillClrLst meth="repeat">
      <a:schemeClr val="accent1"/>
    </dgm:fillClrLst>
    <dgm:linClrLst meth="repeat">
      <a:schemeClr val="accent1"/>
    </dgm:linClrLst>
    <dgm:effectClrLst/>
    <dgm:txLinClrLst/>
    <dgm:txFillClrLst/>
    <dgm:txEffectClrLst/>
  </dgm:styleLbl>
  <dgm:styleLbl name="node1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lnNode1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vennNode1">
    <dgm:fillClrLst meth="repeat">
      <a:schemeClr val="accent1">
        <a:alpha val="50000"/>
      </a:schemeClr>
    </dgm:fillClrLst>
    <dgm:linClrLst meth="repeat">
      <a:schemeClr val="lt1"/>
    </dgm:linClrLst>
    <dgm:effectClrLst/>
    <dgm:txLinClrLst/>
    <dgm:txFillClrLst/>
    <dgm:txEffectClrLst/>
  </dgm:styleLbl>
  <dgm:styleLbl name="node2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node3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node4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fgImgPlace1">
    <dgm:fillClrLst meth="repeat">
      <a:schemeClr val="accent1">
        <a:tint val="50000"/>
      </a:schemeClr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alignImgPlace1">
    <dgm:fillClrLst meth="repeat">
      <a:schemeClr val="accent1">
        <a:tint val="50000"/>
      </a:schemeClr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bgImgPlace1">
    <dgm:fillClrLst meth="repeat">
      <a:schemeClr val="accent1">
        <a:tint val="50000"/>
      </a:schemeClr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sibTrans2D1">
    <dgm:fillClrLst meth="repeat">
      <a:schemeClr val="accent1">
        <a:tint val="60000"/>
      </a:schemeClr>
    </dgm:fillClrLst>
    <dgm:linClrLst meth="repeat">
      <a:schemeClr val="accent1">
        <a:tint val="60000"/>
      </a:schemeClr>
    </dgm:linClrLst>
    <dgm:effectClrLst/>
    <dgm:txLinClrLst/>
    <dgm:txFillClrLst/>
    <dgm:txEffectClrLst/>
  </dgm:styleLbl>
  <dgm:styleLbl name="fgSibTrans2D1">
    <dgm:fillClrLst meth="repeat">
      <a:schemeClr val="accent1">
        <a:tint val="60000"/>
      </a:schemeClr>
    </dgm:fillClrLst>
    <dgm:linClrLst meth="repeat">
      <a:schemeClr val="accent1">
        <a:tint val="60000"/>
      </a:schemeClr>
    </dgm:linClrLst>
    <dgm:effectClrLst/>
    <dgm:txLinClrLst/>
    <dgm:txFillClrLst/>
    <dgm:txEffectClrLst/>
  </dgm:styleLbl>
  <dgm:styleLbl name="bgSibTrans2D1">
    <dgm:fillClrLst meth="repeat">
      <a:schemeClr val="accent1">
        <a:tint val="60000"/>
      </a:schemeClr>
    </dgm:fillClrLst>
    <dgm:linClrLst meth="repeat">
      <a:schemeClr val="accent1">
        <a:tint val="60000"/>
      </a:schemeClr>
    </dgm:linClrLst>
    <dgm:effectClrLst/>
    <dgm:txLinClrLst/>
    <dgm:txFillClrLst/>
    <dgm:txEffectClrLst/>
  </dgm:styleLbl>
  <dgm:styleLbl name="sibTrans1D1">
    <dgm:fillClrLst meth="repeat">
      <a:schemeClr val="accent1"/>
    </dgm:fillClrLst>
    <dgm:linClrLst meth="repeat">
      <a:schemeClr val="accent1"/>
    </dgm:linClrLst>
    <dgm:effectClrLst/>
    <dgm:txLinClrLst/>
    <dgm:txFillClrLst meth="repeat">
      <a:schemeClr val="tx1"/>
    </dgm:txFillClrLst>
    <dgm:txEffectClrLst/>
  </dgm:styleLbl>
  <dgm:styleLbl name="callout">
    <dgm:fillClrLst meth="repeat">
      <a:schemeClr val="accent1"/>
    </dgm:fillClrLst>
    <dgm:linClrLst meth="repeat">
      <a:schemeClr val="accent1">
        <a:tint val="50000"/>
      </a:schemeClr>
    </dgm:linClrLst>
    <dgm:effectClrLst/>
    <dgm:txLinClrLst/>
    <dgm:txFillClrLst meth="repeat">
      <a:schemeClr val="tx1"/>
    </dgm:txFillClrLst>
    <dgm:txEffectClrLst/>
  </dgm:styleLbl>
  <dgm:styleLbl name="asst0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asst1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asst2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asst3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asst4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parChTrans2D1">
    <dgm:fillClrLst meth="repeat">
      <a:schemeClr val="accent1">
        <a:tint val="60000"/>
      </a:schemeClr>
    </dgm:fillClrLst>
    <dgm:linClrLst meth="repeat">
      <a:schemeClr val="accent1">
        <a:tint val="60000"/>
      </a:schemeClr>
    </dgm:linClrLst>
    <dgm:effectClrLst/>
    <dgm:txLinClrLst/>
    <dgm:txFillClrLst meth="repeat">
      <a:schemeClr val="lt1"/>
    </dgm:txFillClrLst>
    <dgm:txEffectClrLst/>
  </dgm:styleLbl>
  <dgm:styleLbl name="parChTrans2D2">
    <dgm:fillClrLst meth="repeat">
      <a:schemeClr val="accent1"/>
    </dgm:fillClrLst>
    <dgm:linClrLst meth="repeat">
      <a:schemeClr val="accent1"/>
    </dgm:linClrLst>
    <dgm:effectClrLst/>
    <dgm:txLinClrLst/>
    <dgm:txFillClrLst meth="repeat">
      <a:schemeClr val="lt1"/>
    </dgm:txFillClrLst>
    <dgm:txEffectClrLst/>
  </dgm:styleLbl>
  <dgm:styleLbl name="parChTrans2D3">
    <dgm:fillClrLst meth="repeat">
      <a:schemeClr val="accent1"/>
    </dgm:fillClrLst>
    <dgm:linClrLst meth="repeat">
      <a:schemeClr val="accent1"/>
    </dgm:linClrLst>
    <dgm:effectClrLst/>
    <dgm:txLinClrLst/>
    <dgm:txFillClrLst meth="repeat">
      <a:schemeClr val="lt1"/>
    </dgm:txFillClrLst>
    <dgm:txEffectClrLst/>
  </dgm:styleLbl>
  <dgm:styleLbl name="parChTrans2D4">
    <dgm:fillClrLst meth="repeat">
      <a:schemeClr val="accent1"/>
    </dgm:fillClrLst>
    <dgm:linClrLst meth="repeat">
      <a:schemeClr val="accent1"/>
    </dgm:linClrLst>
    <dgm:effectClrLst/>
    <dgm:txLinClrLst/>
    <dgm:txFillClrLst meth="repeat">
      <a:schemeClr val="lt1"/>
    </dgm:txFillClrLst>
    <dgm:txEffectClrLst/>
  </dgm:styleLbl>
  <dgm:styleLbl name="parChTrans1D1">
    <dgm:fillClrLst meth="repeat">
      <a:schemeClr val="accent1"/>
    </dgm:fillClrLst>
    <dgm:linClrLst meth="repeat">
      <a:schemeClr val="accent1">
        <a:shade val="60000"/>
      </a:schemeClr>
    </dgm:linClrLst>
    <dgm:effectClrLst/>
    <dgm:txLinClrLst/>
    <dgm:txFillClrLst meth="repeat">
      <a:schemeClr val="tx1"/>
    </dgm:txFillClrLst>
    <dgm:txEffectClrLst/>
  </dgm:styleLbl>
  <dgm:styleLbl name="parChTrans1D2">
    <dgm:fillClrLst meth="repeat">
      <a:schemeClr val="accent1"/>
    </dgm:fillClrLst>
    <dgm:linClrLst meth="repeat">
      <a:schemeClr val="accent1">
        <a:shade val="60000"/>
      </a:schemeClr>
    </dgm:linClrLst>
    <dgm:effectClrLst/>
    <dgm:txLinClrLst/>
    <dgm:txFillClrLst meth="repeat">
      <a:schemeClr val="tx1"/>
    </dgm:txFillClrLst>
    <dgm:txEffectClrLst/>
  </dgm:styleLbl>
  <dgm:styleLbl name="parChTrans1D3">
    <dgm:fillClrLst meth="repeat">
      <a:schemeClr val="accent1"/>
    </dgm:fillClrLst>
    <dgm:linClrLst meth="repeat">
      <a:schemeClr val="accent1">
        <a:shade val="80000"/>
      </a:schemeClr>
    </dgm:linClrLst>
    <dgm:effectClrLst/>
    <dgm:txLinClrLst/>
    <dgm:txFillClrLst meth="repeat">
      <a:schemeClr val="tx1"/>
    </dgm:txFillClrLst>
    <dgm:txEffectClrLst/>
  </dgm:styleLbl>
  <dgm:styleLbl name="parChTrans1D4">
    <dgm:fillClrLst meth="repeat">
      <a:schemeClr val="accent1"/>
    </dgm:fillClrLst>
    <dgm:linClrLst meth="repeat">
      <a:schemeClr val="accent1">
        <a:shade val="80000"/>
      </a:schemeClr>
    </dgm:linClrLst>
    <dgm:effectClrLst/>
    <dgm:txLinClrLst/>
    <dgm:txFillClrLst meth="repeat">
      <a:schemeClr val="tx1"/>
    </dgm:txFillClrLst>
    <dgm:txEffectClrLst/>
  </dgm:styleLbl>
  <dgm:styleLbl name="fgAcc1">
    <dgm:fillClrLst meth="repeat">
      <a:schemeClr val="lt1">
        <a:alpha val="9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conFgAcc1">
    <dgm:fillClrLst meth="repeat">
      <a:schemeClr val="lt1">
        <a:alpha val="9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alignAcc1">
    <dgm:fillClrLst meth="repeat">
      <a:schemeClr val="lt1">
        <a:alpha val="9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trAlignAcc1">
    <dgm:fillClrLst meth="repeat">
      <a:schemeClr val="lt1">
        <a:alpha val="4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bgAcc1">
    <dgm:fillClrLst meth="repeat">
      <a:schemeClr val="lt1">
        <a:alpha val="9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solidFgAcc1">
    <dgm:fillClrLst meth="repeat">
      <a:schemeClr val="lt1"/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solidAlignAcc1">
    <dgm:fillClrLst meth="repeat">
      <a:schemeClr val="lt1"/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solidBgAcc1">
    <dgm:fillClrLst meth="repeat">
      <a:schemeClr val="lt1"/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fgAccFollowNode1">
    <dgm:fillClrLst meth="repeat">
      <a:schemeClr val="accent1">
        <a:alpha val="90000"/>
        <a:tint val="40000"/>
      </a:schemeClr>
    </dgm:fillClrLst>
    <dgm:linClrLst meth="repeat">
      <a:schemeClr val="accent1">
        <a:alpha val="90000"/>
        <a:tint val="40000"/>
      </a:schemeClr>
    </dgm:linClrLst>
    <dgm:effectClrLst/>
    <dgm:txLinClrLst/>
    <dgm:txFillClrLst meth="repeat">
      <a:schemeClr val="dk1"/>
    </dgm:txFillClrLst>
    <dgm:txEffectClrLst/>
  </dgm:styleLbl>
  <dgm:styleLbl name="alignAccFollowNode1">
    <dgm:fillClrLst meth="repeat">
      <a:schemeClr val="accent1">
        <a:alpha val="90000"/>
        <a:tint val="40000"/>
      </a:schemeClr>
    </dgm:fillClrLst>
    <dgm:linClrLst meth="repeat">
      <a:schemeClr val="accent1">
        <a:alpha val="90000"/>
        <a:tint val="40000"/>
      </a:schemeClr>
    </dgm:linClrLst>
    <dgm:effectClrLst/>
    <dgm:txLinClrLst/>
    <dgm:txFillClrLst meth="repeat">
      <a:schemeClr val="dk1"/>
    </dgm:txFillClrLst>
    <dgm:txEffectClrLst/>
  </dgm:styleLbl>
  <dgm:styleLbl name="bgAccFollowNode1">
    <dgm:fillClrLst meth="repeat">
      <a:schemeClr val="accent1">
        <a:alpha val="90000"/>
        <a:tint val="40000"/>
      </a:schemeClr>
    </dgm:fillClrLst>
    <dgm:linClrLst meth="repeat">
      <a:schemeClr val="accent1">
        <a:alpha val="90000"/>
        <a:tint val="40000"/>
      </a:schemeClr>
    </dgm:linClrLst>
    <dgm:effectClrLst/>
    <dgm:txLinClrLst/>
    <dgm:txFillClrLst meth="repeat">
      <a:schemeClr val="dk1"/>
    </dgm:txFillClrLst>
    <dgm:txEffectClrLst/>
  </dgm:styleLbl>
  <dgm:styleLbl name="fgAcc0">
    <dgm:fillClrLst meth="repeat">
      <a:schemeClr val="lt1">
        <a:alpha val="9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fgAcc2">
    <dgm:fillClrLst meth="repeat">
      <a:schemeClr val="lt1">
        <a:alpha val="9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fgAcc3">
    <dgm:fillClrLst meth="repeat">
      <a:schemeClr val="lt1">
        <a:alpha val="9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fgAcc4">
    <dgm:fillClrLst meth="repeat">
      <a:schemeClr val="lt1">
        <a:alpha val="9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bgShp">
    <dgm:fillClrLst meth="repeat">
      <a:schemeClr val="accent1">
        <a:tint val="4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dkBgShp">
    <dgm:fillClrLst meth="repeat">
      <a:schemeClr val="accent1">
        <a:shade val="80000"/>
      </a:schemeClr>
    </dgm:fillClrLst>
    <dgm:linClrLst meth="repeat">
      <a:schemeClr val="accent1"/>
    </dgm:linClrLst>
    <dgm:effectClrLst/>
    <dgm:txLinClrLst/>
    <dgm:txFillClrLst meth="repeat">
      <a:schemeClr val="lt1"/>
    </dgm:txFillClrLst>
    <dgm:txEffectClrLst/>
  </dgm:styleLbl>
  <dgm:styleLbl name="trBgShp">
    <dgm:fillClrLst meth="repeat">
      <a:schemeClr val="accent1">
        <a:tint val="50000"/>
        <a:alpha val="40000"/>
      </a:schemeClr>
    </dgm:fillClrLst>
    <dgm:linClrLst meth="repeat">
      <a:schemeClr val="accent1"/>
    </dgm:linClrLst>
    <dgm:effectClrLst/>
    <dgm:txLinClrLst/>
    <dgm:txFillClrLst meth="repeat">
      <a:schemeClr val="lt1"/>
    </dgm:txFillClrLst>
    <dgm:txEffectClrLst/>
  </dgm:styleLbl>
  <dgm:styleLbl name="fgShp">
    <dgm:fillClrLst meth="repeat">
      <a:schemeClr val="accent1">
        <a:tint val="60000"/>
      </a:schemeClr>
    </dgm:fillClrLst>
    <dgm:linClrLst meth="repeat">
      <a:schemeClr val="lt1"/>
    </dgm:linClrLst>
    <dgm:effectClrLst/>
    <dgm:txLinClrLst/>
    <dgm:txFillClrLst meth="repeat">
      <a:schemeClr val="dk1"/>
    </dgm:txFillClrLst>
    <dgm:txEffectClrLst/>
  </dgm:styleLbl>
  <dgm:styleLbl name="revTx">
    <dgm:fillClrLst meth="repeat">
      <a:schemeClr val="lt1">
        <a:alpha val="0"/>
      </a:schemeClr>
    </dgm:fillClrLst>
    <dgm:linClrLst meth="repeat">
      <a:schemeClr val="dk1">
        <a:alpha val="0"/>
      </a:schemeClr>
    </dgm:linClrLst>
    <dgm:effectClrLst/>
    <dgm:txLinClrLst/>
    <dgm:txFillClrLst meth="repeat">
      <a:schemeClr val="tx1"/>
    </dgm:txFillClrLst>
    <dgm:txEffectClrLst/>
  </dgm:styleLbl>
</dgm:colorsDef>
</file>

<file path=ppt/diagrams/colors2.xml><?xml version="1.0" encoding="utf-8"?>
<dgm:colorsDef xmlns:dgm="http://schemas.openxmlformats.org/drawingml/2006/diagram" xmlns:a="http://schemas.openxmlformats.org/drawingml/2006/main" uniqueId="urn:microsoft.com/office/officeart/2018/5/colors/Iconchunking_neutralbg_colorful1">
  <dgm:title val=""/>
  <dgm:desc val=""/>
  <dgm:catLst>
    <dgm:cat type="colorful" pri="10100"/>
  </dgm:catLst>
  <dgm:styleLbl name="node0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node1">
    <dgm:fillClrLst meth="repeat">
      <a:schemeClr val="accent2"/>
      <a:schemeClr val="accent3"/>
      <a:schemeClr val="accent4"/>
      <a:schemeClr val="accent5"/>
      <a:schemeClr val="accent6"/>
    </dgm:fillClrLst>
    <dgm:linClrLst meth="repeat">
      <a:schemeClr val="lt1">
        <a:alpha val="0"/>
      </a:schemeClr>
    </dgm:linClrLst>
    <dgm:effectClrLst/>
    <dgm:txLinClrLst/>
    <dgm:txFillClrLst/>
    <dgm:txEffectClrLst/>
  </dgm:styleLbl>
  <dgm:styleLbl name="alignNode1">
    <dgm:fillClrLst meth="repeat">
      <a:schemeClr val="accent2"/>
      <a:schemeClr val="accent3"/>
      <a:schemeClr val="accent4"/>
      <a:schemeClr val="accent5"/>
      <a:schemeClr val="accent6"/>
    </dgm:fillClrLst>
    <dgm:linClrLst meth="repeat">
      <a:schemeClr val="accent2"/>
      <a:schemeClr val="accent3"/>
      <a:schemeClr val="accent4"/>
      <a:schemeClr val="accent5"/>
      <a:schemeClr val="accent6"/>
    </dgm:linClrLst>
    <dgm:effectClrLst/>
    <dgm:txLinClrLst/>
    <dgm:txFillClrLst/>
    <dgm:txEffectClrLst/>
  </dgm:styleLbl>
  <dgm:styleLbl name="lnNode1">
    <dgm:fillClrLst meth="repeat">
      <a:schemeClr val="accent2"/>
      <a:schemeClr val="accent3"/>
      <a:schemeClr val="accent4"/>
      <a:schemeClr val="accent5"/>
      <a:schemeClr val="accent6"/>
    </dgm:fillClrLst>
    <dgm:linClrLst meth="repeat">
      <a:schemeClr val="lt1"/>
    </dgm:linClrLst>
    <dgm:effectClrLst/>
    <dgm:txLinClrLst/>
    <dgm:txFillClrLst/>
    <dgm:txEffectClrLst/>
  </dgm:styleLbl>
  <dgm:styleLbl name="vennNode1">
    <dgm:fillClrLst meth="repeat">
      <a:schemeClr val="accent2">
        <a:alpha val="50000"/>
      </a:schemeClr>
      <a:schemeClr val="accent3">
        <a:alpha val="50000"/>
      </a:schemeClr>
      <a:schemeClr val="accent4">
        <a:alpha val="50000"/>
      </a:schemeClr>
      <a:schemeClr val="accent5">
        <a:alpha val="50000"/>
      </a:schemeClr>
      <a:schemeClr val="accent6">
        <a:alpha val="50000"/>
      </a:schemeClr>
    </dgm:fillClrLst>
    <dgm:linClrLst meth="repeat">
      <a:schemeClr val="lt1"/>
    </dgm:linClrLst>
    <dgm:effectClrLst/>
    <dgm:txLinClrLst/>
    <dgm:txFillClrLst/>
    <dgm:txEffectClrLst/>
  </dgm:styleLbl>
  <dgm:styleLbl name="node2">
    <dgm:fillClrLst>
      <a:schemeClr val="accent2"/>
    </dgm:fillClrLst>
    <dgm:linClrLst meth="repeat">
      <a:schemeClr val="lt1"/>
    </dgm:linClrLst>
    <dgm:effectClrLst/>
    <dgm:txLinClrLst/>
    <dgm:txFillClrLst/>
    <dgm:txEffectClrLst/>
  </dgm:styleLbl>
  <dgm:styleLbl name="node3">
    <dgm:fillClrLst>
      <a:schemeClr val="accent3"/>
    </dgm:fillClrLst>
    <dgm:linClrLst meth="repeat">
      <a:schemeClr val="lt1"/>
    </dgm:linClrLst>
    <dgm:effectClrLst/>
    <dgm:txLinClrLst/>
    <dgm:txFillClrLst/>
    <dgm:txEffectClrLst/>
  </dgm:styleLbl>
  <dgm:styleLbl name="node4">
    <dgm:fillClrLst>
      <a:schemeClr val="accent4"/>
    </dgm:fillClrLst>
    <dgm:linClrLst meth="repeat">
      <a:schemeClr val="lt1"/>
    </dgm:linClrLst>
    <dgm:effectClrLst/>
    <dgm:txLinClrLst/>
    <dgm:txFillClrLst/>
    <dgm:txEffectClrLst/>
  </dgm:styleLbl>
  <dgm:styleLbl name="fgImgPlace1">
    <dgm:fillClrLst meth="repeat">
      <a:schemeClr val="accent2">
        <a:tint val="50000"/>
      </a:schemeClr>
      <a:schemeClr val="accent3">
        <a:tint val="50000"/>
      </a:schemeClr>
      <a:schemeClr val="accent4">
        <a:tint val="50000"/>
      </a:schemeClr>
      <a:schemeClr val="accent5">
        <a:tint val="50000"/>
      </a:schemeClr>
      <a:schemeClr val="accent6">
        <a:tint val="50000"/>
      </a:schemeClr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alignImgPlace1">
    <dgm:fillClrLst>
      <a:schemeClr val="accent1">
        <a:tint val="50000"/>
      </a:schemeClr>
      <a:schemeClr val="accent2">
        <a:tint val="20000"/>
      </a:schemeClr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bgImgPlace1">
    <dgm:fillClrLst>
      <a:schemeClr val="accent1">
        <a:tint val="50000"/>
      </a:schemeClr>
      <a:schemeClr val="accent2">
        <a:tint val="20000"/>
      </a:schemeClr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sibTrans2D1">
    <dgm:fillClrLst meth="repeat">
      <a:schemeClr val="accent2"/>
      <a:schemeClr val="accent3"/>
      <a:schemeClr val="accent4"/>
      <a:schemeClr val="accent5"/>
      <a:schemeClr val="accent6"/>
    </dgm:fillClrLst>
    <dgm:linClrLst meth="cycle">
      <a:schemeClr val="lt1"/>
    </dgm:linClrLst>
    <dgm:effectClrLst/>
    <dgm:txLinClrLst/>
    <dgm:txFillClrLst/>
    <dgm:txEffectClrLst/>
  </dgm:styleLbl>
  <dgm:styleLbl name="fgSibTrans2D1">
    <dgm:fillClrLst meth="repeat">
      <a:schemeClr val="accent2"/>
      <a:schemeClr val="accent3"/>
      <a:schemeClr val="accent4"/>
      <a:schemeClr val="accent5"/>
      <a:schemeClr val="accent6"/>
    </dgm:fillClrLst>
    <dgm:linClrLst meth="cycle">
      <a:schemeClr val="lt1"/>
    </dgm:linClrLst>
    <dgm:effectClrLst/>
    <dgm:txLinClrLst/>
    <dgm:txFillClrLst meth="repeat">
      <a:schemeClr val="lt1"/>
    </dgm:txFillClrLst>
    <dgm:txEffectClrLst/>
  </dgm:styleLbl>
  <dgm:styleLbl name="bgSibTrans2D1">
    <dgm:fillClrLst meth="repeat">
      <a:schemeClr val="accent2"/>
      <a:schemeClr val="accent3"/>
      <a:schemeClr val="accent4"/>
      <a:schemeClr val="accent5"/>
      <a:schemeClr val="accent6"/>
    </dgm:fillClrLst>
    <dgm:linClrLst meth="cycle">
      <a:schemeClr val="lt1"/>
    </dgm:linClrLst>
    <dgm:effectClrLst/>
    <dgm:txLinClrLst/>
    <dgm:txFillClrLst meth="repeat">
      <a:schemeClr val="lt1"/>
    </dgm:txFillClrLst>
    <dgm:txEffectClrLst/>
  </dgm:styleLbl>
  <dgm:styleLbl name="sibTrans1D1">
    <dgm:fillClrLst meth="repeat">
      <a:schemeClr val="accent2"/>
      <a:schemeClr val="accent3"/>
      <a:schemeClr val="accent4"/>
      <a:schemeClr val="accent5"/>
      <a:schemeClr val="accent6"/>
    </dgm:fillClrLst>
    <dgm:linClrLst meth="repeat">
      <a:schemeClr val="accent2"/>
      <a:schemeClr val="accent3"/>
      <a:schemeClr val="accent4"/>
      <a:schemeClr val="accent5"/>
      <a:schemeClr val="accent6"/>
    </dgm:linClrLst>
    <dgm:effectClrLst/>
    <dgm:txLinClrLst/>
    <dgm:txFillClrLst meth="repeat">
      <a:schemeClr val="tx1"/>
    </dgm:txFillClrLst>
    <dgm:txEffectClrLst/>
  </dgm:styleLbl>
  <dgm:styleLbl name="callout">
    <dgm:fillClrLst meth="repeat">
      <a:schemeClr val="accent2"/>
    </dgm:fillClrLst>
    <dgm:linClrLst meth="repeat">
      <a:schemeClr val="accent2">
        <a:tint val="50000"/>
      </a:schemeClr>
    </dgm:linClrLst>
    <dgm:effectClrLst/>
    <dgm:txLinClrLst/>
    <dgm:txFillClrLst meth="repeat">
      <a:schemeClr val="tx1"/>
    </dgm:txFillClrLst>
    <dgm:txEffectClrLst/>
  </dgm:styleLbl>
  <dgm:styleLbl name="asst0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asst1">
    <dgm:fillClrLst meth="repeat">
      <a:schemeClr val="accent2"/>
    </dgm:fillClrLst>
    <dgm:linClrLst meth="repeat">
      <a:schemeClr val="lt1"/>
    </dgm:linClrLst>
    <dgm:effectClrLst/>
    <dgm:txLinClrLst/>
    <dgm:txFillClrLst/>
    <dgm:txEffectClrLst/>
  </dgm:styleLbl>
  <dgm:styleLbl name="asst2">
    <dgm:fillClrLst>
      <a:schemeClr val="accent3"/>
    </dgm:fillClrLst>
    <dgm:linClrLst meth="repeat">
      <a:schemeClr val="lt1"/>
    </dgm:linClrLst>
    <dgm:effectClrLst/>
    <dgm:txLinClrLst/>
    <dgm:txFillClrLst/>
    <dgm:txEffectClrLst/>
  </dgm:styleLbl>
  <dgm:styleLbl name="asst3">
    <dgm:fillClrLst>
      <a:schemeClr val="accent4"/>
    </dgm:fillClrLst>
    <dgm:linClrLst meth="repeat">
      <a:schemeClr val="lt1"/>
    </dgm:linClrLst>
    <dgm:effectClrLst/>
    <dgm:txLinClrLst/>
    <dgm:txFillClrLst/>
    <dgm:txEffectClrLst/>
  </dgm:styleLbl>
  <dgm:styleLbl name="asst4">
    <dgm:fillClrLst>
      <a:schemeClr val="accent5"/>
    </dgm:fillClrLst>
    <dgm:linClrLst meth="repeat">
      <a:schemeClr val="lt1"/>
    </dgm:linClrLst>
    <dgm:effectClrLst/>
    <dgm:txLinClrLst/>
    <dgm:txFillClrLst/>
    <dgm:txEffectClrLst/>
  </dgm:styleLbl>
  <dgm:styleLbl name="parChTrans2D1">
    <dgm:fillClrLst meth="repeat">
      <a:schemeClr val="accent2"/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parChTrans2D2">
    <dgm:fillClrLst meth="repeat">
      <a:schemeClr val="accent3"/>
    </dgm:fillClrLst>
    <dgm:linClrLst meth="repeat">
      <a:schemeClr val="lt1"/>
    </dgm:linClrLst>
    <dgm:effectClrLst/>
    <dgm:txLinClrLst/>
    <dgm:txFillClrLst/>
    <dgm:txEffectClrLst/>
  </dgm:styleLbl>
  <dgm:styleLbl name="parChTrans2D3">
    <dgm:fillClrLst meth="repeat">
      <a:schemeClr val="accent4"/>
    </dgm:fillClrLst>
    <dgm:linClrLst meth="repeat">
      <a:schemeClr val="lt1"/>
    </dgm:linClrLst>
    <dgm:effectClrLst/>
    <dgm:txLinClrLst/>
    <dgm:txFillClrLst/>
    <dgm:txEffectClrLst/>
  </dgm:styleLbl>
  <dgm:styleLbl name="parChTrans2D4">
    <dgm:fillClrLst meth="repeat">
      <a:schemeClr val="accent5"/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parChTrans1D1">
    <dgm:fillClrLst meth="repeat">
      <a:schemeClr val="accent2"/>
    </dgm:fillClrLst>
    <dgm:linClrLst meth="repeat">
      <a:schemeClr val="accent1"/>
    </dgm:linClrLst>
    <dgm:effectClrLst/>
    <dgm:txLinClrLst/>
    <dgm:txFillClrLst meth="repeat">
      <a:schemeClr val="tx1"/>
    </dgm:txFillClrLst>
    <dgm:txEffectClrLst/>
  </dgm:styleLbl>
  <dgm:styleLbl name="parChTrans1D2">
    <dgm:fillClrLst meth="repeat">
      <a:schemeClr val="accent3">
        <a:tint val="90000"/>
      </a:schemeClr>
    </dgm:fillClrLst>
    <dgm:linClrLst meth="repeat">
      <a:schemeClr val="accent2"/>
    </dgm:linClrLst>
    <dgm:effectClrLst/>
    <dgm:txLinClrLst/>
    <dgm:txFillClrLst meth="repeat">
      <a:schemeClr val="tx1"/>
    </dgm:txFillClrLst>
    <dgm:txEffectClrLst/>
  </dgm:styleLbl>
  <dgm:styleLbl name="parChTrans1D3">
    <dgm:fillClrLst meth="repeat">
      <a:schemeClr val="accent4">
        <a:tint val="70000"/>
      </a:schemeClr>
    </dgm:fillClrLst>
    <dgm:linClrLst meth="repeat">
      <a:schemeClr val="accent3"/>
    </dgm:linClrLst>
    <dgm:effectClrLst/>
    <dgm:txLinClrLst/>
    <dgm:txFillClrLst meth="repeat">
      <a:schemeClr val="tx1"/>
    </dgm:txFillClrLst>
    <dgm:txEffectClrLst/>
  </dgm:styleLbl>
  <dgm:styleLbl name="parChTrans1D4">
    <dgm:fillClrLst meth="repeat">
      <a:schemeClr val="accent5">
        <a:tint val="50000"/>
      </a:schemeClr>
    </dgm:fillClrLst>
    <dgm:linClrLst meth="repeat">
      <a:schemeClr val="accent4"/>
    </dgm:linClrLst>
    <dgm:effectClrLst/>
    <dgm:txLinClrLst/>
    <dgm:txFillClrLst meth="repeat">
      <a:schemeClr val="tx1"/>
    </dgm:txFillClrLst>
    <dgm:txEffectClrLst/>
  </dgm:styleLbl>
  <dgm:styleLbl name="fgAcc1">
    <dgm:fillClrLst meth="repeat">
      <a:schemeClr val="lt1">
        <a:alpha val="90000"/>
      </a:schemeClr>
    </dgm:fillClrLst>
    <dgm:linClrLst meth="repeat">
      <a:schemeClr val="accent2"/>
      <a:schemeClr val="accent3"/>
      <a:schemeClr val="accent4"/>
      <a:schemeClr val="accent5"/>
      <a:schemeClr val="accent6"/>
    </dgm:linClrLst>
    <dgm:effectClrLst/>
    <dgm:txLinClrLst/>
    <dgm:txFillClrLst meth="repeat">
      <a:schemeClr val="dk1"/>
    </dgm:txFillClrLst>
    <dgm:txEffectClrLst/>
  </dgm:styleLbl>
  <dgm:styleLbl name="conFgAcc1">
    <dgm:fillClrLst meth="repeat">
      <a:schemeClr val="lt1">
        <a:alpha val="90000"/>
      </a:schemeClr>
    </dgm:fillClrLst>
    <dgm:linClrLst meth="repeat">
      <a:schemeClr val="accent2"/>
      <a:schemeClr val="accent3"/>
      <a:schemeClr val="accent4"/>
      <a:schemeClr val="accent5"/>
      <a:schemeClr val="accent6"/>
    </dgm:linClrLst>
    <dgm:effectClrLst/>
    <dgm:txLinClrLst/>
    <dgm:txFillClrLst meth="repeat">
      <a:schemeClr val="dk1"/>
    </dgm:txFillClrLst>
    <dgm:txEffectClrLst/>
  </dgm:styleLbl>
  <dgm:styleLbl name="alignAcc1">
    <dgm:fillClrLst meth="repeat">
      <a:schemeClr val="lt1">
        <a:alpha val="90000"/>
      </a:schemeClr>
    </dgm:fillClrLst>
    <dgm:linClrLst meth="repeat">
      <a:schemeClr val="accent2"/>
      <a:schemeClr val="accent3"/>
      <a:schemeClr val="accent4"/>
      <a:schemeClr val="accent5"/>
      <a:schemeClr val="accent6"/>
    </dgm:linClrLst>
    <dgm:effectClrLst/>
    <dgm:txLinClrLst/>
    <dgm:txFillClrLst meth="repeat">
      <a:schemeClr val="dk1"/>
    </dgm:txFillClrLst>
    <dgm:txEffectClrLst/>
  </dgm:styleLbl>
  <dgm:styleLbl name="trAlignAcc1">
    <dgm:fillClrLst meth="repeat">
      <a:schemeClr val="lt1">
        <a:alpha val="4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bgAcc1">
    <dgm:fillClrLst meth="repeat">
      <a:schemeClr val="lt1">
        <a:alpha val="90000"/>
      </a:schemeClr>
    </dgm:fillClrLst>
    <dgm:linClrLst meth="repeat">
      <a:schemeClr val="accent2"/>
      <a:schemeClr val="accent3"/>
      <a:schemeClr val="accent4"/>
      <a:schemeClr val="accent5"/>
      <a:schemeClr val="accent6"/>
    </dgm:linClrLst>
    <dgm:effectClrLst/>
    <dgm:txLinClrLst/>
    <dgm:txFillClrLst meth="repeat">
      <a:schemeClr val="dk1"/>
    </dgm:txFillClrLst>
    <dgm:txEffectClrLst/>
  </dgm:styleLbl>
  <dgm:styleLbl name="solidFgAcc1">
    <dgm:fillClrLst meth="repeat">
      <a:schemeClr val="lt1"/>
    </dgm:fillClrLst>
    <dgm:linClrLst meth="repeat">
      <a:schemeClr val="accent2"/>
      <a:schemeClr val="accent3"/>
      <a:schemeClr val="accent4"/>
      <a:schemeClr val="accent5"/>
      <a:schemeClr val="accent6"/>
    </dgm:linClrLst>
    <dgm:effectClrLst/>
    <dgm:txLinClrLst/>
    <dgm:txFillClrLst meth="repeat">
      <a:schemeClr val="dk1"/>
    </dgm:txFillClrLst>
    <dgm:txEffectClrLst/>
  </dgm:styleLbl>
  <dgm:styleLbl name="solidAlignAcc1">
    <dgm:fillClrLst meth="repeat">
      <a:schemeClr val="lt1"/>
    </dgm:fillClrLst>
    <dgm:linClrLst meth="repeat">
      <a:schemeClr val="accent2"/>
      <a:schemeClr val="accent3"/>
      <a:schemeClr val="accent4"/>
      <a:schemeClr val="accent5"/>
      <a:schemeClr val="accent6"/>
    </dgm:linClrLst>
    <dgm:effectClrLst/>
    <dgm:txLinClrLst/>
    <dgm:txFillClrLst meth="repeat">
      <a:schemeClr val="dk1"/>
    </dgm:txFillClrLst>
    <dgm:txEffectClrLst/>
  </dgm:styleLbl>
  <dgm:styleLbl name="solidBgAcc1">
    <dgm:fillClrLst meth="repeat">
      <a:schemeClr val="lt1"/>
    </dgm:fillClrLst>
    <dgm:linClrLst meth="repeat">
      <a:schemeClr val="accent2"/>
      <a:schemeClr val="accent3"/>
      <a:schemeClr val="accent4"/>
      <a:schemeClr val="accent5"/>
      <a:schemeClr val="accent6"/>
    </dgm:linClrLst>
    <dgm:effectClrLst/>
    <dgm:txLinClrLst/>
    <dgm:txFillClrLst meth="repeat">
      <a:schemeClr val="dk1"/>
    </dgm:txFillClrLst>
    <dgm:txEffectClrLst/>
  </dgm:styleLbl>
  <dgm:styleLbl name="fgAccFollowNode1">
    <dgm:fillClrLst meth="repeat">
      <a:schemeClr val="accent2">
        <a:tint val="40000"/>
        <a:alpha val="90000"/>
      </a:schemeClr>
      <a:schemeClr val="accent3">
        <a:tint val="40000"/>
        <a:alpha val="90000"/>
      </a:schemeClr>
      <a:schemeClr val="accent4">
        <a:tint val="40000"/>
        <a:alpha val="90000"/>
      </a:schemeClr>
      <a:schemeClr val="accent5">
        <a:tint val="40000"/>
        <a:alpha val="90000"/>
      </a:schemeClr>
      <a:schemeClr val="accent6">
        <a:tint val="40000"/>
        <a:alpha val="90000"/>
      </a:schemeClr>
    </dgm:fillClrLst>
    <dgm:linClrLst meth="repeat">
      <a:schemeClr val="accent2">
        <a:tint val="40000"/>
        <a:alpha val="90000"/>
      </a:schemeClr>
      <a:schemeClr val="accent3">
        <a:tint val="40000"/>
        <a:alpha val="90000"/>
      </a:schemeClr>
      <a:schemeClr val="accent4">
        <a:tint val="40000"/>
        <a:alpha val="90000"/>
      </a:schemeClr>
      <a:schemeClr val="accent5">
        <a:tint val="40000"/>
        <a:alpha val="90000"/>
      </a:schemeClr>
      <a:schemeClr val="accent6">
        <a:tint val="40000"/>
        <a:alpha val="90000"/>
      </a:schemeClr>
    </dgm:linClrLst>
    <dgm:effectClrLst/>
    <dgm:txLinClrLst/>
    <dgm:txFillClrLst meth="repeat">
      <a:schemeClr val="dk1"/>
    </dgm:txFillClrLst>
    <dgm:txEffectClrLst/>
  </dgm:styleLbl>
  <dgm:styleLbl name="alignAccFollowNode1">
    <dgm:fillClrLst meth="repeat">
      <a:schemeClr val="accent2">
        <a:tint val="40000"/>
        <a:alpha val="90000"/>
      </a:schemeClr>
      <a:schemeClr val="accent3">
        <a:tint val="40000"/>
        <a:alpha val="90000"/>
      </a:schemeClr>
      <a:schemeClr val="accent4">
        <a:tint val="40000"/>
        <a:alpha val="90000"/>
      </a:schemeClr>
      <a:schemeClr val="accent5">
        <a:tint val="40000"/>
        <a:alpha val="90000"/>
      </a:schemeClr>
      <a:schemeClr val="accent6">
        <a:tint val="40000"/>
        <a:alpha val="90000"/>
      </a:schemeClr>
    </dgm:fillClrLst>
    <dgm:linClrLst meth="repeat">
      <a:schemeClr val="accent2">
        <a:tint val="40000"/>
        <a:alpha val="90000"/>
      </a:schemeClr>
      <a:schemeClr val="accent3">
        <a:tint val="40000"/>
        <a:alpha val="90000"/>
      </a:schemeClr>
      <a:schemeClr val="accent4">
        <a:tint val="40000"/>
        <a:alpha val="90000"/>
      </a:schemeClr>
      <a:schemeClr val="accent5">
        <a:tint val="40000"/>
        <a:alpha val="90000"/>
      </a:schemeClr>
      <a:schemeClr val="accent6">
        <a:tint val="40000"/>
        <a:alpha val="90000"/>
      </a:schemeClr>
    </dgm:linClrLst>
    <dgm:effectClrLst/>
    <dgm:txLinClrLst/>
    <dgm:txFillClrLst meth="repeat">
      <a:schemeClr val="dk1"/>
    </dgm:txFillClrLst>
    <dgm:txEffectClrLst/>
  </dgm:styleLbl>
  <dgm:styleLbl name="bgAccFollowNode1">
    <dgm:fillClrLst meth="repeat">
      <a:schemeClr val="accent2">
        <a:tint val="40000"/>
        <a:alpha val="90000"/>
      </a:schemeClr>
      <a:schemeClr val="accent3">
        <a:tint val="40000"/>
        <a:alpha val="90000"/>
      </a:schemeClr>
      <a:schemeClr val="accent4">
        <a:tint val="40000"/>
        <a:alpha val="90000"/>
      </a:schemeClr>
      <a:schemeClr val="accent5">
        <a:tint val="40000"/>
        <a:alpha val="90000"/>
      </a:schemeClr>
      <a:schemeClr val="accent6">
        <a:tint val="40000"/>
        <a:alpha val="90000"/>
      </a:schemeClr>
    </dgm:fillClrLst>
    <dgm:linClrLst meth="repeat">
      <a:schemeClr val="accent2">
        <a:tint val="40000"/>
        <a:alpha val="90000"/>
      </a:schemeClr>
      <a:schemeClr val="accent3">
        <a:tint val="40000"/>
        <a:alpha val="90000"/>
      </a:schemeClr>
      <a:schemeClr val="accent4">
        <a:tint val="40000"/>
        <a:alpha val="90000"/>
      </a:schemeClr>
      <a:schemeClr val="accent5">
        <a:tint val="40000"/>
        <a:alpha val="90000"/>
      </a:schemeClr>
      <a:schemeClr val="accent6">
        <a:tint val="40000"/>
        <a:alpha val="90000"/>
      </a:schemeClr>
    </dgm:linClrLst>
    <dgm:effectClrLst/>
    <dgm:txLinClrLst/>
    <dgm:txFillClrLst meth="repeat">
      <a:schemeClr val="dk1"/>
    </dgm:txFillClrLst>
    <dgm:txEffectClrLst/>
  </dgm:styleLbl>
  <dgm:styleLbl name="fgAcc0">
    <dgm:fillClrLst meth="repeat">
      <a:schemeClr val="lt1">
        <a:alpha val="90000"/>
      </a:schemeClr>
    </dgm:fillClrLst>
    <dgm:linClrLst>
      <a:schemeClr val="accent1"/>
    </dgm:linClrLst>
    <dgm:effectClrLst/>
    <dgm:txLinClrLst/>
    <dgm:txFillClrLst meth="repeat">
      <a:schemeClr val="dk1"/>
    </dgm:txFillClrLst>
    <dgm:txEffectClrLst/>
  </dgm:styleLbl>
  <dgm:styleLbl name="fgAcc2">
    <dgm:fillClrLst meth="repeat">
      <a:schemeClr val="lt1">
        <a:alpha val="90000"/>
      </a:schemeClr>
    </dgm:fillClrLst>
    <dgm:linClrLst>
      <a:schemeClr val="accent2"/>
    </dgm:linClrLst>
    <dgm:effectClrLst/>
    <dgm:txLinClrLst/>
    <dgm:txFillClrLst meth="repeat">
      <a:schemeClr val="dk1"/>
    </dgm:txFillClrLst>
    <dgm:txEffectClrLst/>
  </dgm:styleLbl>
  <dgm:styleLbl name="fgAcc3">
    <dgm:fillClrLst meth="repeat">
      <a:schemeClr val="lt1">
        <a:alpha val="90000"/>
      </a:schemeClr>
    </dgm:fillClrLst>
    <dgm:linClrLst>
      <a:schemeClr val="accent3"/>
    </dgm:linClrLst>
    <dgm:effectClrLst/>
    <dgm:txLinClrLst/>
    <dgm:txFillClrLst meth="repeat">
      <a:schemeClr val="dk1"/>
    </dgm:txFillClrLst>
    <dgm:txEffectClrLst/>
  </dgm:styleLbl>
  <dgm:styleLbl name="fgAcc4">
    <dgm:fillClrLst meth="repeat">
      <a:schemeClr val="lt1">
        <a:alpha val="90000"/>
      </a:schemeClr>
    </dgm:fillClrLst>
    <dgm:linClrLst>
      <a:schemeClr val="accent4"/>
    </dgm:linClrLst>
    <dgm:effectClrLst/>
    <dgm:txLinClrLst/>
    <dgm:txFillClrLst meth="repeat">
      <a:schemeClr val="dk1"/>
    </dgm:txFillClrLst>
    <dgm:txEffectClrLst/>
  </dgm:styleLbl>
  <dgm:styleLbl name="bgShp">
    <dgm:fillClrLst meth="repeat">
      <a:schemeClr val="bg1">
        <a:lumMod val="95000"/>
      </a:schemeClr>
    </dgm:fillClrLst>
    <dgm:linClrLst meth="repeat">
      <a:schemeClr val="dk1"/>
    </dgm:linClrLst>
    <dgm:effectClrLst/>
    <dgm:txLinClrLst/>
    <dgm:txFillClrLst meth="repeat">
      <a:schemeClr val="dk1"/>
    </dgm:txFillClrLst>
    <dgm:txEffectClrLst/>
  </dgm:styleLbl>
  <dgm:styleLbl name="dkBgShp">
    <dgm:fillClrLst meth="repeat">
      <a:schemeClr val="accent2">
        <a:shade val="90000"/>
      </a:schemeClr>
    </dgm:fillClrLst>
    <dgm:linClrLst meth="repeat">
      <a:schemeClr val="dk1"/>
    </dgm:linClrLst>
    <dgm:effectClrLst/>
    <dgm:txLinClrLst/>
    <dgm:txFillClrLst meth="repeat">
      <a:schemeClr val="lt1"/>
    </dgm:txFillClrLst>
    <dgm:txEffectClrLst/>
  </dgm:styleLbl>
  <dgm:styleLbl name="trBgShp">
    <dgm:fillClrLst meth="repeat">
      <a:schemeClr val="accent1">
        <a:tint val="50000"/>
        <a:alpha val="40000"/>
      </a:schemeClr>
    </dgm:fillClrLst>
    <dgm:linClrLst meth="repeat">
      <a:schemeClr val="accent2"/>
    </dgm:linClrLst>
    <dgm:effectClrLst/>
    <dgm:txLinClrLst/>
    <dgm:txFillClrLst meth="repeat">
      <a:schemeClr val="lt1"/>
    </dgm:txFillClrLst>
    <dgm:txEffectClrLst/>
  </dgm:styleLbl>
  <dgm:styleLbl name="fgShp">
    <dgm:fillClrLst meth="repeat">
      <a:schemeClr val="accent2">
        <a:tint val="40000"/>
      </a:schemeClr>
    </dgm:fillClrLst>
    <dgm:linClrLst meth="repeat">
      <a:schemeClr val="lt1"/>
    </dgm:linClrLst>
    <dgm:effectClrLst/>
    <dgm:txLinClrLst/>
    <dgm:txFillClrLst meth="repeat">
      <a:schemeClr val="dk1"/>
    </dgm:txFillClrLst>
    <dgm:txEffectClrLst/>
  </dgm:styleLbl>
  <dgm:styleLbl name="revTx">
    <dgm:fillClrLst meth="repeat">
      <a:schemeClr val="lt1">
        <a:alpha val="0"/>
      </a:schemeClr>
    </dgm:fillClrLst>
    <dgm:linClrLst meth="repeat">
      <a:schemeClr val="dk1">
        <a:alpha val="0"/>
      </a:schemeClr>
    </dgm:linClrLst>
    <dgm:effectClrLst/>
    <dgm:txLinClrLst/>
    <dgm:txFillClrLst meth="repeat">
      <a:schemeClr val="tx1"/>
    </dgm:txFillClrLst>
    <dgm:txEffectClrLst/>
  </dgm:styleLbl>
</dgm:colorsDef>
</file>

<file path=ppt/diagrams/colors3.xml><?xml version="1.0" encoding="utf-8"?>
<dgm:colorsDef xmlns:dgm="http://schemas.openxmlformats.org/drawingml/2006/diagram" xmlns:a="http://schemas.openxmlformats.org/drawingml/2006/main" uniqueId="urn:microsoft.com/office/officeart/2005/8/colors/colorful1">
  <dgm:title val=""/>
  <dgm:desc val=""/>
  <dgm:catLst>
    <dgm:cat type="colorful" pri="10100"/>
  </dgm:catLst>
  <dgm:styleLbl name="node0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node1">
    <dgm:fillClrLst meth="repeat">
      <a:schemeClr val="accent2"/>
      <a:schemeClr val="accent3"/>
      <a:schemeClr val="accent4"/>
      <a:schemeClr val="accent5"/>
      <a:schemeClr val="accent6"/>
    </dgm:fillClrLst>
    <dgm:linClrLst meth="repeat">
      <a:schemeClr val="lt1"/>
    </dgm:linClrLst>
    <dgm:effectClrLst/>
    <dgm:txLinClrLst/>
    <dgm:txFillClrLst/>
    <dgm:txEffectClrLst/>
  </dgm:styleLbl>
  <dgm:styleLbl name="alignNode1">
    <dgm:fillClrLst meth="repeat">
      <a:schemeClr val="accent2"/>
      <a:schemeClr val="accent3"/>
      <a:schemeClr val="accent4"/>
      <a:schemeClr val="accent5"/>
      <a:schemeClr val="accent6"/>
    </dgm:fillClrLst>
    <dgm:linClrLst meth="repeat">
      <a:schemeClr val="accent2"/>
      <a:schemeClr val="accent3"/>
      <a:schemeClr val="accent4"/>
      <a:schemeClr val="accent5"/>
      <a:schemeClr val="accent6"/>
    </dgm:linClrLst>
    <dgm:effectClrLst/>
    <dgm:txLinClrLst/>
    <dgm:txFillClrLst/>
    <dgm:txEffectClrLst/>
  </dgm:styleLbl>
  <dgm:styleLbl name="lnNode1">
    <dgm:fillClrLst meth="repeat">
      <a:schemeClr val="accent2"/>
      <a:schemeClr val="accent3"/>
      <a:schemeClr val="accent4"/>
      <a:schemeClr val="accent5"/>
      <a:schemeClr val="accent6"/>
    </dgm:fillClrLst>
    <dgm:linClrLst meth="repeat">
      <a:schemeClr val="lt1"/>
    </dgm:linClrLst>
    <dgm:effectClrLst/>
    <dgm:txLinClrLst/>
    <dgm:txFillClrLst/>
    <dgm:txEffectClrLst/>
  </dgm:styleLbl>
  <dgm:styleLbl name="vennNode1">
    <dgm:fillClrLst meth="repeat">
      <a:schemeClr val="accent2">
        <a:alpha val="50000"/>
      </a:schemeClr>
      <a:schemeClr val="accent3">
        <a:alpha val="50000"/>
      </a:schemeClr>
      <a:schemeClr val="accent4">
        <a:alpha val="50000"/>
      </a:schemeClr>
      <a:schemeClr val="accent5">
        <a:alpha val="50000"/>
      </a:schemeClr>
      <a:schemeClr val="accent6">
        <a:alpha val="50000"/>
      </a:schemeClr>
    </dgm:fillClrLst>
    <dgm:linClrLst meth="repeat">
      <a:schemeClr val="lt1"/>
    </dgm:linClrLst>
    <dgm:effectClrLst/>
    <dgm:txLinClrLst/>
    <dgm:txFillClrLst/>
    <dgm:txEffectClrLst/>
  </dgm:styleLbl>
  <dgm:styleLbl name="node2">
    <dgm:fillClrLst>
      <a:schemeClr val="accent2"/>
    </dgm:fillClrLst>
    <dgm:linClrLst meth="repeat">
      <a:schemeClr val="lt1"/>
    </dgm:linClrLst>
    <dgm:effectClrLst/>
    <dgm:txLinClrLst/>
    <dgm:txFillClrLst/>
    <dgm:txEffectClrLst/>
  </dgm:styleLbl>
  <dgm:styleLbl name="node3">
    <dgm:fillClrLst>
      <a:schemeClr val="accent3"/>
    </dgm:fillClrLst>
    <dgm:linClrLst meth="repeat">
      <a:schemeClr val="lt1"/>
    </dgm:linClrLst>
    <dgm:effectClrLst/>
    <dgm:txLinClrLst/>
    <dgm:txFillClrLst/>
    <dgm:txEffectClrLst/>
  </dgm:styleLbl>
  <dgm:styleLbl name="node4">
    <dgm:fillClrLst>
      <a:schemeClr val="accent4"/>
    </dgm:fillClrLst>
    <dgm:linClrLst meth="repeat">
      <a:schemeClr val="lt1"/>
    </dgm:linClrLst>
    <dgm:effectClrLst/>
    <dgm:txLinClrLst/>
    <dgm:txFillClrLst/>
    <dgm:txEffectClrLst/>
  </dgm:styleLbl>
  <dgm:styleLbl name="fgImgPlace1">
    <dgm:fillClrLst meth="repeat">
      <a:schemeClr val="accent2">
        <a:tint val="50000"/>
      </a:schemeClr>
      <a:schemeClr val="accent3">
        <a:tint val="50000"/>
      </a:schemeClr>
      <a:schemeClr val="accent4">
        <a:tint val="50000"/>
      </a:schemeClr>
      <a:schemeClr val="accent5">
        <a:tint val="50000"/>
      </a:schemeClr>
      <a:schemeClr val="accent6">
        <a:tint val="50000"/>
      </a:schemeClr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alignImgPlace1">
    <dgm:fillClrLst>
      <a:schemeClr val="accent1">
        <a:tint val="50000"/>
      </a:schemeClr>
      <a:schemeClr val="accent2">
        <a:tint val="20000"/>
      </a:schemeClr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bgImgPlace1">
    <dgm:fillClrLst>
      <a:schemeClr val="accent1">
        <a:tint val="50000"/>
      </a:schemeClr>
      <a:schemeClr val="accent2">
        <a:tint val="20000"/>
      </a:schemeClr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sibTrans2D1">
    <dgm:fillClrLst meth="repeat">
      <a:schemeClr val="accent2"/>
      <a:schemeClr val="accent3"/>
      <a:schemeClr val="accent4"/>
      <a:schemeClr val="accent5"/>
      <a:schemeClr val="accent6"/>
    </dgm:fillClrLst>
    <dgm:linClrLst meth="cycle">
      <a:schemeClr val="lt1"/>
    </dgm:linClrLst>
    <dgm:effectClrLst/>
    <dgm:txLinClrLst/>
    <dgm:txFillClrLst/>
    <dgm:txEffectClrLst/>
  </dgm:styleLbl>
  <dgm:styleLbl name="fgSibTrans2D1">
    <dgm:fillClrLst meth="repeat">
      <a:schemeClr val="accent2"/>
      <a:schemeClr val="accent3"/>
      <a:schemeClr val="accent4"/>
      <a:schemeClr val="accent5"/>
      <a:schemeClr val="accent6"/>
    </dgm:fillClrLst>
    <dgm:linClrLst meth="cycle">
      <a:schemeClr val="lt1"/>
    </dgm:linClrLst>
    <dgm:effectClrLst/>
    <dgm:txLinClrLst/>
    <dgm:txFillClrLst meth="repeat">
      <a:schemeClr val="lt1"/>
    </dgm:txFillClrLst>
    <dgm:txEffectClrLst/>
  </dgm:styleLbl>
  <dgm:styleLbl name="bgSibTrans2D1">
    <dgm:fillClrLst meth="repeat">
      <a:schemeClr val="accent2"/>
      <a:schemeClr val="accent3"/>
      <a:schemeClr val="accent4"/>
      <a:schemeClr val="accent5"/>
      <a:schemeClr val="accent6"/>
    </dgm:fillClrLst>
    <dgm:linClrLst meth="cycle">
      <a:schemeClr val="lt1"/>
    </dgm:linClrLst>
    <dgm:effectClrLst/>
    <dgm:txLinClrLst/>
    <dgm:txFillClrLst meth="repeat">
      <a:schemeClr val="lt1"/>
    </dgm:txFillClrLst>
    <dgm:txEffectClrLst/>
  </dgm:styleLbl>
  <dgm:styleLbl name="sibTrans1D1">
    <dgm:fillClrLst meth="repeat">
      <a:schemeClr val="accent2"/>
      <a:schemeClr val="accent3"/>
      <a:schemeClr val="accent4"/>
      <a:schemeClr val="accent5"/>
      <a:schemeClr val="accent6"/>
    </dgm:fillClrLst>
    <dgm:linClrLst meth="repeat">
      <a:schemeClr val="accent2"/>
      <a:schemeClr val="accent3"/>
      <a:schemeClr val="accent4"/>
      <a:schemeClr val="accent5"/>
      <a:schemeClr val="accent6"/>
    </dgm:linClrLst>
    <dgm:effectClrLst/>
    <dgm:txLinClrLst/>
    <dgm:txFillClrLst meth="repeat">
      <a:schemeClr val="tx1"/>
    </dgm:txFillClrLst>
    <dgm:txEffectClrLst/>
  </dgm:styleLbl>
  <dgm:styleLbl name="callout">
    <dgm:fillClrLst meth="repeat">
      <a:schemeClr val="accent2"/>
    </dgm:fillClrLst>
    <dgm:linClrLst meth="repeat">
      <a:schemeClr val="accent2">
        <a:tint val="50000"/>
      </a:schemeClr>
    </dgm:linClrLst>
    <dgm:effectClrLst/>
    <dgm:txLinClrLst/>
    <dgm:txFillClrLst meth="repeat">
      <a:schemeClr val="tx1"/>
    </dgm:txFillClrLst>
    <dgm:txEffectClrLst/>
  </dgm:styleLbl>
  <dgm:styleLbl name="asst0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asst1">
    <dgm:fillClrLst meth="repeat">
      <a:schemeClr val="accent2"/>
    </dgm:fillClrLst>
    <dgm:linClrLst meth="repeat">
      <a:schemeClr val="lt1"/>
    </dgm:linClrLst>
    <dgm:effectClrLst/>
    <dgm:txLinClrLst/>
    <dgm:txFillClrLst/>
    <dgm:txEffectClrLst/>
  </dgm:styleLbl>
  <dgm:styleLbl name="asst2">
    <dgm:fillClrLst>
      <a:schemeClr val="accent3"/>
    </dgm:fillClrLst>
    <dgm:linClrLst meth="repeat">
      <a:schemeClr val="lt1"/>
    </dgm:linClrLst>
    <dgm:effectClrLst/>
    <dgm:txLinClrLst/>
    <dgm:txFillClrLst/>
    <dgm:txEffectClrLst/>
  </dgm:styleLbl>
  <dgm:styleLbl name="asst3">
    <dgm:fillClrLst>
      <a:schemeClr val="accent4"/>
    </dgm:fillClrLst>
    <dgm:linClrLst meth="repeat">
      <a:schemeClr val="lt1"/>
    </dgm:linClrLst>
    <dgm:effectClrLst/>
    <dgm:txLinClrLst/>
    <dgm:txFillClrLst/>
    <dgm:txEffectClrLst/>
  </dgm:styleLbl>
  <dgm:styleLbl name="asst4">
    <dgm:fillClrLst>
      <a:schemeClr val="accent5"/>
    </dgm:fillClrLst>
    <dgm:linClrLst meth="repeat">
      <a:schemeClr val="lt1"/>
    </dgm:linClrLst>
    <dgm:effectClrLst/>
    <dgm:txLinClrLst/>
    <dgm:txFillClrLst/>
    <dgm:txEffectClrLst/>
  </dgm:styleLbl>
  <dgm:styleLbl name="parChTrans2D1">
    <dgm:fillClrLst meth="repeat">
      <a:schemeClr val="accent2"/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parChTrans2D2">
    <dgm:fillClrLst meth="repeat">
      <a:schemeClr val="accent3"/>
    </dgm:fillClrLst>
    <dgm:linClrLst meth="repeat">
      <a:schemeClr val="lt1"/>
    </dgm:linClrLst>
    <dgm:effectClrLst/>
    <dgm:txLinClrLst/>
    <dgm:txFillClrLst/>
    <dgm:txEffectClrLst/>
  </dgm:styleLbl>
  <dgm:styleLbl name="parChTrans2D3">
    <dgm:fillClrLst meth="repeat">
      <a:schemeClr val="accent4"/>
    </dgm:fillClrLst>
    <dgm:linClrLst meth="repeat">
      <a:schemeClr val="lt1"/>
    </dgm:linClrLst>
    <dgm:effectClrLst/>
    <dgm:txLinClrLst/>
    <dgm:txFillClrLst/>
    <dgm:txEffectClrLst/>
  </dgm:styleLbl>
  <dgm:styleLbl name="parChTrans2D4">
    <dgm:fillClrLst meth="repeat">
      <a:schemeClr val="accent5"/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parChTrans1D1">
    <dgm:fillClrLst meth="repeat">
      <a:schemeClr val="accent2"/>
    </dgm:fillClrLst>
    <dgm:linClrLst meth="repeat">
      <a:schemeClr val="accent1"/>
    </dgm:linClrLst>
    <dgm:effectClrLst/>
    <dgm:txLinClrLst/>
    <dgm:txFillClrLst meth="repeat">
      <a:schemeClr val="tx1"/>
    </dgm:txFillClrLst>
    <dgm:txEffectClrLst/>
  </dgm:styleLbl>
  <dgm:styleLbl name="parChTrans1D2">
    <dgm:fillClrLst meth="repeat">
      <a:schemeClr val="accent3">
        <a:tint val="90000"/>
      </a:schemeClr>
    </dgm:fillClrLst>
    <dgm:linClrLst meth="repeat">
      <a:schemeClr val="accent2"/>
    </dgm:linClrLst>
    <dgm:effectClrLst/>
    <dgm:txLinClrLst/>
    <dgm:txFillClrLst meth="repeat">
      <a:schemeClr val="tx1"/>
    </dgm:txFillClrLst>
    <dgm:txEffectClrLst/>
  </dgm:styleLbl>
  <dgm:styleLbl name="parChTrans1D3">
    <dgm:fillClrLst meth="repeat">
      <a:schemeClr val="accent4">
        <a:tint val="70000"/>
      </a:schemeClr>
    </dgm:fillClrLst>
    <dgm:linClrLst meth="repeat">
      <a:schemeClr val="accent3"/>
    </dgm:linClrLst>
    <dgm:effectClrLst/>
    <dgm:txLinClrLst/>
    <dgm:txFillClrLst meth="repeat">
      <a:schemeClr val="tx1"/>
    </dgm:txFillClrLst>
    <dgm:txEffectClrLst/>
  </dgm:styleLbl>
  <dgm:styleLbl name="parChTrans1D4">
    <dgm:fillClrLst meth="repeat">
      <a:schemeClr val="accent5">
        <a:tint val="50000"/>
      </a:schemeClr>
    </dgm:fillClrLst>
    <dgm:linClrLst meth="repeat">
      <a:schemeClr val="accent4"/>
    </dgm:linClrLst>
    <dgm:effectClrLst/>
    <dgm:txLinClrLst/>
    <dgm:txFillClrLst meth="repeat">
      <a:schemeClr val="tx1"/>
    </dgm:txFillClrLst>
    <dgm:txEffectClrLst/>
  </dgm:styleLbl>
  <dgm:styleLbl name="fgAcc1">
    <dgm:fillClrLst meth="repeat">
      <a:schemeClr val="lt1">
        <a:alpha val="90000"/>
      </a:schemeClr>
    </dgm:fillClrLst>
    <dgm:linClrLst meth="repeat">
      <a:schemeClr val="accent2"/>
      <a:schemeClr val="accent3"/>
      <a:schemeClr val="accent4"/>
      <a:schemeClr val="accent5"/>
      <a:schemeClr val="accent6"/>
    </dgm:linClrLst>
    <dgm:effectClrLst/>
    <dgm:txLinClrLst/>
    <dgm:txFillClrLst meth="repeat">
      <a:schemeClr val="dk1"/>
    </dgm:txFillClrLst>
    <dgm:txEffectClrLst/>
  </dgm:styleLbl>
  <dgm:styleLbl name="conFgAcc1">
    <dgm:fillClrLst meth="repeat">
      <a:schemeClr val="lt1">
        <a:alpha val="90000"/>
      </a:schemeClr>
    </dgm:fillClrLst>
    <dgm:linClrLst meth="repeat">
      <a:schemeClr val="accent2"/>
      <a:schemeClr val="accent3"/>
      <a:schemeClr val="accent4"/>
      <a:schemeClr val="accent5"/>
      <a:schemeClr val="accent6"/>
    </dgm:linClrLst>
    <dgm:effectClrLst/>
    <dgm:txLinClrLst/>
    <dgm:txFillClrLst meth="repeat">
      <a:schemeClr val="dk1"/>
    </dgm:txFillClrLst>
    <dgm:txEffectClrLst/>
  </dgm:styleLbl>
  <dgm:styleLbl name="alignAcc1">
    <dgm:fillClrLst meth="repeat">
      <a:schemeClr val="lt1">
        <a:alpha val="90000"/>
      </a:schemeClr>
    </dgm:fillClrLst>
    <dgm:linClrLst meth="repeat">
      <a:schemeClr val="accent2"/>
      <a:schemeClr val="accent3"/>
      <a:schemeClr val="accent4"/>
      <a:schemeClr val="accent5"/>
      <a:schemeClr val="accent6"/>
    </dgm:linClrLst>
    <dgm:effectClrLst/>
    <dgm:txLinClrLst/>
    <dgm:txFillClrLst meth="repeat">
      <a:schemeClr val="dk1"/>
    </dgm:txFillClrLst>
    <dgm:txEffectClrLst/>
  </dgm:styleLbl>
  <dgm:styleLbl name="trAlignAcc1">
    <dgm:fillClrLst meth="repeat">
      <a:schemeClr val="lt1">
        <a:alpha val="4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bgAcc1">
    <dgm:fillClrLst meth="repeat">
      <a:schemeClr val="lt1">
        <a:alpha val="90000"/>
      </a:schemeClr>
    </dgm:fillClrLst>
    <dgm:linClrLst meth="repeat">
      <a:schemeClr val="accent2"/>
      <a:schemeClr val="accent3"/>
      <a:schemeClr val="accent4"/>
      <a:schemeClr val="accent5"/>
      <a:schemeClr val="accent6"/>
    </dgm:linClrLst>
    <dgm:effectClrLst/>
    <dgm:txLinClrLst/>
    <dgm:txFillClrLst meth="repeat">
      <a:schemeClr val="dk1"/>
    </dgm:txFillClrLst>
    <dgm:txEffectClrLst/>
  </dgm:styleLbl>
  <dgm:styleLbl name="solidFgAcc1">
    <dgm:fillClrLst meth="repeat">
      <a:schemeClr val="lt1"/>
    </dgm:fillClrLst>
    <dgm:linClrLst meth="repeat">
      <a:schemeClr val="accent2"/>
      <a:schemeClr val="accent3"/>
      <a:schemeClr val="accent4"/>
      <a:schemeClr val="accent5"/>
      <a:schemeClr val="accent6"/>
    </dgm:linClrLst>
    <dgm:effectClrLst/>
    <dgm:txLinClrLst/>
    <dgm:txFillClrLst meth="repeat">
      <a:schemeClr val="dk1"/>
    </dgm:txFillClrLst>
    <dgm:txEffectClrLst/>
  </dgm:styleLbl>
  <dgm:styleLbl name="solidAlignAcc1">
    <dgm:fillClrLst meth="repeat">
      <a:schemeClr val="lt1"/>
    </dgm:fillClrLst>
    <dgm:linClrLst meth="repeat">
      <a:schemeClr val="accent2"/>
      <a:schemeClr val="accent3"/>
      <a:schemeClr val="accent4"/>
      <a:schemeClr val="accent5"/>
      <a:schemeClr val="accent6"/>
    </dgm:linClrLst>
    <dgm:effectClrLst/>
    <dgm:txLinClrLst/>
    <dgm:txFillClrLst meth="repeat">
      <a:schemeClr val="dk1"/>
    </dgm:txFillClrLst>
    <dgm:txEffectClrLst/>
  </dgm:styleLbl>
  <dgm:styleLbl name="solidBgAcc1">
    <dgm:fillClrLst meth="repeat">
      <a:schemeClr val="lt1"/>
    </dgm:fillClrLst>
    <dgm:linClrLst meth="repeat">
      <a:schemeClr val="accent2"/>
      <a:schemeClr val="accent3"/>
      <a:schemeClr val="accent4"/>
      <a:schemeClr val="accent5"/>
      <a:schemeClr val="accent6"/>
    </dgm:linClrLst>
    <dgm:effectClrLst/>
    <dgm:txLinClrLst/>
    <dgm:txFillClrLst meth="repeat">
      <a:schemeClr val="dk1"/>
    </dgm:txFillClrLst>
    <dgm:txEffectClrLst/>
  </dgm:styleLbl>
  <dgm:styleLbl name="fgAccFollowNode1">
    <dgm:fillClrLst meth="repeat">
      <a:schemeClr val="accent2">
        <a:tint val="40000"/>
        <a:alpha val="90000"/>
      </a:schemeClr>
      <a:schemeClr val="accent3">
        <a:tint val="40000"/>
        <a:alpha val="90000"/>
      </a:schemeClr>
      <a:schemeClr val="accent4">
        <a:tint val="40000"/>
        <a:alpha val="90000"/>
      </a:schemeClr>
      <a:schemeClr val="accent5">
        <a:tint val="40000"/>
        <a:alpha val="90000"/>
      </a:schemeClr>
      <a:schemeClr val="accent6">
        <a:tint val="40000"/>
        <a:alpha val="90000"/>
      </a:schemeClr>
    </dgm:fillClrLst>
    <dgm:linClrLst meth="repeat">
      <a:schemeClr val="accent2">
        <a:tint val="40000"/>
        <a:alpha val="90000"/>
      </a:schemeClr>
      <a:schemeClr val="accent3">
        <a:tint val="40000"/>
        <a:alpha val="90000"/>
      </a:schemeClr>
      <a:schemeClr val="accent4">
        <a:tint val="40000"/>
        <a:alpha val="90000"/>
      </a:schemeClr>
      <a:schemeClr val="accent5">
        <a:tint val="40000"/>
        <a:alpha val="90000"/>
      </a:schemeClr>
      <a:schemeClr val="accent6">
        <a:tint val="40000"/>
        <a:alpha val="90000"/>
      </a:schemeClr>
    </dgm:linClrLst>
    <dgm:effectClrLst/>
    <dgm:txLinClrLst/>
    <dgm:txFillClrLst meth="repeat">
      <a:schemeClr val="dk1"/>
    </dgm:txFillClrLst>
    <dgm:txEffectClrLst/>
  </dgm:styleLbl>
  <dgm:styleLbl name="alignAccFollowNode1">
    <dgm:fillClrLst meth="repeat">
      <a:schemeClr val="accent2">
        <a:tint val="40000"/>
        <a:alpha val="90000"/>
      </a:schemeClr>
      <a:schemeClr val="accent3">
        <a:tint val="40000"/>
        <a:alpha val="90000"/>
      </a:schemeClr>
      <a:schemeClr val="accent4">
        <a:tint val="40000"/>
        <a:alpha val="90000"/>
      </a:schemeClr>
      <a:schemeClr val="accent5">
        <a:tint val="40000"/>
        <a:alpha val="90000"/>
      </a:schemeClr>
      <a:schemeClr val="accent6">
        <a:tint val="40000"/>
        <a:alpha val="90000"/>
      </a:schemeClr>
    </dgm:fillClrLst>
    <dgm:linClrLst meth="repeat">
      <a:schemeClr val="accent2">
        <a:tint val="40000"/>
        <a:alpha val="90000"/>
      </a:schemeClr>
      <a:schemeClr val="accent3">
        <a:tint val="40000"/>
        <a:alpha val="90000"/>
      </a:schemeClr>
      <a:schemeClr val="accent4">
        <a:tint val="40000"/>
        <a:alpha val="90000"/>
      </a:schemeClr>
      <a:schemeClr val="accent5">
        <a:tint val="40000"/>
        <a:alpha val="90000"/>
      </a:schemeClr>
      <a:schemeClr val="accent6">
        <a:tint val="40000"/>
        <a:alpha val="90000"/>
      </a:schemeClr>
    </dgm:linClrLst>
    <dgm:effectClrLst/>
    <dgm:txLinClrLst/>
    <dgm:txFillClrLst meth="repeat">
      <a:schemeClr val="dk1"/>
    </dgm:txFillClrLst>
    <dgm:txEffectClrLst/>
  </dgm:styleLbl>
  <dgm:styleLbl name="bgAccFollowNode1">
    <dgm:fillClrLst meth="repeat">
      <a:schemeClr val="accent2">
        <a:tint val="40000"/>
        <a:alpha val="90000"/>
      </a:schemeClr>
      <a:schemeClr val="accent3">
        <a:tint val="40000"/>
        <a:alpha val="90000"/>
      </a:schemeClr>
      <a:schemeClr val="accent4">
        <a:tint val="40000"/>
        <a:alpha val="90000"/>
      </a:schemeClr>
      <a:schemeClr val="accent5">
        <a:tint val="40000"/>
        <a:alpha val="90000"/>
      </a:schemeClr>
      <a:schemeClr val="accent6">
        <a:tint val="40000"/>
        <a:alpha val="90000"/>
      </a:schemeClr>
    </dgm:fillClrLst>
    <dgm:linClrLst meth="repeat">
      <a:schemeClr val="accent2">
        <a:tint val="40000"/>
        <a:alpha val="90000"/>
      </a:schemeClr>
      <a:schemeClr val="accent3">
        <a:tint val="40000"/>
        <a:alpha val="90000"/>
      </a:schemeClr>
      <a:schemeClr val="accent4">
        <a:tint val="40000"/>
        <a:alpha val="90000"/>
      </a:schemeClr>
      <a:schemeClr val="accent5">
        <a:tint val="40000"/>
        <a:alpha val="90000"/>
      </a:schemeClr>
      <a:schemeClr val="accent6">
        <a:tint val="40000"/>
        <a:alpha val="90000"/>
      </a:schemeClr>
    </dgm:linClrLst>
    <dgm:effectClrLst/>
    <dgm:txLinClrLst/>
    <dgm:txFillClrLst meth="repeat">
      <a:schemeClr val="dk1"/>
    </dgm:txFillClrLst>
    <dgm:txEffectClrLst/>
  </dgm:styleLbl>
  <dgm:styleLbl name="fgAcc0">
    <dgm:fillClrLst meth="repeat">
      <a:schemeClr val="lt1">
        <a:alpha val="90000"/>
      </a:schemeClr>
    </dgm:fillClrLst>
    <dgm:linClrLst>
      <a:schemeClr val="accent1"/>
    </dgm:linClrLst>
    <dgm:effectClrLst/>
    <dgm:txLinClrLst/>
    <dgm:txFillClrLst meth="repeat">
      <a:schemeClr val="dk1"/>
    </dgm:txFillClrLst>
    <dgm:txEffectClrLst/>
  </dgm:styleLbl>
  <dgm:styleLbl name="fgAcc2">
    <dgm:fillClrLst meth="repeat">
      <a:schemeClr val="lt1">
        <a:alpha val="90000"/>
      </a:schemeClr>
    </dgm:fillClrLst>
    <dgm:linClrLst>
      <a:schemeClr val="accent2"/>
    </dgm:linClrLst>
    <dgm:effectClrLst/>
    <dgm:txLinClrLst/>
    <dgm:txFillClrLst meth="repeat">
      <a:schemeClr val="dk1"/>
    </dgm:txFillClrLst>
    <dgm:txEffectClrLst/>
  </dgm:styleLbl>
  <dgm:styleLbl name="fgAcc3">
    <dgm:fillClrLst meth="repeat">
      <a:schemeClr val="lt1">
        <a:alpha val="90000"/>
      </a:schemeClr>
    </dgm:fillClrLst>
    <dgm:linClrLst>
      <a:schemeClr val="accent3"/>
    </dgm:linClrLst>
    <dgm:effectClrLst/>
    <dgm:txLinClrLst/>
    <dgm:txFillClrLst meth="repeat">
      <a:schemeClr val="dk1"/>
    </dgm:txFillClrLst>
    <dgm:txEffectClrLst/>
  </dgm:styleLbl>
  <dgm:styleLbl name="fgAcc4">
    <dgm:fillClrLst meth="repeat">
      <a:schemeClr val="lt1">
        <a:alpha val="90000"/>
      </a:schemeClr>
    </dgm:fillClrLst>
    <dgm:linClrLst>
      <a:schemeClr val="accent4"/>
    </dgm:linClrLst>
    <dgm:effectClrLst/>
    <dgm:txLinClrLst/>
    <dgm:txFillClrLst meth="repeat">
      <a:schemeClr val="dk1"/>
    </dgm:txFillClrLst>
    <dgm:txEffectClrLst/>
  </dgm:styleLbl>
  <dgm:styleLbl name="bgShp">
    <dgm:fillClrLst meth="repeat">
      <a:schemeClr val="accent2">
        <a:tint val="40000"/>
      </a:schemeClr>
    </dgm:fillClrLst>
    <dgm:linClrLst meth="repeat">
      <a:schemeClr val="dk1"/>
    </dgm:linClrLst>
    <dgm:effectClrLst/>
    <dgm:txLinClrLst/>
    <dgm:txFillClrLst meth="repeat">
      <a:schemeClr val="dk1"/>
    </dgm:txFillClrLst>
    <dgm:txEffectClrLst/>
  </dgm:styleLbl>
  <dgm:styleLbl name="dkBgShp">
    <dgm:fillClrLst meth="repeat">
      <a:schemeClr val="accent2">
        <a:shade val="90000"/>
      </a:schemeClr>
    </dgm:fillClrLst>
    <dgm:linClrLst meth="repeat">
      <a:schemeClr val="dk1"/>
    </dgm:linClrLst>
    <dgm:effectClrLst/>
    <dgm:txLinClrLst/>
    <dgm:txFillClrLst meth="repeat">
      <a:schemeClr val="lt1"/>
    </dgm:txFillClrLst>
    <dgm:txEffectClrLst/>
  </dgm:styleLbl>
  <dgm:styleLbl name="trBgShp">
    <dgm:fillClrLst meth="repeat">
      <a:schemeClr val="accent1">
        <a:tint val="50000"/>
        <a:alpha val="40000"/>
      </a:schemeClr>
    </dgm:fillClrLst>
    <dgm:linClrLst meth="repeat">
      <a:schemeClr val="accent2"/>
    </dgm:linClrLst>
    <dgm:effectClrLst/>
    <dgm:txLinClrLst/>
    <dgm:txFillClrLst meth="repeat">
      <a:schemeClr val="lt1"/>
    </dgm:txFillClrLst>
    <dgm:txEffectClrLst/>
  </dgm:styleLbl>
  <dgm:styleLbl name="fgShp">
    <dgm:fillClrLst meth="repeat">
      <a:schemeClr val="accent2">
        <a:tint val="40000"/>
      </a:schemeClr>
    </dgm:fillClrLst>
    <dgm:linClrLst meth="repeat">
      <a:schemeClr val="lt1"/>
    </dgm:linClrLst>
    <dgm:effectClrLst/>
    <dgm:txLinClrLst/>
    <dgm:txFillClrLst meth="repeat">
      <a:schemeClr val="dk1"/>
    </dgm:txFillClrLst>
    <dgm:txEffectClrLst/>
  </dgm:styleLbl>
  <dgm:styleLbl name="revTx">
    <dgm:fillClrLst meth="repeat">
      <a:schemeClr val="lt1">
        <a:alpha val="0"/>
      </a:schemeClr>
    </dgm:fillClrLst>
    <dgm:linClrLst meth="repeat">
      <a:schemeClr val="dk1">
        <a:alpha val="0"/>
      </a:schemeClr>
    </dgm:linClrLst>
    <dgm:effectClrLst/>
    <dgm:txLinClrLst/>
    <dgm:txFillClrLst meth="repeat">
      <a:schemeClr val="tx1"/>
    </dgm:txFillClrLst>
    <dgm:txEffectClrLst/>
  </dgm:styleLbl>
</dgm:colorsDef>
</file>

<file path=ppt/diagrams/colors4.xml><?xml version="1.0" encoding="utf-8"?>
<dgm:colorsDef xmlns:dgm="http://schemas.openxmlformats.org/drawingml/2006/diagram" xmlns:a="http://schemas.openxmlformats.org/drawingml/2006/main" uniqueId="urn:microsoft.com/office/officeart/2005/8/colors/accent1_2">
  <dgm:title val=""/>
  <dgm:desc val=""/>
  <dgm:catLst>
    <dgm:cat type="accent1" pri="11200"/>
  </dgm:catLst>
  <dgm:styleLbl name="node0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alignNode1">
    <dgm:fillClrLst meth="repeat">
      <a:schemeClr val="accent1"/>
    </dgm:fillClrLst>
    <dgm:linClrLst meth="repeat">
      <a:schemeClr val="accent1"/>
    </dgm:linClrLst>
    <dgm:effectClrLst/>
    <dgm:txLinClrLst/>
    <dgm:txFillClrLst/>
    <dgm:txEffectClrLst/>
  </dgm:styleLbl>
  <dgm:styleLbl name="node1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lnNode1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vennNode1">
    <dgm:fillClrLst meth="repeat">
      <a:schemeClr val="accent1">
        <a:alpha val="50000"/>
      </a:schemeClr>
    </dgm:fillClrLst>
    <dgm:linClrLst meth="repeat">
      <a:schemeClr val="lt1"/>
    </dgm:linClrLst>
    <dgm:effectClrLst/>
    <dgm:txLinClrLst/>
    <dgm:txFillClrLst/>
    <dgm:txEffectClrLst/>
  </dgm:styleLbl>
  <dgm:styleLbl name="node2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node3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node4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fgImgPlace1">
    <dgm:fillClrLst meth="repeat">
      <a:schemeClr val="accent1">
        <a:tint val="50000"/>
      </a:schemeClr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alignImgPlace1">
    <dgm:fillClrLst meth="repeat">
      <a:schemeClr val="accent1">
        <a:tint val="50000"/>
      </a:schemeClr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bgImgPlace1">
    <dgm:fillClrLst meth="repeat">
      <a:schemeClr val="accent1">
        <a:tint val="50000"/>
      </a:schemeClr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sibTrans2D1">
    <dgm:fillClrLst meth="repeat">
      <a:schemeClr val="accent1">
        <a:tint val="60000"/>
      </a:schemeClr>
    </dgm:fillClrLst>
    <dgm:linClrLst meth="repeat">
      <a:schemeClr val="accent1">
        <a:tint val="60000"/>
      </a:schemeClr>
    </dgm:linClrLst>
    <dgm:effectClrLst/>
    <dgm:txLinClrLst/>
    <dgm:txFillClrLst/>
    <dgm:txEffectClrLst/>
  </dgm:styleLbl>
  <dgm:styleLbl name="fgSibTrans2D1">
    <dgm:fillClrLst meth="repeat">
      <a:schemeClr val="accent1">
        <a:tint val="60000"/>
      </a:schemeClr>
    </dgm:fillClrLst>
    <dgm:linClrLst meth="repeat">
      <a:schemeClr val="accent1">
        <a:tint val="60000"/>
      </a:schemeClr>
    </dgm:linClrLst>
    <dgm:effectClrLst/>
    <dgm:txLinClrLst/>
    <dgm:txFillClrLst/>
    <dgm:txEffectClrLst/>
  </dgm:styleLbl>
  <dgm:styleLbl name="bgSibTrans2D1">
    <dgm:fillClrLst meth="repeat">
      <a:schemeClr val="accent1">
        <a:tint val="60000"/>
      </a:schemeClr>
    </dgm:fillClrLst>
    <dgm:linClrLst meth="repeat">
      <a:schemeClr val="accent1">
        <a:tint val="60000"/>
      </a:schemeClr>
    </dgm:linClrLst>
    <dgm:effectClrLst/>
    <dgm:txLinClrLst/>
    <dgm:txFillClrLst/>
    <dgm:txEffectClrLst/>
  </dgm:styleLbl>
  <dgm:styleLbl name="sibTrans1D1">
    <dgm:fillClrLst meth="repeat">
      <a:schemeClr val="accent1"/>
    </dgm:fillClrLst>
    <dgm:linClrLst meth="repeat">
      <a:schemeClr val="accent1"/>
    </dgm:linClrLst>
    <dgm:effectClrLst/>
    <dgm:txLinClrLst/>
    <dgm:txFillClrLst meth="repeat">
      <a:schemeClr val="tx1"/>
    </dgm:txFillClrLst>
    <dgm:txEffectClrLst/>
  </dgm:styleLbl>
  <dgm:styleLbl name="callout">
    <dgm:fillClrLst meth="repeat">
      <a:schemeClr val="accent1"/>
    </dgm:fillClrLst>
    <dgm:linClrLst meth="repeat">
      <a:schemeClr val="accent1">
        <a:tint val="50000"/>
      </a:schemeClr>
    </dgm:linClrLst>
    <dgm:effectClrLst/>
    <dgm:txLinClrLst/>
    <dgm:txFillClrLst meth="repeat">
      <a:schemeClr val="tx1"/>
    </dgm:txFillClrLst>
    <dgm:txEffectClrLst/>
  </dgm:styleLbl>
  <dgm:styleLbl name="asst0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asst1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asst2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asst3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asst4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parChTrans2D1">
    <dgm:fillClrLst meth="repeat">
      <a:schemeClr val="accent1">
        <a:tint val="60000"/>
      </a:schemeClr>
    </dgm:fillClrLst>
    <dgm:linClrLst meth="repeat">
      <a:schemeClr val="accent1">
        <a:tint val="60000"/>
      </a:schemeClr>
    </dgm:linClrLst>
    <dgm:effectClrLst/>
    <dgm:txLinClrLst/>
    <dgm:txFillClrLst meth="repeat">
      <a:schemeClr val="lt1"/>
    </dgm:txFillClrLst>
    <dgm:txEffectClrLst/>
  </dgm:styleLbl>
  <dgm:styleLbl name="parChTrans2D2">
    <dgm:fillClrLst meth="repeat">
      <a:schemeClr val="accent1"/>
    </dgm:fillClrLst>
    <dgm:linClrLst meth="repeat">
      <a:schemeClr val="accent1"/>
    </dgm:linClrLst>
    <dgm:effectClrLst/>
    <dgm:txLinClrLst/>
    <dgm:txFillClrLst meth="repeat">
      <a:schemeClr val="lt1"/>
    </dgm:txFillClrLst>
    <dgm:txEffectClrLst/>
  </dgm:styleLbl>
  <dgm:styleLbl name="parChTrans2D3">
    <dgm:fillClrLst meth="repeat">
      <a:schemeClr val="accent1"/>
    </dgm:fillClrLst>
    <dgm:linClrLst meth="repeat">
      <a:schemeClr val="accent1"/>
    </dgm:linClrLst>
    <dgm:effectClrLst/>
    <dgm:txLinClrLst/>
    <dgm:txFillClrLst meth="repeat">
      <a:schemeClr val="lt1"/>
    </dgm:txFillClrLst>
    <dgm:txEffectClrLst/>
  </dgm:styleLbl>
  <dgm:styleLbl name="parChTrans2D4">
    <dgm:fillClrLst meth="repeat">
      <a:schemeClr val="accent1"/>
    </dgm:fillClrLst>
    <dgm:linClrLst meth="repeat">
      <a:schemeClr val="accent1"/>
    </dgm:linClrLst>
    <dgm:effectClrLst/>
    <dgm:txLinClrLst/>
    <dgm:txFillClrLst meth="repeat">
      <a:schemeClr val="lt1"/>
    </dgm:txFillClrLst>
    <dgm:txEffectClrLst/>
  </dgm:styleLbl>
  <dgm:styleLbl name="parChTrans1D1">
    <dgm:fillClrLst meth="repeat">
      <a:schemeClr val="accent1"/>
    </dgm:fillClrLst>
    <dgm:linClrLst meth="repeat">
      <a:schemeClr val="accent1">
        <a:shade val="60000"/>
      </a:schemeClr>
    </dgm:linClrLst>
    <dgm:effectClrLst/>
    <dgm:txLinClrLst/>
    <dgm:txFillClrLst meth="repeat">
      <a:schemeClr val="tx1"/>
    </dgm:txFillClrLst>
    <dgm:txEffectClrLst/>
  </dgm:styleLbl>
  <dgm:styleLbl name="parChTrans1D2">
    <dgm:fillClrLst meth="repeat">
      <a:schemeClr val="accent1"/>
    </dgm:fillClrLst>
    <dgm:linClrLst meth="repeat">
      <a:schemeClr val="accent1">
        <a:shade val="60000"/>
      </a:schemeClr>
    </dgm:linClrLst>
    <dgm:effectClrLst/>
    <dgm:txLinClrLst/>
    <dgm:txFillClrLst meth="repeat">
      <a:schemeClr val="tx1"/>
    </dgm:txFillClrLst>
    <dgm:txEffectClrLst/>
  </dgm:styleLbl>
  <dgm:styleLbl name="parChTrans1D3">
    <dgm:fillClrLst meth="repeat">
      <a:schemeClr val="accent1"/>
    </dgm:fillClrLst>
    <dgm:linClrLst meth="repeat">
      <a:schemeClr val="accent1">
        <a:shade val="80000"/>
      </a:schemeClr>
    </dgm:linClrLst>
    <dgm:effectClrLst/>
    <dgm:txLinClrLst/>
    <dgm:txFillClrLst meth="repeat">
      <a:schemeClr val="tx1"/>
    </dgm:txFillClrLst>
    <dgm:txEffectClrLst/>
  </dgm:styleLbl>
  <dgm:styleLbl name="parChTrans1D4">
    <dgm:fillClrLst meth="repeat">
      <a:schemeClr val="accent1"/>
    </dgm:fillClrLst>
    <dgm:linClrLst meth="repeat">
      <a:schemeClr val="accent1">
        <a:shade val="80000"/>
      </a:schemeClr>
    </dgm:linClrLst>
    <dgm:effectClrLst/>
    <dgm:txLinClrLst/>
    <dgm:txFillClrLst meth="repeat">
      <a:schemeClr val="tx1"/>
    </dgm:txFillClrLst>
    <dgm:txEffectClrLst/>
  </dgm:styleLbl>
  <dgm:styleLbl name="fgAcc1">
    <dgm:fillClrLst meth="repeat">
      <a:schemeClr val="lt1">
        <a:alpha val="9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conFgAcc1">
    <dgm:fillClrLst meth="repeat">
      <a:schemeClr val="lt1">
        <a:alpha val="9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alignAcc1">
    <dgm:fillClrLst meth="repeat">
      <a:schemeClr val="lt1">
        <a:alpha val="9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trAlignAcc1">
    <dgm:fillClrLst meth="repeat">
      <a:schemeClr val="lt1">
        <a:alpha val="4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bgAcc1">
    <dgm:fillClrLst meth="repeat">
      <a:schemeClr val="lt1">
        <a:alpha val="9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solidFgAcc1">
    <dgm:fillClrLst meth="repeat">
      <a:schemeClr val="lt1"/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solidAlignAcc1">
    <dgm:fillClrLst meth="repeat">
      <a:schemeClr val="lt1"/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solidBgAcc1">
    <dgm:fillClrLst meth="repeat">
      <a:schemeClr val="lt1"/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fgAccFollowNode1">
    <dgm:fillClrLst meth="repeat">
      <a:schemeClr val="accent1">
        <a:alpha val="90000"/>
        <a:tint val="40000"/>
      </a:schemeClr>
    </dgm:fillClrLst>
    <dgm:linClrLst meth="repeat">
      <a:schemeClr val="accent1">
        <a:alpha val="90000"/>
        <a:tint val="40000"/>
      </a:schemeClr>
    </dgm:linClrLst>
    <dgm:effectClrLst/>
    <dgm:txLinClrLst/>
    <dgm:txFillClrLst meth="repeat">
      <a:schemeClr val="dk1"/>
    </dgm:txFillClrLst>
    <dgm:txEffectClrLst/>
  </dgm:styleLbl>
  <dgm:styleLbl name="alignAccFollowNode1">
    <dgm:fillClrLst meth="repeat">
      <a:schemeClr val="accent1">
        <a:alpha val="90000"/>
        <a:tint val="40000"/>
      </a:schemeClr>
    </dgm:fillClrLst>
    <dgm:linClrLst meth="repeat">
      <a:schemeClr val="accent1">
        <a:alpha val="90000"/>
        <a:tint val="40000"/>
      </a:schemeClr>
    </dgm:linClrLst>
    <dgm:effectClrLst/>
    <dgm:txLinClrLst/>
    <dgm:txFillClrLst meth="repeat">
      <a:schemeClr val="dk1"/>
    </dgm:txFillClrLst>
    <dgm:txEffectClrLst/>
  </dgm:styleLbl>
  <dgm:styleLbl name="bgAccFollowNode1">
    <dgm:fillClrLst meth="repeat">
      <a:schemeClr val="accent1">
        <a:alpha val="90000"/>
        <a:tint val="40000"/>
      </a:schemeClr>
    </dgm:fillClrLst>
    <dgm:linClrLst meth="repeat">
      <a:schemeClr val="accent1">
        <a:alpha val="90000"/>
        <a:tint val="40000"/>
      </a:schemeClr>
    </dgm:linClrLst>
    <dgm:effectClrLst/>
    <dgm:txLinClrLst/>
    <dgm:txFillClrLst meth="repeat">
      <a:schemeClr val="dk1"/>
    </dgm:txFillClrLst>
    <dgm:txEffectClrLst/>
  </dgm:styleLbl>
  <dgm:styleLbl name="fgAcc0">
    <dgm:fillClrLst meth="repeat">
      <a:schemeClr val="lt1">
        <a:alpha val="9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fgAcc2">
    <dgm:fillClrLst meth="repeat">
      <a:schemeClr val="lt1">
        <a:alpha val="9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fgAcc3">
    <dgm:fillClrLst meth="repeat">
      <a:schemeClr val="lt1">
        <a:alpha val="9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fgAcc4">
    <dgm:fillClrLst meth="repeat">
      <a:schemeClr val="lt1">
        <a:alpha val="9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bgShp">
    <dgm:fillClrLst meth="repeat">
      <a:schemeClr val="accent1">
        <a:tint val="4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dkBgShp">
    <dgm:fillClrLst meth="repeat">
      <a:schemeClr val="accent1">
        <a:shade val="80000"/>
      </a:schemeClr>
    </dgm:fillClrLst>
    <dgm:linClrLst meth="repeat">
      <a:schemeClr val="accent1"/>
    </dgm:linClrLst>
    <dgm:effectClrLst/>
    <dgm:txLinClrLst/>
    <dgm:txFillClrLst meth="repeat">
      <a:schemeClr val="lt1"/>
    </dgm:txFillClrLst>
    <dgm:txEffectClrLst/>
  </dgm:styleLbl>
  <dgm:styleLbl name="trBgShp">
    <dgm:fillClrLst meth="repeat">
      <a:schemeClr val="accent1">
        <a:tint val="50000"/>
        <a:alpha val="40000"/>
      </a:schemeClr>
    </dgm:fillClrLst>
    <dgm:linClrLst meth="repeat">
      <a:schemeClr val="accent1"/>
    </dgm:linClrLst>
    <dgm:effectClrLst/>
    <dgm:txLinClrLst/>
    <dgm:txFillClrLst meth="repeat">
      <a:schemeClr val="lt1"/>
    </dgm:txFillClrLst>
    <dgm:txEffectClrLst/>
  </dgm:styleLbl>
  <dgm:styleLbl name="fgShp">
    <dgm:fillClrLst meth="repeat">
      <a:schemeClr val="accent1">
        <a:tint val="60000"/>
      </a:schemeClr>
    </dgm:fillClrLst>
    <dgm:linClrLst meth="repeat">
      <a:schemeClr val="lt1"/>
    </dgm:linClrLst>
    <dgm:effectClrLst/>
    <dgm:txLinClrLst/>
    <dgm:txFillClrLst meth="repeat">
      <a:schemeClr val="dk1"/>
    </dgm:txFillClrLst>
    <dgm:txEffectClrLst/>
  </dgm:styleLbl>
  <dgm:styleLbl name="revTx">
    <dgm:fillClrLst meth="repeat">
      <a:schemeClr val="lt1">
        <a:alpha val="0"/>
      </a:schemeClr>
    </dgm:fillClrLst>
    <dgm:linClrLst meth="repeat">
      <a:schemeClr val="dk1">
        <a:alpha val="0"/>
      </a:schemeClr>
    </dgm:linClrLst>
    <dgm:effectClrLst/>
    <dgm:txLinClrLst/>
    <dgm:txFillClrLst meth="repeat">
      <a:schemeClr val="tx1"/>
    </dgm:txFillClrLst>
    <dgm:txEffectClrLst/>
  </dgm:styleLbl>
</dgm:colorsDef>
</file>

<file path=ppt/diagrams/colors5.xml><?xml version="1.0" encoding="utf-8"?>
<dgm:colorsDef xmlns:dgm="http://schemas.openxmlformats.org/drawingml/2006/diagram" xmlns:a="http://schemas.openxmlformats.org/drawingml/2006/main" uniqueId="urn:microsoft.com/office/officeart/2005/8/colors/accent1_2">
  <dgm:title val=""/>
  <dgm:desc val=""/>
  <dgm:catLst>
    <dgm:cat type="accent1" pri="11200"/>
  </dgm:catLst>
  <dgm:styleLbl name="node0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alignNode1">
    <dgm:fillClrLst meth="repeat">
      <a:schemeClr val="accent1"/>
    </dgm:fillClrLst>
    <dgm:linClrLst meth="repeat">
      <a:schemeClr val="accent1"/>
    </dgm:linClrLst>
    <dgm:effectClrLst/>
    <dgm:txLinClrLst/>
    <dgm:txFillClrLst/>
    <dgm:txEffectClrLst/>
  </dgm:styleLbl>
  <dgm:styleLbl name="node1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lnNode1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vennNode1">
    <dgm:fillClrLst meth="repeat">
      <a:schemeClr val="accent1">
        <a:alpha val="50000"/>
      </a:schemeClr>
    </dgm:fillClrLst>
    <dgm:linClrLst meth="repeat">
      <a:schemeClr val="lt1"/>
    </dgm:linClrLst>
    <dgm:effectClrLst/>
    <dgm:txLinClrLst/>
    <dgm:txFillClrLst/>
    <dgm:txEffectClrLst/>
  </dgm:styleLbl>
  <dgm:styleLbl name="node2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node3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node4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fgImgPlace1">
    <dgm:fillClrLst meth="repeat">
      <a:schemeClr val="accent1">
        <a:tint val="50000"/>
      </a:schemeClr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alignImgPlace1">
    <dgm:fillClrLst meth="repeat">
      <a:schemeClr val="accent1">
        <a:tint val="50000"/>
      </a:schemeClr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bgImgPlace1">
    <dgm:fillClrLst meth="repeat">
      <a:schemeClr val="accent1">
        <a:tint val="50000"/>
      </a:schemeClr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sibTrans2D1">
    <dgm:fillClrLst meth="repeat">
      <a:schemeClr val="accent1">
        <a:tint val="60000"/>
      </a:schemeClr>
    </dgm:fillClrLst>
    <dgm:linClrLst meth="repeat">
      <a:schemeClr val="accent1">
        <a:tint val="60000"/>
      </a:schemeClr>
    </dgm:linClrLst>
    <dgm:effectClrLst/>
    <dgm:txLinClrLst/>
    <dgm:txFillClrLst/>
    <dgm:txEffectClrLst/>
  </dgm:styleLbl>
  <dgm:styleLbl name="fgSibTrans2D1">
    <dgm:fillClrLst meth="repeat">
      <a:schemeClr val="accent1">
        <a:tint val="60000"/>
      </a:schemeClr>
    </dgm:fillClrLst>
    <dgm:linClrLst meth="repeat">
      <a:schemeClr val="accent1">
        <a:tint val="60000"/>
      </a:schemeClr>
    </dgm:linClrLst>
    <dgm:effectClrLst/>
    <dgm:txLinClrLst/>
    <dgm:txFillClrLst/>
    <dgm:txEffectClrLst/>
  </dgm:styleLbl>
  <dgm:styleLbl name="bgSibTrans2D1">
    <dgm:fillClrLst meth="repeat">
      <a:schemeClr val="accent1">
        <a:tint val="60000"/>
      </a:schemeClr>
    </dgm:fillClrLst>
    <dgm:linClrLst meth="repeat">
      <a:schemeClr val="accent1">
        <a:tint val="60000"/>
      </a:schemeClr>
    </dgm:linClrLst>
    <dgm:effectClrLst/>
    <dgm:txLinClrLst/>
    <dgm:txFillClrLst/>
    <dgm:txEffectClrLst/>
  </dgm:styleLbl>
  <dgm:styleLbl name="sibTrans1D1">
    <dgm:fillClrLst meth="repeat">
      <a:schemeClr val="accent1"/>
    </dgm:fillClrLst>
    <dgm:linClrLst meth="repeat">
      <a:schemeClr val="accent1"/>
    </dgm:linClrLst>
    <dgm:effectClrLst/>
    <dgm:txLinClrLst/>
    <dgm:txFillClrLst meth="repeat">
      <a:schemeClr val="tx1"/>
    </dgm:txFillClrLst>
    <dgm:txEffectClrLst/>
  </dgm:styleLbl>
  <dgm:styleLbl name="callout">
    <dgm:fillClrLst meth="repeat">
      <a:schemeClr val="accent1"/>
    </dgm:fillClrLst>
    <dgm:linClrLst meth="repeat">
      <a:schemeClr val="accent1">
        <a:tint val="50000"/>
      </a:schemeClr>
    </dgm:linClrLst>
    <dgm:effectClrLst/>
    <dgm:txLinClrLst/>
    <dgm:txFillClrLst meth="repeat">
      <a:schemeClr val="tx1"/>
    </dgm:txFillClrLst>
    <dgm:txEffectClrLst/>
  </dgm:styleLbl>
  <dgm:styleLbl name="asst0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asst1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asst2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asst3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asst4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parChTrans2D1">
    <dgm:fillClrLst meth="repeat">
      <a:schemeClr val="accent1">
        <a:tint val="60000"/>
      </a:schemeClr>
    </dgm:fillClrLst>
    <dgm:linClrLst meth="repeat">
      <a:schemeClr val="accent1">
        <a:tint val="60000"/>
      </a:schemeClr>
    </dgm:linClrLst>
    <dgm:effectClrLst/>
    <dgm:txLinClrLst/>
    <dgm:txFillClrLst meth="repeat">
      <a:schemeClr val="lt1"/>
    </dgm:txFillClrLst>
    <dgm:txEffectClrLst/>
  </dgm:styleLbl>
  <dgm:styleLbl name="parChTrans2D2">
    <dgm:fillClrLst meth="repeat">
      <a:schemeClr val="accent1"/>
    </dgm:fillClrLst>
    <dgm:linClrLst meth="repeat">
      <a:schemeClr val="accent1"/>
    </dgm:linClrLst>
    <dgm:effectClrLst/>
    <dgm:txLinClrLst/>
    <dgm:txFillClrLst meth="repeat">
      <a:schemeClr val="lt1"/>
    </dgm:txFillClrLst>
    <dgm:txEffectClrLst/>
  </dgm:styleLbl>
  <dgm:styleLbl name="parChTrans2D3">
    <dgm:fillClrLst meth="repeat">
      <a:schemeClr val="accent1"/>
    </dgm:fillClrLst>
    <dgm:linClrLst meth="repeat">
      <a:schemeClr val="accent1"/>
    </dgm:linClrLst>
    <dgm:effectClrLst/>
    <dgm:txLinClrLst/>
    <dgm:txFillClrLst meth="repeat">
      <a:schemeClr val="lt1"/>
    </dgm:txFillClrLst>
    <dgm:txEffectClrLst/>
  </dgm:styleLbl>
  <dgm:styleLbl name="parChTrans2D4">
    <dgm:fillClrLst meth="repeat">
      <a:schemeClr val="accent1"/>
    </dgm:fillClrLst>
    <dgm:linClrLst meth="repeat">
      <a:schemeClr val="accent1"/>
    </dgm:linClrLst>
    <dgm:effectClrLst/>
    <dgm:txLinClrLst/>
    <dgm:txFillClrLst meth="repeat">
      <a:schemeClr val="lt1"/>
    </dgm:txFillClrLst>
    <dgm:txEffectClrLst/>
  </dgm:styleLbl>
  <dgm:styleLbl name="parChTrans1D1">
    <dgm:fillClrLst meth="repeat">
      <a:schemeClr val="accent1"/>
    </dgm:fillClrLst>
    <dgm:linClrLst meth="repeat">
      <a:schemeClr val="accent1">
        <a:shade val="60000"/>
      </a:schemeClr>
    </dgm:linClrLst>
    <dgm:effectClrLst/>
    <dgm:txLinClrLst/>
    <dgm:txFillClrLst meth="repeat">
      <a:schemeClr val="tx1"/>
    </dgm:txFillClrLst>
    <dgm:txEffectClrLst/>
  </dgm:styleLbl>
  <dgm:styleLbl name="parChTrans1D2">
    <dgm:fillClrLst meth="repeat">
      <a:schemeClr val="accent1"/>
    </dgm:fillClrLst>
    <dgm:linClrLst meth="repeat">
      <a:schemeClr val="accent1">
        <a:shade val="60000"/>
      </a:schemeClr>
    </dgm:linClrLst>
    <dgm:effectClrLst/>
    <dgm:txLinClrLst/>
    <dgm:txFillClrLst meth="repeat">
      <a:schemeClr val="tx1"/>
    </dgm:txFillClrLst>
    <dgm:txEffectClrLst/>
  </dgm:styleLbl>
  <dgm:styleLbl name="parChTrans1D3">
    <dgm:fillClrLst meth="repeat">
      <a:schemeClr val="accent1"/>
    </dgm:fillClrLst>
    <dgm:linClrLst meth="repeat">
      <a:schemeClr val="accent1">
        <a:shade val="80000"/>
      </a:schemeClr>
    </dgm:linClrLst>
    <dgm:effectClrLst/>
    <dgm:txLinClrLst/>
    <dgm:txFillClrLst meth="repeat">
      <a:schemeClr val="tx1"/>
    </dgm:txFillClrLst>
    <dgm:txEffectClrLst/>
  </dgm:styleLbl>
  <dgm:styleLbl name="parChTrans1D4">
    <dgm:fillClrLst meth="repeat">
      <a:schemeClr val="accent1"/>
    </dgm:fillClrLst>
    <dgm:linClrLst meth="repeat">
      <a:schemeClr val="accent1">
        <a:shade val="80000"/>
      </a:schemeClr>
    </dgm:linClrLst>
    <dgm:effectClrLst/>
    <dgm:txLinClrLst/>
    <dgm:txFillClrLst meth="repeat">
      <a:schemeClr val="tx1"/>
    </dgm:txFillClrLst>
    <dgm:txEffectClrLst/>
  </dgm:styleLbl>
  <dgm:styleLbl name="fgAcc1">
    <dgm:fillClrLst meth="repeat">
      <a:schemeClr val="lt1">
        <a:alpha val="9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conFgAcc1">
    <dgm:fillClrLst meth="repeat">
      <a:schemeClr val="lt1">
        <a:alpha val="9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alignAcc1">
    <dgm:fillClrLst meth="repeat">
      <a:schemeClr val="lt1">
        <a:alpha val="9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trAlignAcc1">
    <dgm:fillClrLst meth="repeat">
      <a:schemeClr val="lt1">
        <a:alpha val="4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bgAcc1">
    <dgm:fillClrLst meth="repeat">
      <a:schemeClr val="lt1">
        <a:alpha val="9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solidFgAcc1">
    <dgm:fillClrLst meth="repeat">
      <a:schemeClr val="lt1"/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solidAlignAcc1">
    <dgm:fillClrLst meth="repeat">
      <a:schemeClr val="lt1"/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solidBgAcc1">
    <dgm:fillClrLst meth="repeat">
      <a:schemeClr val="lt1"/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fgAccFollowNode1">
    <dgm:fillClrLst meth="repeat">
      <a:schemeClr val="accent1">
        <a:alpha val="90000"/>
        <a:tint val="40000"/>
      </a:schemeClr>
    </dgm:fillClrLst>
    <dgm:linClrLst meth="repeat">
      <a:schemeClr val="accent1">
        <a:alpha val="90000"/>
        <a:tint val="40000"/>
      </a:schemeClr>
    </dgm:linClrLst>
    <dgm:effectClrLst/>
    <dgm:txLinClrLst/>
    <dgm:txFillClrLst meth="repeat">
      <a:schemeClr val="dk1"/>
    </dgm:txFillClrLst>
    <dgm:txEffectClrLst/>
  </dgm:styleLbl>
  <dgm:styleLbl name="alignAccFollowNode1">
    <dgm:fillClrLst meth="repeat">
      <a:schemeClr val="accent1">
        <a:alpha val="90000"/>
        <a:tint val="40000"/>
      </a:schemeClr>
    </dgm:fillClrLst>
    <dgm:linClrLst meth="repeat">
      <a:schemeClr val="accent1">
        <a:alpha val="90000"/>
        <a:tint val="40000"/>
      </a:schemeClr>
    </dgm:linClrLst>
    <dgm:effectClrLst/>
    <dgm:txLinClrLst/>
    <dgm:txFillClrLst meth="repeat">
      <a:schemeClr val="dk1"/>
    </dgm:txFillClrLst>
    <dgm:txEffectClrLst/>
  </dgm:styleLbl>
  <dgm:styleLbl name="bgAccFollowNode1">
    <dgm:fillClrLst meth="repeat">
      <a:schemeClr val="accent1">
        <a:alpha val="90000"/>
        <a:tint val="40000"/>
      </a:schemeClr>
    </dgm:fillClrLst>
    <dgm:linClrLst meth="repeat">
      <a:schemeClr val="accent1">
        <a:alpha val="90000"/>
        <a:tint val="40000"/>
      </a:schemeClr>
    </dgm:linClrLst>
    <dgm:effectClrLst/>
    <dgm:txLinClrLst/>
    <dgm:txFillClrLst meth="repeat">
      <a:schemeClr val="dk1"/>
    </dgm:txFillClrLst>
    <dgm:txEffectClrLst/>
  </dgm:styleLbl>
  <dgm:styleLbl name="fgAcc0">
    <dgm:fillClrLst meth="repeat">
      <a:schemeClr val="lt1">
        <a:alpha val="9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fgAcc2">
    <dgm:fillClrLst meth="repeat">
      <a:schemeClr val="lt1">
        <a:alpha val="9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fgAcc3">
    <dgm:fillClrLst meth="repeat">
      <a:schemeClr val="lt1">
        <a:alpha val="9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fgAcc4">
    <dgm:fillClrLst meth="repeat">
      <a:schemeClr val="lt1">
        <a:alpha val="9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bgShp">
    <dgm:fillClrLst meth="repeat">
      <a:schemeClr val="accent1">
        <a:tint val="4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dkBgShp">
    <dgm:fillClrLst meth="repeat">
      <a:schemeClr val="accent1">
        <a:shade val="80000"/>
      </a:schemeClr>
    </dgm:fillClrLst>
    <dgm:linClrLst meth="repeat">
      <a:schemeClr val="accent1"/>
    </dgm:linClrLst>
    <dgm:effectClrLst/>
    <dgm:txLinClrLst/>
    <dgm:txFillClrLst meth="repeat">
      <a:schemeClr val="lt1"/>
    </dgm:txFillClrLst>
    <dgm:txEffectClrLst/>
  </dgm:styleLbl>
  <dgm:styleLbl name="trBgShp">
    <dgm:fillClrLst meth="repeat">
      <a:schemeClr val="accent1">
        <a:tint val="50000"/>
        <a:alpha val="40000"/>
      </a:schemeClr>
    </dgm:fillClrLst>
    <dgm:linClrLst meth="repeat">
      <a:schemeClr val="accent1"/>
    </dgm:linClrLst>
    <dgm:effectClrLst/>
    <dgm:txLinClrLst/>
    <dgm:txFillClrLst meth="repeat">
      <a:schemeClr val="lt1"/>
    </dgm:txFillClrLst>
    <dgm:txEffectClrLst/>
  </dgm:styleLbl>
  <dgm:styleLbl name="fgShp">
    <dgm:fillClrLst meth="repeat">
      <a:schemeClr val="accent1">
        <a:tint val="60000"/>
      </a:schemeClr>
    </dgm:fillClrLst>
    <dgm:linClrLst meth="repeat">
      <a:schemeClr val="lt1"/>
    </dgm:linClrLst>
    <dgm:effectClrLst/>
    <dgm:txLinClrLst/>
    <dgm:txFillClrLst meth="repeat">
      <a:schemeClr val="dk1"/>
    </dgm:txFillClrLst>
    <dgm:txEffectClrLst/>
  </dgm:styleLbl>
  <dgm:styleLbl name="revTx">
    <dgm:fillClrLst meth="repeat">
      <a:schemeClr val="lt1">
        <a:alpha val="0"/>
      </a:schemeClr>
    </dgm:fillClrLst>
    <dgm:linClrLst meth="repeat">
      <a:schemeClr val="dk1">
        <a:alpha val="0"/>
      </a:schemeClr>
    </dgm:linClrLst>
    <dgm:effectClrLst/>
    <dgm:txLinClrLst/>
    <dgm:txFillClrLst meth="repeat">
      <a:schemeClr val="tx1"/>
    </dgm:txFillClrLst>
    <dgm:txEffectClrLst/>
  </dgm:styleLbl>
</dgm:colorsDef>
</file>

<file path=ppt/diagrams/colors6.xml><?xml version="1.0" encoding="utf-8"?>
<dgm:colorsDef xmlns:dgm="http://schemas.openxmlformats.org/drawingml/2006/diagram" xmlns:a="http://schemas.openxmlformats.org/drawingml/2006/main" uniqueId="urn:microsoft.com/office/officeart/2005/8/colors/colorful5">
  <dgm:title val=""/>
  <dgm:desc val=""/>
  <dgm:catLst>
    <dgm:cat type="colorful" pri="10500"/>
  </dgm:catLst>
  <dgm:styleLbl name="node0">
    <dgm:fillClrLst meth="repeat">
      <a:schemeClr val="accent4"/>
    </dgm:fillClrLst>
    <dgm:linClrLst meth="repeat">
      <a:schemeClr val="lt1"/>
    </dgm:linClrLst>
    <dgm:effectClrLst/>
    <dgm:txLinClrLst/>
    <dgm:txFillClrLst/>
    <dgm:txEffectClrLst/>
  </dgm:styleLbl>
  <dgm:styleLbl name="node1">
    <dgm:fillClrLst>
      <a:schemeClr val="accent5"/>
      <a:schemeClr val="accent6"/>
    </dgm:fillClrLst>
    <dgm:linClrLst meth="repeat">
      <a:schemeClr val="lt1"/>
    </dgm:linClrLst>
    <dgm:effectClrLst/>
    <dgm:txLinClrLst/>
    <dgm:txFillClrLst/>
    <dgm:txEffectClrLst/>
  </dgm:styleLbl>
  <dgm:styleLbl name="alignNode1">
    <dgm:fillClrLst>
      <a:schemeClr val="accent5"/>
      <a:schemeClr val="accent6"/>
    </dgm:fillClrLst>
    <dgm:linClrLst>
      <a:schemeClr val="accent5"/>
      <a:schemeClr val="accent6"/>
    </dgm:linClrLst>
    <dgm:effectClrLst/>
    <dgm:txLinClrLst/>
    <dgm:txFillClrLst/>
    <dgm:txEffectClrLst/>
  </dgm:styleLbl>
  <dgm:styleLbl name="lnNode1">
    <dgm:fillClrLst>
      <a:schemeClr val="accent5"/>
      <a:schemeClr val="accent6"/>
    </dgm:fillClrLst>
    <dgm:linClrLst meth="repeat">
      <a:schemeClr val="lt1"/>
    </dgm:linClrLst>
    <dgm:effectClrLst/>
    <dgm:txLinClrLst/>
    <dgm:txFillClrLst/>
    <dgm:txEffectClrLst/>
  </dgm:styleLbl>
  <dgm:styleLbl name="vennNode1">
    <dgm:fillClrLst>
      <a:schemeClr val="accent5">
        <a:alpha val="50000"/>
      </a:schemeClr>
      <a:schemeClr val="accent6">
        <a:alpha val="50000"/>
      </a:schemeClr>
    </dgm:fillClrLst>
    <dgm:linClrLst meth="repeat">
      <a:schemeClr val="lt1"/>
    </dgm:linClrLst>
    <dgm:effectClrLst/>
    <dgm:txLinClrLst/>
    <dgm:txFillClrLst/>
    <dgm:txEffectClrLst/>
  </dgm:styleLbl>
  <dgm:styleLbl name="node2">
    <dgm:fillClrLst>
      <a:schemeClr val="accent6"/>
    </dgm:fillClrLst>
    <dgm:linClrLst meth="repeat">
      <a:schemeClr val="lt1"/>
    </dgm:linClrLst>
    <dgm:effectClrLst/>
    <dgm:txLinClrLst/>
    <dgm:txFillClrLst/>
    <dgm:txEffectClrLst/>
  </dgm:styleLbl>
  <dgm:styleLbl name="node3">
    <dgm:fillClrLst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node4">
    <dgm:fillClrLst>
      <a:schemeClr val="accent2"/>
    </dgm:fillClrLst>
    <dgm:linClrLst meth="repeat">
      <a:schemeClr val="lt1"/>
    </dgm:linClrLst>
    <dgm:effectClrLst/>
    <dgm:txLinClrLst/>
    <dgm:txFillClrLst/>
    <dgm:txEffectClrLst/>
  </dgm:styleLbl>
  <dgm:styleLbl name="fgImgPlace1">
    <dgm:fillClrLst>
      <a:schemeClr val="accent5">
        <a:tint val="50000"/>
      </a:schemeClr>
      <a:schemeClr val="accent6">
        <a:tint val="50000"/>
      </a:schemeClr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alignImgPlace1">
    <dgm:fillClrLst>
      <a:schemeClr val="accent5">
        <a:tint val="50000"/>
      </a:schemeClr>
      <a:schemeClr val="accent6">
        <a:tint val="20000"/>
      </a:schemeClr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bgImgPlace1">
    <dgm:fillClrLst>
      <a:schemeClr val="accent5">
        <a:tint val="50000"/>
      </a:schemeClr>
      <a:schemeClr val="accent6">
        <a:tint val="20000"/>
      </a:schemeClr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sibTrans2D1">
    <dgm:fillClrLst>
      <a:schemeClr val="accent5"/>
      <a:schemeClr val="accent6"/>
    </dgm:fillClrLst>
    <dgm:linClrLst meth="repeat">
      <a:schemeClr val="lt1"/>
    </dgm:linClrLst>
    <dgm:effectClrLst/>
    <dgm:txLinClrLst/>
    <dgm:txFillClrLst/>
    <dgm:txEffectClrLst/>
  </dgm:styleLbl>
  <dgm:styleLbl name="fgSibTrans2D1">
    <dgm:fillClrLst>
      <a:schemeClr val="accent5"/>
      <a:schemeClr val="accent6"/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bgSibTrans2D1">
    <dgm:fillClrLst>
      <a:schemeClr val="accent5"/>
      <a:schemeClr val="accent6"/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sibTrans1D1">
    <dgm:fillClrLst/>
    <dgm:linClrLst>
      <a:schemeClr val="accent5"/>
      <a:schemeClr val="accent6"/>
    </dgm:linClrLst>
    <dgm:effectClrLst/>
    <dgm:txLinClrLst/>
    <dgm:txFillClrLst meth="repeat">
      <a:schemeClr val="tx1"/>
    </dgm:txFillClrLst>
    <dgm:txEffectClrLst/>
  </dgm:styleLbl>
  <dgm:styleLbl name="callout">
    <dgm:fillClrLst meth="repeat">
      <a:schemeClr val="accent5"/>
    </dgm:fillClrLst>
    <dgm:linClrLst meth="repeat">
      <a:schemeClr val="accent5">
        <a:tint val="50000"/>
      </a:schemeClr>
    </dgm:linClrLst>
    <dgm:effectClrLst/>
    <dgm:txLinClrLst/>
    <dgm:txFillClrLst meth="repeat">
      <a:schemeClr val="tx1"/>
    </dgm:txFillClrLst>
    <dgm:txEffectClrLst/>
  </dgm:styleLbl>
  <dgm:styleLbl name="asst0">
    <dgm:fillClrLst meth="repeat">
      <a:schemeClr val="accent5"/>
    </dgm:fillClrLst>
    <dgm:linClrLst meth="repeat">
      <a:schemeClr val="lt1">
        <a:shade val="80000"/>
      </a:schemeClr>
    </dgm:linClrLst>
    <dgm:effectClrLst/>
    <dgm:txLinClrLst/>
    <dgm:txFillClrLst/>
    <dgm:txEffectClrLst/>
  </dgm:styleLbl>
  <dgm:styleLbl name="asst1">
    <dgm:fillClrLst meth="repeat">
      <a:schemeClr val="accent6"/>
    </dgm:fillClrLst>
    <dgm:linClrLst meth="repeat">
      <a:schemeClr val="lt1">
        <a:shade val="80000"/>
      </a:schemeClr>
    </dgm:linClrLst>
    <dgm:effectClrLst/>
    <dgm:txLinClrLst/>
    <dgm:txFillClrLst/>
    <dgm:txEffectClrLst/>
  </dgm:styleLbl>
  <dgm:styleLbl name="asst2">
    <dgm:fillClrLst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asst3">
    <dgm:fillClrLst>
      <a:schemeClr val="accent2"/>
    </dgm:fillClrLst>
    <dgm:linClrLst meth="repeat">
      <a:schemeClr val="lt1"/>
    </dgm:linClrLst>
    <dgm:effectClrLst/>
    <dgm:txLinClrLst/>
    <dgm:txFillClrLst/>
    <dgm:txEffectClrLst/>
  </dgm:styleLbl>
  <dgm:styleLbl name="asst4">
    <dgm:fillClrLst>
      <a:schemeClr val="accent3"/>
    </dgm:fillClrLst>
    <dgm:linClrLst meth="repeat">
      <a:schemeClr val="lt1"/>
    </dgm:linClrLst>
    <dgm:effectClrLst/>
    <dgm:txLinClrLst/>
    <dgm:txFillClrLst/>
    <dgm:txEffectClrLst/>
  </dgm:styleLbl>
  <dgm:styleLbl name="parChTrans2D1">
    <dgm:fillClrLst meth="repeat">
      <a:schemeClr val="accent5"/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parChTrans2D2">
    <dgm:fillClrLst meth="repeat">
      <a:schemeClr val="accent6"/>
    </dgm:fillClrLst>
    <dgm:linClrLst meth="repeat">
      <a:schemeClr val="lt1"/>
    </dgm:linClrLst>
    <dgm:effectClrLst/>
    <dgm:txLinClrLst/>
    <dgm:txFillClrLst/>
    <dgm:txEffectClrLst/>
  </dgm:styleLbl>
  <dgm:styleLbl name="parChTrans2D3">
    <dgm:fillClrLst meth="repeat">
      <a:schemeClr val="accent6"/>
    </dgm:fillClrLst>
    <dgm:linClrLst meth="repeat">
      <a:schemeClr val="lt1"/>
    </dgm:linClrLst>
    <dgm:effectClrLst/>
    <dgm:txLinClrLst/>
    <dgm:txFillClrLst/>
    <dgm:txEffectClrLst/>
  </dgm:styleLbl>
  <dgm:styleLbl name="parChTrans2D4">
    <dgm:fillClrLst meth="repeat">
      <a:schemeClr val="accent1"/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parChTrans1D1">
    <dgm:fillClrLst meth="repeat">
      <a:schemeClr val="accent5"/>
    </dgm:fillClrLst>
    <dgm:linClrLst meth="repeat">
      <a:schemeClr val="accent5"/>
    </dgm:linClrLst>
    <dgm:effectClrLst/>
    <dgm:txLinClrLst/>
    <dgm:txFillClrLst meth="repeat">
      <a:schemeClr val="tx1"/>
    </dgm:txFillClrLst>
    <dgm:txEffectClrLst/>
  </dgm:styleLbl>
  <dgm:styleLbl name="parChTrans1D2">
    <dgm:fillClrLst meth="repeat">
      <a:schemeClr val="accent6">
        <a:tint val="90000"/>
      </a:schemeClr>
    </dgm:fillClrLst>
    <dgm:linClrLst meth="repeat">
      <a:schemeClr val="accent6"/>
    </dgm:linClrLst>
    <dgm:effectClrLst/>
    <dgm:txLinClrLst/>
    <dgm:txFillClrLst meth="repeat">
      <a:schemeClr val="tx1"/>
    </dgm:txFillClrLst>
    <dgm:txEffectClrLst/>
  </dgm:styleLbl>
  <dgm:styleLbl name="parChTrans1D3">
    <dgm:fillClrLst meth="repeat">
      <a:schemeClr val="accent6">
        <a:tint val="70000"/>
      </a:schemeClr>
    </dgm:fillClrLst>
    <dgm:linClrLst meth="repeat">
      <a:schemeClr val="accent1"/>
    </dgm:linClrLst>
    <dgm:effectClrLst/>
    <dgm:txLinClrLst/>
    <dgm:txFillClrLst meth="repeat">
      <a:schemeClr val="tx1"/>
    </dgm:txFillClrLst>
    <dgm:txEffectClrLst/>
  </dgm:styleLbl>
  <dgm:styleLbl name="parChTrans1D4">
    <dgm:fillClrLst meth="repeat">
      <a:schemeClr val="accent6">
        <a:tint val="50000"/>
      </a:schemeClr>
    </dgm:fillClrLst>
    <dgm:linClrLst meth="repeat">
      <a:schemeClr val="accent2"/>
    </dgm:linClrLst>
    <dgm:effectClrLst/>
    <dgm:txLinClrLst/>
    <dgm:txFillClrLst meth="repeat">
      <a:schemeClr val="tx1"/>
    </dgm:txFillClrLst>
    <dgm:txEffectClrLst/>
  </dgm:styleLbl>
  <dgm:styleLbl name="fgAcc1">
    <dgm:fillClrLst meth="repeat">
      <a:schemeClr val="lt1">
        <a:alpha val="90000"/>
      </a:schemeClr>
    </dgm:fillClrLst>
    <dgm:linClrLst>
      <a:schemeClr val="accent5"/>
      <a:schemeClr val="accent6"/>
    </dgm:linClrLst>
    <dgm:effectClrLst/>
    <dgm:txLinClrLst/>
    <dgm:txFillClrLst meth="repeat">
      <a:schemeClr val="dk1"/>
    </dgm:txFillClrLst>
    <dgm:txEffectClrLst/>
  </dgm:styleLbl>
  <dgm:styleLbl name="conFgAcc1">
    <dgm:fillClrLst meth="repeat">
      <a:schemeClr val="lt1">
        <a:alpha val="90000"/>
      </a:schemeClr>
    </dgm:fillClrLst>
    <dgm:linClrLst>
      <a:schemeClr val="accent5"/>
      <a:schemeClr val="accent6"/>
    </dgm:linClrLst>
    <dgm:effectClrLst/>
    <dgm:txLinClrLst/>
    <dgm:txFillClrLst meth="repeat">
      <a:schemeClr val="dk1"/>
    </dgm:txFillClrLst>
    <dgm:txEffectClrLst/>
  </dgm:styleLbl>
  <dgm:styleLbl name="alignAcc1">
    <dgm:fillClrLst meth="repeat">
      <a:schemeClr val="lt1">
        <a:alpha val="90000"/>
      </a:schemeClr>
    </dgm:fillClrLst>
    <dgm:linClrLst>
      <a:schemeClr val="accent5"/>
      <a:schemeClr val="accent6"/>
    </dgm:linClrLst>
    <dgm:effectClrLst/>
    <dgm:txLinClrLst/>
    <dgm:txFillClrLst meth="repeat">
      <a:schemeClr val="dk1"/>
    </dgm:txFillClrLst>
    <dgm:txEffectClrLst/>
  </dgm:styleLbl>
  <dgm:styleLbl name="trAlignAcc1">
    <dgm:fillClrLst meth="repeat">
      <a:schemeClr val="lt1">
        <a:alpha val="40000"/>
      </a:schemeClr>
    </dgm:fillClrLst>
    <dgm:linClrLst meth="repeat">
      <a:schemeClr val="accent5"/>
    </dgm:linClrLst>
    <dgm:effectClrLst/>
    <dgm:txLinClrLst/>
    <dgm:txFillClrLst meth="repeat">
      <a:schemeClr val="dk1"/>
    </dgm:txFillClrLst>
    <dgm:txEffectClrLst/>
  </dgm:styleLbl>
  <dgm:styleLbl name="bgAcc1">
    <dgm:fillClrLst meth="repeat">
      <a:schemeClr val="lt1">
        <a:alpha val="90000"/>
      </a:schemeClr>
    </dgm:fillClrLst>
    <dgm:linClrLst>
      <a:schemeClr val="accent5"/>
      <a:schemeClr val="accent6"/>
    </dgm:linClrLst>
    <dgm:effectClrLst/>
    <dgm:txLinClrLst/>
    <dgm:txFillClrLst meth="repeat">
      <a:schemeClr val="dk1"/>
    </dgm:txFillClrLst>
    <dgm:txEffectClrLst/>
  </dgm:styleLbl>
  <dgm:styleLbl name="solidFgAcc1">
    <dgm:fillClrLst meth="repeat">
      <a:schemeClr val="lt1"/>
    </dgm:fillClrLst>
    <dgm:linClrLst>
      <a:schemeClr val="accent5"/>
      <a:schemeClr val="accent6"/>
    </dgm:linClrLst>
    <dgm:effectClrLst/>
    <dgm:txLinClrLst/>
    <dgm:txFillClrLst meth="repeat">
      <a:schemeClr val="dk1"/>
    </dgm:txFillClrLst>
    <dgm:txEffectClrLst/>
  </dgm:styleLbl>
  <dgm:styleLbl name="solidAlignAcc1">
    <dgm:fillClrLst meth="repeat">
      <a:schemeClr val="lt1"/>
    </dgm:fillClrLst>
    <dgm:linClrLst>
      <a:schemeClr val="accent5"/>
      <a:schemeClr val="accent6"/>
    </dgm:linClrLst>
    <dgm:effectClrLst/>
    <dgm:txLinClrLst/>
    <dgm:txFillClrLst meth="repeat">
      <a:schemeClr val="dk1"/>
    </dgm:txFillClrLst>
    <dgm:txEffectClrLst/>
  </dgm:styleLbl>
  <dgm:styleLbl name="solidBgAcc1">
    <dgm:fillClrLst meth="repeat">
      <a:schemeClr val="lt1"/>
    </dgm:fillClrLst>
    <dgm:linClrLst>
      <a:schemeClr val="accent5"/>
      <a:schemeClr val="accent6"/>
    </dgm:linClrLst>
    <dgm:effectClrLst/>
    <dgm:txLinClrLst/>
    <dgm:txFillClrLst meth="repeat">
      <a:schemeClr val="dk1"/>
    </dgm:txFillClrLst>
    <dgm:txEffectClrLst/>
  </dgm:styleLbl>
  <dgm:styleLbl name="fgAccFollowNode1">
    <dgm:fillClrLst>
      <a:schemeClr val="accent5">
        <a:tint val="40000"/>
        <a:alpha val="90000"/>
      </a:schemeClr>
      <a:schemeClr val="accent6">
        <a:tint val="40000"/>
        <a:alpha val="90000"/>
      </a:schemeClr>
    </dgm:fillClrLst>
    <dgm:linClrLst>
      <a:schemeClr val="accent5">
        <a:tint val="40000"/>
        <a:alpha val="90000"/>
      </a:schemeClr>
      <a:schemeClr val="accent5">
        <a:tint val="40000"/>
        <a:alpha val="90000"/>
      </a:schemeClr>
    </dgm:linClrLst>
    <dgm:effectClrLst/>
    <dgm:txLinClrLst/>
    <dgm:txFillClrLst meth="repeat">
      <a:schemeClr val="dk1"/>
    </dgm:txFillClrLst>
    <dgm:txEffectClrLst/>
  </dgm:styleLbl>
  <dgm:styleLbl name="alignAccFollowNode1">
    <dgm:fillClrLst>
      <a:schemeClr val="accent5">
        <a:tint val="40000"/>
        <a:alpha val="90000"/>
      </a:schemeClr>
      <a:schemeClr val="accent6">
        <a:tint val="40000"/>
        <a:alpha val="90000"/>
      </a:schemeClr>
    </dgm:fillClrLst>
    <dgm:linClrLst>
      <a:schemeClr val="accent5">
        <a:tint val="40000"/>
        <a:alpha val="90000"/>
      </a:schemeClr>
      <a:schemeClr val="accent6">
        <a:tint val="40000"/>
        <a:alpha val="90000"/>
      </a:schemeClr>
    </dgm:linClrLst>
    <dgm:effectClrLst/>
    <dgm:txLinClrLst/>
    <dgm:txFillClrLst meth="repeat">
      <a:schemeClr val="dk1"/>
    </dgm:txFillClrLst>
    <dgm:txEffectClrLst/>
  </dgm:styleLbl>
  <dgm:styleLbl name="bgAccFollowNode1">
    <dgm:fillClrLst>
      <a:schemeClr val="accent5">
        <a:tint val="40000"/>
        <a:alpha val="90000"/>
      </a:schemeClr>
      <a:schemeClr val="accent6">
        <a:tint val="40000"/>
        <a:alpha val="90000"/>
      </a:schemeClr>
    </dgm:fillClrLst>
    <dgm:linClrLst>
      <a:schemeClr val="accent5">
        <a:tint val="40000"/>
        <a:alpha val="90000"/>
      </a:schemeClr>
      <a:schemeClr val="accent6">
        <a:tint val="40000"/>
        <a:alpha val="90000"/>
      </a:schemeClr>
    </dgm:linClrLst>
    <dgm:effectClrLst/>
    <dgm:txLinClrLst/>
    <dgm:txFillClrLst meth="repeat">
      <a:schemeClr val="dk1"/>
    </dgm:txFillClrLst>
    <dgm:txEffectClrLst/>
  </dgm:styleLbl>
  <dgm:styleLbl name="fgAcc0">
    <dgm:fillClrLst meth="repeat">
      <a:schemeClr val="lt1">
        <a:alpha val="90000"/>
      </a:schemeClr>
    </dgm:fillClrLst>
    <dgm:linClrLst>
      <a:schemeClr val="accent4"/>
    </dgm:linClrLst>
    <dgm:effectClrLst/>
    <dgm:txLinClrLst/>
    <dgm:txFillClrLst meth="repeat">
      <a:schemeClr val="dk1"/>
    </dgm:txFillClrLst>
    <dgm:txEffectClrLst/>
  </dgm:styleLbl>
  <dgm:styleLbl name="fgAcc2">
    <dgm:fillClrLst meth="repeat">
      <a:schemeClr val="lt1">
        <a:alpha val="90000"/>
      </a:schemeClr>
    </dgm:fillClrLst>
    <dgm:linClrLst>
      <a:schemeClr val="accent6"/>
    </dgm:linClrLst>
    <dgm:effectClrLst/>
    <dgm:txLinClrLst/>
    <dgm:txFillClrLst meth="repeat">
      <a:schemeClr val="dk1"/>
    </dgm:txFillClrLst>
    <dgm:txEffectClrLst/>
  </dgm:styleLbl>
  <dgm:styleLbl name="fgAcc3">
    <dgm:fillClrLst meth="repeat">
      <a:schemeClr val="lt1">
        <a:alpha val="90000"/>
      </a:schemeClr>
    </dgm:fillClrLst>
    <dgm:linClrLst>
      <a:schemeClr val="accent1"/>
    </dgm:linClrLst>
    <dgm:effectClrLst/>
    <dgm:txLinClrLst/>
    <dgm:txFillClrLst meth="repeat">
      <a:schemeClr val="dk1"/>
    </dgm:txFillClrLst>
    <dgm:txEffectClrLst/>
  </dgm:styleLbl>
  <dgm:styleLbl name="fgAcc4">
    <dgm:fillClrLst meth="repeat">
      <a:schemeClr val="lt1">
        <a:alpha val="90000"/>
      </a:schemeClr>
    </dgm:fillClrLst>
    <dgm:linClrLst>
      <a:schemeClr val="accent2"/>
    </dgm:linClrLst>
    <dgm:effectClrLst/>
    <dgm:txLinClrLst/>
    <dgm:txFillClrLst meth="repeat">
      <a:schemeClr val="dk1"/>
    </dgm:txFillClrLst>
    <dgm:txEffectClrLst/>
  </dgm:styleLbl>
  <dgm:styleLbl name="bgShp">
    <dgm:fillClrLst meth="repeat">
      <a:schemeClr val="accent5">
        <a:tint val="40000"/>
      </a:schemeClr>
    </dgm:fillClrLst>
    <dgm:linClrLst meth="repeat">
      <a:schemeClr val="dk1"/>
    </dgm:linClrLst>
    <dgm:effectClrLst/>
    <dgm:txLinClrLst/>
    <dgm:txFillClrLst meth="repeat">
      <a:schemeClr val="dk1"/>
    </dgm:txFillClrLst>
    <dgm:txEffectClrLst/>
  </dgm:styleLbl>
  <dgm:styleLbl name="dkBgShp">
    <dgm:fillClrLst meth="repeat">
      <a:schemeClr val="accent5">
        <a:shade val="90000"/>
      </a:schemeClr>
    </dgm:fillClrLst>
    <dgm:linClrLst meth="repeat">
      <a:schemeClr val="dk1"/>
    </dgm:linClrLst>
    <dgm:effectClrLst/>
    <dgm:txLinClrLst/>
    <dgm:txFillClrLst meth="repeat">
      <a:schemeClr val="lt1"/>
    </dgm:txFillClrLst>
    <dgm:txEffectClrLst/>
  </dgm:styleLbl>
  <dgm:styleLbl name="trBgShp">
    <dgm:fillClrLst meth="repeat">
      <a:schemeClr val="accent5">
        <a:tint val="50000"/>
        <a:alpha val="40000"/>
      </a:schemeClr>
    </dgm:fillClrLst>
    <dgm:linClrLst meth="repeat">
      <a:schemeClr val="accent5"/>
    </dgm:linClrLst>
    <dgm:effectClrLst/>
    <dgm:txLinClrLst/>
    <dgm:txFillClrLst meth="repeat">
      <a:schemeClr val="lt1"/>
    </dgm:txFillClrLst>
    <dgm:txEffectClrLst/>
  </dgm:styleLbl>
  <dgm:styleLbl name="fgShp">
    <dgm:fillClrLst meth="repeat">
      <a:schemeClr val="accent5">
        <a:tint val="40000"/>
      </a:schemeClr>
    </dgm:fillClrLst>
    <dgm:linClrLst meth="repeat">
      <a:schemeClr val="lt1"/>
    </dgm:linClrLst>
    <dgm:effectClrLst/>
    <dgm:txLinClrLst/>
    <dgm:txFillClrLst meth="repeat">
      <a:schemeClr val="dk1"/>
    </dgm:txFillClrLst>
    <dgm:txEffectClrLst/>
  </dgm:styleLbl>
  <dgm:styleLbl name="revTx">
    <dgm:fillClrLst meth="repeat">
      <a:schemeClr val="lt1">
        <a:alpha val="0"/>
      </a:schemeClr>
    </dgm:fillClrLst>
    <dgm:linClrLst meth="repeat">
      <a:schemeClr val="dk1">
        <a:alpha val="0"/>
      </a:schemeClr>
    </dgm:linClrLst>
    <dgm:effectClrLst/>
    <dgm:txLinClrLst/>
    <dgm:txFillClrLst meth="repeat">
      <a:schemeClr val="tx1"/>
    </dgm:txFillClrLst>
    <dgm:txEffectClrLst/>
  </dgm:styleLbl>
</dgm:colorsDef>
</file>

<file path=ppt/diagrams/colors7.xml><?xml version="1.0" encoding="utf-8"?>
<dgm:colorsDef xmlns:dgm="http://schemas.openxmlformats.org/drawingml/2006/diagram" xmlns:a="http://schemas.openxmlformats.org/drawingml/2006/main" uniqueId="urn:microsoft.com/office/officeart/2005/8/colors/accent1_2">
  <dgm:title val=""/>
  <dgm:desc val=""/>
  <dgm:catLst>
    <dgm:cat type="accent1" pri="11200"/>
  </dgm:catLst>
  <dgm:styleLbl name="node0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alignNode1">
    <dgm:fillClrLst meth="repeat">
      <a:schemeClr val="accent1"/>
    </dgm:fillClrLst>
    <dgm:linClrLst meth="repeat">
      <a:schemeClr val="accent1"/>
    </dgm:linClrLst>
    <dgm:effectClrLst/>
    <dgm:txLinClrLst/>
    <dgm:txFillClrLst/>
    <dgm:txEffectClrLst/>
  </dgm:styleLbl>
  <dgm:styleLbl name="node1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lnNode1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vennNode1">
    <dgm:fillClrLst meth="repeat">
      <a:schemeClr val="accent1">
        <a:alpha val="50000"/>
      </a:schemeClr>
    </dgm:fillClrLst>
    <dgm:linClrLst meth="repeat">
      <a:schemeClr val="lt1"/>
    </dgm:linClrLst>
    <dgm:effectClrLst/>
    <dgm:txLinClrLst/>
    <dgm:txFillClrLst/>
    <dgm:txEffectClrLst/>
  </dgm:styleLbl>
  <dgm:styleLbl name="node2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node3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node4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fgImgPlace1">
    <dgm:fillClrLst meth="repeat">
      <a:schemeClr val="accent1">
        <a:tint val="50000"/>
      </a:schemeClr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alignImgPlace1">
    <dgm:fillClrLst meth="repeat">
      <a:schemeClr val="accent1">
        <a:tint val="50000"/>
      </a:schemeClr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bgImgPlace1">
    <dgm:fillClrLst meth="repeat">
      <a:schemeClr val="accent1">
        <a:tint val="50000"/>
      </a:schemeClr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sibTrans2D1">
    <dgm:fillClrLst meth="repeat">
      <a:schemeClr val="accent1">
        <a:tint val="60000"/>
      </a:schemeClr>
    </dgm:fillClrLst>
    <dgm:linClrLst meth="repeat">
      <a:schemeClr val="accent1">
        <a:tint val="60000"/>
      </a:schemeClr>
    </dgm:linClrLst>
    <dgm:effectClrLst/>
    <dgm:txLinClrLst/>
    <dgm:txFillClrLst/>
    <dgm:txEffectClrLst/>
  </dgm:styleLbl>
  <dgm:styleLbl name="fgSibTrans2D1">
    <dgm:fillClrLst meth="repeat">
      <a:schemeClr val="accent1">
        <a:tint val="60000"/>
      </a:schemeClr>
    </dgm:fillClrLst>
    <dgm:linClrLst meth="repeat">
      <a:schemeClr val="accent1">
        <a:tint val="60000"/>
      </a:schemeClr>
    </dgm:linClrLst>
    <dgm:effectClrLst/>
    <dgm:txLinClrLst/>
    <dgm:txFillClrLst/>
    <dgm:txEffectClrLst/>
  </dgm:styleLbl>
  <dgm:styleLbl name="bgSibTrans2D1">
    <dgm:fillClrLst meth="repeat">
      <a:schemeClr val="accent1">
        <a:tint val="60000"/>
      </a:schemeClr>
    </dgm:fillClrLst>
    <dgm:linClrLst meth="repeat">
      <a:schemeClr val="accent1">
        <a:tint val="60000"/>
      </a:schemeClr>
    </dgm:linClrLst>
    <dgm:effectClrLst/>
    <dgm:txLinClrLst/>
    <dgm:txFillClrLst/>
    <dgm:txEffectClrLst/>
  </dgm:styleLbl>
  <dgm:styleLbl name="sibTrans1D1">
    <dgm:fillClrLst meth="repeat">
      <a:schemeClr val="accent1"/>
    </dgm:fillClrLst>
    <dgm:linClrLst meth="repeat">
      <a:schemeClr val="accent1"/>
    </dgm:linClrLst>
    <dgm:effectClrLst/>
    <dgm:txLinClrLst/>
    <dgm:txFillClrLst meth="repeat">
      <a:schemeClr val="tx1"/>
    </dgm:txFillClrLst>
    <dgm:txEffectClrLst/>
  </dgm:styleLbl>
  <dgm:styleLbl name="callout">
    <dgm:fillClrLst meth="repeat">
      <a:schemeClr val="accent1"/>
    </dgm:fillClrLst>
    <dgm:linClrLst meth="repeat">
      <a:schemeClr val="accent1">
        <a:tint val="50000"/>
      </a:schemeClr>
    </dgm:linClrLst>
    <dgm:effectClrLst/>
    <dgm:txLinClrLst/>
    <dgm:txFillClrLst meth="repeat">
      <a:schemeClr val="tx1"/>
    </dgm:txFillClrLst>
    <dgm:txEffectClrLst/>
  </dgm:styleLbl>
  <dgm:styleLbl name="asst0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asst1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asst2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asst3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asst4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parChTrans2D1">
    <dgm:fillClrLst meth="repeat">
      <a:schemeClr val="accent1">
        <a:tint val="60000"/>
      </a:schemeClr>
    </dgm:fillClrLst>
    <dgm:linClrLst meth="repeat">
      <a:schemeClr val="accent1">
        <a:tint val="60000"/>
      </a:schemeClr>
    </dgm:linClrLst>
    <dgm:effectClrLst/>
    <dgm:txLinClrLst/>
    <dgm:txFillClrLst meth="repeat">
      <a:schemeClr val="lt1"/>
    </dgm:txFillClrLst>
    <dgm:txEffectClrLst/>
  </dgm:styleLbl>
  <dgm:styleLbl name="parChTrans2D2">
    <dgm:fillClrLst meth="repeat">
      <a:schemeClr val="accent1"/>
    </dgm:fillClrLst>
    <dgm:linClrLst meth="repeat">
      <a:schemeClr val="accent1"/>
    </dgm:linClrLst>
    <dgm:effectClrLst/>
    <dgm:txLinClrLst/>
    <dgm:txFillClrLst meth="repeat">
      <a:schemeClr val="lt1"/>
    </dgm:txFillClrLst>
    <dgm:txEffectClrLst/>
  </dgm:styleLbl>
  <dgm:styleLbl name="parChTrans2D3">
    <dgm:fillClrLst meth="repeat">
      <a:schemeClr val="accent1"/>
    </dgm:fillClrLst>
    <dgm:linClrLst meth="repeat">
      <a:schemeClr val="accent1"/>
    </dgm:linClrLst>
    <dgm:effectClrLst/>
    <dgm:txLinClrLst/>
    <dgm:txFillClrLst meth="repeat">
      <a:schemeClr val="lt1"/>
    </dgm:txFillClrLst>
    <dgm:txEffectClrLst/>
  </dgm:styleLbl>
  <dgm:styleLbl name="parChTrans2D4">
    <dgm:fillClrLst meth="repeat">
      <a:schemeClr val="accent1"/>
    </dgm:fillClrLst>
    <dgm:linClrLst meth="repeat">
      <a:schemeClr val="accent1"/>
    </dgm:linClrLst>
    <dgm:effectClrLst/>
    <dgm:txLinClrLst/>
    <dgm:txFillClrLst meth="repeat">
      <a:schemeClr val="lt1"/>
    </dgm:txFillClrLst>
    <dgm:txEffectClrLst/>
  </dgm:styleLbl>
  <dgm:styleLbl name="parChTrans1D1">
    <dgm:fillClrLst meth="repeat">
      <a:schemeClr val="accent1"/>
    </dgm:fillClrLst>
    <dgm:linClrLst meth="repeat">
      <a:schemeClr val="accent1">
        <a:shade val="60000"/>
      </a:schemeClr>
    </dgm:linClrLst>
    <dgm:effectClrLst/>
    <dgm:txLinClrLst/>
    <dgm:txFillClrLst meth="repeat">
      <a:schemeClr val="tx1"/>
    </dgm:txFillClrLst>
    <dgm:txEffectClrLst/>
  </dgm:styleLbl>
  <dgm:styleLbl name="parChTrans1D2">
    <dgm:fillClrLst meth="repeat">
      <a:schemeClr val="accent1"/>
    </dgm:fillClrLst>
    <dgm:linClrLst meth="repeat">
      <a:schemeClr val="accent1">
        <a:shade val="60000"/>
      </a:schemeClr>
    </dgm:linClrLst>
    <dgm:effectClrLst/>
    <dgm:txLinClrLst/>
    <dgm:txFillClrLst meth="repeat">
      <a:schemeClr val="tx1"/>
    </dgm:txFillClrLst>
    <dgm:txEffectClrLst/>
  </dgm:styleLbl>
  <dgm:styleLbl name="parChTrans1D3">
    <dgm:fillClrLst meth="repeat">
      <a:schemeClr val="accent1"/>
    </dgm:fillClrLst>
    <dgm:linClrLst meth="repeat">
      <a:schemeClr val="accent1">
        <a:shade val="80000"/>
      </a:schemeClr>
    </dgm:linClrLst>
    <dgm:effectClrLst/>
    <dgm:txLinClrLst/>
    <dgm:txFillClrLst meth="repeat">
      <a:schemeClr val="tx1"/>
    </dgm:txFillClrLst>
    <dgm:txEffectClrLst/>
  </dgm:styleLbl>
  <dgm:styleLbl name="parChTrans1D4">
    <dgm:fillClrLst meth="repeat">
      <a:schemeClr val="accent1"/>
    </dgm:fillClrLst>
    <dgm:linClrLst meth="repeat">
      <a:schemeClr val="accent1">
        <a:shade val="80000"/>
      </a:schemeClr>
    </dgm:linClrLst>
    <dgm:effectClrLst/>
    <dgm:txLinClrLst/>
    <dgm:txFillClrLst meth="repeat">
      <a:schemeClr val="tx1"/>
    </dgm:txFillClrLst>
    <dgm:txEffectClrLst/>
  </dgm:styleLbl>
  <dgm:styleLbl name="fgAcc1">
    <dgm:fillClrLst meth="repeat">
      <a:schemeClr val="lt1">
        <a:alpha val="9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conFgAcc1">
    <dgm:fillClrLst meth="repeat">
      <a:schemeClr val="lt1">
        <a:alpha val="9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alignAcc1">
    <dgm:fillClrLst meth="repeat">
      <a:schemeClr val="lt1">
        <a:alpha val="9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trAlignAcc1">
    <dgm:fillClrLst meth="repeat">
      <a:schemeClr val="lt1">
        <a:alpha val="4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bgAcc1">
    <dgm:fillClrLst meth="repeat">
      <a:schemeClr val="lt1">
        <a:alpha val="9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solidFgAcc1">
    <dgm:fillClrLst meth="repeat">
      <a:schemeClr val="lt1"/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solidAlignAcc1">
    <dgm:fillClrLst meth="repeat">
      <a:schemeClr val="lt1"/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solidBgAcc1">
    <dgm:fillClrLst meth="repeat">
      <a:schemeClr val="lt1"/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fgAccFollowNode1">
    <dgm:fillClrLst meth="repeat">
      <a:schemeClr val="accent1">
        <a:alpha val="90000"/>
        <a:tint val="40000"/>
      </a:schemeClr>
    </dgm:fillClrLst>
    <dgm:linClrLst meth="repeat">
      <a:schemeClr val="accent1">
        <a:alpha val="90000"/>
        <a:tint val="40000"/>
      </a:schemeClr>
    </dgm:linClrLst>
    <dgm:effectClrLst/>
    <dgm:txLinClrLst/>
    <dgm:txFillClrLst meth="repeat">
      <a:schemeClr val="dk1"/>
    </dgm:txFillClrLst>
    <dgm:txEffectClrLst/>
  </dgm:styleLbl>
  <dgm:styleLbl name="alignAccFollowNode1">
    <dgm:fillClrLst meth="repeat">
      <a:schemeClr val="accent1">
        <a:alpha val="90000"/>
        <a:tint val="40000"/>
      </a:schemeClr>
    </dgm:fillClrLst>
    <dgm:linClrLst meth="repeat">
      <a:schemeClr val="accent1">
        <a:alpha val="90000"/>
        <a:tint val="40000"/>
      </a:schemeClr>
    </dgm:linClrLst>
    <dgm:effectClrLst/>
    <dgm:txLinClrLst/>
    <dgm:txFillClrLst meth="repeat">
      <a:schemeClr val="dk1"/>
    </dgm:txFillClrLst>
    <dgm:txEffectClrLst/>
  </dgm:styleLbl>
  <dgm:styleLbl name="bgAccFollowNode1">
    <dgm:fillClrLst meth="repeat">
      <a:schemeClr val="accent1">
        <a:alpha val="90000"/>
        <a:tint val="40000"/>
      </a:schemeClr>
    </dgm:fillClrLst>
    <dgm:linClrLst meth="repeat">
      <a:schemeClr val="accent1">
        <a:alpha val="90000"/>
        <a:tint val="40000"/>
      </a:schemeClr>
    </dgm:linClrLst>
    <dgm:effectClrLst/>
    <dgm:txLinClrLst/>
    <dgm:txFillClrLst meth="repeat">
      <a:schemeClr val="dk1"/>
    </dgm:txFillClrLst>
    <dgm:txEffectClrLst/>
  </dgm:styleLbl>
  <dgm:styleLbl name="fgAcc0">
    <dgm:fillClrLst meth="repeat">
      <a:schemeClr val="lt1">
        <a:alpha val="9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fgAcc2">
    <dgm:fillClrLst meth="repeat">
      <a:schemeClr val="lt1">
        <a:alpha val="9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fgAcc3">
    <dgm:fillClrLst meth="repeat">
      <a:schemeClr val="lt1">
        <a:alpha val="9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fgAcc4">
    <dgm:fillClrLst meth="repeat">
      <a:schemeClr val="lt1">
        <a:alpha val="9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bgShp">
    <dgm:fillClrLst meth="repeat">
      <a:schemeClr val="accent1">
        <a:tint val="4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dkBgShp">
    <dgm:fillClrLst meth="repeat">
      <a:schemeClr val="accent1">
        <a:shade val="80000"/>
      </a:schemeClr>
    </dgm:fillClrLst>
    <dgm:linClrLst meth="repeat">
      <a:schemeClr val="accent1"/>
    </dgm:linClrLst>
    <dgm:effectClrLst/>
    <dgm:txLinClrLst/>
    <dgm:txFillClrLst meth="repeat">
      <a:schemeClr val="lt1"/>
    </dgm:txFillClrLst>
    <dgm:txEffectClrLst/>
  </dgm:styleLbl>
  <dgm:styleLbl name="trBgShp">
    <dgm:fillClrLst meth="repeat">
      <a:schemeClr val="accent1">
        <a:tint val="50000"/>
        <a:alpha val="40000"/>
      </a:schemeClr>
    </dgm:fillClrLst>
    <dgm:linClrLst meth="repeat">
      <a:schemeClr val="accent1"/>
    </dgm:linClrLst>
    <dgm:effectClrLst/>
    <dgm:txLinClrLst/>
    <dgm:txFillClrLst meth="repeat">
      <a:schemeClr val="lt1"/>
    </dgm:txFillClrLst>
    <dgm:txEffectClrLst/>
  </dgm:styleLbl>
  <dgm:styleLbl name="fgShp">
    <dgm:fillClrLst meth="repeat">
      <a:schemeClr val="accent1">
        <a:tint val="60000"/>
      </a:schemeClr>
    </dgm:fillClrLst>
    <dgm:linClrLst meth="repeat">
      <a:schemeClr val="lt1"/>
    </dgm:linClrLst>
    <dgm:effectClrLst/>
    <dgm:txLinClrLst/>
    <dgm:txFillClrLst meth="repeat">
      <a:schemeClr val="dk1"/>
    </dgm:txFillClrLst>
    <dgm:txEffectClrLst/>
  </dgm:styleLbl>
  <dgm:styleLbl name="revTx">
    <dgm:fillClrLst meth="repeat">
      <a:schemeClr val="lt1">
        <a:alpha val="0"/>
      </a:schemeClr>
    </dgm:fillClrLst>
    <dgm:linClrLst meth="repeat">
      <a:schemeClr val="dk1">
        <a:alpha val="0"/>
      </a:schemeClr>
    </dgm:linClrLst>
    <dgm:effectClrLst/>
    <dgm:txLinClrLst/>
    <dgm:txFillClrLst meth="repeat">
      <a:schemeClr val="tx1"/>
    </dgm:txFillClrLst>
    <dgm:txEffectClrLst/>
  </dgm:styleLbl>
</dgm:colorsDef>
</file>

<file path=ppt/diagrams/colors8.xml><?xml version="1.0" encoding="utf-8"?>
<dgm:colorsDef xmlns:dgm="http://schemas.openxmlformats.org/drawingml/2006/diagram" xmlns:a="http://schemas.openxmlformats.org/drawingml/2006/main" uniqueId="urn:microsoft.com/office/officeart/2018/5/colors/Iconchunking_neutralicontext_colorful1">
  <dgm:title val=""/>
  <dgm:desc val=""/>
  <dgm:catLst>
    <dgm:cat type="colorful" pri="10100"/>
  </dgm:catLst>
  <dgm:styleLbl name="node0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node1">
    <dgm:fillClrLst meth="repeat">
      <a:schemeClr val="bg1"/>
    </dgm:fillClrLst>
    <dgm:linClrLst meth="repeat">
      <a:schemeClr val="lt1">
        <a:alpha val="0"/>
      </a:schemeClr>
    </dgm:linClrLst>
    <dgm:effectClrLst/>
    <dgm:txLinClrLst/>
    <dgm:txFillClrLst meth="repeat">
      <a:schemeClr val="dk1"/>
    </dgm:txFillClrLst>
    <dgm:txEffectClrLst/>
  </dgm:styleLbl>
  <dgm:styleLbl name="alignNode1">
    <dgm:fillClrLst meth="repeat">
      <a:schemeClr val="accent2"/>
      <a:schemeClr val="accent3"/>
      <a:schemeClr val="accent4"/>
      <a:schemeClr val="accent5"/>
      <a:schemeClr val="accent6"/>
    </dgm:fillClrLst>
    <dgm:linClrLst meth="repeat">
      <a:schemeClr val="accent2"/>
      <a:schemeClr val="accent3"/>
      <a:schemeClr val="accent4"/>
      <a:schemeClr val="accent5"/>
      <a:schemeClr val="accent6"/>
    </dgm:linClrLst>
    <dgm:effectClrLst/>
    <dgm:txLinClrLst/>
    <dgm:txFillClrLst/>
    <dgm:txEffectClrLst/>
  </dgm:styleLbl>
  <dgm:styleLbl name="lnNode1">
    <dgm:fillClrLst meth="repeat">
      <a:schemeClr val="accent2"/>
      <a:schemeClr val="accent3"/>
      <a:schemeClr val="accent4"/>
      <a:schemeClr val="accent5"/>
      <a:schemeClr val="accent6"/>
    </dgm:fillClrLst>
    <dgm:linClrLst meth="repeat">
      <a:schemeClr val="lt1"/>
    </dgm:linClrLst>
    <dgm:effectClrLst/>
    <dgm:txLinClrLst/>
    <dgm:txFillClrLst/>
    <dgm:txEffectClrLst/>
  </dgm:styleLbl>
  <dgm:styleLbl name="vennNode1">
    <dgm:fillClrLst meth="repeat">
      <a:schemeClr val="accent2">
        <a:alpha val="50000"/>
      </a:schemeClr>
      <a:schemeClr val="accent3">
        <a:alpha val="50000"/>
      </a:schemeClr>
      <a:schemeClr val="accent4">
        <a:alpha val="50000"/>
      </a:schemeClr>
      <a:schemeClr val="accent5">
        <a:alpha val="50000"/>
      </a:schemeClr>
      <a:schemeClr val="accent6">
        <a:alpha val="50000"/>
      </a:schemeClr>
    </dgm:fillClrLst>
    <dgm:linClrLst meth="repeat">
      <a:schemeClr val="lt1"/>
    </dgm:linClrLst>
    <dgm:effectClrLst/>
    <dgm:txLinClrLst/>
    <dgm:txFillClrLst/>
    <dgm:txEffectClrLst/>
  </dgm:styleLbl>
  <dgm:styleLbl name="node2">
    <dgm:fillClrLst>
      <a:schemeClr val="accent2"/>
    </dgm:fillClrLst>
    <dgm:linClrLst meth="repeat">
      <a:schemeClr val="lt1"/>
    </dgm:linClrLst>
    <dgm:effectClrLst/>
    <dgm:txLinClrLst/>
    <dgm:txFillClrLst/>
    <dgm:txEffectClrLst/>
  </dgm:styleLbl>
  <dgm:styleLbl name="node3">
    <dgm:fillClrLst>
      <a:schemeClr val="accent3"/>
    </dgm:fillClrLst>
    <dgm:linClrLst meth="repeat">
      <a:schemeClr val="lt1"/>
    </dgm:linClrLst>
    <dgm:effectClrLst/>
    <dgm:txLinClrLst/>
    <dgm:txFillClrLst/>
    <dgm:txEffectClrLst/>
  </dgm:styleLbl>
  <dgm:styleLbl name="node4">
    <dgm:fillClrLst>
      <a:schemeClr val="accent4"/>
    </dgm:fillClrLst>
    <dgm:linClrLst meth="repeat">
      <a:schemeClr val="lt1"/>
    </dgm:linClrLst>
    <dgm:effectClrLst/>
    <dgm:txLinClrLst/>
    <dgm:txFillClrLst/>
    <dgm:txEffectClrLst/>
  </dgm:styleLbl>
  <dgm:styleLbl name="fgImgPlace1">
    <dgm:fillClrLst meth="repeat">
      <a:schemeClr val="accent2">
        <a:tint val="50000"/>
      </a:schemeClr>
      <a:schemeClr val="accent3">
        <a:tint val="50000"/>
      </a:schemeClr>
      <a:schemeClr val="accent4">
        <a:tint val="50000"/>
      </a:schemeClr>
      <a:schemeClr val="accent5">
        <a:tint val="50000"/>
      </a:schemeClr>
      <a:schemeClr val="accent6">
        <a:tint val="50000"/>
      </a:schemeClr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alignImgPlace1">
    <dgm:fillClrLst>
      <a:schemeClr val="accent1">
        <a:tint val="50000"/>
      </a:schemeClr>
      <a:schemeClr val="accent2">
        <a:tint val="20000"/>
      </a:schemeClr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bgImgPlace1">
    <dgm:fillClrLst>
      <a:schemeClr val="accent1">
        <a:tint val="50000"/>
      </a:schemeClr>
      <a:schemeClr val="accent2">
        <a:tint val="20000"/>
      </a:schemeClr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sibTrans2D1">
    <dgm:fillClrLst meth="repeat">
      <a:schemeClr val="accent2"/>
      <a:schemeClr val="accent3"/>
      <a:schemeClr val="accent4"/>
      <a:schemeClr val="accent5"/>
      <a:schemeClr val="accent6"/>
    </dgm:fillClrLst>
    <dgm:linClrLst meth="cycle">
      <a:schemeClr val="lt1"/>
    </dgm:linClrLst>
    <dgm:effectClrLst/>
    <dgm:txLinClrLst/>
    <dgm:txFillClrLst/>
    <dgm:txEffectClrLst/>
  </dgm:styleLbl>
  <dgm:styleLbl name="fgSibTrans2D1">
    <dgm:fillClrLst meth="repeat">
      <a:schemeClr val="accent2"/>
      <a:schemeClr val="accent3"/>
      <a:schemeClr val="accent4"/>
      <a:schemeClr val="accent5"/>
      <a:schemeClr val="accent6"/>
    </dgm:fillClrLst>
    <dgm:linClrLst meth="cycle">
      <a:schemeClr val="lt1"/>
    </dgm:linClrLst>
    <dgm:effectClrLst/>
    <dgm:txLinClrLst/>
    <dgm:txFillClrLst meth="repeat">
      <a:schemeClr val="lt1"/>
    </dgm:txFillClrLst>
    <dgm:txEffectClrLst/>
  </dgm:styleLbl>
  <dgm:styleLbl name="bgSibTrans2D1">
    <dgm:fillClrLst meth="repeat">
      <a:schemeClr val="accent2"/>
      <a:schemeClr val="accent3"/>
      <a:schemeClr val="accent4"/>
      <a:schemeClr val="accent5"/>
      <a:schemeClr val="accent6"/>
    </dgm:fillClrLst>
    <dgm:linClrLst meth="cycle">
      <a:schemeClr val="lt1"/>
    </dgm:linClrLst>
    <dgm:effectClrLst/>
    <dgm:txLinClrLst/>
    <dgm:txFillClrLst meth="repeat">
      <a:schemeClr val="lt1"/>
    </dgm:txFillClrLst>
    <dgm:txEffectClrLst/>
  </dgm:styleLbl>
  <dgm:styleLbl name="sibTrans1D1">
    <dgm:fillClrLst meth="repeat">
      <a:schemeClr val="accent2"/>
      <a:schemeClr val="accent3"/>
      <a:schemeClr val="accent4"/>
      <a:schemeClr val="accent5"/>
      <a:schemeClr val="accent6"/>
    </dgm:fillClrLst>
    <dgm:linClrLst meth="repeat">
      <a:schemeClr val="accent2"/>
      <a:schemeClr val="accent3"/>
      <a:schemeClr val="accent4"/>
      <a:schemeClr val="accent5"/>
      <a:schemeClr val="accent6"/>
    </dgm:linClrLst>
    <dgm:effectClrLst/>
    <dgm:txLinClrLst/>
    <dgm:txFillClrLst meth="repeat">
      <a:schemeClr val="tx1"/>
    </dgm:txFillClrLst>
    <dgm:txEffectClrLst/>
  </dgm:styleLbl>
  <dgm:styleLbl name="callout">
    <dgm:fillClrLst meth="repeat">
      <a:schemeClr val="accent2"/>
    </dgm:fillClrLst>
    <dgm:linClrLst meth="repeat">
      <a:schemeClr val="accent2">
        <a:tint val="50000"/>
      </a:schemeClr>
    </dgm:linClrLst>
    <dgm:effectClrLst/>
    <dgm:txLinClrLst/>
    <dgm:txFillClrLst meth="repeat">
      <a:schemeClr val="tx1"/>
    </dgm:txFillClrLst>
    <dgm:txEffectClrLst/>
  </dgm:styleLbl>
  <dgm:styleLbl name="asst0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asst1">
    <dgm:fillClrLst meth="repeat">
      <a:schemeClr val="accent2"/>
    </dgm:fillClrLst>
    <dgm:linClrLst meth="repeat">
      <a:schemeClr val="lt1"/>
    </dgm:linClrLst>
    <dgm:effectClrLst/>
    <dgm:txLinClrLst/>
    <dgm:txFillClrLst/>
    <dgm:txEffectClrLst/>
  </dgm:styleLbl>
  <dgm:styleLbl name="asst2">
    <dgm:fillClrLst>
      <a:schemeClr val="accent3"/>
    </dgm:fillClrLst>
    <dgm:linClrLst meth="repeat">
      <a:schemeClr val="lt1"/>
    </dgm:linClrLst>
    <dgm:effectClrLst/>
    <dgm:txLinClrLst/>
    <dgm:txFillClrLst/>
    <dgm:txEffectClrLst/>
  </dgm:styleLbl>
  <dgm:styleLbl name="asst3">
    <dgm:fillClrLst>
      <a:schemeClr val="accent4"/>
    </dgm:fillClrLst>
    <dgm:linClrLst meth="repeat">
      <a:schemeClr val="lt1"/>
    </dgm:linClrLst>
    <dgm:effectClrLst/>
    <dgm:txLinClrLst/>
    <dgm:txFillClrLst/>
    <dgm:txEffectClrLst/>
  </dgm:styleLbl>
  <dgm:styleLbl name="asst4">
    <dgm:fillClrLst>
      <a:schemeClr val="accent5"/>
    </dgm:fillClrLst>
    <dgm:linClrLst meth="repeat">
      <a:schemeClr val="lt1"/>
    </dgm:linClrLst>
    <dgm:effectClrLst/>
    <dgm:txLinClrLst/>
    <dgm:txFillClrLst/>
    <dgm:txEffectClrLst/>
  </dgm:styleLbl>
  <dgm:styleLbl name="parChTrans2D1">
    <dgm:fillClrLst meth="repeat">
      <a:schemeClr val="accent2"/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parChTrans2D2">
    <dgm:fillClrLst meth="repeat">
      <a:schemeClr val="accent3"/>
    </dgm:fillClrLst>
    <dgm:linClrLst meth="repeat">
      <a:schemeClr val="lt1"/>
    </dgm:linClrLst>
    <dgm:effectClrLst/>
    <dgm:txLinClrLst/>
    <dgm:txFillClrLst/>
    <dgm:txEffectClrLst/>
  </dgm:styleLbl>
  <dgm:styleLbl name="parChTrans2D3">
    <dgm:fillClrLst meth="repeat">
      <a:schemeClr val="accent4"/>
    </dgm:fillClrLst>
    <dgm:linClrLst meth="repeat">
      <a:schemeClr val="lt1"/>
    </dgm:linClrLst>
    <dgm:effectClrLst/>
    <dgm:txLinClrLst/>
    <dgm:txFillClrLst/>
    <dgm:txEffectClrLst/>
  </dgm:styleLbl>
  <dgm:styleLbl name="parChTrans2D4">
    <dgm:fillClrLst meth="repeat">
      <a:schemeClr val="accent5"/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parChTrans1D1">
    <dgm:fillClrLst meth="repeat">
      <a:schemeClr val="accent2"/>
    </dgm:fillClrLst>
    <dgm:linClrLst meth="repeat">
      <a:schemeClr val="accent1"/>
    </dgm:linClrLst>
    <dgm:effectClrLst/>
    <dgm:txLinClrLst/>
    <dgm:txFillClrLst meth="repeat">
      <a:schemeClr val="tx1"/>
    </dgm:txFillClrLst>
    <dgm:txEffectClrLst/>
  </dgm:styleLbl>
  <dgm:styleLbl name="parChTrans1D2">
    <dgm:fillClrLst meth="repeat">
      <a:schemeClr val="accent3">
        <a:tint val="90000"/>
      </a:schemeClr>
    </dgm:fillClrLst>
    <dgm:linClrLst meth="repeat">
      <a:schemeClr val="accent2"/>
    </dgm:linClrLst>
    <dgm:effectClrLst/>
    <dgm:txLinClrLst/>
    <dgm:txFillClrLst meth="repeat">
      <a:schemeClr val="tx1"/>
    </dgm:txFillClrLst>
    <dgm:txEffectClrLst/>
  </dgm:styleLbl>
  <dgm:styleLbl name="parChTrans1D3">
    <dgm:fillClrLst meth="repeat">
      <a:schemeClr val="accent4">
        <a:tint val="70000"/>
      </a:schemeClr>
    </dgm:fillClrLst>
    <dgm:linClrLst meth="repeat">
      <a:schemeClr val="accent3"/>
    </dgm:linClrLst>
    <dgm:effectClrLst/>
    <dgm:txLinClrLst/>
    <dgm:txFillClrLst meth="repeat">
      <a:schemeClr val="tx1"/>
    </dgm:txFillClrLst>
    <dgm:txEffectClrLst/>
  </dgm:styleLbl>
  <dgm:styleLbl name="parChTrans1D4">
    <dgm:fillClrLst meth="repeat">
      <a:schemeClr val="accent5">
        <a:tint val="50000"/>
      </a:schemeClr>
    </dgm:fillClrLst>
    <dgm:linClrLst meth="repeat">
      <a:schemeClr val="accent4"/>
    </dgm:linClrLst>
    <dgm:effectClrLst/>
    <dgm:txLinClrLst/>
    <dgm:txFillClrLst meth="repeat">
      <a:schemeClr val="tx1"/>
    </dgm:txFillClrLst>
    <dgm:txEffectClrLst/>
  </dgm:styleLbl>
  <dgm:styleLbl name="fgAcc1">
    <dgm:fillClrLst meth="repeat">
      <a:schemeClr val="lt1">
        <a:alpha val="90000"/>
      </a:schemeClr>
    </dgm:fillClrLst>
    <dgm:linClrLst meth="repeat">
      <a:schemeClr val="accent2"/>
      <a:schemeClr val="accent3"/>
      <a:schemeClr val="accent4"/>
      <a:schemeClr val="accent5"/>
      <a:schemeClr val="accent6"/>
    </dgm:linClrLst>
    <dgm:effectClrLst/>
    <dgm:txLinClrLst/>
    <dgm:txFillClrLst meth="repeat">
      <a:schemeClr val="dk1"/>
    </dgm:txFillClrLst>
    <dgm:txEffectClrLst/>
  </dgm:styleLbl>
  <dgm:styleLbl name="conFgAcc1">
    <dgm:fillClrLst meth="repeat">
      <a:schemeClr val="lt1">
        <a:alpha val="90000"/>
      </a:schemeClr>
    </dgm:fillClrLst>
    <dgm:linClrLst meth="repeat">
      <a:schemeClr val="accent2"/>
      <a:schemeClr val="accent3"/>
      <a:schemeClr val="accent4"/>
      <a:schemeClr val="accent5"/>
      <a:schemeClr val="accent6"/>
    </dgm:linClrLst>
    <dgm:effectClrLst/>
    <dgm:txLinClrLst/>
    <dgm:txFillClrLst meth="repeat">
      <a:schemeClr val="dk1"/>
    </dgm:txFillClrLst>
    <dgm:txEffectClrLst/>
  </dgm:styleLbl>
  <dgm:styleLbl name="alignAcc1">
    <dgm:fillClrLst meth="repeat">
      <a:schemeClr val="lt1">
        <a:alpha val="90000"/>
      </a:schemeClr>
    </dgm:fillClrLst>
    <dgm:linClrLst meth="repeat">
      <a:schemeClr val="accent2"/>
      <a:schemeClr val="accent3"/>
      <a:schemeClr val="accent4"/>
      <a:schemeClr val="accent5"/>
      <a:schemeClr val="accent6"/>
    </dgm:linClrLst>
    <dgm:effectClrLst/>
    <dgm:txLinClrLst/>
    <dgm:txFillClrLst meth="repeat">
      <a:schemeClr val="dk1"/>
    </dgm:txFillClrLst>
    <dgm:txEffectClrLst/>
  </dgm:styleLbl>
  <dgm:styleLbl name="trAlignAcc1">
    <dgm:fillClrLst meth="repeat">
      <a:schemeClr val="lt1">
        <a:alpha val="4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bgAcc1">
    <dgm:fillClrLst meth="repeat">
      <a:schemeClr val="lt1">
        <a:alpha val="90000"/>
      </a:schemeClr>
    </dgm:fillClrLst>
    <dgm:linClrLst meth="repeat">
      <a:schemeClr val="accent2"/>
      <a:schemeClr val="accent3"/>
      <a:schemeClr val="accent4"/>
      <a:schemeClr val="accent5"/>
      <a:schemeClr val="accent6"/>
    </dgm:linClrLst>
    <dgm:effectClrLst/>
    <dgm:txLinClrLst/>
    <dgm:txFillClrLst meth="repeat">
      <a:schemeClr val="dk1"/>
    </dgm:txFillClrLst>
    <dgm:txEffectClrLst/>
  </dgm:styleLbl>
  <dgm:styleLbl name="solidFgAcc1">
    <dgm:fillClrLst meth="repeat">
      <a:schemeClr val="lt1"/>
    </dgm:fillClrLst>
    <dgm:linClrLst meth="repeat">
      <a:schemeClr val="accent2"/>
      <a:schemeClr val="accent3"/>
      <a:schemeClr val="accent4"/>
      <a:schemeClr val="accent5"/>
      <a:schemeClr val="accent6"/>
    </dgm:linClrLst>
    <dgm:effectClrLst/>
    <dgm:txLinClrLst/>
    <dgm:txFillClrLst meth="repeat">
      <a:schemeClr val="dk1"/>
    </dgm:txFillClrLst>
    <dgm:txEffectClrLst/>
  </dgm:styleLbl>
  <dgm:styleLbl name="solidAlignAcc1">
    <dgm:fillClrLst meth="repeat">
      <a:schemeClr val="lt1"/>
    </dgm:fillClrLst>
    <dgm:linClrLst meth="repeat">
      <a:schemeClr val="accent2"/>
      <a:schemeClr val="accent3"/>
      <a:schemeClr val="accent4"/>
      <a:schemeClr val="accent5"/>
      <a:schemeClr val="accent6"/>
    </dgm:linClrLst>
    <dgm:effectClrLst/>
    <dgm:txLinClrLst/>
    <dgm:txFillClrLst meth="repeat">
      <a:schemeClr val="dk1"/>
    </dgm:txFillClrLst>
    <dgm:txEffectClrLst/>
  </dgm:styleLbl>
  <dgm:styleLbl name="solidBgAcc1">
    <dgm:fillClrLst meth="repeat">
      <a:schemeClr val="lt1"/>
    </dgm:fillClrLst>
    <dgm:linClrLst meth="repeat">
      <a:schemeClr val="accent2"/>
      <a:schemeClr val="accent3"/>
      <a:schemeClr val="accent4"/>
      <a:schemeClr val="accent5"/>
      <a:schemeClr val="accent6"/>
    </dgm:linClrLst>
    <dgm:effectClrLst/>
    <dgm:txLinClrLst/>
    <dgm:txFillClrLst meth="repeat">
      <a:schemeClr val="dk1"/>
    </dgm:txFillClrLst>
    <dgm:txEffectClrLst/>
  </dgm:styleLbl>
  <dgm:styleLbl name="fgAccFollowNode1">
    <dgm:fillClrLst meth="repeat">
      <a:schemeClr val="accent2">
        <a:tint val="40000"/>
        <a:alpha val="90000"/>
      </a:schemeClr>
      <a:schemeClr val="accent3">
        <a:tint val="40000"/>
        <a:alpha val="90000"/>
      </a:schemeClr>
      <a:schemeClr val="accent4">
        <a:tint val="40000"/>
        <a:alpha val="90000"/>
      </a:schemeClr>
      <a:schemeClr val="accent5">
        <a:tint val="40000"/>
        <a:alpha val="90000"/>
      </a:schemeClr>
      <a:schemeClr val="accent6">
        <a:tint val="40000"/>
        <a:alpha val="90000"/>
      </a:schemeClr>
    </dgm:fillClrLst>
    <dgm:linClrLst meth="repeat">
      <a:schemeClr val="accent2">
        <a:tint val="40000"/>
        <a:alpha val="90000"/>
      </a:schemeClr>
      <a:schemeClr val="accent3">
        <a:tint val="40000"/>
        <a:alpha val="90000"/>
      </a:schemeClr>
      <a:schemeClr val="accent4">
        <a:tint val="40000"/>
        <a:alpha val="90000"/>
      </a:schemeClr>
      <a:schemeClr val="accent5">
        <a:tint val="40000"/>
        <a:alpha val="90000"/>
      </a:schemeClr>
      <a:schemeClr val="accent6">
        <a:tint val="40000"/>
        <a:alpha val="90000"/>
      </a:schemeClr>
    </dgm:linClrLst>
    <dgm:effectClrLst/>
    <dgm:txLinClrLst/>
    <dgm:txFillClrLst meth="repeat">
      <a:schemeClr val="dk1"/>
    </dgm:txFillClrLst>
    <dgm:txEffectClrLst/>
  </dgm:styleLbl>
  <dgm:styleLbl name="alignAccFollowNode1">
    <dgm:fillClrLst meth="repeat">
      <a:schemeClr val="accent2">
        <a:tint val="40000"/>
        <a:alpha val="90000"/>
      </a:schemeClr>
      <a:schemeClr val="accent3">
        <a:tint val="40000"/>
        <a:alpha val="90000"/>
      </a:schemeClr>
      <a:schemeClr val="accent4">
        <a:tint val="40000"/>
        <a:alpha val="90000"/>
      </a:schemeClr>
      <a:schemeClr val="accent5">
        <a:tint val="40000"/>
        <a:alpha val="90000"/>
      </a:schemeClr>
      <a:schemeClr val="accent6">
        <a:tint val="40000"/>
        <a:alpha val="90000"/>
      </a:schemeClr>
    </dgm:fillClrLst>
    <dgm:linClrLst meth="repeat">
      <a:schemeClr val="accent2">
        <a:tint val="40000"/>
        <a:alpha val="90000"/>
      </a:schemeClr>
      <a:schemeClr val="accent3">
        <a:tint val="40000"/>
        <a:alpha val="90000"/>
      </a:schemeClr>
      <a:schemeClr val="accent4">
        <a:tint val="40000"/>
        <a:alpha val="90000"/>
      </a:schemeClr>
      <a:schemeClr val="accent5">
        <a:tint val="40000"/>
        <a:alpha val="90000"/>
      </a:schemeClr>
      <a:schemeClr val="accent6">
        <a:tint val="40000"/>
        <a:alpha val="90000"/>
      </a:schemeClr>
    </dgm:linClrLst>
    <dgm:effectClrLst/>
    <dgm:txLinClrLst/>
    <dgm:txFillClrLst meth="repeat">
      <a:schemeClr val="dk1"/>
    </dgm:txFillClrLst>
    <dgm:txEffectClrLst/>
  </dgm:styleLbl>
  <dgm:styleLbl name="bgAccFollowNode1">
    <dgm:fillClrLst meth="repeat">
      <a:schemeClr val="accent2">
        <a:tint val="40000"/>
        <a:alpha val="90000"/>
      </a:schemeClr>
      <a:schemeClr val="accent3">
        <a:tint val="40000"/>
        <a:alpha val="90000"/>
      </a:schemeClr>
      <a:schemeClr val="accent4">
        <a:tint val="40000"/>
        <a:alpha val="90000"/>
      </a:schemeClr>
      <a:schemeClr val="accent5">
        <a:tint val="40000"/>
        <a:alpha val="90000"/>
      </a:schemeClr>
      <a:schemeClr val="accent6">
        <a:tint val="40000"/>
        <a:alpha val="90000"/>
      </a:schemeClr>
    </dgm:fillClrLst>
    <dgm:linClrLst meth="repeat">
      <a:schemeClr val="accent2">
        <a:tint val="40000"/>
        <a:alpha val="90000"/>
      </a:schemeClr>
      <a:schemeClr val="accent3">
        <a:tint val="40000"/>
        <a:alpha val="90000"/>
      </a:schemeClr>
      <a:schemeClr val="accent4">
        <a:tint val="40000"/>
        <a:alpha val="90000"/>
      </a:schemeClr>
      <a:schemeClr val="accent5">
        <a:tint val="40000"/>
        <a:alpha val="90000"/>
      </a:schemeClr>
      <a:schemeClr val="accent6">
        <a:tint val="40000"/>
        <a:alpha val="90000"/>
      </a:schemeClr>
    </dgm:linClrLst>
    <dgm:effectClrLst/>
    <dgm:txLinClrLst/>
    <dgm:txFillClrLst meth="repeat">
      <a:schemeClr val="dk1"/>
    </dgm:txFillClrLst>
    <dgm:txEffectClrLst/>
  </dgm:styleLbl>
  <dgm:styleLbl name="fgAcc0">
    <dgm:fillClrLst meth="repeat">
      <a:schemeClr val="lt1">
        <a:alpha val="90000"/>
      </a:schemeClr>
    </dgm:fillClrLst>
    <dgm:linClrLst>
      <a:schemeClr val="accent1"/>
    </dgm:linClrLst>
    <dgm:effectClrLst/>
    <dgm:txLinClrLst/>
    <dgm:txFillClrLst meth="repeat">
      <a:schemeClr val="dk1"/>
    </dgm:txFillClrLst>
    <dgm:txEffectClrLst/>
  </dgm:styleLbl>
  <dgm:styleLbl name="fgAcc2">
    <dgm:fillClrLst meth="repeat">
      <a:schemeClr val="lt1">
        <a:alpha val="90000"/>
      </a:schemeClr>
    </dgm:fillClrLst>
    <dgm:linClrLst>
      <a:schemeClr val="accent2"/>
    </dgm:linClrLst>
    <dgm:effectClrLst/>
    <dgm:txLinClrLst/>
    <dgm:txFillClrLst meth="repeat">
      <a:schemeClr val="dk1"/>
    </dgm:txFillClrLst>
    <dgm:txEffectClrLst/>
  </dgm:styleLbl>
  <dgm:styleLbl name="fgAcc3">
    <dgm:fillClrLst meth="repeat">
      <a:schemeClr val="lt1">
        <a:alpha val="90000"/>
      </a:schemeClr>
    </dgm:fillClrLst>
    <dgm:linClrLst>
      <a:schemeClr val="accent3"/>
    </dgm:linClrLst>
    <dgm:effectClrLst/>
    <dgm:txLinClrLst/>
    <dgm:txFillClrLst meth="repeat">
      <a:schemeClr val="dk1"/>
    </dgm:txFillClrLst>
    <dgm:txEffectClrLst/>
  </dgm:styleLbl>
  <dgm:styleLbl name="fgAcc4">
    <dgm:fillClrLst meth="repeat">
      <a:schemeClr val="lt1">
        <a:alpha val="90000"/>
      </a:schemeClr>
    </dgm:fillClrLst>
    <dgm:linClrLst>
      <a:schemeClr val="accent4"/>
    </dgm:linClrLst>
    <dgm:effectClrLst/>
    <dgm:txLinClrLst/>
    <dgm:txFillClrLst meth="repeat">
      <a:schemeClr val="dk1"/>
    </dgm:txFillClrLst>
    <dgm:txEffectClrLst/>
  </dgm:styleLbl>
  <dgm:styleLbl name="bgShp">
    <dgm:fillClrLst meth="repeat">
      <a:schemeClr val="accent2"/>
      <a:schemeClr val="accent3"/>
      <a:schemeClr val="accent4"/>
      <a:schemeClr val="accent5"/>
      <a:schemeClr val="accent6"/>
    </dgm:fillClrLst>
    <dgm:linClrLst meth="repeat">
      <a:schemeClr val="lt1">
        <a:alpha val="0"/>
      </a:schemeClr>
    </dgm:linClrLst>
    <dgm:effectClrLst/>
    <dgm:txLinClrLst/>
    <dgm:txFillClrLst/>
    <dgm:txEffectClrLst/>
  </dgm:styleLbl>
  <dgm:styleLbl name="dkBgShp">
    <dgm:fillClrLst meth="repeat">
      <a:schemeClr val="accent2">
        <a:shade val="90000"/>
      </a:schemeClr>
    </dgm:fillClrLst>
    <dgm:linClrLst meth="repeat">
      <a:schemeClr val="dk1"/>
    </dgm:linClrLst>
    <dgm:effectClrLst/>
    <dgm:txLinClrLst/>
    <dgm:txFillClrLst meth="repeat">
      <a:schemeClr val="lt1"/>
    </dgm:txFillClrLst>
    <dgm:txEffectClrLst/>
  </dgm:styleLbl>
  <dgm:styleLbl name="trBgShp">
    <dgm:fillClrLst meth="repeat">
      <a:schemeClr val="accent1">
        <a:tint val="50000"/>
        <a:alpha val="40000"/>
      </a:schemeClr>
    </dgm:fillClrLst>
    <dgm:linClrLst meth="repeat">
      <a:schemeClr val="accent2"/>
    </dgm:linClrLst>
    <dgm:effectClrLst/>
    <dgm:txLinClrLst/>
    <dgm:txFillClrLst meth="repeat">
      <a:schemeClr val="lt1"/>
    </dgm:txFillClrLst>
    <dgm:txEffectClrLst/>
  </dgm:styleLbl>
  <dgm:styleLbl name="fgShp">
    <dgm:fillClrLst meth="repeat">
      <a:schemeClr val="accent2">
        <a:tint val="40000"/>
      </a:schemeClr>
    </dgm:fillClrLst>
    <dgm:linClrLst meth="repeat">
      <a:schemeClr val="lt1"/>
    </dgm:linClrLst>
    <dgm:effectClrLst/>
    <dgm:txLinClrLst/>
    <dgm:txFillClrLst meth="repeat">
      <a:schemeClr val="dk1"/>
    </dgm:txFillClrLst>
    <dgm:txEffectClrLst/>
  </dgm:styleLbl>
  <dgm:styleLbl name="revTx">
    <dgm:fillClrLst meth="repeat">
      <a:schemeClr val="lt1">
        <a:alpha val="0"/>
      </a:schemeClr>
    </dgm:fillClrLst>
    <dgm:linClrLst meth="repeat">
      <a:schemeClr val="dk1">
        <a:alpha val="0"/>
      </a:schemeClr>
    </dgm:linClrLst>
    <dgm:effectClrLst/>
    <dgm:txLinClrLst/>
    <dgm:txFillClrLst meth="repeat">
      <a:schemeClr val="bg1"/>
    </dgm:txFillClrLst>
    <dgm:txEffectClrLst/>
  </dgm:styleLbl>
</dgm:colorsDef>
</file>

<file path=ppt/diagrams/colors9.xml><?xml version="1.0" encoding="utf-8"?>
<dgm:colorsDef xmlns:dgm="http://schemas.openxmlformats.org/drawingml/2006/diagram" xmlns:a="http://schemas.openxmlformats.org/drawingml/2006/main" uniqueId="urn:microsoft.com/office/officeart/2005/8/colors/colorful2">
  <dgm:title val=""/>
  <dgm:desc val=""/>
  <dgm:catLst>
    <dgm:cat type="colorful" pri="10200"/>
  </dgm:catLst>
  <dgm:styleLbl name="node0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node1">
    <dgm:fillClrLst>
      <a:schemeClr val="accent2"/>
      <a:schemeClr val="accent3"/>
    </dgm:fillClrLst>
    <dgm:linClrLst meth="repeat">
      <a:schemeClr val="lt1"/>
    </dgm:linClrLst>
    <dgm:effectClrLst/>
    <dgm:txLinClrLst/>
    <dgm:txFillClrLst/>
    <dgm:txEffectClrLst/>
  </dgm:styleLbl>
  <dgm:styleLbl name="alignNode1">
    <dgm:fillClrLst>
      <a:schemeClr val="accent2"/>
      <a:schemeClr val="accent3"/>
    </dgm:fillClrLst>
    <dgm:linClrLst>
      <a:schemeClr val="accent2"/>
      <a:schemeClr val="accent3"/>
    </dgm:linClrLst>
    <dgm:effectClrLst/>
    <dgm:txLinClrLst/>
    <dgm:txFillClrLst/>
    <dgm:txEffectClrLst/>
  </dgm:styleLbl>
  <dgm:styleLbl name="lnNode1">
    <dgm:fillClrLst>
      <a:schemeClr val="accent2"/>
      <a:schemeClr val="accent3"/>
    </dgm:fillClrLst>
    <dgm:linClrLst meth="repeat">
      <a:schemeClr val="lt1"/>
    </dgm:linClrLst>
    <dgm:effectClrLst/>
    <dgm:txLinClrLst/>
    <dgm:txFillClrLst/>
    <dgm:txEffectClrLst/>
  </dgm:styleLbl>
  <dgm:styleLbl name="vennNode1">
    <dgm:fillClrLst>
      <a:schemeClr val="accent2">
        <a:alpha val="50000"/>
      </a:schemeClr>
      <a:schemeClr val="accent3">
        <a:alpha val="50000"/>
      </a:schemeClr>
    </dgm:fillClrLst>
    <dgm:linClrLst meth="repeat">
      <a:schemeClr val="lt1"/>
    </dgm:linClrLst>
    <dgm:effectClrLst/>
    <dgm:txLinClrLst/>
    <dgm:txFillClrLst/>
    <dgm:txEffectClrLst/>
  </dgm:styleLbl>
  <dgm:styleLbl name="node2">
    <dgm:fillClrLst>
      <a:schemeClr val="accent3"/>
    </dgm:fillClrLst>
    <dgm:linClrLst meth="repeat">
      <a:schemeClr val="lt1"/>
    </dgm:linClrLst>
    <dgm:effectClrLst/>
    <dgm:txLinClrLst/>
    <dgm:txFillClrLst/>
    <dgm:txEffectClrLst/>
  </dgm:styleLbl>
  <dgm:styleLbl name="node3">
    <dgm:fillClrLst>
      <a:schemeClr val="accent4"/>
    </dgm:fillClrLst>
    <dgm:linClrLst meth="repeat">
      <a:schemeClr val="lt1"/>
    </dgm:linClrLst>
    <dgm:effectClrLst/>
    <dgm:txLinClrLst/>
    <dgm:txFillClrLst/>
    <dgm:txEffectClrLst/>
  </dgm:styleLbl>
  <dgm:styleLbl name="node4">
    <dgm:fillClrLst>
      <a:schemeClr val="accent5"/>
    </dgm:fillClrLst>
    <dgm:linClrLst meth="repeat">
      <a:schemeClr val="lt1"/>
    </dgm:linClrLst>
    <dgm:effectClrLst/>
    <dgm:txLinClrLst/>
    <dgm:txFillClrLst/>
    <dgm:txEffectClrLst/>
  </dgm:styleLbl>
  <dgm:styleLbl name="fgImgPlace1">
    <dgm:fillClrLst>
      <a:schemeClr val="accent2">
        <a:tint val="50000"/>
      </a:schemeClr>
      <a:schemeClr val="accent3">
        <a:tint val="50000"/>
      </a:schemeClr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alignImgPlace1">
    <dgm:fillClrLst>
      <a:schemeClr val="accent2">
        <a:tint val="50000"/>
      </a:schemeClr>
      <a:schemeClr val="accent3">
        <a:tint val="20000"/>
      </a:schemeClr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bgImgPlace1">
    <dgm:fillClrLst>
      <a:schemeClr val="accent2">
        <a:tint val="50000"/>
      </a:schemeClr>
      <a:schemeClr val="accent3">
        <a:tint val="20000"/>
      </a:schemeClr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sibTrans2D1">
    <dgm:fillClrLst>
      <a:schemeClr val="accent2"/>
      <a:schemeClr val="accent3"/>
    </dgm:fillClrLst>
    <dgm:linClrLst meth="repeat">
      <a:schemeClr val="lt1"/>
    </dgm:linClrLst>
    <dgm:effectClrLst/>
    <dgm:txLinClrLst/>
    <dgm:txFillClrLst/>
    <dgm:txEffectClrLst/>
  </dgm:styleLbl>
  <dgm:styleLbl name="fgSibTrans2D1">
    <dgm:fillClrLst>
      <a:schemeClr val="accent2"/>
      <a:schemeClr val="accent3"/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bgSibTrans2D1">
    <dgm:fillClrLst>
      <a:schemeClr val="accent2"/>
      <a:schemeClr val="accent3"/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sibTrans1D1">
    <dgm:fillClrLst/>
    <dgm:linClrLst>
      <a:schemeClr val="accent2"/>
      <a:schemeClr val="accent3"/>
    </dgm:linClrLst>
    <dgm:effectClrLst/>
    <dgm:txLinClrLst/>
    <dgm:txFillClrLst meth="repeat">
      <a:schemeClr val="tx1"/>
    </dgm:txFillClrLst>
    <dgm:txEffectClrLst/>
  </dgm:styleLbl>
  <dgm:styleLbl name="callout">
    <dgm:fillClrLst meth="repeat">
      <a:schemeClr val="accent2"/>
    </dgm:fillClrLst>
    <dgm:linClrLst meth="repeat">
      <a:schemeClr val="accent2">
        <a:tint val="50000"/>
      </a:schemeClr>
    </dgm:linClrLst>
    <dgm:effectClrLst/>
    <dgm:txLinClrLst/>
    <dgm:txFillClrLst meth="repeat">
      <a:schemeClr val="tx1"/>
    </dgm:txFillClrLst>
    <dgm:txEffectClrLst/>
  </dgm:styleLbl>
  <dgm:styleLbl name="asst0">
    <dgm:fillClrLst meth="repeat">
      <a:schemeClr val="accent2"/>
    </dgm:fillClrLst>
    <dgm:linClrLst meth="repeat">
      <a:schemeClr val="lt1">
        <a:shade val="80000"/>
      </a:schemeClr>
    </dgm:linClrLst>
    <dgm:effectClrLst/>
    <dgm:txLinClrLst/>
    <dgm:txFillClrLst/>
    <dgm:txEffectClrLst/>
  </dgm:styleLbl>
  <dgm:styleLbl name="asst1">
    <dgm:fillClrLst meth="repeat">
      <a:schemeClr val="accent3"/>
    </dgm:fillClrLst>
    <dgm:linClrLst meth="repeat">
      <a:schemeClr val="lt1">
        <a:shade val="80000"/>
      </a:schemeClr>
    </dgm:linClrLst>
    <dgm:effectClrLst/>
    <dgm:txLinClrLst/>
    <dgm:txFillClrLst/>
    <dgm:txEffectClrLst/>
  </dgm:styleLbl>
  <dgm:styleLbl name="asst2">
    <dgm:fillClrLst>
      <a:schemeClr val="accent4"/>
    </dgm:fillClrLst>
    <dgm:linClrLst meth="repeat">
      <a:schemeClr val="lt1"/>
    </dgm:linClrLst>
    <dgm:effectClrLst/>
    <dgm:txLinClrLst/>
    <dgm:txFillClrLst/>
    <dgm:txEffectClrLst/>
  </dgm:styleLbl>
  <dgm:styleLbl name="asst3">
    <dgm:fillClrLst>
      <a:schemeClr val="accent5"/>
    </dgm:fillClrLst>
    <dgm:linClrLst meth="repeat">
      <a:schemeClr val="lt1"/>
    </dgm:linClrLst>
    <dgm:effectClrLst/>
    <dgm:txLinClrLst/>
    <dgm:txFillClrLst/>
    <dgm:txEffectClrLst/>
  </dgm:styleLbl>
  <dgm:styleLbl name="asst4">
    <dgm:fillClrLst>
      <a:schemeClr val="accent6"/>
    </dgm:fillClrLst>
    <dgm:linClrLst meth="repeat">
      <a:schemeClr val="lt1"/>
    </dgm:linClrLst>
    <dgm:effectClrLst/>
    <dgm:txLinClrLst/>
    <dgm:txFillClrLst/>
    <dgm:txEffectClrLst/>
  </dgm:styleLbl>
  <dgm:styleLbl name="parChTrans2D1">
    <dgm:fillClrLst meth="repeat">
      <a:schemeClr val="accent2"/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parChTrans2D2">
    <dgm:fillClrLst meth="repeat">
      <a:schemeClr val="accent3"/>
    </dgm:fillClrLst>
    <dgm:linClrLst meth="repeat">
      <a:schemeClr val="lt1"/>
    </dgm:linClrLst>
    <dgm:effectClrLst/>
    <dgm:txLinClrLst/>
    <dgm:txFillClrLst/>
    <dgm:txEffectClrLst/>
  </dgm:styleLbl>
  <dgm:styleLbl name="parChTrans2D3">
    <dgm:fillClrLst meth="repeat">
      <a:schemeClr val="accent4"/>
    </dgm:fillClrLst>
    <dgm:linClrLst meth="repeat">
      <a:schemeClr val="lt1"/>
    </dgm:linClrLst>
    <dgm:effectClrLst/>
    <dgm:txLinClrLst/>
    <dgm:txFillClrLst/>
    <dgm:txEffectClrLst/>
  </dgm:styleLbl>
  <dgm:styleLbl name="parChTrans2D4">
    <dgm:fillClrLst meth="repeat">
      <a:schemeClr val="accent5"/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parChTrans1D1">
    <dgm:fillClrLst meth="repeat">
      <a:schemeClr val="accent2"/>
    </dgm:fillClrLst>
    <dgm:linClrLst meth="repeat">
      <a:schemeClr val="accent2"/>
    </dgm:linClrLst>
    <dgm:effectClrLst/>
    <dgm:txLinClrLst/>
    <dgm:txFillClrLst meth="repeat">
      <a:schemeClr val="tx1"/>
    </dgm:txFillClrLst>
    <dgm:txEffectClrLst/>
  </dgm:styleLbl>
  <dgm:styleLbl name="parChTrans1D2">
    <dgm:fillClrLst meth="repeat">
      <a:schemeClr val="accent2">
        <a:tint val="90000"/>
      </a:schemeClr>
    </dgm:fillClrLst>
    <dgm:linClrLst meth="repeat">
      <a:schemeClr val="accent3"/>
    </dgm:linClrLst>
    <dgm:effectClrLst/>
    <dgm:txLinClrLst/>
    <dgm:txFillClrLst meth="repeat">
      <a:schemeClr val="tx1"/>
    </dgm:txFillClrLst>
    <dgm:txEffectClrLst/>
  </dgm:styleLbl>
  <dgm:styleLbl name="parChTrans1D3">
    <dgm:fillClrLst meth="repeat">
      <a:schemeClr val="accent2">
        <a:tint val="70000"/>
      </a:schemeClr>
    </dgm:fillClrLst>
    <dgm:linClrLst meth="repeat">
      <a:schemeClr val="accent4"/>
    </dgm:linClrLst>
    <dgm:effectClrLst/>
    <dgm:txLinClrLst/>
    <dgm:txFillClrLst meth="repeat">
      <a:schemeClr val="tx1"/>
    </dgm:txFillClrLst>
    <dgm:txEffectClrLst/>
  </dgm:styleLbl>
  <dgm:styleLbl name="parChTrans1D4">
    <dgm:fillClrLst meth="repeat">
      <a:schemeClr val="accent2">
        <a:tint val="50000"/>
      </a:schemeClr>
    </dgm:fillClrLst>
    <dgm:linClrLst meth="repeat">
      <a:schemeClr val="accent5"/>
    </dgm:linClrLst>
    <dgm:effectClrLst/>
    <dgm:txLinClrLst/>
    <dgm:txFillClrLst meth="repeat">
      <a:schemeClr val="tx1"/>
    </dgm:txFillClrLst>
    <dgm:txEffectClrLst/>
  </dgm:styleLbl>
  <dgm:styleLbl name="fgAcc1">
    <dgm:fillClrLst meth="repeat">
      <a:schemeClr val="lt1">
        <a:alpha val="90000"/>
      </a:schemeClr>
    </dgm:fillClrLst>
    <dgm:linClrLst>
      <a:schemeClr val="accent2"/>
      <a:schemeClr val="accent3"/>
    </dgm:linClrLst>
    <dgm:effectClrLst/>
    <dgm:txLinClrLst/>
    <dgm:txFillClrLst meth="repeat">
      <a:schemeClr val="dk1"/>
    </dgm:txFillClrLst>
    <dgm:txEffectClrLst/>
  </dgm:styleLbl>
  <dgm:styleLbl name="conFgAcc1">
    <dgm:fillClrLst meth="repeat">
      <a:schemeClr val="lt1">
        <a:alpha val="90000"/>
      </a:schemeClr>
    </dgm:fillClrLst>
    <dgm:linClrLst>
      <a:schemeClr val="accent2"/>
      <a:schemeClr val="accent3"/>
    </dgm:linClrLst>
    <dgm:effectClrLst/>
    <dgm:txLinClrLst/>
    <dgm:txFillClrLst meth="repeat">
      <a:schemeClr val="dk1"/>
    </dgm:txFillClrLst>
    <dgm:txEffectClrLst/>
  </dgm:styleLbl>
  <dgm:styleLbl name="alignAcc1">
    <dgm:fillClrLst meth="repeat">
      <a:schemeClr val="lt1">
        <a:alpha val="90000"/>
      </a:schemeClr>
    </dgm:fillClrLst>
    <dgm:linClrLst>
      <a:schemeClr val="accent2"/>
      <a:schemeClr val="accent3"/>
    </dgm:linClrLst>
    <dgm:effectClrLst/>
    <dgm:txLinClrLst/>
    <dgm:txFillClrLst meth="repeat">
      <a:schemeClr val="dk1"/>
    </dgm:txFillClrLst>
    <dgm:txEffectClrLst/>
  </dgm:styleLbl>
  <dgm:styleLbl name="trAlignAcc1">
    <dgm:fillClrLst meth="repeat">
      <a:schemeClr val="lt1">
        <a:alpha val="40000"/>
      </a:schemeClr>
    </dgm:fillClrLst>
    <dgm:linClrLst meth="repeat">
      <a:schemeClr val="accent2"/>
    </dgm:linClrLst>
    <dgm:effectClrLst/>
    <dgm:txLinClrLst/>
    <dgm:txFillClrLst meth="repeat">
      <a:schemeClr val="dk1"/>
    </dgm:txFillClrLst>
    <dgm:txEffectClrLst/>
  </dgm:styleLbl>
  <dgm:styleLbl name="bgAcc1">
    <dgm:fillClrLst meth="repeat">
      <a:schemeClr val="lt1">
        <a:alpha val="90000"/>
      </a:schemeClr>
    </dgm:fillClrLst>
    <dgm:linClrLst>
      <a:schemeClr val="accent2"/>
      <a:schemeClr val="accent3"/>
    </dgm:linClrLst>
    <dgm:effectClrLst/>
    <dgm:txLinClrLst/>
    <dgm:txFillClrLst meth="repeat">
      <a:schemeClr val="dk1"/>
    </dgm:txFillClrLst>
    <dgm:txEffectClrLst/>
  </dgm:styleLbl>
  <dgm:styleLbl name="solidFgAcc1">
    <dgm:fillClrLst meth="repeat">
      <a:schemeClr val="lt1"/>
    </dgm:fillClrLst>
    <dgm:linClrLst>
      <a:schemeClr val="accent2"/>
      <a:schemeClr val="accent3"/>
    </dgm:linClrLst>
    <dgm:effectClrLst/>
    <dgm:txLinClrLst/>
    <dgm:txFillClrLst meth="repeat">
      <a:schemeClr val="dk1"/>
    </dgm:txFillClrLst>
    <dgm:txEffectClrLst/>
  </dgm:styleLbl>
  <dgm:styleLbl name="solidAlignAcc1">
    <dgm:fillClrLst meth="repeat">
      <a:schemeClr val="lt1"/>
    </dgm:fillClrLst>
    <dgm:linClrLst>
      <a:schemeClr val="accent2"/>
      <a:schemeClr val="accent3"/>
    </dgm:linClrLst>
    <dgm:effectClrLst/>
    <dgm:txLinClrLst/>
    <dgm:txFillClrLst meth="repeat">
      <a:schemeClr val="dk1"/>
    </dgm:txFillClrLst>
    <dgm:txEffectClrLst/>
  </dgm:styleLbl>
  <dgm:styleLbl name="solidBgAcc1">
    <dgm:fillClrLst meth="repeat">
      <a:schemeClr val="lt1"/>
    </dgm:fillClrLst>
    <dgm:linClrLst>
      <a:schemeClr val="accent2"/>
      <a:schemeClr val="accent3"/>
    </dgm:linClrLst>
    <dgm:effectClrLst/>
    <dgm:txLinClrLst/>
    <dgm:txFillClrLst meth="repeat">
      <a:schemeClr val="dk1"/>
    </dgm:txFillClrLst>
    <dgm:txEffectClrLst/>
  </dgm:styleLbl>
  <dgm:styleLbl name="fgAccFollowNode1">
    <dgm:fillClrLst>
      <a:schemeClr val="accent2">
        <a:tint val="40000"/>
        <a:alpha val="90000"/>
      </a:schemeClr>
      <a:schemeClr val="accent3">
        <a:tint val="40000"/>
        <a:alpha val="90000"/>
      </a:schemeClr>
    </dgm:fillClrLst>
    <dgm:linClrLst>
      <a:schemeClr val="accent2">
        <a:tint val="40000"/>
        <a:alpha val="90000"/>
      </a:schemeClr>
      <a:schemeClr val="accent3">
        <a:tint val="40000"/>
        <a:alpha val="90000"/>
      </a:schemeClr>
    </dgm:linClrLst>
    <dgm:effectClrLst/>
    <dgm:txLinClrLst/>
    <dgm:txFillClrLst meth="repeat">
      <a:schemeClr val="dk1"/>
    </dgm:txFillClrLst>
    <dgm:txEffectClrLst/>
  </dgm:styleLbl>
  <dgm:styleLbl name="alignAccFollowNode1">
    <dgm:fillClrLst>
      <a:schemeClr val="accent2">
        <a:tint val="40000"/>
        <a:alpha val="90000"/>
      </a:schemeClr>
      <a:schemeClr val="accent3">
        <a:tint val="40000"/>
        <a:alpha val="90000"/>
      </a:schemeClr>
    </dgm:fillClrLst>
    <dgm:linClrLst>
      <a:schemeClr val="accent2">
        <a:tint val="40000"/>
        <a:alpha val="90000"/>
      </a:schemeClr>
      <a:schemeClr val="accent3">
        <a:tint val="40000"/>
        <a:alpha val="90000"/>
      </a:schemeClr>
    </dgm:linClrLst>
    <dgm:effectClrLst/>
    <dgm:txLinClrLst/>
    <dgm:txFillClrLst meth="repeat">
      <a:schemeClr val="dk1"/>
    </dgm:txFillClrLst>
    <dgm:txEffectClrLst/>
  </dgm:styleLbl>
  <dgm:styleLbl name="bgAccFollowNode1">
    <dgm:fillClrLst>
      <a:schemeClr val="accent2">
        <a:tint val="40000"/>
        <a:alpha val="90000"/>
      </a:schemeClr>
      <a:schemeClr val="accent3">
        <a:tint val="40000"/>
        <a:alpha val="90000"/>
      </a:schemeClr>
    </dgm:fillClrLst>
    <dgm:linClrLst>
      <a:schemeClr val="accent2">
        <a:tint val="40000"/>
        <a:alpha val="90000"/>
      </a:schemeClr>
      <a:schemeClr val="accent3">
        <a:tint val="40000"/>
        <a:alpha val="90000"/>
      </a:schemeClr>
    </dgm:linClrLst>
    <dgm:effectClrLst/>
    <dgm:txLinClrLst/>
    <dgm:txFillClrLst meth="repeat">
      <a:schemeClr val="dk1"/>
    </dgm:txFillClrLst>
    <dgm:txEffectClrLst/>
  </dgm:styleLbl>
  <dgm:styleLbl name="fgAcc0">
    <dgm:fillClrLst meth="repeat">
      <a:schemeClr val="lt1">
        <a:alpha val="90000"/>
      </a:schemeClr>
    </dgm:fillClrLst>
    <dgm:linClrLst>
      <a:schemeClr val="accent1"/>
    </dgm:linClrLst>
    <dgm:effectClrLst/>
    <dgm:txLinClrLst/>
    <dgm:txFillClrLst meth="repeat">
      <a:schemeClr val="dk1"/>
    </dgm:txFillClrLst>
    <dgm:txEffectClrLst/>
  </dgm:styleLbl>
  <dgm:styleLbl name="fgAcc2">
    <dgm:fillClrLst meth="repeat">
      <a:schemeClr val="lt1">
        <a:alpha val="90000"/>
      </a:schemeClr>
    </dgm:fillClrLst>
    <dgm:linClrLst>
      <a:schemeClr val="accent3"/>
    </dgm:linClrLst>
    <dgm:effectClrLst/>
    <dgm:txLinClrLst/>
    <dgm:txFillClrLst meth="repeat">
      <a:schemeClr val="dk1"/>
    </dgm:txFillClrLst>
    <dgm:txEffectClrLst/>
  </dgm:styleLbl>
  <dgm:styleLbl name="fgAcc3">
    <dgm:fillClrLst meth="repeat">
      <a:schemeClr val="lt1">
        <a:alpha val="90000"/>
      </a:schemeClr>
    </dgm:fillClrLst>
    <dgm:linClrLst>
      <a:schemeClr val="accent4"/>
    </dgm:linClrLst>
    <dgm:effectClrLst/>
    <dgm:txLinClrLst/>
    <dgm:txFillClrLst meth="repeat">
      <a:schemeClr val="dk1"/>
    </dgm:txFillClrLst>
    <dgm:txEffectClrLst/>
  </dgm:styleLbl>
  <dgm:styleLbl name="fgAcc4">
    <dgm:fillClrLst meth="repeat">
      <a:schemeClr val="lt1">
        <a:alpha val="90000"/>
      </a:schemeClr>
    </dgm:fillClrLst>
    <dgm:linClrLst>
      <a:schemeClr val="accent5"/>
    </dgm:linClrLst>
    <dgm:effectClrLst/>
    <dgm:txLinClrLst/>
    <dgm:txFillClrLst meth="repeat">
      <a:schemeClr val="dk1"/>
    </dgm:txFillClrLst>
    <dgm:txEffectClrLst/>
  </dgm:styleLbl>
  <dgm:styleLbl name="bgShp">
    <dgm:fillClrLst meth="repeat">
      <a:schemeClr val="accent2">
        <a:tint val="40000"/>
      </a:schemeClr>
    </dgm:fillClrLst>
    <dgm:linClrLst meth="repeat">
      <a:schemeClr val="dk1"/>
    </dgm:linClrLst>
    <dgm:effectClrLst/>
    <dgm:txLinClrLst/>
    <dgm:txFillClrLst meth="repeat">
      <a:schemeClr val="dk1"/>
    </dgm:txFillClrLst>
    <dgm:txEffectClrLst/>
  </dgm:styleLbl>
  <dgm:styleLbl name="dkBgShp">
    <dgm:fillClrLst meth="repeat">
      <a:schemeClr val="accent2">
        <a:shade val="90000"/>
      </a:schemeClr>
    </dgm:fillClrLst>
    <dgm:linClrLst meth="repeat">
      <a:schemeClr val="dk1"/>
    </dgm:linClrLst>
    <dgm:effectClrLst/>
    <dgm:txLinClrLst/>
    <dgm:txFillClrLst meth="repeat">
      <a:schemeClr val="lt1"/>
    </dgm:txFillClrLst>
    <dgm:txEffectClrLst/>
  </dgm:styleLbl>
  <dgm:styleLbl name="trBgShp">
    <dgm:fillClrLst meth="repeat">
      <a:schemeClr val="accent2">
        <a:tint val="50000"/>
        <a:alpha val="40000"/>
      </a:schemeClr>
    </dgm:fillClrLst>
    <dgm:linClrLst meth="repeat">
      <a:schemeClr val="accent2"/>
    </dgm:linClrLst>
    <dgm:effectClrLst/>
    <dgm:txLinClrLst/>
    <dgm:txFillClrLst meth="repeat">
      <a:schemeClr val="lt1"/>
    </dgm:txFillClrLst>
    <dgm:txEffectClrLst/>
  </dgm:styleLbl>
  <dgm:styleLbl name="fgShp">
    <dgm:fillClrLst meth="repeat">
      <a:schemeClr val="accent2">
        <a:tint val="40000"/>
      </a:schemeClr>
    </dgm:fillClrLst>
    <dgm:linClrLst meth="repeat">
      <a:schemeClr val="lt1"/>
    </dgm:linClrLst>
    <dgm:effectClrLst/>
    <dgm:txLinClrLst/>
    <dgm:txFillClrLst meth="repeat">
      <a:schemeClr val="dk1"/>
    </dgm:txFillClrLst>
    <dgm:txEffectClrLst/>
  </dgm:styleLbl>
  <dgm:styleLbl name="revTx">
    <dgm:fillClrLst meth="repeat">
      <a:schemeClr val="lt1">
        <a:alpha val="0"/>
      </a:schemeClr>
    </dgm:fillClrLst>
    <dgm:linClrLst meth="repeat">
      <a:schemeClr val="dk1">
        <a:alpha val="0"/>
      </a:schemeClr>
    </dgm:linClrLst>
    <dgm:effectClrLst/>
    <dgm:txLinClrLst/>
    <dgm:txFillClrLst meth="repeat">
      <a:schemeClr val="tx1"/>
    </dgm:txFillClrLst>
    <dgm:txEffectClrLst/>
  </dgm:styleLbl>
</dgm:colorsDef>
</file>

<file path=ppt/diagrams/colors10.xml><?xml version="1.0" encoding="utf-8"?>
<dgm:colorsDef xmlns:dgm="http://schemas.openxmlformats.org/drawingml/2006/diagram" xmlns:a="http://schemas.openxmlformats.org/drawingml/2006/main" uniqueId="urn:microsoft.com/office/officeart/2005/8/colors/accent1_2">
  <dgm:title val=""/>
  <dgm:desc val=""/>
  <dgm:catLst>
    <dgm:cat type="accent1" pri="11200"/>
  </dgm:catLst>
  <dgm:styleLbl name="node0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alignNode1">
    <dgm:fillClrLst meth="repeat">
      <a:schemeClr val="accent1"/>
    </dgm:fillClrLst>
    <dgm:linClrLst meth="repeat">
      <a:schemeClr val="accent1"/>
    </dgm:linClrLst>
    <dgm:effectClrLst/>
    <dgm:txLinClrLst/>
    <dgm:txFillClrLst/>
    <dgm:txEffectClrLst/>
  </dgm:styleLbl>
  <dgm:styleLbl name="node1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lnNode1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vennNode1">
    <dgm:fillClrLst meth="repeat">
      <a:schemeClr val="accent1">
        <a:alpha val="50000"/>
      </a:schemeClr>
    </dgm:fillClrLst>
    <dgm:linClrLst meth="repeat">
      <a:schemeClr val="lt1"/>
    </dgm:linClrLst>
    <dgm:effectClrLst/>
    <dgm:txLinClrLst/>
    <dgm:txFillClrLst/>
    <dgm:txEffectClrLst/>
  </dgm:styleLbl>
  <dgm:styleLbl name="node2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node3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node4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fgImgPlace1">
    <dgm:fillClrLst meth="repeat">
      <a:schemeClr val="accent1">
        <a:tint val="50000"/>
      </a:schemeClr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alignImgPlace1">
    <dgm:fillClrLst meth="repeat">
      <a:schemeClr val="accent1">
        <a:tint val="50000"/>
      </a:schemeClr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bgImgPlace1">
    <dgm:fillClrLst meth="repeat">
      <a:schemeClr val="accent1">
        <a:tint val="50000"/>
      </a:schemeClr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sibTrans2D1">
    <dgm:fillClrLst meth="repeat">
      <a:schemeClr val="accent1">
        <a:tint val="60000"/>
      </a:schemeClr>
    </dgm:fillClrLst>
    <dgm:linClrLst meth="repeat">
      <a:schemeClr val="accent1">
        <a:tint val="60000"/>
      </a:schemeClr>
    </dgm:linClrLst>
    <dgm:effectClrLst/>
    <dgm:txLinClrLst/>
    <dgm:txFillClrLst/>
    <dgm:txEffectClrLst/>
  </dgm:styleLbl>
  <dgm:styleLbl name="fgSibTrans2D1">
    <dgm:fillClrLst meth="repeat">
      <a:schemeClr val="accent1">
        <a:tint val="60000"/>
      </a:schemeClr>
    </dgm:fillClrLst>
    <dgm:linClrLst meth="repeat">
      <a:schemeClr val="accent1">
        <a:tint val="60000"/>
      </a:schemeClr>
    </dgm:linClrLst>
    <dgm:effectClrLst/>
    <dgm:txLinClrLst/>
    <dgm:txFillClrLst/>
    <dgm:txEffectClrLst/>
  </dgm:styleLbl>
  <dgm:styleLbl name="bgSibTrans2D1">
    <dgm:fillClrLst meth="repeat">
      <a:schemeClr val="accent1">
        <a:tint val="60000"/>
      </a:schemeClr>
    </dgm:fillClrLst>
    <dgm:linClrLst meth="repeat">
      <a:schemeClr val="accent1">
        <a:tint val="60000"/>
      </a:schemeClr>
    </dgm:linClrLst>
    <dgm:effectClrLst/>
    <dgm:txLinClrLst/>
    <dgm:txFillClrLst/>
    <dgm:txEffectClrLst/>
  </dgm:styleLbl>
  <dgm:styleLbl name="sibTrans1D1">
    <dgm:fillClrLst meth="repeat">
      <a:schemeClr val="accent1"/>
    </dgm:fillClrLst>
    <dgm:linClrLst meth="repeat">
      <a:schemeClr val="accent1"/>
    </dgm:linClrLst>
    <dgm:effectClrLst/>
    <dgm:txLinClrLst/>
    <dgm:txFillClrLst meth="repeat">
      <a:schemeClr val="tx1"/>
    </dgm:txFillClrLst>
    <dgm:txEffectClrLst/>
  </dgm:styleLbl>
  <dgm:styleLbl name="callout">
    <dgm:fillClrLst meth="repeat">
      <a:schemeClr val="accent1"/>
    </dgm:fillClrLst>
    <dgm:linClrLst meth="repeat">
      <a:schemeClr val="accent1">
        <a:tint val="50000"/>
      </a:schemeClr>
    </dgm:linClrLst>
    <dgm:effectClrLst/>
    <dgm:txLinClrLst/>
    <dgm:txFillClrLst meth="repeat">
      <a:schemeClr val="tx1"/>
    </dgm:txFillClrLst>
    <dgm:txEffectClrLst/>
  </dgm:styleLbl>
  <dgm:styleLbl name="asst0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asst1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asst2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asst3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asst4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parChTrans2D1">
    <dgm:fillClrLst meth="repeat">
      <a:schemeClr val="accent1">
        <a:tint val="60000"/>
      </a:schemeClr>
    </dgm:fillClrLst>
    <dgm:linClrLst meth="repeat">
      <a:schemeClr val="accent1">
        <a:tint val="60000"/>
      </a:schemeClr>
    </dgm:linClrLst>
    <dgm:effectClrLst/>
    <dgm:txLinClrLst/>
    <dgm:txFillClrLst meth="repeat">
      <a:schemeClr val="lt1"/>
    </dgm:txFillClrLst>
    <dgm:txEffectClrLst/>
  </dgm:styleLbl>
  <dgm:styleLbl name="parChTrans2D2">
    <dgm:fillClrLst meth="repeat">
      <a:schemeClr val="accent1"/>
    </dgm:fillClrLst>
    <dgm:linClrLst meth="repeat">
      <a:schemeClr val="accent1"/>
    </dgm:linClrLst>
    <dgm:effectClrLst/>
    <dgm:txLinClrLst/>
    <dgm:txFillClrLst meth="repeat">
      <a:schemeClr val="lt1"/>
    </dgm:txFillClrLst>
    <dgm:txEffectClrLst/>
  </dgm:styleLbl>
  <dgm:styleLbl name="parChTrans2D3">
    <dgm:fillClrLst meth="repeat">
      <a:schemeClr val="accent1"/>
    </dgm:fillClrLst>
    <dgm:linClrLst meth="repeat">
      <a:schemeClr val="accent1"/>
    </dgm:linClrLst>
    <dgm:effectClrLst/>
    <dgm:txLinClrLst/>
    <dgm:txFillClrLst meth="repeat">
      <a:schemeClr val="lt1"/>
    </dgm:txFillClrLst>
    <dgm:txEffectClrLst/>
  </dgm:styleLbl>
  <dgm:styleLbl name="parChTrans2D4">
    <dgm:fillClrLst meth="repeat">
      <a:schemeClr val="accent1"/>
    </dgm:fillClrLst>
    <dgm:linClrLst meth="repeat">
      <a:schemeClr val="accent1"/>
    </dgm:linClrLst>
    <dgm:effectClrLst/>
    <dgm:txLinClrLst/>
    <dgm:txFillClrLst meth="repeat">
      <a:schemeClr val="lt1"/>
    </dgm:txFillClrLst>
    <dgm:txEffectClrLst/>
  </dgm:styleLbl>
  <dgm:styleLbl name="parChTrans1D1">
    <dgm:fillClrLst meth="repeat">
      <a:schemeClr val="accent1"/>
    </dgm:fillClrLst>
    <dgm:linClrLst meth="repeat">
      <a:schemeClr val="accent1">
        <a:shade val="60000"/>
      </a:schemeClr>
    </dgm:linClrLst>
    <dgm:effectClrLst/>
    <dgm:txLinClrLst/>
    <dgm:txFillClrLst meth="repeat">
      <a:schemeClr val="tx1"/>
    </dgm:txFillClrLst>
    <dgm:txEffectClrLst/>
  </dgm:styleLbl>
  <dgm:styleLbl name="parChTrans1D2">
    <dgm:fillClrLst meth="repeat">
      <a:schemeClr val="accent1"/>
    </dgm:fillClrLst>
    <dgm:linClrLst meth="repeat">
      <a:schemeClr val="accent1">
        <a:shade val="60000"/>
      </a:schemeClr>
    </dgm:linClrLst>
    <dgm:effectClrLst/>
    <dgm:txLinClrLst/>
    <dgm:txFillClrLst meth="repeat">
      <a:schemeClr val="tx1"/>
    </dgm:txFillClrLst>
    <dgm:txEffectClrLst/>
  </dgm:styleLbl>
  <dgm:styleLbl name="parChTrans1D3">
    <dgm:fillClrLst meth="repeat">
      <a:schemeClr val="accent1"/>
    </dgm:fillClrLst>
    <dgm:linClrLst meth="repeat">
      <a:schemeClr val="accent1">
        <a:shade val="80000"/>
      </a:schemeClr>
    </dgm:linClrLst>
    <dgm:effectClrLst/>
    <dgm:txLinClrLst/>
    <dgm:txFillClrLst meth="repeat">
      <a:schemeClr val="tx1"/>
    </dgm:txFillClrLst>
    <dgm:txEffectClrLst/>
  </dgm:styleLbl>
  <dgm:styleLbl name="parChTrans1D4">
    <dgm:fillClrLst meth="repeat">
      <a:schemeClr val="accent1"/>
    </dgm:fillClrLst>
    <dgm:linClrLst meth="repeat">
      <a:schemeClr val="accent1">
        <a:shade val="80000"/>
      </a:schemeClr>
    </dgm:linClrLst>
    <dgm:effectClrLst/>
    <dgm:txLinClrLst/>
    <dgm:txFillClrLst meth="repeat">
      <a:schemeClr val="tx1"/>
    </dgm:txFillClrLst>
    <dgm:txEffectClrLst/>
  </dgm:styleLbl>
  <dgm:styleLbl name="fgAcc1">
    <dgm:fillClrLst meth="repeat">
      <a:schemeClr val="lt1">
        <a:alpha val="9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conFgAcc1">
    <dgm:fillClrLst meth="repeat">
      <a:schemeClr val="lt1">
        <a:alpha val="9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alignAcc1">
    <dgm:fillClrLst meth="repeat">
      <a:schemeClr val="lt1">
        <a:alpha val="9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trAlignAcc1">
    <dgm:fillClrLst meth="repeat">
      <a:schemeClr val="lt1">
        <a:alpha val="4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bgAcc1">
    <dgm:fillClrLst meth="repeat">
      <a:schemeClr val="lt1">
        <a:alpha val="9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solidFgAcc1">
    <dgm:fillClrLst meth="repeat">
      <a:schemeClr val="lt1"/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solidAlignAcc1">
    <dgm:fillClrLst meth="repeat">
      <a:schemeClr val="lt1"/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solidBgAcc1">
    <dgm:fillClrLst meth="repeat">
      <a:schemeClr val="lt1"/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fgAccFollowNode1">
    <dgm:fillClrLst meth="repeat">
      <a:schemeClr val="accent1">
        <a:alpha val="90000"/>
        <a:tint val="40000"/>
      </a:schemeClr>
    </dgm:fillClrLst>
    <dgm:linClrLst meth="repeat">
      <a:schemeClr val="accent1">
        <a:alpha val="90000"/>
        <a:tint val="40000"/>
      </a:schemeClr>
    </dgm:linClrLst>
    <dgm:effectClrLst/>
    <dgm:txLinClrLst/>
    <dgm:txFillClrLst meth="repeat">
      <a:schemeClr val="dk1"/>
    </dgm:txFillClrLst>
    <dgm:txEffectClrLst/>
  </dgm:styleLbl>
  <dgm:styleLbl name="alignAccFollowNode1">
    <dgm:fillClrLst meth="repeat">
      <a:schemeClr val="accent1">
        <a:alpha val="90000"/>
        <a:tint val="40000"/>
      </a:schemeClr>
    </dgm:fillClrLst>
    <dgm:linClrLst meth="repeat">
      <a:schemeClr val="accent1">
        <a:alpha val="90000"/>
        <a:tint val="40000"/>
      </a:schemeClr>
    </dgm:linClrLst>
    <dgm:effectClrLst/>
    <dgm:txLinClrLst/>
    <dgm:txFillClrLst meth="repeat">
      <a:schemeClr val="dk1"/>
    </dgm:txFillClrLst>
    <dgm:txEffectClrLst/>
  </dgm:styleLbl>
  <dgm:styleLbl name="bgAccFollowNode1">
    <dgm:fillClrLst meth="repeat">
      <a:schemeClr val="accent1">
        <a:alpha val="90000"/>
        <a:tint val="40000"/>
      </a:schemeClr>
    </dgm:fillClrLst>
    <dgm:linClrLst meth="repeat">
      <a:schemeClr val="accent1">
        <a:alpha val="90000"/>
        <a:tint val="40000"/>
      </a:schemeClr>
    </dgm:linClrLst>
    <dgm:effectClrLst/>
    <dgm:txLinClrLst/>
    <dgm:txFillClrLst meth="repeat">
      <a:schemeClr val="dk1"/>
    </dgm:txFillClrLst>
    <dgm:txEffectClrLst/>
  </dgm:styleLbl>
  <dgm:styleLbl name="fgAcc0">
    <dgm:fillClrLst meth="repeat">
      <a:schemeClr val="lt1">
        <a:alpha val="9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fgAcc2">
    <dgm:fillClrLst meth="repeat">
      <a:schemeClr val="lt1">
        <a:alpha val="9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fgAcc3">
    <dgm:fillClrLst meth="repeat">
      <a:schemeClr val="lt1">
        <a:alpha val="9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fgAcc4">
    <dgm:fillClrLst meth="repeat">
      <a:schemeClr val="lt1">
        <a:alpha val="9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bgShp">
    <dgm:fillClrLst meth="repeat">
      <a:schemeClr val="accent1">
        <a:tint val="4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dkBgShp">
    <dgm:fillClrLst meth="repeat">
      <a:schemeClr val="accent1">
        <a:shade val="80000"/>
      </a:schemeClr>
    </dgm:fillClrLst>
    <dgm:linClrLst meth="repeat">
      <a:schemeClr val="accent1"/>
    </dgm:linClrLst>
    <dgm:effectClrLst/>
    <dgm:txLinClrLst/>
    <dgm:txFillClrLst meth="repeat">
      <a:schemeClr val="lt1"/>
    </dgm:txFillClrLst>
    <dgm:txEffectClrLst/>
  </dgm:styleLbl>
  <dgm:styleLbl name="trBgShp">
    <dgm:fillClrLst meth="repeat">
      <a:schemeClr val="accent1">
        <a:tint val="50000"/>
        <a:alpha val="40000"/>
      </a:schemeClr>
    </dgm:fillClrLst>
    <dgm:linClrLst meth="repeat">
      <a:schemeClr val="accent1"/>
    </dgm:linClrLst>
    <dgm:effectClrLst/>
    <dgm:txLinClrLst/>
    <dgm:txFillClrLst meth="repeat">
      <a:schemeClr val="lt1"/>
    </dgm:txFillClrLst>
    <dgm:txEffectClrLst/>
  </dgm:styleLbl>
  <dgm:styleLbl name="fgShp">
    <dgm:fillClrLst meth="repeat">
      <a:schemeClr val="accent1">
        <a:tint val="60000"/>
      </a:schemeClr>
    </dgm:fillClrLst>
    <dgm:linClrLst meth="repeat">
      <a:schemeClr val="lt1"/>
    </dgm:linClrLst>
    <dgm:effectClrLst/>
    <dgm:txLinClrLst/>
    <dgm:txFillClrLst meth="repeat">
      <a:schemeClr val="dk1"/>
    </dgm:txFillClrLst>
    <dgm:txEffectClrLst/>
  </dgm:styleLbl>
  <dgm:styleLbl name="revTx">
    <dgm:fillClrLst meth="repeat">
      <a:schemeClr val="lt1">
        <a:alpha val="0"/>
      </a:schemeClr>
    </dgm:fillClrLst>
    <dgm:linClrLst meth="repeat">
      <a:schemeClr val="dk1">
        <a:alpha val="0"/>
      </a:schemeClr>
    </dgm:linClrLst>
    <dgm:effectClrLst/>
    <dgm:txLinClrLst/>
    <dgm:txFillClrLst meth="repeat">
      <a:schemeClr val="tx1"/>
    </dgm:txFillClrLst>
    <dgm:txEffectClrLst/>
  </dgm:styleLbl>
</dgm:colorsDef>
</file>

<file path=ppt/diagrams/colors11.xml><?xml version="1.0" encoding="utf-8"?>
<dgm:colorsDef xmlns:dgm="http://schemas.openxmlformats.org/drawingml/2006/diagram" xmlns:a="http://schemas.openxmlformats.org/drawingml/2006/main" uniqueId="urn:microsoft.com/office/officeart/2005/8/colors/accent1_2">
  <dgm:title val=""/>
  <dgm:desc val=""/>
  <dgm:catLst>
    <dgm:cat type="accent1" pri="11200"/>
  </dgm:catLst>
  <dgm:styleLbl name="node0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alignNode1">
    <dgm:fillClrLst meth="repeat">
      <a:schemeClr val="accent1"/>
    </dgm:fillClrLst>
    <dgm:linClrLst meth="repeat">
      <a:schemeClr val="accent1"/>
    </dgm:linClrLst>
    <dgm:effectClrLst/>
    <dgm:txLinClrLst/>
    <dgm:txFillClrLst/>
    <dgm:txEffectClrLst/>
  </dgm:styleLbl>
  <dgm:styleLbl name="node1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lnNode1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vennNode1">
    <dgm:fillClrLst meth="repeat">
      <a:schemeClr val="accent1">
        <a:alpha val="50000"/>
      </a:schemeClr>
    </dgm:fillClrLst>
    <dgm:linClrLst meth="repeat">
      <a:schemeClr val="lt1"/>
    </dgm:linClrLst>
    <dgm:effectClrLst/>
    <dgm:txLinClrLst/>
    <dgm:txFillClrLst/>
    <dgm:txEffectClrLst/>
  </dgm:styleLbl>
  <dgm:styleLbl name="node2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node3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node4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fgImgPlace1">
    <dgm:fillClrLst meth="repeat">
      <a:schemeClr val="accent1">
        <a:tint val="50000"/>
      </a:schemeClr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alignImgPlace1">
    <dgm:fillClrLst meth="repeat">
      <a:schemeClr val="accent1">
        <a:tint val="50000"/>
      </a:schemeClr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bgImgPlace1">
    <dgm:fillClrLst meth="repeat">
      <a:schemeClr val="accent1">
        <a:tint val="50000"/>
      </a:schemeClr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sibTrans2D1">
    <dgm:fillClrLst meth="repeat">
      <a:schemeClr val="accent1">
        <a:tint val="60000"/>
      </a:schemeClr>
    </dgm:fillClrLst>
    <dgm:linClrLst meth="repeat">
      <a:schemeClr val="accent1">
        <a:tint val="60000"/>
      </a:schemeClr>
    </dgm:linClrLst>
    <dgm:effectClrLst/>
    <dgm:txLinClrLst/>
    <dgm:txFillClrLst/>
    <dgm:txEffectClrLst/>
  </dgm:styleLbl>
  <dgm:styleLbl name="fgSibTrans2D1">
    <dgm:fillClrLst meth="repeat">
      <a:schemeClr val="accent1">
        <a:tint val="60000"/>
      </a:schemeClr>
    </dgm:fillClrLst>
    <dgm:linClrLst meth="repeat">
      <a:schemeClr val="accent1">
        <a:tint val="60000"/>
      </a:schemeClr>
    </dgm:linClrLst>
    <dgm:effectClrLst/>
    <dgm:txLinClrLst/>
    <dgm:txFillClrLst/>
    <dgm:txEffectClrLst/>
  </dgm:styleLbl>
  <dgm:styleLbl name="bgSibTrans2D1">
    <dgm:fillClrLst meth="repeat">
      <a:schemeClr val="accent1">
        <a:tint val="60000"/>
      </a:schemeClr>
    </dgm:fillClrLst>
    <dgm:linClrLst meth="repeat">
      <a:schemeClr val="accent1">
        <a:tint val="60000"/>
      </a:schemeClr>
    </dgm:linClrLst>
    <dgm:effectClrLst/>
    <dgm:txLinClrLst/>
    <dgm:txFillClrLst/>
    <dgm:txEffectClrLst/>
  </dgm:styleLbl>
  <dgm:styleLbl name="sibTrans1D1">
    <dgm:fillClrLst meth="repeat">
      <a:schemeClr val="accent1"/>
    </dgm:fillClrLst>
    <dgm:linClrLst meth="repeat">
      <a:schemeClr val="accent1"/>
    </dgm:linClrLst>
    <dgm:effectClrLst/>
    <dgm:txLinClrLst/>
    <dgm:txFillClrLst meth="repeat">
      <a:schemeClr val="tx1"/>
    </dgm:txFillClrLst>
    <dgm:txEffectClrLst/>
  </dgm:styleLbl>
  <dgm:styleLbl name="callout">
    <dgm:fillClrLst meth="repeat">
      <a:schemeClr val="accent1"/>
    </dgm:fillClrLst>
    <dgm:linClrLst meth="repeat">
      <a:schemeClr val="accent1">
        <a:tint val="50000"/>
      </a:schemeClr>
    </dgm:linClrLst>
    <dgm:effectClrLst/>
    <dgm:txLinClrLst/>
    <dgm:txFillClrLst meth="repeat">
      <a:schemeClr val="tx1"/>
    </dgm:txFillClrLst>
    <dgm:txEffectClrLst/>
  </dgm:styleLbl>
  <dgm:styleLbl name="asst0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asst1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asst2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asst3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asst4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parChTrans2D1">
    <dgm:fillClrLst meth="repeat">
      <a:schemeClr val="accent1">
        <a:tint val="60000"/>
      </a:schemeClr>
    </dgm:fillClrLst>
    <dgm:linClrLst meth="repeat">
      <a:schemeClr val="accent1">
        <a:tint val="60000"/>
      </a:schemeClr>
    </dgm:linClrLst>
    <dgm:effectClrLst/>
    <dgm:txLinClrLst/>
    <dgm:txFillClrLst meth="repeat">
      <a:schemeClr val="lt1"/>
    </dgm:txFillClrLst>
    <dgm:txEffectClrLst/>
  </dgm:styleLbl>
  <dgm:styleLbl name="parChTrans2D2">
    <dgm:fillClrLst meth="repeat">
      <a:schemeClr val="accent1"/>
    </dgm:fillClrLst>
    <dgm:linClrLst meth="repeat">
      <a:schemeClr val="accent1"/>
    </dgm:linClrLst>
    <dgm:effectClrLst/>
    <dgm:txLinClrLst/>
    <dgm:txFillClrLst meth="repeat">
      <a:schemeClr val="lt1"/>
    </dgm:txFillClrLst>
    <dgm:txEffectClrLst/>
  </dgm:styleLbl>
  <dgm:styleLbl name="parChTrans2D3">
    <dgm:fillClrLst meth="repeat">
      <a:schemeClr val="accent1"/>
    </dgm:fillClrLst>
    <dgm:linClrLst meth="repeat">
      <a:schemeClr val="accent1"/>
    </dgm:linClrLst>
    <dgm:effectClrLst/>
    <dgm:txLinClrLst/>
    <dgm:txFillClrLst meth="repeat">
      <a:schemeClr val="lt1"/>
    </dgm:txFillClrLst>
    <dgm:txEffectClrLst/>
  </dgm:styleLbl>
  <dgm:styleLbl name="parChTrans2D4">
    <dgm:fillClrLst meth="repeat">
      <a:schemeClr val="accent1"/>
    </dgm:fillClrLst>
    <dgm:linClrLst meth="repeat">
      <a:schemeClr val="accent1"/>
    </dgm:linClrLst>
    <dgm:effectClrLst/>
    <dgm:txLinClrLst/>
    <dgm:txFillClrLst meth="repeat">
      <a:schemeClr val="lt1"/>
    </dgm:txFillClrLst>
    <dgm:txEffectClrLst/>
  </dgm:styleLbl>
  <dgm:styleLbl name="parChTrans1D1">
    <dgm:fillClrLst meth="repeat">
      <a:schemeClr val="accent1"/>
    </dgm:fillClrLst>
    <dgm:linClrLst meth="repeat">
      <a:schemeClr val="accent1">
        <a:shade val="60000"/>
      </a:schemeClr>
    </dgm:linClrLst>
    <dgm:effectClrLst/>
    <dgm:txLinClrLst/>
    <dgm:txFillClrLst meth="repeat">
      <a:schemeClr val="tx1"/>
    </dgm:txFillClrLst>
    <dgm:txEffectClrLst/>
  </dgm:styleLbl>
  <dgm:styleLbl name="parChTrans1D2">
    <dgm:fillClrLst meth="repeat">
      <a:schemeClr val="accent1"/>
    </dgm:fillClrLst>
    <dgm:linClrLst meth="repeat">
      <a:schemeClr val="accent1">
        <a:shade val="60000"/>
      </a:schemeClr>
    </dgm:linClrLst>
    <dgm:effectClrLst/>
    <dgm:txLinClrLst/>
    <dgm:txFillClrLst meth="repeat">
      <a:schemeClr val="tx1"/>
    </dgm:txFillClrLst>
    <dgm:txEffectClrLst/>
  </dgm:styleLbl>
  <dgm:styleLbl name="parChTrans1D3">
    <dgm:fillClrLst meth="repeat">
      <a:schemeClr val="accent1"/>
    </dgm:fillClrLst>
    <dgm:linClrLst meth="repeat">
      <a:schemeClr val="accent1">
        <a:shade val="80000"/>
      </a:schemeClr>
    </dgm:linClrLst>
    <dgm:effectClrLst/>
    <dgm:txLinClrLst/>
    <dgm:txFillClrLst meth="repeat">
      <a:schemeClr val="tx1"/>
    </dgm:txFillClrLst>
    <dgm:txEffectClrLst/>
  </dgm:styleLbl>
  <dgm:styleLbl name="parChTrans1D4">
    <dgm:fillClrLst meth="repeat">
      <a:schemeClr val="accent1"/>
    </dgm:fillClrLst>
    <dgm:linClrLst meth="repeat">
      <a:schemeClr val="accent1">
        <a:shade val="80000"/>
      </a:schemeClr>
    </dgm:linClrLst>
    <dgm:effectClrLst/>
    <dgm:txLinClrLst/>
    <dgm:txFillClrLst meth="repeat">
      <a:schemeClr val="tx1"/>
    </dgm:txFillClrLst>
    <dgm:txEffectClrLst/>
  </dgm:styleLbl>
  <dgm:styleLbl name="fgAcc1">
    <dgm:fillClrLst meth="repeat">
      <a:schemeClr val="lt1">
        <a:alpha val="9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conFgAcc1">
    <dgm:fillClrLst meth="repeat">
      <a:schemeClr val="lt1">
        <a:alpha val="9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alignAcc1">
    <dgm:fillClrLst meth="repeat">
      <a:schemeClr val="lt1">
        <a:alpha val="9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trAlignAcc1">
    <dgm:fillClrLst meth="repeat">
      <a:schemeClr val="lt1">
        <a:alpha val="4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bgAcc1">
    <dgm:fillClrLst meth="repeat">
      <a:schemeClr val="lt1">
        <a:alpha val="9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solidFgAcc1">
    <dgm:fillClrLst meth="repeat">
      <a:schemeClr val="lt1"/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solidAlignAcc1">
    <dgm:fillClrLst meth="repeat">
      <a:schemeClr val="lt1"/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solidBgAcc1">
    <dgm:fillClrLst meth="repeat">
      <a:schemeClr val="lt1"/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fgAccFollowNode1">
    <dgm:fillClrLst meth="repeat">
      <a:schemeClr val="accent1">
        <a:alpha val="90000"/>
        <a:tint val="40000"/>
      </a:schemeClr>
    </dgm:fillClrLst>
    <dgm:linClrLst meth="repeat">
      <a:schemeClr val="accent1">
        <a:alpha val="90000"/>
        <a:tint val="40000"/>
      </a:schemeClr>
    </dgm:linClrLst>
    <dgm:effectClrLst/>
    <dgm:txLinClrLst/>
    <dgm:txFillClrLst meth="repeat">
      <a:schemeClr val="dk1"/>
    </dgm:txFillClrLst>
    <dgm:txEffectClrLst/>
  </dgm:styleLbl>
  <dgm:styleLbl name="alignAccFollowNode1">
    <dgm:fillClrLst meth="repeat">
      <a:schemeClr val="accent1">
        <a:alpha val="90000"/>
        <a:tint val="40000"/>
      </a:schemeClr>
    </dgm:fillClrLst>
    <dgm:linClrLst meth="repeat">
      <a:schemeClr val="accent1">
        <a:alpha val="90000"/>
        <a:tint val="40000"/>
      </a:schemeClr>
    </dgm:linClrLst>
    <dgm:effectClrLst/>
    <dgm:txLinClrLst/>
    <dgm:txFillClrLst meth="repeat">
      <a:schemeClr val="dk1"/>
    </dgm:txFillClrLst>
    <dgm:txEffectClrLst/>
  </dgm:styleLbl>
  <dgm:styleLbl name="bgAccFollowNode1">
    <dgm:fillClrLst meth="repeat">
      <a:schemeClr val="accent1">
        <a:alpha val="90000"/>
        <a:tint val="40000"/>
      </a:schemeClr>
    </dgm:fillClrLst>
    <dgm:linClrLst meth="repeat">
      <a:schemeClr val="accent1">
        <a:alpha val="90000"/>
        <a:tint val="40000"/>
      </a:schemeClr>
    </dgm:linClrLst>
    <dgm:effectClrLst/>
    <dgm:txLinClrLst/>
    <dgm:txFillClrLst meth="repeat">
      <a:schemeClr val="dk1"/>
    </dgm:txFillClrLst>
    <dgm:txEffectClrLst/>
  </dgm:styleLbl>
  <dgm:styleLbl name="fgAcc0">
    <dgm:fillClrLst meth="repeat">
      <a:schemeClr val="lt1">
        <a:alpha val="9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fgAcc2">
    <dgm:fillClrLst meth="repeat">
      <a:schemeClr val="lt1">
        <a:alpha val="9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fgAcc3">
    <dgm:fillClrLst meth="repeat">
      <a:schemeClr val="lt1">
        <a:alpha val="9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fgAcc4">
    <dgm:fillClrLst meth="repeat">
      <a:schemeClr val="lt1">
        <a:alpha val="9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bgShp">
    <dgm:fillClrLst meth="repeat">
      <a:schemeClr val="accent1">
        <a:tint val="4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dkBgShp">
    <dgm:fillClrLst meth="repeat">
      <a:schemeClr val="accent1">
        <a:shade val="80000"/>
      </a:schemeClr>
    </dgm:fillClrLst>
    <dgm:linClrLst meth="repeat">
      <a:schemeClr val="accent1"/>
    </dgm:linClrLst>
    <dgm:effectClrLst/>
    <dgm:txLinClrLst/>
    <dgm:txFillClrLst meth="repeat">
      <a:schemeClr val="lt1"/>
    </dgm:txFillClrLst>
    <dgm:txEffectClrLst/>
  </dgm:styleLbl>
  <dgm:styleLbl name="trBgShp">
    <dgm:fillClrLst meth="repeat">
      <a:schemeClr val="accent1">
        <a:tint val="50000"/>
        <a:alpha val="40000"/>
      </a:schemeClr>
    </dgm:fillClrLst>
    <dgm:linClrLst meth="repeat">
      <a:schemeClr val="accent1"/>
    </dgm:linClrLst>
    <dgm:effectClrLst/>
    <dgm:txLinClrLst/>
    <dgm:txFillClrLst meth="repeat">
      <a:schemeClr val="lt1"/>
    </dgm:txFillClrLst>
    <dgm:txEffectClrLst/>
  </dgm:styleLbl>
  <dgm:styleLbl name="fgShp">
    <dgm:fillClrLst meth="repeat">
      <a:schemeClr val="accent1">
        <a:tint val="60000"/>
      </a:schemeClr>
    </dgm:fillClrLst>
    <dgm:linClrLst meth="repeat">
      <a:schemeClr val="lt1"/>
    </dgm:linClrLst>
    <dgm:effectClrLst/>
    <dgm:txLinClrLst/>
    <dgm:txFillClrLst meth="repeat">
      <a:schemeClr val="dk1"/>
    </dgm:txFillClrLst>
    <dgm:txEffectClrLst/>
  </dgm:styleLbl>
  <dgm:styleLbl name="revTx">
    <dgm:fillClrLst meth="repeat">
      <a:schemeClr val="lt1">
        <a:alpha val="0"/>
      </a:schemeClr>
    </dgm:fillClrLst>
    <dgm:linClrLst meth="repeat">
      <a:schemeClr val="dk1">
        <a:alpha val="0"/>
      </a:schemeClr>
    </dgm:linClrLst>
    <dgm:effectClrLst/>
    <dgm:txLinClrLst/>
    <dgm:txFillClrLst meth="repeat">
      <a:schemeClr val="tx1"/>
    </dgm:txFillClrLst>
    <dgm:txEffectClrLst/>
  </dgm:styleLbl>
</dgm:colorsDef>
</file>

<file path=ppt/diagrams/colors12.xml><?xml version="1.0" encoding="utf-8"?>
<dgm:colorsDef xmlns:dgm="http://schemas.openxmlformats.org/drawingml/2006/diagram" xmlns:a="http://schemas.openxmlformats.org/drawingml/2006/main" uniqueId="urn:microsoft.com/office/officeart/2005/8/colors/accent1_2">
  <dgm:title val=""/>
  <dgm:desc val=""/>
  <dgm:catLst>
    <dgm:cat type="accent1" pri="11200"/>
  </dgm:catLst>
  <dgm:styleLbl name="node0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alignNode1">
    <dgm:fillClrLst meth="repeat">
      <a:schemeClr val="accent1"/>
    </dgm:fillClrLst>
    <dgm:linClrLst meth="repeat">
      <a:schemeClr val="accent1"/>
    </dgm:linClrLst>
    <dgm:effectClrLst/>
    <dgm:txLinClrLst/>
    <dgm:txFillClrLst/>
    <dgm:txEffectClrLst/>
  </dgm:styleLbl>
  <dgm:styleLbl name="node1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lnNode1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vennNode1">
    <dgm:fillClrLst meth="repeat">
      <a:schemeClr val="accent1">
        <a:alpha val="50000"/>
      </a:schemeClr>
    </dgm:fillClrLst>
    <dgm:linClrLst meth="repeat">
      <a:schemeClr val="lt1"/>
    </dgm:linClrLst>
    <dgm:effectClrLst/>
    <dgm:txLinClrLst/>
    <dgm:txFillClrLst/>
    <dgm:txEffectClrLst/>
  </dgm:styleLbl>
  <dgm:styleLbl name="node2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node3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node4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fgImgPlace1">
    <dgm:fillClrLst meth="repeat">
      <a:schemeClr val="accent1">
        <a:tint val="50000"/>
      </a:schemeClr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alignImgPlace1">
    <dgm:fillClrLst meth="repeat">
      <a:schemeClr val="accent1">
        <a:tint val="50000"/>
      </a:schemeClr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bgImgPlace1">
    <dgm:fillClrLst meth="repeat">
      <a:schemeClr val="accent1">
        <a:tint val="50000"/>
      </a:schemeClr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sibTrans2D1">
    <dgm:fillClrLst meth="repeat">
      <a:schemeClr val="accent1">
        <a:tint val="60000"/>
      </a:schemeClr>
    </dgm:fillClrLst>
    <dgm:linClrLst meth="repeat">
      <a:schemeClr val="accent1">
        <a:tint val="60000"/>
      </a:schemeClr>
    </dgm:linClrLst>
    <dgm:effectClrLst/>
    <dgm:txLinClrLst/>
    <dgm:txFillClrLst/>
    <dgm:txEffectClrLst/>
  </dgm:styleLbl>
  <dgm:styleLbl name="fgSibTrans2D1">
    <dgm:fillClrLst meth="repeat">
      <a:schemeClr val="accent1">
        <a:tint val="60000"/>
      </a:schemeClr>
    </dgm:fillClrLst>
    <dgm:linClrLst meth="repeat">
      <a:schemeClr val="accent1">
        <a:tint val="60000"/>
      </a:schemeClr>
    </dgm:linClrLst>
    <dgm:effectClrLst/>
    <dgm:txLinClrLst/>
    <dgm:txFillClrLst/>
    <dgm:txEffectClrLst/>
  </dgm:styleLbl>
  <dgm:styleLbl name="bgSibTrans2D1">
    <dgm:fillClrLst meth="repeat">
      <a:schemeClr val="accent1">
        <a:tint val="60000"/>
      </a:schemeClr>
    </dgm:fillClrLst>
    <dgm:linClrLst meth="repeat">
      <a:schemeClr val="accent1">
        <a:tint val="60000"/>
      </a:schemeClr>
    </dgm:linClrLst>
    <dgm:effectClrLst/>
    <dgm:txLinClrLst/>
    <dgm:txFillClrLst/>
    <dgm:txEffectClrLst/>
  </dgm:styleLbl>
  <dgm:styleLbl name="sibTrans1D1">
    <dgm:fillClrLst meth="repeat">
      <a:schemeClr val="accent1"/>
    </dgm:fillClrLst>
    <dgm:linClrLst meth="repeat">
      <a:schemeClr val="accent1"/>
    </dgm:linClrLst>
    <dgm:effectClrLst/>
    <dgm:txLinClrLst/>
    <dgm:txFillClrLst meth="repeat">
      <a:schemeClr val="tx1"/>
    </dgm:txFillClrLst>
    <dgm:txEffectClrLst/>
  </dgm:styleLbl>
  <dgm:styleLbl name="callout">
    <dgm:fillClrLst meth="repeat">
      <a:schemeClr val="accent1"/>
    </dgm:fillClrLst>
    <dgm:linClrLst meth="repeat">
      <a:schemeClr val="accent1">
        <a:tint val="50000"/>
      </a:schemeClr>
    </dgm:linClrLst>
    <dgm:effectClrLst/>
    <dgm:txLinClrLst/>
    <dgm:txFillClrLst meth="repeat">
      <a:schemeClr val="tx1"/>
    </dgm:txFillClrLst>
    <dgm:txEffectClrLst/>
  </dgm:styleLbl>
  <dgm:styleLbl name="asst0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asst1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asst2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asst3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asst4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parChTrans2D1">
    <dgm:fillClrLst meth="repeat">
      <a:schemeClr val="accent1">
        <a:tint val="60000"/>
      </a:schemeClr>
    </dgm:fillClrLst>
    <dgm:linClrLst meth="repeat">
      <a:schemeClr val="accent1">
        <a:tint val="60000"/>
      </a:schemeClr>
    </dgm:linClrLst>
    <dgm:effectClrLst/>
    <dgm:txLinClrLst/>
    <dgm:txFillClrLst meth="repeat">
      <a:schemeClr val="lt1"/>
    </dgm:txFillClrLst>
    <dgm:txEffectClrLst/>
  </dgm:styleLbl>
  <dgm:styleLbl name="parChTrans2D2">
    <dgm:fillClrLst meth="repeat">
      <a:schemeClr val="accent1"/>
    </dgm:fillClrLst>
    <dgm:linClrLst meth="repeat">
      <a:schemeClr val="accent1"/>
    </dgm:linClrLst>
    <dgm:effectClrLst/>
    <dgm:txLinClrLst/>
    <dgm:txFillClrLst meth="repeat">
      <a:schemeClr val="lt1"/>
    </dgm:txFillClrLst>
    <dgm:txEffectClrLst/>
  </dgm:styleLbl>
  <dgm:styleLbl name="parChTrans2D3">
    <dgm:fillClrLst meth="repeat">
      <a:schemeClr val="accent1"/>
    </dgm:fillClrLst>
    <dgm:linClrLst meth="repeat">
      <a:schemeClr val="accent1"/>
    </dgm:linClrLst>
    <dgm:effectClrLst/>
    <dgm:txLinClrLst/>
    <dgm:txFillClrLst meth="repeat">
      <a:schemeClr val="lt1"/>
    </dgm:txFillClrLst>
    <dgm:txEffectClrLst/>
  </dgm:styleLbl>
  <dgm:styleLbl name="parChTrans2D4">
    <dgm:fillClrLst meth="repeat">
      <a:schemeClr val="accent1"/>
    </dgm:fillClrLst>
    <dgm:linClrLst meth="repeat">
      <a:schemeClr val="accent1"/>
    </dgm:linClrLst>
    <dgm:effectClrLst/>
    <dgm:txLinClrLst/>
    <dgm:txFillClrLst meth="repeat">
      <a:schemeClr val="lt1"/>
    </dgm:txFillClrLst>
    <dgm:txEffectClrLst/>
  </dgm:styleLbl>
  <dgm:styleLbl name="parChTrans1D1">
    <dgm:fillClrLst meth="repeat">
      <a:schemeClr val="accent1"/>
    </dgm:fillClrLst>
    <dgm:linClrLst meth="repeat">
      <a:schemeClr val="accent1">
        <a:shade val="60000"/>
      </a:schemeClr>
    </dgm:linClrLst>
    <dgm:effectClrLst/>
    <dgm:txLinClrLst/>
    <dgm:txFillClrLst meth="repeat">
      <a:schemeClr val="tx1"/>
    </dgm:txFillClrLst>
    <dgm:txEffectClrLst/>
  </dgm:styleLbl>
  <dgm:styleLbl name="parChTrans1D2">
    <dgm:fillClrLst meth="repeat">
      <a:schemeClr val="accent1"/>
    </dgm:fillClrLst>
    <dgm:linClrLst meth="repeat">
      <a:schemeClr val="accent1">
        <a:shade val="60000"/>
      </a:schemeClr>
    </dgm:linClrLst>
    <dgm:effectClrLst/>
    <dgm:txLinClrLst/>
    <dgm:txFillClrLst meth="repeat">
      <a:schemeClr val="tx1"/>
    </dgm:txFillClrLst>
    <dgm:txEffectClrLst/>
  </dgm:styleLbl>
  <dgm:styleLbl name="parChTrans1D3">
    <dgm:fillClrLst meth="repeat">
      <a:schemeClr val="accent1"/>
    </dgm:fillClrLst>
    <dgm:linClrLst meth="repeat">
      <a:schemeClr val="accent1">
        <a:shade val="80000"/>
      </a:schemeClr>
    </dgm:linClrLst>
    <dgm:effectClrLst/>
    <dgm:txLinClrLst/>
    <dgm:txFillClrLst meth="repeat">
      <a:schemeClr val="tx1"/>
    </dgm:txFillClrLst>
    <dgm:txEffectClrLst/>
  </dgm:styleLbl>
  <dgm:styleLbl name="parChTrans1D4">
    <dgm:fillClrLst meth="repeat">
      <a:schemeClr val="accent1"/>
    </dgm:fillClrLst>
    <dgm:linClrLst meth="repeat">
      <a:schemeClr val="accent1">
        <a:shade val="80000"/>
      </a:schemeClr>
    </dgm:linClrLst>
    <dgm:effectClrLst/>
    <dgm:txLinClrLst/>
    <dgm:txFillClrLst meth="repeat">
      <a:schemeClr val="tx1"/>
    </dgm:txFillClrLst>
    <dgm:txEffectClrLst/>
  </dgm:styleLbl>
  <dgm:styleLbl name="fgAcc1">
    <dgm:fillClrLst meth="repeat">
      <a:schemeClr val="lt1">
        <a:alpha val="9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conFgAcc1">
    <dgm:fillClrLst meth="repeat">
      <a:schemeClr val="lt1">
        <a:alpha val="9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alignAcc1">
    <dgm:fillClrLst meth="repeat">
      <a:schemeClr val="lt1">
        <a:alpha val="9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trAlignAcc1">
    <dgm:fillClrLst meth="repeat">
      <a:schemeClr val="lt1">
        <a:alpha val="4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bgAcc1">
    <dgm:fillClrLst meth="repeat">
      <a:schemeClr val="lt1">
        <a:alpha val="9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solidFgAcc1">
    <dgm:fillClrLst meth="repeat">
      <a:schemeClr val="lt1"/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solidAlignAcc1">
    <dgm:fillClrLst meth="repeat">
      <a:schemeClr val="lt1"/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solidBgAcc1">
    <dgm:fillClrLst meth="repeat">
      <a:schemeClr val="lt1"/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fgAccFollowNode1">
    <dgm:fillClrLst meth="repeat">
      <a:schemeClr val="accent1">
        <a:alpha val="90000"/>
        <a:tint val="40000"/>
      </a:schemeClr>
    </dgm:fillClrLst>
    <dgm:linClrLst meth="repeat">
      <a:schemeClr val="accent1">
        <a:alpha val="90000"/>
        <a:tint val="40000"/>
      </a:schemeClr>
    </dgm:linClrLst>
    <dgm:effectClrLst/>
    <dgm:txLinClrLst/>
    <dgm:txFillClrLst meth="repeat">
      <a:schemeClr val="dk1"/>
    </dgm:txFillClrLst>
    <dgm:txEffectClrLst/>
  </dgm:styleLbl>
  <dgm:styleLbl name="alignAccFollowNode1">
    <dgm:fillClrLst meth="repeat">
      <a:schemeClr val="accent1">
        <a:alpha val="90000"/>
        <a:tint val="40000"/>
      </a:schemeClr>
    </dgm:fillClrLst>
    <dgm:linClrLst meth="repeat">
      <a:schemeClr val="accent1">
        <a:alpha val="90000"/>
        <a:tint val="40000"/>
      </a:schemeClr>
    </dgm:linClrLst>
    <dgm:effectClrLst/>
    <dgm:txLinClrLst/>
    <dgm:txFillClrLst meth="repeat">
      <a:schemeClr val="dk1"/>
    </dgm:txFillClrLst>
    <dgm:txEffectClrLst/>
  </dgm:styleLbl>
  <dgm:styleLbl name="bgAccFollowNode1">
    <dgm:fillClrLst meth="repeat">
      <a:schemeClr val="accent1">
        <a:alpha val="90000"/>
        <a:tint val="40000"/>
      </a:schemeClr>
    </dgm:fillClrLst>
    <dgm:linClrLst meth="repeat">
      <a:schemeClr val="accent1">
        <a:alpha val="90000"/>
        <a:tint val="40000"/>
      </a:schemeClr>
    </dgm:linClrLst>
    <dgm:effectClrLst/>
    <dgm:txLinClrLst/>
    <dgm:txFillClrLst meth="repeat">
      <a:schemeClr val="dk1"/>
    </dgm:txFillClrLst>
    <dgm:txEffectClrLst/>
  </dgm:styleLbl>
  <dgm:styleLbl name="fgAcc0">
    <dgm:fillClrLst meth="repeat">
      <a:schemeClr val="lt1">
        <a:alpha val="9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fgAcc2">
    <dgm:fillClrLst meth="repeat">
      <a:schemeClr val="lt1">
        <a:alpha val="9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fgAcc3">
    <dgm:fillClrLst meth="repeat">
      <a:schemeClr val="lt1">
        <a:alpha val="9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fgAcc4">
    <dgm:fillClrLst meth="repeat">
      <a:schemeClr val="lt1">
        <a:alpha val="9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bgShp">
    <dgm:fillClrLst meth="repeat">
      <a:schemeClr val="accent1">
        <a:tint val="4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dkBgShp">
    <dgm:fillClrLst meth="repeat">
      <a:schemeClr val="accent1">
        <a:shade val="80000"/>
      </a:schemeClr>
    </dgm:fillClrLst>
    <dgm:linClrLst meth="repeat">
      <a:schemeClr val="accent1"/>
    </dgm:linClrLst>
    <dgm:effectClrLst/>
    <dgm:txLinClrLst/>
    <dgm:txFillClrLst meth="repeat">
      <a:schemeClr val="lt1"/>
    </dgm:txFillClrLst>
    <dgm:txEffectClrLst/>
  </dgm:styleLbl>
  <dgm:styleLbl name="trBgShp">
    <dgm:fillClrLst meth="repeat">
      <a:schemeClr val="accent1">
        <a:tint val="50000"/>
        <a:alpha val="40000"/>
      </a:schemeClr>
    </dgm:fillClrLst>
    <dgm:linClrLst meth="repeat">
      <a:schemeClr val="accent1"/>
    </dgm:linClrLst>
    <dgm:effectClrLst/>
    <dgm:txLinClrLst/>
    <dgm:txFillClrLst meth="repeat">
      <a:schemeClr val="lt1"/>
    </dgm:txFillClrLst>
    <dgm:txEffectClrLst/>
  </dgm:styleLbl>
  <dgm:styleLbl name="fgShp">
    <dgm:fillClrLst meth="repeat">
      <a:schemeClr val="accent1">
        <a:tint val="60000"/>
      </a:schemeClr>
    </dgm:fillClrLst>
    <dgm:linClrLst meth="repeat">
      <a:schemeClr val="lt1"/>
    </dgm:linClrLst>
    <dgm:effectClrLst/>
    <dgm:txLinClrLst/>
    <dgm:txFillClrLst meth="repeat">
      <a:schemeClr val="dk1"/>
    </dgm:txFillClrLst>
    <dgm:txEffectClrLst/>
  </dgm:styleLbl>
  <dgm:styleLbl name="revTx">
    <dgm:fillClrLst meth="repeat">
      <a:schemeClr val="lt1">
        <a:alpha val="0"/>
      </a:schemeClr>
    </dgm:fillClrLst>
    <dgm:linClrLst meth="repeat">
      <a:schemeClr val="dk1">
        <a:alpha val="0"/>
      </a:schemeClr>
    </dgm:linClrLst>
    <dgm:effectClrLst/>
    <dgm:txLinClrLst/>
    <dgm:txFillClrLst meth="repeat">
      <a:schemeClr val="tx1"/>
    </dgm:txFillClrLst>
    <dgm:txEffectClrLst/>
  </dgm:styleLbl>
</dgm:colorsDef>
</file>

<file path=ppt/diagrams/colors13.xml><?xml version="1.0" encoding="utf-8"?>
<dgm:colorsDef xmlns:dgm="http://schemas.openxmlformats.org/drawingml/2006/diagram" xmlns:a="http://schemas.openxmlformats.org/drawingml/2006/main" uniqueId="urn:microsoft.com/office/officeart/2005/8/colors/accent1_2">
  <dgm:title val=""/>
  <dgm:desc val=""/>
  <dgm:catLst>
    <dgm:cat type="accent1" pri="11200"/>
  </dgm:catLst>
  <dgm:styleLbl name="node0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alignNode1">
    <dgm:fillClrLst meth="repeat">
      <a:schemeClr val="accent1"/>
    </dgm:fillClrLst>
    <dgm:linClrLst meth="repeat">
      <a:schemeClr val="accent1"/>
    </dgm:linClrLst>
    <dgm:effectClrLst/>
    <dgm:txLinClrLst/>
    <dgm:txFillClrLst/>
    <dgm:txEffectClrLst/>
  </dgm:styleLbl>
  <dgm:styleLbl name="node1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lnNode1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vennNode1">
    <dgm:fillClrLst meth="repeat">
      <a:schemeClr val="accent1">
        <a:alpha val="50000"/>
      </a:schemeClr>
    </dgm:fillClrLst>
    <dgm:linClrLst meth="repeat">
      <a:schemeClr val="lt1"/>
    </dgm:linClrLst>
    <dgm:effectClrLst/>
    <dgm:txLinClrLst/>
    <dgm:txFillClrLst/>
    <dgm:txEffectClrLst/>
  </dgm:styleLbl>
  <dgm:styleLbl name="node2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node3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node4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fgImgPlace1">
    <dgm:fillClrLst meth="repeat">
      <a:schemeClr val="accent1">
        <a:tint val="50000"/>
      </a:schemeClr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alignImgPlace1">
    <dgm:fillClrLst meth="repeat">
      <a:schemeClr val="accent1">
        <a:tint val="50000"/>
      </a:schemeClr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bgImgPlace1">
    <dgm:fillClrLst meth="repeat">
      <a:schemeClr val="accent1">
        <a:tint val="50000"/>
      </a:schemeClr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sibTrans2D1">
    <dgm:fillClrLst meth="repeat">
      <a:schemeClr val="accent1">
        <a:tint val="60000"/>
      </a:schemeClr>
    </dgm:fillClrLst>
    <dgm:linClrLst meth="repeat">
      <a:schemeClr val="accent1">
        <a:tint val="60000"/>
      </a:schemeClr>
    </dgm:linClrLst>
    <dgm:effectClrLst/>
    <dgm:txLinClrLst/>
    <dgm:txFillClrLst/>
    <dgm:txEffectClrLst/>
  </dgm:styleLbl>
  <dgm:styleLbl name="fgSibTrans2D1">
    <dgm:fillClrLst meth="repeat">
      <a:schemeClr val="accent1">
        <a:tint val="60000"/>
      </a:schemeClr>
    </dgm:fillClrLst>
    <dgm:linClrLst meth="repeat">
      <a:schemeClr val="accent1">
        <a:tint val="60000"/>
      </a:schemeClr>
    </dgm:linClrLst>
    <dgm:effectClrLst/>
    <dgm:txLinClrLst/>
    <dgm:txFillClrLst/>
    <dgm:txEffectClrLst/>
  </dgm:styleLbl>
  <dgm:styleLbl name="bgSibTrans2D1">
    <dgm:fillClrLst meth="repeat">
      <a:schemeClr val="accent1">
        <a:tint val="60000"/>
      </a:schemeClr>
    </dgm:fillClrLst>
    <dgm:linClrLst meth="repeat">
      <a:schemeClr val="accent1">
        <a:tint val="60000"/>
      </a:schemeClr>
    </dgm:linClrLst>
    <dgm:effectClrLst/>
    <dgm:txLinClrLst/>
    <dgm:txFillClrLst/>
    <dgm:txEffectClrLst/>
  </dgm:styleLbl>
  <dgm:styleLbl name="sibTrans1D1">
    <dgm:fillClrLst meth="repeat">
      <a:schemeClr val="accent1"/>
    </dgm:fillClrLst>
    <dgm:linClrLst meth="repeat">
      <a:schemeClr val="accent1"/>
    </dgm:linClrLst>
    <dgm:effectClrLst/>
    <dgm:txLinClrLst/>
    <dgm:txFillClrLst meth="repeat">
      <a:schemeClr val="tx1"/>
    </dgm:txFillClrLst>
    <dgm:txEffectClrLst/>
  </dgm:styleLbl>
  <dgm:styleLbl name="callout">
    <dgm:fillClrLst meth="repeat">
      <a:schemeClr val="accent1"/>
    </dgm:fillClrLst>
    <dgm:linClrLst meth="repeat">
      <a:schemeClr val="accent1">
        <a:tint val="50000"/>
      </a:schemeClr>
    </dgm:linClrLst>
    <dgm:effectClrLst/>
    <dgm:txLinClrLst/>
    <dgm:txFillClrLst meth="repeat">
      <a:schemeClr val="tx1"/>
    </dgm:txFillClrLst>
    <dgm:txEffectClrLst/>
  </dgm:styleLbl>
  <dgm:styleLbl name="asst0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asst1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asst2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asst3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asst4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parChTrans2D1">
    <dgm:fillClrLst meth="repeat">
      <a:schemeClr val="accent1">
        <a:tint val="60000"/>
      </a:schemeClr>
    </dgm:fillClrLst>
    <dgm:linClrLst meth="repeat">
      <a:schemeClr val="accent1">
        <a:tint val="60000"/>
      </a:schemeClr>
    </dgm:linClrLst>
    <dgm:effectClrLst/>
    <dgm:txLinClrLst/>
    <dgm:txFillClrLst meth="repeat">
      <a:schemeClr val="lt1"/>
    </dgm:txFillClrLst>
    <dgm:txEffectClrLst/>
  </dgm:styleLbl>
  <dgm:styleLbl name="parChTrans2D2">
    <dgm:fillClrLst meth="repeat">
      <a:schemeClr val="accent1"/>
    </dgm:fillClrLst>
    <dgm:linClrLst meth="repeat">
      <a:schemeClr val="accent1"/>
    </dgm:linClrLst>
    <dgm:effectClrLst/>
    <dgm:txLinClrLst/>
    <dgm:txFillClrLst meth="repeat">
      <a:schemeClr val="lt1"/>
    </dgm:txFillClrLst>
    <dgm:txEffectClrLst/>
  </dgm:styleLbl>
  <dgm:styleLbl name="parChTrans2D3">
    <dgm:fillClrLst meth="repeat">
      <a:schemeClr val="accent1"/>
    </dgm:fillClrLst>
    <dgm:linClrLst meth="repeat">
      <a:schemeClr val="accent1"/>
    </dgm:linClrLst>
    <dgm:effectClrLst/>
    <dgm:txLinClrLst/>
    <dgm:txFillClrLst meth="repeat">
      <a:schemeClr val="lt1"/>
    </dgm:txFillClrLst>
    <dgm:txEffectClrLst/>
  </dgm:styleLbl>
  <dgm:styleLbl name="parChTrans2D4">
    <dgm:fillClrLst meth="repeat">
      <a:schemeClr val="accent1"/>
    </dgm:fillClrLst>
    <dgm:linClrLst meth="repeat">
      <a:schemeClr val="accent1"/>
    </dgm:linClrLst>
    <dgm:effectClrLst/>
    <dgm:txLinClrLst/>
    <dgm:txFillClrLst meth="repeat">
      <a:schemeClr val="lt1"/>
    </dgm:txFillClrLst>
    <dgm:txEffectClrLst/>
  </dgm:styleLbl>
  <dgm:styleLbl name="parChTrans1D1">
    <dgm:fillClrLst meth="repeat">
      <a:schemeClr val="accent1"/>
    </dgm:fillClrLst>
    <dgm:linClrLst meth="repeat">
      <a:schemeClr val="accent1">
        <a:shade val="60000"/>
      </a:schemeClr>
    </dgm:linClrLst>
    <dgm:effectClrLst/>
    <dgm:txLinClrLst/>
    <dgm:txFillClrLst meth="repeat">
      <a:schemeClr val="tx1"/>
    </dgm:txFillClrLst>
    <dgm:txEffectClrLst/>
  </dgm:styleLbl>
  <dgm:styleLbl name="parChTrans1D2">
    <dgm:fillClrLst meth="repeat">
      <a:schemeClr val="accent1"/>
    </dgm:fillClrLst>
    <dgm:linClrLst meth="repeat">
      <a:schemeClr val="accent1">
        <a:shade val="60000"/>
      </a:schemeClr>
    </dgm:linClrLst>
    <dgm:effectClrLst/>
    <dgm:txLinClrLst/>
    <dgm:txFillClrLst meth="repeat">
      <a:schemeClr val="tx1"/>
    </dgm:txFillClrLst>
    <dgm:txEffectClrLst/>
  </dgm:styleLbl>
  <dgm:styleLbl name="parChTrans1D3">
    <dgm:fillClrLst meth="repeat">
      <a:schemeClr val="accent1"/>
    </dgm:fillClrLst>
    <dgm:linClrLst meth="repeat">
      <a:schemeClr val="accent1">
        <a:shade val="80000"/>
      </a:schemeClr>
    </dgm:linClrLst>
    <dgm:effectClrLst/>
    <dgm:txLinClrLst/>
    <dgm:txFillClrLst meth="repeat">
      <a:schemeClr val="tx1"/>
    </dgm:txFillClrLst>
    <dgm:txEffectClrLst/>
  </dgm:styleLbl>
  <dgm:styleLbl name="parChTrans1D4">
    <dgm:fillClrLst meth="repeat">
      <a:schemeClr val="accent1"/>
    </dgm:fillClrLst>
    <dgm:linClrLst meth="repeat">
      <a:schemeClr val="accent1">
        <a:shade val="80000"/>
      </a:schemeClr>
    </dgm:linClrLst>
    <dgm:effectClrLst/>
    <dgm:txLinClrLst/>
    <dgm:txFillClrLst meth="repeat">
      <a:schemeClr val="tx1"/>
    </dgm:txFillClrLst>
    <dgm:txEffectClrLst/>
  </dgm:styleLbl>
  <dgm:styleLbl name="fgAcc1">
    <dgm:fillClrLst meth="repeat">
      <a:schemeClr val="lt1">
        <a:alpha val="9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conFgAcc1">
    <dgm:fillClrLst meth="repeat">
      <a:schemeClr val="lt1">
        <a:alpha val="9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alignAcc1">
    <dgm:fillClrLst meth="repeat">
      <a:schemeClr val="lt1">
        <a:alpha val="9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trAlignAcc1">
    <dgm:fillClrLst meth="repeat">
      <a:schemeClr val="lt1">
        <a:alpha val="4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bgAcc1">
    <dgm:fillClrLst meth="repeat">
      <a:schemeClr val="lt1">
        <a:alpha val="9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solidFgAcc1">
    <dgm:fillClrLst meth="repeat">
      <a:schemeClr val="lt1"/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solidAlignAcc1">
    <dgm:fillClrLst meth="repeat">
      <a:schemeClr val="lt1"/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solidBgAcc1">
    <dgm:fillClrLst meth="repeat">
      <a:schemeClr val="lt1"/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fgAccFollowNode1">
    <dgm:fillClrLst meth="repeat">
      <a:schemeClr val="accent1">
        <a:alpha val="90000"/>
        <a:tint val="40000"/>
      </a:schemeClr>
    </dgm:fillClrLst>
    <dgm:linClrLst meth="repeat">
      <a:schemeClr val="accent1">
        <a:alpha val="90000"/>
        <a:tint val="40000"/>
      </a:schemeClr>
    </dgm:linClrLst>
    <dgm:effectClrLst/>
    <dgm:txLinClrLst/>
    <dgm:txFillClrLst meth="repeat">
      <a:schemeClr val="dk1"/>
    </dgm:txFillClrLst>
    <dgm:txEffectClrLst/>
  </dgm:styleLbl>
  <dgm:styleLbl name="alignAccFollowNode1">
    <dgm:fillClrLst meth="repeat">
      <a:schemeClr val="accent1">
        <a:alpha val="90000"/>
        <a:tint val="40000"/>
      </a:schemeClr>
    </dgm:fillClrLst>
    <dgm:linClrLst meth="repeat">
      <a:schemeClr val="accent1">
        <a:alpha val="90000"/>
        <a:tint val="40000"/>
      </a:schemeClr>
    </dgm:linClrLst>
    <dgm:effectClrLst/>
    <dgm:txLinClrLst/>
    <dgm:txFillClrLst meth="repeat">
      <a:schemeClr val="dk1"/>
    </dgm:txFillClrLst>
    <dgm:txEffectClrLst/>
  </dgm:styleLbl>
  <dgm:styleLbl name="bgAccFollowNode1">
    <dgm:fillClrLst meth="repeat">
      <a:schemeClr val="accent1">
        <a:alpha val="90000"/>
        <a:tint val="40000"/>
      </a:schemeClr>
    </dgm:fillClrLst>
    <dgm:linClrLst meth="repeat">
      <a:schemeClr val="accent1">
        <a:alpha val="90000"/>
        <a:tint val="40000"/>
      </a:schemeClr>
    </dgm:linClrLst>
    <dgm:effectClrLst/>
    <dgm:txLinClrLst/>
    <dgm:txFillClrLst meth="repeat">
      <a:schemeClr val="dk1"/>
    </dgm:txFillClrLst>
    <dgm:txEffectClrLst/>
  </dgm:styleLbl>
  <dgm:styleLbl name="fgAcc0">
    <dgm:fillClrLst meth="repeat">
      <a:schemeClr val="lt1">
        <a:alpha val="9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fgAcc2">
    <dgm:fillClrLst meth="repeat">
      <a:schemeClr val="lt1">
        <a:alpha val="9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fgAcc3">
    <dgm:fillClrLst meth="repeat">
      <a:schemeClr val="lt1">
        <a:alpha val="9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fgAcc4">
    <dgm:fillClrLst meth="repeat">
      <a:schemeClr val="lt1">
        <a:alpha val="9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bgShp">
    <dgm:fillClrLst meth="repeat">
      <a:schemeClr val="accent1">
        <a:tint val="4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dkBgShp">
    <dgm:fillClrLst meth="repeat">
      <a:schemeClr val="accent1">
        <a:shade val="80000"/>
      </a:schemeClr>
    </dgm:fillClrLst>
    <dgm:linClrLst meth="repeat">
      <a:schemeClr val="accent1"/>
    </dgm:linClrLst>
    <dgm:effectClrLst/>
    <dgm:txLinClrLst/>
    <dgm:txFillClrLst meth="repeat">
      <a:schemeClr val="lt1"/>
    </dgm:txFillClrLst>
    <dgm:txEffectClrLst/>
  </dgm:styleLbl>
  <dgm:styleLbl name="trBgShp">
    <dgm:fillClrLst meth="repeat">
      <a:schemeClr val="accent1">
        <a:tint val="50000"/>
        <a:alpha val="40000"/>
      </a:schemeClr>
    </dgm:fillClrLst>
    <dgm:linClrLst meth="repeat">
      <a:schemeClr val="accent1"/>
    </dgm:linClrLst>
    <dgm:effectClrLst/>
    <dgm:txLinClrLst/>
    <dgm:txFillClrLst meth="repeat">
      <a:schemeClr val="lt1"/>
    </dgm:txFillClrLst>
    <dgm:txEffectClrLst/>
  </dgm:styleLbl>
  <dgm:styleLbl name="fgShp">
    <dgm:fillClrLst meth="repeat">
      <a:schemeClr val="accent1">
        <a:tint val="60000"/>
      </a:schemeClr>
    </dgm:fillClrLst>
    <dgm:linClrLst meth="repeat">
      <a:schemeClr val="lt1"/>
    </dgm:linClrLst>
    <dgm:effectClrLst/>
    <dgm:txLinClrLst/>
    <dgm:txFillClrLst meth="repeat">
      <a:schemeClr val="dk1"/>
    </dgm:txFillClrLst>
    <dgm:txEffectClrLst/>
  </dgm:styleLbl>
  <dgm:styleLbl name="revTx">
    <dgm:fillClrLst meth="repeat">
      <a:schemeClr val="lt1">
        <a:alpha val="0"/>
      </a:schemeClr>
    </dgm:fillClrLst>
    <dgm:linClrLst meth="repeat">
      <a:schemeClr val="dk1">
        <a:alpha val="0"/>
      </a:schemeClr>
    </dgm:linClrLst>
    <dgm:effectClrLst/>
    <dgm:txLinClrLst/>
    <dgm:txFillClrLst meth="repeat">
      <a:schemeClr val="tx1"/>
    </dgm:txFillClrLst>
    <dgm:txEffectClrLst/>
  </dgm:styleLbl>
</dgm:colorsDef>
</file>

<file path=ppt/diagrams/colors14.xml><?xml version="1.0" encoding="utf-8"?>
<dgm:colorsDef xmlns:dgm="http://schemas.openxmlformats.org/drawingml/2006/diagram" xmlns:a="http://schemas.openxmlformats.org/drawingml/2006/main" uniqueId="urn:microsoft.com/office/officeart/2005/8/colors/accent1_2">
  <dgm:title val=""/>
  <dgm:desc val=""/>
  <dgm:catLst>
    <dgm:cat type="accent1" pri="11200"/>
  </dgm:catLst>
  <dgm:styleLbl name="node0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alignNode1">
    <dgm:fillClrLst meth="repeat">
      <a:schemeClr val="accent1"/>
    </dgm:fillClrLst>
    <dgm:linClrLst meth="repeat">
      <a:schemeClr val="accent1"/>
    </dgm:linClrLst>
    <dgm:effectClrLst/>
    <dgm:txLinClrLst/>
    <dgm:txFillClrLst/>
    <dgm:txEffectClrLst/>
  </dgm:styleLbl>
  <dgm:styleLbl name="node1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lnNode1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vennNode1">
    <dgm:fillClrLst meth="repeat">
      <a:schemeClr val="accent1">
        <a:alpha val="50000"/>
      </a:schemeClr>
    </dgm:fillClrLst>
    <dgm:linClrLst meth="repeat">
      <a:schemeClr val="lt1"/>
    </dgm:linClrLst>
    <dgm:effectClrLst/>
    <dgm:txLinClrLst/>
    <dgm:txFillClrLst/>
    <dgm:txEffectClrLst/>
  </dgm:styleLbl>
  <dgm:styleLbl name="node2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node3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node4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fgImgPlace1">
    <dgm:fillClrLst meth="repeat">
      <a:schemeClr val="accent1">
        <a:tint val="50000"/>
      </a:schemeClr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alignImgPlace1">
    <dgm:fillClrLst meth="repeat">
      <a:schemeClr val="accent1">
        <a:tint val="50000"/>
      </a:schemeClr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bgImgPlace1">
    <dgm:fillClrLst meth="repeat">
      <a:schemeClr val="accent1">
        <a:tint val="50000"/>
      </a:schemeClr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sibTrans2D1">
    <dgm:fillClrLst meth="repeat">
      <a:schemeClr val="accent1">
        <a:tint val="60000"/>
      </a:schemeClr>
    </dgm:fillClrLst>
    <dgm:linClrLst meth="repeat">
      <a:schemeClr val="accent1">
        <a:tint val="60000"/>
      </a:schemeClr>
    </dgm:linClrLst>
    <dgm:effectClrLst/>
    <dgm:txLinClrLst/>
    <dgm:txFillClrLst/>
    <dgm:txEffectClrLst/>
  </dgm:styleLbl>
  <dgm:styleLbl name="fgSibTrans2D1">
    <dgm:fillClrLst meth="repeat">
      <a:schemeClr val="accent1">
        <a:tint val="60000"/>
      </a:schemeClr>
    </dgm:fillClrLst>
    <dgm:linClrLst meth="repeat">
      <a:schemeClr val="accent1">
        <a:tint val="60000"/>
      </a:schemeClr>
    </dgm:linClrLst>
    <dgm:effectClrLst/>
    <dgm:txLinClrLst/>
    <dgm:txFillClrLst/>
    <dgm:txEffectClrLst/>
  </dgm:styleLbl>
  <dgm:styleLbl name="bgSibTrans2D1">
    <dgm:fillClrLst meth="repeat">
      <a:schemeClr val="accent1">
        <a:tint val="60000"/>
      </a:schemeClr>
    </dgm:fillClrLst>
    <dgm:linClrLst meth="repeat">
      <a:schemeClr val="accent1">
        <a:tint val="60000"/>
      </a:schemeClr>
    </dgm:linClrLst>
    <dgm:effectClrLst/>
    <dgm:txLinClrLst/>
    <dgm:txFillClrLst/>
    <dgm:txEffectClrLst/>
  </dgm:styleLbl>
  <dgm:styleLbl name="sibTrans1D1">
    <dgm:fillClrLst meth="repeat">
      <a:schemeClr val="accent1"/>
    </dgm:fillClrLst>
    <dgm:linClrLst meth="repeat">
      <a:schemeClr val="accent1"/>
    </dgm:linClrLst>
    <dgm:effectClrLst/>
    <dgm:txLinClrLst/>
    <dgm:txFillClrLst meth="repeat">
      <a:schemeClr val="tx1"/>
    </dgm:txFillClrLst>
    <dgm:txEffectClrLst/>
  </dgm:styleLbl>
  <dgm:styleLbl name="callout">
    <dgm:fillClrLst meth="repeat">
      <a:schemeClr val="accent1"/>
    </dgm:fillClrLst>
    <dgm:linClrLst meth="repeat">
      <a:schemeClr val="accent1">
        <a:tint val="50000"/>
      </a:schemeClr>
    </dgm:linClrLst>
    <dgm:effectClrLst/>
    <dgm:txLinClrLst/>
    <dgm:txFillClrLst meth="repeat">
      <a:schemeClr val="tx1"/>
    </dgm:txFillClrLst>
    <dgm:txEffectClrLst/>
  </dgm:styleLbl>
  <dgm:styleLbl name="asst0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asst1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asst2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asst3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asst4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parChTrans2D1">
    <dgm:fillClrLst meth="repeat">
      <a:schemeClr val="accent1">
        <a:tint val="60000"/>
      </a:schemeClr>
    </dgm:fillClrLst>
    <dgm:linClrLst meth="repeat">
      <a:schemeClr val="accent1">
        <a:tint val="60000"/>
      </a:schemeClr>
    </dgm:linClrLst>
    <dgm:effectClrLst/>
    <dgm:txLinClrLst/>
    <dgm:txFillClrLst meth="repeat">
      <a:schemeClr val="lt1"/>
    </dgm:txFillClrLst>
    <dgm:txEffectClrLst/>
  </dgm:styleLbl>
  <dgm:styleLbl name="parChTrans2D2">
    <dgm:fillClrLst meth="repeat">
      <a:schemeClr val="accent1"/>
    </dgm:fillClrLst>
    <dgm:linClrLst meth="repeat">
      <a:schemeClr val="accent1"/>
    </dgm:linClrLst>
    <dgm:effectClrLst/>
    <dgm:txLinClrLst/>
    <dgm:txFillClrLst meth="repeat">
      <a:schemeClr val="lt1"/>
    </dgm:txFillClrLst>
    <dgm:txEffectClrLst/>
  </dgm:styleLbl>
  <dgm:styleLbl name="parChTrans2D3">
    <dgm:fillClrLst meth="repeat">
      <a:schemeClr val="accent1"/>
    </dgm:fillClrLst>
    <dgm:linClrLst meth="repeat">
      <a:schemeClr val="accent1"/>
    </dgm:linClrLst>
    <dgm:effectClrLst/>
    <dgm:txLinClrLst/>
    <dgm:txFillClrLst meth="repeat">
      <a:schemeClr val="lt1"/>
    </dgm:txFillClrLst>
    <dgm:txEffectClrLst/>
  </dgm:styleLbl>
  <dgm:styleLbl name="parChTrans2D4">
    <dgm:fillClrLst meth="repeat">
      <a:schemeClr val="accent1"/>
    </dgm:fillClrLst>
    <dgm:linClrLst meth="repeat">
      <a:schemeClr val="accent1"/>
    </dgm:linClrLst>
    <dgm:effectClrLst/>
    <dgm:txLinClrLst/>
    <dgm:txFillClrLst meth="repeat">
      <a:schemeClr val="lt1"/>
    </dgm:txFillClrLst>
    <dgm:txEffectClrLst/>
  </dgm:styleLbl>
  <dgm:styleLbl name="parChTrans1D1">
    <dgm:fillClrLst meth="repeat">
      <a:schemeClr val="accent1"/>
    </dgm:fillClrLst>
    <dgm:linClrLst meth="repeat">
      <a:schemeClr val="accent1">
        <a:shade val="60000"/>
      </a:schemeClr>
    </dgm:linClrLst>
    <dgm:effectClrLst/>
    <dgm:txLinClrLst/>
    <dgm:txFillClrLst meth="repeat">
      <a:schemeClr val="tx1"/>
    </dgm:txFillClrLst>
    <dgm:txEffectClrLst/>
  </dgm:styleLbl>
  <dgm:styleLbl name="parChTrans1D2">
    <dgm:fillClrLst meth="repeat">
      <a:schemeClr val="accent1"/>
    </dgm:fillClrLst>
    <dgm:linClrLst meth="repeat">
      <a:schemeClr val="accent1">
        <a:shade val="60000"/>
      </a:schemeClr>
    </dgm:linClrLst>
    <dgm:effectClrLst/>
    <dgm:txLinClrLst/>
    <dgm:txFillClrLst meth="repeat">
      <a:schemeClr val="tx1"/>
    </dgm:txFillClrLst>
    <dgm:txEffectClrLst/>
  </dgm:styleLbl>
  <dgm:styleLbl name="parChTrans1D3">
    <dgm:fillClrLst meth="repeat">
      <a:schemeClr val="accent1"/>
    </dgm:fillClrLst>
    <dgm:linClrLst meth="repeat">
      <a:schemeClr val="accent1">
        <a:shade val="80000"/>
      </a:schemeClr>
    </dgm:linClrLst>
    <dgm:effectClrLst/>
    <dgm:txLinClrLst/>
    <dgm:txFillClrLst meth="repeat">
      <a:schemeClr val="tx1"/>
    </dgm:txFillClrLst>
    <dgm:txEffectClrLst/>
  </dgm:styleLbl>
  <dgm:styleLbl name="parChTrans1D4">
    <dgm:fillClrLst meth="repeat">
      <a:schemeClr val="accent1"/>
    </dgm:fillClrLst>
    <dgm:linClrLst meth="repeat">
      <a:schemeClr val="accent1">
        <a:shade val="80000"/>
      </a:schemeClr>
    </dgm:linClrLst>
    <dgm:effectClrLst/>
    <dgm:txLinClrLst/>
    <dgm:txFillClrLst meth="repeat">
      <a:schemeClr val="tx1"/>
    </dgm:txFillClrLst>
    <dgm:txEffectClrLst/>
  </dgm:styleLbl>
  <dgm:styleLbl name="fgAcc1">
    <dgm:fillClrLst meth="repeat">
      <a:schemeClr val="lt1">
        <a:alpha val="9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conFgAcc1">
    <dgm:fillClrLst meth="repeat">
      <a:schemeClr val="lt1">
        <a:alpha val="9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alignAcc1">
    <dgm:fillClrLst meth="repeat">
      <a:schemeClr val="lt1">
        <a:alpha val="9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trAlignAcc1">
    <dgm:fillClrLst meth="repeat">
      <a:schemeClr val="lt1">
        <a:alpha val="4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bgAcc1">
    <dgm:fillClrLst meth="repeat">
      <a:schemeClr val="lt1">
        <a:alpha val="9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solidFgAcc1">
    <dgm:fillClrLst meth="repeat">
      <a:schemeClr val="lt1"/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solidAlignAcc1">
    <dgm:fillClrLst meth="repeat">
      <a:schemeClr val="lt1"/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solidBgAcc1">
    <dgm:fillClrLst meth="repeat">
      <a:schemeClr val="lt1"/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fgAccFollowNode1">
    <dgm:fillClrLst meth="repeat">
      <a:schemeClr val="accent1">
        <a:alpha val="90000"/>
        <a:tint val="40000"/>
      </a:schemeClr>
    </dgm:fillClrLst>
    <dgm:linClrLst meth="repeat">
      <a:schemeClr val="accent1">
        <a:alpha val="90000"/>
        <a:tint val="40000"/>
      </a:schemeClr>
    </dgm:linClrLst>
    <dgm:effectClrLst/>
    <dgm:txLinClrLst/>
    <dgm:txFillClrLst meth="repeat">
      <a:schemeClr val="dk1"/>
    </dgm:txFillClrLst>
    <dgm:txEffectClrLst/>
  </dgm:styleLbl>
  <dgm:styleLbl name="alignAccFollowNode1">
    <dgm:fillClrLst meth="repeat">
      <a:schemeClr val="accent1">
        <a:alpha val="90000"/>
        <a:tint val="40000"/>
      </a:schemeClr>
    </dgm:fillClrLst>
    <dgm:linClrLst meth="repeat">
      <a:schemeClr val="accent1">
        <a:alpha val="90000"/>
        <a:tint val="40000"/>
      </a:schemeClr>
    </dgm:linClrLst>
    <dgm:effectClrLst/>
    <dgm:txLinClrLst/>
    <dgm:txFillClrLst meth="repeat">
      <a:schemeClr val="dk1"/>
    </dgm:txFillClrLst>
    <dgm:txEffectClrLst/>
  </dgm:styleLbl>
  <dgm:styleLbl name="bgAccFollowNode1">
    <dgm:fillClrLst meth="repeat">
      <a:schemeClr val="accent1">
        <a:alpha val="90000"/>
        <a:tint val="40000"/>
      </a:schemeClr>
    </dgm:fillClrLst>
    <dgm:linClrLst meth="repeat">
      <a:schemeClr val="accent1">
        <a:alpha val="90000"/>
        <a:tint val="40000"/>
      </a:schemeClr>
    </dgm:linClrLst>
    <dgm:effectClrLst/>
    <dgm:txLinClrLst/>
    <dgm:txFillClrLst meth="repeat">
      <a:schemeClr val="dk1"/>
    </dgm:txFillClrLst>
    <dgm:txEffectClrLst/>
  </dgm:styleLbl>
  <dgm:styleLbl name="fgAcc0">
    <dgm:fillClrLst meth="repeat">
      <a:schemeClr val="lt1">
        <a:alpha val="9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fgAcc2">
    <dgm:fillClrLst meth="repeat">
      <a:schemeClr val="lt1">
        <a:alpha val="9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fgAcc3">
    <dgm:fillClrLst meth="repeat">
      <a:schemeClr val="lt1">
        <a:alpha val="9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fgAcc4">
    <dgm:fillClrLst meth="repeat">
      <a:schemeClr val="lt1">
        <a:alpha val="9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bgShp">
    <dgm:fillClrLst meth="repeat">
      <a:schemeClr val="accent1">
        <a:tint val="4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dkBgShp">
    <dgm:fillClrLst meth="repeat">
      <a:schemeClr val="accent1">
        <a:shade val="80000"/>
      </a:schemeClr>
    </dgm:fillClrLst>
    <dgm:linClrLst meth="repeat">
      <a:schemeClr val="accent1"/>
    </dgm:linClrLst>
    <dgm:effectClrLst/>
    <dgm:txLinClrLst/>
    <dgm:txFillClrLst meth="repeat">
      <a:schemeClr val="lt1"/>
    </dgm:txFillClrLst>
    <dgm:txEffectClrLst/>
  </dgm:styleLbl>
  <dgm:styleLbl name="trBgShp">
    <dgm:fillClrLst meth="repeat">
      <a:schemeClr val="accent1">
        <a:tint val="50000"/>
        <a:alpha val="40000"/>
      </a:schemeClr>
    </dgm:fillClrLst>
    <dgm:linClrLst meth="repeat">
      <a:schemeClr val="accent1"/>
    </dgm:linClrLst>
    <dgm:effectClrLst/>
    <dgm:txLinClrLst/>
    <dgm:txFillClrLst meth="repeat">
      <a:schemeClr val="lt1"/>
    </dgm:txFillClrLst>
    <dgm:txEffectClrLst/>
  </dgm:styleLbl>
  <dgm:styleLbl name="fgShp">
    <dgm:fillClrLst meth="repeat">
      <a:schemeClr val="accent1">
        <a:tint val="60000"/>
      </a:schemeClr>
    </dgm:fillClrLst>
    <dgm:linClrLst meth="repeat">
      <a:schemeClr val="lt1"/>
    </dgm:linClrLst>
    <dgm:effectClrLst/>
    <dgm:txLinClrLst/>
    <dgm:txFillClrLst meth="repeat">
      <a:schemeClr val="dk1"/>
    </dgm:txFillClrLst>
    <dgm:txEffectClrLst/>
  </dgm:styleLbl>
  <dgm:styleLbl name="revTx">
    <dgm:fillClrLst meth="repeat">
      <a:schemeClr val="lt1">
        <a:alpha val="0"/>
      </a:schemeClr>
    </dgm:fillClrLst>
    <dgm:linClrLst meth="repeat">
      <a:schemeClr val="dk1">
        <a:alpha val="0"/>
      </a:schemeClr>
    </dgm:linClrLst>
    <dgm:effectClrLst/>
    <dgm:txLinClrLst/>
    <dgm:txFillClrLst meth="repeat">
      <a:schemeClr val="tx1"/>
    </dgm:txFillClrLst>
    <dgm:txEffectClrLst/>
  </dgm:styleLbl>
</dgm:colorsDef>
</file>

<file path=ppt/diagrams/colors15.xml><?xml version="1.0" encoding="utf-8"?>
<dgm:colorsDef xmlns:dgm="http://schemas.openxmlformats.org/drawingml/2006/diagram" xmlns:a="http://schemas.openxmlformats.org/drawingml/2006/main" uniqueId="urn:microsoft.com/office/officeart/2005/8/colors/colorful5">
  <dgm:title val=""/>
  <dgm:desc val=""/>
  <dgm:catLst>
    <dgm:cat type="colorful" pri="10500"/>
  </dgm:catLst>
  <dgm:styleLbl name="node0">
    <dgm:fillClrLst meth="repeat">
      <a:schemeClr val="accent4"/>
    </dgm:fillClrLst>
    <dgm:linClrLst meth="repeat">
      <a:schemeClr val="lt1"/>
    </dgm:linClrLst>
    <dgm:effectClrLst/>
    <dgm:txLinClrLst/>
    <dgm:txFillClrLst/>
    <dgm:txEffectClrLst/>
  </dgm:styleLbl>
  <dgm:styleLbl name="node1">
    <dgm:fillClrLst>
      <a:schemeClr val="accent5"/>
      <a:schemeClr val="accent6"/>
    </dgm:fillClrLst>
    <dgm:linClrLst meth="repeat">
      <a:schemeClr val="lt1"/>
    </dgm:linClrLst>
    <dgm:effectClrLst/>
    <dgm:txLinClrLst/>
    <dgm:txFillClrLst/>
    <dgm:txEffectClrLst/>
  </dgm:styleLbl>
  <dgm:styleLbl name="alignNode1">
    <dgm:fillClrLst>
      <a:schemeClr val="accent5"/>
      <a:schemeClr val="accent6"/>
    </dgm:fillClrLst>
    <dgm:linClrLst>
      <a:schemeClr val="accent5"/>
      <a:schemeClr val="accent6"/>
    </dgm:linClrLst>
    <dgm:effectClrLst/>
    <dgm:txLinClrLst/>
    <dgm:txFillClrLst/>
    <dgm:txEffectClrLst/>
  </dgm:styleLbl>
  <dgm:styleLbl name="lnNode1">
    <dgm:fillClrLst>
      <a:schemeClr val="accent5"/>
      <a:schemeClr val="accent6"/>
    </dgm:fillClrLst>
    <dgm:linClrLst meth="repeat">
      <a:schemeClr val="lt1"/>
    </dgm:linClrLst>
    <dgm:effectClrLst/>
    <dgm:txLinClrLst/>
    <dgm:txFillClrLst/>
    <dgm:txEffectClrLst/>
  </dgm:styleLbl>
  <dgm:styleLbl name="vennNode1">
    <dgm:fillClrLst>
      <a:schemeClr val="accent5">
        <a:alpha val="50000"/>
      </a:schemeClr>
      <a:schemeClr val="accent6">
        <a:alpha val="50000"/>
      </a:schemeClr>
    </dgm:fillClrLst>
    <dgm:linClrLst meth="repeat">
      <a:schemeClr val="lt1"/>
    </dgm:linClrLst>
    <dgm:effectClrLst/>
    <dgm:txLinClrLst/>
    <dgm:txFillClrLst/>
    <dgm:txEffectClrLst/>
  </dgm:styleLbl>
  <dgm:styleLbl name="node2">
    <dgm:fillClrLst>
      <a:schemeClr val="accent6"/>
    </dgm:fillClrLst>
    <dgm:linClrLst meth="repeat">
      <a:schemeClr val="lt1"/>
    </dgm:linClrLst>
    <dgm:effectClrLst/>
    <dgm:txLinClrLst/>
    <dgm:txFillClrLst/>
    <dgm:txEffectClrLst/>
  </dgm:styleLbl>
  <dgm:styleLbl name="node3">
    <dgm:fillClrLst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node4">
    <dgm:fillClrLst>
      <a:schemeClr val="accent2"/>
    </dgm:fillClrLst>
    <dgm:linClrLst meth="repeat">
      <a:schemeClr val="lt1"/>
    </dgm:linClrLst>
    <dgm:effectClrLst/>
    <dgm:txLinClrLst/>
    <dgm:txFillClrLst/>
    <dgm:txEffectClrLst/>
  </dgm:styleLbl>
  <dgm:styleLbl name="fgImgPlace1">
    <dgm:fillClrLst>
      <a:schemeClr val="accent5">
        <a:tint val="50000"/>
      </a:schemeClr>
      <a:schemeClr val="accent6">
        <a:tint val="50000"/>
      </a:schemeClr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alignImgPlace1">
    <dgm:fillClrLst>
      <a:schemeClr val="accent5">
        <a:tint val="50000"/>
      </a:schemeClr>
      <a:schemeClr val="accent6">
        <a:tint val="20000"/>
      </a:schemeClr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bgImgPlace1">
    <dgm:fillClrLst>
      <a:schemeClr val="accent5">
        <a:tint val="50000"/>
      </a:schemeClr>
      <a:schemeClr val="accent6">
        <a:tint val="20000"/>
      </a:schemeClr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sibTrans2D1">
    <dgm:fillClrLst>
      <a:schemeClr val="accent5"/>
      <a:schemeClr val="accent6"/>
    </dgm:fillClrLst>
    <dgm:linClrLst meth="repeat">
      <a:schemeClr val="lt1"/>
    </dgm:linClrLst>
    <dgm:effectClrLst/>
    <dgm:txLinClrLst/>
    <dgm:txFillClrLst/>
    <dgm:txEffectClrLst/>
  </dgm:styleLbl>
  <dgm:styleLbl name="fgSibTrans2D1">
    <dgm:fillClrLst>
      <a:schemeClr val="accent5"/>
      <a:schemeClr val="accent6"/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bgSibTrans2D1">
    <dgm:fillClrLst>
      <a:schemeClr val="accent5"/>
      <a:schemeClr val="accent6"/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sibTrans1D1">
    <dgm:fillClrLst/>
    <dgm:linClrLst>
      <a:schemeClr val="accent5"/>
      <a:schemeClr val="accent6"/>
    </dgm:linClrLst>
    <dgm:effectClrLst/>
    <dgm:txLinClrLst/>
    <dgm:txFillClrLst meth="repeat">
      <a:schemeClr val="tx1"/>
    </dgm:txFillClrLst>
    <dgm:txEffectClrLst/>
  </dgm:styleLbl>
  <dgm:styleLbl name="callout">
    <dgm:fillClrLst meth="repeat">
      <a:schemeClr val="accent5"/>
    </dgm:fillClrLst>
    <dgm:linClrLst meth="repeat">
      <a:schemeClr val="accent5">
        <a:tint val="50000"/>
      </a:schemeClr>
    </dgm:linClrLst>
    <dgm:effectClrLst/>
    <dgm:txLinClrLst/>
    <dgm:txFillClrLst meth="repeat">
      <a:schemeClr val="tx1"/>
    </dgm:txFillClrLst>
    <dgm:txEffectClrLst/>
  </dgm:styleLbl>
  <dgm:styleLbl name="asst0">
    <dgm:fillClrLst meth="repeat">
      <a:schemeClr val="accent5"/>
    </dgm:fillClrLst>
    <dgm:linClrLst meth="repeat">
      <a:schemeClr val="lt1">
        <a:shade val="80000"/>
      </a:schemeClr>
    </dgm:linClrLst>
    <dgm:effectClrLst/>
    <dgm:txLinClrLst/>
    <dgm:txFillClrLst/>
    <dgm:txEffectClrLst/>
  </dgm:styleLbl>
  <dgm:styleLbl name="asst1">
    <dgm:fillClrLst meth="repeat">
      <a:schemeClr val="accent6"/>
    </dgm:fillClrLst>
    <dgm:linClrLst meth="repeat">
      <a:schemeClr val="lt1">
        <a:shade val="80000"/>
      </a:schemeClr>
    </dgm:linClrLst>
    <dgm:effectClrLst/>
    <dgm:txLinClrLst/>
    <dgm:txFillClrLst/>
    <dgm:txEffectClrLst/>
  </dgm:styleLbl>
  <dgm:styleLbl name="asst2">
    <dgm:fillClrLst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asst3">
    <dgm:fillClrLst>
      <a:schemeClr val="accent2"/>
    </dgm:fillClrLst>
    <dgm:linClrLst meth="repeat">
      <a:schemeClr val="lt1"/>
    </dgm:linClrLst>
    <dgm:effectClrLst/>
    <dgm:txLinClrLst/>
    <dgm:txFillClrLst/>
    <dgm:txEffectClrLst/>
  </dgm:styleLbl>
  <dgm:styleLbl name="asst4">
    <dgm:fillClrLst>
      <a:schemeClr val="accent3"/>
    </dgm:fillClrLst>
    <dgm:linClrLst meth="repeat">
      <a:schemeClr val="lt1"/>
    </dgm:linClrLst>
    <dgm:effectClrLst/>
    <dgm:txLinClrLst/>
    <dgm:txFillClrLst/>
    <dgm:txEffectClrLst/>
  </dgm:styleLbl>
  <dgm:styleLbl name="parChTrans2D1">
    <dgm:fillClrLst meth="repeat">
      <a:schemeClr val="accent5"/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parChTrans2D2">
    <dgm:fillClrLst meth="repeat">
      <a:schemeClr val="accent6"/>
    </dgm:fillClrLst>
    <dgm:linClrLst meth="repeat">
      <a:schemeClr val="lt1"/>
    </dgm:linClrLst>
    <dgm:effectClrLst/>
    <dgm:txLinClrLst/>
    <dgm:txFillClrLst/>
    <dgm:txEffectClrLst/>
  </dgm:styleLbl>
  <dgm:styleLbl name="parChTrans2D3">
    <dgm:fillClrLst meth="repeat">
      <a:schemeClr val="accent6"/>
    </dgm:fillClrLst>
    <dgm:linClrLst meth="repeat">
      <a:schemeClr val="lt1"/>
    </dgm:linClrLst>
    <dgm:effectClrLst/>
    <dgm:txLinClrLst/>
    <dgm:txFillClrLst/>
    <dgm:txEffectClrLst/>
  </dgm:styleLbl>
  <dgm:styleLbl name="parChTrans2D4">
    <dgm:fillClrLst meth="repeat">
      <a:schemeClr val="accent1"/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parChTrans1D1">
    <dgm:fillClrLst meth="repeat">
      <a:schemeClr val="accent5"/>
    </dgm:fillClrLst>
    <dgm:linClrLst meth="repeat">
      <a:schemeClr val="accent5"/>
    </dgm:linClrLst>
    <dgm:effectClrLst/>
    <dgm:txLinClrLst/>
    <dgm:txFillClrLst meth="repeat">
      <a:schemeClr val="tx1"/>
    </dgm:txFillClrLst>
    <dgm:txEffectClrLst/>
  </dgm:styleLbl>
  <dgm:styleLbl name="parChTrans1D2">
    <dgm:fillClrLst meth="repeat">
      <a:schemeClr val="accent6">
        <a:tint val="90000"/>
      </a:schemeClr>
    </dgm:fillClrLst>
    <dgm:linClrLst meth="repeat">
      <a:schemeClr val="accent6"/>
    </dgm:linClrLst>
    <dgm:effectClrLst/>
    <dgm:txLinClrLst/>
    <dgm:txFillClrLst meth="repeat">
      <a:schemeClr val="tx1"/>
    </dgm:txFillClrLst>
    <dgm:txEffectClrLst/>
  </dgm:styleLbl>
  <dgm:styleLbl name="parChTrans1D3">
    <dgm:fillClrLst meth="repeat">
      <a:schemeClr val="accent6">
        <a:tint val="70000"/>
      </a:schemeClr>
    </dgm:fillClrLst>
    <dgm:linClrLst meth="repeat">
      <a:schemeClr val="accent1"/>
    </dgm:linClrLst>
    <dgm:effectClrLst/>
    <dgm:txLinClrLst/>
    <dgm:txFillClrLst meth="repeat">
      <a:schemeClr val="tx1"/>
    </dgm:txFillClrLst>
    <dgm:txEffectClrLst/>
  </dgm:styleLbl>
  <dgm:styleLbl name="parChTrans1D4">
    <dgm:fillClrLst meth="repeat">
      <a:schemeClr val="accent6">
        <a:tint val="50000"/>
      </a:schemeClr>
    </dgm:fillClrLst>
    <dgm:linClrLst meth="repeat">
      <a:schemeClr val="accent2"/>
    </dgm:linClrLst>
    <dgm:effectClrLst/>
    <dgm:txLinClrLst/>
    <dgm:txFillClrLst meth="repeat">
      <a:schemeClr val="tx1"/>
    </dgm:txFillClrLst>
    <dgm:txEffectClrLst/>
  </dgm:styleLbl>
  <dgm:styleLbl name="fgAcc1">
    <dgm:fillClrLst meth="repeat">
      <a:schemeClr val="lt1">
        <a:alpha val="90000"/>
      </a:schemeClr>
    </dgm:fillClrLst>
    <dgm:linClrLst>
      <a:schemeClr val="accent5"/>
      <a:schemeClr val="accent6"/>
    </dgm:linClrLst>
    <dgm:effectClrLst/>
    <dgm:txLinClrLst/>
    <dgm:txFillClrLst meth="repeat">
      <a:schemeClr val="dk1"/>
    </dgm:txFillClrLst>
    <dgm:txEffectClrLst/>
  </dgm:styleLbl>
  <dgm:styleLbl name="conFgAcc1">
    <dgm:fillClrLst meth="repeat">
      <a:schemeClr val="lt1">
        <a:alpha val="90000"/>
      </a:schemeClr>
    </dgm:fillClrLst>
    <dgm:linClrLst>
      <a:schemeClr val="accent5"/>
      <a:schemeClr val="accent6"/>
    </dgm:linClrLst>
    <dgm:effectClrLst/>
    <dgm:txLinClrLst/>
    <dgm:txFillClrLst meth="repeat">
      <a:schemeClr val="dk1"/>
    </dgm:txFillClrLst>
    <dgm:txEffectClrLst/>
  </dgm:styleLbl>
  <dgm:styleLbl name="alignAcc1">
    <dgm:fillClrLst meth="repeat">
      <a:schemeClr val="lt1">
        <a:alpha val="90000"/>
      </a:schemeClr>
    </dgm:fillClrLst>
    <dgm:linClrLst>
      <a:schemeClr val="accent5"/>
      <a:schemeClr val="accent6"/>
    </dgm:linClrLst>
    <dgm:effectClrLst/>
    <dgm:txLinClrLst/>
    <dgm:txFillClrLst meth="repeat">
      <a:schemeClr val="dk1"/>
    </dgm:txFillClrLst>
    <dgm:txEffectClrLst/>
  </dgm:styleLbl>
  <dgm:styleLbl name="trAlignAcc1">
    <dgm:fillClrLst meth="repeat">
      <a:schemeClr val="lt1">
        <a:alpha val="40000"/>
      </a:schemeClr>
    </dgm:fillClrLst>
    <dgm:linClrLst meth="repeat">
      <a:schemeClr val="accent5"/>
    </dgm:linClrLst>
    <dgm:effectClrLst/>
    <dgm:txLinClrLst/>
    <dgm:txFillClrLst meth="repeat">
      <a:schemeClr val="dk1"/>
    </dgm:txFillClrLst>
    <dgm:txEffectClrLst/>
  </dgm:styleLbl>
  <dgm:styleLbl name="bgAcc1">
    <dgm:fillClrLst meth="repeat">
      <a:schemeClr val="lt1">
        <a:alpha val="90000"/>
      </a:schemeClr>
    </dgm:fillClrLst>
    <dgm:linClrLst>
      <a:schemeClr val="accent5"/>
      <a:schemeClr val="accent6"/>
    </dgm:linClrLst>
    <dgm:effectClrLst/>
    <dgm:txLinClrLst/>
    <dgm:txFillClrLst meth="repeat">
      <a:schemeClr val="dk1"/>
    </dgm:txFillClrLst>
    <dgm:txEffectClrLst/>
  </dgm:styleLbl>
  <dgm:styleLbl name="solidFgAcc1">
    <dgm:fillClrLst meth="repeat">
      <a:schemeClr val="lt1"/>
    </dgm:fillClrLst>
    <dgm:linClrLst>
      <a:schemeClr val="accent5"/>
      <a:schemeClr val="accent6"/>
    </dgm:linClrLst>
    <dgm:effectClrLst/>
    <dgm:txLinClrLst/>
    <dgm:txFillClrLst meth="repeat">
      <a:schemeClr val="dk1"/>
    </dgm:txFillClrLst>
    <dgm:txEffectClrLst/>
  </dgm:styleLbl>
  <dgm:styleLbl name="solidAlignAcc1">
    <dgm:fillClrLst meth="repeat">
      <a:schemeClr val="lt1"/>
    </dgm:fillClrLst>
    <dgm:linClrLst>
      <a:schemeClr val="accent5"/>
      <a:schemeClr val="accent6"/>
    </dgm:linClrLst>
    <dgm:effectClrLst/>
    <dgm:txLinClrLst/>
    <dgm:txFillClrLst meth="repeat">
      <a:schemeClr val="dk1"/>
    </dgm:txFillClrLst>
    <dgm:txEffectClrLst/>
  </dgm:styleLbl>
  <dgm:styleLbl name="solidBgAcc1">
    <dgm:fillClrLst meth="repeat">
      <a:schemeClr val="lt1"/>
    </dgm:fillClrLst>
    <dgm:linClrLst>
      <a:schemeClr val="accent5"/>
      <a:schemeClr val="accent6"/>
    </dgm:linClrLst>
    <dgm:effectClrLst/>
    <dgm:txLinClrLst/>
    <dgm:txFillClrLst meth="repeat">
      <a:schemeClr val="dk1"/>
    </dgm:txFillClrLst>
    <dgm:txEffectClrLst/>
  </dgm:styleLbl>
  <dgm:styleLbl name="fgAccFollowNode1">
    <dgm:fillClrLst>
      <a:schemeClr val="accent5">
        <a:tint val="40000"/>
        <a:alpha val="90000"/>
      </a:schemeClr>
      <a:schemeClr val="accent6">
        <a:tint val="40000"/>
        <a:alpha val="90000"/>
      </a:schemeClr>
    </dgm:fillClrLst>
    <dgm:linClrLst>
      <a:schemeClr val="accent5">
        <a:tint val="40000"/>
        <a:alpha val="90000"/>
      </a:schemeClr>
      <a:schemeClr val="accent5">
        <a:tint val="40000"/>
        <a:alpha val="90000"/>
      </a:schemeClr>
    </dgm:linClrLst>
    <dgm:effectClrLst/>
    <dgm:txLinClrLst/>
    <dgm:txFillClrLst meth="repeat">
      <a:schemeClr val="dk1"/>
    </dgm:txFillClrLst>
    <dgm:txEffectClrLst/>
  </dgm:styleLbl>
  <dgm:styleLbl name="alignAccFollowNode1">
    <dgm:fillClrLst>
      <a:schemeClr val="accent5">
        <a:tint val="40000"/>
        <a:alpha val="90000"/>
      </a:schemeClr>
      <a:schemeClr val="accent6">
        <a:tint val="40000"/>
        <a:alpha val="90000"/>
      </a:schemeClr>
    </dgm:fillClrLst>
    <dgm:linClrLst>
      <a:schemeClr val="accent5">
        <a:tint val="40000"/>
        <a:alpha val="90000"/>
      </a:schemeClr>
      <a:schemeClr val="accent6">
        <a:tint val="40000"/>
        <a:alpha val="90000"/>
      </a:schemeClr>
    </dgm:linClrLst>
    <dgm:effectClrLst/>
    <dgm:txLinClrLst/>
    <dgm:txFillClrLst meth="repeat">
      <a:schemeClr val="dk1"/>
    </dgm:txFillClrLst>
    <dgm:txEffectClrLst/>
  </dgm:styleLbl>
  <dgm:styleLbl name="bgAccFollowNode1">
    <dgm:fillClrLst>
      <a:schemeClr val="accent5">
        <a:tint val="40000"/>
        <a:alpha val="90000"/>
      </a:schemeClr>
      <a:schemeClr val="accent6">
        <a:tint val="40000"/>
        <a:alpha val="90000"/>
      </a:schemeClr>
    </dgm:fillClrLst>
    <dgm:linClrLst>
      <a:schemeClr val="accent5">
        <a:tint val="40000"/>
        <a:alpha val="90000"/>
      </a:schemeClr>
      <a:schemeClr val="accent6">
        <a:tint val="40000"/>
        <a:alpha val="90000"/>
      </a:schemeClr>
    </dgm:linClrLst>
    <dgm:effectClrLst/>
    <dgm:txLinClrLst/>
    <dgm:txFillClrLst meth="repeat">
      <a:schemeClr val="dk1"/>
    </dgm:txFillClrLst>
    <dgm:txEffectClrLst/>
  </dgm:styleLbl>
  <dgm:styleLbl name="fgAcc0">
    <dgm:fillClrLst meth="repeat">
      <a:schemeClr val="lt1">
        <a:alpha val="90000"/>
      </a:schemeClr>
    </dgm:fillClrLst>
    <dgm:linClrLst>
      <a:schemeClr val="accent4"/>
    </dgm:linClrLst>
    <dgm:effectClrLst/>
    <dgm:txLinClrLst/>
    <dgm:txFillClrLst meth="repeat">
      <a:schemeClr val="dk1"/>
    </dgm:txFillClrLst>
    <dgm:txEffectClrLst/>
  </dgm:styleLbl>
  <dgm:styleLbl name="fgAcc2">
    <dgm:fillClrLst meth="repeat">
      <a:schemeClr val="lt1">
        <a:alpha val="90000"/>
      </a:schemeClr>
    </dgm:fillClrLst>
    <dgm:linClrLst>
      <a:schemeClr val="accent6"/>
    </dgm:linClrLst>
    <dgm:effectClrLst/>
    <dgm:txLinClrLst/>
    <dgm:txFillClrLst meth="repeat">
      <a:schemeClr val="dk1"/>
    </dgm:txFillClrLst>
    <dgm:txEffectClrLst/>
  </dgm:styleLbl>
  <dgm:styleLbl name="fgAcc3">
    <dgm:fillClrLst meth="repeat">
      <a:schemeClr val="lt1">
        <a:alpha val="90000"/>
      </a:schemeClr>
    </dgm:fillClrLst>
    <dgm:linClrLst>
      <a:schemeClr val="accent1"/>
    </dgm:linClrLst>
    <dgm:effectClrLst/>
    <dgm:txLinClrLst/>
    <dgm:txFillClrLst meth="repeat">
      <a:schemeClr val="dk1"/>
    </dgm:txFillClrLst>
    <dgm:txEffectClrLst/>
  </dgm:styleLbl>
  <dgm:styleLbl name="fgAcc4">
    <dgm:fillClrLst meth="repeat">
      <a:schemeClr val="lt1">
        <a:alpha val="90000"/>
      </a:schemeClr>
    </dgm:fillClrLst>
    <dgm:linClrLst>
      <a:schemeClr val="accent2"/>
    </dgm:linClrLst>
    <dgm:effectClrLst/>
    <dgm:txLinClrLst/>
    <dgm:txFillClrLst meth="repeat">
      <a:schemeClr val="dk1"/>
    </dgm:txFillClrLst>
    <dgm:txEffectClrLst/>
  </dgm:styleLbl>
  <dgm:styleLbl name="bgShp">
    <dgm:fillClrLst meth="repeat">
      <a:schemeClr val="accent5">
        <a:tint val="40000"/>
      </a:schemeClr>
    </dgm:fillClrLst>
    <dgm:linClrLst meth="repeat">
      <a:schemeClr val="dk1"/>
    </dgm:linClrLst>
    <dgm:effectClrLst/>
    <dgm:txLinClrLst/>
    <dgm:txFillClrLst meth="repeat">
      <a:schemeClr val="dk1"/>
    </dgm:txFillClrLst>
    <dgm:txEffectClrLst/>
  </dgm:styleLbl>
  <dgm:styleLbl name="dkBgShp">
    <dgm:fillClrLst meth="repeat">
      <a:schemeClr val="accent5">
        <a:shade val="90000"/>
      </a:schemeClr>
    </dgm:fillClrLst>
    <dgm:linClrLst meth="repeat">
      <a:schemeClr val="dk1"/>
    </dgm:linClrLst>
    <dgm:effectClrLst/>
    <dgm:txLinClrLst/>
    <dgm:txFillClrLst meth="repeat">
      <a:schemeClr val="lt1"/>
    </dgm:txFillClrLst>
    <dgm:txEffectClrLst/>
  </dgm:styleLbl>
  <dgm:styleLbl name="trBgShp">
    <dgm:fillClrLst meth="repeat">
      <a:schemeClr val="accent5">
        <a:tint val="50000"/>
        <a:alpha val="40000"/>
      </a:schemeClr>
    </dgm:fillClrLst>
    <dgm:linClrLst meth="repeat">
      <a:schemeClr val="accent5"/>
    </dgm:linClrLst>
    <dgm:effectClrLst/>
    <dgm:txLinClrLst/>
    <dgm:txFillClrLst meth="repeat">
      <a:schemeClr val="lt1"/>
    </dgm:txFillClrLst>
    <dgm:txEffectClrLst/>
  </dgm:styleLbl>
  <dgm:styleLbl name="fgShp">
    <dgm:fillClrLst meth="repeat">
      <a:schemeClr val="accent5">
        <a:tint val="40000"/>
      </a:schemeClr>
    </dgm:fillClrLst>
    <dgm:linClrLst meth="repeat">
      <a:schemeClr val="lt1"/>
    </dgm:linClrLst>
    <dgm:effectClrLst/>
    <dgm:txLinClrLst/>
    <dgm:txFillClrLst meth="repeat">
      <a:schemeClr val="dk1"/>
    </dgm:txFillClrLst>
    <dgm:txEffectClrLst/>
  </dgm:styleLbl>
  <dgm:styleLbl name="revTx">
    <dgm:fillClrLst meth="repeat">
      <a:schemeClr val="lt1">
        <a:alpha val="0"/>
      </a:schemeClr>
    </dgm:fillClrLst>
    <dgm:linClrLst meth="repeat">
      <a:schemeClr val="dk1">
        <a:alpha val="0"/>
      </a:schemeClr>
    </dgm:linClrLst>
    <dgm:effectClrLst/>
    <dgm:txLinClrLst/>
    <dgm:txFillClrLst meth="repeat">
      <a:schemeClr val="tx1"/>
    </dgm:txFillClrLst>
    <dgm:txEffectClrLst/>
  </dgm:styleLbl>
</dgm:colorsDef>
</file>

<file path=ppt/diagrams/colors16.xml><?xml version="1.0" encoding="utf-8"?>
<dgm:colorsDef xmlns:dgm="http://schemas.openxmlformats.org/drawingml/2006/diagram" xmlns:a="http://schemas.openxmlformats.org/drawingml/2006/main" uniqueId="urn:microsoft.com/office/officeart/2005/8/colors/accent1_2">
  <dgm:title val=""/>
  <dgm:desc val=""/>
  <dgm:catLst>
    <dgm:cat type="accent1" pri="11200"/>
  </dgm:catLst>
  <dgm:styleLbl name="node0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alignNode1">
    <dgm:fillClrLst meth="repeat">
      <a:schemeClr val="accent1"/>
    </dgm:fillClrLst>
    <dgm:linClrLst meth="repeat">
      <a:schemeClr val="accent1"/>
    </dgm:linClrLst>
    <dgm:effectClrLst/>
    <dgm:txLinClrLst/>
    <dgm:txFillClrLst/>
    <dgm:txEffectClrLst/>
  </dgm:styleLbl>
  <dgm:styleLbl name="node1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lnNode1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vennNode1">
    <dgm:fillClrLst meth="repeat">
      <a:schemeClr val="accent1">
        <a:alpha val="50000"/>
      </a:schemeClr>
    </dgm:fillClrLst>
    <dgm:linClrLst meth="repeat">
      <a:schemeClr val="lt1"/>
    </dgm:linClrLst>
    <dgm:effectClrLst/>
    <dgm:txLinClrLst/>
    <dgm:txFillClrLst/>
    <dgm:txEffectClrLst/>
  </dgm:styleLbl>
  <dgm:styleLbl name="node2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node3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node4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fgImgPlace1">
    <dgm:fillClrLst meth="repeat">
      <a:schemeClr val="accent1">
        <a:tint val="50000"/>
      </a:schemeClr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alignImgPlace1">
    <dgm:fillClrLst meth="repeat">
      <a:schemeClr val="accent1">
        <a:tint val="50000"/>
      </a:schemeClr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bgImgPlace1">
    <dgm:fillClrLst meth="repeat">
      <a:schemeClr val="accent1">
        <a:tint val="50000"/>
      </a:schemeClr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sibTrans2D1">
    <dgm:fillClrLst meth="repeat">
      <a:schemeClr val="accent1">
        <a:tint val="60000"/>
      </a:schemeClr>
    </dgm:fillClrLst>
    <dgm:linClrLst meth="repeat">
      <a:schemeClr val="accent1">
        <a:tint val="60000"/>
      </a:schemeClr>
    </dgm:linClrLst>
    <dgm:effectClrLst/>
    <dgm:txLinClrLst/>
    <dgm:txFillClrLst/>
    <dgm:txEffectClrLst/>
  </dgm:styleLbl>
  <dgm:styleLbl name="fgSibTrans2D1">
    <dgm:fillClrLst meth="repeat">
      <a:schemeClr val="accent1">
        <a:tint val="60000"/>
      </a:schemeClr>
    </dgm:fillClrLst>
    <dgm:linClrLst meth="repeat">
      <a:schemeClr val="accent1">
        <a:tint val="60000"/>
      </a:schemeClr>
    </dgm:linClrLst>
    <dgm:effectClrLst/>
    <dgm:txLinClrLst/>
    <dgm:txFillClrLst/>
    <dgm:txEffectClrLst/>
  </dgm:styleLbl>
  <dgm:styleLbl name="bgSibTrans2D1">
    <dgm:fillClrLst meth="repeat">
      <a:schemeClr val="accent1">
        <a:tint val="60000"/>
      </a:schemeClr>
    </dgm:fillClrLst>
    <dgm:linClrLst meth="repeat">
      <a:schemeClr val="accent1">
        <a:tint val="60000"/>
      </a:schemeClr>
    </dgm:linClrLst>
    <dgm:effectClrLst/>
    <dgm:txLinClrLst/>
    <dgm:txFillClrLst/>
    <dgm:txEffectClrLst/>
  </dgm:styleLbl>
  <dgm:styleLbl name="sibTrans1D1">
    <dgm:fillClrLst meth="repeat">
      <a:schemeClr val="accent1"/>
    </dgm:fillClrLst>
    <dgm:linClrLst meth="repeat">
      <a:schemeClr val="accent1"/>
    </dgm:linClrLst>
    <dgm:effectClrLst/>
    <dgm:txLinClrLst/>
    <dgm:txFillClrLst meth="repeat">
      <a:schemeClr val="tx1"/>
    </dgm:txFillClrLst>
    <dgm:txEffectClrLst/>
  </dgm:styleLbl>
  <dgm:styleLbl name="callout">
    <dgm:fillClrLst meth="repeat">
      <a:schemeClr val="accent1"/>
    </dgm:fillClrLst>
    <dgm:linClrLst meth="repeat">
      <a:schemeClr val="accent1">
        <a:tint val="50000"/>
      </a:schemeClr>
    </dgm:linClrLst>
    <dgm:effectClrLst/>
    <dgm:txLinClrLst/>
    <dgm:txFillClrLst meth="repeat">
      <a:schemeClr val="tx1"/>
    </dgm:txFillClrLst>
    <dgm:txEffectClrLst/>
  </dgm:styleLbl>
  <dgm:styleLbl name="asst0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asst1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asst2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asst3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asst4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parChTrans2D1">
    <dgm:fillClrLst meth="repeat">
      <a:schemeClr val="accent1">
        <a:tint val="60000"/>
      </a:schemeClr>
    </dgm:fillClrLst>
    <dgm:linClrLst meth="repeat">
      <a:schemeClr val="accent1">
        <a:tint val="60000"/>
      </a:schemeClr>
    </dgm:linClrLst>
    <dgm:effectClrLst/>
    <dgm:txLinClrLst/>
    <dgm:txFillClrLst meth="repeat">
      <a:schemeClr val="lt1"/>
    </dgm:txFillClrLst>
    <dgm:txEffectClrLst/>
  </dgm:styleLbl>
  <dgm:styleLbl name="parChTrans2D2">
    <dgm:fillClrLst meth="repeat">
      <a:schemeClr val="accent1"/>
    </dgm:fillClrLst>
    <dgm:linClrLst meth="repeat">
      <a:schemeClr val="accent1"/>
    </dgm:linClrLst>
    <dgm:effectClrLst/>
    <dgm:txLinClrLst/>
    <dgm:txFillClrLst meth="repeat">
      <a:schemeClr val="lt1"/>
    </dgm:txFillClrLst>
    <dgm:txEffectClrLst/>
  </dgm:styleLbl>
  <dgm:styleLbl name="parChTrans2D3">
    <dgm:fillClrLst meth="repeat">
      <a:schemeClr val="accent1"/>
    </dgm:fillClrLst>
    <dgm:linClrLst meth="repeat">
      <a:schemeClr val="accent1"/>
    </dgm:linClrLst>
    <dgm:effectClrLst/>
    <dgm:txLinClrLst/>
    <dgm:txFillClrLst meth="repeat">
      <a:schemeClr val="lt1"/>
    </dgm:txFillClrLst>
    <dgm:txEffectClrLst/>
  </dgm:styleLbl>
  <dgm:styleLbl name="parChTrans2D4">
    <dgm:fillClrLst meth="repeat">
      <a:schemeClr val="accent1"/>
    </dgm:fillClrLst>
    <dgm:linClrLst meth="repeat">
      <a:schemeClr val="accent1"/>
    </dgm:linClrLst>
    <dgm:effectClrLst/>
    <dgm:txLinClrLst/>
    <dgm:txFillClrLst meth="repeat">
      <a:schemeClr val="lt1"/>
    </dgm:txFillClrLst>
    <dgm:txEffectClrLst/>
  </dgm:styleLbl>
  <dgm:styleLbl name="parChTrans1D1">
    <dgm:fillClrLst meth="repeat">
      <a:schemeClr val="accent1"/>
    </dgm:fillClrLst>
    <dgm:linClrLst meth="repeat">
      <a:schemeClr val="accent1">
        <a:shade val="60000"/>
      </a:schemeClr>
    </dgm:linClrLst>
    <dgm:effectClrLst/>
    <dgm:txLinClrLst/>
    <dgm:txFillClrLst meth="repeat">
      <a:schemeClr val="tx1"/>
    </dgm:txFillClrLst>
    <dgm:txEffectClrLst/>
  </dgm:styleLbl>
  <dgm:styleLbl name="parChTrans1D2">
    <dgm:fillClrLst meth="repeat">
      <a:schemeClr val="accent1"/>
    </dgm:fillClrLst>
    <dgm:linClrLst meth="repeat">
      <a:schemeClr val="accent1">
        <a:shade val="60000"/>
      </a:schemeClr>
    </dgm:linClrLst>
    <dgm:effectClrLst/>
    <dgm:txLinClrLst/>
    <dgm:txFillClrLst meth="repeat">
      <a:schemeClr val="tx1"/>
    </dgm:txFillClrLst>
    <dgm:txEffectClrLst/>
  </dgm:styleLbl>
  <dgm:styleLbl name="parChTrans1D3">
    <dgm:fillClrLst meth="repeat">
      <a:schemeClr val="accent1"/>
    </dgm:fillClrLst>
    <dgm:linClrLst meth="repeat">
      <a:schemeClr val="accent1">
        <a:shade val="80000"/>
      </a:schemeClr>
    </dgm:linClrLst>
    <dgm:effectClrLst/>
    <dgm:txLinClrLst/>
    <dgm:txFillClrLst meth="repeat">
      <a:schemeClr val="tx1"/>
    </dgm:txFillClrLst>
    <dgm:txEffectClrLst/>
  </dgm:styleLbl>
  <dgm:styleLbl name="parChTrans1D4">
    <dgm:fillClrLst meth="repeat">
      <a:schemeClr val="accent1"/>
    </dgm:fillClrLst>
    <dgm:linClrLst meth="repeat">
      <a:schemeClr val="accent1">
        <a:shade val="80000"/>
      </a:schemeClr>
    </dgm:linClrLst>
    <dgm:effectClrLst/>
    <dgm:txLinClrLst/>
    <dgm:txFillClrLst meth="repeat">
      <a:schemeClr val="tx1"/>
    </dgm:txFillClrLst>
    <dgm:txEffectClrLst/>
  </dgm:styleLbl>
  <dgm:styleLbl name="fgAcc1">
    <dgm:fillClrLst meth="repeat">
      <a:schemeClr val="lt1">
        <a:alpha val="9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conFgAcc1">
    <dgm:fillClrLst meth="repeat">
      <a:schemeClr val="lt1">
        <a:alpha val="9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alignAcc1">
    <dgm:fillClrLst meth="repeat">
      <a:schemeClr val="lt1">
        <a:alpha val="9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trAlignAcc1">
    <dgm:fillClrLst meth="repeat">
      <a:schemeClr val="lt1">
        <a:alpha val="4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bgAcc1">
    <dgm:fillClrLst meth="repeat">
      <a:schemeClr val="lt1">
        <a:alpha val="9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solidFgAcc1">
    <dgm:fillClrLst meth="repeat">
      <a:schemeClr val="lt1"/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solidAlignAcc1">
    <dgm:fillClrLst meth="repeat">
      <a:schemeClr val="lt1"/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solidBgAcc1">
    <dgm:fillClrLst meth="repeat">
      <a:schemeClr val="lt1"/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fgAccFollowNode1">
    <dgm:fillClrLst meth="repeat">
      <a:schemeClr val="accent1">
        <a:alpha val="90000"/>
        <a:tint val="40000"/>
      </a:schemeClr>
    </dgm:fillClrLst>
    <dgm:linClrLst meth="repeat">
      <a:schemeClr val="accent1">
        <a:alpha val="90000"/>
        <a:tint val="40000"/>
      </a:schemeClr>
    </dgm:linClrLst>
    <dgm:effectClrLst/>
    <dgm:txLinClrLst/>
    <dgm:txFillClrLst meth="repeat">
      <a:schemeClr val="dk1"/>
    </dgm:txFillClrLst>
    <dgm:txEffectClrLst/>
  </dgm:styleLbl>
  <dgm:styleLbl name="alignAccFollowNode1">
    <dgm:fillClrLst meth="repeat">
      <a:schemeClr val="accent1">
        <a:alpha val="90000"/>
        <a:tint val="40000"/>
      </a:schemeClr>
    </dgm:fillClrLst>
    <dgm:linClrLst meth="repeat">
      <a:schemeClr val="accent1">
        <a:alpha val="90000"/>
        <a:tint val="40000"/>
      </a:schemeClr>
    </dgm:linClrLst>
    <dgm:effectClrLst/>
    <dgm:txLinClrLst/>
    <dgm:txFillClrLst meth="repeat">
      <a:schemeClr val="dk1"/>
    </dgm:txFillClrLst>
    <dgm:txEffectClrLst/>
  </dgm:styleLbl>
  <dgm:styleLbl name="bgAccFollowNode1">
    <dgm:fillClrLst meth="repeat">
      <a:schemeClr val="accent1">
        <a:alpha val="90000"/>
        <a:tint val="40000"/>
      </a:schemeClr>
    </dgm:fillClrLst>
    <dgm:linClrLst meth="repeat">
      <a:schemeClr val="accent1">
        <a:alpha val="90000"/>
        <a:tint val="40000"/>
      </a:schemeClr>
    </dgm:linClrLst>
    <dgm:effectClrLst/>
    <dgm:txLinClrLst/>
    <dgm:txFillClrLst meth="repeat">
      <a:schemeClr val="dk1"/>
    </dgm:txFillClrLst>
    <dgm:txEffectClrLst/>
  </dgm:styleLbl>
  <dgm:styleLbl name="fgAcc0">
    <dgm:fillClrLst meth="repeat">
      <a:schemeClr val="lt1">
        <a:alpha val="9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fgAcc2">
    <dgm:fillClrLst meth="repeat">
      <a:schemeClr val="lt1">
        <a:alpha val="9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fgAcc3">
    <dgm:fillClrLst meth="repeat">
      <a:schemeClr val="lt1">
        <a:alpha val="9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fgAcc4">
    <dgm:fillClrLst meth="repeat">
      <a:schemeClr val="lt1">
        <a:alpha val="9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bgShp">
    <dgm:fillClrLst meth="repeat">
      <a:schemeClr val="accent1">
        <a:tint val="4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dkBgShp">
    <dgm:fillClrLst meth="repeat">
      <a:schemeClr val="accent1">
        <a:shade val="80000"/>
      </a:schemeClr>
    </dgm:fillClrLst>
    <dgm:linClrLst meth="repeat">
      <a:schemeClr val="accent1"/>
    </dgm:linClrLst>
    <dgm:effectClrLst/>
    <dgm:txLinClrLst/>
    <dgm:txFillClrLst meth="repeat">
      <a:schemeClr val="lt1"/>
    </dgm:txFillClrLst>
    <dgm:txEffectClrLst/>
  </dgm:styleLbl>
  <dgm:styleLbl name="trBgShp">
    <dgm:fillClrLst meth="repeat">
      <a:schemeClr val="accent1">
        <a:tint val="50000"/>
        <a:alpha val="40000"/>
      </a:schemeClr>
    </dgm:fillClrLst>
    <dgm:linClrLst meth="repeat">
      <a:schemeClr val="accent1"/>
    </dgm:linClrLst>
    <dgm:effectClrLst/>
    <dgm:txLinClrLst/>
    <dgm:txFillClrLst meth="repeat">
      <a:schemeClr val="lt1"/>
    </dgm:txFillClrLst>
    <dgm:txEffectClrLst/>
  </dgm:styleLbl>
  <dgm:styleLbl name="fgShp">
    <dgm:fillClrLst meth="repeat">
      <a:schemeClr val="accent1">
        <a:tint val="60000"/>
      </a:schemeClr>
    </dgm:fillClrLst>
    <dgm:linClrLst meth="repeat">
      <a:schemeClr val="lt1"/>
    </dgm:linClrLst>
    <dgm:effectClrLst/>
    <dgm:txLinClrLst/>
    <dgm:txFillClrLst meth="repeat">
      <a:schemeClr val="dk1"/>
    </dgm:txFillClrLst>
    <dgm:txEffectClrLst/>
  </dgm:styleLbl>
  <dgm:styleLbl name="revTx">
    <dgm:fillClrLst meth="repeat">
      <a:schemeClr val="lt1">
        <a:alpha val="0"/>
      </a:schemeClr>
    </dgm:fillClrLst>
    <dgm:linClrLst meth="repeat">
      <a:schemeClr val="dk1">
        <a:alpha val="0"/>
      </a:schemeClr>
    </dgm:linClrLst>
    <dgm:effectClrLst/>
    <dgm:txLinClrLst/>
    <dgm:txFillClrLst meth="repeat">
      <a:schemeClr val="tx1"/>
    </dgm:txFillClrLst>
    <dgm:txEffectClrLst/>
  </dgm:styleLbl>
</dgm:colorsDef>
</file>

<file path=ppt/diagrams/data1.xml><?xml version="1.0" encoding="utf-8"?>
<dgm:dataModel xmlns:dgm="http://schemas.openxmlformats.org/drawingml/2006/diagram" xmlns:a="http://schemas.openxmlformats.org/drawingml/2006/main">
  <dgm:ptLst>
    <dgm:pt modelId="{592899A7-F8CE-4E4E-B7D1-30CD247456B0}" type="doc">
      <dgm:prSet loTypeId="urn:microsoft.com/office/officeart/2005/8/layout/equation1" loCatId="process" qsTypeId="urn:microsoft.com/office/officeart/2005/8/quickstyle/simple1" qsCatId="simple" csTypeId="urn:microsoft.com/office/officeart/2005/8/colors/accent1_2" csCatId="accent1" phldr="1"/>
      <dgm:spPr/>
    </dgm:pt>
    <dgm:pt modelId="{EAC66E43-3674-4006-AFB0-A24F53AA8038}">
      <dgm:prSet phldrT="[Text]"/>
      <dgm:spPr/>
      <dgm:t>
        <a:bodyPr/>
        <a:lstStyle/>
        <a:p>
          <a:r>
            <a:rPr lang="de-DE" dirty="0"/>
            <a:t>ECMAScript5</a:t>
          </a:r>
        </a:p>
      </dgm:t>
    </dgm:pt>
    <dgm:pt modelId="{E31B56DD-61D7-4A2B-B157-17F5CF044BC2}" type="parTrans" cxnId="{B4FF6614-4542-4469-BAAE-7357662BDBBC}">
      <dgm:prSet/>
      <dgm:spPr/>
      <dgm:t>
        <a:bodyPr/>
        <a:lstStyle/>
        <a:p>
          <a:endParaRPr lang="de-DE"/>
        </a:p>
      </dgm:t>
    </dgm:pt>
    <dgm:pt modelId="{A7CA5B0D-5A9A-4DFD-A09D-356C7081D18D}" type="sibTrans" cxnId="{B4FF6614-4542-4469-BAAE-7357662BDBBC}">
      <dgm:prSet/>
      <dgm:spPr/>
      <dgm:t>
        <a:bodyPr/>
        <a:lstStyle/>
        <a:p>
          <a:endParaRPr lang="de-DE"/>
        </a:p>
      </dgm:t>
    </dgm:pt>
    <dgm:pt modelId="{9A9F24FF-B712-437E-8967-84AA45106B93}">
      <dgm:prSet phldrT="[Text]"/>
      <dgm:spPr/>
      <dgm:t>
        <a:bodyPr/>
        <a:lstStyle/>
        <a:p>
          <a:r>
            <a:rPr lang="de-DE" dirty="0"/>
            <a:t>ECMAScript6</a:t>
          </a:r>
        </a:p>
      </dgm:t>
    </dgm:pt>
    <dgm:pt modelId="{6AF8A30E-5DBC-43FC-933E-B09058C1B91E}" type="parTrans" cxnId="{7C0A2A5F-9CEC-4D37-A3CD-F2E512254500}">
      <dgm:prSet/>
      <dgm:spPr/>
      <dgm:t>
        <a:bodyPr/>
        <a:lstStyle/>
        <a:p>
          <a:endParaRPr lang="de-DE"/>
        </a:p>
      </dgm:t>
    </dgm:pt>
    <dgm:pt modelId="{A9E67323-99C6-4949-8D2A-F5332FF7EF7C}" type="sibTrans" cxnId="{7C0A2A5F-9CEC-4D37-A3CD-F2E512254500}">
      <dgm:prSet/>
      <dgm:spPr/>
      <dgm:t>
        <a:bodyPr/>
        <a:lstStyle/>
        <a:p>
          <a:endParaRPr lang="de-DE"/>
        </a:p>
      </dgm:t>
    </dgm:pt>
    <dgm:pt modelId="{AF9C3BBC-A58C-405B-A78C-B4C8F8062441}">
      <dgm:prSet phldrT="[Text]"/>
      <dgm:spPr/>
      <dgm:t>
        <a:bodyPr/>
        <a:lstStyle/>
        <a:p>
          <a:r>
            <a:rPr lang="de-DE" dirty="0"/>
            <a:t>Additional Features</a:t>
          </a:r>
        </a:p>
      </dgm:t>
    </dgm:pt>
    <dgm:pt modelId="{579E1ABD-0A77-4816-80D5-1A2C55E00D45}" type="parTrans" cxnId="{7122761A-518B-4B6D-9386-B785EDE114AC}">
      <dgm:prSet/>
      <dgm:spPr/>
      <dgm:t>
        <a:bodyPr/>
        <a:lstStyle/>
        <a:p>
          <a:endParaRPr lang="de-DE"/>
        </a:p>
      </dgm:t>
    </dgm:pt>
    <dgm:pt modelId="{843DC590-28AC-4841-822B-C6D16F7C29D5}" type="sibTrans" cxnId="{7122761A-518B-4B6D-9386-B785EDE114AC}">
      <dgm:prSet/>
      <dgm:spPr/>
      <dgm:t>
        <a:bodyPr/>
        <a:lstStyle/>
        <a:p>
          <a:endParaRPr lang="de-DE"/>
        </a:p>
      </dgm:t>
    </dgm:pt>
    <dgm:pt modelId="{21B4A07F-802F-4762-9ECD-1158ABD2C30B}">
      <dgm:prSet phldrT="[Text]"/>
      <dgm:spPr/>
      <dgm:t>
        <a:bodyPr/>
        <a:lstStyle/>
        <a:p>
          <a:r>
            <a:rPr lang="de-DE" dirty="0" err="1"/>
            <a:t>TypeScript</a:t>
          </a:r>
          <a:endParaRPr lang="de-DE" dirty="0"/>
        </a:p>
      </dgm:t>
    </dgm:pt>
    <dgm:pt modelId="{2EC3F521-D051-4D87-924F-823A0ED1EE60}" type="parTrans" cxnId="{0DADFF49-D4CE-4C6C-B367-35A645486CAB}">
      <dgm:prSet/>
      <dgm:spPr/>
      <dgm:t>
        <a:bodyPr/>
        <a:lstStyle/>
        <a:p>
          <a:endParaRPr lang="de-DE"/>
        </a:p>
      </dgm:t>
    </dgm:pt>
    <dgm:pt modelId="{907DA1E2-157E-4734-9324-1E41CBC74361}" type="sibTrans" cxnId="{0DADFF49-D4CE-4C6C-B367-35A645486CAB}">
      <dgm:prSet/>
      <dgm:spPr/>
      <dgm:t>
        <a:bodyPr/>
        <a:lstStyle/>
        <a:p>
          <a:endParaRPr lang="de-DE"/>
        </a:p>
      </dgm:t>
    </dgm:pt>
    <dgm:pt modelId="{BFDC35CA-9B77-498C-819D-D9E5FDBC6BA6}" type="pres">
      <dgm:prSet presAssocID="{592899A7-F8CE-4E4E-B7D1-30CD247456B0}" presName="linearFlow" presStyleCnt="0">
        <dgm:presLayoutVars>
          <dgm:dir/>
          <dgm:resizeHandles val="exact"/>
        </dgm:presLayoutVars>
      </dgm:prSet>
      <dgm:spPr/>
    </dgm:pt>
    <dgm:pt modelId="{A61DC1D8-AF8E-4AD3-8F3A-028424C67A03}" type="pres">
      <dgm:prSet presAssocID="{EAC66E43-3674-4006-AFB0-A24F53AA8038}" presName="node" presStyleLbl="node1" presStyleIdx="0" presStyleCnt="4">
        <dgm:presLayoutVars>
          <dgm:bulletEnabled val="1"/>
        </dgm:presLayoutVars>
      </dgm:prSet>
      <dgm:spPr/>
    </dgm:pt>
    <dgm:pt modelId="{C8019409-D9DE-468C-80F9-300FDE8628AC}" type="pres">
      <dgm:prSet presAssocID="{A7CA5B0D-5A9A-4DFD-A09D-356C7081D18D}" presName="spacerL" presStyleCnt="0"/>
      <dgm:spPr/>
    </dgm:pt>
    <dgm:pt modelId="{77389B7C-EEFA-49BC-ACFE-3BCDC31F3A4E}" type="pres">
      <dgm:prSet presAssocID="{A7CA5B0D-5A9A-4DFD-A09D-356C7081D18D}" presName="sibTrans" presStyleLbl="sibTrans2D1" presStyleIdx="0" presStyleCnt="3"/>
      <dgm:spPr/>
    </dgm:pt>
    <dgm:pt modelId="{7088FFEB-9732-44B5-83F3-2F41A6B4705C}" type="pres">
      <dgm:prSet presAssocID="{A7CA5B0D-5A9A-4DFD-A09D-356C7081D18D}" presName="spacerR" presStyleCnt="0"/>
      <dgm:spPr/>
    </dgm:pt>
    <dgm:pt modelId="{AFF351EB-85E5-496F-B9AB-45A5B109EEBC}" type="pres">
      <dgm:prSet presAssocID="{9A9F24FF-B712-437E-8967-84AA45106B93}" presName="node" presStyleLbl="node1" presStyleIdx="1" presStyleCnt="4">
        <dgm:presLayoutVars>
          <dgm:bulletEnabled val="1"/>
        </dgm:presLayoutVars>
      </dgm:prSet>
      <dgm:spPr/>
    </dgm:pt>
    <dgm:pt modelId="{64EADB6B-6BF2-4D5C-8D1F-CDC37D616DC0}" type="pres">
      <dgm:prSet presAssocID="{A9E67323-99C6-4949-8D2A-F5332FF7EF7C}" presName="spacerL" presStyleCnt="0"/>
      <dgm:spPr/>
    </dgm:pt>
    <dgm:pt modelId="{523619B0-4836-4F85-B178-D0067AC72FCE}" type="pres">
      <dgm:prSet presAssocID="{A9E67323-99C6-4949-8D2A-F5332FF7EF7C}" presName="sibTrans" presStyleLbl="sibTrans2D1" presStyleIdx="1" presStyleCnt="3"/>
      <dgm:spPr/>
    </dgm:pt>
    <dgm:pt modelId="{0C071449-DDBC-4C5C-95A6-416FB507516B}" type="pres">
      <dgm:prSet presAssocID="{A9E67323-99C6-4949-8D2A-F5332FF7EF7C}" presName="spacerR" presStyleCnt="0"/>
      <dgm:spPr/>
    </dgm:pt>
    <dgm:pt modelId="{356DDC87-D1BE-49E9-9017-C238619EE953}" type="pres">
      <dgm:prSet presAssocID="{AF9C3BBC-A58C-405B-A78C-B4C8F8062441}" presName="node" presStyleLbl="node1" presStyleIdx="2" presStyleCnt="4">
        <dgm:presLayoutVars>
          <dgm:bulletEnabled val="1"/>
        </dgm:presLayoutVars>
      </dgm:prSet>
      <dgm:spPr/>
    </dgm:pt>
    <dgm:pt modelId="{57F42E0D-7D02-47FE-B2D3-063B033C8929}" type="pres">
      <dgm:prSet presAssocID="{843DC590-28AC-4841-822B-C6D16F7C29D5}" presName="spacerL" presStyleCnt="0"/>
      <dgm:spPr/>
    </dgm:pt>
    <dgm:pt modelId="{045500DA-CC1F-4371-AA73-63024F1D06F3}" type="pres">
      <dgm:prSet presAssocID="{843DC590-28AC-4841-822B-C6D16F7C29D5}" presName="sibTrans" presStyleLbl="sibTrans2D1" presStyleIdx="2" presStyleCnt="3"/>
      <dgm:spPr/>
    </dgm:pt>
    <dgm:pt modelId="{0C9B1D4B-F179-4B64-9F56-67764DDE9526}" type="pres">
      <dgm:prSet presAssocID="{843DC590-28AC-4841-822B-C6D16F7C29D5}" presName="spacerR" presStyleCnt="0"/>
      <dgm:spPr/>
    </dgm:pt>
    <dgm:pt modelId="{2A966352-D133-4596-A883-D312A2B550E6}" type="pres">
      <dgm:prSet presAssocID="{21B4A07F-802F-4762-9ECD-1158ABD2C30B}" presName="node" presStyleLbl="node1" presStyleIdx="3" presStyleCnt="4">
        <dgm:presLayoutVars>
          <dgm:bulletEnabled val="1"/>
        </dgm:presLayoutVars>
      </dgm:prSet>
      <dgm:spPr/>
    </dgm:pt>
  </dgm:ptLst>
  <dgm:cxnLst>
    <dgm:cxn modelId="{B4FF6614-4542-4469-BAAE-7357662BDBBC}" srcId="{592899A7-F8CE-4E4E-B7D1-30CD247456B0}" destId="{EAC66E43-3674-4006-AFB0-A24F53AA8038}" srcOrd="0" destOrd="0" parTransId="{E31B56DD-61D7-4A2B-B157-17F5CF044BC2}" sibTransId="{A7CA5B0D-5A9A-4DFD-A09D-356C7081D18D}"/>
    <dgm:cxn modelId="{7122761A-518B-4B6D-9386-B785EDE114AC}" srcId="{592899A7-F8CE-4E4E-B7D1-30CD247456B0}" destId="{AF9C3BBC-A58C-405B-A78C-B4C8F8062441}" srcOrd="2" destOrd="0" parTransId="{579E1ABD-0A77-4816-80D5-1A2C55E00D45}" sibTransId="{843DC590-28AC-4841-822B-C6D16F7C29D5}"/>
    <dgm:cxn modelId="{7BA87F24-6822-43B1-9028-B1BA60ED6A05}" type="presOf" srcId="{592899A7-F8CE-4E4E-B7D1-30CD247456B0}" destId="{BFDC35CA-9B77-498C-819D-D9E5FDBC6BA6}" srcOrd="0" destOrd="0" presId="urn:microsoft.com/office/officeart/2005/8/layout/equation1"/>
    <dgm:cxn modelId="{7C0A2A5F-9CEC-4D37-A3CD-F2E512254500}" srcId="{592899A7-F8CE-4E4E-B7D1-30CD247456B0}" destId="{9A9F24FF-B712-437E-8967-84AA45106B93}" srcOrd="1" destOrd="0" parTransId="{6AF8A30E-5DBC-43FC-933E-B09058C1B91E}" sibTransId="{A9E67323-99C6-4949-8D2A-F5332FF7EF7C}"/>
    <dgm:cxn modelId="{0DADFF49-D4CE-4C6C-B367-35A645486CAB}" srcId="{592899A7-F8CE-4E4E-B7D1-30CD247456B0}" destId="{21B4A07F-802F-4762-9ECD-1158ABD2C30B}" srcOrd="3" destOrd="0" parTransId="{2EC3F521-D051-4D87-924F-823A0ED1EE60}" sibTransId="{907DA1E2-157E-4734-9324-1E41CBC74361}"/>
    <dgm:cxn modelId="{93569A81-726B-4B2D-9A25-8DD075D3BE15}" type="presOf" srcId="{AF9C3BBC-A58C-405B-A78C-B4C8F8062441}" destId="{356DDC87-D1BE-49E9-9017-C238619EE953}" srcOrd="0" destOrd="0" presId="urn:microsoft.com/office/officeart/2005/8/layout/equation1"/>
    <dgm:cxn modelId="{75139287-B80C-481A-9F58-76F8D3CCF7B5}" type="presOf" srcId="{21B4A07F-802F-4762-9ECD-1158ABD2C30B}" destId="{2A966352-D133-4596-A883-D312A2B550E6}" srcOrd="0" destOrd="0" presId="urn:microsoft.com/office/officeart/2005/8/layout/equation1"/>
    <dgm:cxn modelId="{5EF563C0-3AB4-4083-B702-679297F5AE32}" type="presOf" srcId="{9A9F24FF-B712-437E-8967-84AA45106B93}" destId="{AFF351EB-85E5-496F-B9AB-45A5B109EEBC}" srcOrd="0" destOrd="0" presId="urn:microsoft.com/office/officeart/2005/8/layout/equation1"/>
    <dgm:cxn modelId="{BD37B4DE-970A-4086-A9C2-949458467D06}" type="presOf" srcId="{843DC590-28AC-4841-822B-C6D16F7C29D5}" destId="{045500DA-CC1F-4371-AA73-63024F1D06F3}" srcOrd="0" destOrd="0" presId="urn:microsoft.com/office/officeart/2005/8/layout/equation1"/>
    <dgm:cxn modelId="{96C23DF2-B0D6-40E5-822F-FCBF12EA0FC0}" type="presOf" srcId="{A7CA5B0D-5A9A-4DFD-A09D-356C7081D18D}" destId="{77389B7C-EEFA-49BC-ACFE-3BCDC31F3A4E}" srcOrd="0" destOrd="0" presId="urn:microsoft.com/office/officeart/2005/8/layout/equation1"/>
    <dgm:cxn modelId="{945841F2-668A-4864-A8F8-4CFBCA8F6B5D}" type="presOf" srcId="{A9E67323-99C6-4949-8D2A-F5332FF7EF7C}" destId="{523619B0-4836-4F85-B178-D0067AC72FCE}" srcOrd="0" destOrd="0" presId="urn:microsoft.com/office/officeart/2005/8/layout/equation1"/>
    <dgm:cxn modelId="{211F89F8-1AB9-4394-9015-34E038EDBD04}" type="presOf" srcId="{EAC66E43-3674-4006-AFB0-A24F53AA8038}" destId="{A61DC1D8-AF8E-4AD3-8F3A-028424C67A03}" srcOrd="0" destOrd="0" presId="urn:microsoft.com/office/officeart/2005/8/layout/equation1"/>
    <dgm:cxn modelId="{2D02DC6C-9FAA-4F0C-93CE-80050E6462CC}" type="presParOf" srcId="{BFDC35CA-9B77-498C-819D-D9E5FDBC6BA6}" destId="{A61DC1D8-AF8E-4AD3-8F3A-028424C67A03}" srcOrd="0" destOrd="0" presId="urn:microsoft.com/office/officeart/2005/8/layout/equation1"/>
    <dgm:cxn modelId="{4C613C36-9DEA-4C93-A052-A8CFE2F2C9BE}" type="presParOf" srcId="{BFDC35CA-9B77-498C-819D-D9E5FDBC6BA6}" destId="{C8019409-D9DE-468C-80F9-300FDE8628AC}" srcOrd="1" destOrd="0" presId="urn:microsoft.com/office/officeart/2005/8/layout/equation1"/>
    <dgm:cxn modelId="{2EBEA0FE-9879-40CE-8EF0-AE1D3A5ECA94}" type="presParOf" srcId="{BFDC35CA-9B77-498C-819D-D9E5FDBC6BA6}" destId="{77389B7C-EEFA-49BC-ACFE-3BCDC31F3A4E}" srcOrd="2" destOrd="0" presId="urn:microsoft.com/office/officeart/2005/8/layout/equation1"/>
    <dgm:cxn modelId="{2BEF9DD6-DD52-41AB-9EA1-5F4C719065D1}" type="presParOf" srcId="{BFDC35CA-9B77-498C-819D-D9E5FDBC6BA6}" destId="{7088FFEB-9732-44B5-83F3-2F41A6B4705C}" srcOrd="3" destOrd="0" presId="urn:microsoft.com/office/officeart/2005/8/layout/equation1"/>
    <dgm:cxn modelId="{A7C190C1-4F1D-4BEA-8EF2-1927EDBC6D11}" type="presParOf" srcId="{BFDC35CA-9B77-498C-819D-D9E5FDBC6BA6}" destId="{AFF351EB-85E5-496F-B9AB-45A5B109EEBC}" srcOrd="4" destOrd="0" presId="urn:microsoft.com/office/officeart/2005/8/layout/equation1"/>
    <dgm:cxn modelId="{150396D6-6DFB-40EA-B8FF-A64D249C64F6}" type="presParOf" srcId="{BFDC35CA-9B77-498C-819D-D9E5FDBC6BA6}" destId="{64EADB6B-6BF2-4D5C-8D1F-CDC37D616DC0}" srcOrd="5" destOrd="0" presId="urn:microsoft.com/office/officeart/2005/8/layout/equation1"/>
    <dgm:cxn modelId="{8EBFB873-A719-4116-85CB-AB9CE12078F9}" type="presParOf" srcId="{BFDC35CA-9B77-498C-819D-D9E5FDBC6BA6}" destId="{523619B0-4836-4F85-B178-D0067AC72FCE}" srcOrd="6" destOrd="0" presId="urn:microsoft.com/office/officeart/2005/8/layout/equation1"/>
    <dgm:cxn modelId="{0D893633-2E4A-4E44-B7E7-D09ABAA7EB06}" type="presParOf" srcId="{BFDC35CA-9B77-498C-819D-D9E5FDBC6BA6}" destId="{0C071449-DDBC-4C5C-95A6-416FB507516B}" srcOrd="7" destOrd="0" presId="urn:microsoft.com/office/officeart/2005/8/layout/equation1"/>
    <dgm:cxn modelId="{0661AA73-4604-4965-BC38-61B5F0F45036}" type="presParOf" srcId="{BFDC35CA-9B77-498C-819D-D9E5FDBC6BA6}" destId="{356DDC87-D1BE-49E9-9017-C238619EE953}" srcOrd="8" destOrd="0" presId="urn:microsoft.com/office/officeart/2005/8/layout/equation1"/>
    <dgm:cxn modelId="{97C816B0-0B92-4055-BDB2-D901E09B32F9}" type="presParOf" srcId="{BFDC35CA-9B77-498C-819D-D9E5FDBC6BA6}" destId="{57F42E0D-7D02-47FE-B2D3-063B033C8929}" srcOrd="9" destOrd="0" presId="urn:microsoft.com/office/officeart/2005/8/layout/equation1"/>
    <dgm:cxn modelId="{124C7544-E2D6-4955-8E1F-F697C63F31D7}" type="presParOf" srcId="{BFDC35CA-9B77-498C-819D-D9E5FDBC6BA6}" destId="{045500DA-CC1F-4371-AA73-63024F1D06F3}" srcOrd="10" destOrd="0" presId="urn:microsoft.com/office/officeart/2005/8/layout/equation1"/>
    <dgm:cxn modelId="{F0BD6EA5-3B98-4034-A9D8-968EF38B87EB}" type="presParOf" srcId="{BFDC35CA-9B77-498C-819D-D9E5FDBC6BA6}" destId="{0C9B1D4B-F179-4B64-9F56-67764DDE9526}" srcOrd="11" destOrd="0" presId="urn:microsoft.com/office/officeart/2005/8/layout/equation1"/>
    <dgm:cxn modelId="{FB362335-166D-4320-A2DC-8F50161EC8AB}" type="presParOf" srcId="{BFDC35CA-9B77-498C-819D-D9E5FDBC6BA6}" destId="{2A966352-D133-4596-A883-D312A2B550E6}" srcOrd="12" destOrd="0" presId="urn:microsoft.com/office/officeart/2005/8/layout/equation1"/>
  </dgm:cxnLst>
  <dgm:bg/>
  <dgm:whole/>
  <dgm:extLst>
    <a:ext uri="http://schemas.microsoft.com/office/drawing/2008/diagram">
      <dsp:dataModelExt xmlns:dsp="http://schemas.microsoft.com/office/drawing/2008/diagram" relId="rId5" minVer="http://schemas.openxmlformats.org/drawingml/2006/diagram"/>
    </a:ext>
  </dgm:extLst>
</dgm:dataModel>
</file>

<file path=ppt/diagrams/data2.xml><?xml version="1.0" encoding="utf-8"?>
<dgm:dataModel xmlns:dgm="http://schemas.openxmlformats.org/drawingml/2006/diagram" xmlns:a="http://schemas.openxmlformats.org/drawingml/2006/main">
  <dgm:ptLst>
    <dgm:pt modelId="{79EC213B-8802-41D1-821E-5B4068B8B41A}" type="doc">
      <dgm:prSet loTypeId="urn:microsoft.com/office/officeart/2018/2/layout/IconVerticalSolidList" loCatId="icon" qsTypeId="urn:microsoft.com/office/officeart/2005/8/quickstyle/simple1" qsCatId="simple" csTypeId="urn:microsoft.com/office/officeart/2018/5/colors/Iconchunking_neutralbg_colorful1" csCatId="colorful" phldr="1"/>
      <dgm:spPr/>
    </dgm:pt>
    <dgm:pt modelId="{5E31C331-AE11-4773-91E7-B14951838EE0}">
      <dgm:prSet phldrT="[Text]"/>
      <dgm:spPr/>
      <dgm:t>
        <a:bodyPr/>
        <a:lstStyle/>
        <a:p>
          <a:pPr>
            <a:lnSpc>
              <a:spcPct val="100000"/>
            </a:lnSpc>
          </a:pPr>
          <a:r>
            <a:rPr lang="de-DE"/>
            <a:t>Supports Type Definitions</a:t>
          </a:r>
        </a:p>
      </dgm:t>
    </dgm:pt>
    <dgm:pt modelId="{1D9CCEE0-AA5E-484B-90C2-CF1B92DCFFBB}" type="parTrans" cxnId="{E02396EC-A1C1-4168-8813-D1512CFFB914}">
      <dgm:prSet/>
      <dgm:spPr/>
      <dgm:t>
        <a:bodyPr/>
        <a:lstStyle/>
        <a:p>
          <a:endParaRPr lang="de-DE"/>
        </a:p>
      </dgm:t>
    </dgm:pt>
    <dgm:pt modelId="{78A6E2AD-872A-43EF-B9F7-A85C4FE16F45}" type="sibTrans" cxnId="{E02396EC-A1C1-4168-8813-D1512CFFB914}">
      <dgm:prSet/>
      <dgm:spPr/>
      <dgm:t>
        <a:bodyPr/>
        <a:lstStyle/>
        <a:p>
          <a:endParaRPr lang="de-DE"/>
        </a:p>
      </dgm:t>
    </dgm:pt>
    <dgm:pt modelId="{F0816492-5413-4966-AD7D-DC7B6568C937}">
      <dgm:prSet phldrT="[Text]"/>
      <dgm:spPr/>
      <dgm:t>
        <a:bodyPr/>
        <a:lstStyle/>
        <a:p>
          <a:pPr>
            <a:lnSpc>
              <a:spcPct val="100000"/>
            </a:lnSpc>
          </a:pPr>
          <a:r>
            <a:rPr lang="de-DE"/>
            <a:t>Strong static Type</a:t>
          </a:r>
        </a:p>
      </dgm:t>
    </dgm:pt>
    <dgm:pt modelId="{89441E7D-040D-4B3E-A697-43380679AFD4}" type="parTrans" cxnId="{461EC8C5-FBC8-412D-808F-A255C21A9D56}">
      <dgm:prSet/>
      <dgm:spPr/>
      <dgm:t>
        <a:bodyPr/>
        <a:lstStyle/>
        <a:p>
          <a:endParaRPr lang="de-DE"/>
        </a:p>
      </dgm:t>
    </dgm:pt>
    <dgm:pt modelId="{4C24C8AB-D320-425D-94BA-CCF7D6D1C726}" type="sibTrans" cxnId="{461EC8C5-FBC8-412D-808F-A255C21A9D56}">
      <dgm:prSet/>
      <dgm:spPr/>
      <dgm:t>
        <a:bodyPr/>
        <a:lstStyle/>
        <a:p>
          <a:endParaRPr lang="de-DE"/>
        </a:p>
      </dgm:t>
    </dgm:pt>
    <dgm:pt modelId="{F8F9A2AF-E562-4729-9A69-AB7CB28598C2}">
      <dgm:prSet phldrT="[Text]"/>
      <dgm:spPr/>
      <dgm:t>
        <a:bodyPr/>
        <a:lstStyle/>
        <a:p>
          <a:pPr>
            <a:lnSpc>
              <a:spcPct val="100000"/>
            </a:lnSpc>
          </a:pPr>
          <a:r>
            <a:rPr lang="de-DE"/>
            <a:t>Compilation</a:t>
          </a:r>
        </a:p>
      </dgm:t>
    </dgm:pt>
    <dgm:pt modelId="{2340EA12-9DE7-46F5-B73F-4781BD3452FC}" type="parTrans" cxnId="{F6CB0C46-C392-4ECB-95AE-96C7F5B692C4}">
      <dgm:prSet/>
      <dgm:spPr/>
      <dgm:t>
        <a:bodyPr/>
        <a:lstStyle/>
        <a:p>
          <a:endParaRPr lang="de-DE"/>
        </a:p>
      </dgm:t>
    </dgm:pt>
    <dgm:pt modelId="{592DFE13-0DB8-4445-A4EC-2EF953541D5E}" type="sibTrans" cxnId="{F6CB0C46-C392-4ECB-95AE-96C7F5B692C4}">
      <dgm:prSet/>
      <dgm:spPr/>
      <dgm:t>
        <a:bodyPr/>
        <a:lstStyle/>
        <a:p>
          <a:endParaRPr lang="de-DE"/>
        </a:p>
      </dgm:t>
    </dgm:pt>
    <dgm:pt modelId="{49614048-3D16-4737-BBB6-21FFAB6EBF37}">
      <dgm:prSet phldrT="[Text]"/>
      <dgm:spPr/>
      <dgm:t>
        <a:bodyPr/>
        <a:lstStyle/>
        <a:p>
          <a:pPr>
            <a:lnSpc>
              <a:spcPct val="100000"/>
            </a:lnSpc>
          </a:pPr>
          <a:r>
            <a:rPr lang="de-DE"/>
            <a:t>OO Concepts</a:t>
          </a:r>
        </a:p>
      </dgm:t>
    </dgm:pt>
    <dgm:pt modelId="{501E4014-3887-4EF2-A24E-FC9A628C2C8A}" type="parTrans" cxnId="{5F49C5C2-403D-4B8A-BB8E-B811975EA687}">
      <dgm:prSet/>
      <dgm:spPr/>
      <dgm:t>
        <a:bodyPr/>
        <a:lstStyle/>
        <a:p>
          <a:endParaRPr lang="de-DE"/>
        </a:p>
      </dgm:t>
    </dgm:pt>
    <dgm:pt modelId="{4FF94062-1E0C-4763-93AA-C79AE881643A}" type="sibTrans" cxnId="{5F49C5C2-403D-4B8A-BB8E-B811975EA687}">
      <dgm:prSet/>
      <dgm:spPr/>
      <dgm:t>
        <a:bodyPr/>
        <a:lstStyle/>
        <a:p>
          <a:endParaRPr lang="de-DE"/>
        </a:p>
      </dgm:t>
    </dgm:pt>
    <dgm:pt modelId="{2F9B1718-3DE8-40D6-A084-222D379BB0EA}" type="pres">
      <dgm:prSet presAssocID="{79EC213B-8802-41D1-821E-5B4068B8B41A}" presName="root" presStyleCnt="0">
        <dgm:presLayoutVars>
          <dgm:dir/>
          <dgm:resizeHandles val="exact"/>
        </dgm:presLayoutVars>
      </dgm:prSet>
      <dgm:spPr/>
    </dgm:pt>
    <dgm:pt modelId="{C27C6166-C226-41B7-9268-B0D0A91F17BB}" type="pres">
      <dgm:prSet presAssocID="{49614048-3D16-4737-BBB6-21FFAB6EBF37}" presName="compNode" presStyleCnt="0"/>
      <dgm:spPr/>
    </dgm:pt>
    <dgm:pt modelId="{B7B80C5E-CCF4-4E52-8E57-FC1AA715B429}" type="pres">
      <dgm:prSet presAssocID="{49614048-3D16-4737-BBB6-21FFAB6EBF37}" presName="bgRect" presStyleLbl="bgShp" presStyleIdx="0" presStyleCnt="4"/>
      <dgm:spPr/>
    </dgm:pt>
    <dgm:pt modelId="{98C8B915-614F-48DD-A952-C233801F106C}" type="pres">
      <dgm:prSet presAssocID="{49614048-3D16-4737-BBB6-21FFAB6EBF37}" presName="iconRect" presStyleLbl="node1" presStyleIdx="0" presStyleCnt="4"/>
      <dgm:spPr>
        <a:blipFill>
          <a:blip xmlns:r="http://schemas.openxmlformats.org/officeDocument/2006/relationships" r:embed="rId1">
            <a:extLst>
              <a:ext uri="{28A0092B-C50C-407E-A947-70E740481C1C}">
                <a14:useLocalDpi xmlns:a14="http://schemas.microsoft.com/office/drawing/2010/main"/>
              </a:ext>
              <a:ext uri="{96DAC541-7B7A-43D3-8B79-37D633B846F1}">
                <asvg:svgBlip xmlns:asvg="http://schemas.microsoft.com/office/drawing/2016/SVG/main" r:embed="rId2"/>
              </a:ext>
            </a:extLst>
          </a:blip>
          <a:stretch>
            <a:fillRect/>
          </a:stretch>
        </a:blipFill>
        <a:ln>
          <a:noFill/>
        </a:ln>
      </dgm:spPr>
      <dgm:extLst>
        <a:ext uri="{E40237B7-FDA0-4F09-8148-C483321AD2D9}">
          <dgm14:cNvPr xmlns:dgm14="http://schemas.microsoft.com/office/drawing/2010/diagram" id="0" name="" descr="Checkmark"/>
        </a:ext>
      </dgm:extLst>
    </dgm:pt>
    <dgm:pt modelId="{3E572F2F-1CC9-4BA1-8630-C9EDB654C37A}" type="pres">
      <dgm:prSet presAssocID="{49614048-3D16-4737-BBB6-21FFAB6EBF37}" presName="spaceRect" presStyleCnt="0"/>
      <dgm:spPr/>
    </dgm:pt>
    <dgm:pt modelId="{F319D7F5-0A2C-46EE-96E8-F0EA10ECDAD4}" type="pres">
      <dgm:prSet presAssocID="{49614048-3D16-4737-BBB6-21FFAB6EBF37}" presName="parTx" presStyleLbl="revTx" presStyleIdx="0" presStyleCnt="4">
        <dgm:presLayoutVars>
          <dgm:chMax val="0"/>
          <dgm:chPref val="0"/>
        </dgm:presLayoutVars>
      </dgm:prSet>
      <dgm:spPr/>
    </dgm:pt>
    <dgm:pt modelId="{A03C1037-4E4D-4F20-810E-34897D0C7C4B}" type="pres">
      <dgm:prSet presAssocID="{4FF94062-1E0C-4763-93AA-C79AE881643A}" presName="sibTrans" presStyleCnt="0"/>
      <dgm:spPr/>
    </dgm:pt>
    <dgm:pt modelId="{EFE04E3E-E2AB-4DDD-9149-40C028BEF7CD}" type="pres">
      <dgm:prSet presAssocID="{5E31C331-AE11-4773-91E7-B14951838EE0}" presName="compNode" presStyleCnt="0"/>
      <dgm:spPr/>
    </dgm:pt>
    <dgm:pt modelId="{7DDD0EAC-A835-4F9E-AA7C-B442F1F3BE44}" type="pres">
      <dgm:prSet presAssocID="{5E31C331-AE11-4773-91E7-B14951838EE0}" presName="bgRect" presStyleLbl="bgShp" presStyleIdx="1" presStyleCnt="4"/>
      <dgm:spPr/>
    </dgm:pt>
    <dgm:pt modelId="{50681CE2-3EFC-461B-8124-EF43EC9E024E}" type="pres">
      <dgm:prSet presAssocID="{5E31C331-AE11-4773-91E7-B14951838EE0}" presName="iconRect" presStyleLbl="node1" presStyleIdx="1" presStyleCnt="4"/>
      <dgm:spPr>
        <a:blipFill>
          <a:blip xmlns:r="http://schemas.openxmlformats.org/officeDocument/2006/relationships" r:embed="rId3">
            <a:extLst>
              <a:ext uri="{28A0092B-C50C-407E-A947-70E740481C1C}">
                <a14:useLocalDpi xmlns:a14="http://schemas.microsoft.com/office/drawing/2010/main"/>
              </a:ext>
              <a:ext uri="{96DAC541-7B7A-43D3-8B79-37D633B846F1}">
                <asvg:svgBlip xmlns:asvg="http://schemas.microsoft.com/office/drawing/2016/SVG/main" r:embed="rId4"/>
              </a:ext>
            </a:extLst>
          </a:blip>
          <a:stretch>
            <a:fillRect/>
          </a:stretch>
        </a:blipFill>
        <a:ln>
          <a:noFill/>
        </a:ln>
      </dgm:spPr>
      <dgm:extLst>
        <a:ext uri="{E40237B7-FDA0-4F09-8148-C483321AD2D9}">
          <dgm14:cNvPr xmlns:dgm14="http://schemas.microsoft.com/office/drawing/2010/diagram" id="0" name="" descr="Thumbs Up Sign"/>
        </a:ext>
      </dgm:extLst>
    </dgm:pt>
    <dgm:pt modelId="{D2593FA3-DEE9-4441-A68D-86BC1720B2B0}" type="pres">
      <dgm:prSet presAssocID="{5E31C331-AE11-4773-91E7-B14951838EE0}" presName="spaceRect" presStyleCnt="0"/>
      <dgm:spPr/>
    </dgm:pt>
    <dgm:pt modelId="{9465C624-F9BD-4CE2-814A-48072C0A76A2}" type="pres">
      <dgm:prSet presAssocID="{5E31C331-AE11-4773-91E7-B14951838EE0}" presName="parTx" presStyleLbl="revTx" presStyleIdx="1" presStyleCnt="4">
        <dgm:presLayoutVars>
          <dgm:chMax val="0"/>
          <dgm:chPref val="0"/>
        </dgm:presLayoutVars>
      </dgm:prSet>
      <dgm:spPr/>
    </dgm:pt>
    <dgm:pt modelId="{7B5153E1-0362-4C5B-83AA-6EEE132052C6}" type="pres">
      <dgm:prSet presAssocID="{78A6E2AD-872A-43EF-B9F7-A85C4FE16F45}" presName="sibTrans" presStyleCnt="0"/>
      <dgm:spPr/>
    </dgm:pt>
    <dgm:pt modelId="{74D4E68F-D7B9-49B8-BDE1-26114D8BF86B}" type="pres">
      <dgm:prSet presAssocID="{F0816492-5413-4966-AD7D-DC7B6568C937}" presName="compNode" presStyleCnt="0"/>
      <dgm:spPr/>
    </dgm:pt>
    <dgm:pt modelId="{F4600845-C547-45B3-BC28-88871AFBDCF5}" type="pres">
      <dgm:prSet presAssocID="{F0816492-5413-4966-AD7D-DC7B6568C937}" presName="bgRect" presStyleLbl="bgShp" presStyleIdx="2" presStyleCnt="4"/>
      <dgm:spPr/>
    </dgm:pt>
    <dgm:pt modelId="{F16494FC-222B-4EBA-8304-186FCD3D3D7C}" type="pres">
      <dgm:prSet presAssocID="{F0816492-5413-4966-AD7D-DC7B6568C937}" presName="iconRect" presStyleLbl="node1" presStyleIdx="2" presStyleCnt="4"/>
      <dgm:spPr>
        <a:blipFill>
          <a:blip xmlns:r="http://schemas.openxmlformats.org/officeDocument/2006/relationships" r:embed="rId5">
            <a:extLst>
              <a:ext uri="{28A0092B-C50C-407E-A947-70E740481C1C}">
                <a14:useLocalDpi xmlns:a14="http://schemas.microsoft.com/office/drawing/2010/main"/>
              </a:ext>
              <a:ext uri="{96DAC541-7B7A-43D3-8B79-37D633B846F1}">
                <asvg:svgBlip xmlns:asvg="http://schemas.microsoft.com/office/drawing/2016/SVG/main" r:embed="rId6"/>
              </a:ext>
            </a:extLst>
          </a:blip>
          <a:stretch>
            <a:fillRect/>
          </a:stretch>
        </a:blipFill>
        <a:ln>
          <a:noFill/>
        </a:ln>
      </dgm:spPr>
      <dgm:extLst>
        <a:ext uri="{E40237B7-FDA0-4F09-8148-C483321AD2D9}">
          <dgm14:cNvPr xmlns:dgm14="http://schemas.microsoft.com/office/drawing/2010/diagram" id="0" name="" descr="Document"/>
        </a:ext>
      </dgm:extLst>
    </dgm:pt>
    <dgm:pt modelId="{2D776D78-C278-4802-90EA-86842CDC1AB6}" type="pres">
      <dgm:prSet presAssocID="{F0816492-5413-4966-AD7D-DC7B6568C937}" presName="spaceRect" presStyleCnt="0"/>
      <dgm:spPr/>
    </dgm:pt>
    <dgm:pt modelId="{3BB3A14C-6BC7-48A5-8CA2-4A49C385E09D}" type="pres">
      <dgm:prSet presAssocID="{F0816492-5413-4966-AD7D-DC7B6568C937}" presName="parTx" presStyleLbl="revTx" presStyleIdx="2" presStyleCnt="4">
        <dgm:presLayoutVars>
          <dgm:chMax val="0"/>
          <dgm:chPref val="0"/>
        </dgm:presLayoutVars>
      </dgm:prSet>
      <dgm:spPr/>
    </dgm:pt>
    <dgm:pt modelId="{36ECC886-2BC3-404F-8C6D-9EE3F039458E}" type="pres">
      <dgm:prSet presAssocID="{4C24C8AB-D320-425D-94BA-CCF7D6D1C726}" presName="sibTrans" presStyleCnt="0"/>
      <dgm:spPr/>
    </dgm:pt>
    <dgm:pt modelId="{BD8FD87B-CDD8-4171-93FD-502BC1441C0B}" type="pres">
      <dgm:prSet presAssocID="{F8F9A2AF-E562-4729-9A69-AB7CB28598C2}" presName="compNode" presStyleCnt="0"/>
      <dgm:spPr/>
    </dgm:pt>
    <dgm:pt modelId="{F0A0FE29-1A60-4E3F-8AEA-3A981C2DD80E}" type="pres">
      <dgm:prSet presAssocID="{F8F9A2AF-E562-4729-9A69-AB7CB28598C2}" presName="bgRect" presStyleLbl="bgShp" presStyleIdx="3" presStyleCnt="4"/>
      <dgm:spPr/>
    </dgm:pt>
    <dgm:pt modelId="{37122F4D-38B5-49EA-8A54-040F6BF8EB1A}" type="pres">
      <dgm:prSet presAssocID="{F8F9A2AF-E562-4729-9A69-AB7CB28598C2}" presName="iconRect" presStyleLbl="node1" presStyleIdx="3" presStyleCnt="4"/>
      <dgm:spPr>
        <a:blipFill>
          <a:blip xmlns:r="http://schemas.openxmlformats.org/officeDocument/2006/relationships" r:embed="rId7">
            <a:extLst>
              <a:ext uri="{28A0092B-C50C-407E-A947-70E740481C1C}">
                <a14:useLocalDpi xmlns:a14="http://schemas.microsoft.com/office/drawing/2010/main"/>
              </a:ext>
              <a:ext uri="{96DAC541-7B7A-43D3-8B79-37D633B846F1}">
                <asvg:svgBlip xmlns:asvg="http://schemas.microsoft.com/office/drawing/2016/SVG/main" r:embed="rId8"/>
              </a:ext>
            </a:extLst>
          </a:blip>
          <a:stretch>
            <a:fillRect/>
          </a:stretch>
        </a:blipFill>
        <a:ln>
          <a:noFill/>
        </a:ln>
      </dgm:spPr>
      <dgm:extLst>
        <a:ext uri="{E40237B7-FDA0-4F09-8148-C483321AD2D9}">
          <dgm14:cNvPr xmlns:dgm14="http://schemas.microsoft.com/office/drawing/2010/diagram" id="0" name="" descr="Head with Gears"/>
        </a:ext>
      </dgm:extLst>
    </dgm:pt>
    <dgm:pt modelId="{0E05BD7F-C4EA-46A2-8740-817FB3C5C98E}" type="pres">
      <dgm:prSet presAssocID="{F8F9A2AF-E562-4729-9A69-AB7CB28598C2}" presName="spaceRect" presStyleCnt="0"/>
      <dgm:spPr/>
    </dgm:pt>
    <dgm:pt modelId="{7DC885B9-CFC0-4FF9-BB7A-D03C3BA6AA97}" type="pres">
      <dgm:prSet presAssocID="{F8F9A2AF-E562-4729-9A69-AB7CB28598C2}" presName="parTx" presStyleLbl="revTx" presStyleIdx="3" presStyleCnt="4">
        <dgm:presLayoutVars>
          <dgm:chMax val="0"/>
          <dgm:chPref val="0"/>
        </dgm:presLayoutVars>
      </dgm:prSet>
      <dgm:spPr/>
    </dgm:pt>
  </dgm:ptLst>
  <dgm:cxnLst>
    <dgm:cxn modelId="{CC2E4C31-A193-7545-9830-334AC21255AC}" type="presOf" srcId="{F8F9A2AF-E562-4729-9A69-AB7CB28598C2}" destId="{7DC885B9-CFC0-4FF9-BB7A-D03C3BA6AA97}" srcOrd="0" destOrd="0" presId="urn:microsoft.com/office/officeart/2018/2/layout/IconVerticalSolidList"/>
    <dgm:cxn modelId="{04550941-14BC-EC43-8DE6-CF269921CB44}" type="presOf" srcId="{5E31C331-AE11-4773-91E7-B14951838EE0}" destId="{9465C624-F9BD-4CE2-814A-48072C0A76A2}" srcOrd="0" destOrd="0" presId="urn:microsoft.com/office/officeart/2018/2/layout/IconVerticalSolidList"/>
    <dgm:cxn modelId="{F6CB0C46-C392-4ECB-95AE-96C7F5B692C4}" srcId="{79EC213B-8802-41D1-821E-5B4068B8B41A}" destId="{F8F9A2AF-E562-4729-9A69-AB7CB28598C2}" srcOrd="3" destOrd="0" parTransId="{2340EA12-9DE7-46F5-B73F-4781BD3452FC}" sibTransId="{592DFE13-0DB8-4445-A4EC-2EF953541D5E}"/>
    <dgm:cxn modelId="{FD047354-2082-6D41-8491-9066024C290C}" type="presOf" srcId="{49614048-3D16-4737-BBB6-21FFAB6EBF37}" destId="{F319D7F5-0A2C-46EE-96E8-F0EA10ECDAD4}" srcOrd="0" destOrd="0" presId="urn:microsoft.com/office/officeart/2018/2/layout/IconVerticalSolidList"/>
    <dgm:cxn modelId="{39EEBF97-866C-2844-AAC6-09838A1BC325}" type="presOf" srcId="{79EC213B-8802-41D1-821E-5B4068B8B41A}" destId="{2F9B1718-3DE8-40D6-A084-222D379BB0EA}" srcOrd="0" destOrd="0" presId="urn:microsoft.com/office/officeart/2018/2/layout/IconVerticalSolidList"/>
    <dgm:cxn modelId="{80458FB2-928B-3C42-AA96-015132BFAF8B}" type="presOf" srcId="{F0816492-5413-4966-AD7D-DC7B6568C937}" destId="{3BB3A14C-6BC7-48A5-8CA2-4A49C385E09D}" srcOrd="0" destOrd="0" presId="urn:microsoft.com/office/officeart/2018/2/layout/IconVerticalSolidList"/>
    <dgm:cxn modelId="{5F49C5C2-403D-4B8A-BB8E-B811975EA687}" srcId="{79EC213B-8802-41D1-821E-5B4068B8B41A}" destId="{49614048-3D16-4737-BBB6-21FFAB6EBF37}" srcOrd="0" destOrd="0" parTransId="{501E4014-3887-4EF2-A24E-FC9A628C2C8A}" sibTransId="{4FF94062-1E0C-4763-93AA-C79AE881643A}"/>
    <dgm:cxn modelId="{461EC8C5-FBC8-412D-808F-A255C21A9D56}" srcId="{79EC213B-8802-41D1-821E-5B4068B8B41A}" destId="{F0816492-5413-4966-AD7D-DC7B6568C937}" srcOrd="2" destOrd="0" parTransId="{89441E7D-040D-4B3E-A697-43380679AFD4}" sibTransId="{4C24C8AB-D320-425D-94BA-CCF7D6D1C726}"/>
    <dgm:cxn modelId="{E02396EC-A1C1-4168-8813-D1512CFFB914}" srcId="{79EC213B-8802-41D1-821E-5B4068B8B41A}" destId="{5E31C331-AE11-4773-91E7-B14951838EE0}" srcOrd="1" destOrd="0" parTransId="{1D9CCEE0-AA5E-484B-90C2-CF1B92DCFFBB}" sibTransId="{78A6E2AD-872A-43EF-B9F7-A85C4FE16F45}"/>
    <dgm:cxn modelId="{A6450447-8317-6E4B-8D7D-8FAA275D8315}" type="presParOf" srcId="{2F9B1718-3DE8-40D6-A084-222D379BB0EA}" destId="{C27C6166-C226-41B7-9268-B0D0A91F17BB}" srcOrd="0" destOrd="0" presId="urn:microsoft.com/office/officeart/2018/2/layout/IconVerticalSolidList"/>
    <dgm:cxn modelId="{C64F6F01-FB62-FA45-B664-5940ADF8F332}" type="presParOf" srcId="{C27C6166-C226-41B7-9268-B0D0A91F17BB}" destId="{B7B80C5E-CCF4-4E52-8E57-FC1AA715B429}" srcOrd="0" destOrd="0" presId="urn:microsoft.com/office/officeart/2018/2/layout/IconVerticalSolidList"/>
    <dgm:cxn modelId="{2324C63A-E080-0349-ACF8-3A6914E3EBFF}" type="presParOf" srcId="{C27C6166-C226-41B7-9268-B0D0A91F17BB}" destId="{98C8B915-614F-48DD-A952-C233801F106C}" srcOrd="1" destOrd="0" presId="urn:microsoft.com/office/officeart/2018/2/layout/IconVerticalSolidList"/>
    <dgm:cxn modelId="{48852EE7-6A76-634E-BD04-DDBD6F99CE4E}" type="presParOf" srcId="{C27C6166-C226-41B7-9268-B0D0A91F17BB}" destId="{3E572F2F-1CC9-4BA1-8630-C9EDB654C37A}" srcOrd="2" destOrd="0" presId="urn:microsoft.com/office/officeart/2018/2/layout/IconVerticalSolidList"/>
    <dgm:cxn modelId="{74452D27-2820-2D44-90E6-CA9EFBB6FE19}" type="presParOf" srcId="{C27C6166-C226-41B7-9268-B0D0A91F17BB}" destId="{F319D7F5-0A2C-46EE-96E8-F0EA10ECDAD4}" srcOrd="3" destOrd="0" presId="urn:microsoft.com/office/officeart/2018/2/layout/IconVerticalSolidList"/>
    <dgm:cxn modelId="{36379C4C-DB96-C94E-81A7-68E092045C66}" type="presParOf" srcId="{2F9B1718-3DE8-40D6-A084-222D379BB0EA}" destId="{A03C1037-4E4D-4F20-810E-34897D0C7C4B}" srcOrd="1" destOrd="0" presId="urn:microsoft.com/office/officeart/2018/2/layout/IconVerticalSolidList"/>
    <dgm:cxn modelId="{E08CB89A-B993-9545-8EDC-EB009CBFB1A4}" type="presParOf" srcId="{2F9B1718-3DE8-40D6-A084-222D379BB0EA}" destId="{EFE04E3E-E2AB-4DDD-9149-40C028BEF7CD}" srcOrd="2" destOrd="0" presId="urn:microsoft.com/office/officeart/2018/2/layout/IconVerticalSolidList"/>
    <dgm:cxn modelId="{793A6BEC-6F22-3A49-8EC5-BEC217F99ADF}" type="presParOf" srcId="{EFE04E3E-E2AB-4DDD-9149-40C028BEF7CD}" destId="{7DDD0EAC-A835-4F9E-AA7C-B442F1F3BE44}" srcOrd="0" destOrd="0" presId="urn:microsoft.com/office/officeart/2018/2/layout/IconVerticalSolidList"/>
    <dgm:cxn modelId="{0B428880-257B-D341-AD3C-4C37BC137C7C}" type="presParOf" srcId="{EFE04E3E-E2AB-4DDD-9149-40C028BEF7CD}" destId="{50681CE2-3EFC-461B-8124-EF43EC9E024E}" srcOrd="1" destOrd="0" presId="urn:microsoft.com/office/officeart/2018/2/layout/IconVerticalSolidList"/>
    <dgm:cxn modelId="{240E0CCC-5362-A140-B334-0D7147A87499}" type="presParOf" srcId="{EFE04E3E-E2AB-4DDD-9149-40C028BEF7CD}" destId="{D2593FA3-DEE9-4441-A68D-86BC1720B2B0}" srcOrd="2" destOrd="0" presId="urn:microsoft.com/office/officeart/2018/2/layout/IconVerticalSolidList"/>
    <dgm:cxn modelId="{847E0EEC-9DE4-B44A-8D36-AE9D9B84F457}" type="presParOf" srcId="{EFE04E3E-E2AB-4DDD-9149-40C028BEF7CD}" destId="{9465C624-F9BD-4CE2-814A-48072C0A76A2}" srcOrd="3" destOrd="0" presId="urn:microsoft.com/office/officeart/2018/2/layout/IconVerticalSolidList"/>
    <dgm:cxn modelId="{E245EF5D-5949-4349-B749-6B6D5D5787D4}" type="presParOf" srcId="{2F9B1718-3DE8-40D6-A084-222D379BB0EA}" destId="{7B5153E1-0362-4C5B-83AA-6EEE132052C6}" srcOrd="3" destOrd="0" presId="urn:microsoft.com/office/officeart/2018/2/layout/IconVerticalSolidList"/>
    <dgm:cxn modelId="{A4FD2DFC-DA2B-6845-A549-785D8C308B86}" type="presParOf" srcId="{2F9B1718-3DE8-40D6-A084-222D379BB0EA}" destId="{74D4E68F-D7B9-49B8-BDE1-26114D8BF86B}" srcOrd="4" destOrd="0" presId="urn:microsoft.com/office/officeart/2018/2/layout/IconVerticalSolidList"/>
    <dgm:cxn modelId="{47EB5A05-8259-7540-B55C-D77E19B9A61B}" type="presParOf" srcId="{74D4E68F-D7B9-49B8-BDE1-26114D8BF86B}" destId="{F4600845-C547-45B3-BC28-88871AFBDCF5}" srcOrd="0" destOrd="0" presId="urn:microsoft.com/office/officeart/2018/2/layout/IconVerticalSolidList"/>
    <dgm:cxn modelId="{F182DC4A-2578-5543-9757-FD0FDF678FB2}" type="presParOf" srcId="{74D4E68F-D7B9-49B8-BDE1-26114D8BF86B}" destId="{F16494FC-222B-4EBA-8304-186FCD3D3D7C}" srcOrd="1" destOrd="0" presId="urn:microsoft.com/office/officeart/2018/2/layout/IconVerticalSolidList"/>
    <dgm:cxn modelId="{7CFBD83E-9E84-554D-A456-A09812A3B278}" type="presParOf" srcId="{74D4E68F-D7B9-49B8-BDE1-26114D8BF86B}" destId="{2D776D78-C278-4802-90EA-86842CDC1AB6}" srcOrd="2" destOrd="0" presId="urn:microsoft.com/office/officeart/2018/2/layout/IconVerticalSolidList"/>
    <dgm:cxn modelId="{BC6E906C-1894-1E4B-85CE-8EAFCB5C96C9}" type="presParOf" srcId="{74D4E68F-D7B9-49B8-BDE1-26114D8BF86B}" destId="{3BB3A14C-6BC7-48A5-8CA2-4A49C385E09D}" srcOrd="3" destOrd="0" presId="urn:microsoft.com/office/officeart/2018/2/layout/IconVerticalSolidList"/>
    <dgm:cxn modelId="{CA53F7D3-B21C-8542-84BA-DC3219549911}" type="presParOf" srcId="{2F9B1718-3DE8-40D6-A084-222D379BB0EA}" destId="{36ECC886-2BC3-404F-8C6D-9EE3F039458E}" srcOrd="5" destOrd="0" presId="urn:microsoft.com/office/officeart/2018/2/layout/IconVerticalSolidList"/>
    <dgm:cxn modelId="{EA825745-E85F-5C4E-8EAE-F0E477E9B826}" type="presParOf" srcId="{2F9B1718-3DE8-40D6-A084-222D379BB0EA}" destId="{BD8FD87B-CDD8-4171-93FD-502BC1441C0B}" srcOrd="6" destOrd="0" presId="urn:microsoft.com/office/officeart/2018/2/layout/IconVerticalSolidList"/>
    <dgm:cxn modelId="{4FCFFBFE-451D-B444-8FF5-AB68A349D9CA}" type="presParOf" srcId="{BD8FD87B-CDD8-4171-93FD-502BC1441C0B}" destId="{F0A0FE29-1A60-4E3F-8AEA-3A981C2DD80E}" srcOrd="0" destOrd="0" presId="urn:microsoft.com/office/officeart/2018/2/layout/IconVerticalSolidList"/>
    <dgm:cxn modelId="{B41AFD78-C538-2340-B6C8-13E6BF4DF0C7}" type="presParOf" srcId="{BD8FD87B-CDD8-4171-93FD-502BC1441C0B}" destId="{37122F4D-38B5-49EA-8A54-040F6BF8EB1A}" srcOrd="1" destOrd="0" presId="urn:microsoft.com/office/officeart/2018/2/layout/IconVerticalSolidList"/>
    <dgm:cxn modelId="{3F50617D-FD4A-334C-907E-0B5B9B53F33D}" type="presParOf" srcId="{BD8FD87B-CDD8-4171-93FD-502BC1441C0B}" destId="{0E05BD7F-C4EA-46A2-8740-817FB3C5C98E}" srcOrd="2" destOrd="0" presId="urn:microsoft.com/office/officeart/2018/2/layout/IconVerticalSolidList"/>
    <dgm:cxn modelId="{9439A941-125A-9944-A81E-86C23AE94C41}" type="presParOf" srcId="{BD8FD87B-CDD8-4171-93FD-502BC1441C0B}" destId="{7DC885B9-CFC0-4FF9-BB7A-D03C3BA6AA97}" srcOrd="3" destOrd="0" presId="urn:microsoft.com/office/officeart/2018/2/layout/IconVerticalSolidList"/>
  </dgm:cxnLst>
  <dgm:bg/>
  <dgm:whole/>
  <dgm:extLst>
    <a:ext uri="http://schemas.microsoft.com/office/drawing/2008/diagram">
      <dsp:dataModelExt xmlns:dsp="http://schemas.microsoft.com/office/drawing/2008/diagram" relId="rId5" minVer="http://schemas.openxmlformats.org/drawingml/2006/diagram"/>
    </a:ext>
  </dgm:extLst>
</dgm:dataModel>
</file>

<file path=ppt/diagrams/data3.xml><?xml version="1.0" encoding="utf-8"?>
<dgm:dataModel xmlns:dgm="http://schemas.openxmlformats.org/drawingml/2006/diagram" xmlns:a="http://schemas.openxmlformats.org/drawingml/2006/main">
  <dgm:ptLst>
    <dgm:pt modelId="{725EB332-7BFC-4F38-B3C2-86915A2096A7}" type="doc">
      <dgm:prSet loTypeId="urn:microsoft.com/office/officeart/2008/layout/HalfCircleOrganizationChart" loCatId="hierarchy" qsTypeId="urn:microsoft.com/office/officeart/2005/8/quickstyle/simple2" qsCatId="simple" csTypeId="urn:microsoft.com/office/officeart/2005/8/colors/colorful1" csCatId="colorful" phldr="1"/>
      <dgm:spPr/>
      <dgm:t>
        <a:bodyPr/>
        <a:lstStyle/>
        <a:p>
          <a:endParaRPr lang="de-DE"/>
        </a:p>
      </dgm:t>
    </dgm:pt>
    <dgm:pt modelId="{66E411B0-21E1-46BB-A56F-5C0526678BDC}">
      <dgm:prSet phldrT="[Text]"/>
      <dgm:spPr/>
      <dgm:t>
        <a:bodyPr/>
        <a:lstStyle/>
        <a:p>
          <a:r>
            <a:rPr lang="de-DE" dirty="0" err="1"/>
            <a:t>any</a:t>
          </a:r>
          <a:endParaRPr lang="de-DE" dirty="0"/>
        </a:p>
      </dgm:t>
    </dgm:pt>
    <dgm:pt modelId="{717B430E-5371-45EA-B172-51C95831C4A0}" type="parTrans" cxnId="{C5CA0EDE-BC06-43B6-AB54-5F1BC37D21D4}">
      <dgm:prSet/>
      <dgm:spPr/>
      <dgm:t>
        <a:bodyPr/>
        <a:lstStyle/>
        <a:p>
          <a:endParaRPr lang="de-DE"/>
        </a:p>
      </dgm:t>
    </dgm:pt>
    <dgm:pt modelId="{BFB57B88-151C-4CB7-9F27-9286D46856AD}" type="sibTrans" cxnId="{C5CA0EDE-BC06-43B6-AB54-5F1BC37D21D4}">
      <dgm:prSet/>
      <dgm:spPr/>
      <dgm:t>
        <a:bodyPr/>
        <a:lstStyle/>
        <a:p>
          <a:endParaRPr lang="de-DE"/>
        </a:p>
      </dgm:t>
    </dgm:pt>
    <dgm:pt modelId="{5EE6A9FA-6940-44C5-9799-E6B48680286D}" type="asst">
      <dgm:prSet phldrT="[Text]"/>
      <dgm:spPr/>
      <dgm:t>
        <a:bodyPr/>
        <a:lstStyle/>
        <a:p>
          <a:r>
            <a:rPr lang="de-DE" dirty="0" err="1"/>
            <a:t>build</a:t>
          </a:r>
          <a:r>
            <a:rPr lang="de-DE" dirty="0"/>
            <a:t>-in </a:t>
          </a:r>
        </a:p>
      </dgm:t>
    </dgm:pt>
    <dgm:pt modelId="{C7555B13-EADA-43C8-BCC7-8E40F734D9D4}" type="parTrans" cxnId="{C7FA707B-7085-4ECE-8EAE-0AEB83CED243}">
      <dgm:prSet/>
      <dgm:spPr/>
      <dgm:t>
        <a:bodyPr/>
        <a:lstStyle/>
        <a:p>
          <a:endParaRPr lang="de-DE"/>
        </a:p>
      </dgm:t>
    </dgm:pt>
    <dgm:pt modelId="{FFE65735-93C1-404F-BAAA-74526C925BA9}" type="sibTrans" cxnId="{C7FA707B-7085-4ECE-8EAE-0AEB83CED243}">
      <dgm:prSet/>
      <dgm:spPr/>
      <dgm:t>
        <a:bodyPr/>
        <a:lstStyle/>
        <a:p>
          <a:endParaRPr lang="de-DE"/>
        </a:p>
      </dgm:t>
    </dgm:pt>
    <dgm:pt modelId="{BB74A2FE-F37E-4D5E-AB25-CE0E373C0801}">
      <dgm:prSet phldrT="[Text]"/>
      <dgm:spPr/>
      <dgm:t>
        <a:bodyPr/>
        <a:lstStyle/>
        <a:p>
          <a:r>
            <a:rPr lang="de-DE" dirty="0"/>
            <a:t>user-</a:t>
          </a:r>
          <a:r>
            <a:rPr lang="de-DE" dirty="0" err="1"/>
            <a:t>defined</a:t>
          </a:r>
          <a:endParaRPr lang="de-DE" dirty="0"/>
        </a:p>
      </dgm:t>
    </dgm:pt>
    <dgm:pt modelId="{7DF84661-5BD8-400B-85D2-4E0300FB7E5B}" type="parTrans" cxnId="{C53DE538-4118-4473-8999-D8B3157AAB06}">
      <dgm:prSet/>
      <dgm:spPr/>
      <dgm:t>
        <a:bodyPr/>
        <a:lstStyle/>
        <a:p>
          <a:endParaRPr lang="de-DE"/>
        </a:p>
      </dgm:t>
    </dgm:pt>
    <dgm:pt modelId="{9AB06497-A5F4-421E-BD3C-511F1EF38DCC}" type="sibTrans" cxnId="{C53DE538-4118-4473-8999-D8B3157AAB06}">
      <dgm:prSet/>
      <dgm:spPr/>
      <dgm:t>
        <a:bodyPr/>
        <a:lstStyle/>
        <a:p>
          <a:endParaRPr lang="de-DE"/>
        </a:p>
      </dgm:t>
    </dgm:pt>
    <dgm:pt modelId="{BB93813A-070A-8D4A-9843-3CCBDE9737C1}" type="pres">
      <dgm:prSet presAssocID="{725EB332-7BFC-4F38-B3C2-86915A2096A7}" presName="Name0" presStyleCnt="0">
        <dgm:presLayoutVars>
          <dgm:orgChart val="1"/>
          <dgm:chPref val="1"/>
          <dgm:dir/>
          <dgm:animOne val="branch"/>
          <dgm:animLvl val="lvl"/>
          <dgm:resizeHandles/>
        </dgm:presLayoutVars>
      </dgm:prSet>
      <dgm:spPr/>
    </dgm:pt>
    <dgm:pt modelId="{05509138-3CB7-2441-857A-26BFDF3AC619}" type="pres">
      <dgm:prSet presAssocID="{66E411B0-21E1-46BB-A56F-5C0526678BDC}" presName="hierRoot1" presStyleCnt="0">
        <dgm:presLayoutVars>
          <dgm:hierBranch val="init"/>
        </dgm:presLayoutVars>
      </dgm:prSet>
      <dgm:spPr/>
    </dgm:pt>
    <dgm:pt modelId="{7C1E00F0-6F2E-9F45-A260-CAD07C8C3326}" type="pres">
      <dgm:prSet presAssocID="{66E411B0-21E1-46BB-A56F-5C0526678BDC}" presName="rootComposite1" presStyleCnt="0"/>
      <dgm:spPr/>
    </dgm:pt>
    <dgm:pt modelId="{E483DDC5-6826-BD44-AB99-BD67F09563F2}" type="pres">
      <dgm:prSet presAssocID="{66E411B0-21E1-46BB-A56F-5C0526678BDC}" presName="rootText1" presStyleLbl="alignAcc1" presStyleIdx="0" presStyleCnt="0">
        <dgm:presLayoutVars>
          <dgm:chPref val="3"/>
        </dgm:presLayoutVars>
      </dgm:prSet>
      <dgm:spPr/>
    </dgm:pt>
    <dgm:pt modelId="{34259B3B-D6B1-F743-83B8-9AB1A60E7DE1}" type="pres">
      <dgm:prSet presAssocID="{66E411B0-21E1-46BB-A56F-5C0526678BDC}" presName="topArc1" presStyleLbl="parChTrans1D1" presStyleIdx="0" presStyleCnt="6"/>
      <dgm:spPr/>
    </dgm:pt>
    <dgm:pt modelId="{B4A37C34-5D0F-3C47-9836-F4DB7D8FF3A7}" type="pres">
      <dgm:prSet presAssocID="{66E411B0-21E1-46BB-A56F-5C0526678BDC}" presName="bottomArc1" presStyleLbl="parChTrans1D1" presStyleIdx="1" presStyleCnt="6"/>
      <dgm:spPr/>
    </dgm:pt>
    <dgm:pt modelId="{DA03E829-B13E-CA42-978B-A244B7328CE7}" type="pres">
      <dgm:prSet presAssocID="{66E411B0-21E1-46BB-A56F-5C0526678BDC}" presName="topConnNode1" presStyleLbl="node1" presStyleIdx="0" presStyleCnt="0"/>
      <dgm:spPr/>
    </dgm:pt>
    <dgm:pt modelId="{B073C965-7A1D-7349-80AF-B53489CD1BFB}" type="pres">
      <dgm:prSet presAssocID="{66E411B0-21E1-46BB-A56F-5C0526678BDC}" presName="hierChild2" presStyleCnt="0"/>
      <dgm:spPr/>
    </dgm:pt>
    <dgm:pt modelId="{203A3C33-7FFA-3748-8258-C09732752CE2}" type="pres">
      <dgm:prSet presAssocID="{7DF84661-5BD8-400B-85D2-4E0300FB7E5B}" presName="Name28" presStyleLbl="parChTrans1D2" presStyleIdx="0" presStyleCnt="2"/>
      <dgm:spPr/>
    </dgm:pt>
    <dgm:pt modelId="{857D2D53-EA34-0541-BD5E-8D6BCDAE294D}" type="pres">
      <dgm:prSet presAssocID="{BB74A2FE-F37E-4D5E-AB25-CE0E373C0801}" presName="hierRoot2" presStyleCnt="0">
        <dgm:presLayoutVars>
          <dgm:hierBranch val="init"/>
        </dgm:presLayoutVars>
      </dgm:prSet>
      <dgm:spPr/>
    </dgm:pt>
    <dgm:pt modelId="{97108150-63F1-4048-8CD1-B27EC454E8AB}" type="pres">
      <dgm:prSet presAssocID="{BB74A2FE-F37E-4D5E-AB25-CE0E373C0801}" presName="rootComposite2" presStyleCnt="0"/>
      <dgm:spPr/>
    </dgm:pt>
    <dgm:pt modelId="{E2F1E523-5190-424F-BA86-8372C6F5CAC4}" type="pres">
      <dgm:prSet presAssocID="{BB74A2FE-F37E-4D5E-AB25-CE0E373C0801}" presName="rootText2" presStyleLbl="alignAcc1" presStyleIdx="0" presStyleCnt="0">
        <dgm:presLayoutVars>
          <dgm:chPref val="3"/>
        </dgm:presLayoutVars>
      </dgm:prSet>
      <dgm:spPr/>
    </dgm:pt>
    <dgm:pt modelId="{9D02861B-EA84-F748-AE6A-3B31D1F98643}" type="pres">
      <dgm:prSet presAssocID="{BB74A2FE-F37E-4D5E-AB25-CE0E373C0801}" presName="topArc2" presStyleLbl="parChTrans1D1" presStyleIdx="2" presStyleCnt="6"/>
      <dgm:spPr/>
    </dgm:pt>
    <dgm:pt modelId="{42882EBD-7C86-3F4E-ACFA-7AFD645EE42A}" type="pres">
      <dgm:prSet presAssocID="{BB74A2FE-F37E-4D5E-AB25-CE0E373C0801}" presName="bottomArc2" presStyleLbl="parChTrans1D1" presStyleIdx="3" presStyleCnt="6"/>
      <dgm:spPr/>
    </dgm:pt>
    <dgm:pt modelId="{A1AF99B4-6369-2542-B197-A64E68C05C52}" type="pres">
      <dgm:prSet presAssocID="{BB74A2FE-F37E-4D5E-AB25-CE0E373C0801}" presName="topConnNode2" presStyleLbl="node2" presStyleIdx="0" presStyleCnt="0"/>
      <dgm:spPr/>
    </dgm:pt>
    <dgm:pt modelId="{135A7650-73D1-9344-98C3-9249746E3B7F}" type="pres">
      <dgm:prSet presAssocID="{BB74A2FE-F37E-4D5E-AB25-CE0E373C0801}" presName="hierChild4" presStyleCnt="0"/>
      <dgm:spPr/>
    </dgm:pt>
    <dgm:pt modelId="{3DD6243B-1954-384F-BF61-A19082DAA9B9}" type="pres">
      <dgm:prSet presAssocID="{BB74A2FE-F37E-4D5E-AB25-CE0E373C0801}" presName="hierChild5" presStyleCnt="0"/>
      <dgm:spPr/>
    </dgm:pt>
    <dgm:pt modelId="{BE3F49F2-7A25-2340-9C96-91A699328FFB}" type="pres">
      <dgm:prSet presAssocID="{66E411B0-21E1-46BB-A56F-5C0526678BDC}" presName="hierChild3" presStyleCnt="0"/>
      <dgm:spPr/>
    </dgm:pt>
    <dgm:pt modelId="{E9E1DB7A-644C-3B42-AD25-2ECA5A8DDB63}" type="pres">
      <dgm:prSet presAssocID="{C7555B13-EADA-43C8-BCC7-8E40F734D9D4}" presName="Name101" presStyleLbl="parChTrans1D2" presStyleIdx="1" presStyleCnt="2"/>
      <dgm:spPr/>
    </dgm:pt>
    <dgm:pt modelId="{D11FF0FD-A7C1-0049-B2A7-95F114818287}" type="pres">
      <dgm:prSet presAssocID="{5EE6A9FA-6940-44C5-9799-E6B48680286D}" presName="hierRoot3" presStyleCnt="0">
        <dgm:presLayoutVars>
          <dgm:hierBranch val="init"/>
        </dgm:presLayoutVars>
      </dgm:prSet>
      <dgm:spPr/>
    </dgm:pt>
    <dgm:pt modelId="{7E79596E-C293-9641-ABE6-EAF1B3C07CA6}" type="pres">
      <dgm:prSet presAssocID="{5EE6A9FA-6940-44C5-9799-E6B48680286D}" presName="rootComposite3" presStyleCnt="0"/>
      <dgm:spPr/>
    </dgm:pt>
    <dgm:pt modelId="{177331BC-3BBA-3E4D-9943-2B47AE708F1D}" type="pres">
      <dgm:prSet presAssocID="{5EE6A9FA-6940-44C5-9799-E6B48680286D}" presName="rootText3" presStyleLbl="alignAcc1" presStyleIdx="0" presStyleCnt="0">
        <dgm:presLayoutVars>
          <dgm:chPref val="3"/>
        </dgm:presLayoutVars>
      </dgm:prSet>
      <dgm:spPr/>
    </dgm:pt>
    <dgm:pt modelId="{80A84B1A-C964-A646-BC6F-F9605462D7EA}" type="pres">
      <dgm:prSet presAssocID="{5EE6A9FA-6940-44C5-9799-E6B48680286D}" presName="topArc3" presStyleLbl="parChTrans1D1" presStyleIdx="4" presStyleCnt="6"/>
      <dgm:spPr/>
    </dgm:pt>
    <dgm:pt modelId="{2F2A00A7-8A99-564A-9E40-413619C32B17}" type="pres">
      <dgm:prSet presAssocID="{5EE6A9FA-6940-44C5-9799-E6B48680286D}" presName="bottomArc3" presStyleLbl="parChTrans1D1" presStyleIdx="5" presStyleCnt="6"/>
      <dgm:spPr/>
    </dgm:pt>
    <dgm:pt modelId="{C3CF920B-9328-2A4B-BFE0-B576720ADB03}" type="pres">
      <dgm:prSet presAssocID="{5EE6A9FA-6940-44C5-9799-E6B48680286D}" presName="topConnNode3" presStyleLbl="asst1" presStyleIdx="0" presStyleCnt="0"/>
      <dgm:spPr/>
    </dgm:pt>
    <dgm:pt modelId="{7D0D0836-BA28-054C-841D-C88C0A8E0625}" type="pres">
      <dgm:prSet presAssocID="{5EE6A9FA-6940-44C5-9799-E6B48680286D}" presName="hierChild6" presStyleCnt="0"/>
      <dgm:spPr/>
    </dgm:pt>
    <dgm:pt modelId="{74AB9EDA-C9EF-FD40-8179-6632100F1AE8}" type="pres">
      <dgm:prSet presAssocID="{5EE6A9FA-6940-44C5-9799-E6B48680286D}" presName="hierChild7" presStyleCnt="0"/>
      <dgm:spPr/>
    </dgm:pt>
  </dgm:ptLst>
  <dgm:cxnLst>
    <dgm:cxn modelId="{C53DE538-4118-4473-8999-D8B3157AAB06}" srcId="{66E411B0-21E1-46BB-A56F-5C0526678BDC}" destId="{BB74A2FE-F37E-4D5E-AB25-CE0E373C0801}" srcOrd="1" destOrd="0" parTransId="{7DF84661-5BD8-400B-85D2-4E0300FB7E5B}" sibTransId="{9AB06497-A5F4-421E-BD3C-511F1EF38DCC}"/>
    <dgm:cxn modelId="{94207C39-5862-F34C-B524-DC1FCFDBCC17}" type="presOf" srcId="{BB74A2FE-F37E-4D5E-AB25-CE0E373C0801}" destId="{A1AF99B4-6369-2542-B197-A64E68C05C52}" srcOrd="1" destOrd="0" presId="urn:microsoft.com/office/officeart/2008/layout/HalfCircleOrganizationChart"/>
    <dgm:cxn modelId="{36CB1A6E-2D7D-B94D-8D37-C1B345F385BF}" type="presOf" srcId="{7DF84661-5BD8-400B-85D2-4E0300FB7E5B}" destId="{203A3C33-7FFA-3748-8258-C09732752CE2}" srcOrd="0" destOrd="0" presId="urn:microsoft.com/office/officeart/2008/layout/HalfCircleOrganizationChart"/>
    <dgm:cxn modelId="{A3FEA051-3E46-8149-9C70-488C27084635}" type="presOf" srcId="{5EE6A9FA-6940-44C5-9799-E6B48680286D}" destId="{177331BC-3BBA-3E4D-9943-2B47AE708F1D}" srcOrd="0" destOrd="0" presId="urn:microsoft.com/office/officeart/2008/layout/HalfCircleOrganizationChart"/>
    <dgm:cxn modelId="{C7FA707B-7085-4ECE-8EAE-0AEB83CED243}" srcId="{66E411B0-21E1-46BB-A56F-5C0526678BDC}" destId="{5EE6A9FA-6940-44C5-9799-E6B48680286D}" srcOrd="0" destOrd="0" parTransId="{C7555B13-EADA-43C8-BCC7-8E40F734D9D4}" sibTransId="{FFE65735-93C1-404F-BAAA-74526C925BA9}"/>
    <dgm:cxn modelId="{FB05FF8B-A3FA-804D-94C0-87D55B4A8A64}" type="presOf" srcId="{725EB332-7BFC-4F38-B3C2-86915A2096A7}" destId="{BB93813A-070A-8D4A-9843-3CCBDE9737C1}" srcOrd="0" destOrd="0" presId="urn:microsoft.com/office/officeart/2008/layout/HalfCircleOrganizationChart"/>
    <dgm:cxn modelId="{AF4D808D-8F6E-0F49-961A-A430AC5CC03A}" type="presOf" srcId="{66E411B0-21E1-46BB-A56F-5C0526678BDC}" destId="{E483DDC5-6826-BD44-AB99-BD67F09563F2}" srcOrd="0" destOrd="0" presId="urn:microsoft.com/office/officeart/2008/layout/HalfCircleOrganizationChart"/>
    <dgm:cxn modelId="{BF3E1893-D261-5B4A-BC0C-209A25151518}" type="presOf" srcId="{C7555B13-EADA-43C8-BCC7-8E40F734D9D4}" destId="{E9E1DB7A-644C-3B42-AD25-2ECA5A8DDB63}" srcOrd="0" destOrd="0" presId="urn:microsoft.com/office/officeart/2008/layout/HalfCircleOrganizationChart"/>
    <dgm:cxn modelId="{0D6B609B-4CB3-5C40-9D88-5E44C4A97F30}" type="presOf" srcId="{5EE6A9FA-6940-44C5-9799-E6B48680286D}" destId="{C3CF920B-9328-2A4B-BFE0-B576720ADB03}" srcOrd="1" destOrd="0" presId="urn:microsoft.com/office/officeart/2008/layout/HalfCircleOrganizationChart"/>
    <dgm:cxn modelId="{C864A3CB-AEAE-F94E-A71C-C0AC62F47E75}" type="presOf" srcId="{66E411B0-21E1-46BB-A56F-5C0526678BDC}" destId="{DA03E829-B13E-CA42-978B-A244B7328CE7}" srcOrd="1" destOrd="0" presId="urn:microsoft.com/office/officeart/2008/layout/HalfCircleOrganizationChart"/>
    <dgm:cxn modelId="{C5CA0EDE-BC06-43B6-AB54-5F1BC37D21D4}" srcId="{725EB332-7BFC-4F38-B3C2-86915A2096A7}" destId="{66E411B0-21E1-46BB-A56F-5C0526678BDC}" srcOrd="0" destOrd="0" parTransId="{717B430E-5371-45EA-B172-51C95831C4A0}" sibTransId="{BFB57B88-151C-4CB7-9F27-9286D46856AD}"/>
    <dgm:cxn modelId="{6945E1F4-AB31-7843-9954-899710275D46}" type="presOf" srcId="{BB74A2FE-F37E-4D5E-AB25-CE0E373C0801}" destId="{E2F1E523-5190-424F-BA86-8372C6F5CAC4}" srcOrd="0" destOrd="0" presId="urn:microsoft.com/office/officeart/2008/layout/HalfCircleOrganizationChart"/>
    <dgm:cxn modelId="{C37823E0-6CA4-9F48-85EF-CA209D9C09B0}" type="presParOf" srcId="{BB93813A-070A-8D4A-9843-3CCBDE9737C1}" destId="{05509138-3CB7-2441-857A-26BFDF3AC619}" srcOrd="0" destOrd="0" presId="urn:microsoft.com/office/officeart/2008/layout/HalfCircleOrganizationChart"/>
    <dgm:cxn modelId="{C75A147B-F44F-6342-B98E-3267762C3403}" type="presParOf" srcId="{05509138-3CB7-2441-857A-26BFDF3AC619}" destId="{7C1E00F0-6F2E-9F45-A260-CAD07C8C3326}" srcOrd="0" destOrd="0" presId="urn:microsoft.com/office/officeart/2008/layout/HalfCircleOrganizationChart"/>
    <dgm:cxn modelId="{B56ECF03-01F2-0F42-9F31-1F9EF3F4EFA7}" type="presParOf" srcId="{7C1E00F0-6F2E-9F45-A260-CAD07C8C3326}" destId="{E483DDC5-6826-BD44-AB99-BD67F09563F2}" srcOrd="0" destOrd="0" presId="urn:microsoft.com/office/officeart/2008/layout/HalfCircleOrganizationChart"/>
    <dgm:cxn modelId="{D9A46C8F-4B6D-FF46-B526-41C3AE194F28}" type="presParOf" srcId="{7C1E00F0-6F2E-9F45-A260-CAD07C8C3326}" destId="{34259B3B-D6B1-F743-83B8-9AB1A60E7DE1}" srcOrd="1" destOrd="0" presId="urn:microsoft.com/office/officeart/2008/layout/HalfCircleOrganizationChart"/>
    <dgm:cxn modelId="{50E0C9A6-4064-804F-B01F-FF99F907EA52}" type="presParOf" srcId="{7C1E00F0-6F2E-9F45-A260-CAD07C8C3326}" destId="{B4A37C34-5D0F-3C47-9836-F4DB7D8FF3A7}" srcOrd="2" destOrd="0" presId="urn:microsoft.com/office/officeart/2008/layout/HalfCircleOrganizationChart"/>
    <dgm:cxn modelId="{21997B97-1D04-E34B-884B-435F3392D87B}" type="presParOf" srcId="{7C1E00F0-6F2E-9F45-A260-CAD07C8C3326}" destId="{DA03E829-B13E-CA42-978B-A244B7328CE7}" srcOrd="3" destOrd="0" presId="urn:microsoft.com/office/officeart/2008/layout/HalfCircleOrganizationChart"/>
    <dgm:cxn modelId="{DC4B6C23-E12D-2A4B-BE9E-DE6ED8BFFAF1}" type="presParOf" srcId="{05509138-3CB7-2441-857A-26BFDF3AC619}" destId="{B073C965-7A1D-7349-80AF-B53489CD1BFB}" srcOrd="1" destOrd="0" presId="urn:microsoft.com/office/officeart/2008/layout/HalfCircleOrganizationChart"/>
    <dgm:cxn modelId="{7282149E-4891-A647-88B9-B8C0CAE694AD}" type="presParOf" srcId="{B073C965-7A1D-7349-80AF-B53489CD1BFB}" destId="{203A3C33-7FFA-3748-8258-C09732752CE2}" srcOrd="0" destOrd="0" presId="urn:microsoft.com/office/officeart/2008/layout/HalfCircleOrganizationChart"/>
    <dgm:cxn modelId="{EFBF637C-49D7-5045-9C24-5EDDE3EE1485}" type="presParOf" srcId="{B073C965-7A1D-7349-80AF-B53489CD1BFB}" destId="{857D2D53-EA34-0541-BD5E-8D6BCDAE294D}" srcOrd="1" destOrd="0" presId="urn:microsoft.com/office/officeart/2008/layout/HalfCircleOrganizationChart"/>
    <dgm:cxn modelId="{85029D80-BB9B-A243-8C9E-04B574584B2A}" type="presParOf" srcId="{857D2D53-EA34-0541-BD5E-8D6BCDAE294D}" destId="{97108150-63F1-4048-8CD1-B27EC454E8AB}" srcOrd="0" destOrd="0" presId="urn:microsoft.com/office/officeart/2008/layout/HalfCircleOrganizationChart"/>
    <dgm:cxn modelId="{B33B9C14-AC07-9644-8AE0-6E531DC0476B}" type="presParOf" srcId="{97108150-63F1-4048-8CD1-B27EC454E8AB}" destId="{E2F1E523-5190-424F-BA86-8372C6F5CAC4}" srcOrd="0" destOrd="0" presId="urn:microsoft.com/office/officeart/2008/layout/HalfCircleOrganizationChart"/>
    <dgm:cxn modelId="{9922A569-E32B-8B47-A285-92C5A3E32268}" type="presParOf" srcId="{97108150-63F1-4048-8CD1-B27EC454E8AB}" destId="{9D02861B-EA84-F748-AE6A-3B31D1F98643}" srcOrd="1" destOrd="0" presId="urn:microsoft.com/office/officeart/2008/layout/HalfCircleOrganizationChart"/>
    <dgm:cxn modelId="{C8A36A55-E85A-8B45-B1A1-70226A92CBF2}" type="presParOf" srcId="{97108150-63F1-4048-8CD1-B27EC454E8AB}" destId="{42882EBD-7C86-3F4E-ACFA-7AFD645EE42A}" srcOrd="2" destOrd="0" presId="urn:microsoft.com/office/officeart/2008/layout/HalfCircleOrganizationChart"/>
    <dgm:cxn modelId="{2A3FC653-FDAA-E949-8638-5F793BAE1F45}" type="presParOf" srcId="{97108150-63F1-4048-8CD1-B27EC454E8AB}" destId="{A1AF99B4-6369-2542-B197-A64E68C05C52}" srcOrd="3" destOrd="0" presId="urn:microsoft.com/office/officeart/2008/layout/HalfCircleOrganizationChart"/>
    <dgm:cxn modelId="{8BEEAA47-6E24-904A-BAE2-344B3C891897}" type="presParOf" srcId="{857D2D53-EA34-0541-BD5E-8D6BCDAE294D}" destId="{135A7650-73D1-9344-98C3-9249746E3B7F}" srcOrd="1" destOrd="0" presId="urn:microsoft.com/office/officeart/2008/layout/HalfCircleOrganizationChart"/>
    <dgm:cxn modelId="{D4BC3DD5-C0B6-514B-BC82-6525EC4FE03C}" type="presParOf" srcId="{857D2D53-EA34-0541-BD5E-8D6BCDAE294D}" destId="{3DD6243B-1954-384F-BF61-A19082DAA9B9}" srcOrd="2" destOrd="0" presId="urn:microsoft.com/office/officeart/2008/layout/HalfCircleOrganizationChart"/>
    <dgm:cxn modelId="{29420D23-1D4A-EC48-9DEE-480C366F2819}" type="presParOf" srcId="{05509138-3CB7-2441-857A-26BFDF3AC619}" destId="{BE3F49F2-7A25-2340-9C96-91A699328FFB}" srcOrd="2" destOrd="0" presId="urn:microsoft.com/office/officeart/2008/layout/HalfCircleOrganizationChart"/>
    <dgm:cxn modelId="{DE0614E3-912F-D941-9116-403F246A6705}" type="presParOf" srcId="{BE3F49F2-7A25-2340-9C96-91A699328FFB}" destId="{E9E1DB7A-644C-3B42-AD25-2ECA5A8DDB63}" srcOrd="0" destOrd="0" presId="urn:microsoft.com/office/officeart/2008/layout/HalfCircleOrganizationChart"/>
    <dgm:cxn modelId="{1E868B6F-863D-014B-A9CC-405E5F29C8BA}" type="presParOf" srcId="{BE3F49F2-7A25-2340-9C96-91A699328FFB}" destId="{D11FF0FD-A7C1-0049-B2A7-95F114818287}" srcOrd="1" destOrd="0" presId="urn:microsoft.com/office/officeart/2008/layout/HalfCircleOrganizationChart"/>
    <dgm:cxn modelId="{12E25E0A-801F-0B48-A205-AB94D9AC939A}" type="presParOf" srcId="{D11FF0FD-A7C1-0049-B2A7-95F114818287}" destId="{7E79596E-C293-9641-ABE6-EAF1B3C07CA6}" srcOrd="0" destOrd="0" presId="urn:microsoft.com/office/officeart/2008/layout/HalfCircleOrganizationChart"/>
    <dgm:cxn modelId="{2C933C08-4948-114B-825C-262F7E09BC06}" type="presParOf" srcId="{7E79596E-C293-9641-ABE6-EAF1B3C07CA6}" destId="{177331BC-3BBA-3E4D-9943-2B47AE708F1D}" srcOrd="0" destOrd="0" presId="urn:microsoft.com/office/officeart/2008/layout/HalfCircleOrganizationChart"/>
    <dgm:cxn modelId="{C7A2A12C-ABB2-CD49-B89D-18B6DCE9AFA6}" type="presParOf" srcId="{7E79596E-C293-9641-ABE6-EAF1B3C07CA6}" destId="{80A84B1A-C964-A646-BC6F-F9605462D7EA}" srcOrd="1" destOrd="0" presId="urn:microsoft.com/office/officeart/2008/layout/HalfCircleOrganizationChart"/>
    <dgm:cxn modelId="{E5D4FD01-01D8-BB4A-ACCA-DBC608656B5B}" type="presParOf" srcId="{7E79596E-C293-9641-ABE6-EAF1B3C07CA6}" destId="{2F2A00A7-8A99-564A-9E40-413619C32B17}" srcOrd="2" destOrd="0" presId="urn:microsoft.com/office/officeart/2008/layout/HalfCircleOrganizationChart"/>
    <dgm:cxn modelId="{70013983-8107-BC43-8A37-6340A7050B50}" type="presParOf" srcId="{7E79596E-C293-9641-ABE6-EAF1B3C07CA6}" destId="{C3CF920B-9328-2A4B-BFE0-B576720ADB03}" srcOrd="3" destOrd="0" presId="urn:microsoft.com/office/officeart/2008/layout/HalfCircleOrganizationChart"/>
    <dgm:cxn modelId="{A51C989B-4132-8748-8F72-3DE61C00DAE1}" type="presParOf" srcId="{D11FF0FD-A7C1-0049-B2A7-95F114818287}" destId="{7D0D0836-BA28-054C-841D-C88C0A8E0625}" srcOrd="1" destOrd="0" presId="urn:microsoft.com/office/officeart/2008/layout/HalfCircleOrganizationChart"/>
    <dgm:cxn modelId="{BA520CE5-3684-754C-A1D0-C3B051BA40AC}" type="presParOf" srcId="{D11FF0FD-A7C1-0049-B2A7-95F114818287}" destId="{74AB9EDA-C9EF-FD40-8179-6632100F1AE8}" srcOrd="2" destOrd="0" presId="urn:microsoft.com/office/officeart/2008/layout/HalfCircleOrganizationChart"/>
  </dgm:cxnLst>
  <dgm:bg/>
  <dgm:whole/>
  <dgm:extLst>
    <a:ext uri="http://schemas.microsoft.com/office/drawing/2008/diagram">
      <dsp:dataModelExt xmlns:dsp="http://schemas.microsoft.com/office/drawing/2008/diagram" relId="rId5" minVer="http://schemas.openxmlformats.org/drawingml/2006/diagram"/>
    </a:ext>
  </dgm:extLst>
</dgm:dataModel>
</file>

<file path=ppt/diagrams/data4.xml><?xml version="1.0" encoding="utf-8"?>
<dgm:dataModel xmlns:dgm="http://schemas.openxmlformats.org/drawingml/2006/diagram" xmlns:a="http://schemas.openxmlformats.org/drawingml/2006/main">
  <dgm:ptLst>
    <dgm:pt modelId="{67509F39-E273-7E46-9908-3291EEE0B8B5}" type="doc">
      <dgm:prSet loTypeId="urn:microsoft.com/office/officeart/2005/8/layout/default" loCatId="" qsTypeId="urn:microsoft.com/office/officeart/2005/8/quickstyle/3d7" qsCatId="3D" csTypeId="urn:microsoft.com/office/officeart/2005/8/colors/accent1_2" csCatId="accent1" phldr="1"/>
      <dgm:spPr/>
      <dgm:t>
        <a:bodyPr/>
        <a:lstStyle/>
        <a:p>
          <a:endParaRPr lang="en-GB"/>
        </a:p>
      </dgm:t>
    </dgm:pt>
    <dgm:pt modelId="{3A28DC43-6AC2-444F-A371-4E893A1E9445}">
      <dgm:prSet phldrT="[Text]"/>
      <dgm:spPr/>
      <dgm:t>
        <a:bodyPr/>
        <a:lstStyle/>
        <a:p>
          <a:r>
            <a:rPr lang="en-GB" dirty="0"/>
            <a:t>MAX_VALUE</a:t>
          </a:r>
        </a:p>
      </dgm:t>
    </dgm:pt>
    <dgm:pt modelId="{0CE3651C-D5CB-6241-ADA6-649E0F0125F1}" type="parTrans" cxnId="{920A8065-1413-D74E-A47F-8D33714604CF}">
      <dgm:prSet/>
      <dgm:spPr/>
      <dgm:t>
        <a:bodyPr/>
        <a:lstStyle/>
        <a:p>
          <a:endParaRPr lang="en-GB"/>
        </a:p>
      </dgm:t>
    </dgm:pt>
    <dgm:pt modelId="{BB1F1825-C695-0B49-A760-5583FBBAD53C}" type="sibTrans" cxnId="{920A8065-1413-D74E-A47F-8D33714604CF}">
      <dgm:prSet/>
      <dgm:spPr/>
      <dgm:t>
        <a:bodyPr/>
        <a:lstStyle/>
        <a:p>
          <a:endParaRPr lang="en-GB"/>
        </a:p>
      </dgm:t>
    </dgm:pt>
    <dgm:pt modelId="{9B62F52B-1644-124B-8937-304495188692}">
      <dgm:prSet phldrT="[Text]"/>
      <dgm:spPr/>
      <dgm:t>
        <a:bodyPr/>
        <a:lstStyle/>
        <a:p>
          <a:r>
            <a:rPr lang="en-GB" dirty="0"/>
            <a:t>MIN_VALUE</a:t>
          </a:r>
        </a:p>
      </dgm:t>
    </dgm:pt>
    <dgm:pt modelId="{45770209-43C6-F940-8F8D-5EF16205BD6B}" type="parTrans" cxnId="{2B959D7F-C8F4-5945-9E11-74F281FC290E}">
      <dgm:prSet/>
      <dgm:spPr/>
      <dgm:t>
        <a:bodyPr/>
        <a:lstStyle/>
        <a:p>
          <a:endParaRPr lang="en-GB"/>
        </a:p>
      </dgm:t>
    </dgm:pt>
    <dgm:pt modelId="{80089DFC-22C7-2D43-8EDE-78799B3EEE08}" type="sibTrans" cxnId="{2B959D7F-C8F4-5945-9E11-74F281FC290E}">
      <dgm:prSet/>
      <dgm:spPr/>
      <dgm:t>
        <a:bodyPr/>
        <a:lstStyle/>
        <a:p>
          <a:endParaRPr lang="en-GB"/>
        </a:p>
      </dgm:t>
    </dgm:pt>
    <dgm:pt modelId="{B869F354-5D91-9045-9855-32CDD662FB45}">
      <dgm:prSet phldrT="[Text]"/>
      <dgm:spPr/>
      <dgm:t>
        <a:bodyPr/>
        <a:lstStyle/>
        <a:p>
          <a:r>
            <a:rPr lang="en-GB" dirty="0" err="1"/>
            <a:t>NaN</a:t>
          </a:r>
          <a:endParaRPr lang="en-GB" dirty="0"/>
        </a:p>
      </dgm:t>
    </dgm:pt>
    <dgm:pt modelId="{B59FA554-961F-4A43-ABDD-02C9250A1B72}" type="parTrans" cxnId="{F44AA699-5C92-1C46-9C10-A946B9AD2B30}">
      <dgm:prSet/>
      <dgm:spPr/>
      <dgm:t>
        <a:bodyPr/>
        <a:lstStyle/>
        <a:p>
          <a:endParaRPr lang="en-GB"/>
        </a:p>
      </dgm:t>
    </dgm:pt>
    <dgm:pt modelId="{3DF9D38F-84AA-294D-846D-BF332787FF6A}" type="sibTrans" cxnId="{F44AA699-5C92-1C46-9C10-A946B9AD2B30}">
      <dgm:prSet/>
      <dgm:spPr/>
      <dgm:t>
        <a:bodyPr/>
        <a:lstStyle/>
        <a:p>
          <a:endParaRPr lang="en-GB"/>
        </a:p>
      </dgm:t>
    </dgm:pt>
    <dgm:pt modelId="{B2038E9B-3E3D-4143-906A-DB31618211D9}">
      <dgm:prSet phldrT="[Text]"/>
      <dgm:spPr/>
      <dgm:t>
        <a:bodyPr/>
        <a:lstStyle/>
        <a:p>
          <a:r>
            <a:rPr lang="en-GB" dirty="0"/>
            <a:t>NEGATIVE_INFINITY</a:t>
          </a:r>
        </a:p>
      </dgm:t>
    </dgm:pt>
    <dgm:pt modelId="{1AC7C9FF-09A0-0B4F-A0D2-59FC455CF9E8}" type="parTrans" cxnId="{481578E0-103F-FF41-9854-F2C2EE3E75D3}">
      <dgm:prSet/>
      <dgm:spPr/>
      <dgm:t>
        <a:bodyPr/>
        <a:lstStyle/>
        <a:p>
          <a:endParaRPr lang="en-GB"/>
        </a:p>
      </dgm:t>
    </dgm:pt>
    <dgm:pt modelId="{46FF58E2-5216-DC4B-84B9-8BA28EA24F88}" type="sibTrans" cxnId="{481578E0-103F-FF41-9854-F2C2EE3E75D3}">
      <dgm:prSet/>
      <dgm:spPr/>
      <dgm:t>
        <a:bodyPr/>
        <a:lstStyle/>
        <a:p>
          <a:endParaRPr lang="en-GB"/>
        </a:p>
      </dgm:t>
    </dgm:pt>
    <dgm:pt modelId="{CF309546-59E8-714F-942F-FD6F0BD11487}">
      <dgm:prSet phldrT="[Text]"/>
      <dgm:spPr/>
      <dgm:t>
        <a:bodyPr/>
        <a:lstStyle/>
        <a:p>
          <a:r>
            <a:rPr lang="en-GB" dirty="0"/>
            <a:t>POSITIVE_INFINITY</a:t>
          </a:r>
        </a:p>
      </dgm:t>
    </dgm:pt>
    <dgm:pt modelId="{D3283F25-8596-B740-821D-D46CE40D19CF}" type="parTrans" cxnId="{234A7ABB-B094-A046-ACD9-90AA15D9B4AF}">
      <dgm:prSet/>
      <dgm:spPr/>
      <dgm:t>
        <a:bodyPr/>
        <a:lstStyle/>
        <a:p>
          <a:endParaRPr lang="en-GB"/>
        </a:p>
      </dgm:t>
    </dgm:pt>
    <dgm:pt modelId="{0FE012E0-347A-D543-B608-199177513278}" type="sibTrans" cxnId="{234A7ABB-B094-A046-ACD9-90AA15D9B4AF}">
      <dgm:prSet/>
      <dgm:spPr/>
      <dgm:t>
        <a:bodyPr/>
        <a:lstStyle/>
        <a:p>
          <a:endParaRPr lang="en-GB"/>
        </a:p>
      </dgm:t>
    </dgm:pt>
    <dgm:pt modelId="{3AB08CA8-A5D3-7F43-B5BE-DFB6386154B3}" type="pres">
      <dgm:prSet presAssocID="{67509F39-E273-7E46-9908-3291EEE0B8B5}" presName="diagram" presStyleCnt="0">
        <dgm:presLayoutVars>
          <dgm:dir/>
          <dgm:resizeHandles val="exact"/>
        </dgm:presLayoutVars>
      </dgm:prSet>
      <dgm:spPr/>
    </dgm:pt>
    <dgm:pt modelId="{08B51B93-AE9B-B94B-9913-A0FA94D542D5}" type="pres">
      <dgm:prSet presAssocID="{3A28DC43-6AC2-444F-A371-4E893A1E9445}" presName="node" presStyleLbl="node1" presStyleIdx="0" presStyleCnt="5">
        <dgm:presLayoutVars>
          <dgm:bulletEnabled val="1"/>
        </dgm:presLayoutVars>
      </dgm:prSet>
      <dgm:spPr/>
    </dgm:pt>
    <dgm:pt modelId="{B774EAF2-4640-494A-917E-8155A13B900B}" type="pres">
      <dgm:prSet presAssocID="{BB1F1825-C695-0B49-A760-5583FBBAD53C}" presName="sibTrans" presStyleCnt="0"/>
      <dgm:spPr/>
    </dgm:pt>
    <dgm:pt modelId="{E2874CD4-E27F-6D4D-AF3E-0BA502B88C85}" type="pres">
      <dgm:prSet presAssocID="{9B62F52B-1644-124B-8937-304495188692}" presName="node" presStyleLbl="node1" presStyleIdx="1" presStyleCnt="5">
        <dgm:presLayoutVars>
          <dgm:bulletEnabled val="1"/>
        </dgm:presLayoutVars>
      </dgm:prSet>
      <dgm:spPr/>
    </dgm:pt>
    <dgm:pt modelId="{145749C5-A9C4-1946-A6FD-B2C17436FC2E}" type="pres">
      <dgm:prSet presAssocID="{80089DFC-22C7-2D43-8EDE-78799B3EEE08}" presName="sibTrans" presStyleCnt="0"/>
      <dgm:spPr/>
    </dgm:pt>
    <dgm:pt modelId="{46BD3462-22A5-B848-B3BF-947443600A3F}" type="pres">
      <dgm:prSet presAssocID="{B869F354-5D91-9045-9855-32CDD662FB45}" presName="node" presStyleLbl="node1" presStyleIdx="2" presStyleCnt="5">
        <dgm:presLayoutVars>
          <dgm:bulletEnabled val="1"/>
        </dgm:presLayoutVars>
      </dgm:prSet>
      <dgm:spPr/>
    </dgm:pt>
    <dgm:pt modelId="{628B20C8-D8D9-A148-8DF2-4CD781AF1355}" type="pres">
      <dgm:prSet presAssocID="{3DF9D38F-84AA-294D-846D-BF332787FF6A}" presName="sibTrans" presStyleCnt="0"/>
      <dgm:spPr/>
    </dgm:pt>
    <dgm:pt modelId="{5278F817-5899-5244-957D-90D74475FF53}" type="pres">
      <dgm:prSet presAssocID="{B2038E9B-3E3D-4143-906A-DB31618211D9}" presName="node" presStyleLbl="node1" presStyleIdx="3" presStyleCnt="5">
        <dgm:presLayoutVars>
          <dgm:bulletEnabled val="1"/>
        </dgm:presLayoutVars>
      </dgm:prSet>
      <dgm:spPr/>
    </dgm:pt>
    <dgm:pt modelId="{9CAD8578-BAA8-2745-850E-1990B6629710}" type="pres">
      <dgm:prSet presAssocID="{46FF58E2-5216-DC4B-84B9-8BA28EA24F88}" presName="sibTrans" presStyleCnt="0"/>
      <dgm:spPr/>
    </dgm:pt>
    <dgm:pt modelId="{7088EFB0-72B3-8348-9AFC-21329A1C7953}" type="pres">
      <dgm:prSet presAssocID="{CF309546-59E8-714F-942F-FD6F0BD11487}" presName="node" presStyleLbl="node1" presStyleIdx="4" presStyleCnt="5">
        <dgm:presLayoutVars>
          <dgm:bulletEnabled val="1"/>
        </dgm:presLayoutVars>
      </dgm:prSet>
      <dgm:spPr/>
    </dgm:pt>
  </dgm:ptLst>
  <dgm:cxnLst>
    <dgm:cxn modelId="{AAF6662D-D644-3540-ADE2-9C528CD4930F}" type="presOf" srcId="{3A28DC43-6AC2-444F-A371-4E893A1E9445}" destId="{08B51B93-AE9B-B94B-9913-A0FA94D542D5}" srcOrd="0" destOrd="0" presId="urn:microsoft.com/office/officeart/2005/8/layout/default"/>
    <dgm:cxn modelId="{0B71923A-AEF5-8A45-B243-6CCFD22E63B4}" type="presOf" srcId="{9B62F52B-1644-124B-8937-304495188692}" destId="{E2874CD4-E27F-6D4D-AF3E-0BA502B88C85}" srcOrd="0" destOrd="0" presId="urn:microsoft.com/office/officeart/2005/8/layout/default"/>
    <dgm:cxn modelId="{920A8065-1413-D74E-A47F-8D33714604CF}" srcId="{67509F39-E273-7E46-9908-3291EEE0B8B5}" destId="{3A28DC43-6AC2-444F-A371-4E893A1E9445}" srcOrd="0" destOrd="0" parTransId="{0CE3651C-D5CB-6241-ADA6-649E0F0125F1}" sibTransId="{BB1F1825-C695-0B49-A760-5583FBBAD53C}"/>
    <dgm:cxn modelId="{F952426A-7CB4-7E4E-A1ED-61750E4C60C0}" type="presOf" srcId="{67509F39-E273-7E46-9908-3291EEE0B8B5}" destId="{3AB08CA8-A5D3-7F43-B5BE-DFB6386154B3}" srcOrd="0" destOrd="0" presId="urn:microsoft.com/office/officeart/2005/8/layout/default"/>
    <dgm:cxn modelId="{C46BCF77-AF4E-3343-92D5-D4156277CEB5}" type="presOf" srcId="{B869F354-5D91-9045-9855-32CDD662FB45}" destId="{46BD3462-22A5-B848-B3BF-947443600A3F}" srcOrd="0" destOrd="0" presId="urn:microsoft.com/office/officeart/2005/8/layout/default"/>
    <dgm:cxn modelId="{2B959D7F-C8F4-5945-9E11-74F281FC290E}" srcId="{67509F39-E273-7E46-9908-3291EEE0B8B5}" destId="{9B62F52B-1644-124B-8937-304495188692}" srcOrd="1" destOrd="0" parTransId="{45770209-43C6-F940-8F8D-5EF16205BD6B}" sibTransId="{80089DFC-22C7-2D43-8EDE-78799B3EEE08}"/>
    <dgm:cxn modelId="{0D9E3D95-7250-5447-B6AA-1D2ADA914D08}" type="presOf" srcId="{CF309546-59E8-714F-942F-FD6F0BD11487}" destId="{7088EFB0-72B3-8348-9AFC-21329A1C7953}" srcOrd="0" destOrd="0" presId="urn:microsoft.com/office/officeart/2005/8/layout/default"/>
    <dgm:cxn modelId="{F44AA699-5C92-1C46-9C10-A946B9AD2B30}" srcId="{67509F39-E273-7E46-9908-3291EEE0B8B5}" destId="{B869F354-5D91-9045-9855-32CDD662FB45}" srcOrd="2" destOrd="0" parTransId="{B59FA554-961F-4A43-ABDD-02C9250A1B72}" sibTransId="{3DF9D38F-84AA-294D-846D-BF332787FF6A}"/>
    <dgm:cxn modelId="{234A7ABB-B094-A046-ACD9-90AA15D9B4AF}" srcId="{67509F39-E273-7E46-9908-3291EEE0B8B5}" destId="{CF309546-59E8-714F-942F-FD6F0BD11487}" srcOrd="4" destOrd="0" parTransId="{D3283F25-8596-B740-821D-D46CE40D19CF}" sibTransId="{0FE012E0-347A-D543-B608-199177513278}"/>
    <dgm:cxn modelId="{EC1593C6-37FB-F94A-9F02-0DAA70D3EFB4}" type="presOf" srcId="{B2038E9B-3E3D-4143-906A-DB31618211D9}" destId="{5278F817-5899-5244-957D-90D74475FF53}" srcOrd="0" destOrd="0" presId="urn:microsoft.com/office/officeart/2005/8/layout/default"/>
    <dgm:cxn modelId="{481578E0-103F-FF41-9854-F2C2EE3E75D3}" srcId="{67509F39-E273-7E46-9908-3291EEE0B8B5}" destId="{B2038E9B-3E3D-4143-906A-DB31618211D9}" srcOrd="3" destOrd="0" parTransId="{1AC7C9FF-09A0-0B4F-A0D2-59FC455CF9E8}" sibTransId="{46FF58E2-5216-DC4B-84B9-8BA28EA24F88}"/>
    <dgm:cxn modelId="{6505E1D9-D5B0-6C47-9667-4A1AD4A65740}" type="presParOf" srcId="{3AB08CA8-A5D3-7F43-B5BE-DFB6386154B3}" destId="{08B51B93-AE9B-B94B-9913-A0FA94D542D5}" srcOrd="0" destOrd="0" presId="urn:microsoft.com/office/officeart/2005/8/layout/default"/>
    <dgm:cxn modelId="{48591F3F-DB6A-9A46-BEC7-0334784760FD}" type="presParOf" srcId="{3AB08CA8-A5D3-7F43-B5BE-DFB6386154B3}" destId="{B774EAF2-4640-494A-917E-8155A13B900B}" srcOrd="1" destOrd="0" presId="urn:microsoft.com/office/officeart/2005/8/layout/default"/>
    <dgm:cxn modelId="{569F7194-20C0-D24C-91FD-AF1CD6B9FC86}" type="presParOf" srcId="{3AB08CA8-A5D3-7F43-B5BE-DFB6386154B3}" destId="{E2874CD4-E27F-6D4D-AF3E-0BA502B88C85}" srcOrd="2" destOrd="0" presId="urn:microsoft.com/office/officeart/2005/8/layout/default"/>
    <dgm:cxn modelId="{BC7C6E68-D965-3C40-84F2-4534C98AAF4E}" type="presParOf" srcId="{3AB08CA8-A5D3-7F43-B5BE-DFB6386154B3}" destId="{145749C5-A9C4-1946-A6FD-B2C17436FC2E}" srcOrd="3" destOrd="0" presId="urn:microsoft.com/office/officeart/2005/8/layout/default"/>
    <dgm:cxn modelId="{61C7FAE3-3751-384E-BDCE-B5241BACE619}" type="presParOf" srcId="{3AB08CA8-A5D3-7F43-B5BE-DFB6386154B3}" destId="{46BD3462-22A5-B848-B3BF-947443600A3F}" srcOrd="4" destOrd="0" presId="urn:microsoft.com/office/officeart/2005/8/layout/default"/>
    <dgm:cxn modelId="{3B5434CC-8260-3744-93B5-CF31E7FEB840}" type="presParOf" srcId="{3AB08CA8-A5D3-7F43-B5BE-DFB6386154B3}" destId="{628B20C8-D8D9-A148-8DF2-4CD781AF1355}" srcOrd="5" destOrd="0" presId="urn:microsoft.com/office/officeart/2005/8/layout/default"/>
    <dgm:cxn modelId="{141681DB-0DE7-6A45-9A15-38C0D1CB78CF}" type="presParOf" srcId="{3AB08CA8-A5D3-7F43-B5BE-DFB6386154B3}" destId="{5278F817-5899-5244-957D-90D74475FF53}" srcOrd="6" destOrd="0" presId="urn:microsoft.com/office/officeart/2005/8/layout/default"/>
    <dgm:cxn modelId="{C51CC7E0-9878-5946-A3DC-266DC0152F72}" type="presParOf" srcId="{3AB08CA8-A5D3-7F43-B5BE-DFB6386154B3}" destId="{9CAD8578-BAA8-2745-850E-1990B6629710}" srcOrd="7" destOrd="0" presId="urn:microsoft.com/office/officeart/2005/8/layout/default"/>
    <dgm:cxn modelId="{89B1B5C4-72AD-D74F-AD83-7E2CFD56D9CF}" type="presParOf" srcId="{3AB08CA8-A5D3-7F43-B5BE-DFB6386154B3}" destId="{7088EFB0-72B3-8348-9AFC-21329A1C7953}" srcOrd="8" destOrd="0" presId="urn:microsoft.com/office/officeart/2005/8/layout/default"/>
  </dgm:cxnLst>
  <dgm:bg/>
  <dgm:whole/>
  <dgm:extLst>
    <a:ext uri="http://schemas.microsoft.com/office/drawing/2008/diagram">
      <dsp:dataModelExt xmlns:dsp="http://schemas.microsoft.com/office/drawing/2008/diagram" relId="rId5" minVer="http://schemas.openxmlformats.org/drawingml/2006/diagram"/>
    </a:ext>
  </dgm:extLst>
</dgm:dataModel>
</file>

<file path=ppt/diagrams/data5.xml><?xml version="1.0" encoding="utf-8"?>
<dgm:dataModel xmlns:dgm="http://schemas.openxmlformats.org/drawingml/2006/diagram" xmlns:a="http://schemas.openxmlformats.org/drawingml/2006/main">
  <dgm:ptLst>
    <dgm:pt modelId="{4729D760-645E-F948-95AE-ACE07D392A03}" type="doc">
      <dgm:prSet loTypeId="urn:microsoft.com/office/officeart/2005/8/layout/list1" loCatId="" qsTypeId="urn:microsoft.com/office/officeart/2005/8/quickstyle/3d6" qsCatId="3D" csTypeId="urn:microsoft.com/office/officeart/2005/8/colors/accent1_2" csCatId="accent1" phldr="1"/>
      <dgm:spPr/>
      <dgm:t>
        <a:bodyPr/>
        <a:lstStyle/>
        <a:p>
          <a:endParaRPr lang="en-GB"/>
        </a:p>
      </dgm:t>
    </dgm:pt>
    <dgm:pt modelId="{4EA5F470-378E-E94D-83AA-F4300F00D9D6}">
      <dgm:prSet phldrT="[Text]"/>
      <dgm:spPr/>
      <dgm:t>
        <a:bodyPr/>
        <a:lstStyle/>
        <a:p>
          <a:r>
            <a:rPr lang="en-GB" dirty="0"/>
            <a:t>Felder</a:t>
          </a:r>
        </a:p>
      </dgm:t>
    </dgm:pt>
    <dgm:pt modelId="{0388EA47-AD5C-1F4E-BDA0-21651BD4A3CA}" type="parTrans" cxnId="{C1ABBBEF-89B4-4E4B-AEC9-B8278F63F136}">
      <dgm:prSet/>
      <dgm:spPr/>
      <dgm:t>
        <a:bodyPr/>
        <a:lstStyle/>
        <a:p>
          <a:endParaRPr lang="en-GB"/>
        </a:p>
      </dgm:t>
    </dgm:pt>
    <dgm:pt modelId="{7D1155B2-4D96-B649-82AB-04A0CBBD69AE}" type="sibTrans" cxnId="{C1ABBBEF-89B4-4E4B-AEC9-B8278F63F136}">
      <dgm:prSet/>
      <dgm:spPr/>
      <dgm:t>
        <a:bodyPr/>
        <a:lstStyle/>
        <a:p>
          <a:endParaRPr lang="en-GB"/>
        </a:p>
      </dgm:t>
    </dgm:pt>
    <dgm:pt modelId="{158F50CC-BDB6-6440-99F5-4D1250C18504}">
      <dgm:prSet phldrT="[Text]"/>
      <dgm:spPr/>
      <dgm:t>
        <a:bodyPr/>
        <a:lstStyle/>
        <a:p>
          <a:r>
            <a:rPr lang="en-GB" dirty="0" err="1"/>
            <a:t>Konstruktoren</a:t>
          </a:r>
          <a:endParaRPr lang="en-GB" dirty="0"/>
        </a:p>
      </dgm:t>
    </dgm:pt>
    <dgm:pt modelId="{2CB57656-11CF-C547-A029-4C2B0CCA6D1E}" type="parTrans" cxnId="{1F7FD93C-2091-4644-90AF-2ED158C60622}">
      <dgm:prSet/>
      <dgm:spPr/>
      <dgm:t>
        <a:bodyPr/>
        <a:lstStyle/>
        <a:p>
          <a:endParaRPr lang="en-GB"/>
        </a:p>
      </dgm:t>
    </dgm:pt>
    <dgm:pt modelId="{49CC0F1B-FB2B-9D49-A58E-2C9F2E06D72D}" type="sibTrans" cxnId="{1F7FD93C-2091-4644-90AF-2ED158C60622}">
      <dgm:prSet/>
      <dgm:spPr/>
      <dgm:t>
        <a:bodyPr/>
        <a:lstStyle/>
        <a:p>
          <a:endParaRPr lang="en-GB"/>
        </a:p>
      </dgm:t>
    </dgm:pt>
    <dgm:pt modelId="{918EDE0F-AE72-C846-8F77-058606A3A717}">
      <dgm:prSet phldrT="[Text]"/>
      <dgm:spPr/>
      <dgm:t>
        <a:bodyPr/>
        <a:lstStyle/>
        <a:p>
          <a:r>
            <a:rPr lang="en-GB" dirty="0" err="1"/>
            <a:t>Funktionen</a:t>
          </a:r>
          <a:endParaRPr lang="en-GB" dirty="0"/>
        </a:p>
      </dgm:t>
    </dgm:pt>
    <dgm:pt modelId="{8E4DD6E5-1AE6-EF4D-A719-B1C7F8AEB17D}" type="parTrans" cxnId="{D112DDEF-E036-E248-8413-4EB86B2A55E7}">
      <dgm:prSet/>
      <dgm:spPr/>
      <dgm:t>
        <a:bodyPr/>
        <a:lstStyle/>
        <a:p>
          <a:endParaRPr lang="en-GB"/>
        </a:p>
      </dgm:t>
    </dgm:pt>
    <dgm:pt modelId="{F0E527BE-D71B-B443-88A1-E998DB7F4343}" type="sibTrans" cxnId="{D112DDEF-E036-E248-8413-4EB86B2A55E7}">
      <dgm:prSet/>
      <dgm:spPr/>
      <dgm:t>
        <a:bodyPr/>
        <a:lstStyle/>
        <a:p>
          <a:endParaRPr lang="en-GB"/>
        </a:p>
      </dgm:t>
    </dgm:pt>
    <dgm:pt modelId="{B174EBD9-067C-B043-8AEF-7463CB33E8E9}" type="pres">
      <dgm:prSet presAssocID="{4729D760-645E-F948-95AE-ACE07D392A03}" presName="linear" presStyleCnt="0">
        <dgm:presLayoutVars>
          <dgm:dir/>
          <dgm:animLvl val="lvl"/>
          <dgm:resizeHandles val="exact"/>
        </dgm:presLayoutVars>
      </dgm:prSet>
      <dgm:spPr/>
    </dgm:pt>
    <dgm:pt modelId="{E2969A43-C29F-104F-8FD9-9942256D66E8}" type="pres">
      <dgm:prSet presAssocID="{4EA5F470-378E-E94D-83AA-F4300F00D9D6}" presName="parentLin" presStyleCnt="0"/>
      <dgm:spPr/>
    </dgm:pt>
    <dgm:pt modelId="{586726A5-281B-8A4A-B1FA-688C0E0E119E}" type="pres">
      <dgm:prSet presAssocID="{4EA5F470-378E-E94D-83AA-F4300F00D9D6}" presName="parentLeftMargin" presStyleLbl="node1" presStyleIdx="0" presStyleCnt="3"/>
      <dgm:spPr/>
    </dgm:pt>
    <dgm:pt modelId="{CD4F5A90-57FB-7D46-8ACA-77784286DEBB}" type="pres">
      <dgm:prSet presAssocID="{4EA5F470-378E-E94D-83AA-F4300F00D9D6}" presName="parentText" presStyleLbl="node1" presStyleIdx="0" presStyleCnt="3">
        <dgm:presLayoutVars>
          <dgm:chMax val="0"/>
          <dgm:bulletEnabled val="1"/>
        </dgm:presLayoutVars>
      </dgm:prSet>
      <dgm:spPr/>
    </dgm:pt>
    <dgm:pt modelId="{10F38D66-5E9C-1E4C-AE2A-F16C5D2FB502}" type="pres">
      <dgm:prSet presAssocID="{4EA5F470-378E-E94D-83AA-F4300F00D9D6}" presName="negativeSpace" presStyleCnt="0"/>
      <dgm:spPr/>
    </dgm:pt>
    <dgm:pt modelId="{6305A6E9-FF4C-384A-B7B4-505B04A5AE37}" type="pres">
      <dgm:prSet presAssocID="{4EA5F470-378E-E94D-83AA-F4300F00D9D6}" presName="childText" presStyleLbl="conFgAcc1" presStyleIdx="0" presStyleCnt="3">
        <dgm:presLayoutVars>
          <dgm:bulletEnabled val="1"/>
        </dgm:presLayoutVars>
      </dgm:prSet>
      <dgm:spPr/>
    </dgm:pt>
    <dgm:pt modelId="{7B84153A-1800-E246-9D82-9D4AE78ADE5A}" type="pres">
      <dgm:prSet presAssocID="{7D1155B2-4D96-B649-82AB-04A0CBBD69AE}" presName="spaceBetweenRectangles" presStyleCnt="0"/>
      <dgm:spPr/>
    </dgm:pt>
    <dgm:pt modelId="{434C2E39-DE1C-5645-B960-5E81095BFF9B}" type="pres">
      <dgm:prSet presAssocID="{158F50CC-BDB6-6440-99F5-4D1250C18504}" presName="parentLin" presStyleCnt="0"/>
      <dgm:spPr/>
    </dgm:pt>
    <dgm:pt modelId="{A44F24C7-7315-AC4E-9008-58E23BEE5FC2}" type="pres">
      <dgm:prSet presAssocID="{158F50CC-BDB6-6440-99F5-4D1250C18504}" presName="parentLeftMargin" presStyleLbl="node1" presStyleIdx="0" presStyleCnt="3"/>
      <dgm:spPr/>
    </dgm:pt>
    <dgm:pt modelId="{4E23C32B-D4F3-744A-BC62-B4277299AEA4}" type="pres">
      <dgm:prSet presAssocID="{158F50CC-BDB6-6440-99F5-4D1250C18504}" presName="parentText" presStyleLbl="node1" presStyleIdx="1" presStyleCnt="3">
        <dgm:presLayoutVars>
          <dgm:chMax val="0"/>
          <dgm:bulletEnabled val="1"/>
        </dgm:presLayoutVars>
      </dgm:prSet>
      <dgm:spPr/>
    </dgm:pt>
    <dgm:pt modelId="{2FCAF94A-5F56-5548-BE0C-C28D83D5B8D4}" type="pres">
      <dgm:prSet presAssocID="{158F50CC-BDB6-6440-99F5-4D1250C18504}" presName="negativeSpace" presStyleCnt="0"/>
      <dgm:spPr/>
    </dgm:pt>
    <dgm:pt modelId="{3034F782-9A22-1242-AEDF-EC2E88C0D473}" type="pres">
      <dgm:prSet presAssocID="{158F50CC-BDB6-6440-99F5-4D1250C18504}" presName="childText" presStyleLbl="conFgAcc1" presStyleIdx="1" presStyleCnt="3">
        <dgm:presLayoutVars>
          <dgm:bulletEnabled val="1"/>
        </dgm:presLayoutVars>
      </dgm:prSet>
      <dgm:spPr/>
    </dgm:pt>
    <dgm:pt modelId="{398D0247-9D51-014C-B487-BCF1BA668707}" type="pres">
      <dgm:prSet presAssocID="{49CC0F1B-FB2B-9D49-A58E-2C9F2E06D72D}" presName="spaceBetweenRectangles" presStyleCnt="0"/>
      <dgm:spPr/>
    </dgm:pt>
    <dgm:pt modelId="{29F9E2BB-F30E-2242-998F-28EBE8DBEA5D}" type="pres">
      <dgm:prSet presAssocID="{918EDE0F-AE72-C846-8F77-058606A3A717}" presName="parentLin" presStyleCnt="0"/>
      <dgm:spPr/>
    </dgm:pt>
    <dgm:pt modelId="{7B3BCBD8-9DC0-B34A-82D1-99E3258F9BA5}" type="pres">
      <dgm:prSet presAssocID="{918EDE0F-AE72-C846-8F77-058606A3A717}" presName="parentLeftMargin" presStyleLbl="node1" presStyleIdx="1" presStyleCnt="3"/>
      <dgm:spPr/>
    </dgm:pt>
    <dgm:pt modelId="{CC22D886-3319-7642-954B-BB2ED3D676DC}" type="pres">
      <dgm:prSet presAssocID="{918EDE0F-AE72-C846-8F77-058606A3A717}" presName="parentText" presStyleLbl="node1" presStyleIdx="2" presStyleCnt="3">
        <dgm:presLayoutVars>
          <dgm:chMax val="0"/>
          <dgm:bulletEnabled val="1"/>
        </dgm:presLayoutVars>
      </dgm:prSet>
      <dgm:spPr/>
    </dgm:pt>
    <dgm:pt modelId="{9CBE4316-FAB4-144F-B917-B92F563C900E}" type="pres">
      <dgm:prSet presAssocID="{918EDE0F-AE72-C846-8F77-058606A3A717}" presName="negativeSpace" presStyleCnt="0"/>
      <dgm:spPr/>
    </dgm:pt>
    <dgm:pt modelId="{A4D8D4E7-691F-9E42-92CE-F4F5D0B447C7}" type="pres">
      <dgm:prSet presAssocID="{918EDE0F-AE72-C846-8F77-058606A3A717}" presName="childText" presStyleLbl="conFgAcc1" presStyleIdx="2" presStyleCnt="3">
        <dgm:presLayoutVars>
          <dgm:bulletEnabled val="1"/>
        </dgm:presLayoutVars>
      </dgm:prSet>
      <dgm:spPr/>
    </dgm:pt>
  </dgm:ptLst>
  <dgm:cxnLst>
    <dgm:cxn modelId="{20961610-86ED-D644-8AED-71B32BA80B64}" type="presOf" srcId="{918EDE0F-AE72-C846-8F77-058606A3A717}" destId="{7B3BCBD8-9DC0-B34A-82D1-99E3258F9BA5}" srcOrd="0" destOrd="0" presId="urn:microsoft.com/office/officeart/2005/8/layout/list1"/>
    <dgm:cxn modelId="{D189F624-110C-E54E-99A1-83FFA9674207}" type="presOf" srcId="{918EDE0F-AE72-C846-8F77-058606A3A717}" destId="{CC22D886-3319-7642-954B-BB2ED3D676DC}" srcOrd="1" destOrd="0" presId="urn:microsoft.com/office/officeart/2005/8/layout/list1"/>
    <dgm:cxn modelId="{E00BC427-22B8-FA45-849C-461FE38490E4}" type="presOf" srcId="{158F50CC-BDB6-6440-99F5-4D1250C18504}" destId="{4E23C32B-D4F3-744A-BC62-B4277299AEA4}" srcOrd="1" destOrd="0" presId="urn:microsoft.com/office/officeart/2005/8/layout/list1"/>
    <dgm:cxn modelId="{1F7FD93C-2091-4644-90AF-2ED158C60622}" srcId="{4729D760-645E-F948-95AE-ACE07D392A03}" destId="{158F50CC-BDB6-6440-99F5-4D1250C18504}" srcOrd="1" destOrd="0" parTransId="{2CB57656-11CF-C547-A029-4C2B0CCA6D1E}" sibTransId="{49CC0F1B-FB2B-9D49-A58E-2C9F2E06D72D}"/>
    <dgm:cxn modelId="{DB569743-2D4D-AD44-9132-B732DC07EE53}" type="presOf" srcId="{4EA5F470-378E-E94D-83AA-F4300F00D9D6}" destId="{CD4F5A90-57FB-7D46-8ACA-77784286DEBB}" srcOrd="1" destOrd="0" presId="urn:microsoft.com/office/officeart/2005/8/layout/list1"/>
    <dgm:cxn modelId="{E0E81867-6A6D-3E4F-A530-562871CB5D94}" type="presOf" srcId="{4729D760-645E-F948-95AE-ACE07D392A03}" destId="{B174EBD9-067C-B043-8AEF-7463CB33E8E9}" srcOrd="0" destOrd="0" presId="urn:microsoft.com/office/officeart/2005/8/layout/list1"/>
    <dgm:cxn modelId="{2C3833A6-F4AB-4F48-9A13-CC7974045AFC}" type="presOf" srcId="{4EA5F470-378E-E94D-83AA-F4300F00D9D6}" destId="{586726A5-281B-8A4A-B1FA-688C0E0E119E}" srcOrd="0" destOrd="0" presId="urn:microsoft.com/office/officeart/2005/8/layout/list1"/>
    <dgm:cxn modelId="{A0DAB3CE-BDFC-4E4A-A232-13980DD6BD91}" type="presOf" srcId="{158F50CC-BDB6-6440-99F5-4D1250C18504}" destId="{A44F24C7-7315-AC4E-9008-58E23BEE5FC2}" srcOrd="0" destOrd="0" presId="urn:microsoft.com/office/officeart/2005/8/layout/list1"/>
    <dgm:cxn modelId="{C1ABBBEF-89B4-4E4B-AEC9-B8278F63F136}" srcId="{4729D760-645E-F948-95AE-ACE07D392A03}" destId="{4EA5F470-378E-E94D-83AA-F4300F00D9D6}" srcOrd="0" destOrd="0" parTransId="{0388EA47-AD5C-1F4E-BDA0-21651BD4A3CA}" sibTransId="{7D1155B2-4D96-B649-82AB-04A0CBBD69AE}"/>
    <dgm:cxn modelId="{D112DDEF-E036-E248-8413-4EB86B2A55E7}" srcId="{4729D760-645E-F948-95AE-ACE07D392A03}" destId="{918EDE0F-AE72-C846-8F77-058606A3A717}" srcOrd="2" destOrd="0" parTransId="{8E4DD6E5-1AE6-EF4D-A719-B1C7F8AEB17D}" sibTransId="{F0E527BE-D71B-B443-88A1-E998DB7F4343}"/>
    <dgm:cxn modelId="{E331F2DA-9E17-0944-BFFF-F62EDFD39EC0}" type="presParOf" srcId="{B174EBD9-067C-B043-8AEF-7463CB33E8E9}" destId="{E2969A43-C29F-104F-8FD9-9942256D66E8}" srcOrd="0" destOrd="0" presId="urn:microsoft.com/office/officeart/2005/8/layout/list1"/>
    <dgm:cxn modelId="{0F58CE9B-98D7-5046-8F5C-ABD2EA47139C}" type="presParOf" srcId="{E2969A43-C29F-104F-8FD9-9942256D66E8}" destId="{586726A5-281B-8A4A-B1FA-688C0E0E119E}" srcOrd="0" destOrd="0" presId="urn:microsoft.com/office/officeart/2005/8/layout/list1"/>
    <dgm:cxn modelId="{0AA33272-D21F-1949-BF78-41D153E8F025}" type="presParOf" srcId="{E2969A43-C29F-104F-8FD9-9942256D66E8}" destId="{CD4F5A90-57FB-7D46-8ACA-77784286DEBB}" srcOrd="1" destOrd="0" presId="urn:microsoft.com/office/officeart/2005/8/layout/list1"/>
    <dgm:cxn modelId="{A4E80314-4BD5-5F4A-B0A1-77EECBA16932}" type="presParOf" srcId="{B174EBD9-067C-B043-8AEF-7463CB33E8E9}" destId="{10F38D66-5E9C-1E4C-AE2A-F16C5D2FB502}" srcOrd="1" destOrd="0" presId="urn:microsoft.com/office/officeart/2005/8/layout/list1"/>
    <dgm:cxn modelId="{17C7917C-0D13-0940-8EC5-E86E3422A4C3}" type="presParOf" srcId="{B174EBD9-067C-B043-8AEF-7463CB33E8E9}" destId="{6305A6E9-FF4C-384A-B7B4-505B04A5AE37}" srcOrd="2" destOrd="0" presId="urn:microsoft.com/office/officeart/2005/8/layout/list1"/>
    <dgm:cxn modelId="{D95D24F1-B09A-D64B-948B-24FB27CB1B26}" type="presParOf" srcId="{B174EBD9-067C-B043-8AEF-7463CB33E8E9}" destId="{7B84153A-1800-E246-9D82-9D4AE78ADE5A}" srcOrd="3" destOrd="0" presId="urn:microsoft.com/office/officeart/2005/8/layout/list1"/>
    <dgm:cxn modelId="{4E23D440-5140-2E47-8911-5A35DD363399}" type="presParOf" srcId="{B174EBD9-067C-B043-8AEF-7463CB33E8E9}" destId="{434C2E39-DE1C-5645-B960-5E81095BFF9B}" srcOrd="4" destOrd="0" presId="urn:microsoft.com/office/officeart/2005/8/layout/list1"/>
    <dgm:cxn modelId="{FA3107CE-3BB4-2F45-B8CC-B5887D5112A9}" type="presParOf" srcId="{434C2E39-DE1C-5645-B960-5E81095BFF9B}" destId="{A44F24C7-7315-AC4E-9008-58E23BEE5FC2}" srcOrd="0" destOrd="0" presId="urn:microsoft.com/office/officeart/2005/8/layout/list1"/>
    <dgm:cxn modelId="{7E0AEB05-B3FA-8D47-B80E-E9D7D509B5B2}" type="presParOf" srcId="{434C2E39-DE1C-5645-B960-5E81095BFF9B}" destId="{4E23C32B-D4F3-744A-BC62-B4277299AEA4}" srcOrd="1" destOrd="0" presId="urn:microsoft.com/office/officeart/2005/8/layout/list1"/>
    <dgm:cxn modelId="{B261C69B-59D0-CA46-89EC-85E4932F5673}" type="presParOf" srcId="{B174EBD9-067C-B043-8AEF-7463CB33E8E9}" destId="{2FCAF94A-5F56-5548-BE0C-C28D83D5B8D4}" srcOrd="5" destOrd="0" presId="urn:microsoft.com/office/officeart/2005/8/layout/list1"/>
    <dgm:cxn modelId="{73B38399-4448-D244-B2FC-3D4C5765BA92}" type="presParOf" srcId="{B174EBD9-067C-B043-8AEF-7463CB33E8E9}" destId="{3034F782-9A22-1242-AEDF-EC2E88C0D473}" srcOrd="6" destOrd="0" presId="urn:microsoft.com/office/officeart/2005/8/layout/list1"/>
    <dgm:cxn modelId="{8A3971A1-CAEA-7A4C-AE3B-CE56F5FE6FC9}" type="presParOf" srcId="{B174EBD9-067C-B043-8AEF-7463CB33E8E9}" destId="{398D0247-9D51-014C-B487-BCF1BA668707}" srcOrd="7" destOrd="0" presId="urn:microsoft.com/office/officeart/2005/8/layout/list1"/>
    <dgm:cxn modelId="{B1EA2A1E-82B8-A646-B895-E61E4F8717C9}" type="presParOf" srcId="{B174EBD9-067C-B043-8AEF-7463CB33E8E9}" destId="{29F9E2BB-F30E-2242-998F-28EBE8DBEA5D}" srcOrd="8" destOrd="0" presId="urn:microsoft.com/office/officeart/2005/8/layout/list1"/>
    <dgm:cxn modelId="{D1DF82D4-0FAD-BC49-BB81-8240320A5A32}" type="presParOf" srcId="{29F9E2BB-F30E-2242-998F-28EBE8DBEA5D}" destId="{7B3BCBD8-9DC0-B34A-82D1-99E3258F9BA5}" srcOrd="0" destOrd="0" presId="urn:microsoft.com/office/officeart/2005/8/layout/list1"/>
    <dgm:cxn modelId="{F2FF3675-CC29-9849-91A9-762A269D4A6F}" type="presParOf" srcId="{29F9E2BB-F30E-2242-998F-28EBE8DBEA5D}" destId="{CC22D886-3319-7642-954B-BB2ED3D676DC}" srcOrd="1" destOrd="0" presId="urn:microsoft.com/office/officeart/2005/8/layout/list1"/>
    <dgm:cxn modelId="{A646361C-F543-8644-B9E0-99053E0E13F3}" type="presParOf" srcId="{B174EBD9-067C-B043-8AEF-7463CB33E8E9}" destId="{9CBE4316-FAB4-144F-B917-B92F563C900E}" srcOrd="9" destOrd="0" presId="urn:microsoft.com/office/officeart/2005/8/layout/list1"/>
    <dgm:cxn modelId="{039630F7-752E-9B4F-B432-6FC5D3D93F1A}" type="presParOf" srcId="{B174EBD9-067C-B043-8AEF-7463CB33E8E9}" destId="{A4D8D4E7-691F-9E42-92CE-F4F5D0B447C7}" srcOrd="10" destOrd="0" presId="urn:microsoft.com/office/officeart/2005/8/layout/list1"/>
  </dgm:cxnLst>
  <dgm:bg/>
  <dgm:whole/>
  <dgm:extLst>
    <a:ext uri="http://schemas.microsoft.com/office/drawing/2008/diagram">
      <dsp:dataModelExt xmlns:dsp="http://schemas.microsoft.com/office/drawing/2008/diagram" relId="rId5" minVer="http://schemas.openxmlformats.org/drawingml/2006/diagram"/>
    </a:ext>
  </dgm:extLst>
</dgm:dataModel>
</file>

<file path=ppt/diagrams/data6.xml><?xml version="1.0" encoding="utf-8"?>
<dgm:dataModel xmlns:dgm="http://schemas.openxmlformats.org/drawingml/2006/diagram" xmlns:a="http://schemas.openxmlformats.org/drawingml/2006/main">
  <dgm:ptLst>
    <dgm:pt modelId="{23665B87-71B1-463F-8377-2F135910FC6B}" type="doc">
      <dgm:prSet loTypeId="urn:microsoft.com/office/officeart/2005/8/layout/vList2" loCatId="list" qsTypeId="urn:microsoft.com/office/officeart/2005/8/quickstyle/simple1" qsCatId="simple" csTypeId="urn:microsoft.com/office/officeart/2005/8/colors/colorful5" csCatId="colorful"/>
      <dgm:spPr/>
      <dgm:t>
        <a:bodyPr/>
        <a:lstStyle/>
        <a:p>
          <a:endParaRPr lang="en-US"/>
        </a:p>
      </dgm:t>
    </dgm:pt>
    <dgm:pt modelId="{115E1171-5EFB-4081-A73D-71CF990DB73E}">
      <dgm:prSet/>
      <dgm:spPr/>
      <dgm:t>
        <a:bodyPr/>
        <a:lstStyle/>
        <a:p>
          <a:r>
            <a:rPr lang="de-DE"/>
            <a:t>node und npm sind auf einem Entwicklerrechner zu installieren</a:t>
          </a:r>
          <a:endParaRPr lang="en-US"/>
        </a:p>
      </dgm:t>
    </dgm:pt>
    <dgm:pt modelId="{5A362385-6E12-486D-BE43-6F487084DD8F}" type="parTrans" cxnId="{639FE52B-201A-43F0-9BF1-80974B1C7181}">
      <dgm:prSet/>
      <dgm:spPr/>
      <dgm:t>
        <a:bodyPr/>
        <a:lstStyle/>
        <a:p>
          <a:endParaRPr lang="en-US"/>
        </a:p>
      </dgm:t>
    </dgm:pt>
    <dgm:pt modelId="{E6B74E0D-D39D-4EA6-91A8-FC3CFD3FA833}" type="sibTrans" cxnId="{639FE52B-201A-43F0-9BF1-80974B1C7181}">
      <dgm:prSet/>
      <dgm:spPr/>
      <dgm:t>
        <a:bodyPr/>
        <a:lstStyle/>
        <a:p>
          <a:endParaRPr lang="en-US"/>
        </a:p>
      </dgm:t>
    </dgm:pt>
    <dgm:pt modelId="{6C7CD90D-DDC6-4B24-9693-5BE1C9C69296}">
      <dgm:prSet/>
      <dgm:spPr/>
      <dgm:t>
        <a:bodyPr/>
        <a:lstStyle/>
        <a:p>
          <a:r>
            <a:rPr lang="de-DE"/>
            <a:t>Näheres hierzu im Anhang</a:t>
          </a:r>
          <a:endParaRPr lang="en-US"/>
        </a:p>
      </dgm:t>
    </dgm:pt>
    <dgm:pt modelId="{4CBF7A68-EC9B-46C0-87F9-FA56BAB33DD1}" type="parTrans" cxnId="{4185FEFC-F1E1-4E45-BA5F-383C4C60CE69}">
      <dgm:prSet/>
      <dgm:spPr/>
      <dgm:t>
        <a:bodyPr/>
        <a:lstStyle/>
        <a:p>
          <a:endParaRPr lang="en-US"/>
        </a:p>
      </dgm:t>
    </dgm:pt>
    <dgm:pt modelId="{C5948A44-319F-4495-A741-934DE44FD0CC}" type="sibTrans" cxnId="{4185FEFC-F1E1-4E45-BA5F-383C4C60CE69}">
      <dgm:prSet/>
      <dgm:spPr/>
      <dgm:t>
        <a:bodyPr/>
        <a:lstStyle/>
        <a:p>
          <a:endParaRPr lang="en-US"/>
        </a:p>
      </dgm:t>
    </dgm:pt>
    <dgm:pt modelId="{BA20D512-B778-4FAD-9FA7-961588FF97B2}">
      <dgm:prSet/>
      <dgm:spPr/>
      <dgm:t>
        <a:bodyPr/>
        <a:lstStyle/>
        <a:p>
          <a:r>
            <a:rPr lang="de-DE"/>
            <a:t>Damit steht ein ausgefeilter Buildprozess zur Verfügung</a:t>
          </a:r>
          <a:endParaRPr lang="en-US"/>
        </a:p>
      </dgm:t>
    </dgm:pt>
    <dgm:pt modelId="{64346143-7848-4874-9944-972660A6447E}" type="parTrans" cxnId="{39B2C9AC-5F1E-4AC6-BC55-4DB171C59DB0}">
      <dgm:prSet/>
      <dgm:spPr/>
      <dgm:t>
        <a:bodyPr/>
        <a:lstStyle/>
        <a:p>
          <a:endParaRPr lang="en-US"/>
        </a:p>
      </dgm:t>
    </dgm:pt>
    <dgm:pt modelId="{CDF8A544-924E-4F19-8FCB-E595BFBC5B03}" type="sibTrans" cxnId="{39B2C9AC-5F1E-4AC6-BC55-4DB171C59DB0}">
      <dgm:prSet/>
      <dgm:spPr/>
      <dgm:t>
        <a:bodyPr/>
        <a:lstStyle/>
        <a:p>
          <a:endParaRPr lang="en-US"/>
        </a:p>
      </dgm:t>
    </dgm:pt>
    <dgm:pt modelId="{1E64982C-F2A1-4FAE-8610-4AD0A53EF3FF}">
      <dgm:prSet/>
      <dgm:spPr/>
      <dgm:t>
        <a:bodyPr/>
        <a:lstStyle/>
        <a:p>
          <a:r>
            <a:rPr lang="de-DE"/>
            <a:t>Verzeichnisstruktur und Projekt-Organisation</a:t>
          </a:r>
          <a:endParaRPr lang="en-US"/>
        </a:p>
      </dgm:t>
    </dgm:pt>
    <dgm:pt modelId="{35EA72F7-E818-42F9-A049-45CAE2CCF8BA}" type="parTrans" cxnId="{3B5A711C-6332-4933-BD51-1F3BDD901DB1}">
      <dgm:prSet/>
      <dgm:spPr/>
      <dgm:t>
        <a:bodyPr/>
        <a:lstStyle/>
        <a:p>
          <a:endParaRPr lang="en-US"/>
        </a:p>
      </dgm:t>
    </dgm:pt>
    <dgm:pt modelId="{E2F2C0EB-EDFE-458D-8D19-AD401B87547C}" type="sibTrans" cxnId="{3B5A711C-6332-4933-BD51-1F3BDD901DB1}">
      <dgm:prSet/>
      <dgm:spPr/>
      <dgm:t>
        <a:bodyPr/>
        <a:lstStyle/>
        <a:p>
          <a:endParaRPr lang="en-US"/>
        </a:p>
      </dgm:t>
    </dgm:pt>
    <dgm:pt modelId="{23C68FED-4AB5-4B5F-8C5A-5E73E365C24B}">
      <dgm:prSet/>
      <dgm:spPr/>
      <dgm:t>
        <a:bodyPr/>
        <a:lstStyle/>
        <a:p>
          <a:r>
            <a:rPr lang="de-DE"/>
            <a:t>Automatische Transpilation</a:t>
          </a:r>
          <a:endParaRPr lang="en-US"/>
        </a:p>
      </dgm:t>
    </dgm:pt>
    <dgm:pt modelId="{F4110FF9-A511-442E-A751-AD4812C1AD32}" type="parTrans" cxnId="{16B3BFD7-57EF-4C3E-B5B7-1CE3C899F3C0}">
      <dgm:prSet/>
      <dgm:spPr/>
      <dgm:t>
        <a:bodyPr/>
        <a:lstStyle/>
        <a:p>
          <a:endParaRPr lang="en-US"/>
        </a:p>
      </dgm:t>
    </dgm:pt>
    <dgm:pt modelId="{BAFDB3E9-5FC8-47DF-A24A-6BA45BA7AA58}" type="sibTrans" cxnId="{16B3BFD7-57EF-4C3E-B5B7-1CE3C899F3C0}">
      <dgm:prSet/>
      <dgm:spPr/>
      <dgm:t>
        <a:bodyPr/>
        <a:lstStyle/>
        <a:p>
          <a:endParaRPr lang="en-US"/>
        </a:p>
      </dgm:t>
    </dgm:pt>
    <dgm:pt modelId="{F375148D-37B2-433F-A706-12033F818F31}">
      <dgm:prSet/>
      <dgm:spPr/>
      <dgm:t>
        <a:bodyPr/>
        <a:lstStyle/>
        <a:p>
          <a:r>
            <a:rPr lang="de-DE"/>
            <a:t>Browser-Update bei Änderungen an den Quellen</a:t>
          </a:r>
          <a:endParaRPr lang="en-US"/>
        </a:p>
      </dgm:t>
    </dgm:pt>
    <dgm:pt modelId="{09139E07-0692-4020-B878-D0543F3DCE4B}" type="parTrans" cxnId="{D336A91B-FD78-4A6E-B54B-2629835131A2}">
      <dgm:prSet/>
      <dgm:spPr/>
      <dgm:t>
        <a:bodyPr/>
        <a:lstStyle/>
        <a:p>
          <a:endParaRPr lang="en-US"/>
        </a:p>
      </dgm:t>
    </dgm:pt>
    <dgm:pt modelId="{06F9513D-6B45-4FD3-9372-1695F732396B}" type="sibTrans" cxnId="{D336A91B-FD78-4A6E-B54B-2629835131A2}">
      <dgm:prSet/>
      <dgm:spPr/>
      <dgm:t>
        <a:bodyPr/>
        <a:lstStyle/>
        <a:p>
          <a:endParaRPr lang="en-US"/>
        </a:p>
      </dgm:t>
    </dgm:pt>
    <dgm:pt modelId="{11D65E8A-52D3-476B-BF61-4DF2A66F3EB1}">
      <dgm:prSet/>
      <dgm:spPr/>
      <dgm:t>
        <a:bodyPr/>
        <a:lstStyle/>
        <a:p>
          <a:r>
            <a:rPr lang="de-DE"/>
            <a:t>Ein spezieller Editor ist nicht notwendig</a:t>
          </a:r>
          <a:endParaRPr lang="en-US"/>
        </a:p>
      </dgm:t>
    </dgm:pt>
    <dgm:pt modelId="{6912DD97-64FB-40E1-8735-B81CEB1A20F1}" type="parTrans" cxnId="{29FA3C11-ABB9-4E8B-ABA0-0704684BCF57}">
      <dgm:prSet/>
      <dgm:spPr/>
      <dgm:t>
        <a:bodyPr/>
        <a:lstStyle/>
        <a:p>
          <a:endParaRPr lang="en-US"/>
        </a:p>
      </dgm:t>
    </dgm:pt>
    <dgm:pt modelId="{4AAADF7F-7135-4AC7-ADB9-04F9BC7A168C}" type="sibTrans" cxnId="{29FA3C11-ABB9-4E8B-ABA0-0704684BCF57}">
      <dgm:prSet/>
      <dgm:spPr/>
      <dgm:t>
        <a:bodyPr/>
        <a:lstStyle/>
        <a:p>
          <a:endParaRPr lang="en-US"/>
        </a:p>
      </dgm:t>
    </dgm:pt>
    <dgm:pt modelId="{F8450A2F-F2A5-49F9-A321-A0273B58A1F7}">
      <dgm:prSet/>
      <dgm:spPr/>
      <dgm:t>
        <a:bodyPr/>
        <a:lstStyle/>
        <a:p>
          <a:r>
            <a:rPr lang="de-DE"/>
            <a:t>Empfohlen wird Atom oder ähnliches</a:t>
          </a:r>
          <a:endParaRPr lang="en-US"/>
        </a:p>
      </dgm:t>
    </dgm:pt>
    <dgm:pt modelId="{387DE0BD-FA43-46E7-9479-A69161F4245F}" type="parTrans" cxnId="{2F6A8109-5362-4F87-A1AA-D84652B0E62A}">
      <dgm:prSet/>
      <dgm:spPr/>
      <dgm:t>
        <a:bodyPr/>
        <a:lstStyle/>
        <a:p>
          <a:endParaRPr lang="en-US"/>
        </a:p>
      </dgm:t>
    </dgm:pt>
    <dgm:pt modelId="{4C99E8AC-7583-4290-B35C-12884513C62F}" type="sibTrans" cxnId="{2F6A8109-5362-4F87-A1AA-D84652B0E62A}">
      <dgm:prSet/>
      <dgm:spPr/>
      <dgm:t>
        <a:bodyPr/>
        <a:lstStyle/>
        <a:p>
          <a:endParaRPr lang="en-US"/>
        </a:p>
      </dgm:t>
    </dgm:pt>
    <dgm:pt modelId="{AD181E89-A120-CE4B-B54A-7AF8C9A8FDAE}" type="pres">
      <dgm:prSet presAssocID="{23665B87-71B1-463F-8377-2F135910FC6B}" presName="linear" presStyleCnt="0">
        <dgm:presLayoutVars>
          <dgm:animLvl val="lvl"/>
          <dgm:resizeHandles val="exact"/>
        </dgm:presLayoutVars>
      </dgm:prSet>
      <dgm:spPr/>
    </dgm:pt>
    <dgm:pt modelId="{CD32D7E5-5B7E-4B4E-BE4E-D9A3694AD337}" type="pres">
      <dgm:prSet presAssocID="{115E1171-5EFB-4081-A73D-71CF990DB73E}" presName="parentText" presStyleLbl="node1" presStyleIdx="0" presStyleCnt="3">
        <dgm:presLayoutVars>
          <dgm:chMax val="0"/>
          <dgm:bulletEnabled val="1"/>
        </dgm:presLayoutVars>
      </dgm:prSet>
      <dgm:spPr/>
    </dgm:pt>
    <dgm:pt modelId="{C969A8D0-9CFE-214F-BD05-D00F95DD159B}" type="pres">
      <dgm:prSet presAssocID="{115E1171-5EFB-4081-A73D-71CF990DB73E}" presName="childText" presStyleLbl="revTx" presStyleIdx="0" presStyleCnt="3">
        <dgm:presLayoutVars>
          <dgm:bulletEnabled val="1"/>
        </dgm:presLayoutVars>
      </dgm:prSet>
      <dgm:spPr/>
    </dgm:pt>
    <dgm:pt modelId="{DBF7F457-3343-C743-B657-5249DC45C846}" type="pres">
      <dgm:prSet presAssocID="{BA20D512-B778-4FAD-9FA7-961588FF97B2}" presName="parentText" presStyleLbl="node1" presStyleIdx="1" presStyleCnt="3">
        <dgm:presLayoutVars>
          <dgm:chMax val="0"/>
          <dgm:bulletEnabled val="1"/>
        </dgm:presLayoutVars>
      </dgm:prSet>
      <dgm:spPr/>
    </dgm:pt>
    <dgm:pt modelId="{86A05BEB-80B6-B94B-9381-3A33D3FEE699}" type="pres">
      <dgm:prSet presAssocID="{BA20D512-B778-4FAD-9FA7-961588FF97B2}" presName="childText" presStyleLbl="revTx" presStyleIdx="1" presStyleCnt="3">
        <dgm:presLayoutVars>
          <dgm:bulletEnabled val="1"/>
        </dgm:presLayoutVars>
      </dgm:prSet>
      <dgm:spPr/>
    </dgm:pt>
    <dgm:pt modelId="{7E8F63C5-9C34-FF4D-801C-0AF2CF2B8D4C}" type="pres">
      <dgm:prSet presAssocID="{11D65E8A-52D3-476B-BF61-4DF2A66F3EB1}" presName="parentText" presStyleLbl="node1" presStyleIdx="2" presStyleCnt="3">
        <dgm:presLayoutVars>
          <dgm:chMax val="0"/>
          <dgm:bulletEnabled val="1"/>
        </dgm:presLayoutVars>
      </dgm:prSet>
      <dgm:spPr/>
    </dgm:pt>
    <dgm:pt modelId="{F5F93022-1561-DD4F-993E-1F43A17E9D3C}" type="pres">
      <dgm:prSet presAssocID="{11D65E8A-52D3-476B-BF61-4DF2A66F3EB1}" presName="childText" presStyleLbl="revTx" presStyleIdx="2" presStyleCnt="3">
        <dgm:presLayoutVars>
          <dgm:bulletEnabled val="1"/>
        </dgm:presLayoutVars>
      </dgm:prSet>
      <dgm:spPr/>
    </dgm:pt>
  </dgm:ptLst>
  <dgm:cxnLst>
    <dgm:cxn modelId="{2F6A8109-5362-4F87-A1AA-D84652B0E62A}" srcId="{11D65E8A-52D3-476B-BF61-4DF2A66F3EB1}" destId="{F8450A2F-F2A5-49F9-A321-A0273B58A1F7}" srcOrd="0" destOrd="0" parTransId="{387DE0BD-FA43-46E7-9479-A69161F4245F}" sibTransId="{4C99E8AC-7583-4290-B35C-12884513C62F}"/>
    <dgm:cxn modelId="{29FA3C11-ABB9-4E8B-ABA0-0704684BCF57}" srcId="{23665B87-71B1-463F-8377-2F135910FC6B}" destId="{11D65E8A-52D3-476B-BF61-4DF2A66F3EB1}" srcOrd="2" destOrd="0" parTransId="{6912DD97-64FB-40E1-8735-B81CEB1A20F1}" sibTransId="{4AAADF7F-7135-4AC7-ADB9-04F9BC7A168C}"/>
    <dgm:cxn modelId="{D336A91B-FD78-4A6E-B54B-2629835131A2}" srcId="{BA20D512-B778-4FAD-9FA7-961588FF97B2}" destId="{F375148D-37B2-433F-A706-12033F818F31}" srcOrd="2" destOrd="0" parTransId="{09139E07-0692-4020-B878-D0543F3DCE4B}" sibTransId="{06F9513D-6B45-4FD3-9372-1695F732396B}"/>
    <dgm:cxn modelId="{3B5A711C-6332-4933-BD51-1F3BDD901DB1}" srcId="{BA20D512-B778-4FAD-9FA7-961588FF97B2}" destId="{1E64982C-F2A1-4FAE-8610-4AD0A53EF3FF}" srcOrd="0" destOrd="0" parTransId="{35EA72F7-E818-42F9-A049-45CAE2CCF8BA}" sibTransId="{E2F2C0EB-EDFE-458D-8D19-AD401B87547C}"/>
    <dgm:cxn modelId="{639FE52B-201A-43F0-9BF1-80974B1C7181}" srcId="{23665B87-71B1-463F-8377-2F135910FC6B}" destId="{115E1171-5EFB-4081-A73D-71CF990DB73E}" srcOrd="0" destOrd="0" parTransId="{5A362385-6E12-486D-BE43-6F487084DD8F}" sibTransId="{E6B74E0D-D39D-4EA6-91A8-FC3CFD3FA833}"/>
    <dgm:cxn modelId="{7B0F4F2E-CC61-4A45-A200-58F0CA718538}" type="presOf" srcId="{F375148D-37B2-433F-A706-12033F818F31}" destId="{86A05BEB-80B6-B94B-9381-3A33D3FEE699}" srcOrd="0" destOrd="2" presId="urn:microsoft.com/office/officeart/2005/8/layout/vList2"/>
    <dgm:cxn modelId="{309A0743-8273-0A4F-B6D1-C092FA1B3436}" type="presOf" srcId="{23C68FED-4AB5-4B5F-8C5A-5E73E365C24B}" destId="{86A05BEB-80B6-B94B-9381-3A33D3FEE699}" srcOrd="0" destOrd="1" presId="urn:microsoft.com/office/officeart/2005/8/layout/vList2"/>
    <dgm:cxn modelId="{CE4E4854-A33B-6F47-92DF-EB6E89701863}" type="presOf" srcId="{F8450A2F-F2A5-49F9-A321-A0273B58A1F7}" destId="{F5F93022-1561-DD4F-993E-1F43A17E9D3C}" srcOrd="0" destOrd="0" presId="urn:microsoft.com/office/officeart/2005/8/layout/vList2"/>
    <dgm:cxn modelId="{FAE4BA57-C6A5-3743-91B0-F066CBDACB25}" type="presOf" srcId="{6C7CD90D-DDC6-4B24-9693-5BE1C9C69296}" destId="{C969A8D0-9CFE-214F-BD05-D00F95DD159B}" srcOrd="0" destOrd="0" presId="urn:microsoft.com/office/officeart/2005/8/layout/vList2"/>
    <dgm:cxn modelId="{2AD45383-B034-2C44-AB01-DEEE6499E2CC}" type="presOf" srcId="{1E64982C-F2A1-4FAE-8610-4AD0A53EF3FF}" destId="{86A05BEB-80B6-B94B-9381-3A33D3FEE699}" srcOrd="0" destOrd="0" presId="urn:microsoft.com/office/officeart/2005/8/layout/vList2"/>
    <dgm:cxn modelId="{6F94D58A-B6F1-D244-B432-3D93F351EB46}" type="presOf" srcId="{BA20D512-B778-4FAD-9FA7-961588FF97B2}" destId="{DBF7F457-3343-C743-B657-5249DC45C846}" srcOrd="0" destOrd="0" presId="urn:microsoft.com/office/officeart/2005/8/layout/vList2"/>
    <dgm:cxn modelId="{39B2C9AC-5F1E-4AC6-BC55-4DB171C59DB0}" srcId="{23665B87-71B1-463F-8377-2F135910FC6B}" destId="{BA20D512-B778-4FAD-9FA7-961588FF97B2}" srcOrd="1" destOrd="0" parTransId="{64346143-7848-4874-9944-972660A6447E}" sibTransId="{CDF8A544-924E-4F19-8FCB-E595BFBC5B03}"/>
    <dgm:cxn modelId="{16B3BFD7-57EF-4C3E-B5B7-1CE3C899F3C0}" srcId="{BA20D512-B778-4FAD-9FA7-961588FF97B2}" destId="{23C68FED-4AB5-4B5F-8C5A-5E73E365C24B}" srcOrd="1" destOrd="0" parTransId="{F4110FF9-A511-442E-A751-AD4812C1AD32}" sibTransId="{BAFDB3E9-5FC8-47DF-A24A-6BA45BA7AA58}"/>
    <dgm:cxn modelId="{4340A2D8-4E3E-3F41-98AD-E22AAEAF5C9F}" type="presOf" srcId="{23665B87-71B1-463F-8377-2F135910FC6B}" destId="{AD181E89-A120-CE4B-B54A-7AF8C9A8FDAE}" srcOrd="0" destOrd="0" presId="urn:microsoft.com/office/officeart/2005/8/layout/vList2"/>
    <dgm:cxn modelId="{F81DE3D8-B33E-7441-844E-7D957D501CA3}" type="presOf" srcId="{115E1171-5EFB-4081-A73D-71CF990DB73E}" destId="{CD32D7E5-5B7E-4B4E-BE4E-D9A3694AD337}" srcOrd="0" destOrd="0" presId="urn:microsoft.com/office/officeart/2005/8/layout/vList2"/>
    <dgm:cxn modelId="{19B2E8D9-CD16-EF44-B5FB-C63C55E338F3}" type="presOf" srcId="{11D65E8A-52D3-476B-BF61-4DF2A66F3EB1}" destId="{7E8F63C5-9C34-FF4D-801C-0AF2CF2B8D4C}" srcOrd="0" destOrd="0" presId="urn:microsoft.com/office/officeart/2005/8/layout/vList2"/>
    <dgm:cxn modelId="{4185FEFC-F1E1-4E45-BA5F-383C4C60CE69}" srcId="{115E1171-5EFB-4081-A73D-71CF990DB73E}" destId="{6C7CD90D-DDC6-4B24-9693-5BE1C9C69296}" srcOrd="0" destOrd="0" parTransId="{4CBF7A68-EC9B-46C0-87F9-FA56BAB33DD1}" sibTransId="{C5948A44-319F-4495-A741-934DE44FD0CC}"/>
    <dgm:cxn modelId="{61BE4905-57AD-9347-BA87-17D60941DE41}" type="presParOf" srcId="{AD181E89-A120-CE4B-B54A-7AF8C9A8FDAE}" destId="{CD32D7E5-5B7E-4B4E-BE4E-D9A3694AD337}" srcOrd="0" destOrd="0" presId="urn:microsoft.com/office/officeart/2005/8/layout/vList2"/>
    <dgm:cxn modelId="{B67D2794-9916-2E4A-8093-202372F66A50}" type="presParOf" srcId="{AD181E89-A120-CE4B-B54A-7AF8C9A8FDAE}" destId="{C969A8D0-9CFE-214F-BD05-D00F95DD159B}" srcOrd="1" destOrd="0" presId="urn:microsoft.com/office/officeart/2005/8/layout/vList2"/>
    <dgm:cxn modelId="{A3B3D4C9-22A3-EA42-A3A6-33844E3F6E6B}" type="presParOf" srcId="{AD181E89-A120-CE4B-B54A-7AF8C9A8FDAE}" destId="{DBF7F457-3343-C743-B657-5249DC45C846}" srcOrd="2" destOrd="0" presId="urn:microsoft.com/office/officeart/2005/8/layout/vList2"/>
    <dgm:cxn modelId="{C27AFC46-B876-DC46-A0C0-881D7378BE08}" type="presParOf" srcId="{AD181E89-A120-CE4B-B54A-7AF8C9A8FDAE}" destId="{86A05BEB-80B6-B94B-9381-3A33D3FEE699}" srcOrd="3" destOrd="0" presId="urn:microsoft.com/office/officeart/2005/8/layout/vList2"/>
    <dgm:cxn modelId="{6E1844DE-0F0E-3546-A93B-BCE971F22D24}" type="presParOf" srcId="{AD181E89-A120-CE4B-B54A-7AF8C9A8FDAE}" destId="{7E8F63C5-9C34-FF4D-801C-0AF2CF2B8D4C}" srcOrd="4" destOrd="0" presId="urn:microsoft.com/office/officeart/2005/8/layout/vList2"/>
    <dgm:cxn modelId="{472F9EE9-98C9-424F-8FE3-0F840244FC18}" type="presParOf" srcId="{AD181E89-A120-CE4B-B54A-7AF8C9A8FDAE}" destId="{F5F93022-1561-DD4F-993E-1F43A17E9D3C}" srcOrd="5" destOrd="0" presId="urn:microsoft.com/office/officeart/2005/8/layout/vList2"/>
  </dgm:cxnLst>
  <dgm:bg/>
  <dgm:whole/>
  <dgm:extLst>
    <a:ext uri="http://schemas.microsoft.com/office/drawing/2008/diagram">
      <dsp:dataModelExt xmlns:dsp="http://schemas.microsoft.com/office/drawing/2008/diagram" relId="rId5" minVer="http://schemas.openxmlformats.org/drawingml/2006/diagram"/>
    </a:ext>
  </dgm:extLst>
</dgm:dataModel>
</file>

<file path=ppt/diagrams/data7.xml><?xml version="1.0" encoding="utf-8"?>
<dgm:dataModel xmlns:dgm="http://schemas.openxmlformats.org/drawingml/2006/diagram" xmlns:a="http://schemas.openxmlformats.org/drawingml/2006/main">
  <dgm:ptLst>
    <dgm:pt modelId="{1993932D-B877-4D49-9F27-DDEBE7B749F3}" type="doc">
      <dgm:prSet loTypeId="urn:microsoft.com/office/officeart/2005/8/layout/list1" loCatId="" qsTypeId="urn:microsoft.com/office/officeart/2005/8/quickstyle/simple1" qsCatId="simple" csTypeId="urn:microsoft.com/office/officeart/2005/8/colors/accent1_2" csCatId="accent1" phldr="1"/>
      <dgm:spPr/>
      <dgm:t>
        <a:bodyPr/>
        <a:lstStyle/>
        <a:p>
          <a:endParaRPr lang="de-DE"/>
        </a:p>
      </dgm:t>
    </dgm:pt>
    <dgm:pt modelId="{BDC8AD5F-E057-C745-9BC0-D7F20F252283}">
      <dgm:prSet phldrT="[Text]"/>
      <dgm:spPr/>
      <dgm:t>
        <a:bodyPr/>
        <a:lstStyle/>
        <a:p>
          <a:r>
            <a:rPr lang="de-DE" dirty="0"/>
            <a:t>Template Operatoren</a:t>
          </a:r>
        </a:p>
      </dgm:t>
    </dgm:pt>
    <dgm:pt modelId="{3E9B5C01-3AAB-3447-A843-5C3A868A17C5}" type="parTrans" cxnId="{6F09E376-EC94-C145-BC08-42F3EEB4EE90}">
      <dgm:prSet/>
      <dgm:spPr/>
      <dgm:t>
        <a:bodyPr/>
        <a:lstStyle/>
        <a:p>
          <a:endParaRPr lang="de-DE"/>
        </a:p>
      </dgm:t>
    </dgm:pt>
    <dgm:pt modelId="{57858725-9789-2E40-83DA-223F2E6C986E}" type="sibTrans" cxnId="{6F09E376-EC94-C145-BC08-42F3EEB4EE90}">
      <dgm:prSet/>
      <dgm:spPr/>
      <dgm:t>
        <a:bodyPr/>
        <a:lstStyle/>
        <a:p>
          <a:endParaRPr lang="de-DE"/>
        </a:p>
      </dgm:t>
    </dgm:pt>
    <dgm:pt modelId="{7580ECE1-ACEC-4641-B6FA-82103BCF2D8F}">
      <dgm:prSet phldrT="[Text]"/>
      <dgm:spPr/>
      <dgm:t>
        <a:bodyPr/>
        <a:lstStyle/>
        <a:p>
          <a:r>
            <a:rPr lang="de-DE" dirty="0"/>
            <a:t>Evaluation Kontext</a:t>
          </a:r>
        </a:p>
      </dgm:t>
    </dgm:pt>
    <dgm:pt modelId="{20D6F8DF-BA45-1544-8D75-BA0F4B51C9AA}" type="parTrans" cxnId="{D5137189-C39E-864B-A4FA-74B39979BDF8}">
      <dgm:prSet/>
      <dgm:spPr/>
      <dgm:t>
        <a:bodyPr/>
        <a:lstStyle/>
        <a:p>
          <a:endParaRPr lang="de-DE"/>
        </a:p>
      </dgm:t>
    </dgm:pt>
    <dgm:pt modelId="{1865135D-D6AE-F24A-8425-FE5B0287B25E}" type="sibTrans" cxnId="{D5137189-C39E-864B-A4FA-74B39979BDF8}">
      <dgm:prSet/>
      <dgm:spPr/>
      <dgm:t>
        <a:bodyPr/>
        <a:lstStyle/>
        <a:p>
          <a:endParaRPr lang="de-DE"/>
        </a:p>
      </dgm:t>
    </dgm:pt>
    <dgm:pt modelId="{3AB61B9E-4A2E-5644-A4ED-6B9336F7A8DD}">
      <dgm:prSet phldrT="[Text]"/>
      <dgm:spPr/>
      <dgm:t>
        <a:bodyPr/>
        <a:lstStyle/>
        <a:p>
          <a:r>
            <a:rPr lang="de-DE" dirty="0"/>
            <a:t>Pipe Operator |</a:t>
          </a:r>
        </a:p>
      </dgm:t>
    </dgm:pt>
    <dgm:pt modelId="{EBBC5487-A3E0-9449-9C04-4D5A6B267B22}" type="parTrans" cxnId="{4B99E4B7-BBE0-604A-BA3E-413C84B5790A}">
      <dgm:prSet/>
      <dgm:spPr/>
      <dgm:t>
        <a:bodyPr/>
        <a:lstStyle/>
        <a:p>
          <a:endParaRPr lang="de-DE"/>
        </a:p>
      </dgm:t>
    </dgm:pt>
    <dgm:pt modelId="{21146429-2A08-1245-B837-6CA429F08C66}" type="sibTrans" cxnId="{4B99E4B7-BBE0-604A-BA3E-413C84B5790A}">
      <dgm:prSet/>
      <dgm:spPr/>
      <dgm:t>
        <a:bodyPr/>
        <a:lstStyle/>
        <a:p>
          <a:endParaRPr lang="de-DE"/>
        </a:p>
      </dgm:t>
    </dgm:pt>
    <dgm:pt modelId="{19CBA870-31D1-AD40-8CBC-A65F5B1634A3}">
      <dgm:prSet phldrT="[Text]"/>
      <dgm:spPr/>
      <dgm:t>
        <a:bodyPr/>
        <a:lstStyle/>
        <a:p>
          <a:r>
            <a:rPr lang="de-DE" dirty="0" err="1"/>
            <a:t>Elivs</a:t>
          </a:r>
          <a:r>
            <a:rPr lang="de-DE" dirty="0"/>
            <a:t> Operator als Safe Navigation ?.</a:t>
          </a:r>
        </a:p>
      </dgm:t>
    </dgm:pt>
    <dgm:pt modelId="{E701AB9E-A91D-294A-8743-9C4904852B19}" type="parTrans" cxnId="{9A24B10F-57E5-1342-BC17-1C56C8F4160C}">
      <dgm:prSet/>
      <dgm:spPr/>
      <dgm:t>
        <a:bodyPr/>
        <a:lstStyle/>
        <a:p>
          <a:endParaRPr lang="de-DE"/>
        </a:p>
      </dgm:t>
    </dgm:pt>
    <dgm:pt modelId="{8C6665BA-1D69-C148-B377-0EA188AEA810}" type="sibTrans" cxnId="{9A24B10F-57E5-1342-BC17-1C56C8F4160C}">
      <dgm:prSet/>
      <dgm:spPr/>
      <dgm:t>
        <a:bodyPr/>
        <a:lstStyle/>
        <a:p>
          <a:endParaRPr lang="de-DE"/>
        </a:p>
      </dgm:t>
    </dgm:pt>
    <dgm:pt modelId="{8F4628A2-DEF2-8D43-9AC1-C109646C43CA}">
      <dgm:prSet phldrT="[Text]"/>
      <dgm:spPr/>
      <dgm:t>
        <a:bodyPr/>
        <a:lstStyle/>
        <a:p>
          <a:r>
            <a:rPr lang="de-DE" dirty="0"/>
            <a:t>Globaler Namensraum nicht zugreifbar</a:t>
          </a:r>
        </a:p>
      </dgm:t>
    </dgm:pt>
    <dgm:pt modelId="{841D39BF-487F-8D43-8B1F-6A107AB9CF8B}" type="parTrans" cxnId="{7EE5C24D-2B04-CA4E-91BB-07B07A809697}">
      <dgm:prSet/>
      <dgm:spPr/>
      <dgm:t>
        <a:bodyPr/>
        <a:lstStyle/>
        <a:p>
          <a:endParaRPr lang="de-DE"/>
        </a:p>
      </dgm:t>
    </dgm:pt>
    <dgm:pt modelId="{EFD57211-5120-1945-98E9-DD7D3B2F438D}" type="sibTrans" cxnId="{7EE5C24D-2B04-CA4E-91BB-07B07A809697}">
      <dgm:prSet/>
      <dgm:spPr/>
      <dgm:t>
        <a:bodyPr/>
        <a:lstStyle/>
        <a:p>
          <a:endParaRPr lang="de-DE"/>
        </a:p>
      </dgm:t>
    </dgm:pt>
    <dgm:pt modelId="{BB5B0957-37E7-9945-AD25-5CD47AA8E83E}">
      <dgm:prSet phldrT="[Text]"/>
      <dgm:spPr/>
      <dgm:t>
        <a:bodyPr/>
        <a:lstStyle/>
        <a:p>
          <a:r>
            <a:rPr lang="de-DE" dirty="0" err="1"/>
            <a:t>this</a:t>
          </a:r>
          <a:r>
            <a:rPr lang="de-DE" dirty="0"/>
            <a:t> --&gt; </a:t>
          </a:r>
          <a:r>
            <a:rPr lang="de-DE" dirty="0" err="1"/>
            <a:t>Instanzvariablen</a:t>
          </a:r>
          <a:r>
            <a:rPr lang="de-DE" dirty="0"/>
            <a:t> der @</a:t>
          </a:r>
          <a:r>
            <a:rPr lang="de-DE" dirty="0" err="1"/>
            <a:t>Component</a:t>
          </a:r>
          <a:r>
            <a:rPr lang="de-DE" dirty="0"/>
            <a:t> Klasse</a:t>
          </a:r>
        </a:p>
      </dgm:t>
    </dgm:pt>
    <dgm:pt modelId="{B3E54306-BB23-8944-862D-99C709815FAE}" type="parTrans" cxnId="{07F6098B-1C7E-5547-9EC5-8F78513AC49E}">
      <dgm:prSet/>
      <dgm:spPr/>
      <dgm:t>
        <a:bodyPr/>
        <a:lstStyle/>
        <a:p>
          <a:endParaRPr lang="de-DE"/>
        </a:p>
      </dgm:t>
    </dgm:pt>
    <dgm:pt modelId="{7B6487FE-728B-EF45-92FA-CA01B6931CB2}" type="sibTrans" cxnId="{07F6098B-1C7E-5547-9EC5-8F78513AC49E}">
      <dgm:prSet/>
      <dgm:spPr/>
      <dgm:t>
        <a:bodyPr/>
        <a:lstStyle/>
        <a:p>
          <a:endParaRPr lang="de-DE"/>
        </a:p>
      </dgm:t>
    </dgm:pt>
    <dgm:pt modelId="{A686048A-E082-834D-8CB1-73E3405219D7}">
      <dgm:prSet phldrT="[Text]"/>
      <dgm:spPr/>
      <dgm:t>
        <a:bodyPr/>
        <a:lstStyle/>
        <a:p>
          <a:r>
            <a:rPr lang="de-DE" dirty="0"/>
            <a:t>Eigene Template Variablen</a:t>
          </a:r>
        </a:p>
      </dgm:t>
    </dgm:pt>
    <dgm:pt modelId="{CED99273-C1C8-D54D-AF28-4BD02A7225D1}" type="parTrans" cxnId="{E1E177FD-03AF-E248-87CB-7823D42F3E2C}">
      <dgm:prSet/>
      <dgm:spPr/>
      <dgm:t>
        <a:bodyPr/>
        <a:lstStyle/>
        <a:p>
          <a:endParaRPr lang="de-DE"/>
        </a:p>
      </dgm:t>
    </dgm:pt>
    <dgm:pt modelId="{29A0F4A1-A9A8-554A-A1D4-A3605CCA08F4}" type="sibTrans" cxnId="{E1E177FD-03AF-E248-87CB-7823D42F3E2C}">
      <dgm:prSet/>
      <dgm:spPr/>
      <dgm:t>
        <a:bodyPr/>
        <a:lstStyle/>
        <a:p>
          <a:endParaRPr lang="de-DE"/>
        </a:p>
      </dgm:t>
    </dgm:pt>
    <dgm:pt modelId="{34C14D68-AE7C-164C-88C9-9491A866C0C6}">
      <dgm:prSet phldrT="[Text]"/>
      <dgm:spPr/>
      <dgm:t>
        <a:bodyPr/>
        <a:lstStyle/>
        <a:p>
          <a:r>
            <a:rPr lang="de-DE" dirty="0"/>
            <a:t>Was geht nicht</a:t>
          </a:r>
        </a:p>
      </dgm:t>
    </dgm:pt>
    <dgm:pt modelId="{131CDE94-8B0D-2A41-A85B-C822C7688758}" type="parTrans" cxnId="{49ED00EC-D3EC-1A4E-A1C9-979978F71DEF}">
      <dgm:prSet/>
      <dgm:spPr/>
      <dgm:t>
        <a:bodyPr/>
        <a:lstStyle/>
        <a:p>
          <a:endParaRPr lang="de-DE"/>
        </a:p>
      </dgm:t>
    </dgm:pt>
    <dgm:pt modelId="{486649D2-723B-5748-97EB-E8724454A547}" type="sibTrans" cxnId="{49ED00EC-D3EC-1A4E-A1C9-979978F71DEF}">
      <dgm:prSet/>
      <dgm:spPr/>
      <dgm:t>
        <a:bodyPr/>
        <a:lstStyle/>
        <a:p>
          <a:endParaRPr lang="de-DE"/>
        </a:p>
      </dgm:t>
    </dgm:pt>
    <dgm:pt modelId="{13776300-F725-6F49-8706-0FDE9774630A}">
      <dgm:prSet phldrT="[Text]"/>
      <dgm:spPr/>
      <dgm:t>
        <a:bodyPr/>
        <a:lstStyle/>
        <a:p>
          <a:r>
            <a:rPr lang="de-DE" dirty="0" err="1"/>
            <a:t>new</a:t>
          </a:r>
          <a:r>
            <a:rPr lang="de-DE" dirty="0"/>
            <a:t> Operator</a:t>
          </a:r>
        </a:p>
      </dgm:t>
    </dgm:pt>
    <dgm:pt modelId="{C12DBBAA-1625-134A-9486-6F785EFAB7B5}" type="parTrans" cxnId="{EAA9CC6B-FF6C-934D-A0DD-F2E58F01075B}">
      <dgm:prSet/>
      <dgm:spPr/>
      <dgm:t>
        <a:bodyPr/>
        <a:lstStyle/>
        <a:p>
          <a:endParaRPr lang="de-DE"/>
        </a:p>
      </dgm:t>
    </dgm:pt>
    <dgm:pt modelId="{9A651ADA-DDC3-A64D-A083-5C8E8F88E2EE}" type="sibTrans" cxnId="{EAA9CC6B-FF6C-934D-A0DD-F2E58F01075B}">
      <dgm:prSet/>
      <dgm:spPr/>
      <dgm:t>
        <a:bodyPr/>
        <a:lstStyle/>
        <a:p>
          <a:endParaRPr lang="de-DE"/>
        </a:p>
      </dgm:t>
    </dgm:pt>
    <dgm:pt modelId="{B8159EF1-57D0-7140-ABD7-313C5E6F98CC}">
      <dgm:prSet phldrT="[Text]"/>
      <dgm:spPr/>
      <dgm:t>
        <a:bodyPr/>
        <a:lstStyle/>
        <a:p>
          <a:r>
            <a:rPr lang="de-DE" dirty="0"/>
            <a:t>Bit-Operatoren | und &amp;</a:t>
          </a:r>
        </a:p>
      </dgm:t>
    </dgm:pt>
    <dgm:pt modelId="{9A67E168-B7E2-F344-A4BF-6784816A0F88}" type="parTrans" cxnId="{395D2FEE-84E5-454E-BF91-6C6DC69D0BE4}">
      <dgm:prSet/>
      <dgm:spPr/>
      <dgm:t>
        <a:bodyPr/>
        <a:lstStyle/>
        <a:p>
          <a:endParaRPr lang="de-DE"/>
        </a:p>
      </dgm:t>
    </dgm:pt>
    <dgm:pt modelId="{AC09F5DC-6D83-6B4E-9760-A325B220D836}" type="sibTrans" cxnId="{395D2FEE-84E5-454E-BF91-6C6DC69D0BE4}">
      <dgm:prSet/>
      <dgm:spPr/>
      <dgm:t>
        <a:bodyPr/>
        <a:lstStyle/>
        <a:p>
          <a:endParaRPr lang="de-DE"/>
        </a:p>
      </dgm:t>
    </dgm:pt>
    <dgm:pt modelId="{826C3B17-E829-FD4F-9519-38D62E8819AF}">
      <dgm:prSet phldrT="[Text]"/>
      <dgm:spPr/>
      <dgm:t>
        <a:bodyPr/>
        <a:lstStyle/>
        <a:p>
          <a:r>
            <a:rPr lang="de-DE" dirty="0"/>
            <a:t>Inkrement bzw. Dekrement</a:t>
          </a:r>
        </a:p>
      </dgm:t>
    </dgm:pt>
    <dgm:pt modelId="{B37D2F4E-A4C8-5149-8450-4EDD9EADEDD7}" type="parTrans" cxnId="{71E112EA-6A8B-1547-8404-C270A3DDC585}">
      <dgm:prSet/>
      <dgm:spPr/>
      <dgm:t>
        <a:bodyPr/>
        <a:lstStyle/>
        <a:p>
          <a:endParaRPr lang="de-DE"/>
        </a:p>
      </dgm:t>
    </dgm:pt>
    <dgm:pt modelId="{48DCA76D-FD96-EF44-ABC2-FD53AC11A4E0}" type="sibTrans" cxnId="{71E112EA-6A8B-1547-8404-C270A3DDC585}">
      <dgm:prSet/>
      <dgm:spPr/>
      <dgm:t>
        <a:bodyPr/>
        <a:lstStyle/>
        <a:p>
          <a:endParaRPr lang="de-DE"/>
        </a:p>
      </dgm:t>
    </dgm:pt>
    <dgm:pt modelId="{4E79E88F-18C8-884B-BF32-AE41C041D9CC}" type="pres">
      <dgm:prSet presAssocID="{1993932D-B877-4D49-9F27-DDEBE7B749F3}" presName="linear" presStyleCnt="0">
        <dgm:presLayoutVars>
          <dgm:dir/>
          <dgm:animLvl val="lvl"/>
          <dgm:resizeHandles val="exact"/>
        </dgm:presLayoutVars>
      </dgm:prSet>
      <dgm:spPr/>
    </dgm:pt>
    <dgm:pt modelId="{5F19B447-A0B4-044E-9856-64B3DF957651}" type="pres">
      <dgm:prSet presAssocID="{BDC8AD5F-E057-C745-9BC0-D7F20F252283}" presName="parentLin" presStyleCnt="0"/>
      <dgm:spPr/>
    </dgm:pt>
    <dgm:pt modelId="{2DAF25DC-B44D-6F44-9862-C4D498337175}" type="pres">
      <dgm:prSet presAssocID="{BDC8AD5F-E057-C745-9BC0-D7F20F252283}" presName="parentLeftMargin" presStyleLbl="node1" presStyleIdx="0" presStyleCnt="3"/>
      <dgm:spPr/>
    </dgm:pt>
    <dgm:pt modelId="{5202CEB0-16B7-4D40-BC11-729BF95DB8C6}" type="pres">
      <dgm:prSet presAssocID="{BDC8AD5F-E057-C745-9BC0-D7F20F252283}" presName="parentText" presStyleLbl="node1" presStyleIdx="0" presStyleCnt="3">
        <dgm:presLayoutVars>
          <dgm:chMax val="0"/>
          <dgm:bulletEnabled val="1"/>
        </dgm:presLayoutVars>
      </dgm:prSet>
      <dgm:spPr/>
    </dgm:pt>
    <dgm:pt modelId="{7D497428-CC8D-B74B-B494-0ED19CAF24C9}" type="pres">
      <dgm:prSet presAssocID="{BDC8AD5F-E057-C745-9BC0-D7F20F252283}" presName="negativeSpace" presStyleCnt="0"/>
      <dgm:spPr/>
    </dgm:pt>
    <dgm:pt modelId="{486A9BEA-F847-4040-A8F5-FD6605508718}" type="pres">
      <dgm:prSet presAssocID="{BDC8AD5F-E057-C745-9BC0-D7F20F252283}" presName="childText" presStyleLbl="conFgAcc1" presStyleIdx="0" presStyleCnt="3">
        <dgm:presLayoutVars>
          <dgm:bulletEnabled val="1"/>
        </dgm:presLayoutVars>
      </dgm:prSet>
      <dgm:spPr/>
    </dgm:pt>
    <dgm:pt modelId="{AEC95825-0795-944E-8C26-3C8F5235303B}" type="pres">
      <dgm:prSet presAssocID="{57858725-9789-2E40-83DA-223F2E6C986E}" presName="spaceBetweenRectangles" presStyleCnt="0"/>
      <dgm:spPr/>
    </dgm:pt>
    <dgm:pt modelId="{7AF544AE-B80B-FF4C-8137-E92BC31BC813}" type="pres">
      <dgm:prSet presAssocID="{7580ECE1-ACEC-4641-B6FA-82103BCF2D8F}" presName="parentLin" presStyleCnt="0"/>
      <dgm:spPr/>
    </dgm:pt>
    <dgm:pt modelId="{FED1427D-39AE-A74C-97BD-39270BAEB0B3}" type="pres">
      <dgm:prSet presAssocID="{7580ECE1-ACEC-4641-B6FA-82103BCF2D8F}" presName="parentLeftMargin" presStyleLbl="node1" presStyleIdx="0" presStyleCnt="3"/>
      <dgm:spPr/>
    </dgm:pt>
    <dgm:pt modelId="{5310B6EA-5864-1B4C-9625-C056B4C29F34}" type="pres">
      <dgm:prSet presAssocID="{7580ECE1-ACEC-4641-B6FA-82103BCF2D8F}" presName="parentText" presStyleLbl="node1" presStyleIdx="1" presStyleCnt="3">
        <dgm:presLayoutVars>
          <dgm:chMax val="0"/>
          <dgm:bulletEnabled val="1"/>
        </dgm:presLayoutVars>
      </dgm:prSet>
      <dgm:spPr/>
    </dgm:pt>
    <dgm:pt modelId="{943ACBDC-7D51-A943-820C-1FDA9B81C174}" type="pres">
      <dgm:prSet presAssocID="{7580ECE1-ACEC-4641-B6FA-82103BCF2D8F}" presName="negativeSpace" presStyleCnt="0"/>
      <dgm:spPr/>
    </dgm:pt>
    <dgm:pt modelId="{C6CB5430-CED1-A348-986D-FE18CC657550}" type="pres">
      <dgm:prSet presAssocID="{7580ECE1-ACEC-4641-B6FA-82103BCF2D8F}" presName="childText" presStyleLbl="conFgAcc1" presStyleIdx="1" presStyleCnt="3">
        <dgm:presLayoutVars>
          <dgm:bulletEnabled val="1"/>
        </dgm:presLayoutVars>
      </dgm:prSet>
      <dgm:spPr/>
    </dgm:pt>
    <dgm:pt modelId="{34AC0287-6656-E74A-9180-82D96BB6BFF9}" type="pres">
      <dgm:prSet presAssocID="{1865135D-D6AE-F24A-8425-FE5B0287B25E}" presName="spaceBetweenRectangles" presStyleCnt="0"/>
      <dgm:spPr/>
    </dgm:pt>
    <dgm:pt modelId="{48000AA2-5EA8-4A4E-A48C-9D150AABB55E}" type="pres">
      <dgm:prSet presAssocID="{34C14D68-AE7C-164C-88C9-9491A866C0C6}" presName="parentLin" presStyleCnt="0"/>
      <dgm:spPr/>
    </dgm:pt>
    <dgm:pt modelId="{1328BB9C-AE3B-474C-BEA3-6743823BF4EC}" type="pres">
      <dgm:prSet presAssocID="{34C14D68-AE7C-164C-88C9-9491A866C0C6}" presName="parentLeftMargin" presStyleLbl="node1" presStyleIdx="1" presStyleCnt="3"/>
      <dgm:spPr/>
    </dgm:pt>
    <dgm:pt modelId="{6C085811-A8B6-9D40-B9F3-8085E71D5E6F}" type="pres">
      <dgm:prSet presAssocID="{34C14D68-AE7C-164C-88C9-9491A866C0C6}" presName="parentText" presStyleLbl="node1" presStyleIdx="2" presStyleCnt="3">
        <dgm:presLayoutVars>
          <dgm:chMax val="0"/>
          <dgm:bulletEnabled val="1"/>
        </dgm:presLayoutVars>
      </dgm:prSet>
      <dgm:spPr/>
    </dgm:pt>
    <dgm:pt modelId="{9F67E264-D6F6-7A49-860F-9D5C72B8E86B}" type="pres">
      <dgm:prSet presAssocID="{34C14D68-AE7C-164C-88C9-9491A866C0C6}" presName="negativeSpace" presStyleCnt="0"/>
      <dgm:spPr/>
    </dgm:pt>
    <dgm:pt modelId="{6B88DEFE-8CDA-9446-B0C9-4194498CC200}" type="pres">
      <dgm:prSet presAssocID="{34C14D68-AE7C-164C-88C9-9491A866C0C6}" presName="childText" presStyleLbl="conFgAcc1" presStyleIdx="2" presStyleCnt="3">
        <dgm:presLayoutVars>
          <dgm:bulletEnabled val="1"/>
        </dgm:presLayoutVars>
      </dgm:prSet>
      <dgm:spPr/>
    </dgm:pt>
  </dgm:ptLst>
  <dgm:cxnLst>
    <dgm:cxn modelId="{F103E703-262E-9F4A-9D7D-931CFC5DB401}" type="presOf" srcId="{34C14D68-AE7C-164C-88C9-9491A866C0C6}" destId="{1328BB9C-AE3B-474C-BEA3-6743823BF4EC}" srcOrd="0" destOrd="0" presId="urn:microsoft.com/office/officeart/2005/8/layout/list1"/>
    <dgm:cxn modelId="{9A24B10F-57E5-1342-BC17-1C56C8F4160C}" srcId="{BDC8AD5F-E057-C745-9BC0-D7F20F252283}" destId="{19CBA870-31D1-AD40-8CBC-A65F5B1634A3}" srcOrd="1" destOrd="0" parTransId="{E701AB9E-A91D-294A-8743-9C4904852B19}" sibTransId="{8C6665BA-1D69-C148-B377-0EA188AEA810}"/>
    <dgm:cxn modelId="{476E3024-EBAC-B44D-B8A2-57885ED7175E}" type="presOf" srcId="{3AB61B9E-4A2E-5644-A4ED-6B9336F7A8DD}" destId="{486A9BEA-F847-4040-A8F5-FD6605508718}" srcOrd="0" destOrd="0" presId="urn:microsoft.com/office/officeart/2005/8/layout/list1"/>
    <dgm:cxn modelId="{C161CD63-9EDA-1B43-9F47-F3BB345E0E4A}" type="presOf" srcId="{7580ECE1-ACEC-4641-B6FA-82103BCF2D8F}" destId="{FED1427D-39AE-A74C-97BD-39270BAEB0B3}" srcOrd="0" destOrd="0" presId="urn:microsoft.com/office/officeart/2005/8/layout/list1"/>
    <dgm:cxn modelId="{EAA9CC6B-FF6C-934D-A0DD-F2E58F01075B}" srcId="{34C14D68-AE7C-164C-88C9-9491A866C0C6}" destId="{13776300-F725-6F49-8706-0FDE9774630A}" srcOrd="0" destOrd="0" parTransId="{C12DBBAA-1625-134A-9486-6F785EFAB7B5}" sibTransId="{9A651ADA-DDC3-A64D-A083-5C8E8F88E2EE}"/>
    <dgm:cxn modelId="{7EE5C24D-2B04-CA4E-91BB-07B07A809697}" srcId="{7580ECE1-ACEC-4641-B6FA-82103BCF2D8F}" destId="{8F4628A2-DEF2-8D43-9AC1-C109646C43CA}" srcOrd="0" destOrd="0" parTransId="{841D39BF-487F-8D43-8B1F-6A107AB9CF8B}" sibTransId="{EFD57211-5120-1945-98E9-DD7D3B2F438D}"/>
    <dgm:cxn modelId="{6F09E376-EC94-C145-BC08-42F3EEB4EE90}" srcId="{1993932D-B877-4D49-9F27-DDEBE7B749F3}" destId="{BDC8AD5F-E057-C745-9BC0-D7F20F252283}" srcOrd="0" destOrd="0" parTransId="{3E9B5C01-3AAB-3447-A843-5C3A868A17C5}" sibTransId="{57858725-9789-2E40-83DA-223F2E6C986E}"/>
    <dgm:cxn modelId="{C3087F78-F869-CC4B-A5CA-5F5276EE158D}" type="presOf" srcId="{A686048A-E082-834D-8CB1-73E3405219D7}" destId="{C6CB5430-CED1-A348-986D-FE18CC657550}" srcOrd="0" destOrd="2" presId="urn:microsoft.com/office/officeart/2005/8/layout/list1"/>
    <dgm:cxn modelId="{99F4E358-EFDD-2145-BCFD-EE06BB3F74E8}" type="presOf" srcId="{34C14D68-AE7C-164C-88C9-9491A866C0C6}" destId="{6C085811-A8B6-9D40-B9F3-8085E71D5E6F}" srcOrd="1" destOrd="0" presId="urn:microsoft.com/office/officeart/2005/8/layout/list1"/>
    <dgm:cxn modelId="{CCB94A7D-5BB7-934A-AA69-A4399BE6A5F2}" type="presOf" srcId="{19CBA870-31D1-AD40-8CBC-A65F5B1634A3}" destId="{486A9BEA-F847-4040-A8F5-FD6605508718}" srcOrd="0" destOrd="1" presId="urn:microsoft.com/office/officeart/2005/8/layout/list1"/>
    <dgm:cxn modelId="{D5137189-C39E-864B-A4FA-74B39979BDF8}" srcId="{1993932D-B877-4D49-9F27-DDEBE7B749F3}" destId="{7580ECE1-ACEC-4641-B6FA-82103BCF2D8F}" srcOrd="1" destOrd="0" parTransId="{20D6F8DF-BA45-1544-8D75-BA0F4B51C9AA}" sibTransId="{1865135D-D6AE-F24A-8425-FE5B0287B25E}"/>
    <dgm:cxn modelId="{07F6098B-1C7E-5547-9EC5-8F78513AC49E}" srcId="{7580ECE1-ACEC-4641-B6FA-82103BCF2D8F}" destId="{BB5B0957-37E7-9945-AD25-5CD47AA8E83E}" srcOrd="1" destOrd="0" parTransId="{B3E54306-BB23-8944-862D-99C709815FAE}" sibTransId="{7B6487FE-728B-EF45-92FA-CA01B6931CB2}"/>
    <dgm:cxn modelId="{D6ADBA8E-6FA6-254B-88AD-3CF7A686AF81}" type="presOf" srcId="{BDC8AD5F-E057-C745-9BC0-D7F20F252283}" destId="{5202CEB0-16B7-4D40-BC11-729BF95DB8C6}" srcOrd="1" destOrd="0" presId="urn:microsoft.com/office/officeart/2005/8/layout/list1"/>
    <dgm:cxn modelId="{EE969898-24EA-3248-AAFB-917A8260EF61}" type="presOf" srcId="{B8159EF1-57D0-7140-ABD7-313C5E6F98CC}" destId="{6B88DEFE-8CDA-9446-B0C9-4194498CC200}" srcOrd="0" destOrd="1" presId="urn:microsoft.com/office/officeart/2005/8/layout/list1"/>
    <dgm:cxn modelId="{73165DAA-561D-8043-818F-B259D9B44F7C}" type="presOf" srcId="{8F4628A2-DEF2-8D43-9AC1-C109646C43CA}" destId="{C6CB5430-CED1-A348-986D-FE18CC657550}" srcOrd="0" destOrd="0" presId="urn:microsoft.com/office/officeart/2005/8/layout/list1"/>
    <dgm:cxn modelId="{1FAC23AE-C704-D646-A036-D0A158D04B38}" type="presOf" srcId="{BDC8AD5F-E057-C745-9BC0-D7F20F252283}" destId="{2DAF25DC-B44D-6F44-9862-C4D498337175}" srcOrd="0" destOrd="0" presId="urn:microsoft.com/office/officeart/2005/8/layout/list1"/>
    <dgm:cxn modelId="{4B99E4B7-BBE0-604A-BA3E-413C84B5790A}" srcId="{BDC8AD5F-E057-C745-9BC0-D7F20F252283}" destId="{3AB61B9E-4A2E-5644-A4ED-6B9336F7A8DD}" srcOrd="0" destOrd="0" parTransId="{EBBC5487-A3E0-9449-9C04-4D5A6B267B22}" sibTransId="{21146429-2A08-1245-B837-6CA429F08C66}"/>
    <dgm:cxn modelId="{3F017FBA-B4EE-294E-839C-37412F8ABA09}" type="presOf" srcId="{7580ECE1-ACEC-4641-B6FA-82103BCF2D8F}" destId="{5310B6EA-5864-1B4C-9625-C056B4C29F34}" srcOrd="1" destOrd="0" presId="urn:microsoft.com/office/officeart/2005/8/layout/list1"/>
    <dgm:cxn modelId="{0AD3FDBC-CAD3-9448-B876-238A7A2C1CCB}" type="presOf" srcId="{826C3B17-E829-FD4F-9519-38D62E8819AF}" destId="{6B88DEFE-8CDA-9446-B0C9-4194498CC200}" srcOrd="0" destOrd="2" presId="urn:microsoft.com/office/officeart/2005/8/layout/list1"/>
    <dgm:cxn modelId="{8746B1DA-A27D-AB42-962D-D87DD329B4F9}" type="presOf" srcId="{BB5B0957-37E7-9945-AD25-5CD47AA8E83E}" destId="{C6CB5430-CED1-A348-986D-FE18CC657550}" srcOrd="0" destOrd="1" presId="urn:microsoft.com/office/officeart/2005/8/layout/list1"/>
    <dgm:cxn modelId="{EA2A89DF-E529-F84A-95E0-983C0C31A1BB}" type="presOf" srcId="{1993932D-B877-4D49-9F27-DDEBE7B749F3}" destId="{4E79E88F-18C8-884B-BF32-AE41C041D9CC}" srcOrd="0" destOrd="0" presId="urn:microsoft.com/office/officeart/2005/8/layout/list1"/>
    <dgm:cxn modelId="{420A93E4-E842-344D-9DEC-FFAFD749131B}" type="presOf" srcId="{13776300-F725-6F49-8706-0FDE9774630A}" destId="{6B88DEFE-8CDA-9446-B0C9-4194498CC200}" srcOrd="0" destOrd="0" presId="urn:microsoft.com/office/officeart/2005/8/layout/list1"/>
    <dgm:cxn modelId="{71E112EA-6A8B-1547-8404-C270A3DDC585}" srcId="{34C14D68-AE7C-164C-88C9-9491A866C0C6}" destId="{826C3B17-E829-FD4F-9519-38D62E8819AF}" srcOrd="2" destOrd="0" parTransId="{B37D2F4E-A4C8-5149-8450-4EDD9EADEDD7}" sibTransId="{48DCA76D-FD96-EF44-ABC2-FD53AC11A4E0}"/>
    <dgm:cxn modelId="{49ED00EC-D3EC-1A4E-A1C9-979978F71DEF}" srcId="{1993932D-B877-4D49-9F27-DDEBE7B749F3}" destId="{34C14D68-AE7C-164C-88C9-9491A866C0C6}" srcOrd="2" destOrd="0" parTransId="{131CDE94-8B0D-2A41-A85B-C822C7688758}" sibTransId="{486649D2-723B-5748-97EB-E8724454A547}"/>
    <dgm:cxn modelId="{395D2FEE-84E5-454E-BF91-6C6DC69D0BE4}" srcId="{34C14D68-AE7C-164C-88C9-9491A866C0C6}" destId="{B8159EF1-57D0-7140-ABD7-313C5E6F98CC}" srcOrd="1" destOrd="0" parTransId="{9A67E168-B7E2-F344-A4BF-6784816A0F88}" sibTransId="{AC09F5DC-6D83-6B4E-9760-A325B220D836}"/>
    <dgm:cxn modelId="{E1E177FD-03AF-E248-87CB-7823D42F3E2C}" srcId="{7580ECE1-ACEC-4641-B6FA-82103BCF2D8F}" destId="{A686048A-E082-834D-8CB1-73E3405219D7}" srcOrd="2" destOrd="0" parTransId="{CED99273-C1C8-D54D-AF28-4BD02A7225D1}" sibTransId="{29A0F4A1-A9A8-554A-A1D4-A3605CCA08F4}"/>
    <dgm:cxn modelId="{85657A1C-5F1F-704B-B7F5-F7A6FF0D2FE8}" type="presParOf" srcId="{4E79E88F-18C8-884B-BF32-AE41C041D9CC}" destId="{5F19B447-A0B4-044E-9856-64B3DF957651}" srcOrd="0" destOrd="0" presId="urn:microsoft.com/office/officeart/2005/8/layout/list1"/>
    <dgm:cxn modelId="{7D9961E6-866B-F64B-886F-64372BE9EC68}" type="presParOf" srcId="{5F19B447-A0B4-044E-9856-64B3DF957651}" destId="{2DAF25DC-B44D-6F44-9862-C4D498337175}" srcOrd="0" destOrd="0" presId="urn:microsoft.com/office/officeart/2005/8/layout/list1"/>
    <dgm:cxn modelId="{3112C553-25DF-5646-BA72-A9D46615B7F4}" type="presParOf" srcId="{5F19B447-A0B4-044E-9856-64B3DF957651}" destId="{5202CEB0-16B7-4D40-BC11-729BF95DB8C6}" srcOrd="1" destOrd="0" presId="urn:microsoft.com/office/officeart/2005/8/layout/list1"/>
    <dgm:cxn modelId="{597F56A8-5F13-EA4F-BE25-22A88C7145B9}" type="presParOf" srcId="{4E79E88F-18C8-884B-BF32-AE41C041D9CC}" destId="{7D497428-CC8D-B74B-B494-0ED19CAF24C9}" srcOrd="1" destOrd="0" presId="urn:microsoft.com/office/officeart/2005/8/layout/list1"/>
    <dgm:cxn modelId="{AF483F38-0373-8C44-BF9B-AADD7B681424}" type="presParOf" srcId="{4E79E88F-18C8-884B-BF32-AE41C041D9CC}" destId="{486A9BEA-F847-4040-A8F5-FD6605508718}" srcOrd="2" destOrd="0" presId="urn:microsoft.com/office/officeart/2005/8/layout/list1"/>
    <dgm:cxn modelId="{E9B94DB3-5E3D-B54A-9630-E60728A57618}" type="presParOf" srcId="{4E79E88F-18C8-884B-BF32-AE41C041D9CC}" destId="{AEC95825-0795-944E-8C26-3C8F5235303B}" srcOrd="3" destOrd="0" presId="urn:microsoft.com/office/officeart/2005/8/layout/list1"/>
    <dgm:cxn modelId="{B3728048-CADA-AB46-9434-9A05D1B8A2A6}" type="presParOf" srcId="{4E79E88F-18C8-884B-BF32-AE41C041D9CC}" destId="{7AF544AE-B80B-FF4C-8137-E92BC31BC813}" srcOrd="4" destOrd="0" presId="urn:microsoft.com/office/officeart/2005/8/layout/list1"/>
    <dgm:cxn modelId="{EEB0A904-BBDE-8C47-AD64-C051EBC91D46}" type="presParOf" srcId="{7AF544AE-B80B-FF4C-8137-E92BC31BC813}" destId="{FED1427D-39AE-A74C-97BD-39270BAEB0B3}" srcOrd="0" destOrd="0" presId="urn:microsoft.com/office/officeart/2005/8/layout/list1"/>
    <dgm:cxn modelId="{F903373C-7E6A-1246-87C5-40156077F433}" type="presParOf" srcId="{7AF544AE-B80B-FF4C-8137-E92BC31BC813}" destId="{5310B6EA-5864-1B4C-9625-C056B4C29F34}" srcOrd="1" destOrd="0" presId="urn:microsoft.com/office/officeart/2005/8/layout/list1"/>
    <dgm:cxn modelId="{0E4C123B-CB24-9245-9BF2-85B052CFE8B4}" type="presParOf" srcId="{4E79E88F-18C8-884B-BF32-AE41C041D9CC}" destId="{943ACBDC-7D51-A943-820C-1FDA9B81C174}" srcOrd="5" destOrd="0" presId="urn:microsoft.com/office/officeart/2005/8/layout/list1"/>
    <dgm:cxn modelId="{F6F48030-DB47-8D4B-871A-315340671494}" type="presParOf" srcId="{4E79E88F-18C8-884B-BF32-AE41C041D9CC}" destId="{C6CB5430-CED1-A348-986D-FE18CC657550}" srcOrd="6" destOrd="0" presId="urn:microsoft.com/office/officeart/2005/8/layout/list1"/>
    <dgm:cxn modelId="{59A2C561-44BD-6A45-B8A4-57A590517826}" type="presParOf" srcId="{4E79E88F-18C8-884B-BF32-AE41C041D9CC}" destId="{34AC0287-6656-E74A-9180-82D96BB6BFF9}" srcOrd="7" destOrd="0" presId="urn:microsoft.com/office/officeart/2005/8/layout/list1"/>
    <dgm:cxn modelId="{19D10126-A8C6-1641-B86F-6F2BA63DC142}" type="presParOf" srcId="{4E79E88F-18C8-884B-BF32-AE41C041D9CC}" destId="{48000AA2-5EA8-4A4E-A48C-9D150AABB55E}" srcOrd="8" destOrd="0" presId="urn:microsoft.com/office/officeart/2005/8/layout/list1"/>
    <dgm:cxn modelId="{5F5F9BFF-E4B8-7C4A-A429-A36FCB9E6AFD}" type="presParOf" srcId="{48000AA2-5EA8-4A4E-A48C-9D150AABB55E}" destId="{1328BB9C-AE3B-474C-BEA3-6743823BF4EC}" srcOrd="0" destOrd="0" presId="urn:microsoft.com/office/officeart/2005/8/layout/list1"/>
    <dgm:cxn modelId="{4494135A-0B52-F649-AC74-9FEAC1707F0A}" type="presParOf" srcId="{48000AA2-5EA8-4A4E-A48C-9D150AABB55E}" destId="{6C085811-A8B6-9D40-B9F3-8085E71D5E6F}" srcOrd="1" destOrd="0" presId="urn:microsoft.com/office/officeart/2005/8/layout/list1"/>
    <dgm:cxn modelId="{641887C4-3AD1-8E44-B242-E8C966B948DE}" type="presParOf" srcId="{4E79E88F-18C8-884B-BF32-AE41C041D9CC}" destId="{9F67E264-D6F6-7A49-860F-9D5C72B8E86B}" srcOrd="9" destOrd="0" presId="urn:microsoft.com/office/officeart/2005/8/layout/list1"/>
    <dgm:cxn modelId="{1856EE98-9D1A-814F-A810-63684A4A5563}" type="presParOf" srcId="{4E79E88F-18C8-884B-BF32-AE41C041D9CC}" destId="{6B88DEFE-8CDA-9446-B0C9-4194498CC200}" srcOrd="10" destOrd="0" presId="urn:microsoft.com/office/officeart/2005/8/layout/list1"/>
  </dgm:cxnLst>
  <dgm:bg/>
  <dgm:whole/>
  <dgm:extLst>
    <a:ext uri="http://schemas.microsoft.com/office/drawing/2008/diagram">
      <dsp:dataModelExt xmlns:dsp="http://schemas.microsoft.com/office/drawing/2008/diagram" relId="rId5" minVer="http://schemas.openxmlformats.org/drawingml/2006/diagram"/>
    </a:ext>
  </dgm:extLst>
</dgm:dataModel>
</file>

<file path=ppt/diagrams/data8.xml><?xml version="1.0" encoding="utf-8"?>
<dgm:dataModel xmlns:dgm="http://schemas.openxmlformats.org/drawingml/2006/diagram" xmlns:a="http://schemas.openxmlformats.org/drawingml/2006/main">
  <dgm:ptLst>
    <dgm:pt modelId="{460D69EC-337A-410E-98C9-B47782E5B8E5}" type="doc">
      <dgm:prSet loTypeId="urn:microsoft.com/office/officeart/2018/2/layout/IconVerticalSolidList" loCatId="icon" qsTypeId="urn:microsoft.com/office/officeart/2005/8/quickstyle/simple1" qsCatId="simple" csTypeId="urn:microsoft.com/office/officeart/2018/5/colors/Iconchunking_neutralicontext_colorful1" csCatId="colorful" phldr="1"/>
      <dgm:spPr/>
      <dgm:t>
        <a:bodyPr/>
        <a:lstStyle/>
        <a:p>
          <a:endParaRPr lang="en-US"/>
        </a:p>
      </dgm:t>
    </dgm:pt>
    <dgm:pt modelId="{376CB2D9-1448-4B10-BA6D-E30012C0EBED}">
      <dgm:prSet/>
      <dgm:spPr/>
      <dgm:t>
        <a:bodyPr/>
        <a:lstStyle/>
        <a:p>
          <a:r>
            <a:rPr lang="de-DE" dirty="0"/>
            <a:t>Services sind </a:t>
          </a:r>
          <a:r>
            <a:rPr lang="de-DE" dirty="0" err="1"/>
            <a:t>TypeScript</a:t>
          </a:r>
          <a:r>
            <a:rPr lang="de-DE" dirty="0"/>
            <a:t>-Klassen</a:t>
          </a:r>
          <a:endParaRPr lang="en-US" dirty="0"/>
        </a:p>
      </dgm:t>
    </dgm:pt>
    <dgm:pt modelId="{247CDC3D-CBE0-4F4D-99BA-9C0421175A56}" type="parTrans" cxnId="{5ACF4F60-07E9-4E75-BE8E-338A16A435E0}">
      <dgm:prSet/>
      <dgm:spPr/>
      <dgm:t>
        <a:bodyPr/>
        <a:lstStyle/>
        <a:p>
          <a:endParaRPr lang="en-US"/>
        </a:p>
      </dgm:t>
    </dgm:pt>
    <dgm:pt modelId="{C22B9881-734C-4781-AA03-38255CC07D5D}" type="sibTrans" cxnId="{5ACF4F60-07E9-4E75-BE8E-338A16A435E0}">
      <dgm:prSet/>
      <dgm:spPr/>
      <dgm:t>
        <a:bodyPr/>
        <a:lstStyle/>
        <a:p>
          <a:endParaRPr lang="en-US"/>
        </a:p>
      </dgm:t>
    </dgm:pt>
    <dgm:pt modelId="{2AD4B2DB-8230-4E56-A4C8-12BD92D28130}">
      <dgm:prSet/>
      <dgm:spPr/>
      <dgm:t>
        <a:bodyPr/>
        <a:lstStyle/>
        <a:p>
          <a:r>
            <a:rPr lang="de-DE"/>
            <a:t>Diese werden ausschließlich vom Angular-Framework instanziert</a:t>
          </a:r>
          <a:endParaRPr lang="en-US"/>
        </a:p>
      </dgm:t>
    </dgm:pt>
    <dgm:pt modelId="{28C7699C-9BC6-4610-802F-32DAF4513F0E}" type="parTrans" cxnId="{24FEA467-43D7-4DD7-90B8-6A57C05B40EB}">
      <dgm:prSet/>
      <dgm:spPr/>
      <dgm:t>
        <a:bodyPr/>
        <a:lstStyle/>
        <a:p>
          <a:endParaRPr lang="en-US"/>
        </a:p>
      </dgm:t>
    </dgm:pt>
    <dgm:pt modelId="{5F3A1237-0806-4500-99E0-0B0A54E641EE}" type="sibTrans" cxnId="{24FEA467-43D7-4DD7-90B8-6A57C05B40EB}">
      <dgm:prSet/>
      <dgm:spPr/>
      <dgm:t>
        <a:bodyPr/>
        <a:lstStyle/>
        <a:p>
          <a:endParaRPr lang="en-US"/>
        </a:p>
      </dgm:t>
    </dgm:pt>
    <dgm:pt modelId="{4F20B4F8-174B-4E1B-A1C8-A6F4EB74BA77}">
      <dgm:prSet/>
      <dgm:spPr/>
      <dgm:t>
        <a:bodyPr/>
        <a:lstStyle/>
        <a:p>
          <a:r>
            <a:rPr lang="de-DE"/>
            <a:t>Diese Aufgabe übernimmt der Angular-Context</a:t>
          </a:r>
          <a:endParaRPr lang="en-US"/>
        </a:p>
      </dgm:t>
    </dgm:pt>
    <dgm:pt modelId="{AB2AD178-E736-4D50-80FC-DB08CEAF7AF6}" type="parTrans" cxnId="{D26E0E24-B095-42A0-B412-FDD03CF14B21}">
      <dgm:prSet/>
      <dgm:spPr/>
      <dgm:t>
        <a:bodyPr/>
        <a:lstStyle/>
        <a:p>
          <a:endParaRPr lang="en-US"/>
        </a:p>
      </dgm:t>
    </dgm:pt>
    <dgm:pt modelId="{713B62E8-C931-4AD3-AE16-095EE7BCA9D6}" type="sibTrans" cxnId="{D26E0E24-B095-42A0-B412-FDD03CF14B21}">
      <dgm:prSet/>
      <dgm:spPr/>
      <dgm:t>
        <a:bodyPr/>
        <a:lstStyle/>
        <a:p>
          <a:endParaRPr lang="en-US"/>
        </a:p>
      </dgm:t>
    </dgm:pt>
    <dgm:pt modelId="{A35AE2AE-351F-43CA-AAD8-83CC058E7C66}">
      <dgm:prSet/>
      <dgm:spPr/>
      <dgm:t>
        <a:bodyPr/>
        <a:lstStyle/>
        <a:p>
          <a:r>
            <a:rPr lang="de-DE"/>
            <a:t>Benötigt eine Component den Zugriff auf einen Service, so wird dieser automatisch gesetzt</a:t>
          </a:r>
          <a:endParaRPr lang="en-US"/>
        </a:p>
      </dgm:t>
    </dgm:pt>
    <dgm:pt modelId="{087489DA-7FB3-424C-B74E-3D9F8A58B10C}" type="parTrans" cxnId="{E5F92639-988C-43AB-9FFA-B2D4291C8DDB}">
      <dgm:prSet/>
      <dgm:spPr/>
      <dgm:t>
        <a:bodyPr/>
        <a:lstStyle/>
        <a:p>
          <a:endParaRPr lang="en-US"/>
        </a:p>
      </dgm:t>
    </dgm:pt>
    <dgm:pt modelId="{A6B7142D-854F-40C9-825D-25E151AEE622}" type="sibTrans" cxnId="{E5F92639-988C-43AB-9FFA-B2D4291C8DDB}">
      <dgm:prSet/>
      <dgm:spPr/>
      <dgm:t>
        <a:bodyPr/>
        <a:lstStyle/>
        <a:p>
          <a:endParaRPr lang="en-US"/>
        </a:p>
      </dgm:t>
    </dgm:pt>
    <dgm:pt modelId="{78672E6E-4794-4166-97AC-6B1D7AF1399A}">
      <dgm:prSet/>
      <dgm:spPr/>
      <dgm:t>
        <a:bodyPr/>
        <a:lstStyle/>
        <a:p>
          <a:r>
            <a:rPr lang="de-DE"/>
            <a:t>Dieses Verfahren heißt Dependency Injection</a:t>
          </a:r>
          <a:endParaRPr lang="en-US"/>
        </a:p>
      </dgm:t>
    </dgm:pt>
    <dgm:pt modelId="{486F59B5-67F3-4987-841C-01032E678CC9}" type="parTrans" cxnId="{CF96FD0B-2CD2-4949-9F36-2C94077B3805}">
      <dgm:prSet/>
      <dgm:spPr/>
      <dgm:t>
        <a:bodyPr/>
        <a:lstStyle/>
        <a:p>
          <a:endParaRPr lang="en-US"/>
        </a:p>
      </dgm:t>
    </dgm:pt>
    <dgm:pt modelId="{C15A3230-61F6-48E2-87CD-438F66EABDEB}" type="sibTrans" cxnId="{CF96FD0B-2CD2-4949-9F36-2C94077B3805}">
      <dgm:prSet/>
      <dgm:spPr/>
      <dgm:t>
        <a:bodyPr/>
        <a:lstStyle/>
        <a:p>
          <a:endParaRPr lang="en-US"/>
        </a:p>
      </dgm:t>
    </dgm:pt>
    <dgm:pt modelId="{882A5A61-D7DE-4EAF-B320-BC1602CF3672}">
      <dgm:prSet/>
      <dgm:spPr/>
      <dgm:t>
        <a:bodyPr/>
        <a:lstStyle/>
        <a:p>
          <a:r>
            <a:rPr lang="de-DE"/>
            <a:t>Insgesamt stellt Angular mit dem Service-Mechanismus ein Dependency-Injection-Framework zur Verfügung</a:t>
          </a:r>
          <a:endParaRPr lang="en-US"/>
        </a:p>
      </dgm:t>
    </dgm:pt>
    <dgm:pt modelId="{912B6251-8EFA-4363-B84F-14D9A861368E}" type="parTrans" cxnId="{579813E4-05AA-4A1F-A177-780693575C2B}">
      <dgm:prSet/>
      <dgm:spPr/>
      <dgm:t>
        <a:bodyPr/>
        <a:lstStyle/>
        <a:p>
          <a:endParaRPr lang="en-US"/>
        </a:p>
      </dgm:t>
    </dgm:pt>
    <dgm:pt modelId="{FFF61A67-DCA7-4E28-A385-3A3525944CBB}" type="sibTrans" cxnId="{579813E4-05AA-4A1F-A177-780693575C2B}">
      <dgm:prSet/>
      <dgm:spPr/>
      <dgm:t>
        <a:bodyPr/>
        <a:lstStyle/>
        <a:p>
          <a:endParaRPr lang="en-US"/>
        </a:p>
      </dgm:t>
    </dgm:pt>
    <dgm:pt modelId="{0C392389-E615-4F9D-ABD8-3F539546B091}" type="pres">
      <dgm:prSet presAssocID="{460D69EC-337A-410E-98C9-B47782E5B8E5}" presName="root" presStyleCnt="0">
        <dgm:presLayoutVars>
          <dgm:dir/>
          <dgm:resizeHandles val="exact"/>
        </dgm:presLayoutVars>
      </dgm:prSet>
      <dgm:spPr/>
    </dgm:pt>
    <dgm:pt modelId="{304C484B-0E11-4FD5-98E6-C7043649BA04}" type="pres">
      <dgm:prSet presAssocID="{376CB2D9-1448-4B10-BA6D-E30012C0EBED}" presName="compNode" presStyleCnt="0"/>
      <dgm:spPr/>
    </dgm:pt>
    <dgm:pt modelId="{234CC3FB-ED5E-4A31-AD32-FCEEE3CBF675}" type="pres">
      <dgm:prSet presAssocID="{376CB2D9-1448-4B10-BA6D-E30012C0EBED}" presName="bgRect" presStyleLbl="bgShp" presStyleIdx="0" presStyleCnt="4"/>
      <dgm:spPr/>
    </dgm:pt>
    <dgm:pt modelId="{70804EFC-3DC6-4BBA-A99B-495A788E834C}" type="pres">
      <dgm:prSet presAssocID="{376CB2D9-1448-4B10-BA6D-E30012C0EBED}" presName="iconRect" presStyleLbl="node1" presStyleIdx="0" presStyleCnt="4"/>
      <dgm:spPr>
        <a:blipFill>
          <a:blip xmlns:r="http://schemas.openxmlformats.org/officeDocument/2006/relationships" r:embed="rId1">
            <a:extLst>
              <a:ext uri="{28A0092B-C50C-407E-A947-70E740481C1C}">
                <a14:useLocalDpi xmlns:a14="http://schemas.microsoft.com/office/drawing/2010/main" val="0"/>
              </a:ext>
              <a:ext uri="{96DAC541-7B7A-43D3-8B79-37D633B846F1}">
                <asvg:svgBlip xmlns:asvg="http://schemas.microsoft.com/office/drawing/2016/SVG/main" r:embed="rId2"/>
              </a:ext>
            </a:extLst>
          </a:blip>
          <a:stretch>
            <a:fillRect/>
          </a:stretch>
        </a:blipFill>
        <a:ln>
          <a:noFill/>
        </a:ln>
      </dgm:spPr>
      <dgm:extLst>
        <a:ext uri="{E40237B7-FDA0-4F09-8148-C483321AD2D9}">
          <dgm14:cNvPr xmlns:dgm14="http://schemas.microsoft.com/office/drawing/2010/diagram" id="0" name="" descr="Klassenzimmer"/>
        </a:ext>
      </dgm:extLst>
    </dgm:pt>
    <dgm:pt modelId="{68CA0AF1-E321-4CCB-A40D-D34DB9D97DA1}" type="pres">
      <dgm:prSet presAssocID="{376CB2D9-1448-4B10-BA6D-E30012C0EBED}" presName="spaceRect" presStyleCnt="0"/>
      <dgm:spPr/>
    </dgm:pt>
    <dgm:pt modelId="{3BA25F34-095C-4CED-B2F8-875B43140EE7}" type="pres">
      <dgm:prSet presAssocID="{376CB2D9-1448-4B10-BA6D-E30012C0EBED}" presName="parTx" presStyleLbl="revTx" presStyleIdx="0" presStyleCnt="6">
        <dgm:presLayoutVars>
          <dgm:chMax val="0"/>
          <dgm:chPref val="0"/>
        </dgm:presLayoutVars>
      </dgm:prSet>
      <dgm:spPr/>
    </dgm:pt>
    <dgm:pt modelId="{F7820C24-6C2D-4C43-89A8-48347AFF1A9B}" type="pres">
      <dgm:prSet presAssocID="{C22B9881-734C-4781-AA03-38255CC07D5D}" presName="sibTrans" presStyleCnt="0"/>
      <dgm:spPr/>
    </dgm:pt>
    <dgm:pt modelId="{32DBAE17-6AC5-4B87-876C-6D1299D092E2}" type="pres">
      <dgm:prSet presAssocID="{2AD4B2DB-8230-4E56-A4C8-12BD92D28130}" presName="compNode" presStyleCnt="0"/>
      <dgm:spPr/>
    </dgm:pt>
    <dgm:pt modelId="{4BE57F8C-3983-4127-9440-E398578B117F}" type="pres">
      <dgm:prSet presAssocID="{2AD4B2DB-8230-4E56-A4C8-12BD92D28130}" presName="bgRect" presStyleLbl="bgShp" presStyleIdx="1" presStyleCnt="4"/>
      <dgm:spPr/>
    </dgm:pt>
    <dgm:pt modelId="{D8E87817-B150-4258-BE5E-7887ABC4D675}" type="pres">
      <dgm:prSet presAssocID="{2AD4B2DB-8230-4E56-A4C8-12BD92D28130}" presName="iconRect" presStyleLbl="node1" presStyleIdx="1" presStyleCnt="4"/>
      <dgm:spPr>
        <a:blipFill>
          <a:blip xmlns:r="http://schemas.openxmlformats.org/officeDocument/2006/relationships" r:embed="rId3">
            <a:extLst>
              <a:ext uri="{28A0092B-C50C-407E-A947-70E740481C1C}">
                <a14:useLocalDpi xmlns:a14="http://schemas.microsoft.com/office/drawing/2010/main" val="0"/>
              </a:ext>
              <a:ext uri="{96DAC541-7B7A-43D3-8B79-37D633B846F1}">
                <asvg:svgBlip xmlns:asvg="http://schemas.microsoft.com/office/drawing/2016/SVG/main" r:embed="rId4"/>
              </a:ext>
            </a:extLst>
          </a:blip>
          <a:stretch>
            <a:fillRect/>
          </a:stretch>
        </a:blipFill>
        <a:ln>
          <a:noFill/>
        </a:ln>
      </dgm:spPr>
      <dgm:extLst>
        <a:ext uri="{E40237B7-FDA0-4F09-8148-C483321AD2D9}">
          <dgm14:cNvPr xmlns:dgm14="http://schemas.microsoft.com/office/drawing/2010/diagram" id="0" name="" descr="Verbunden"/>
        </a:ext>
      </dgm:extLst>
    </dgm:pt>
    <dgm:pt modelId="{468AE4C7-B4EB-4224-B9F1-72B198245770}" type="pres">
      <dgm:prSet presAssocID="{2AD4B2DB-8230-4E56-A4C8-12BD92D28130}" presName="spaceRect" presStyleCnt="0"/>
      <dgm:spPr/>
    </dgm:pt>
    <dgm:pt modelId="{4562B386-BF00-4470-8429-B58BA85112D7}" type="pres">
      <dgm:prSet presAssocID="{2AD4B2DB-8230-4E56-A4C8-12BD92D28130}" presName="parTx" presStyleLbl="revTx" presStyleIdx="1" presStyleCnt="6">
        <dgm:presLayoutVars>
          <dgm:chMax val="0"/>
          <dgm:chPref val="0"/>
        </dgm:presLayoutVars>
      </dgm:prSet>
      <dgm:spPr/>
    </dgm:pt>
    <dgm:pt modelId="{042DECAB-DBF2-4E95-B4B7-6C6A52F4443E}" type="pres">
      <dgm:prSet presAssocID="{2AD4B2DB-8230-4E56-A4C8-12BD92D28130}" presName="desTx" presStyleLbl="revTx" presStyleIdx="2" presStyleCnt="6">
        <dgm:presLayoutVars/>
      </dgm:prSet>
      <dgm:spPr/>
    </dgm:pt>
    <dgm:pt modelId="{84501B32-CC71-4D02-825F-736B52A8A400}" type="pres">
      <dgm:prSet presAssocID="{5F3A1237-0806-4500-99E0-0B0A54E641EE}" presName="sibTrans" presStyleCnt="0"/>
      <dgm:spPr/>
    </dgm:pt>
    <dgm:pt modelId="{E194BAB7-64F8-4535-B7FD-AA2DC06A101D}" type="pres">
      <dgm:prSet presAssocID="{A35AE2AE-351F-43CA-AAD8-83CC058E7C66}" presName="compNode" presStyleCnt="0"/>
      <dgm:spPr/>
    </dgm:pt>
    <dgm:pt modelId="{A4DC7493-295E-4408-B34F-BB43D6EDAD58}" type="pres">
      <dgm:prSet presAssocID="{A35AE2AE-351F-43CA-AAD8-83CC058E7C66}" presName="bgRect" presStyleLbl="bgShp" presStyleIdx="2" presStyleCnt="4"/>
      <dgm:spPr/>
    </dgm:pt>
    <dgm:pt modelId="{A80234B0-4EAC-44EB-95C4-F78A7CD8D387}" type="pres">
      <dgm:prSet presAssocID="{A35AE2AE-351F-43CA-AAD8-83CC058E7C66}" presName="iconRect" presStyleLbl="node1" presStyleIdx="2" presStyleCnt="4"/>
      <dgm:spPr>
        <a:blipFill>
          <a:blip xmlns:r="http://schemas.openxmlformats.org/officeDocument/2006/relationships" r:embed="rId5">
            <a:extLst>
              <a:ext uri="{28A0092B-C50C-407E-A947-70E740481C1C}">
                <a14:useLocalDpi xmlns:a14="http://schemas.microsoft.com/office/drawing/2010/main" val="0"/>
              </a:ext>
              <a:ext uri="{96DAC541-7B7A-43D3-8B79-37D633B846F1}">
                <asvg:svgBlip xmlns:asvg="http://schemas.microsoft.com/office/drawing/2016/SVG/main" r:embed="rId6"/>
              </a:ext>
            </a:extLst>
          </a:blip>
          <a:stretch>
            <a:fillRect/>
          </a:stretch>
        </a:blipFill>
        <a:ln>
          <a:noFill/>
        </a:ln>
      </dgm:spPr>
      <dgm:extLst>
        <a:ext uri="{E40237B7-FDA0-4F09-8148-C483321AD2D9}">
          <dgm14:cNvPr xmlns:dgm14="http://schemas.microsoft.com/office/drawing/2010/diagram" id="0" name="" descr="Flussdiagramm"/>
        </a:ext>
      </dgm:extLst>
    </dgm:pt>
    <dgm:pt modelId="{9A5203D8-A837-40AA-91EC-07D8EC633BAC}" type="pres">
      <dgm:prSet presAssocID="{A35AE2AE-351F-43CA-AAD8-83CC058E7C66}" presName="spaceRect" presStyleCnt="0"/>
      <dgm:spPr/>
    </dgm:pt>
    <dgm:pt modelId="{39126E73-0021-4537-8337-D686F97F9B26}" type="pres">
      <dgm:prSet presAssocID="{A35AE2AE-351F-43CA-AAD8-83CC058E7C66}" presName="parTx" presStyleLbl="revTx" presStyleIdx="3" presStyleCnt="6">
        <dgm:presLayoutVars>
          <dgm:chMax val="0"/>
          <dgm:chPref val="0"/>
        </dgm:presLayoutVars>
      </dgm:prSet>
      <dgm:spPr/>
    </dgm:pt>
    <dgm:pt modelId="{6C604A4D-86D1-4321-9052-AF311CDFB6AD}" type="pres">
      <dgm:prSet presAssocID="{A35AE2AE-351F-43CA-AAD8-83CC058E7C66}" presName="desTx" presStyleLbl="revTx" presStyleIdx="4" presStyleCnt="6">
        <dgm:presLayoutVars/>
      </dgm:prSet>
      <dgm:spPr/>
    </dgm:pt>
    <dgm:pt modelId="{4EEDEF0D-83B6-4F08-92CF-0A0E97075928}" type="pres">
      <dgm:prSet presAssocID="{A6B7142D-854F-40C9-825D-25E151AEE622}" presName="sibTrans" presStyleCnt="0"/>
      <dgm:spPr/>
    </dgm:pt>
    <dgm:pt modelId="{4D659384-53A9-4A12-A464-27876C457611}" type="pres">
      <dgm:prSet presAssocID="{882A5A61-D7DE-4EAF-B320-BC1602CF3672}" presName="compNode" presStyleCnt="0"/>
      <dgm:spPr/>
    </dgm:pt>
    <dgm:pt modelId="{6080E5D3-8DA7-467D-A06F-D6F7EACC4246}" type="pres">
      <dgm:prSet presAssocID="{882A5A61-D7DE-4EAF-B320-BC1602CF3672}" presName="bgRect" presStyleLbl="bgShp" presStyleIdx="3" presStyleCnt="4"/>
      <dgm:spPr/>
    </dgm:pt>
    <dgm:pt modelId="{25F5F76A-6D3A-4E8E-B4EB-8D5E159414E7}" type="pres">
      <dgm:prSet presAssocID="{882A5A61-D7DE-4EAF-B320-BC1602CF3672}" presName="iconRect" presStyleLbl="node1" presStyleIdx="3" presStyleCnt="4"/>
      <dgm:spPr>
        <a:blipFill>
          <a:blip xmlns:r="http://schemas.openxmlformats.org/officeDocument/2006/relationships" r:embed="rId7">
            <a:extLst>
              <a:ext uri="{28A0092B-C50C-407E-A947-70E740481C1C}">
                <a14:useLocalDpi xmlns:a14="http://schemas.microsoft.com/office/drawing/2010/main" val="0"/>
              </a:ext>
              <a:ext uri="{96DAC541-7B7A-43D3-8B79-37D633B846F1}">
                <asvg:svgBlip xmlns:asvg="http://schemas.microsoft.com/office/drawing/2016/SVG/main" r:embed="rId8"/>
              </a:ext>
            </a:extLst>
          </a:blip>
          <a:stretch>
            <a:fillRect/>
          </a:stretch>
        </a:blipFill>
        <a:ln>
          <a:noFill/>
        </a:ln>
      </dgm:spPr>
      <dgm:extLst>
        <a:ext uri="{E40237B7-FDA0-4F09-8148-C483321AD2D9}">
          <dgm14:cNvPr xmlns:dgm14="http://schemas.microsoft.com/office/drawing/2010/diagram" id="0" name="" descr="Auktionshammer"/>
        </a:ext>
      </dgm:extLst>
    </dgm:pt>
    <dgm:pt modelId="{5A3B67A7-BBE5-48CD-A3DB-08EBF940D838}" type="pres">
      <dgm:prSet presAssocID="{882A5A61-D7DE-4EAF-B320-BC1602CF3672}" presName="spaceRect" presStyleCnt="0"/>
      <dgm:spPr/>
    </dgm:pt>
    <dgm:pt modelId="{19496FC2-0F73-42BF-8BC1-5D83F2FD5A7F}" type="pres">
      <dgm:prSet presAssocID="{882A5A61-D7DE-4EAF-B320-BC1602CF3672}" presName="parTx" presStyleLbl="revTx" presStyleIdx="5" presStyleCnt="6">
        <dgm:presLayoutVars>
          <dgm:chMax val="0"/>
          <dgm:chPref val="0"/>
        </dgm:presLayoutVars>
      </dgm:prSet>
      <dgm:spPr/>
    </dgm:pt>
  </dgm:ptLst>
  <dgm:cxnLst>
    <dgm:cxn modelId="{CF96FD0B-2CD2-4949-9F36-2C94077B3805}" srcId="{A35AE2AE-351F-43CA-AAD8-83CC058E7C66}" destId="{78672E6E-4794-4166-97AC-6B1D7AF1399A}" srcOrd="0" destOrd="0" parTransId="{486F59B5-67F3-4987-841C-01032E678CC9}" sibTransId="{C15A3230-61F6-48E2-87CD-438F66EABDEB}"/>
    <dgm:cxn modelId="{336ACC22-E93C-4962-8497-7E9D1F743984}" type="presOf" srcId="{376CB2D9-1448-4B10-BA6D-E30012C0EBED}" destId="{3BA25F34-095C-4CED-B2F8-875B43140EE7}" srcOrd="0" destOrd="0" presId="urn:microsoft.com/office/officeart/2018/2/layout/IconVerticalSolidList"/>
    <dgm:cxn modelId="{D26E0E24-B095-42A0-B412-FDD03CF14B21}" srcId="{2AD4B2DB-8230-4E56-A4C8-12BD92D28130}" destId="{4F20B4F8-174B-4E1B-A1C8-A6F4EB74BA77}" srcOrd="0" destOrd="0" parTransId="{AB2AD178-E736-4D50-80FC-DB08CEAF7AF6}" sibTransId="{713B62E8-C931-4AD3-AE16-095EE7BCA9D6}"/>
    <dgm:cxn modelId="{E5F92639-988C-43AB-9FFA-B2D4291C8DDB}" srcId="{460D69EC-337A-410E-98C9-B47782E5B8E5}" destId="{A35AE2AE-351F-43CA-AAD8-83CC058E7C66}" srcOrd="2" destOrd="0" parTransId="{087489DA-7FB3-424C-B74E-3D9F8A58B10C}" sibTransId="{A6B7142D-854F-40C9-825D-25E151AEE622}"/>
    <dgm:cxn modelId="{86A58A40-60FA-4BAB-8341-EB524061ECD5}" type="presOf" srcId="{A35AE2AE-351F-43CA-AAD8-83CC058E7C66}" destId="{39126E73-0021-4537-8337-D686F97F9B26}" srcOrd="0" destOrd="0" presId="urn:microsoft.com/office/officeart/2018/2/layout/IconVerticalSolidList"/>
    <dgm:cxn modelId="{5ACF4F60-07E9-4E75-BE8E-338A16A435E0}" srcId="{460D69EC-337A-410E-98C9-B47782E5B8E5}" destId="{376CB2D9-1448-4B10-BA6D-E30012C0EBED}" srcOrd="0" destOrd="0" parTransId="{247CDC3D-CBE0-4F4D-99BA-9C0421175A56}" sibTransId="{C22B9881-734C-4781-AA03-38255CC07D5D}"/>
    <dgm:cxn modelId="{24FEA467-43D7-4DD7-90B8-6A57C05B40EB}" srcId="{460D69EC-337A-410E-98C9-B47782E5B8E5}" destId="{2AD4B2DB-8230-4E56-A4C8-12BD92D28130}" srcOrd="1" destOrd="0" parTransId="{28C7699C-9BC6-4610-802F-32DAF4513F0E}" sibTransId="{5F3A1237-0806-4500-99E0-0B0A54E641EE}"/>
    <dgm:cxn modelId="{8ED7F36D-217F-4CA0-AC32-66DAB979A790}" type="presOf" srcId="{4F20B4F8-174B-4E1B-A1C8-A6F4EB74BA77}" destId="{042DECAB-DBF2-4E95-B4B7-6C6A52F4443E}" srcOrd="0" destOrd="0" presId="urn:microsoft.com/office/officeart/2018/2/layout/IconVerticalSolidList"/>
    <dgm:cxn modelId="{935DA371-2F75-433A-9821-E8DC86800BCE}" type="presOf" srcId="{460D69EC-337A-410E-98C9-B47782E5B8E5}" destId="{0C392389-E615-4F9D-ABD8-3F539546B091}" srcOrd="0" destOrd="0" presId="urn:microsoft.com/office/officeart/2018/2/layout/IconVerticalSolidList"/>
    <dgm:cxn modelId="{E2A0C085-123E-4E43-9ED4-8D974AF7C04F}" type="presOf" srcId="{78672E6E-4794-4166-97AC-6B1D7AF1399A}" destId="{6C604A4D-86D1-4321-9052-AF311CDFB6AD}" srcOrd="0" destOrd="0" presId="urn:microsoft.com/office/officeart/2018/2/layout/IconVerticalSolidList"/>
    <dgm:cxn modelId="{699B8FB0-51BA-4617-99E2-946854327350}" type="presOf" srcId="{2AD4B2DB-8230-4E56-A4C8-12BD92D28130}" destId="{4562B386-BF00-4470-8429-B58BA85112D7}" srcOrd="0" destOrd="0" presId="urn:microsoft.com/office/officeart/2018/2/layout/IconVerticalSolidList"/>
    <dgm:cxn modelId="{597ABAC8-DAF4-43EF-A5EC-60669B27B512}" type="presOf" srcId="{882A5A61-D7DE-4EAF-B320-BC1602CF3672}" destId="{19496FC2-0F73-42BF-8BC1-5D83F2FD5A7F}" srcOrd="0" destOrd="0" presId="urn:microsoft.com/office/officeart/2018/2/layout/IconVerticalSolidList"/>
    <dgm:cxn modelId="{579813E4-05AA-4A1F-A177-780693575C2B}" srcId="{460D69EC-337A-410E-98C9-B47782E5B8E5}" destId="{882A5A61-D7DE-4EAF-B320-BC1602CF3672}" srcOrd="3" destOrd="0" parTransId="{912B6251-8EFA-4363-B84F-14D9A861368E}" sibTransId="{FFF61A67-DCA7-4E28-A385-3A3525944CBB}"/>
    <dgm:cxn modelId="{0A9B2747-5346-441A-AF43-A821BD4D0807}" type="presParOf" srcId="{0C392389-E615-4F9D-ABD8-3F539546B091}" destId="{304C484B-0E11-4FD5-98E6-C7043649BA04}" srcOrd="0" destOrd="0" presId="urn:microsoft.com/office/officeart/2018/2/layout/IconVerticalSolidList"/>
    <dgm:cxn modelId="{06936B16-965D-4D12-B6BB-2FF374DE7FF3}" type="presParOf" srcId="{304C484B-0E11-4FD5-98E6-C7043649BA04}" destId="{234CC3FB-ED5E-4A31-AD32-FCEEE3CBF675}" srcOrd="0" destOrd="0" presId="urn:microsoft.com/office/officeart/2018/2/layout/IconVerticalSolidList"/>
    <dgm:cxn modelId="{00368D46-151D-4A82-8E37-0D852BE15B46}" type="presParOf" srcId="{304C484B-0E11-4FD5-98E6-C7043649BA04}" destId="{70804EFC-3DC6-4BBA-A99B-495A788E834C}" srcOrd="1" destOrd="0" presId="urn:microsoft.com/office/officeart/2018/2/layout/IconVerticalSolidList"/>
    <dgm:cxn modelId="{37838A36-F61C-4E19-9A5E-DA201422166B}" type="presParOf" srcId="{304C484B-0E11-4FD5-98E6-C7043649BA04}" destId="{68CA0AF1-E321-4CCB-A40D-D34DB9D97DA1}" srcOrd="2" destOrd="0" presId="urn:microsoft.com/office/officeart/2018/2/layout/IconVerticalSolidList"/>
    <dgm:cxn modelId="{FE9B30F4-A53D-4B80-94C9-5776A81C5676}" type="presParOf" srcId="{304C484B-0E11-4FD5-98E6-C7043649BA04}" destId="{3BA25F34-095C-4CED-B2F8-875B43140EE7}" srcOrd="3" destOrd="0" presId="urn:microsoft.com/office/officeart/2018/2/layout/IconVerticalSolidList"/>
    <dgm:cxn modelId="{03008DF7-2978-4796-933B-923D48847EF9}" type="presParOf" srcId="{0C392389-E615-4F9D-ABD8-3F539546B091}" destId="{F7820C24-6C2D-4C43-89A8-48347AFF1A9B}" srcOrd="1" destOrd="0" presId="urn:microsoft.com/office/officeart/2018/2/layout/IconVerticalSolidList"/>
    <dgm:cxn modelId="{E1E2AB15-8098-48C3-BA10-4CAFE6968F27}" type="presParOf" srcId="{0C392389-E615-4F9D-ABD8-3F539546B091}" destId="{32DBAE17-6AC5-4B87-876C-6D1299D092E2}" srcOrd="2" destOrd="0" presId="urn:microsoft.com/office/officeart/2018/2/layout/IconVerticalSolidList"/>
    <dgm:cxn modelId="{9D8DB24A-762B-42A3-9C20-32582FFA6D44}" type="presParOf" srcId="{32DBAE17-6AC5-4B87-876C-6D1299D092E2}" destId="{4BE57F8C-3983-4127-9440-E398578B117F}" srcOrd="0" destOrd="0" presId="urn:microsoft.com/office/officeart/2018/2/layout/IconVerticalSolidList"/>
    <dgm:cxn modelId="{CA7C296E-6498-42ED-8EC2-C0754592C591}" type="presParOf" srcId="{32DBAE17-6AC5-4B87-876C-6D1299D092E2}" destId="{D8E87817-B150-4258-BE5E-7887ABC4D675}" srcOrd="1" destOrd="0" presId="urn:microsoft.com/office/officeart/2018/2/layout/IconVerticalSolidList"/>
    <dgm:cxn modelId="{B752C79E-556D-4C75-9EA4-0C43AAEC3DBD}" type="presParOf" srcId="{32DBAE17-6AC5-4B87-876C-6D1299D092E2}" destId="{468AE4C7-B4EB-4224-B9F1-72B198245770}" srcOrd="2" destOrd="0" presId="urn:microsoft.com/office/officeart/2018/2/layout/IconVerticalSolidList"/>
    <dgm:cxn modelId="{DFA06290-770A-4616-A68C-9430E92DF478}" type="presParOf" srcId="{32DBAE17-6AC5-4B87-876C-6D1299D092E2}" destId="{4562B386-BF00-4470-8429-B58BA85112D7}" srcOrd="3" destOrd="0" presId="urn:microsoft.com/office/officeart/2018/2/layout/IconVerticalSolidList"/>
    <dgm:cxn modelId="{6CE03E4C-7765-40A6-A304-42272C0365AA}" type="presParOf" srcId="{32DBAE17-6AC5-4B87-876C-6D1299D092E2}" destId="{042DECAB-DBF2-4E95-B4B7-6C6A52F4443E}" srcOrd="4" destOrd="0" presId="urn:microsoft.com/office/officeart/2018/2/layout/IconVerticalSolidList"/>
    <dgm:cxn modelId="{AF2C883A-580B-412B-AA1E-66BAE996B64A}" type="presParOf" srcId="{0C392389-E615-4F9D-ABD8-3F539546B091}" destId="{84501B32-CC71-4D02-825F-736B52A8A400}" srcOrd="3" destOrd="0" presId="urn:microsoft.com/office/officeart/2018/2/layout/IconVerticalSolidList"/>
    <dgm:cxn modelId="{C212B1C3-82B1-4FFC-8697-0D2701C31D44}" type="presParOf" srcId="{0C392389-E615-4F9D-ABD8-3F539546B091}" destId="{E194BAB7-64F8-4535-B7FD-AA2DC06A101D}" srcOrd="4" destOrd="0" presId="urn:microsoft.com/office/officeart/2018/2/layout/IconVerticalSolidList"/>
    <dgm:cxn modelId="{4EF4CF74-2431-48FA-AA2D-35E1E4A06248}" type="presParOf" srcId="{E194BAB7-64F8-4535-B7FD-AA2DC06A101D}" destId="{A4DC7493-295E-4408-B34F-BB43D6EDAD58}" srcOrd="0" destOrd="0" presId="urn:microsoft.com/office/officeart/2018/2/layout/IconVerticalSolidList"/>
    <dgm:cxn modelId="{308079AC-EB13-432B-AD84-0434268316B9}" type="presParOf" srcId="{E194BAB7-64F8-4535-B7FD-AA2DC06A101D}" destId="{A80234B0-4EAC-44EB-95C4-F78A7CD8D387}" srcOrd="1" destOrd="0" presId="urn:microsoft.com/office/officeart/2018/2/layout/IconVerticalSolidList"/>
    <dgm:cxn modelId="{EA37ABFF-326A-4546-961B-95F875F893AD}" type="presParOf" srcId="{E194BAB7-64F8-4535-B7FD-AA2DC06A101D}" destId="{9A5203D8-A837-40AA-91EC-07D8EC633BAC}" srcOrd="2" destOrd="0" presId="urn:microsoft.com/office/officeart/2018/2/layout/IconVerticalSolidList"/>
    <dgm:cxn modelId="{BE859179-C4CC-49B4-95CF-81A0481F1CCD}" type="presParOf" srcId="{E194BAB7-64F8-4535-B7FD-AA2DC06A101D}" destId="{39126E73-0021-4537-8337-D686F97F9B26}" srcOrd="3" destOrd="0" presId="urn:microsoft.com/office/officeart/2018/2/layout/IconVerticalSolidList"/>
    <dgm:cxn modelId="{B50EBB1D-60FB-4941-9E9F-303A1F22D01E}" type="presParOf" srcId="{E194BAB7-64F8-4535-B7FD-AA2DC06A101D}" destId="{6C604A4D-86D1-4321-9052-AF311CDFB6AD}" srcOrd="4" destOrd="0" presId="urn:microsoft.com/office/officeart/2018/2/layout/IconVerticalSolidList"/>
    <dgm:cxn modelId="{BA389F68-90F1-45F8-82E5-2FB0530480D6}" type="presParOf" srcId="{0C392389-E615-4F9D-ABD8-3F539546B091}" destId="{4EEDEF0D-83B6-4F08-92CF-0A0E97075928}" srcOrd="5" destOrd="0" presId="urn:microsoft.com/office/officeart/2018/2/layout/IconVerticalSolidList"/>
    <dgm:cxn modelId="{E7340603-1D08-49BE-8612-AA258511B20D}" type="presParOf" srcId="{0C392389-E615-4F9D-ABD8-3F539546B091}" destId="{4D659384-53A9-4A12-A464-27876C457611}" srcOrd="6" destOrd="0" presId="urn:microsoft.com/office/officeart/2018/2/layout/IconVerticalSolidList"/>
    <dgm:cxn modelId="{4427EEDD-2B8F-409D-A030-F008B25BA6FA}" type="presParOf" srcId="{4D659384-53A9-4A12-A464-27876C457611}" destId="{6080E5D3-8DA7-467D-A06F-D6F7EACC4246}" srcOrd="0" destOrd="0" presId="urn:microsoft.com/office/officeart/2018/2/layout/IconVerticalSolidList"/>
    <dgm:cxn modelId="{8B50E764-B771-4263-9D4E-7FD859B2F706}" type="presParOf" srcId="{4D659384-53A9-4A12-A464-27876C457611}" destId="{25F5F76A-6D3A-4E8E-B4EB-8D5E159414E7}" srcOrd="1" destOrd="0" presId="urn:microsoft.com/office/officeart/2018/2/layout/IconVerticalSolidList"/>
    <dgm:cxn modelId="{FF0BE2E2-B990-4901-B9F1-F62E7BB35585}" type="presParOf" srcId="{4D659384-53A9-4A12-A464-27876C457611}" destId="{5A3B67A7-BBE5-48CD-A3DB-08EBF940D838}" srcOrd="2" destOrd="0" presId="urn:microsoft.com/office/officeart/2018/2/layout/IconVerticalSolidList"/>
    <dgm:cxn modelId="{3375F857-C647-45FA-B1C6-43200B3F0B59}" type="presParOf" srcId="{4D659384-53A9-4A12-A464-27876C457611}" destId="{19496FC2-0F73-42BF-8BC1-5D83F2FD5A7F}" srcOrd="3" destOrd="0" presId="urn:microsoft.com/office/officeart/2018/2/layout/IconVerticalSolidList"/>
  </dgm:cxnLst>
  <dgm:bg/>
  <dgm:whole/>
  <dgm:extLst>
    <a:ext uri="http://schemas.microsoft.com/office/drawing/2008/diagram">
      <dsp:dataModelExt xmlns:dsp="http://schemas.microsoft.com/office/drawing/2008/diagram" relId="rId5" minVer="http://schemas.openxmlformats.org/drawingml/2006/diagram"/>
    </a:ext>
  </dgm:extLst>
</dgm:dataModel>
</file>

<file path=ppt/diagrams/data9.xml><?xml version="1.0" encoding="utf-8"?>
<dgm:dataModel xmlns:dgm="http://schemas.openxmlformats.org/drawingml/2006/diagram" xmlns:a="http://schemas.openxmlformats.org/drawingml/2006/main">
  <dgm:ptLst>
    <dgm:pt modelId="{F70BA5FF-FBB8-47EE-A49F-CDE9898F4229}" type="doc">
      <dgm:prSet loTypeId="urn:microsoft.com/office/officeart/2005/8/layout/vList2" loCatId="list" qsTypeId="urn:microsoft.com/office/officeart/2005/8/quickstyle/simple1" qsCatId="simple" csTypeId="urn:microsoft.com/office/officeart/2005/8/colors/colorful2" csCatId="colorful"/>
      <dgm:spPr/>
      <dgm:t>
        <a:bodyPr/>
        <a:lstStyle/>
        <a:p>
          <a:endParaRPr lang="en-US"/>
        </a:p>
      </dgm:t>
    </dgm:pt>
    <dgm:pt modelId="{75AEF37E-1A91-40B0-92CF-7D91383B42BC}">
      <dgm:prSet/>
      <dgm:spPr/>
      <dgm:t>
        <a:bodyPr/>
        <a:lstStyle/>
        <a:p>
          <a:r>
            <a:rPr lang="de-DE"/>
            <a:t>Sehr allgemeines Konzept</a:t>
          </a:r>
          <a:endParaRPr lang="en-US"/>
        </a:p>
      </dgm:t>
    </dgm:pt>
    <dgm:pt modelId="{7E20CC9F-EE43-471B-BB00-96EEE5E4E32C}" type="parTrans" cxnId="{79F0D6FF-3419-4D9F-99CE-DAE3500B0000}">
      <dgm:prSet/>
      <dgm:spPr/>
      <dgm:t>
        <a:bodyPr/>
        <a:lstStyle/>
        <a:p>
          <a:endParaRPr lang="en-US"/>
        </a:p>
      </dgm:t>
    </dgm:pt>
    <dgm:pt modelId="{87064FA8-6B1E-4AD4-9B18-AFE4F436AE24}" type="sibTrans" cxnId="{79F0D6FF-3419-4D9F-99CE-DAE3500B0000}">
      <dgm:prSet/>
      <dgm:spPr/>
      <dgm:t>
        <a:bodyPr/>
        <a:lstStyle/>
        <a:p>
          <a:endParaRPr lang="en-US"/>
        </a:p>
      </dgm:t>
    </dgm:pt>
    <dgm:pt modelId="{FBB3657C-C5F6-483F-B2E1-F304FF747CC2}">
      <dgm:prSet/>
      <dgm:spPr/>
      <dgm:t>
        <a:bodyPr/>
        <a:lstStyle/>
        <a:p>
          <a:r>
            <a:rPr lang="de-DE"/>
            <a:t>Irgendwelche Funktionalität kapseln</a:t>
          </a:r>
          <a:endParaRPr lang="en-US"/>
        </a:p>
      </dgm:t>
    </dgm:pt>
    <dgm:pt modelId="{85443718-1550-46CE-96CB-78EC3B9613A5}" type="parTrans" cxnId="{A178F1A3-3F0E-43F5-9C28-1C22C0485978}">
      <dgm:prSet/>
      <dgm:spPr/>
      <dgm:t>
        <a:bodyPr/>
        <a:lstStyle/>
        <a:p>
          <a:endParaRPr lang="en-US"/>
        </a:p>
      </dgm:t>
    </dgm:pt>
    <dgm:pt modelId="{A05EC887-17FA-46A5-88B3-13577CBF0ECC}" type="sibTrans" cxnId="{A178F1A3-3F0E-43F5-9C28-1C22C0485978}">
      <dgm:prSet/>
      <dgm:spPr/>
      <dgm:t>
        <a:bodyPr/>
        <a:lstStyle/>
        <a:p>
          <a:endParaRPr lang="en-US"/>
        </a:p>
      </dgm:t>
    </dgm:pt>
    <dgm:pt modelId="{B51B687C-5B4F-4241-8A08-08900A297552}">
      <dgm:prSet/>
      <dgm:spPr/>
      <dgm:t>
        <a:bodyPr/>
        <a:lstStyle/>
        <a:p>
          <a:r>
            <a:rPr lang="de-DE"/>
            <a:t>Nicht UI spezifisch</a:t>
          </a:r>
          <a:endParaRPr lang="en-US"/>
        </a:p>
      </dgm:t>
    </dgm:pt>
    <dgm:pt modelId="{C58286B2-5BD3-4229-B34F-6473C5C39825}" type="parTrans" cxnId="{6C31A9AD-1429-4007-8478-E731DC8EDE5B}">
      <dgm:prSet/>
      <dgm:spPr/>
      <dgm:t>
        <a:bodyPr/>
        <a:lstStyle/>
        <a:p>
          <a:endParaRPr lang="en-US"/>
        </a:p>
      </dgm:t>
    </dgm:pt>
    <dgm:pt modelId="{FB8F29B8-9D4B-415C-BD4D-02B2A45DDEC6}" type="sibTrans" cxnId="{6C31A9AD-1429-4007-8478-E731DC8EDE5B}">
      <dgm:prSet/>
      <dgm:spPr/>
      <dgm:t>
        <a:bodyPr/>
        <a:lstStyle/>
        <a:p>
          <a:endParaRPr lang="en-US"/>
        </a:p>
      </dgm:t>
    </dgm:pt>
    <dgm:pt modelId="{D6A51D03-DBAD-409B-9EC6-7E2E1C3F585F}">
      <dgm:prSet/>
      <dgm:spPr/>
      <dgm:t>
        <a:bodyPr/>
        <a:lstStyle/>
        <a:p>
          <a:r>
            <a:rPr lang="de-DE"/>
            <a:t>Implementierungsdetails verstecken</a:t>
          </a:r>
          <a:endParaRPr lang="en-US"/>
        </a:p>
      </dgm:t>
    </dgm:pt>
    <dgm:pt modelId="{7CCB2F7D-AF46-46ED-9726-460BCAE82CFC}" type="parTrans" cxnId="{09329454-3248-47B7-8CA4-6E6B50B43705}">
      <dgm:prSet/>
      <dgm:spPr/>
      <dgm:t>
        <a:bodyPr/>
        <a:lstStyle/>
        <a:p>
          <a:endParaRPr lang="en-US"/>
        </a:p>
      </dgm:t>
    </dgm:pt>
    <dgm:pt modelId="{5E597879-C1A6-4684-ADB5-2616FC0C3B42}" type="sibTrans" cxnId="{09329454-3248-47B7-8CA4-6E6B50B43705}">
      <dgm:prSet/>
      <dgm:spPr/>
      <dgm:t>
        <a:bodyPr/>
        <a:lstStyle/>
        <a:p>
          <a:endParaRPr lang="en-US"/>
        </a:p>
      </dgm:t>
    </dgm:pt>
    <dgm:pt modelId="{EED6FFE0-2A44-4B27-A611-05CF667607C5}">
      <dgm:prSet/>
      <dgm:spPr/>
      <dgm:t>
        <a:bodyPr/>
        <a:lstStyle/>
        <a:p>
          <a:r>
            <a:rPr lang="de-DE"/>
            <a:t>Einsatzmöglichkeiten</a:t>
          </a:r>
          <a:endParaRPr lang="en-US"/>
        </a:p>
      </dgm:t>
    </dgm:pt>
    <dgm:pt modelId="{7E135D92-DED6-48E4-8F92-60A0FD81699B}" type="parTrans" cxnId="{0ADD433C-2A4D-4A44-8D07-0094235D64D4}">
      <dgm:prSet/>
      <dgm:spPr/>
      <dgm:t>
        <a:bodyPr/>
        <a:lstStyle/>
        <a:p>
          <a:endParaRPr lang="en-US"/>
        </a:p>
      </dgm:t>
    </dgm:pt>
    <dgm:pt modelId="{5B1E17C6-C322-4A6C-A038-2CD9288B24D0}" type="sibTrans" cxnId="{0ADD433C-2A4D-4A44-8D07-0094235D64D4}">
      <dgm:prSet/>
      <dgm:spPr/>
      <dgm:t>
        <a:bodyPr/>
        <a:lstStyle/>
        <a:p>
          <a:endParaRPr lang="en-US"/>
        </a:p>
      </dgm:t>
    </dgm:pt>
    <dgm:pt modelId="{3AC862C0-C465-4C9D-8D72-02B075445E8E}">
      <dgm:prSet/>
      <dgm:spPr/>
      <dgm:t>
        <a:bodyPr/>
        <a:lstStyle/>
        <a:p>
          <a:r>
            <a:rPr lang="de-DE"/>
            <a:t>Höhere Abstraktion schaffen (REST)</a:t>
          </a:r>
          <a:endParaRPr lang="en-US"/>
        </a:p>
      </dgm:t>
    </dgm:pt>
    <dgm:pt modelId="{40B3C684-C7E1-486F-A98F-AB41C49A44A7}" type="parTrans" cxnId="{077A92A8-2677-48C0-ABCB-210F54FB1708}">
      <dgm:prSet/>
      <dgm:spPr/>
      <dgm:t>
        <a:bodyPr/>
        <a:lstStyle/>
        <a:p>
          <a:endParaRPr lang="en-US"/>
        </a:p>
      </dgm:t>
    </dgm:pt>
    <dgm:pt modelId="{9D6419F5-4D5A-4B71-9804-E47FA78C7224}" type="sibTrans" cxnId="{077A92A8-2677-48C0-ABCB-210F54FB1708}">
      <dgm:prSet/>
      <dgm:spPr/>
      <dgm:t>
        <a:bodyPr/>
        <a:lstStyle/>
        <a:p>
          <a:endParaRPr lang="en-US"/>
        </a:p>
      </dgm:t>
    </dgm:pt>
    <dgm:pt modelId="{6838FDA3-DDC8-43E9-B255-9E618A481BE5}">
      <dgm:prSet/>
      <dgm:spPr/>
      <dgm:t>
        <a:bodyPr/>
        <a:lstStyle/>
        <a:p>
          <a:r>
            <a:rPr lang="de-DE"/>
            <a:t>Integration anderer Bibliotheken (WebSocket)</a:t>
          </a:r>
          <a:endParaRPr lang="en-US"/>
        </a:p>
      </dgm:t>
    </dgm:pt>
    <dgm:pt modelId="{55BC20D8-05C7-4936-AA8E-8381D756AB98}" type="parTrans" cxnId="{9D8CA647-290F-4E96-9736-1999688677FC}">
      <dgm:prSet/>
      <dgm:spPr/>
      <dgm:t>
        <a:bodyPr/>
        <a:lstStyle/>
        <a:p>
          <a:endParaRPr lang="en-US"/>
        </a:p>
      </dgm:t>
    </dgm:pt>
    <dgm:pt modelId="{34060F6D-81FD-4A68-B66C-B7BB7B18C027}" type="sibTrans" cxnId="{9D8CA647-290F-4E96-9736-1999688677FC}">
      <dgm:prSet/>
      <dgm:spPr/>
      <dgm:t>
        <a:bodyPr/>
        <a:lstStyle/>
        <a:p>
          <a:endParaRPr lang="en-US"/>
        </a:p>
      </dgm:t>
    </dgm:pt>
    <dgm:pt modelId="{CD1D927F-DAAB-42CC-BE2A-48B1C7DB9ED8}">
      <dgm:prSet/>
      <dgm:spPr/>
      <dgm:t>
        <a:bodyPr/>
        <a:lstStyle/>
        <a:p>
          <a:r>
            <a:rPr lang="de-DE"/>
            <a:t>Datenhaltung, Datenzugriff, Caching, Logik, ...</a:t>
          </a:r>
          <a:endParaRPr lang="en-US"/>
        </a:p>
      </dgm:t>
    </dgm:pt>
    <dgm:pt modelId="{C7866F7A-9D76-40CE-BA0F-7D5F2A320B2A}" type="parTrans" cxnId="{ECFB7CAC-57BD-4550-AB46-CC3015AE4FDE}">
      <dgm:prSet/>
      <dgm:spPr/>
      <dgm:t>
        <a:bodyPr/>
        <a:lstStyle/>
        <a:p>
          <a:endParaRPr lang="en-US"/>
        </a:p>
      </dgm:t>
    </dgm:pt>
    <dgm:pt modelId="{4DDE1EE8-347C-4815-8E49-4CE061E06F7F}" type="sibTrans" cxnId="{ECFB7CAC-57BD-4550-AB46-CC3015AE4FDE}">
      <dgm:prSet/>
      <dgm:spPr/>
      <dgm:t>
        <a:bodyPr/>
        <a:lstStyle/>
        <a:p>
          <a:endParaRPr lang="en-US"/>
        </a:p>
      </dgm:t>
    </dgm:pt>
    <dgm:pt modelId="{AC5FE8A3-AD15-4EA5-9DFC-C25661387BAD}">
      <dgm:prSet/>
      <dgm:spPr/>
      <dgm:t>
        <a:bodyPr/>
        <a:lstStyle/>
        <a:p>
          <a:r>
            <a:rPr lang="de-DE"/>
            <a:t>Können Abhängigkeit zu anderen Services haben</a:t>
          </a:r>
          <a:endParaRPr lang="en-US"/>
        </a:p>
      </dgm:t>
    </dgm:pt>
    <dgm:pt modelId="{51B7961F-0CD8-47C1-A88E-CFDA728CE568}" type="parTrans" cxnId="{8D780701-4EEC-4796-BBB9-28474F19BF09}">
      <dgm:prSet/>
      <dgm:spPr/>
      <dgm:t>
        <a:bodyPr/>
        <a:lstStyle/>
        <a:p>
          <a:endParaRPr lang="en-US"/>
        </a:p>
      </dgm:t>
    </dgm:pt>
    <dgm:pt modelId="{8A19C35F-73AE-4335-9887-BBED9EB2C534}" type="sibTrans" cxnId="{8D780701-4EEC-4796-BBB9-28474F19BF09}">
      <dgm:prSet/>
      <dgm:spPr/>
      <dgm:t>
        <a:bodyPr/>
        <a:lstStyle/>
        <a:p>
          <a:endParaRPr lang="en-US"/>
        </a:p>
      </dgm:t>
    </dgm:pt>
    <dgm:pt modelId="{3E4DFD8E-2511-4E47-92B2-F7733B621AE5}" type="pres">
      <dgm:prSet presAssocID="{F70BA5FF-FBB8-47EE-A49F-CDE9898F4229}" presName="linear" presStyleCnt="0">
        <dgm:presLayoutVars>
          <dgm:animLvl val="lvl"/>
          <dgm:resizeHandles val="exact"/>
        </dgm:presLayoutVars>
      </dgm:prSet>
      <dgm:spPr/>
    </dgm:pt>
    <dgm:pt modelId="{8580140C-DC50-9B42-93EF-E0A8E23B5672}" type="pres">
      <dgm:prSet presAssocID="{75AEF37E-1A91-40B0-92CF-7D91383B42BC}" presName="parentText" presStyleLbl="node1" presStyleIdx="0" presStyleCnt="3">
        <dgm:presLayoutVars>
          <dgm:chMax val="0"/>
          <dgm:bulletEnabled val="1"/>
        </dgm:presLayoutVars>
      </dgm:prSet>
      <dgm:spPr/>
    </dgm:pt>
    <dgm:pt modelId="{E3706BF3-EB0C-B54A-9900-D0462B14A2C2}" type="pres">
      <dgm:prSet presAssocID="{75AEF37E-1A91-40B0-92CF-7D91383B42BC}" presName="childText" presStyleLbl="revTx" presStyleIdx="0" presStyleCnt="2">
        <dgm:presLayoutVars>
          <dgm:bulletEnabled val="1"/>
        </dgm:presLayoutVars>
      </dgm:prSet>
      <dgm:spPr/>
    </dgm:pt>
    <dgm:pt modelId="{E8370226-5730-B142-9DD9-D629D96B8129}" type="pres">
      <dgm:prSet presAssocID="{EED6FFE0-2A44-4B27-A611-05CF667607C5}" presName="parentText" presStyleLbl="node1" presStyleIdx="1" presStyleCnt="3">
        <dgm:presLayoutVars>
          <dgm:chMax val="0"/>
          <dgm:bulletEnabled val="1"/>
        </dgm:presLayoutVars>
      </dgm:prSet>
      <dgm:spPr/>
    </dgm:pt>
    <dgm:pt modelId="{85B4C076-C19F-FA44-9E00-83D9F1C8BFCC}" type="pres">
      <dgm:prSet presAssocID="{EED6FFE0-2A44-4B27-A611-05CF667607C5}" presName="childText" presStyleLbl="revTx" presStyleIdx="1" presStyleCnt="2">
        <dgm:presLayoutVars>
          <dgm:bulletEnabled val="1"/>
        </dgm:presLayoutVars>
      </dgm:prSet>
      <dgm:spPr/>
    </dgm:pt>
    <dgm:pt modelId="{D268AD21-B487-BF4A-9B84-2EF1C86BF016}" type="pres">
      <dgm:prSet presAssocID="{AC5FE8A3-AD15-4EA5-9DFC-C25661387BAD}" presName="parentText" presStyleLbl="node1" presStyleIdx="2" presStyleCnt="3">
        <dgm:presLayoutVars>
          <dgm:chMax val="0"/>
          <dgm:bulletEnabled val="1"/>
        </dgm:presLayoutVars>
      </dgm:prSet>
      <dgm:spPr/>
    </dgm:pt>
  </dgm:ptLst>
  <dgm:cxnLst>
    <dgm:cxn modelId="{8D780701-4EEC-4796-BBB9-28474F19BF09}" srcId="{F70BA5FF-FBB8-47EE-A49F-CDE9898F4229}" destId="{AC5FE8A3-AD15-4EA5-9DFC-C25661387BAD}" srcOrd="2" destOrd="0" parTransId="{51B7961F-0CD8-47C1-A88E-CFDA728CE568}" sibTransId="{8A19C35F-73AE-4335-9887-BBED9EB2C534}"/>
    <dgm:cxn modelId="{2E196309-390B-BF47-9C23-10586A384BBD}" type="presOf" srcId="{75AEF37E-1A91-40B0-92CF-7D91383B42BC}" destId="{8580140C-DC50-9B42-93EF-E0A8E23B5672}" srcOrd="0" destOrd="0" presId="urn:microsoft.com/office/officeart/2005/8/layout/vList2"/>
    <dgm:cxn modelId="{DDB78724-0A9F-A841-AF65-CF0B6D1FF10F}" type="presOf" srcId="{B51B687C-5B4F-4241-8A08-08900A297552}" destId="{E3706BF3-EB0C-B54A-9900-D0462B14A2C2}" srcOrd="0" destOrd="1" presId="urn:microsoft.com/office/officeart/2005/8/layout/vList2"/>
    <dgm:cxn modelId="{0ADD433C-2A4D-4A44-8D07-0094235D64D4}" srcId="{F70BA5FF-FBB8-47EE-A49F-CDE9898F4229}" destId="{EED6FFE0-2A44-4B27-A611-05CF667607C5}" srcOrd="1" destOrd="0" parTransId="{7E135D92-DED6-48E4-8F92-60A0FD81699B}" sibTransId="{5B1E17C6-C322-4A6C-A038-2CD9288B24D0}"/>
    <dgm:cxn modelId="{9D8CA647-290F-4E96-9736-1999688677FC}" srcId="{EED6FFE0-2A44-4B27-A611-05CF667607C5}" destId="{6838FDA3-DDC8-43E9-B255-9E618A481BE5}" srcOrd="1" destOrd="0" parTransId="{55BC20D8-05C7-4936-AA8E-8381D756AB98}" sibTransId="{34060F6D-81FD-4A68-B66C-B7BB7B18C027}"/>
    <dgm:cxn modelId="{09329454-3248-47B7-8CA4-6E6B50B43705}" srcId="{75AEF37E-1A91-40B0-92CF-7D91383B42BC}" destId="{D6A51D03-DBAD-409B-9EC6-7E2E1C3F585F}" srcOrd="2" destOrd="0" parTransId="{7CCB2F7D-AF46-46ED-9726-460BCAE82CFC}" sibTransId="{5E597879-C1A6-4684-ADB5-2616FC0C3B42}"/>
    <dgm:cxn modelId="{B2202183-2B95-9848-BCF8-CE3F5D6E2DD5}" type="presOf" srcId="{EED6FFE0-2A44-4B27-A611-05CF667607C5}" destId="{E8370226-5730-B142-9DD9-D629D96B8129}" srcOrd="0" destOrd="0" presId="urn:microsoft.com/office/officeart/2005/8/layout/vList2"/>
    <dgm:cxn modelId="{02414C8C-169E-304E-BBFF-8FBD24003D74}" type="presOf" srcId="{CD1D927F-DAAB-42CC-BE2A-48B1C7DB9ED8}" destId="{85B4C076-C19F-FA44-9E00-83D9F1C8BFCC}" srcOrd="0" destOrd="2" presId="urn:microsoft.com/office/officeart/2005/8/layout/vList2"/>
    <dgm:cxn modelId="{A178F1A3-3F0E-43F5-9C28-1C22C0485978}" srcId="{75AEF37E-1A91-40B0-92CF-7D91383B42BC}" destId="{FBB3657C-C5F6-483F-B2E1-F304FF747CC2}" srcOrd="0" destOrd="0" parTransId="{85443718-1550-46CE-96CB-78EC3B9613A5}" sibTransId="{A05EC887-17FA-46A5-88B3-13577CBF0ECC}"/>
    <dgm:cxn modelId="{077A92A8-2677-48C0-ABCB-210F54FB1708}" srcId="{EED6FFE0-2A44-4B27-A611-05CF667607C5}" destId="{3AC862C0-C465-4C9D-8D72-02B075445E8E}" srcOrd="0" destOrd="0" parTransId="{40B3C684-C7E1-486F-A98F-AB41C49A44A7}" sibTransId="{9D6419F5-4D5A-4B71-9804-E47FA78C7224}"/>
    <dgm:cxn modelId="{ECFB7CAC-57BD-4550-AB46-CC3015AE4FDE}" srcId="{EED6FFE0-2A44-4B27-A611-05CF667607C5}" destId="{CD1D927F-DAAB-42CC-BE2A-48B1C7DB9ED8}" srcOrd="2" destOrd="0" parTransId="{C7866F7A-9D76-40CE-BA0F-7D5F2A320B2A}" sibTransId="{4DDE1EE8-347C-4815-8E49-4CE061E06F7F}"/>
    <dgm:cxn modelId="{6C31A9AD-1429-4007-8478-E731DC8EDE5B}" srcId="{75AEF37E-1A91-40B0-92CF-7D91383B42BC}" destId="{B51B687C-5B4F-4241-8A08-08900A297552}" srcOrd="1" destOrd="0" parTransId="{C58286B2-5BD3-4229-B34F-6473C5C39825}" sibTransId="{FB8F29B8-9D4B-415C-BD4D-02B2A45DDEC6}"/>
    <dgm:cxn modelId="{06068BAF-A150-EF46-B1BE-C80A5602C20A}" type="presOf" srcId="{6838FDA3-DDC8-43E9-B255-9E618A481BE5}" destId="{85B4C076-C19F-FA44-9E00-83D9F1C8BFCC}" srcOrd="0" destOrd="1" presId="urn:microsoft.com/office/officeart/2005/8/layout/vList2"/>
    <dgm:cxn modelId="{4E7D84B0-CC58-854E-99D9-EBFE9400A8D3}" type="presOf" srcId="{D6A51D03-DBAD-409B-9EC6-7E2E1C3F585F}" destId="{E3706BF3-EB0C-B54A-9900-D0462B14A2C2}" srcOrd="0" destOrd="2" presId="urn:microsoft.com/office/officeart/2005/8/layout/vList2"/>
    <dgm:cxn modelId="{1D3CD4D6-CDD7-624A-867F-16FAC75ED0A5}" type="presOf" srcId="{FBB3657C-C5F6-483F-B2E1-F304FF747CC2}" destId="{E3706BF3-EB0C-B54A-9900-D0462B14A2C2}" srcOrd="0" destOrd="0" presId="urn:microsoft.com/office/officeart/2005/8/layout/vList2"/>
    <dgm:cxn modelId="{DD8AE4DC-3F2A-6241-BF32-E48641767E88}" type="presOf" srcId="{AC5FE8A3-AD15-4EA5-9DFC-C25661387BAD}" destId="{D268AD21-B487-BF4A-9B84-2EF1C86BF016}" srcOrd="0" destOrd="0" presId="urn:microsoft.com/office/officeart/2005/8/layout/vList2"/>
    <dgm:cxn modelId="{AD67A3EA-617C-D442-831F-201FEAD1F238}" type="presOf" srcId="{3AC862C0-C465-4C9D-8D72-02B075445E8E}" destId="{85B4C076-C19F-FA44-9E00-83D9F1C8BFCC}" srcOrd="0" destOrd="0" presId="urn:microsoft.com/office/officeart/2005/8/layout/vList2"/>
    <dgm:cxn modelId="{DB3859F0-7AAC-F143-AD61-A527F31FC174}" type="presOf" srcId="{F70BA5FF-FBB8-47EE-A49F-CDE9898F4229}" destId="{3E4DFD8E-2511-4E47-92B2-F7733B621AE5}" srcOrd="0" destOrd="0" presId="urn:microsoft.com/office/officeart/2005/8/layout/vList2"/>
    <dgm:cxn modelId="{79F0D6FF-3419-4D9F-99CE-DAE3500B0000}" srcId="{F70BA5FF-FBB8-47EE-A49F-CDE9898F4229}" destId="{75AEF37E-1A91-40B0-92CF-7D91383B42BC}" srcOrd="0" destOrd="0" parTransId="{7E20CC9F-EE43-471B-BB00-96EEE5E4E32C}" sibTransId="{87064FA8-6B1E-4AD4-9B18-AFE4F436AE24}"/>
    <dgm:cxn modelId="{A029F0E9-9494-3A47-81B5-62A21C3CF67D}" type="presParOf" srcId="{3E4DFD8E-2511-4E47-92B2-F7733B621AE5}" destId="{8580140C-DC50-9B42-93EF-E0A8E23B5672}" srcOrd="0" destOrd="0" presId="urn:microsoft.com/office/officeart/2005/8/layout/vList2"/>
    <dgm:cxn modelId="{396E90AB-F2E5-0F4E-8A10-3F75D5D180D4}" type="presParOf" srcId="{3E4DFD8E-2511-4E47-92B2-F7733B621AE5}" destId="{E3706BF3-EB0C-B54A-9900-D0462B14A2C2}" srcOrd="1" destOrd="0" presId="urn:microsoft.com/office/officeart/2005/8/layout/vList2"/>
    <dgm:cxn modelId="{C7BC6637-B2D3-F14B-B5ED-7B2B44AA05A5}" type="presParOf" srcId="{3E4DFD8E-2511-4E47-92B2-F7733B621AE5}" destId="{E8370226-5730-B142-9DD9-D629D96B8129}" srcOrd="2" destOrd="0" presId="urn:microsoft.com/office/officeart/2005/8/layout/vList2"/>
    <dgm:cxn modelId="{2D16048F-0CB2-CD4C-8B94-543978BA4BEA}" type="presParOf" srcId="{3E4DFD8E-2511-4E47-92B2-F7733B621AE5}" destId="{85B4C076-C19F-FA44-9E00-83D9F1C8BFCC}" srcOrd="3" destOrd="0" presId="urn:microsoft.com/office/officeart/2005/8/layout/vList2"/>
    <dgm:cxn modelId="{E96A26DB-0112-054C-9BC5-D2436AA779BB}" type="presParOf" srcId="{3E4DFD8E-2511-4E47-92B2-F7733B621AE5}" destId="{D268AD21-B487-BF4A-9B84-2EF1C86BF016}" srcOrd="4" destOrd="0" presId="urn:microsoft.com/office/officeart/2005/8/layout/vList2"/>
  </dgm:cxnLst>
  <dgm:bg/>
  <dgm:whole/>
  <dgm:extLst>
    <a:ext uri="http://schemas.microsoft.com/office/drawing/2008/diagram">
      <dsp:dataModelExt xmlns:dsp="http://schemas.microsoft.com/office/drawing/2008/diagram" relId="rId5" minVer="http://schemas.openxmlformats.org/drawingml/2006/diagram"/>
    </a:ext>
  </dgm:extLst>
</dgm:dataModel>
</file>

<file path=ppt/diagrams/data10.xml><?xml version="1.0" encoding="utf-8"?>
<dgm:dataModel xmlns:dgm="http://schemas.openxmlformats.org/drawingml/2006/diagram" xmlns:a="http://schemas.openxmlformats.org/drawingml/2006/main">
  <dgm:ptLst>
    <dgm:pt modelId="{137CF48F-06EF-1743-8EBB-6C45D899FD96}" type="doc">
      <dgm:prSet loTypeId="urn:microsoft.com/office/officeart/2005/8/layout/list1" loCatId="" qsTypeId="urn:microsoft.com/office/officeart/2005/8/quickstyle/simple4" qsCatId="simple" csTypeId="urn:microsoft.com/office/officeart/2005/8/colors/accent1_2" csCatId="accent1" phldr="1"/>
      <dgm:spPr/>
      <dgm:t>
        <a:bodyPr/>
        <a:lstStyle/>
        <a:p>
          <a:endParaRPr lang="de-DE"/>
        </a:p>
      </dgm:t>
    </dgm:pt>
    <dgm:pt modelId="{DC04A101-1837-D940-AB74-320A30C1306F}">
      <dgm:prSet/>
      <dgm:spPr/>
      <dgm:t>
        <a:bodyPr/>
        <a:lstStyle/>
        <a:p>
          <a:pPr rtl="0"/>
          <a:r>
            <a:rPr lang="de-DE"/>
            <a:t>Aufbau der Netze komplex.</a:t>
          </a:r>
        </a:p>
      </dgm:t>
    </dgm:pt>
    <dgm:pt modelId="{5AF97E3D-3CCE-E74A-8F7A-09582F270F7C}" type="parTrans" cxnId="{6072D63E-1C04-2D46-B2C7-BC670EEE1A0A}">
      <dgm:prSet/>
      <dgm:spPr/>
      <dgm:t>
        <a:bodyPr/>
        <a:lstStyle/>
        <a:p>
          <a:endParaRPr lang="de-DE"/>
        </a:p>
      </dgm:t>
    </dgm:pt>
    <dgm:pt modelId="{8867A746-1E03-A344-8B72-C85A5AFDA537}" type="sibTrans" cxnId="{6072D63E-1C04-2D46-B2C7-BC670EEE1A0A}">
      <dgm:prSet/>
      <dgm:spPr/>
      <dgm:t>
        <a:bodyPr/>
        <a:lstStyle/>
        <a:p>
          <a:endParaRPr lang="de-DE"/>
        </a:p>
      </dgm:t>
    </dgm:pt>
    <dgm:pt modelId="{502651E8-B233-564C-9BE7-600A967999F0}">
      <dgm:prSet/>
      <dgm:spPr/>
      <dgm:t>
        <a:bodyPr/>
        <a:lstStyle/>
        <a:p>
          <a:pPr rtl="0"/>
          <a:r>
            <a:rPr lang="de-DE"/>
            <a:t>Testbarkeit der Komponenten wird eingeschränkt.</a:t>
          </a:r>
        </a:p>
      </dgm:t>
    </dgm:pt>
    <dgm:pt modelId="{E760247B-0466-9E4A-B538-69908AD01D1B}" type="parTrans" cxnId="{D885EE1C-06BD-1A48-8E08-3CC6F8421F64}">
      <dgm:prSet/>
      <dgm:spPr/>
      <dgm:t>
        <a:bodyPr/>
        <a:lstStyle/>
        <a:p>
          <a:endParaRPr lang="de-DE"/>
        </a:p>
      </dgm:t>
    </dgm:pt>
    <dgm:pt modelId="{6E3A7F33-AEF9-A845-B361-2C78A581E914}" type="sibTrans" cxnId="{D885EE1C-06BD-1A48-8E08-3CC6F8421F64}">
      <dgm:prSet/>
      <dgm:spPr/>
      <dgm:t>
        <a:bodyPr/>
        <a:lstStyle/>
        <a:p>
          <a:endParaRPr lang="de-DE"/>
        </a:p>
      </dgm:t>
    </dgm:pt>
    <dgm:pt modelId="{51298CF8-FDF3-4845-8431-042197D24083}">
      <dgm:prSet/>
      <dgm:spPr/>
      <dgm:t>
        <a:bodyPr/>
        <a:lstStyle/>
        <a:p>
          <a:pPr rtl="0"/>
          <a:r>
            <a:rPr lang="de-DE"/>
            <a:t>Änderbarkeit und Wartbarkeit nur bedingt gegeben.</a:t>
          </a:r>
        </a:p>
      </dgm:t>
    </dgm:pt>
    <dgm:pt modelId="{F88EB534-7E8C-5C4D-BDC1-467182299C62}" type="parTrans" cxnId="{1ACEE10D-787D-5443-A79A-6E8901C2DFE1}">
      <dgm:prSet/>
      <dgm:spPr/>
      <dgm:t>
        <a:bodyPr/>
        <a:lstStyle/>
        <a:p>
          <a:endParaRPr lang="de-DE"/>
        </a:p>
      </dgm:t>
    </dgm:pt>
    <dgm:pt modelId="{AB47C066-D760-5548-A66F-589F40E11261}" type="sibTrans" cxnId="{1ACEE10D-787D-5443-A79A-6E8901C2DFE1}">
      <dgm:prSet/>
      <dgm:spPr/>
      <dgm:t>
        <a:bodyPr/>
        <a:lstStyle/>
        <a:p>
          <a:endParaRPr lang="de-DE"/>
        </a:p>
      </dgm:t>
    </dgm:pt>
    <dgm:pt modelId="{FB3C7343-67B2-9747-9408-076B06C7C9A7}">
      <dgm:prSet/>
      <dgm:spPr/>
      <dgm:t>
        <a:bodyPr/>
        <a:lstStyle/>
        <a:p>
          <a:pPr rtl="0"/>
          <a:r>
            <a:rPr lang="de-DE" dirty="0" err="1"/>
            <a:t>Favor</a:t>
          </a:r>
          <a:r>
            <a:rPr lang="de-DE" dirty="0"/>
            <a:t> Delegation </a:t>
          </a:r>
          <a:r>
            <a:rPr lang="de-DE" dirty="0" err="1"/>
            <a:t>over</a:t>
          </a:r>
          <a:r>
            <a:rPr lang="de-DE" dirty="0"/>
            <a:t> </a:t>
          </a:r>
          <a:r>
            <a:rPr lang="de-DE" dirty="0" err="1"/>
            <a:t>inheritance</a:t>
          </a:r>
          <a:r>
            <a:rPr lang="de-DE" dirty="0"/>
            <a:t>.</a:t>
          </a:r>
        </a:p>
      </dgm:t>
    </dgm:pt>
    <dgm:pt modelId="{8B3837E7-FAC7-E84A-B291-336BA0DBD0B7}" type="parTrans" cxnId="{54E94F39-AAFB-D04E-B3FE-F27E77A9F3DA}">
      <dgm:prSet/>
      <dgm:spPr/>
      <dgm:t>
        <a:bodyPr/>
        <a:lstStyle/>
        <a:p>
          <a:endParaRPr lang="de-DE"/>
        </a:p>
      </dgm:t>
    </dgm:pt>
    <dgm:pt modelId="{17A7ABC1-4D09-8A4A-A6D6-504CB168629C}" type="sibTrans" cxnId="{54E94F39-AAFB-D04E-B3FE-F27E77A9F3DA}">
      <dgm:prSet/>
      <dgm:spPr/>
      <dgm:t>
        <a:bodyPr/>
        <a:lstStyle/>
        <a:p>
          <a:endParaRPr lang="de-DE"/>
        </a:p>
      </dgm:t>
    </dgm:pt>
    <dgm:pt modelId="{8B7699F5-139B-D046-8275-C056A6BA49B3}">
      <dgm:prSet/>
      <dgm:spPr/>
      <dgm:t>
        <a:bodyPr/>
        <a:lstStyle/>
        <a:p>
          <a:pPr rtl="0"/>
          <a:r>
            <a:rPr lang="de-DE" dirty="0"/>
            <a:t>Verschiedene Möglichkeiten Netze aufzubauen.</a:t>
          </a:r>
        </a:p>
      </dgm:t>
    </dgm:pt>
    <dgm:pt modelId="{3506DADC-FF07-4C42-93FF-D3AB30A203A7}" type="parTrans" cxnId="{CE5C00DC-3CBF-6A4E-BEDC-35EF1C30BF89}">
      <dgm:prSet/>
      <dgm:spPr/>
      <dgm:t>
        <a:bodyPr/>
        <a:lstStyle/>
        <a:p>
          <a:endParaRPr lang="de-DE"/>
        </a:p>
      </dgm:t>
    </dgm:pt>
    <dgm:pt modelId="{97CABD35-53D6-3248-B306-5D89E5810CC9}" type="sibTrans" cxnId="{CE5C00DC-3CBF-6A4E-BEDC-35EF1C30BF89}">
      <dgm:prSet/>
      <dgm:spPr/>
      <dgm:t>
        <a:bodyPr/>
        <a:lstStyle/>
        <a:p>
          <a:endParaRPr lang="de-DE"/>
        </a:p>
      </dgm:t>
    </dgm:pt>
    <dgm:pt modelId="{6BEE2A7A-C1FC-3943-BD38-5E336C6BD5EE}" type="pres">
      <dgm:prSet presAssocID="{137CF48F-06EF-1743-8EBB-6C45D899FD96}" presName="linear" presStyleCnt="0">
        <dgm:presLayoutVars>
          <dgm:dir/>
          <dgm:animLvl val="lvl"/>
          <dgm:resizeHandles val="exact"/>
        </dgm:presLayoutVars>
      </dgm:prSet>
      <dgm:spPr/>
    </dgm:pt>
    <dgm:pt modelId="{CFA95A14-D22F-C948-A869-F7D297266433}" type="pres">
      <dgm:prSet presAssocID="{DC04A101-1837-D940-AB74-320A30C1306F}" presName="parentLin" presStyleCnt="0"/>
      <dgm:spPr/>
    </dgm:pt>
    <dgm:pt modelId="{7239F3FD-F800-0949-B1B0-3D649E54BD11}" type="pres">
      <dgm:prSet presAssocID="{DC04A101-1837-D940-AB74-320A30C1306F}" presName="parentLeftMargin" presStyleLbl="node1" presStyleIdx="0" presStyleCnt="5"/>
      <dgm:spPr/>
    </dgm:pt>
    <dgm:pt modelId="{1ECD87B9-C580-F745-B1B7-FBF6A99F2703}" type="pres">
      <dgm:prSet presAssocID="{DC04A101-1837-D940-AB74-320A30C1306F}" presName="parentText" presStyleLbl="node1" presStyleIdx="0" presStyleCnt="5">
        <dgm:presLayoutVars>
          <dgm:chMax val="0"/>
          <dgm:bulletEnabled val="1"/>
        </dgm:presLayoutVars>
      </dgm:prSet>
      <dgm:spPr/>
    </dgm:pt>
    <dgm:pt modelId="{778BFF4B-AC52-634E-826A-44E0F50551A8}" type="pres">
      <dgm:prSet presAssocID="{DC04A101-1837-D940-AB74-320A30C1306F}" presName="negativeSpace" presStyleCnt="0"/>
      <dgm:spPr/>
    </dgm:pt>
    <dgm:pt modelId="{27BFC5A3-221C-BF41-82F3-231312BBE5EC}" type="pres">
      <dgm:prSet presAssocID="{DC04A101-1837-D940-AB74-320A30C1306F}" presName="childText" presStyleLbl="conFgAcc1" presStyleIdx="0" presStyleCnt="5">
        <dgm:presLayoutVars>
          <dgm:bulletEnabled val="1"/>
        </dgm:presLayoutVars>
      </dgm:prSet>
      <dgm:spPr/>
    </dgm:pt>
    <dgm:pt modelId="{2EF62C71-1FE3-6541-82E9-F1A2383F9597}" type="pres">
      <dgm:prSet presAssocID="{8867A746-1E03-A344-8B72-C85A5AFDA537}" presName="spaceBetweenRectangles" presStyleCnt="0"/>
      <dgm:spPr/>
    </dgm:pt>
    <dgm:pt modelId="{8B3EE54B-C6E5-6240-846F-AE3BF223DABF}" type="pres">
      <dgm:prSet presAssocID="{502651E8-B233-564C-9BE7-600A967999F0}" presName="parentLin" presStyleCnt="0"/>
      <dgm:spPr/>
    </dgm:pt>
    <dgm:pt modelId="{4A105D4B-B76A-B54A-BD17-89AADAAD12E3}" type="pres">
      <dgm:prSet presAssocID="{502651E8-B233-564C-9BE7-600A967999F0}" presName="parentLeftMargin" presStyleLbl="node1" presStyleIdx="0" presStyleCnt="5"/>
      <dgm:spPr/>
    </dgm:pt>
    <dgm:pt modelId="{B09D4BB5-B624-1D4B-B9E6-011316B43742}" type="pres">
      <dgm:prSet presAssocID="{502651E8-B233-564C-9BE7-600A967999F0}" presName="parentText" presStyleLbl="node1" presStyleIdx="1" presStyleCnt="5">
        <dgm:presLayoutVars>
          <dgm:chMax val="0"/>
          <dgm:bulletEnabled val="1"/>
        </dgm:presLayoutVars>
      </dgm:prSet>
      <dgm:spPr/>
    </dgm:pt>
    <dgm:pt modelId="{41526D06-E0D6-3E44-969C-698A19BE763F}" type="pres">
      <dgm:prSet presAssocID="{502651E8-B233-564C-9BE7-600A967999F0}" presName="negativeSpace" presStyleCnt="0"/>
      <dgm:spPr/>
    </dgm:pt>
    <dgm:pt modelId="{E7B1E18C-5299-164E-8066-1AD144D53839}" type="pres">
      <dgm:prSet presAssocID="{502651E8-B233-564C-9BE7-600A967999F0}" presName="childText" presStyleLbl="conFgAcc1" presStyleIdx="1" presStyleCnt="5">
        <dgm:presLayoutVars>
          <dgm:bulletEnabled val="1"/>
        </dgm:presLayoutVars>
      </dgm:prSet>
      <dgm:spPr/>
    </dgm:pt>
    <dgm:pt modelId="{704B7B41-7956-6744-924D-38FF2EB17BB0}" type="pres">
      <dgm:prSet presAssocID="{6E3A7F33-AEF9-A845-B361-2C78A581E914}" presName="spaceBetweenRectangles" presStyleCnt="0"/>
      <dgm:spPr/>
    </dgm:pt>
    <dgm:pt modelId="{CF3FABA2-E09D-E840-9216-B93DD10BE9FB}" type="pres">
      <dgm:prSet presAssocID="{51298CF8-FDF3-4845-8431-042197D24083}" presName="parentLin" presStyleCnt="0"/>
      <dgm:spPr/>
    </dgm:pt>
    <dgm:pt modelId="{F126DED2-5AA5-0944-BB22-E44D1E98F20A}" type="pres">
      <dgm:prSet presAssocID="{51298CF8-FDF3-4845-8431-042197D24083}" presName="parentLeftMargin" presStyleLbl="node1" presStyleIdx="1" presStyleCnt="5"/>
      <dgm:spPr/>
    </dgm:pt>
    <dgm:pt modelId="{D23F324F-A649-C54D-90F8-26F719C76FD7}" type="pres">
      <dgm:prSet presAssocID="{51298CF8-FDF3-4845-8431-042197D24083}" presName="parentText" presStyleLbl="node1" presStyleIdx="2" presStyleCnt="5">
        <dgm:presLayoutVars>
          <dgm:chMax val="0"/>
          <dgm:bulletEnabled val="1"/>
        </dgm:presLayoutVars>
      </dgm:prSet>
      <dgm:spPr/>
    </dgm:pt>
    <dgm:pt modelId="{0E18BC6F-76E8-1E42-9790-A92F27B40DC7}" type="pres">
      <dgm:prSet presAssocID="{51298CF8-FDF3-4845-8431-042197D24083}" presName="negativeSpace" presStyleCnt="0"/>
      <dgm:spPr/>
    </dgm:pt>
    <dgm:pt modelId="{1C9F027A-4FEE-E646-9A26-FF01151D7B0D}" type="pres">
      <dgm:prSet presAssocID="{51298CF8-FDF3-4845-8431-042197D24083}" presName="childText" presStyleLbl="conFgAcc1" presStyleIdx="2" presStyleCnt="5">
        <dgm:presLayoutVars>
          <dgm:bulletEnabled val="1"/>
        </dgm:presLayoutVars>
      </dgm:prSet>
      <dgm:spPr/>
    </dgm:pt>
    <dgm:pt modelId="{320F94DB-0240-3B48-86A0-B95E4218BF18}" type="pres">
      <dgm:prSet presAssocID="{AB47C066-D760-5548-A66F-589F40E11261}" presName="spaceBetweenRectangles" presStyleCnt="0"/>
      <dgm:spPr/>
    </dgm:pt>
    <dgm:pt modelId="{01760883-840C-724C-93BD-BE6A878FEB9C}" type="pres">
      <dgm:prSet presAssocID="{FB3C7343-67B2-9747-9408-076B06C7C9A7}" presName="parentLin" presStyleCnt="0"/>
      <dgm:spPr/>
    </dgm:pt>
    <dgm:pt modelId="{FF4F0C05-8A49-944F-BA4E-1F2D18491E9E}" type="pres">
      <dgm:prSet presAssocID="{FB3C7343-67B2-9747-9408-076B06C7C9A7}" presName="parentLeftMargin" presStyleLbl="node1" presStyleIdx="2" presStyleCnt="5"/>
      <dgm:spPr/>
    </dgm:pt>
    <dgm:pt modelId="{AABA84C5-D367-3740-811F-273A21F9174D}" type="pres">
      <dgm:prSet presAssocID="{FB3C7343-67B2-9747-9408-076B06C7C9A7}" presName="parentText" presStyleLbl="node1" presStyleIdx="3" presStyleCnt="5">
        <dgm:presLayoutVars>
          <dgm:chMax val="0"/>
          <dgm:bulletEnabled val="1"/>
        </dgm:presLayoutVars>
      </dgm:prSet>
      <dgm:spPr/>
    </dgm:pt>
    <dgm:pt modelId="{4892C2D1-C498-E24A-8F75-DB0CBCB6E045}" type="pres">
      <dgm:prSet presAssocID="{FB3C7343-67B2-9747-9408-076B06C7C9A7}" presName="negativeSpace" presStyleCnt="0"/>
      <dgm:spPr/>
    </dgm:pt>
    <dgm:pt modelId="{E7A1E83F-27FB-7046-916E-840DBC608703}" type="pres">
      <dgm:prSet presAssocID="{FB3C7343-67B2-9747-9408-076B06C7C9A7}" presName="childText" presStyleLbl="conFgAcc1" presStyleIdx="3" presStyleCnt="5">
        <dgm:presLayoutVars>
          <dgm:bulletEnabled val="1"/>
        </dgm:presLayoutVars>
      </dgm:prSet>
      <dgm:spPr/>
    </dgm:pt>
    <dgm:pt modelId="{F8F67C72-6766-3641-8429-79CC9D52321A}" type="pres">
      <dgm:prSet presAssocID="{17A7ABC1-4D09-8A4A-A6D6-504CB168629C}" presName="spaceBetweenRectangles" presStyleCnt="0"/>
      <dgm:spPr/>
    </dgm:pt>
    <dgm:pt modelId="{5A3AA09F-554D-CC4E-A440-A445ED2B5AC1}" type="pres">
      <dgm:prSet presAssocID="{8B7699F5-139B-D046-8275-C056A6BA49B3}" presName="parentLin" presStyleCnt="0"/>
      <dgm:spPr/>
    </dgm:pt>
    <dgm:pt modelId="{D7CF370E-E249-714D-9E1A-D26770835788}" type="pres">
      <dgm:prSet presAssocID="{8B7699F5-139B-D046-8275-C056A6BA49B3}" presName="parentLeftMargin" presStyleLbl="node1" presStyleIdx="3" presStyleCnt="5"/>
      <dgm:spPr/>
    </dgm:pt>
    <dgm:pt modelId="{0A9A284D-6452-BB41-99E7-07D3AE11220D}" type="pres">
      <dgm:prSet presAssocID="{8B7699F5-139B-D046-8275-C056A6BA49B3}" presName="parentText" presStyleLbl="node1" presStyleIdx="4" presStyleCnt="5">
        <dgm:presLayoutVars>
          <dgm:chMax val="0"/>
          <dgm:bulletEnabled val="1"/>
        </dgm:presLayoutVars>
      </dgm:prSet>
      <dgm:spPr/>
    </dgm:pt>
    <dgm:pt modelId="{A43DC9F2-2AE4-1146-B81A-11C886E51E1E}" type="pres">
      <dgm:prSet presAssocID="{8B7699F5-139B-D046-8275-C056A6BA49B3}" presName="negativeSpace" presStyleCnt="0"/>
      <dgm:spPr/>
    </dgm:pt>
    <dgm:pt modelId="{6387FF60-1556-F646-BEF2-EFDFA3F1F8AE}" type="pres">
      <dgm:prSet presAssocID="{8B7699F5-139B-D046-8275-C056A6BA49B3}" presName="childText" presStyleLbl="conFgAcc1" presStyleIdx="4" presStyleCnt="5">
        <dgm:presLayoutVars>
          <dgm:bulletEnabled val="1"/>
        </dgm:presLayoutVars>
      </dgm:prSet>
      <dgm:spPr/>
    </dgm:pt>
  </dgm:ptLst>
  <dgm:cxnLst>
    <dgm:cxn modelId="{1ACEE10D-787D-5443-A79A-6E8901C2DFE1}" srcId="{137CF48F-06EF-1743-8EBB-6C45D899FD96}" destId="{51298CF8-FDF3-4845-8431-042197D24083}" srcOrd="2" destOrd="0" parTransId="{F88EB534-7E8C-5C4D-BDC1-467182299C62}" sibTransId="{AB47C066-D760-5548-A66F-589F40E11261}"/>
    <dgm:cxn modelId="{D885EE1C-06BD-1A48-8E08-3CC6F8421F64}" srcId="{137CF48F-06EF-1743-8EBB-6C45D899FD96}" destId="{502651E8-B233-564C-9BE7-600A967999F0}" srcOrd="1" destOrd="0" parTransId="{E760247B-0466-9E4A-B538-69908AD01D1B}" sibTransId="{6E3A7F33-AEF9-A845-B361-2C78A581E914}"/>
    <dgm:cxn modelId="{A19FB326-9063-5E47-ACA2-2CF81CF65950}" type="presOf" srcId="{51298CF8-FDF3-4845-8431-042197D24083}" destId="{D23F324F-A649-C54D-90F8-26F719C76FD7}" srcOrd="1" destOrd="0" presId="urn:microsoft.com/office/officeart/2005/8/layout/list1"/>
    <dgm:cxn modelId="{7EB79D2A-8ADC-3B4C-B7A9-2E597A87F299}" type="presOf" srcId="{137CF48F-06EF-1743-8EBB-6C45D899FD96}" destId="{6BEE2A7A-C1FC-3943-BD38-5E336C6BD5EE}" srcOrd="0" destOrd="0" presId="urn:microsoft.com/office/officeart/2005/8/layout/list1"/>
    <dgm:cxn modelId="{CB8A502B-8D5B-7743-85CB-2D279CC68321}" type="presOf" srcId="{502651E8-B233-564C-9BE7-600A967999F0}" destId="{B09D4BB5-B624-1D4B-B9E6-011316B43742}" srcOrd="1" destOrd="0" presId="urn:microsoft.com/office/officeart/2005/8/layout/list1"/>
    <dgm:cxn modelId="{54E94F39-AAFB-D04E-B3FE-F27E77A9F3DA}" srcId="{137CF48F-06EF-1743-8EBB-6C45D899FD96}" destId="{FB3C7343-67B2-9747-9408-076B06C7C9A7}" srcOrd="3" destOrd="0" parTransId="{8B3837E7-FAC7-E84A-B291-336BA0DBD0B7}" sibTransId="{17A7ABC1-4D09-8A4A-A6D6-504CB168629C}"/>
    <dgm:cxn modelId="{99F1433B-61FA-EA4D-8165-54206471B430}" type="presOf" srcId="{51298CF8-FDF3-4845-8431-042197D24083}" destId="{F126DED2-5AA5-0944-BB22-E44D1E98F20A}" srcOrd="0" destOrd="0" presId="urn:microsoft.com/office/officeart/2005/8/layout/list1"/>
    <dgm:cxn modelId="{6072D63E-1C04-2D46-B2C7-BC670EEE1A0A}" srcId="{137CF48F-06EF-1743-8EBB-6C45D899FD96}" destId="{DC04A101-1837-D940-AB74-320A30C1306F}" srcOrd="0" destOrd="0" parTransId="{5AF97E3D-3CCE-E74A-8F7A-09582F270F7C}" sibTransId="{8867A746-1E03-A344-8B72-C85A5AFDA537}"/>
    <dgm:cxn modelId="{4AADC64B-BFEB-B243-9082-C666F8F413E7}" type="presOf" srcId="{502651E8-B233-564C-9BE7-600A967999F0}" destId="{4A105D4B-B76A-B54A-BD17-89AADAAD12E3}" srcOrd="0" destOrd="0" presId="urn:microsoft.com/office/officeart/2005/8/layout/list1"/>
    <dgm:cxn modelId="{411E0B50-F152-724E-998A-471D27E1DC8E}" type="presOf" srcId="{FB3C7343-67B2-9747-9408-076B06C7C9A7}" destId="{AABA84C5-D367-3740-811F-273A21F9174D}" srcOrd="1" destOrd="0" presId="urn:microsoft.com/office/officeart/2005/8/layout/list1"/>
    <dgm:cxn modelId="{6B089D7B-5D56-E043-A20B-868B1C33BF5F}" type="presOf" srcId="{8B7699F5-139B-D046-8275-C056A6BA49B3}" destId="{D7CF370E-E249-714D-9E1A-D26770835788}" srcOrd="0" destOrd="0" presId="urn:microsoft.com/office/officeart/2005/8/layout/list1"/>
    <dgm:cxn modelId="{33772085-927B-884B-B500-15EF64C09EF2}" type="presOf" srcId="{FB3C7343-67B2-9747-9408-076B06C7C9A7}" destId="{FF4F0C05-8A49-944F-BA4E-1F2D18491E9E}" srcOrd="0" destOrd="0" presId="urn:microsoft.com/office/officeart/2005/8/layout/list1"/>
    <dgm:cxn modelId="{EFFD86C1-CCE1-0A4F-A160-CA2CA3FBB9FA}" type="presOf" srcId="{DC04A101-1837-D940-AB74-320A30C1306F}" destId="{1ECD87B9-C580-F745-B1B7-FBF6A99F2703}" srcOrd="1" destOrd="0" presId="urn:microsoft.com/office/officeart/2005/8/layout/list1"/>
    <dgm:cxn modelId="{DECA7DD7-B301-1948-853B-2CFA952B8A0A}" type="presOf" srcId="{8B7699F5-139B-D046-8275-C056A6BA49B3}" destId="{0A9A284D-6452-BB41-99E7-07D3AE11220D}" srcOrd="1" destOrd="0" presId="urn:microsoft.com/office/officeart/2005/8/layout/list1"/>
    <dgm:cxn modelId="{CE5C00DC-3CBF-6A4E-BEDC-35EF1C30BF89}" srcId="{137CF48F-06EF-1743-8EBB-6C45D899FD96}" destId="{8B7699F5-139B-D046-8275-C056A6BA49B3}" srcOrd="4" destOrd="0" parTransId="{3506DADC-FF07-4C42-93FF-D3AB30A203A7}" sibTransId="{97CABD35-53D6-3248-B306-5D89E5810CC9}"/>
    <dgm:cxn modelId="{CD76E4E1-A556-6249-9C01-099A56341B75}" type="presOf" srcId="{DC04A101-1837-D940-AB74-320A30C1306F}" destId="{7239F3FD-F800-0949-B1B0-3D649E54BD11}" srcOrd="0" destOrd="0" presId="urn:microsoft.com/office/officeart/2005/8/layout/list1"/>
    <dgm:cxn modelId="{5BF061FC-D7D7-8C4A-BF95-F9895734A122}" type="presParOf" srcId="{6BEE2A7A-C1FC-3943-BD38-5E336C6BD5EE}" destId="{CFA95A14-D22F-C948-A869-F7D297266433}" srcOrd="0" destOrd="0" presId="urn:microsoft.com/office/officeart/2005/8/layout/list1"/>
    <dgm:cxn modelId="{D453BB99-165E-4347-9895-1BC0F40E97ED}" type="presParOf" srcId="{CFA95A14-D22F-C948-A869-F7D297266433}" destId="{7239F3FD-F800-0949-B1B0-3D649E54BD11}" srcOrd="0" destOrd="0" presId="urn:microsoft.com/office/officeart/2005/8/layout/list1"/>
    <dgm:cxn modelId="{FB482074-3394-CE4A-B5BA-86966C321954}" type="presParOf" srcId="{CFA95A14-D22F-C948-A869-F7D297266433}" destId="{1ECD87B9-C580-F745-B1B7-FBF6A99F2703}" srcOrd="1" destOrd="0" presId="urn:microsoft.com/office/officeart/2005/8/layout/list1"/>
    <dgm:cxn modelId="{06DE892E-55EA-2F46-B129-3052EED1A363}" type="presParOf" srcId="{6BEE2A7A-C1FC-3943-BD38-5E336C6BD5EE}" destId="{778BFF4B-AC52-634E-826A-44E0F50551A8}" srcOrd="1" destOrd="0" presId="urn:microsoft.com/office/officeart/2005/8/layout/list1"/>
    <dgm:cxn modelId="{4EFED974-9500-4F42-B0D9-85EE91C282D7}" type="presParOf" srcId="{6BEE2A7A-C1FC-3943-BD38-5E336C6BD5EE}" destId="{27BFC5A3-221C-BF41-82F3-231312BBE5EC}" srcOrd="2" destOrd="0" presId="urn:microsoft.com/office/officeart/2005/8/layout/list1"/>
    <dgm:cxn modelId="{59F246C2-6951-D94E-9647-17736646CB85}" type="presParOf" srcId="{6BEE2A7A-C1FC-3943-BD38-5E336C6BD5EE}" destId="{2EF62C71-1FE3-6541-82E9-F1A2383F9597}" srcOrd="3" destOrd="0" presId="urn:microsoft.com/office/officeart/2005/8/layout/list1"/>
    <dgm:cxn modelId="{A93C2E5A-854F-5447-BF78-9A8FD28E6090}" type="presParOf" srcId="{6BEE2A7A-C1FC-3943-BD38-5E336C6BD5EE}" destId="{8B3EE54B-C6E5-6240-846F-AE3BF223DABF}" srcOrd="4" destOrd="0" presId="urn:microsoft.com/office/officeart/2005/8/layout/list1"/>
    <dgm:cxn modelId="{65A968A4-0D2B-B849-B41B-7501CC990CF7}" type="presParOf" srcId="{8B3EE54B-C6E5-6240-846F-AE3BF223DABF}" destId="{4A105D4B-B76A-B54A-BD17-89AADAAD12E3}" srcOrd="0" destOrd="0" presId="urn:microsoft.com/office/officeart/2005/8/layout/list1"/>
    <dgm:cxn modelId="{D09A3586-58D2-F84A-85FA-6587A165DDE2}" type="presParOf" srcId="{8B3EE54B-C6E5-6240-846F-AE3BF223DABF}" destId="{B09D4BB5-B624-1D4B-B9E6-011316B43742}" srcOrd="1" destOrd="0" presId="urn:microsoft.com/office/officeart/2005/8/layout/list1"/>
    <dgm:cxn modelId="{4693E7AE-6B49-F24E-B369-8EC2876D4856}" type="presParOf" srcId="{6BEE2A7A-C1FC-3943-BD38-5E336C6BD5EE}" destId="{41526D06-E0D6-3E44-969C-698A19BE763F}" srcOrd="5" destOrd="0" presId="urn:microsoft.com/office/officeart/2005/8/layout/list1"/>
    <dgm:cxn modelId="{49CC0697-CA1C-414B-85B0-A05BED85405C}" type="presParOf" srcId="{6BEE2A7A-C1FC-3943-BD38-5E336C6BD5EE}" destId="{E7B1E18C-5299-164E-8066-1AD144D53839}" srcOrd="6" destOrd="0" presId="urn:microsoft.com/office/officeart/2005/8/layout/list1"/>
    <dgm:cxn modelId="{EDBB7219-11CB-C649-9FAE-D4AF07BCA299}" type="presParOf" srcId="{6BEE2A7A-C1FC-3943-BD38-5E336C6BD5EE}" destId="{704B7B41-7956-6744-924D-38FF2EB17BB0}" srcOrd="7" destOrd="0" presId="urn:microsoft.com/office/officeart/2005/8/layout/list1"/>
    <dgm:cxn modelId="{74668403-9343-1D4B-BF78-1DEF078C3BDB}" type="presParOf" srcId="{6BEE2A7A-C1FC-3943-BD38-5E336C6BD5EE}" destId="{CF3FABA2-E09D-E840-9216-B93DD10BE9FB}" srcOrd="8" destOrd="0" presId="urn:microsoft.com/office/officeart/2005/8/layout/list1"/>
    <dgm:cxn modelId="{E1DBE7B4-3149-AC4A-A025-E91C3F4FB818}" type="presParOf" srcId="{CF3FABA2-E09D-E840-9216-B93DD10BE9FB}" destId="{F126DED2-5AA5-0944-BB22-E44D1E98F20A}" srcOrd="0" destOrd="0" presId="urn:microsoft.com/office/officeart/2005/8/layout/list1"/>
    <dgm:cxn modelId="{200889BC-5C69-2E46-A5ED-EA89FC086F21}" type="presParOf" srcId="{CF3FABA2-E09D-E840-9216-B93DD10BE9FB}" destId="{D23F324F-A649-C54D-90F8-26F719C76FD7}" srcOrd="1" destOrd="0" presId="urn:microsoft.com/office/officeart/2005/8/layout/list1"/>
    <dgm:cxn modelId="{16E1F6D4-2936-D54C-A272-528EF90E75D9}" type="presParOf" srcId="{6BEE2A7A-C1FC-3943-BD38-5E336C6BD5EE}" destId="{0E18BC6F-76E8-1E42-9790-A92F27B40DC7}" srcOrd="9" destOrd="0" presId="urn:microsoft.com/office/officeart/2005/8/layout/list1"/>
    <dgm:cxn modelId="{D513700C-BB41-DB40-A6B2-5157CEF7D7D7}" type="presParOf" srcId="{6BEE2A7A-C1FC-3943-BD38-5E336C6BD5EE}" destId="{1C9F027A-4FEE-E646-9A26-FF01151D7B0D}" srcOrd="10" destOrd="0" presId="urn:microsoft.com/office/officeart/2005/8/layout/list1"/>
    <dgm:cxn modelId="{35899B0E-9EF5-9E4B-AE01-62ECE44195EB}" type="presParOf" srcId="{6BEE2A7A-C1FC-3943-BD38-5E336C6BD5EE}" destId="{320F94DB-0240-3B48-86A0-B95E4218BF18}" srcOrd="11" destOrd="0" presId="urn:microsoft.com/office/officeart/2005/8/layout/list1"/>
    <dgm:cxn modelId="{98185DC2-D04B-E340-96E9-3DAB2FA42EAA}" type="presParOf" srcId="{6BEE2A7A-C1FC-3943-BD38-5E336C6BD5EE}" destId="{01760883-840C-724C-93BD-BE6A878FEB9C}" srcOrd="12" destOrd="0" presId="urn:microsoft.com/office/officeart/2005/8/layout/list1"/>
    <dgm:cxn modelId="{2196DE93-FEF0-3D44-816E-B82F598CDC00}" type="presParOf" srcId="{01760883-840C-724C-93BD-BE6A878FEB9C}" destId="{FF4F0C05-8A49-944F-BA4E-1F2D18491E9E}" srcOrd="0" destOrd="0" presId="urn:microsoft.com/office/officeart/2005/8/layout/list1"/>
    <dgm:cxn modelId="{F6A5E6C9-DCE2-934E-8BDA-EA49DDE4DB7F}" type="presParOf" srcId="{01760883-840C-724C-93BD-BE6A878FEB9C}" destId="{AABA84C5-D367-3740-811F-273A21F9174D}" srcOrd="1" destOrd="0" presId="urn:microsoft.com/office/officeart/2005/8/layout/list1"/>
    <dgm:cxn modelId="{96DC64CE-3B37-A243-BFB1-26A6CC44A8DD}" type="presParOf" srcId="{6BEE2A7A-C1FC-3943-BD38-5E336C6BD5EE}" destId="{4892C2D1-C498-E24A-8F75-DB0CBCB6E045}" srcOrd="13" destOrd="0" presId="urn:microsoft.com/office/officeart/2005/8/layout/list1"/>
    <dgm:cxn modelId="{99E7B76B-9CE6-DB4D-87B4-4A1CB6CC7701}" type="presParOf" srcId="{6BEE2A7A-C1FC-3943-BD38-5E336C6BD5EE}" destId="{E7A1E83F-27FB-7046-916E-840DBC608703}" srcOrd="14" destOrd="0" presId="urn:microsoft.com/office/officeart/2005/8/layout/list1"/>
    <dgm:cxn modelId="{5699002B-C8B8-2344-8C85-5147815B5CB8}" type="presParOf" srcId="{6BEE2A7A-C1FC-3943-BD38-5E336C6BD5EE}" destId="{F8F67C72-6766-3641-8429-79CC9D52321A}" srcOrd="15" destOrd="0" presId="urn:microsoft.com/office/officeart/2005/8/layout/list1"/>
    <dgm:cxn modelId="{92006DDF-E905-E741-AC11-20502E74F52B}" type="presParOf" srcId="{6BEE2A7A-C1FC-3943-BD38-5E336C6BD5EE}" destId="{5A3AA09F-554D-CC4E-A440-A445ED2B5AC1}" srcOrd="16" destOrd="0" presId="urn:microsoft.com/office/officeart/2005/8/layout/list1"/>
    <dgm:cxn modelId="{FFF6CD54-DA3A-654B-954A-55C1AE261F43}" type="presParOf" srcId="{5A3AA09F-554D-CC4E-A440-A445ED2B5AC1}" destId="{D7CF370E-E249-714D-9E1A-D26770835788}" srcOrd="0" destOrd="0" presId="urn:microsoft.com/office/officeart/2005/8/layout/list1"/>
    <dgm:cxn modelId="{AA261E7B-719B-5F47-8156-4038A94239F3}" type="presParOf" srcId="{5A3AA09F-554D-CC4E-A440-A445ED2B5AC1}" destId="{0A9A284D-6452-BB41-99E7-07D3AE11220D}" srcOrd="1" destOrd="0" presId="urn:microsoft.com/office/officeart/2005/8/layout/list1"/>
    <dgm:cxn modelId="{AE75E6A4-733A-3542-9238-D39451F4FBDA}" type="presParOf" srcId="{6BEE2A7A-C1FC-3943-BD38-5E336C6BD5EE}" destId="{A43DC9F2-2AE4-1146-B81A-11C886E51E1E}" srcOrd="17" destOrd="0" presId="urn:microsoft.com/office/officeart/2005/8/layout/list1"/>
    <dgm:cxn modelId="{B9FB88CD-06CB-D249-9B3F-B90A6BF7C713}" type="presParOf" srcId="{6BEE2A7A-C1FC-3943-BD38-5E336C6BD5EE}" destId="{6387FF60-1556-F646-BEF2-EFDFA3F1F8AE}" srcOrd="18" destOrd="0" presId="urn:microsoft.com/office/officeart/2005/8/layout/list1"/>
  </dgm:cxnLst>
  <dgm:bg/>
  <dgm:whole/>
  <dgm:extLst>
    <a:ext uri="http://schemas.microsoft.com/office/drawing/2008/diagram">
      <dsp:dataModelExt xmlns:dsp="http://schemas.microsoft.com/office/drawing/2008/diagram" relId="rId5" minVer="http://schemas.openxmlformats.org/drawingml/2006/diagram"/>
    </a:ext>
  </dgm:extLst>
</dgm:dataModel>
</file>

<file path=ppt/diagrams/data11.xml><?xml version="1.0" encoding="utf-8"?>
<dgm:dataModel xmlns:dgm="http://schemas.openxmlformats.org/drawingml/2006/diagram" xmlns:a="http://schemas.openxmlformats.org/drawingml/2006/main">
  <dgm:ptLst>
    <dgm:pt modelId="{C5E9A6EF-7A77-2C4F-89A3-A1EB85BD89C8}" type="doc">
      <dgm:prSet loTypeId="urn:microsoft.com/office/officeart/2008/layout/SquareAccentList" loCatId="" qsTypeId="urn:microsoft.com/office/officeart/2005/8/quickstyle/3D1" qsCatId="3D" csTypeId="urn:microsoft.com/office/officeart/2005/8/colors/accent1_2" csCatId="accent1" phldr="1"/>
      <dgm:spPr/>
      <dgm:t>
        <a:bodyPr/>
        <a:lstStyle/>
        <a:p>
          <a:endParaRPr lang="de-DE"/>
        </a:p>
      </dgm:t>
    </dgm:pt>
    <dgm:pt modelId="{E523C9C9-44E4-8F4C-AFF0-0A41583A5470}">
      <dgm:prSet phldrT="[Text]"/>
      <dgm:spPr/>
      <dgm:t>
        <a:bodyPr/>
        <a:lstStyle/>
        <a:p>
          <a:r>
            <a:rPr lang="de-DE" dirty="0"/>
            <a:t>intermediate</a:t>
          </a:r>
        </a:p>
      </dgm:t>
    </dgm:pt>
    <dgm:pt modelId="{BFDD7C29-7827-9F41-A10B-235C8F10D135}" type="parTrans" cxnId="{C25AE12D-E0CA-F148-A166-D0F32CE73344}">
      <dgm:prSet/>
      <dgm:spPr/>
      <dgm:t>
        <a:bodyPr/>
        <a:lstStyle/>
        <a:p>
          <a:endParaRPr lang="de-DE"/>
        </a:p>
      </dgm:t>
    </dgm:pt>
    <dgm:pt modelId="{849F7042-090C-154F-B331-9D79B86139AD}" type="sibTrans" cxnId="{C25AE12D-E0CA-F148-A166-D0F32CE73344}">
      <dgm:prSet/>
      <dgm:spPr/>
      <dgm:t>
        <a:bodyPr/>
        <a:lstStyle/>
        <a:p>
          <a:endParaRPr lang="de-DE"/>
        </a:p>
      </dgm:t>
    </dgm:pt>
    <dgm:pt modelId="{5E1A3761-696C-A247-A10F-46C164BC8AA8}">
      <dgm:prSet phldrT="[Text]"/>
      <dgm:spPr/>
      <dgm:t>
        <a:bodyPr/>
        <a:lstStyle/>
        <a:p>
          <a:r>
            <a:rPr lang="de-DE" dirty="0" err="1"/>
            <a:t>filter</a:t>
          </a:r>
          <a:endParaRPr lang="de-DE" dirty="0"/>
        </a:p>
      </dgm:t>
    </dgm:pt>
    <dgm:pt modelId="{8C609066-3EB0-E946-BC44-839A246CE517}" type="parTrans" cxnId="{A5729033-6452-3149-9DE4-4A8ECFA7EB25}">
      <dgm:prSet/>
      <dgm:spPr/>
      <dgm:t>
        <a:bodyPr/>
        <a:lstStyle/>
        <a:p>
          <a:endParaRPr lang="de-DE"/>
        </a:p>
      </dgm:t>
    </dgm:pt>
    <dgm:pt modelId="{066C3D85-9EFB-2647-B41D-D3C20BDC3EBD}" type="sibTrans" cxnId="{A5729033-6452-3149-9DE4-4A8ECFA7EB25}">
      <dgm:prSet/>
      <dgm:spPr/>
      <dgm:t>
        <a:bodyPr/>
        <a:lstStyle/>
        <a:p>
          <a:endParaRPr lang="de-DE"/>
        </a:p>
      </dgm:t>
    </dgm:pt>
    <dgm:pt modelId="{6A8A650A-0C93-F14A-9361-0118E1F7EC60}">
      <dgm:prSet phldrT="[Text]"/>
      <dgm:spPr/>
      <dgm:t>
        <a:bodyPr/>
        <a:lstStyle/>
        <a:p>
          <a:r>
            <a:rPr lang="de-DE"/>
            <a:t>map</a:t>
          </a:r>
          <a:endParaRPr lang="de-DE" dirty="0"/>
        </a:p>
      </dgm:t>
    </dgm:pt>
    <dgm:pt modelId="{712828DD-507C-5E4F-B5BC-CE9DDD87DB83}" type="parTrans" cxnId="{92BE3AAE-15A9-E245-B7BA-A4D619F57A5D}">
      <dgm:prSet/>
      <dgm:spPr/>
      <dgm:t>
        <a:bodyPr/>
        <a:lstStyle/>
        <a:p>
          <a:endParaRPr lang="de-DE"/>
        </a:p>
      </dgm:t>
    </dgm:pt>
    <dgm:pt modelId="{746CDBDF-8526-4046-9408-D9DB06C05211}" type="sibTrans" cxnId="{92BE3AAE-15A9-E245-B7BA-A4D619F57A5D}">
      <dgm:prSet/>
      <dgm:spPr/>
      <dgm:t>
        <a:bodyPr/>
        <a:lstStyle/>
        <a:p>
          <a:endParaRPr lang="de-DE"/>
        </a:p>
      </dgm:t>
    </dgm:pt>
    <dgm:pt modelId="{E8C406D6-A9AC-C245-B757-1D5F6098F671}">
      <dgm:prSet phldrT="[Text]"/>
      <dgm:spPr/>
      <dgm:t>
        <a:bodyPr/>
        <a:lstStyle/>
        <a:p>
          <a:r>
            <a:rPr lang="de-DE" dirty="0" err="1"/>
            <a:t>peek</a:t>
          </a:r>
          <a:endParaRPr lang="de-DE" dirty="0"/>
        </a:p>
      </dgm:t>
    </dgm:pt>
    <dgm:pt modelId="{CD79FFC7-642E-AF43-B6F3-72457378295C}" type="parTrans" cxnId="{80256412-1C31-AC4B-B611-8E72D810B72B}">
      <dgm:prSet/>
      <dgm:spPr/>
      <dgm:t>
        <a:bodyPr/>
        <a:lstStyle/>
        <a:p>
          <a:endParaRPr lang="de-DE"/>
        </a:p>
      </dgm:t>
    </dgm:pt>
    <dgm:pt modelId="{16745278-1785-9F4C-BC52-419EF1995AB3}" type="sibTrans" cxnId="{80256412-1C31-AC4B-B611-8E72D810B72B}">
      <dgm:prSet/>
      <dgm:spPr/>
      <dgm:t>
        <a:bodyPr/>
        <a:lstStyle/>
        <a:p>
          <a:endParaRPr lang="de-DE"/>
        </a:p>
      </dgm:t>
    </dgm:pt>
    <dgm:pt modelId="{25DC7A00-683F-1644-BB5D-DACA931D83F3}">
      <dgm:prSet phldrT="[Text]"/>
      <dgm:spPr/>
      <dgm:t>
        <a:bodyPr/>
        <a:lstStyle/>
        <a:p>
          <a:r>
            <a:rPr lang="de-DE" dirty="0"/>
            <a:t>terminal</a:t>
          </a:r>
        </a:p>
      </dgm:t>
    </dgm:pt>
    <dgm:pt modelId="{69EF6156-6F14-184A-A52D-7E691797028B}" type="parTrans" cxnId="{C262E89D-07FD-9B4A-AFB0-8E4F1F8CCA11}">
      <dgm:prSet/>
      <dgm:spPr/>
      <dgm:t>
        <a:bodyPr/>
        <a:lstStyle/>
        <a:p>
          <a:endParaRPr lang="de-DE"/>
        </a:p>
      </dgm:t>
    </dgm:pt>
    <dgm:pt modelId="{D785C973-2E20-0549-AB5D-86A4D742E614}" type="sibTrans" cxnId="{C262E89D-07FD-9B4A-AFB0-8E4F1F8CCA11}">
      <dgm:prSet/>
      <dgm:spPr/>
      <dgm:t>
        <a:bodyPr/>
        <a:lstStyle/>
        <a:p>
          <a:endParaRPr lang="de-DE"/>
        </a:p>
      </dgm:t>
    </dgm:pt>
    <dgm:pt modelId="{A6FAB208-DDBE-9C45-9FB9-1F193F4464C9}">
      <dgm:prSet phldrT="[Text]"/>
      <dgm:spPr/>
      <dgm:t>
        <a:bodyPr/>
        <a:lstStyle/>
        <a:p>
          <a:r>
            <a:rPr lang="de-DE" dirty="0" err="1"/>
            <a:t>count</a:t>
          </a:r>
          <a:endParaRPr lang="de-DE" dirty="0"/>
        </a:p>
      </dgm:t>
    </dgm:pt>
    <dgm:pt modelId="{5D5ECCB8-24EC-D647-BA96-C7A06D8A28EC}" type="parTrans" cxnId="{0AD77743-A0D6-A041-9CD3-54F1F1707F32}">
      <dgm:prSet/>
      <dgm:spPr/>
      <dgm:t>
        <a:bodyPr/>
        <a:lstStyle/>
        <a:p>
          <a:endParaRPr lang="de-DE"/>
        </a:p>
      </dgm:t>
    </dgm:pt>
    <dgm:pt modelId="{A2E46242-7B60-5D41-8068-3E1B22B00737}" type="sibTrans" cxnId="{0AD77743-A0D6-A041-9CD3-54F1F1707F32}">
      <dgm:prSet/>
      <dgm:spPr/>
      <dgm:t>
        <a:bodyPr/>
        <a:lstStyle/>
        <a:p>
          <a:endParaRPr lang="de-DE"/>
        </a:p>
      </dgm:t>
    </dgm:pt>
    <dgm:pt modelId="{D8A8A526-74B6-BD45-97D1-859FB7D066FA}">
      <dgm:prSet phldrT="[Text]"/>
      <dgm:spPr/>
      <dgm:t>
        <a:bodyPr/>
        <a:lstStyle/>
        <a:p>
          <a:r>
            <a:rPr lang="de-DE" dirty="0" err="1"/>
            <a:t>foreach</a:t>
          </a:r>
          <a:endParaRPr lang="de-DE" dirty="0"/>
        </a:p>
      </dgm:t>
    </dgm:pt>
    <dgm:pt modelId="{52E1F517-341B-4F44-A043-0B14D387733C}" type="parTrans" cxnId="{00BE594A-C7F9-6746-B8F8-1CB5C6153694}">
      <dgm:prSet/>
      <dgm:spPr/>
      <dgm:t>
        <a:bodyPr/>
        <a:lstStyle/>
        <a:p>
          <a:endParaRPr lang="de-DE"/>
        </a:p>
      </dgm:t>
    </dgm:pt>
    <dgm:pt modelId="{FE10DD2B-E756-064E-8A54-BAC1B2830E1A}" type="sibTrans" cxnId="{00BE594A-C7F9-6746-B8F8-1CB5C6153694}">
      <dgm:prSet/>
      <dgm:spPr/>
      <dgm:t>
        <a:bodyPr/>
        <a:lstStyle/>
        <a:p>
          <a:endParaRPr lang="de-DE"/>
        </a:p>
      </dgm:t>
    </dgm:pt>
    <dgm:pt modelId="{A5240FC0-C1CB-6C43-B04F-31C88EE22181}">
      <dgm:prSet phldrT="[Text]"/>
      <dgm:spPr/>
      <dgm:t>
        <a:bodyPr/>
        <a:lstStyle/>
        <a:p>
          <a:r>
            <a:rPr lang="de-DE" dirty="0" err="1"/>
            <a:t>sum</a:t>
          </a:r>
          <a:endParaRPr lang="de-DE" dirty="0"/>
        </a:p>
      </dgm:t>
    </dgm:pt>
    <dgm:pt modelId="{072B4714-1C59-654A-B9B6-F35B06D32DE7}" type="parTrans" cxnId="{DCE8FA79-D194-CB40-A5DC-CDDA34EE40A4}">
      <dgm:prSet/>
      <dgm:spPr/>
      <dgm:t>
        <a:bodyPr/>
        <a:lstStyle/>
        <a:p>
          <a:endParaRPr lang="de-DE"/>
        </a:p>
      </dgm:t>
    </dgm:pt>
    <dgm:pt modelId="{996BA8A1-6DF0-124C-B0AF-5C788FEBDA23}" type="sibTrans" cxnId="{DCE8FA79-D194-CB40-A5DC-CDDA34EE40A4}">
      <dgm:prSet/>
      <dgm:spPr/>
      <dgm:t>
        <a:bodyPr/>
        <a:lstStyle/>
        <a:p>
          <a:endParaRPr lang="de-DE"/>
        </a:p>
      </dgm:t>
    </dgm:pt>
    <dgm:pt modelId="{4F29715C-9C08-D943-BD03-131B551D8C09}">
      <dgm:prSet phldrT="[Text]"/>
      <dgm:spPr/>
      <dgm:t>
        <a:bodyPr/>
        <a:lstStyle/>
        <a:p>
          <a:r>
            <a:rPr lang="de-DE" dirty="0" err="1"/>
            <a:t>sorted</a:t>
          </a:r>
          <a:endParaRPr lang="de-DE" dirty="0"/>
        </a:p>
      </dgm:t>
    </dgm:pt>
    <dgm:pt modelId="{A2C3A007-B70E-0841-A545-10CA743976F8}" type="parTrans" cxnId="{D4FE74A9-B800-5843-A182-C1253C7CAECE}">
      <dgm:prSet/>
      <dgm:spPr/>
      <dgm:t>
        <a:bodyPr/>
        <a:lstStyle/>
        <a:p>
          <a:endParaRPr lang="de-DE"/>
        </a:p>
      </dgm:t>
    </dgm:pt>
    <dgm:pt modelId="{3BC4D253-B3F6-F949-B2EF-22C04E9D4398}" type="sibTrans" cxnId="{D4FE74A9-B800-5843-A182-C1253C7CAECE}">
      <dgm:prSet/>
      <dgm:spPr/>
      <dgm:t>
        <a:bodyPr/>
        <a:lstStyle/>
        <a:p>
          <a:endParaRPr lang="de-DE"/>
        </a:p>
      </dgm:t>
    </dgm:pt>
    <dgm:pt modelId="{34F7FA70-3B51-8A49-BE3F-6DF5AFAFA5DA}">
      <dgm:prSet phldrT="[Text]"/>
      <dgm:spPr/>
      <dgm:t>
        <a:bodyPr/>
        <a:lstStyle/>
        <a:p>
          <a:r>
            <a:rPr lang="de-DE"/>
            <a:t>distinct</a:t>
          </a:r>
          <a:endParaRPr lang="de-DE" dirty="0"/>
        </a:p>
      </dgm:t>
    </dgm:pt>
    <dgm:pt modelId="{B509E933-B07D-2645-BAE1-8185D8A88FF4}" type="parTrans" cxnId="{447B8EB2-87CD-8346-9ACE-8144C4EB43E0}">
      <dgm:prSet/>
      <dgm:spPr/>
      <dgm:t>
        <a:bodyPr/>
        <a:lstStyle/>
        <a:p>
          <a:endParaRPr lang="de-DE"/>
        </a:p>
      </dgm:t>
    </dgm:pt>
    <dgm:pt modelId="{30E9466F-DAE7-474A-A54E-E538DFB6AD98}" type="sibTrans" cxnId="{447B8EB2-87CD-8346-9ACE-8144C4EB43E0}">
      <dgm:prSet/>
      <dgm:spPr/>
      <dgm:t>
        <a:bodyPr/>
        <a:lstStyle/>
        <a:p>
          <a:endParaRPr lang="de-DE"/>
        </a:p>
      </dgm:t>
    </dgm:pt>
    <dgm:pt modelId="{54E0D958-B473-B843-ABEB-72168ECAD51A}">
      <dgm:prSet phldrT="[Text]"/>
      <dgm:spPr/>
      <dgm:t>
        <a:bodyPr/>
        <a:lstStyle/>
        <a:p>
          <a:r>
            <a:rPr lang="de-DE" dirty="0" err="1"/>
            <a:t>limit</a:t>
          </a:r>
          <a:endParaRPr lang="de-DE" dirty="0"/>
        </a:p>
      </dgm:t>
    </dgm:pt>
    <dgm:pt modelId="{73284425-4754-B84D-8B8B-41E7E01BCB11}" type="parTrans" cxnId="{69C2B459-D4B1-8941-BD85-38273DCA96B8}">
      <dgm:prSet/>
      <dgm:spPr/>
      <dgm:t>
        <a:bodyPr/>
        <a:lstStyle/>
        <a:p>
          <a:endParaRPr lang="de-DE"/>
        </a:p>
      </dgm:t>
    </dgm:pt>
    <dgm:pt modelId="{631A3606-C7C8-1644-A0C6-B9A218724756}" type="sibTrans" cxnId="{69C2B459-D4B1-8941-BD85-38273DCA96B8}">
      <dgm:prSet/>
      <dgm:spPr/>
      <dgm:t>
        <a:bodyPr/>
        <a:lstStyle/>
        <a:p>
          <a:endParaRPr lang="de-DE"/>
        </a:p>
      </dgm:t>
    </dgm:pt>
    <dgm:pt modelId="{9488761A-BCD6-5446-89EB-3B7E28F383B9}">
      <dgm:prSet phldrT="[Text]"/>
      <dgm:spPr/>
      <dgm:t>
        <a:bodyPr/>
        <a:lstStyle/>
        <a:p>
          <a:r>
            <a:rPr lang="de-DE" dirty="0"/>
            <a:t>min/</a:t>
          </a:r>
          <a:r>
            <a:rPr lang="de-DE" dirty="0" err="1"/>
            <a:t>max</a:t>
          </a:r>
          <a:endParaRPr lang="de-DE" dirty="0"/>
        </a:p>
      </dgm:t>
    </dgm:pt>
    <dgm:pt modelId="{69E271EE-9CE6-5C49-BEB7-FC3F85B002D9}" type="parTrans" cxnId="{AA58CE3D-AF36-F34E-8C03-19D8C4427570}">
      <dgm:prSet/>
      <dgm:spPr/>
      <dgm:t>
        <a:bodyPr/>
        <a:lstStyle/>
        <a:p>
          <a:endParaRPr lang="de-DE"/>
        </a:p>
      </dgm:t>
    </dgm:pt>
    <dgm:pt modelId="{034B6CBC-31FF-6340-A470-29600FF0B667}" type="sibTrans" cxnId="{AA58CE3D-AF36-F34E-8C03-19D8C4427570}">
      <dgm:prSet/>
      <dgm:spPr/>
      <dgm:t>
        <a:bodyPr/>
        <a:lstStyle/>
        <a:p>
          <a:endParaRPr lang="de-DE"/>
        </a:p>
      </dgm:t>
    </dgm:pt>
    <dgm:pt modelId="{79F93832-0A17-DB48-A1C7-D899C215C72B}">
      <dgm:prSet phldrT="[Text]"/>
      <dgm:spPr/>
      <dgm:t>
        <a:bodyPr/>
        <a:lstStyle/>
        <a:p>
          <a:r>
            <a:rPr lang="de-DE"/>
            <a:t>reduce</a:t>
          </a:r>
          <a:endParaRPr lang="de-DE" dirty="0"/>
        </a:p>
      </dgm:t>
    </dgm:pt>
    <dgm:pt modelId="{1F1BA779-5C05-934F-BB90-B1AE3725227C}" type="parTrans" cxnId="{AB0405A4-F5C4-1647-A89F-E9FA470F1680}">
      <dgm:prSet/>
      <dgm:spPr/>
      <dgm:t>
        <a:bodyPr/>
        <a:lstStyle/>
        <a:p>
          <a:endParaRPr lang="de-DE"/>
        </a:p>
      </dgm:t>
    </dgm:pt>
    <dgm:pt modelId="{0DDC96AC-80EF-AD4E-BBAB-FD9E6EFA41B3}" type="sibTrans" cxnId="{AB0405A4-F5C4-1647-A89F-E9FA470F1680}">
      <dgm:prSet/>
      <dgm:spPr/>
      <dgm:t>
        <a:bodyPr/>
        <a:lstStyle/>
        <a:p>
          <a:endParaRPr lang="de-DE"/>
        </a:p>
      </dgm:t>
    </dgm:pt>
    <dgm:pt modelId="{F2E5BA62-2363-DF40-B0D1-139F759B050E}">
      <dgm:prSet phldrT="[Text]"/>
      <dgm:spPr/>
      <dgm:t>
        <a:bodyPr/>
        <a:lstStyle/>
        <a:p>
          <a:r>
            <a:rPr lang="de-DE" dirty="0" err="1"/>
            <a:t>findFirst</a:t>
          </a:r>
          <a:endParaRPr lang="de-DE" dirty="0"/>
        </a:p>
      </dgm:t>
    </dgm:pt>
    <dgm:pt modelId="{B80E8AE2-2771-0D40-A735-F2883F358F46}" type="parTrans" cxnId="{014C5438-F126-634E-BA5D-2FFAC990D659}">
      <dgm:prSet/>
      <dgm:spPr/>
      <dgm:t>
        <a:bodyPr/>
        <a:lstStyle/>
        <a:p>
          <a:endParaRPr lang="de-DE"/>
        </a:p>
      </dgm:t>
    </dgm:pt>
    <dgm:pt modelId="{A135FCD1-2EE9-7347-ADA2-10000A19137E}" type="sibTrans" cxnId="{014C5438-F126-634E-BA5D-2FFAC990D659}">
      <dgm:prSet/>
      <dgm:spPr/>
      <dgm:t>
        <a:bodyPr/>
        <a:lstStyle/>
        <a:p>
          <a:endParaRPr lang="de-DE"/>
        </a:p>
      </dgm:t>
    </dgm:pt>
    <dgm:pt modelId="{BC1C2070-644B-4143-A8F3-FB3906DC416C}" type="pres">
      <dgm:prSet presAssocID="{C5E9A6EF-7A77-2C4F-89A3-A1EB85BD89C8}" presName="layout" presStyleCnt="0">
        <dgm:presLayoutVars>
          <dgm:chMax/>
          <dgm:chPref/>
          <dgm:dir/>
          <dgm:resizeHandles/>
        </dgm:presLayoutVars>
      </dgm:prSet>
      <dgm:spPr/>
    </dgm:pt>
    <dgm:pt modelId="{2F52C90D-C3EC-6442-A3D4-7DC06A10126B}" type="pres">
      <dgm:prSet presAssocID="{E523C9C9-44E4-8F4C-AFF0-0A41583A5470}" presName="root" presStyleCnt="0">
        <dgm:presLayoutVars>
          <dgm:chMax/>
          <dgm:chPref/>
        </dgm:presLayoutVars>
      </dgm:prSet>
      <dgm:spPr/>
    </dgm:pt>
    <dgm:pt modelId="{80DD9790-B69E-1942-8DF4-740A5C635AA5}" type="pres">
      <dgm:prSet presAssocID="{E523C9C9-44E4-8F4C-AFF0-0A41583A5470}" presName="rootComposite" presStyleCnt="0">
        <dgm:presLayoutVars/>
      </dgm:prSet>
      <dgm:spPr/>
    </dgm:pt>
    <dgm:pt modelId="{936B98D3-800E-F74A-9A0F-E2FFD80B7A9A}" type="pres">
      <dgm:prSet presAssocID="{E523C9C9-44E4-8F4C-AFF0-0A41583A5470}" presName="ParentAccent" presStyleLbl="alignNode1" presStyleIdx="0" presStyleCnt="2"/>
      <dgm:spPr/>
    </dgm:pt>
    <dgm:pt modelId="{EFBB4F44-452B-744E-8688-A5A644D558E5}" type="pres">
      <dgm:prSet presAssocID="{E523C9C9-44E4-8F4C-AFF0-0A41583A5470}" presName="ParentSmallAccent" presStyleLbl="fgAcc1" presStyleIdx="0" presStyleCnt="2"/>
      <dgm:spPr/>
    </dgm:pt>
    <dgm:pt modelId="{4FC99E78-1155-0845-8512-C9CBF1EAC6CC}" type="pres">
      <dgm:prSet presAssocID="{E523C9C9-44E4-8F4C-AFF0-0A41583A5470}" presName="Parent" presStyleLbl="revTx" presStyleIdx="0" presStyleCnt="14">
        <dgm:presLayoutVars>
          <dgm:chMax/>
          <dgm:chPref val="4"/>
          <dgm:bulletEnabled val="1"/>
        </dgm:presLayoutVars>
      </dgm:prSet>
      <dgm:spPr/>
    </dgm:pt>
    <dgm:pt modelId="{ABDDF55C-8A48-4444-B9AB-4F2BD2B6E33A}" type="pres">
      <dgm:prSet presAssocID="{E523C9C9-44E4-8F4C-AFF0-0A41583A5470}" presName="childShape" presStyleCnt="0">
        <dgm:presLayoutVars>
          <dgm:chMax val="0"/>
          <dgm:chPref val="0"/>
        </dgm:presLayoutVars>
      </dgm:prSet>
      <dgm:spPr/>
    </dgm:pt>
    <dgm:pt modelId="{A2D4381A-37FC-0C4F-9540-0B529BF519A9}" type="pres">
      <dgm:prSet presAssocID="{5E1A3761-696C-A247-A10F-46C164BC8AA8}" presName="childComposite" presStyleCnt="0">
        <dgm:presLayoutVars>
          <dgm:chMax val="0"/>
          <dgm:chPref val="0"/>
        </dgm:presLayoutVars>
      </dgm:prSet>
      <dgm:spPr/>
    </dgm:pt>
    <dgm:pt modelId="{F347F7C1-F496-F64F-9104-1061677E3A08}" type="pres">
      <dgm:prSet presAssocID="{5E1A3761-696C-A247-A10F-46C164BC8AA8}" presName="ChildAccent" presStyleLbl="solidFgAcc1" presStyleIdx="0" presStyleCnt="12"/>
      <dgm:spPr/>
    </dgm:pt>
    <dgm:pt modelId="{C5C4DBBF-59F3-834F-A223-831DC26DDE50}" type="pres">
      <dgm:prSet presAssocID="{5E1A3761-696C-A247-A10F-46C164BC8AA8}" presName="Child" presStyleLbl="revTx" presStyleIdx="1" presStyleCnt="14">
        <dgm:presLayoutVars>
          <dgm:chMax val="0"/>
          <dgm:chPref val="0"/>
          <dgm:bulletEnabled val="1"/>
        </dgm:presLayoutVars>
      </dgm:prSet>
      <dgm:spPr/>
    </dgm:pt>
    <dgm:pt modelId="{F70D17B5-4A22-1146-919C-4C7A2869D47D}" type="pres">
      <dgm:prSet presAssocID="{6A8A650A-0C93-F14A-9361-0118E1F7EC60}" presName="childComposite" presStyleCnt="0">
        <dgm:presLayoutVars>
          <dgm:chMax val="0"/>
          <dgm:chPref val="0"/>
        </dgm:presLayoutVars>
      </dgm:prSet>
      <dgm:spPr/>
    </dgm:pt>
    <dgm:pt modelId="{8D6D2AA9-EA8F-634D-B9BE-DAA48591AC4E}" type="pres">
      <dgm:prSet presAssocID="{6A8A650A-0C93-F14A-9361-0118E1F7EC60}" presName="ChildAccent" presStyleLbl="solidFgAcc1" presStyleIdx="1" presStyleCnt="12"/>
      <dgm:spPr/>
    </dgm:pt>
    <dgm:pt modelId="{0EA5CB1D-5FD4-DE49-BD8B-06A65406B791}" type="pres">
      <dgm:prSet presAssocID="{6A8A650A-0C93-F14A-9361-0118E1F7EC60}" presName="Child" presStyleLbl="revTx" presStyleIdx="2" presStyleCnt="14">
        <dgm:presLayoutVars>
          <dgm:chMax val="0"/>
          <dgm:chPref val="0"/>
          <dgm:bulletEnabled val="1"/>
        </dgm:presLayoutVars>
      </dgm:prSet>
      <dgm:spPr/>
    </dgm:pt>
    <dgm:pt modelId="{AA2B0CC1-DB0A-4949-B6D6-7C294B5547BF}" type="pres">
      <dgm:prSet presAssocID="{4F29715C-9C08-D943-BD03-131B551D8C09}" presName="childComposite" presStyleCnt="0">
        <dgm:presLayoutVars>
          <dgm:chMax val="0"/>
          <dgm:chPref val="0"/>
        </dgm:presLayoutVars>
      </dgm:prSet>
      <dgm:spPr/>
    </dgm:pt>
    <dgm:pt modelId="{8233E98F-D7DA-4345-A3B5-274A61A28C68}" type="pres">
      <dgm:prSet presAssocID="{4F29715C-9C08-D943-BD03-131B551D8C09}" presName="ChildAccent" presStyleLbl="solidFgAcc1" presStyleIdx="2" presStyleCnt="12"/>
      <dgm:spPr/>
    </dgm:pt>
    <dgm:pt modelId="{DED6C75D-1E28-434D-853E-2D29D3E7710C}" type="pres">
      <dgm:prSet presAssocID="{4F29715C-9C08-D943-BD03-131B551D8C09}" presName="Child" presStyleLbl="revTx" presStyleIdx="3" presStyleCnt="14">
        <dgm:presLayoutVars>
          <dgm:chMax val="0"/>
          <dgm:chPref val="0"/>
          <dgm:bulletEnabled val="1"/>
        </dgm:presLayoutVars>
      </dgm:prSet>
      <dgm:spPr/>
    </dgm:pt>
    <dgm:pt modelId="{2D5984DF-FAAB-3745-BB4D-2E9BC1B450D4}" type="pres">
      <dgm:prSet presAssocID="{34F7FA70-3B51-8A49-BE3F-6DF5AFAFA5DA}" presName="childComposite" presStyleCnt="0">
        <dgm:presLayoutVars>
          <dgm:chMax val="0"/>
          <dgm:chPref val="0"/>
        </dgm:presLayoutVars>
      </dgm:prSet>
      <dgm:spPr/>
    </dgm:pt>
    <dgm:pt modelId="{88E757B0-4E49-9A40-B9F2-A0850E6FE243}" type="pres">
      <dgm:prSet presAssocID="{34F7FA70-3B51-8A49-BE3F-6DF5AFAFA5DA}" presName="ChildAccent" presStyleLbl="solidFgAcc1" presStyleIdx="3" presStyleCnt="12"/>
      <dgm:spPr/>
    </dgm:pt>
    <dgm:pt modelId="{041626F9-A23B-F246-8047-0BCF07C14460}" type="pres">
      <dgm:prSet presAssocID="{34F7FA70-3B51-8A49-BE3F-6DF5AFAFA5DA}" presName="Child" presStyleLbl="revTx" presStyleIdx="4" presStyleCnt="14">
        <dgm:presLayoutVars>
          <dgm:chMax val="0"/>
          <dgm:chPref val="0"/>
          <dgm:bulletEnabled val="1"/>
        </dgm:presLayoutVars>
      </dgm:prSet>
      <dgm:spPr/>
    </dgm:pt>
    <dgm:pt modelId="{7C18A339-0C48-064D-B60D-D1C285BA6E41}" type="pres">
      <dgm:prSet presAssocID="{54E0D958-B473-B843-ABEB-72168ECAD51A}" presName="childComposite" presStyleCnt="0">
        <dgm:presLayoutVars>
          <dgm:chMax val="0"/>
          <dgm:chPref val="0"/>
        </dgm:presLayoutVars>
      </dgm:prSet>
      <dgm:spPr/>
    </dgm:pt>
    <dgm:pt modelId="{F692CA78-A415-F641-9D76-A55F8BBAEDC7}" type="pres">
      <dgm:prSet presAssocID="{54E0D958-B473-B843-ABEB-72168ECAD51A}" presName="ChildAccent" presStyleLbl="solidFgAcc1" presStyleIdx="4" presStyleCnt="12"/>
      <dgm:spPr/>
    </dgm:pt>
    <dgm:pt modelId="{D849052E-1296-C04D-A318-77E326D99888}" type="pres">
      <dgm:prSet presAssocID="{54E0D958-B473-B843-ABEB-72168ECAD51A}" presName="Child" presStyleLbl="revTx" presStyleIdx="5" presStyleCnt="14">
        <dgm:presLayoutVars>
          <dgm:chMax val="0"/>
          <dgm:chPref val="0"/>
          <dgm:bulletEnabled val="1"/>
        </dgm:presLayoutVars>
      </dgm:prSet>
      <dgm:spPr/>
    </dgm:pt>
    <dgm:pt modelId="{6426148C-893C-AD43-9E28-E429BAD1FE49}" type="pres">
      <dgm:prSet presAssocID="{E8C406D6-A9AC-C245-B757-1D5F6098F671}" presName="childComposite" presStyleCnt="0">
        <dgm:presLayoutVars>
          <dgm:chMax val="0"/>
          <dgm:chPref val="0"/>
        </dgm:presLayoutVars>
      </dgm:prSet>
      <dgm:spPr/>
    </dgm:pt>
    <dgm:pt modelId="{9D1E9075-AD49-9D42-AB06-CF9F4E42983B}" type="pres">
      <dgm:prSet presAssocID="{E8C406D6-A9AC-C245-B757-1D5F6098F671}" presName="ChildAccent" presStyleLbl="solidFgAcc1" presStyleIdx="5" presStyleCnt="12"/>
      <dgm:spPr/>
    </dgm:pt>
    <dgm:pt modelId="{A5FBD568-00F0-CA41-9442-45AA230B9268}" type="pres">
      <dgm:prSet presAssocID="{E8C406D6-A9AC-C245-B757-1D5F6098F671}" presName="Child" presStyleLbl="revTx" presStyleIdx="6" presStyleCnt="14">
        <dgm:presLayoutVars>
          <dgm:chMax val="0"/>
          <dgm:chPref val="0"/>
          <dgm:bulletEnabled val="1"/>
        </dgm:presLayoutVars>
      </dgm:prSet>
      <dgm:spPr/>
    </dgm:pt>
    <dgm:pt modelId="{727BE5A9-FD6D-FE4A-B03C-AE440F5CCE36}" type="pres">
      <dgm:prSet presAssocID="{25DC7A00-683F-1644-BB5D-DACA931D83F3}" presName="root" presStyleCnt="0">
        <dgm:presLayoutVars>
          <dgm:chMax/>
          <dgm:chPref/>
        </dgm:presLayoutVars>
      </dgm:prSet>
      <dgm:spPr/>
    </dgm:pt>
    <dgm:pt modelId="{8CC09BC1-BE8A-8D48-AEBD-5963E2A82000}" type="pres">
      <dgm:prSet presAssocID="{25DC7A00-683F-1644-BB5D-DACA931D83F3}" presName="rootComposite" presStyleCnt="0">
        <dgm:presLayoutVars/>
      </dgm:prSet>
      <dgm:spPr/>
    </dgm:pt>
    <dgm:pt modelId="{80F5CA70-F5A9-6D46-BBF0-B1BF51B96806}" type="pres">
      <dgm:prSet presAssocID="{25DC7A00-683F-1644-BB5D-DACA931D83F3}" presName="ParentAccent" presStyleLbl="alignNode1" presStyleIdx="1" presStyleCnt="2"/>
      <dgm:spPr/>
    </dgm:pt>
    <dgm:pt modelId="{0F8A1F45-F0FE-174D-9804-9F3153FCE4CC}" type="pres">
      <dgm:prSet presAssocID="{25DC7A00-683F-1644-BB5D-DACA931D83F3}" presName="ParentSmallAccent" presStyleLbl="fgAcc1" presStyleIdx="1" presStyleCnt="2"/>
      <dgm:spPr/>
    </dgm:pt>
    <dgm:pt modelId="{70D9E660-3672-EB4B-90E2-490E14AE574C}" type="pres">
      <dgm:prSet presAssocID="{25DC7A00-683F-1644-BB5D-DACA931D83F3}" presName="Parent" presStyleLbl="revTx" presStyleIdx="7" presStyleCnt="14">
        <dgm:presLayoutVars>
          <dgm:chMax/>
          <dgm:chPref val="4"/>
          <dgm:bulletEnabled val="1"/>
        </dgm:presLayoutVars>
      </dgm:prSet>
      <dgm:spPr/>
    </dgm:pt>
    <dgm:pt modelId="{5EFBAEB5-75D8-0D45-9ECD-C02F4EF49BA6}" type="pres">
      <dgm:prSet presAssocID="{25DC7A00-683F-1644-BB5D-DACA931D83F3}" presName="childShape" presStyleCnt="0">
        <dgm:presLayoutVars>
          <dgm:chMax val="0"/>
          <dgm:chPref val="0"/>
        </dgm:presLayoutVars>
      </dgm:prSet>
      <dgm:spPr/>
    </dgm:pt>
    <dgm:pt modelId="{F21CEAAD-E78B-0843-A5ED-2FA767A60E7F}" type="pres">
      <dgm:prSet presAssocID="{A6FAB208-DDBE-9C45-9FB9-1F193F4464C9}" presName="childComposite" presStyleCnt="0">
        <dgm:presLayoutVars>
          <dgm:chMax val="0"/>
          <dgm:chPref val="0"/>
        </dgm:presLayoutVars>
      </dgm:prSet>
      <dgm:spPr/>
    </dgm:pt>
    <dgm:pt modelId="{558D38F1-94DA-6E4A-94E3-90E60D86BBEE}" type="pres">
      <dgm:prSet presAssocID="{A6FAB208-DDBE-9C45-9FB9-1F193F4464C9}" presName="ChildAccent" presStyleLbl="solidFgAcc1" presStyleIdx="6" presStyleCnt="12"/>
      <dgm:spPr/>
    </dgm:pt>
    <dgm:pt modelId="{98267CF4-FDBE-EF4B-9516-67DE565AC5C2}" type="pres">
      <dgm:prSet presAssocID="{A6FAB208-DDBE-9C45-9FB9-1F193F4464C9}" presName="Child" presStyleLbl="revTx" presStyleIdx="8" presStyleCnt="14">
        <dgm:presLayoutVars>
          <dgm:chMax val="0"/>
          <dgm:chPref val="0"/>
          <dgm:bulletEnabled val="1"/>
        </dgm:presLayoutVars>
      </dgm:prSet>
      <dgm:spPr/>
    </dgm:pt>
    <dgm:pt modelId="{C17D6990-F311-F04E-88BC-65FB6B13FEF6}" type="pres">
      <dgm:prSet presAssocID="{D8A8A526-74B6-BD45-97D1-859FB7D066FA}" presName="childComposite" presStyleCnt="0">
        <dgm:presLayoutVars>
          <dgm:chMax val="0"/>
          <dgm:chPref val="0"/>
        </dgm:presLayoutVars>
      </dgm:prSet>
      <dgm:spPr/>
    </dgm:pt>
    <dgm:pt modelId="{5EB43296-6BB6-9D43-AD57-5910B07E227C}" type="pres">
      <dgm:prSet presAssocID="{D8A8A526-74B6-BD45-97D1-859FB7D066FA}" presName="ChildAccent" presStyleLbl="solidFgAcc1" presStyleIdx="7" presStyleCnt="12"/>
      <dgm:spPr/>
    </dgm:pt>
    <dgm:pt modelId="{AEFE7DCB-6CA6-2447-9655-3627004F00CA}" type="pres">
      <dgm:prSet presAssocID="{D8A8A526-74B6-BD45-97D1-859FB7D066FA}" presName="Child" presStyleLbl="revTx" presStyleIdx="9" presStyleCnt="14">
        <dgm:presLayoutVars>
          <dgm:chMax val="0"/>
          <dgm:chPref val="0"/>
          <dgm:bulletEnabled val="1"/>
        </dgm:presLayoutVars>
      </dgm:prSet>
      <dgm:spPr/>
    </dgm:pt>
    <dgm:pt modelId="{3558D5FD-979F-6945-9A54-2C7D9BB0CB63}" type="pres">
      <dgm:prSet presAssocID="{A5240FC0-C1CB-6C43-B04F-31C88EE22181}" presName="childComposite" presStyleCnt="0">
        <dgm:presLayoutVars>
          <dgm:chMax val="0"/>
          <dgm:chPref val="0"/>
        </dgm:presLayoutVars>
      </dgm:prSet>
      <dgm:spPr/>
    </dgm:pt>
    <dgm:pt modelId="{AECA63DD-0EB6-1F45-9144-7BC4B2B47254}" type="pres">
      <dgm:prSet presAssocID="{A5240FC0-C1CB-6C43-B04F-31C88EE22181}" presName="ChildAccent" presStyleLbl="solidFgAcc1" presStyleIdx="8" presStyleCnt="12"/>
      <dgm:spPr/>
    </dgm:pt>
    <dgm:pt modelId="{944D9F32-E826-1141-828E-D2235C1AE056}" type="pres">
      <dgm:prSet presAssocID="{A5240FC0-C1CB-6C43-B04F-31C88EE22181}" presName="Child" presStyleLbl="revTx" presStyleIdx="10" presStyleCnt="14">
        <dgm:presLayoutVars>
          <dgm:chMax val="0"/>
          <dgm:chPref val="0"/>
          <dgm:bulletEnabled val="1"/>
        </dgm:presLayoutVars>
      </dgm:prSet>
      <dgm:spPr/>
    </dgm:pt>
    <dgm:pt modelId="{42B148D3-4286-C646-93CE-8D7BD781711E}" type="pres">
      <dgm:prSet presAssocID="{9488761A-BCD6-5446-89EB-3B7E28F383B9}" presName="childComposite" presStyleCnt="0">
        <dgm:presLayoutVars>
          <dgm:chMax val="0"/>
          <dgm:chPref val="0"/>
        </dgm:presLayoutVars>
      </dgm:prSet>
      <dgm:spPr/>
    </dgm:pt>
    <dgm:pt modelId="{3F4D3C5B-4DA7-BD43-B520-4BA6790DF61E}" type="pres">
      <dgm:prSet presAssocID="{9488761A-BCD6-5446-89EB-3B7E28F383B9}" presName="ChildAccent" presStyleLbl="solidFgAcc1" presStyleIdx="9" presStyleCnt="12"/>
      <dgm:spPr/>
    </dgm:pt>
    <dgm:pt modelId="{F89EB8DD-EB8A-8C43-AF21-C13F69153078}" type="pres">
      <dgm:prSet presAssocID="{9488761A-BCD6-5446-89EB-3B7E28F383B9}" presName="Child" presStyleLbl="revTx" presStyleIdx="11" presStyleCnt="14">
        <dgm:presLayoutVars>
          <dgm:chMax val="0"/>
          <dgm:chPref val="0"/>
          <dgm:bulletEnabled val="1"/>
        </dgm:presLayoutVars>
      </dgm:prSet>
      <dgm:spPr/>
    </dgm:pt>
    <dgm:pt modelId="{EB0F14D8-902C-764D-831F-BAC0F51ABE62}" type="pres">
      <dgm:prSet presAssocID="{79F93832-0A17-DB48-A1C7-D899C215C72B}" presName="childComposite" presStyleCnt="0">
        <dgm:presLayoutVars>
          <dgm:chMax val="0"/>
          <dgm:chPref val="0"/>
        </dgm:presLayoutVars>
      </dgm:prSet>
      <dgm:spPr/>
    </dgm:pt>
    <dgm:pt modelId="{9DEAEA6C-0A14-1A43-B7CF-2DB1F13CB753}" type="pres">
      <dgm:prSet presAssocID="{79F93832-0A17-DB48-A1C7-D899C215C72B}" presName="ChildAccent" presStyleLbl="solidFgAcc1" presStyleIdx="10" presStyleCnt="12"/>
      <dgm:spPr/>
    </dgm:pt>
    <dgm:pt modelId="{532B82C2-F03A-054B-9C56-7E7ACF31BCDA}" type="pres">
      <dgm:prSet presAssocID="{79F93832-0A17-DB48-A1C7-D899C215C72B}" presName="Child" presStyleLbl="revTx" presStyleIdx="12" presStyleCnt="14">
        <dgm:presLayoutVars>
          <dgm:chMax val="0"/>
          <dgm:chPref val="0"/>
          <dgm:bulletEnabled val="1"/>
        </dgm:presLayoutVars>
      </dgm:prSet>
      <dgm:spPr/>
    </dgm:pt>
    <dgm:pt modelId="{0C4E649A-8BA0-3149-AAA8-0252D450DE2B}" type="pres">
      <dgm:prSet presAssocID="{F2E5BA62-2363-DF40-B0D1-139F759B050E}" presName="childComposite" presStyleCnt="0">
        <dgm:presLayoutVars>
          <dgm:chMax val="0"/>
          <dgm:chPref val="0"/>
        </dgm:presLayoutVars>
      </dgm:prSet>
      <dgm:spPr/>
    </dgm:pt>
    <dgm:pt modelId="{C77EDB56-4C60-3644-86FB-85B2551EC4FB}" type="pres">
      <dgm:prSet presAssocID="{F2E5BA62-2363-DF40-B0D1-139F759B050E}" presName="ChildAccent" presStyleLbl="solidFgAcc1" presStyleIdx="11" presStyleCnt="12"/>
      <dgm:spPr/>
    </dgm:pt>
    <dgm:pt modelId="{167598D0-4FB3-AC4C-B6D1-002B6F7BE244}" type="pres">
      <dgm:prSet presAssocID="{F2E5BA62-2363-DF40-B0D1-139F759B050E}" presName="Child" presStyleLbl="revTx" presStyleIdx="13" presStyleCnt="14">
        <dgm:presLayoutVars>
          <dgm:chMax val="0"/>
          <dgm:chPref val="0"/>
          <dgm:bulletEnabled val="1"/>
        </dgm:presLayoutVars>
      </dgm:prSet>
      <dgm:spPr/>
    </dgm:pt>
  </dgm:ptLst>
  <dgm:cxnLst>
    <dgm:cxn modelId="{80256412-1C31-AC4B-B611-8E72D810B72B}" srcId="{E523C9C9-44E4-8F4C-AFF0-0A41583A5470}" destId="{E8C406D6-A9AC-C245-B757-1D5F6098F671}" srcOrd="5" destOrd="0" parTransId="{CD79FFC7-642E-AF43-B6F3-72457378295C}" sibTransId="{16745278-1785-9F4C-BC52-419EF1995AB3}"/>
    <dgm:cxn modelId="{17D56514-297B-CF42-A9F1-87989DC0765D}" type="presOf" srcId="{E8C406D6-A9AC-C245-B757-1D5F6098F671}" destId="{A5FBD568-00F0-CA41-9442-45AA230B9268}" srcOrd="0" destOrd="0" presId="urn:microsoft.com/office/officeart/2008/layout/SquareAccentList"/>
    <dgm:cxn modelId="{C25AE12D-E0CA-F148-A166-D0F32CE73344}" srcId="{C5E9A6EF-7A77-2C4F-89A3-A1EB85BD89C8}" destId="{E523C9C9-44E4-8F4C-AFF0-0A41583A5470}" srcOrd="0" destOrd="0" parTransId="{BFDD7C29-7827-9F41-A10B-235C8F10D135}" sibTransId="{849F7042-090C-154F-B331-9D79B86139AD}"/>
    <dgm:cxn modelId="{A5729033-6452-3149-9DE4-4A8ECFA7EB25}" srcId="{E523C9C9-44E4-8F4C-AFF0-0A41583A5470}" destId="{5E1A3761-696C-A247-A10F-46C164BC8AA8}" srcOrd="0" destOrd="0" parTransId="{8C609066-3EB0-E946-BC44-839A246CE517}" sibTransId="{066C3D85-9EFB-2647-B41D-D3C20BDC3EBD}"/>
    <dgm:cxn modelId="{FC35EE33-4C23-F941-8E24-363F51F3C625}" type="presOf" srcId="{4F29715C-9C08-D943-BD03-131B551D8C09}" destId="{DED6C75D-1E28-434D-853E-2D29D3E7710C}" srcOrd="0" destOrd="0" presId="urn:microsoft.com/office/officeart/2008/layout/SquareAccentList"/>
    <dgm:cxn modelId="{57725436-3410-604A-AC14-37370B5A6E05}" type="presOf" srcId="{F2E5BA62-2363-DF40-B0D1-139F759B050E}" destId="{167598D0-4FB3-AC4C-B6D1-002B6F7BE244}" srcOrd="0" destOrd="0" presId="urn:microsoft.com/office/officeart/2008/layout/SquareAccentList"/>
    <dgm:cxn modelId="{A4BC6937-DE7F-FC44-BAD1-184F80B54C35}" type="presOf" srcId="{79F93832-0A17-DB48-A1C7-D899C215C72B}" destId="{532B82C2-F03A-054B-9C56-7E7ACF31BCDA}" srcOrd="0" destOrd="0" presId="urn:microsoft.com/office/officeart/2008/layout/SquareAccentList"/>
    <dgm:cxn modelId="{014C5438-F126-634E-BA5D-2FFAC990D659}" srcId="{25DC7A00-683F-1644-BB5D-DACA931D83F3}" destId="{F2E5BA62-2363-DF40-B0D1-139F759B050E}" srcOrd="5" destOrd="0" parTransId="{B80E8AE2-2771-0D40-A735-F2883F358F46}" sibTransId="{A135FCD1-2EE9-7347-ADA2-10000A19137E}"/>
    <dgm:cxn modelId="{AA58CE3D-AF36-F34E-8C03-19D8C4427570}" srcId="{25DC7A00-683F-1644-BB5D-DACA931D83F3}" destId="{9488761A-BCD6-5446-89EB-3B7E28F383B9}" srcOrd="3" destOrd="0" parTransId="{69E271EE-9CE6-5C49-BEB7-FC3F85B002D9}" sibTransId="{034B6CBC-31FF-6340-A470-29600FF0B667}"/>
    <dgm:cxn modelId="{0AD77743-A0D6-A041-9CD3-54F1F1707F32}" srcId="{25DC7A00-683F-1644-BB5D-DACA931D83F3}" destId="{A6FAB208-DDBE-9C45-9FB9-1F193F4464C9}" srcOrd="0" destOrd="0" parTransId="{5D5ECCB8-24EC-D647-BA96-C7A06D8A28EC}" sibTransId="{A2E46242-7B60-5D41-8068-3E1B22B00737}"/>
    <dgm:cxn modelId="{59F45367-EC1C-9941-BE71-2E2EAF905A95}" type="presOf" srcId="{34F7FA70-3B51-8A49-BE3F-6DF5AFAFA5DA}" destId="{041626F9-A23B-F246-8047-0BCF07C14460}" srcOrd="0" destOrd="0" presId="urn:microsoft.com/office/officeart/2008/layout/SquareAccentList"/>
    <dgm:cxn modelId="{00BE594A-C7F9-6746-B8F8-1CB5C6153694}" srcId="{25DC7A00-683F-1644-BB5D-DACA931D83F3}" destId="{D8A8A526-74B6-BD45-97D1-859FB7D066FA}" srcOrd="1" destOrd="0" parTransId="{52E1F517-341B-4F44-A043-0B14D387733C}" sibTransId="{FE10DD2B-E756-064E-8A54-BAC1B2830E1A}"/>
    <dgm:cxn modelId="{BC62E86E-7B7C-A448-897A-2F73C3C03FF7}" type="presOf" srcId="{54E0D958-B473-B843-ABEB-72168ECAD51A}" destId="{D849052E-1296-C04D-A318-77E326D99888}" srcOrd="0" destOrd="0" presId="urn:microsoft.com/office/officeart/2008/layout/SquareAccentList"/>
    <dgm:cxn modelId="{79C8AC50-8D78-804D-93DC-D25488B0CDD1}" type="presOf" srcId="{6A8A650A-0C93-F14A-9361-0118E1F7EC60}" destId="{0EA5CB1D-5FD4-DE49-BD8B-06A65406B791}" srcOrd="0" destOrd="0" presId="urn:microsoft.com/office/officeart/2008/layout/SquareAccentList"/>
    <dgm:cxn modelId="{DDE45278-60AE-B44A-8CDF-CB4FF3401AC4}" type="presOf" srcId="{D8A8A526-74B6-BD45-97D1-859FB7D066FA}" destId="{AEFE7DCB-6CA6-2447-9655-3627004F00CA}" srcOrd="0" destOrd="0" presId="urn:microsoft.com/office/officeart/2008/layout/SquareAccentList"/>
    <dgm:cxn modelId="{69C2B459-D4B1-8941-BD85-38273DCA96B8}" srcId="{E523C9C9-44E4-8F4C-AFF0-0A41583A5470}" destId="{54E0D958-B473-B843-ABEB-72168ECAD51A}" srcOrd="4" destOrd="0" parTransId="{73284425-4754-B84D-8B8B-41E7E01BCB11}" sibTransId="{631A3606-C7C8-1644-A0C6-B9A218724756}"/>
    <dgm:cxn modelId="{DCE8FA79-D194-CB40-A5DC-CDDA34EE40A4}" srcId="{25DC7A00-683F-1644-BB5D-DACA931D83F3}" destId="{A5240FC0-C1CB-6C43-B04F-31C88EE22181}" srcOrd="2" destOrd="0" parTransId="{072B4714-1C59-654A-B9B6-F35B06D32DE7}" sibTransId="{996BA8A1-6DF0-124C-B0AF-5C788FEBDA23}"/>
    <dgm:cxn modelId="{F306B37C-F043-E24B-ABE9-419A01A42B19}" type="presOf" srcId="{A5240FC0-C1CB-6C43-B04F-31C88EE22181}" destId="{944D9F32-E826-1141-828E-D2235C1AE056}" srcOrd="0" destOrd="0" presId="urn:microsoft.com/office/officeart/2008/layout/SquareAccentList"/>
    <dgm:cxn modelId="{4C53BD8A-38F1-324C-A50C-CDDC5EEA160E}" type="presOf" srcId="{25DC7A00-683F-1644-BB5D-DACA931D83F3}" destId="{70D9E660-3672-EB4B-90E2-490E14AE574C}" srcOrd="0" destOrd="0" presId="urn:microsoft.com/office/officeart/2008/layout/SquareAccentList"/>
    <dgm:cxn modelId="{C262E89D-07FD-9B4A-AFB0-8E4F1F8CCA11}" srcId="{C5E9A6EF-7A77-2C4F-89A3-A1EB85BD89C8}" destId="{25DC7A00-683F-1644-BB5D-DACA931D83F3}" srcOrd="1" destOrd="0" parTransId="{69EF6156-6F14-184A-A52D-7E691797028B}" sibTransId="{D785C973-2E20-0549-AB5D-86A4D742E614}"/>
    <dgm:cxn modelId="{AB0405A4-F5C4-1647-A89F-E9FA470F1680}" srcId="{25DC7A00-683F-1644-BB5D-DACA931D83F3}" destId="{79F93832-0A17-DB48-A1C7-D899C215C72B}" srcOrd="4" destOrd="0" parTransId="{1F1BA779-5C05-934F-BB90-B1AE3725227C}" sibTransId="{0DDC96AC-80EF-AD4E-BBAB-FD9E6EFA41B3}"/>
    <dgm:cxn modelId="{D4FE74A9-B800-5843-A182-C1253C7CAECE}" srcId="{E523C9C9-44E4-8F4C-AFF0-0A41583A5470}" destId="{4F29715C-9C08-D943-BD03-131B551D8C09}" srcOrd="2" destOrd="0" parTransId="{A2C3A007-B70E-0841-A545-10CA743976F8}" sibTransId="{3BC4D253-B3F6-F949-B2EF-22C04E9D4398}"/>
    <dgm:cxn modelId="{92BE3AAE-15A9-E245-B7BA-A4D619F57A5D}" srcId="{E523C9C9-44E4-8F4C-AFF0-0A41583A5470}" destId="{6A8A650A-0C93-F14A-9361-0118E1F7EC60}" srcOrd="1" destOrd="0" parTransId="{712828DD-507C-5E4F-B5BC-CE9DDD87DB83}" sibTransId="{746CDBDF-8526-4046-9408-D9DB06C05211}"/>
    <dgm:cxn modelId="{447B8EB2-87CD-8346-9ACE-8144C4EB43E0}" srcId="{E523C9C9-44E4-8F4C-AFF0-0A41583A5470}" destId="{34F7FA70-3B51-8A49-BE3F-6DF5AFAFA5DA}" srcOrd="3" destOrd="0" parTransId="{B509E933-B07D-2645-BAE1-8185D8A88FF4}" sibTransId="{30E9466F-DAE7-474A-A54E-E538DFB6AD98}"/>
    <dgm:cxn modelId="{9E7A42C7-B059-8A4E-BAC4-CB5FEA3BE987}" type="presOf" srcId="{9488761A-BCD6-5446-89EB-3B7E28F383B9}" destId="{F89EB8DD-EB8A-8C43-AF21-C13F69153078}" srcOrd="0" destOrd="0" presId="urn:microsoft.com/office/officeart/2008/layout/SquareAccentList"/>
    <dgm:cxn modelId="{E7C140D4-4C6A-AE4F-B6C6-406C8150D64C}" type="presOf" srcId="{A6FAB208-DDBE-9C45-9FB9-1F193F4464C9}" destId="{98267CF4-FDBE-EF4B-9516-67DE565AC5C2}" srcOrd="0" destOrd="0" presId="urn:microsoft.com/office/officeart/2008/layout/SquareAccentList"/>
    <dgm:cxn modelId="{16FD2CDE-4581-8B46-A551-8091D893911F}" type="presOf" srcId="{C5E9A6EF-7A77-2C4F-89A3-A1EB85BD89C8}" destId="{BC1C2070-644B-4143-A8F3-FB3906DC416C}" srcOrd="0" destOrd="0" presId="urn:microsoft.com/office/officeart/2008/layout/SquareAccentList"/>
    <dgm:cxn modelId="{102C3DEA-B040-674F-9E4B-A00AACD6B873}" type="presOf" srcId="{5E1A3761-696C-A247-A10F-46C164BC8AA8}" destId="{C5C4DBBF-59F3-834F-A223-831DC26DDE50}" srcOrd="0" destOrd="0" presId="urn:microsoft.com/office/officeart/2008/layout/SquareAccentList"/>
    <dgm:cxn modelId="{B47519F9-A14E-7844-9BC6-1DF912659102}" type="presOf" srcId="{E523C9C9-44E4-8F4C-AFF0-0A41583A5470}" destId="{4FC99E78-1155-0845-8512-C9CBF1EAC6CC}" srcOrd="0" destOrd="0" presId="urn:microsoft.com/office/officeart/2008/layout/SquareAccentList"/>
    <dgm:cxn modelId="{09CC18F2-8F71-6749-A53A-82216BEF8296}" type="presParOf" srcId="{BC1C2070-644B-4143-A8F3-FB3906DC416C}" destId="{2F52C90D-C3EC-6442-A3D4-7DC06A10126B}" srcOrd="0" destOrd="0" presId="urn:microsoft.com/office/officeart/2008/layout/SquareAccentList"/>
    <dgm:cxn modelId="{AE9F5D46-6CBD-664C-BBCD-B15F1703CA9A}" type="presParOf" srcId="{2F52C90D-C3EC-6442-A3D4-7DC06A10126B}" destId="{80DD9790-B69E-1942-8DF4-740A5C635AA5}" srcOrd="0" destOrd="0" presId="urn:microsoft.com/office/officeart/2008/layout/SquareAccentList"/>
    <dgm:cxn modelId="{C89AD7C7-D5AD-5A42-9147-AE82DCD9C63B}" type="presParOf" srcId="{80DD9790-B69E-1942-8DF4-740A5C635AA5}" destId="{936B98D3-800E-F74A-9A0F-E2FFD80B7A9A}" srcOrd="0" destOrd="0" presId="urn:microsoft.com/office/officeart/2008/layout/SquareAccentList"/>
    <dgm:cxn modelId="{BA03E31A-ECFA-6B48-93A0-A450010E4621}" type="presParOf" srcId="{80DD9790-B69E-1942-8DF4-740A5C635AA5}" destId="{EFBB4F44-452B-744E-8688-A5A644D558E5}" srcOrd="1" destOrd="0" presId="urn:microsoft.com/office/officeart/2008/layout/SquareAccentList"/>
    <dgm:cxn modelId="{95B464C6-90E6-734E-AEF6-13070F231DD5}" type="presParOf" srcId="{80DD9790-B69E-1942-8DF4-740A5C635AA5}" destId="{4FC99E78-1155-0845-8512-C9CBF1EAC6CC}" srcOrd="2" destOrd="0" presId="urn:microsoft.com/office/officeart/2008/layout/SquareAccentList"/>
    <dgm:cxn modelId="{FCC8CC9B-7F45-234C-9B57-CC37B1A2F2D6}" type="presParOf" srcId="{2F52C90D-C3EC-6442-A3D4-7DC06A10126B}" destId="{ABDDF55C-8A48-4444-B9AB-4F2BD2B6E33A}" srcOrd="1" destOrd="0" presId="urn:microsoft.com/office/officeart/2008/layout/SquareAccentList"/>
    <dgm:cxn modelId="{777FAF79-8FE0-5644-9F0A-6FA5063FD66A}" type="presParOf" srcId="{ABDDF55C-8A48-4444-B9AB-4F2BD2B6E33A}" destId="{A2D4381A-37FC-0C4F-9540-0B529BF519A9}" srcOrd="0" destOrd="0" presId="urn:microsoft.com/office/officeart/2008/layout/SquareAccentList"/>
    <dgm:cxn modelId="{BECE540F-355C-D241-AB29-AFCD567599CB}" type="presParOf" srcId="{A2D4381A-37FC-0C4F-9540-0B529BF519A9}" destId="{F347F7C1-F496-F64F-9104-1061677E3A08}" srcOrd="0" destOrd="0" presId="urn:microsoft.com/office/officeart/2008/layout/SquareAccentList"/>
    <dgm:cxn modelId="{A19A9BAD-9DE6-1D45-9452-93DE7FAC60D4}" type="presParOf" srcId="{A2D4381A-37FC-0C4F-9540-0B529BF519A9}" destId="{C5C4DBBF-59F3-834F-A223-831DC26DDE50}" srcOrd="1" destOrd="0" presId="urn:microsoft.com/office/officeart/2008/layout/SquareAccentList"/>
    <dgm:cxn modelId="{BDBE9DDF-A199-3241-9014-C261B34A9B89}" type="presParOf" srcId="{ABDDF55C-8A48-4444-B9AB-4F2BD2B6E33A}" destId="{F70D17B5-4A22-1146-919C-4C7A2869D47D}" srcOrd="1" destOrd="0" presId="urn:microsoft.com/office/officeart/2008/layout/SquareAccentList"/>
    <dgm:cxn modelId="{881CC1F7-1D74-794A-8138-A8283D05889C}" type="presParOf" srcId="{F70D17B5-4A22-1146-919C-4C7A2869D47D}" destId="{8D6D2AA9-EA8F-634D-B9BE-DAA48591AC4E}" srcOrd="0" destOrd="0" presId="urn:microsoft.com/office/officeart/2008/layout/SquareAccentList"/>
    <dgm:cxn modelId="{A92BCAC9-89E6-4847-83F7-16E1DAEF697E}" type="presParOf" srcId="{F70D17B5-4A22-1146-919C-4C7A2869D47D}" destId="{0EA5CB1D-5FD4-DE49-BD8B-06A65406B791}" srcOrd="1" destOrd="0" presId="urn:microsoft.com/office/officeart/2008/layout/SquareAccentList"/>
    <dgm:cxn modelId="{56F41827-D02B-A049-BAB2-E359E83A7ADB}" type="presParOf" srcId="{ABDDF55C-8A48-4444-B9AB-4F2BD2B6E33A}" destId="{AA2B0CC1-DB0A-4949-B6D6-7C294B5547BF}" srcOrd="2" destOrd="0" presId="urn:microsoft.com/office/officeart/2008/layout/SquareAccentList"/>
    <dgm:cxn modelId="{CA086C47-9E46-8943-803B-4E2B030D6C1C}" type="presParOf" srcId="{AA2B0CC1-DB0A-4949-B6D6-7C294B5547BF}" destId="{8233E98F-D7DA-4345-A3B5-274A61A28C68}" srcOrd="0" destOrd="0" presId="urn:microsoft.com/office/officeart/2008/layout/SquareAccentList"/>
    <dgm:cxn modelId="{7BBDC963-BC39-9246-AFEA-208038D63917}" type="presParOf" srcId="{AA2B0CC1-DB0A-4949-B6D6-7C294B5547BF}" destId="{DED6C75D-1E28-434D-853E-2D29D3E7710C}" srcOrd="1" destOrd="0" presId="urn:microsoft.com/office/officeart/2008/layout/SquareAccentList"/>
    <dgm:cxn modelId="{E283DC5A-242E-884F-AF27-5BAFD895E9A5}" type="presParOf" srcId="{ABDDF55C-8A48-4444-B9AB-4F2BD2B6E33A}" destId="{2D5984DF-FAAB-3745-BB4D-2E9BC1B450D4}" srcOrd="3" destOrd="0" presId="urn:microsoft.com/office/officeart/2008/layout/SquareAccentList"/>
    <dgm:cxn modelId="{F8733F12-C259-F543-B633-4AB854422C56}" type="presParOf" srcId="{2D5984DF-FAAB-3745-BB4D-2E9BC1B450D4}" destId="{88E757B0-4E49-9A40-B9F2-A0850E6FE243}" srcOrd="0" destOrd="0" presId="urn:microsoft.com/office/officeart/2008/layout/SquareAccentList"/>
    <dgm:cxn modelId="{66FBEF8C-AE7E-CE47-B881-B41084763D97}" type="presParOf" srcId="{2D5984DF-FAAB-3745-BB4D-2E9BC1B450D4}" destId="{041626F9-A23B-F246-8047-0BCF07C14460}" srcOrd="1" destOrd="0" presId="urn:microsoft.com/office/officeart/2008/layout/SquareAccentList"/>
    <dgm:cxn modelId="{634AEBF2-9108-FF43-A2B3-3AD75E5865DC}" type="presParOf" srcId="{ABDDF55C-8A48-4444-B9AB-4F2BD2B6E33A}" destId="{7C18A339-0C48-064D-B60D-D1C285BA6E41}" srcOrd="4" destOrd="0" presId="urn:microsoft.com/office/officeart/2008/layout/SquareAccentList"/>
    <dgm:cxn modelId="{2C354C91-9295-0849-B1EC-177BC1D78948}" type="presParOf" srcId="{7C18A339-0C48-064D-B60D-D1C285BA6E41}" destId="{F692CA78-A415-F641-9D76-A55F8BBAEDC7}" srcOrd="0" destOrd="0" presId="urn:microsoft.com/office/officeart/2008/layout/SquareAccentList"/>
    <dgm:cxn modelId="{C6BB023C-82CC-7A47-A997-7604C10893CD}" type="presParOf" srcId="{7C18A339-0C48-064D-B60D-D1C285BA6E41}" destId="{D849052E-1296-C04D-A318-77E326D99888}" srcOrd="1" destOrd="0" presId="urn:microsoft.com/office/officeart/2008/layout/SquareAccentList"/>
    <dgm:cxn modelId="{B600516D-8219-624A-907E-F730085C4901}" type="presParOf" srcId="{ABDDF55C-8A48-4444-B9AB-4F2BD2B6E33A}" destId="{6426148C-893C-AD43-9E28-E429BAD1FE49}" srcOrd="5" destOrd="0" presId="urn:microsoft.com/office/officeart/2008/layout/SquareAccentList"/>
    <dgm:cxn modelId="{02E40AD5-44B2-E54F-907E-0165500E65FE}" type="presParOf" srcId="{6426148C-893C-AD43-9E28-E429BAD1FE49}" destId="{9D1E9075-AD49-9D42-AB06-CF9F4E42983B}" srcOrd="0" destOrd="0" presId="urn:microsoft.com/office/officeart/2008/layout/SquareAccentList"/>
    <dgm:cxn modelId="{BBBBEBC0-B2BB-C648-AB0F-62DB42E3C419}" type="presParOf" srcId="{6426148C-893C-AD43-9E28-E429BAD1FE49}" destId="{A5FBD568-00F0-CA41-9442-45AA230B9268}" srcOrd="1" destOrd="0" presId="urn:microsoft.com/office/officeart/2008/layout/SquareAccentList"/>
    <dgm:cxn modelId="{75B38EA4-A818-FB49-BA5C-8991308AE506}" type="presParOf" srcId="{BC1C2070-644B-4143-A8F3-FB3906DC416C}" destId="{727BE5A9-FD6D-FE4A-B03C-AE440F5CCE36}" srcOrd="1" destOrd="0" presId="urn:microsoft.com/office/officeart/2008/layout/SquareAccentList"/>
    <dgm:cxn modelId="{1DAB8772-6FDD-BF4D-9030-10803215885C}" type="presParOf" srcId="{727BE5A9-FD6D-FE4A-B03C-AE440F5CCE36}" destId="{8CC09BC1-BE8A-8D48-AEBD-5963E2A82000}" srcOrd="0" destOrd="0" presId="urn:microsoft.com/office/officeart/2008/layout/SquareAccentList"/>
    <dgm:cxn modelId="{CD9EF047-9275-324C-93B4-FEC885A2A74D}" type="presParOf" srcId="{8CC09BC1-BE8A-8D48-AEBD-5963E2A82000}" destId="{80F5CA70-F5A9-6D46-BBF0-B1BF51B96806}" srcOrd="0" destOrd="0" presId="urn:microsoft.com/office/officeart/2008/layout/SquareAccentList"/>
    <dgm:cxn modelId="{12238653-788B-FC45-8377-CEFF488B0A24}" type="presParOf" srcId="{8CC09BC1-BE8A-8D48-AEBD-5963E2A82000}" destId="{0F8A1F45-F0FE-174D-9804-9F3153FCE4CC}" srcOrd="1" destOrd="0" presId="urn:microsoft.com/office/officeart/2008/layout/SquareAccentList"/>
    <dgm:cxn modelId="{76F8C9B1-A2E9-0D45-8E74-FB7C83EA061E}" type="presParOf" srcId="{8CC09BC1-BE8A-8D48-AEBD-5963E2A82000}" destId="{70D9E660-3672-EB4B-90E2-490E14AE574C}" srcOrd="2" destOrd="0" presId="urn:microsoft.com/office/officeart/2008/layout/SquareAccentList"/>
    <dgm:cxn modelId="{3C3CB8B8-C1E7-EA48-9E6D-D61BBEAB5C1E}" type="presParOf" srcId="{727BE5A9-FD6D-FE4A-B03C-AE440F5CCE36}" destId="{5EFBAEB5-75D8-0D45-9ECD-C02F4EF49BA6}" srcOrd="1" destOrd="0" presId="urn:microsoft.com/office/officeart/2008/layout/SquareAccentList"/>
    <dgm:cxn modelId="{CF42F270-80A1-C045-9BC2-006715BC81A6}" type="presParOf" srcId="{5EFBAEB5-75D8-0D45-9ECD-C02F4EF49BA6}" destId="{F21CEAAD-E78B-0843-A5ED-2FA767A60E7F}" srcOrd="0" destOrd="0" presId="urn:microsoft.com/office/officeart/2008/layout/SquareAccentList"/>
    <dgm:cxn modelId="{6D71F2E6-9F76-2C4C-9F8F-0432FD3714B6}" type="presParOf" srcId="{F21CEAAD-E78B-0843-A5ED-2FA767A60E7F}" destId="{558D38F1-94DA-6E4A-94E3-90E60D86BBEE}" srcOrd="0" destOrd="0" presId="urn:microsoft.com/office/officeart/2008/layout/SquareAccentList"/>
    <dgm:cxn modelId="{2870EB83-C18F-654E-BC3F-C3C9AFBBA5DC}" type="presParOf" srcId="{F21CEAAD-E78B-0843-A5ED-2FA767A60E7F}" destId="{98267CF4-FDBE-EF4B-9516-67DE565AC5C2}" srcOrd="1" destOrd="0" presId="urn:microsoft.com/office/officeart/2008/layout/SquareAccentList"/>
    <dgm:cxn modelId="{7925D29D-2946-6249-A359-78F510C8B24A}" type="presParOf" srcId="{5EFBAEB5-75D8-0D45-9ECD-C02F4EF49BA6}" destId="{C17D6990-F311-F04E-88BC-65FB6B13FEF6}" srcOrd="1" destOrd="0" presId="urn:microsoft.com/office/officeart/2008/layout/SquareAccentList"/>
    <dgm:cxn modelId="{1BE51F62-A08A-D849-AF9B-A8391E4DA211}" type="presParOf" srcId="{C17D6990-F311-F04E-88BC-65FB6B13FEF6}" destId="{5EB43296-6BB6-9D43-AD57-5910B07E227C}" srcOrd="0" destOrd="0" presId="urn:microsoft.com/office/officeart/2008/layout/SquareAccentList"/>
    <dgm:cxn modelId="{CBAC7FF8-0113-ED4C-8054-4D5187AFA2E8}" type="presParOf" srcId="{C17D6990-F311-F04E-88BC-65FB6B13FEF6}" destId="{AEFE7DCB-6CA6-2447-9655-3627004F00CA}" srcOrd="1" destOrd="0" presId="urn:microsoft.com/office/officeart/2008/layout/SquareAccentList"/>
    <dgm:cxn modelId="{4E7F7FBE-113E-A540-A69C-F13D10FAB8F1}" type="presParOf" srcId="{5EFBAEB5-75D8-0D45-9ECD-C02F4EF49BA6}" destId="{3558D5FD-979F-6945-9A54-2C7D9BB0CB63}" srcOrd="2" destOrd="0" presId="urn:microsoft.com/office/officeart/2008/layout/SquareAccentList"/>
    <dgm:cxn modelId="{ECE0ACEA-02BB-B640-BBBF-1AAA3CA89B54}" type="presParOf" srcId="{3558D5FD-979F-6945-9A54-2C7D9BB0CB63}" destId="{AECA63DD-0EB6-1F45-9144-7BC4B2B47254}" srcOrd="0" destOrd="0" presId="urn:microsoft.com/office/officeart/2008/layout/SquareAccentList"/>
    <dgm:cxn modelId="{D3CF3FA3-FAD3-514B-9648-2BE621D37BCB}" type="presParOf" srcId="{3558D5FD-979F-6945-9A54-2C7D9BB0CB63}" destId="{944D9F32-E826-1141-828E-D2235C1AE056}" srcOrd="1" destOrd="0" presId="urn:microsoft.com/office/officeart/2008/layout/SquareAccentList"/>
    <dgm:cxn modelId="{E03C62D6-64D9-9245-8641-0B09E918FB07}" type="presParOf" srcId="{5EFBAEB5-75D8-0D45-9ECD-C02F4EF49BA6}" destId="{42B148D3-4286-C646-93CE-8D7BD781711E}" srcOrd="3" destOrd="0" presId="urn:microsoft.com/office/officeart/2008/layout/SquareAccentList"/>
    <dgm:cxn modelId="{34D5FFDB-FB89-CE46-B6E7-43AC848912D7}" type="presParOf" srcId="{42B148D3-4286-C646-93CE-8D7BD781711E}" destId="{3F4D3C5B-4DA7-BD43-B520-4BA6790DF61E}" srcOrd="0" destOrd="0" presId="urn:microsoft.com/office/officeart/2008/layout/SquareAccentList"/>
    <dgm:cxn modelId="{E8583ABD-BC45-C241-B76C-865A1902C45C}" type="presParOf" srcId="{42B148D3-4286-C646-93CE-8D7BD781711E}" destId="{F89EB8DD-EB8A-8C43-AF21-C13F69153078}" srcOrd="1" destOrd="0" presId="urn:microsoft.com/office/officeart/2008/layout/SquareAccentList"/>
    <dgm:cxn modelId="{4FA32425-1425-8047-9067-3C34DD5E7F12}" type="presParOf" srcId="{5EFBAEB5-75D8-0D45-9ECD-C02F4EF49BA6}" destId="{EB0F14D8-902C-764D-831F-BAC0F51ABE62}" srcOrd="4" destOrd="0" presId="urn:microsoft.com/office/officeart/2008/layout/SquareAccentList"/>
    <dgm:cxn modelId="{275897B9-859F-944B-ABCB-6826A2419546}" type="presParOf" srcId="{EB0F14D8-902C-764D-831F-BAC0F51ABE62}" destId="{9DEAEA6C-0A14-1A43-B7CF-2DB1F13CB753}" srcOrd="0" destOrd="0" presId="urn:microsoft.com/office/officeart/2008/layout/SquareAccentList"/>
    <dgm:cxn modelId="{B6D6A467-AD07-5C4F-8FF9-A975F7161EFB}" type="presParOf" srcId="{EB0F14D8-902C-764D-831F-BAC0F51ABE62}" destId="{532B82C2-F03A-054B-9C56-7E7ACF31BCDA}" srcOrd="1" destOrd="0" presId="urn:microsoft.com/office/officeart/2008/layout/SquareAccentList"/>
    <dgm:cxn modelId="{5AF2C00C-19E1-3846-9D7F-5873A47E2FFF}" type="presParOf" srcId="{5EFBAEB5-75D8-0D45-9ECD-C02F4EF49BA6}" destId="{0C4E649A-8BA0-3149-AAA8-0252D450DE2B}" srcOrd="5" destOrd="0" presId="urn:microsoft.com/office/officeart/2008/layout/SquareAccentList"/>
    <dgm:cxn modelId="{F706B1B1-910D-1644-BD4E-F63F6A574C75}" type="presParOf" srcId="{0C4E649A-8BA0-3149-AAA8-0252D450DE2B}" destId="{C77EDB56-4C60-3644-86FB-85B2551EC4FB}" srcOrd="0" destOrd="0" presId="urn:microsoft.com/office/officeart/2008/layout/SquareAccentList"/>
    <dgm:cxn modelId="{E9C970E9-BEBA-AE4A-9A8D-28EF01B8893C}" type="presParOf" srcId="{0C4E649A-8BA0-3149-AAA8-0252D450DE2B}" destId="{167598D0-4FB3-AC4C-B6D1-002B6F7BE244}" srcOrd="1" destOrd="0" presId="urn:microsoft.com/office/officeart/2008/layout/SquareAccentList"/>
  </dgm:cxnLst>
  <dgm:bg/>
  <dgm:whole/>
  <dgm:extLst>
    <a:ext uri="http://schemas.microsoft.com/office/drawing/2008/diagram">
      <dsp:dataModelExt xmlns:dsp="http://schemas.microsoft.com/office/drawing/2008/diagram" relId="rId5" minVer="http://schemas.openxmlformats.org/drawingml/2006/diagram"/>
    </a:ext>
  </dgm:extLst>
</dgm:dataModel>
</file>

<file path=ppt/diagrams/data12.xml><?xml version="1.0" encoding="utf-8"?>
<dgm:dataModel xmlns:dgm="http://schemas.openxmlformats.org/drawingml/2006/diagram" xmlns:a="http://schemas.openxmlformats.org/drawingml/2006/main">
  <dgm:ptLst>
    <dgm:pt modelId="{328DA5E0-F6D8-3440-A331-3C297D395440}" type="doc">
      <dgm:prSet loTypeId="urn:microsoft.com/office/officeart/2005/8/layout/chevron2" loCatId="process" qsTypeId="urn:microsoft.com/office/officeart/2005/8/quickstyle/3d3" qsCatId="3D" csTypeId="urn:microsoft.com/office/officeart/2005/8/colors/accent1_2" csCatId="accent1" phldr="1"/>
      <dgm:spPr/>
      <dgm:t>
        <a:bodyPr/>
        <a:lstStyle/>
        <a:p>
          <a:endParaRPr lang="de-DE"/>
        </a:p>
      </dgm:t>
    </dgm:pt>
    <dgm:pt modelId="{C102871F-4AC8-AD42-9F76-9A0175C35C3D}">
      <dgm:prSet/>
      <dgm:spPr/>
      <dgm:t>
        <a:bodyPr/>
        <a:lstStyle/>
        <a:p>
          <a:r>
            <a:rPr lang="de-DE"/>
            <a:t>Problem:</a:t>
          </a:r>
        </a:p>
      </dgm:t>
    </dgm:pt>
    <dgm:pt modelId="{DCAA6D89-32AA-8642-B064-C8050C4E3E4C}" type="parTrans" cxnId="{F737E322-9541-EE49-9C71-3CA8C185F047}">
      <dgm:prSet/>
      <dgm:spPr/>
      <dgm:t>
        <a:bodyPr/>
        <a:lstStyle/>
        <a:p>
          <a:endParaRPr lang="de-DE"/>
        </a:p>
      </dgm:t>
    </dgm:pt>
    <dgm:pt modelId="{B4B01AD6-E007-F245-9B38-AC417C07A4A4}" type="sibTrans" cxnId="{F737E322-9541-EE49-9C71-3CA8C185F047}">
      <dgm:prSet/>
      <dgm:spPr/>
      <dgm:t>
        <a:bodyPr/>
        <a:lstStyle/>
        <a:p>
          <a:endParaRPr lang="de-DE"/>
        </a:p>
      </dgm:t>
    </dgm:pt>
    <dgm:pt modelId="{782C1EFA-54CC-434F-8E02-AC2AC8F3F8A7}">
      <dgm:prSet/>
      <dgm:spPr/>
      <dgm:t>
        <a:bodyPr/>
        <a:lstStyle/>
        <a:p>
          <a:r>
            <a:rPr lang="de-DE" dirty="0"/>
            <a:t>Routen Konfiguration zur Entwicklungszeit</a:t>
          </a:r>
        </a:p>
      </dgm:t>
    </dgm:pt>
    <dgm:pt modelId="{F5609B86-4072-D14F-BF65-A4F1BDCCA50F}" type="parTrans" cxnId="{1ADBF810-A9A7-D247-BE5F-33CA95F8769E}">
      <dgm:prSet/>
      <dgm:spPr/>
      <dgm:t>
        <a:bodyPr/>
        <a:lstStyle/>
        <a:p>
          <a:endParaRPr lang="de-DE"/>
        </a:p>
      </dgm:t>
    </dgm:pt>
    <dgm:pt modelId="{03AF15B8-8449-8043-B814-46EBBF3A3E09}" type="sibTrans" cxnId="{1ADBF810-A9A7-D247-BE5F-33CA95F8769E}">
      <dgm:prSet/>
      <dgm:spPr/>
      <dgm:t>
        <a:bodyPr/>
        <a:lstStyle/>
        <a:p>
          <a:endParaRPr lang="de-DE"/>
        </a:p>
      </dgm:t>
    </dgm:pt>
    <dgm:pt modelId="{DE856D13-1C82-FE4E-AE1B-CAC6FEEF209F}">
      <dgm:prSet/>
      <dgm:spPr/>
      <dgm:t>
        <a:bodyPr/>
        <a:lstStyle/>
        <a:p>
          <a:r>
            <a:rPr lang="de-DE" dirty="0"/>
            <a:t>Somit: Keine statische Route pro Datensatz möglich</a:t>
          </a:r>
        </a:p>
      </dgm:t>
    </dgm:pt>
    <dgm:pt modelId="{E121FFEA-72FA-5B4F-A8E9-F61FBC1793AA}" type="parTrans" cxnId="{06EC9E2A-765E-7745-AA7F-FDB408FE8C5F}">
      <dgm:prSet/>
      <dgm:spPr/>
      <dgm:t>
        <a:bodyPr/>
        <a:lstStyle/>
        <a:p>
          <a:endParaRPr lang="de-DE"/>
        </a:p>
      </dgm:t>
    </dgm:pt>
    <dgm:pt modelId="{6530158A-0B89-614A-828F-9D5FB03FF2C2}" type="sibTrans" cxnId="{06EC9E2A-765E-7745-AA7F-FDB408FE8C5F}">
      <dgm:prSet/>
      <dgm:spPr/>
      <dgm:t>
        <a:bodyPr/>
        <a:lstStyle/>
        <a:p>
          <a:endParaRPr lang="de-DE"/>
        </a:p>
      </dgm:t>
    </dgm:pt>
    <dgm:pt modelId="{1C1D015F-B6EE-244F-A744-D7D5FE84A3BB}">
      <dgm:prSet/>
      <dgm:spPr/>
      <dgm:t>
        <a:bodyPr/>
        <a:lstStyle/>
        <a:p>
          <a:r>
            <a:rPr lang="de-DE"/>
            <a:t>Lösung:</a:t>
          </a:r>
        </a:p>
      </dgm:t>
    </dgm:pt>
    <dgm:pt modelId="{67EC9E4D-CEDA-EA49-838A-64745A4E6605}" type="parTrans" cxnId="{6F1F15F4-59E5-914C-90C8-507E9688A748}">
      <dgm:prSet/>
      <dgm:spPr/>
      <dgm:t>
        <a:bodyPr/>
        <a:lstStyle/>
        <a:p>
          <a:endParaRPr lang="de-DE"/>
        </a:p>
      </dgm:t>
    </dgm:pt>
    <dgm:pt modelId="{556BBF87-6A1A-6B44-B02B-F42ADE180A3B}" type="sibTrans" cxnId="{6F1F15F4-59E5-914C-90C8-507E9688A748}">
      <dgm:prSet/>
      <dgm:spPr/>
      <dgm:t>
        <a:bodyPr/>
        <a:lstStyle/>
        <a:p>
          <a:endParaRPr lang="de-DE"/>
        </a:p>
      </dgm:t>
    </dgm:pt>
    <dgm:pt modelId="{D1951DE9-85F0-4E4D-958A-616A9D2D86AD}">
      <dgm:prSet/>
      <dgm:spPr/>
      <dgm:t>
        <a:bodyPr/>
        <a:lstStyle/>
        <a:p>
          <a:r>
            <a:rPr lang="de-DE" dirty="0"/>
            <a:t>Dynamische Routen mit Parametern</a:t>
          </a:r>
        </a:p>
      </dgm:t>
    </dgm:pt>
    <dgm:pt modelId="{7D9DC289-D264-F94A-9D66-40BA1E2A5556}" type="parTrans" cxnId="{DD2F09B3-16CA-3148-8056-2F7B40DB3B6B}">
      <dgm:prSet/>
      <dgm:spPr/>
      <dgm:t>
        <a:bodyPr/>
        <a:lstStyle/>
        <a:p>
          <a:endParaRPr lang="de-DE"/>
        </a:p>
      </dgm:t>
    </dgm:pt>
    <dgm:pt modelId="{D5E10DF2-14E4-FA43-AF8B-B50212402075}" type="sibTrans" cxnId="{DD2F09B3-16CA-3148-8056-2F7B40DB3B6B}">
      <dgm:prSet/>
      <dgm:spPr/>
      <dgm:t>
        <a:bodyPr/>
        <a:lstStyle/>
        <a:p>
          <a:endParaRPr lang="de-DE"/>
        </a:p>
      </dgm:t>
    </dgm:pt>
    <dgm:pt modelId="{8B3A1207-6A6B-EB4F-BE3B-D44811F6C60B}">
      <dgm:prSet/>
      <dgm:spPr/>
      <dgm:t>
        <a:bodyPr/>
        <a:lstStyle/>
        <a:p>
          <a:r>
            <a:rPr lang="de-DE" dirty="0"/>
            <a:t>Routen Konfiguration kann in Pfadvariablen enthalten</a:t>
          </a:r>
        </a:p>
      </dgm:t>
    </dgm:pt>
    <dgm:pt modelId="{A824A1F5-0F57-6148-A7E2-2D8AE518C865}" type="parTrans" cxnId="{33C2CDA9-97EE-664A-BFDB-A2A7D2597D1B}">
      <dgm:prSet/>
      <dgm:spPr/>
      <dgm:t>
        <a:bodyPr/>
        <a:lstStyle/>
        <a:p>
          <a:endParaRPr lang="de-DE"/>
        </a:p>
      </dgm:t>
    </dgm:pt>
    <dgm:pt modelId="{0225CB2D-C998-C04C-9D03-6F67BF18A33E}" type="sibTrans" cxnId="{33C2CDA9-97EE-664A-BFDB-A2A7D2597D1B}">
      <dgm:prSet/>
      <dgm:spPr/>
      <dgm:t>
        <a:bodyPr/>
        <a:lstStyle/>
        <a:p>
          <a:endParaRPr lang="de-DE"/>
        </a:p>
      </dgm:t>
    </dgm:pt>
    <dgm:pt modelId="{6E553B95-87A2-914C-82CD-6C9DDD11848A}">
      <dgm:prSet/>
      <dgm:spPr/>
      <dgm:t>
        <a:bodyPr/>
        <a:lstStyle/>
        <a:p>
          <a:r>
            <a:rPr lang="de-DE" dirty="0"/>
            <a:t>Rest-Parameter </a:t>
          </a:r>
          <a:r>
            <a:rPr lang="de-DE" dirty="0" err="1"/>
            <a:t>vs</a:t>
          </a:r>
          <a:r>
            <a:rPr lang="de-DE" dirty="0"/>
            <a:t> URL-Parameter</a:t>
          </a:r>
        </a:p>
      </dgm:t>
    </dgm:pt>
    <dgm:pt modelId="{0C5DE1E1-D396-774B-9072-35A30BFCAF6D}" type="parTrans" cxnId="{FC6AFD45-10F4-9841-8882-201FF26C018D}">
      <dgm:prSet/>
      <dgm:spPr/>
      <dgm:t>
        <a:bodyPr/>
        <a:lstStyle/>
        <a:p>
          <a:endParaRPr lang="de-DE"/>
        </a:p>
      </dgm:t>
    </dgm:pt>
    <dgm:pt modelId="{A30EC40A-952D-2947-AB71-E79680C87407}" type="sibTrans" cxnId="{FC6AFD45-10F4-9841-8882-201FF26C018D}">
      <dgm:prSet/>
      <dgm:spPr/>
      <dgm:t>
        <a:bodyPr/>
        <a:lstStyle/>
        <a:p>
          <a:endParaRPr lang="de-DE"/>
        </a:p>
      </dgm:t>
    </dgm:pt>
    <dgm:pt modelId="{2635C34E-9C73-934C-A712-D85957057FC0}">
      <dgm:prSet/>
      <dgm:spPr/>
      <dgm:t>
        <a:bodyPr/>
        <a:lstStyle/>
        <a:p>
          <a:r>
            <a:rPr lang="de-DE"/>
            <a:t>Parameter in Route für Pflichtparameter</a:t>
          </a:r>
        </a:p>
      </dgm:t>
    </dgm:pt>
    <dgm:pt modelId="{0F4035CC-3F0A-AD4B-BDC6-981DFE12AC2F}" type="parTrans" cxnId="{D17C4644-9942-ED46-AA3C-60CB0403BA4C}">
      <dgm:prSet/>
      <dgm:spPr/>
      <dgm:t>
        <a:bodyPr/>
        <a:lstStyle/>
        <a:p>
          <a:endParaRPr lang="de-DE"/>
        </a:p>
      </dgm:t>
    </dgm:pt>
    <dgm:pt modelId="{9D0477AF-A7D2-3247-AE5B-A7030E0541C6}" type="sibTrans" cxnId="{D17C4644-9942-ED46-AA3C-60CB0403BA4C}">
      <dgm:prSet/>
      <dgm:spPr/>
      <dgm:t>
        <a:bodyPr/>
        <a:lstStyle/>
        <a:p>
          <a:endParaRPr lang="de-DE"/>
        </a:p>
      </dgm:t>
    </dgm:pt>
    <dgm:pt modelId="{D2EDF647-8D24-DB41-A92A-AAAA8849A46F}">
      <dgm:prSet/>
      <dgm:spPr/>
      <dgm:t>
        <a:bodyPr/>
        <a:lstStyle/>
        <a:p>
          <a:r>
            <a:rPr lang="de-DE"/>
            <a:t>URL-Parameter für optionale Parameter</a:t>
          </a:r>
        </a:p>
      </dgm:t>
    </dgm:pt>
    <dgm:pt modelId="{309290BA-AD69-914D-95E9-07F2F495952D}" type="parTrans" cxnId="{9F01640E-8EC4-E14A-AE61-248065061235}">
      <dgm:prSet/>
      <dgm:spPr/>
      <dgm:t>
        <a:bodyPr/>
        <a:lstStyle/>
        <a:p>
          <a:endParaRPr lang="de-DE"/>
        </a:p>
      </dgm:t>
    </dgm:pt>
    <dgm:pt modelId="{0B701852-2109-EA42-8C9A-364D5F4B12B8}" type="sibTrans" cxnId="{9F01640E-8EC4-E14A-AE61-248065061235}">
      <dgm:prSet/>
      <dgm:spPr/>
      <dgm:t>
        <a:bodyPr/>
        <a:lstStyle/>
        <a:p>
          <a:endParaRPr lang="de-DE"/>
        </a:p>
      </dgm:t>
    </dgm:pt>
    <dgm:pt modelId="{42BCF4E7-9D16-B347-82B4-DD19721D41E1}" type="pres">
      <dgm:prSet presAssocID="{328DA5E0-F6D8-3440-A331-3C297D395440}" presName="linearFlow" presStyleCnt="0">
        <dgm:presLayoutVars>
          <dgm:dir/>
          <dgm:animLvl val="lvl"/>
          <dgm:resizeHandles val="exact"/>
        </dgm:presLayoutVars>
      </dgm:prSet>
      <dgm:spPr/>
    </dgm:pt>
    <dgm:pt modelId="{0B66D32C-D39E-744D-BBFA-1A90C197E377}" type="pres">
      <dgm:prSet presAssocID="{C102871F-4AC8-AD42-9F76-9A0175C35C3D}" presName="composite" presStyleCnt="0"/>
      <dgm:spPr/>
    </dgm:pt>
    <dgm:pt modelId="{DC60026B-A515-D54B-98B9-73A8945EE08C}" type="pres">
      <dgm:prSet presAssocID="{C102871F-4AC8-AD42-9F76-9A0175C35C3D}" presName="parentText" presStyleLbl="alignNode1" presStyleIdx="0" presStyleCnt="3">
        <dgm:presLayoutVars>
          <dgm:chMax val="1"/>
          <dgm:bulletEnabled val="1"/>
        </dgm:presLayoutVars>
      </dgm:prSet>
      <dgm:spPr/>
    </dgm:pt>
    <dgm:pt modelId="{28D90256-420F-594D-9B53-7D6CF3CEFD73}" type="pres">
      <dgm:prSet presAssocID="{C102871F-4AC8-AD42-9F76-9A0175C35C3D}" presName="descendantText" presStyleLbl="alignAcc1" presStyleIdx="0" presStyleCnt="3">
        <dgm:presLayoutVars>
          <dgm:bulletEnabled val="1"/>
        </dgm:presLayoutVars>
      </dgm:prSet>
      <dgm:spPr/>
    </dgm:pt>
    <dgm:pt modelId="{062495BF-57B8-C54A-A2EB-D4D5D2F293DC}" type="pres">
      <dgm:prSet presAssocID="{B4B01AD6-E007-F245-9B38-AC417C07A4A4}" presName="sp" presStyleCnt="0"/>
      <dgm:spPr/>
    </dgm:pt>
    <dgm:pt modelId="{4E58D340-4D42-774A-9A04-DF81EFBAFB6C}" type="pres">
      <dgm:prSet presAssocID="{1C1D015F-B6EE-244F-A744-D7D5FE84A3BB}" presName="composite" presStyleCnt="0"/>
      <dgm:spPr/>
    </dgm:pt>
    <dgm:pt modelId="{E87F782A-15CE-A24D-9C75-E4576DBC761D}" type="pres">
      <dgm:prSet presAssocID="{1C1D015F-B6EE-244F-A744-D7D5FE84A3BB}" presName="parentText" presStyleLbl="alignNode1" presStyleIdx="1" presStyleCnt="3">
        <dgm:presLayoutVars>
          <dgm:chMax val="1"/>
          <dgm:bulletEnabled val="1"/>
        </dgm:presLayoutVars>
      </dgm:prSet>
      <dgm:spPr/>
    </dgm:pt>
    <dgm:pt modelId="{78366A0F-A76C-E744-8E61-1FCF31176EB3}" type="pres">
      <dgm:prSet presAssocID="{1C1D015F-B6EE-244F-A744-D7D5FE84A3BB}" presName="descendantText" presStyleLbl="alignAcc1" presStyleIdx="1" presStyleCnt="3">
        <dgm:presLayoutVars>
          <dgm:bulletEnabled val="1"/>
        </dgm:presLayoutVars>
      </dgm:prSet>
      <dgm:spPr/>
    </dgm:pt>
    <dgm:pt modelId="{540D4E04-A947-DE4A-9249-B4125DCC3EF1}" type="pres">
      <dgm:prSet presAssocID="{556BBF87-6A1A-6B44-B02B-F42ADE180A3B}" presName="sp" presStyleCnt="0"/>
      <dgm:spPr/>
    </dgm:pt>
    <dgm:pt modelId="{5EBF1ABF-5998-1843-8B79-B460210B1C9B}" type="pres">
      <dgm:prSet presAssocID="{6E553B95-87A2-914C-82CD-6C9DDD11848A}" presName="composite" presStyleCnt="0"/>
      <dgm:spPr/>
    </dgm:pt>
    <dgm:pt modelId="{4F4E14E5-864A-7149-950C-0D8751F63536}" type="pres">
      <dgm:prSet presAssocID="{6E553B95-87A2-914C-82CD-6C9DDD11848A}" presName="parentText" presStyleLbl="alignNode1" presStyleIdx="2" presStyleCnt="3">
        <dgm:presLayoutVars>
          <dgm:chMax val="1"/>
          <dgm:bulletEnabled val="1"/>
        </dgm:presLayoutVars>
      </dgm:prSet>
      <dgm:spPr/>
    </dgm:pt>
    <dgm:pt modelId="{83429FCB-206E-7D4D-8739-0160ADC3C48D}" type="pres">
      <dgm:prSet presAssocID="{6E553B95-87A2-914C-82CD-6C9DDD11848A}" presName="descendantText" presStyleLbl="alignAcc1" presStyleIdx="2" presStyleCnt="3">
        <dgm:presLayoutVars>
          <dgm:bulletEnabled val="1"/>
        </dgm:presLayoutVars>
      </dgm:prSet>
      <dgm:spPr/>
    </dgm:pt>
  </dgm:ptLst>
  <dgm:cxnLst>
    <dgm:cxn modelId="{03322C00-171B-1147-A790-6C663A8A7BC0}" type="presOf" srcId="{6E553B95-87A2-914C-82CD-6C9DDD11848A}" destId="{4F4E14E5-864A-7149-950C-0D8751F63536}" srcOrd="0" destOrd="0" presId="urn:microsoft.com/office/officeart/2005/8/layout/chevron2"/>
    <dgm:cxn modelId="{9F01640E-8EC4-E14A-AE61-248065061235}" srcId="{6E553B95-87A2-914C-82CD-6C9DDD11848A}" destId="{D2EDF647-8D24-DB41-A92A-AAAA8849A46F}" srcOrd="1" destOrd="0" parTransId="{309290BA-AD69-914D-95E9-07F2F495952D}" sibTransId="{0B701852-2109-EA42-8C9A-364D5F4B12B8}"/>
    <dgm:cxn modelId="{1ADBF810-A9A7-D247-BE5F-33CA95F8769E}" srcId="{C102871F-4AC8-AD42-9F76-9A0175C35C3D}" destId="{782C1EFA-54CC-434F-8E02-AC2AC8F3F8A7}" srcOrd="0" destOrd="0" parTransId="{F5609B86-4072-D14F-BF65-A4F1BDCCA50F}" sibTransId="{03AF15B8-8449-8043-B814-46EBBF3A3E09}"/>
    <dgm:cxn modelId="{F737E322-9541-EE49-9C71-3CA8C185F047}" srcId="{328DA5E0-F6D8-3440-A331-3C297D395440}" destId="{C102871F-4AC8-AD42-9F76-9A0175C35C3D}" srcOrd="0" destOrd="0" parTransId="{DCAA6D89-32AA-8642-B064-C8050C4E3E4C}" sibTransId="{B4B01AD6-E007-F245-9B38-AC417C07A4A4}"/>
    <dgm:cxn modelId="{06EC9E2A-765E-7745-AA7F-FDB408FE8C5F}" srcId="{C102871F-4AC8-AD42-9F76-9A0175C35C3D}" destId="{DE856D13-1C82-FE4E-AE1B-CAC6FEEF209F}" srcOrd="1" destOrd="0" parTransId="{E121FFEA-72FA-5B4F-A8E9-F61FBC1793AA}" sibTransId="{6530158A-0B89-614A-828F-9D5FB03FF2C2}"/>
    <dgm:cxn modelId="{D17C4644-9942-ED46-AA3C-60CB0403BA4C}" srcId="{6E553B95-87A2-914C-82CD-6C9DDD11848A}" destId="{2635C34E-9C73-934C-A712-D85957057FC0}" srcOrd="0" destOrd="0" parTransId="{0F4035CC-3F0A-AD4B-BDC6-981DFE12AC2F}" sibTransId="{9D0477AF-A7D2-3247-AE5B-A7030E0541C6}"/>
    <dgm:cxn modelId="{FC6AFD45-10F4-9841-8882-201FF26C018D}" srcId="{328DA5E0-F6D8-3440-A331-3C297D395440}" destId="{6E553B95-87A2-914C-82CD-6C9DDD11848A}" srcOrd="2" destOrd="0" parTransId="{0C5DE1E1-D396-774B-9072-35A30BFCAF6D}" sibTransId="{A30EC40A-952D-2947-AB71-E79680C87407}"/>
    <dgm:cxn modelId="{5857A246-57D5-4847-A81D-8E5058B923FA}" type="presOf" srcId="{2635C34E-9C73-934C-A712-D85957057FC0}" destId="{83429FCB-206E-7D4D-8739-0160ADC3C48D}" srcOrd="0" destOrd="0" presId="urn:microsoft.com/office/officeart/2005/8/layout/chevron2"/>
    <dgm:cxn modelId="{A2699967-03E8-F443-8E71-08D6606A6E51}" type="presOf" srcId="{328DA5E0-F6D8-3440-A331-3C297D395440}" destId="{42BCF4E7-9D16-B347-82B4-DD19721D41E1}" srcOrd="0" destOrd="0" presId="urn:microsoft.com/office/officeart/2005/8/layout/chevron2"/>
    <dgm:cxn modelId="{CE623398-47FA-0940-BA3C-8CB0E5DA9D2C}" type="presOf" srcId="{DE856D13-1C82-FE4E-AE1B-CAC6FEEF209F}" destId="{28D90256-420F-594D-9B53-7D6CF3CEFD73}" srcOrd="0" destOrd="1" presId="urn:microsoft.com/office/officeart/2005/8/layout/chevron2"/>
    <dgm:cxn modelId="{FCCA7A9E-7D17-5F4D-BE6C-79FD30041D86}" type="presOf" srcId="{8B3A1207-6A6B-EB4F-BE3B-D44811F6C60B}" destId="{78366A0F-A76C-E744-8E61-1FCF31176EB3}" srcOrd="0" destOrd="1" presId="urn:microsoft.com/office/officeart/2005/8/layout/chevron2"/>
    <dgm:cxn modelId="{33C2CDA9-97EE-664A-BFDB-A2A7D2597D1B}" srcId="{1C1D015F-B6EE-244F-A744-D7D5FE84A3BB}" destId="{8B3A1207-6A6B-EB4F-BE3B-D44811F6C60B}" srcOrd="1" destOrd="0" parTransId="{A824A1F5-0F57-6148-A7E2-2D8AE518C865}" sibTransId="{0225CB2D-C998-C04C-9D03-6F67BF18A33E}"/>
    <dgm:cxn modelId="{DD2F09B3-16CA-3148-8056-2F7B40DB3B6B}" srcId="{1C1D015F-B6EE-244F-A744-D7D5FE84A3BB}" destId="{D1951DE9-85F0-4E4D-958A-616A9D2D86AD}" srcOrd="0" destOrd="0" parTransId="{7D9DC289-D264-F94A-9D66-40BA1E2A5556}" sibTransId="{D5E10DF2-14E4-FA43-AF8B-B50212402075}"/>
    <dgm:cxn modelId="{D5BABFCD-3677-654D-9717-D71A90AD1635}" type="presOf" srcId="{782C1EFA-54CC-434F-8E02-AC2AC8F3F8A7}" destId="{28D90256-420F-594D-9B53-7D6CF3CEFD73}" srcOrd="0" destOrd="0" presId="urn:microsoft.com/office/officeart/2005/8/layout/chevron2"/>
    <dgm:cxn modelId="{03464DCE-D637-444E-A84B-70C6FCDB0B67}" type="presOf" srcId="{D2EDF647-8D24-DB41-A92A-AAAA8849A46F}" destId="{83429FCB-206E-7D4D-8739-0160ADC3C48D}" srcOrd="0" destOrd="1" presId="urn:microsoft.com/office/officeart/2005/8/layout/chevron2"/>
    <dgm:cxn modelId="{403004E7-6E89-0B49-8D9E-16703AE354B2}" type="presOf" srcId="{D1951DE9-85F0-4E4D-958A-616A9D2D86AD}" destId="{78366A0F-A76C-E744-8E61-1FCF31176EB3}" srcOrd="0" destOrd="0" presId="urn:microsoft.com/office/officeart/2005/8/layout/chevron2"/>
    <dgm:cxn modelId="{065B95EB-5CD9-564B-9079-CAE5DC383E98}" type="presOf" srcId="{C102871F-4AC8-AD42-9F76-9A0175C35C3D}" destId="{DC60026B-A515-D54B-98B9-73A8945EE08C}" srcOrd="0" destOrd="0" presId="urn:microsoft.com/office/officeart/2005/8/layout/chevron2"/>
    <dgm:cxn modelId="{6F1F15F4-59E5-914C-90C8-507E9688A748}" srcId="{328DA5E0-F6D8-3440-A331-3C297D395440}" destId="{1C1D015F-B6EE-244F-A744-D7D5FE84A3BB}" srcOrd="1" destOrd="0" parTransId="{67EC9E4D-CEDA-EA49-838A-64745A4E6605}" sibTransId="{556BBF87-6A1A-6B44-B02B-F42ADE180A3B}"/>
    <dgm:cxn modelId="{D81C15FF-899D-104A-9964-41B96F87231E}" type="presOf" srcId="{1C1D015F-B6EE-244F-A744-D7D5FE84A3BB}" destId="{E87F782A-15CE-A24D-9C75-E4576DBC761D}" srcOrd="0" destOrd="0" presId="urn:microsoft.com/office/officeart/2005/8/layout/chevron2"/>
    <dgm:cxn modelId="{8E777C41-80BE-7845-A62A-0CF738168D9C}" type="presParOf" srcId="{42BCF4E7-9D16-B347-82B4-DD19721D41E1}" destId="{0B66D32C-D39E-744D-BBFA-1A90C197E377}" srcOrd="0" destOrd="0" presId="urn:microsoft.com/office/officeart/2005/8/layout/chevron2"/>
    <dgm:cxn modelId="{01DD602E-AED4-A747-90DD-525FD31BDC56}" type="presParOf" srcId="{0B66D32C-D39E-744D-BBFA-1A90C197E377}" destId="{DC60026B-A515-D54B-98B9-73A8945EE08C}" srcOrd="0" destOrd="0" presId="urn:microsoft.com/office/officeart/2005/8/layout/chevron2"/>
    <dgm:cxn modelId="{8383CA10-3A14-9147-9AB4-EDB7CC6E5867}" type="presParOf" srcId="{0B66D32C-D39E-744D-BBFA-1A90C197E377}" destId="{28D90256-420F-594D-9B53-7D6CF3CEFD73}" srcOrd="1" destOrd="0" presId="urn:microsoft.com/office/officeart/2005/8/layout/chevron2"/>
    <dgm:cxn modelId="{F1492BC1-AAD2-EF49-895B-4FB9DC94BB6C}" type="presParOf" srcId="{42BCF4E7-9D16-B347-82B4-DD19721D41E1}" destId="{062495BF-57B8-C54A-A2EB-D4D5D2F293DC}" srcOrd="1" destOrd="0" presId="urn:microsoft.com/office/officeart/2005/8/layout/chevron2"/>
    <dgm:cxn modelId="{B8809504-B12D-3C48-9E80-733B20276260}" type="presParOf" srcId="{42BCF4E7-9D16-B347-82B4-DD19721D41E1}" destId="{4E58D340-4D42-774A-9A04-DF81EFBAFB6C}" srcOrd="2" destOrd="0" presId="urn:microsoft.com/office/officeart/2005/8/layout/chevron2"/>
    <dgm:cxn modelId="{3CA09531-3339-314C-B5B9-26A584EE1A9F}" type="presParOf" srcId="{4E58D340-4D42-774A-9A04-DF81EFBAFB6C}" destId="{E87F782A-15CE-A24D-9C75-E4576DBC761D}" srcOrd="0" destOrd="0" presId="urn:microsoft.com/office/officeart/2005/8/layout/chevron2"/>
    <dgm:cxn modelId="{70EB55F8-2EDE-E248-A251-DE885744951A}" type="presParOf" srcId="{4E58D340-4D42-774A-9A04-DF81EFBAFB6C}" destId="{78366A0F-A76C-E744-8E61-1FCF31176EB3}" srcOrd="1" destOrd="0" presId="urn:microsoft.com/office/officeart/2005/8/layout/chevron2"/>
    <dgm:cxn modelId="{21F0F032-AED7-F64B-9FE3-50B9623525FB}" type="presParOf" srcId="{42BCF4E7-9D16-B347-82B4-DD19721D41E1}" destId="{540D4E04-A947-DE4A-9249-B4125DCC3EF1}" srcOrd="3" destOrd="0" presId="urn:microsoft.com/office/officeart/2005/8/layout/chevron2"/>
    <dgm:cxn modelId="{5815693E-FA40-DA41-89A9-8128D50BF0B5}" type="presParOf" srcId="{42BCF4E7-9D16-B347-82B4-DD19721D41E1}" destId="{5EBF1ABF-5998-1843-8B79-B460210B1C9B}" srcOrd="4" destOrd="0" presId="urn:microsoft.com/office/officeart/2005/8/layout/chevron2"/>
    <dgm:cxn modelId="{9D016995-2E54-BF4B-B4FB-C40CC6657004}" type="presParOf" srcId="{5EBF1ABF-5998-1843-8B79-B460210B1C9B}" destId="{4F4E14E5-864A-7149-950C-0D8751F63536}" srcOrd="0" destOrd="0" presId="urn:microsoft.com/office/officeart/2005/8/layout/chevron2"/>
    <dgm:cxn modelId="{B758C290-A0AC-C34A-A890-00B28605A7E0}" type="presParOf" srcId="{5EBF1ABF-5998-1843-8B79-B460210B1C9B}" destId="{83429FCB-206E-7D4D-8739-0160ADC3C48D}" srcOrd="1" destOrd="0" presId="urn:microsoft.com/office/officeart/2005/8/layout/chevron2"/>
  </dgm:cxnLst>
  <dgm:bg/>
  <dgm:whole/>
  <dgm:extLst>
    <a:ext uri="http://schemas.microsoft.com/office/drawing/2008/diagram">
      <dsp:dataModelExt xmlns:dsp="http://schemas.microsoft.com/office/drawing/2008/diagram" relId="rId5" minVer="http://schemas.openxmlformats.org/drawingml/2006/diagram"/>
    </a:ext>
  </dgm:extLst>
</dgm:dataModel>
</file>

<file path=ppt/diagrams/data13.xml><?xml version="1.0" encoding="utf-8"?>
<dgm:dataModel xmlns:dgm="http://schemas.openxmlformats.org/drawingml/2006/diagram" xmlns:a="http://schemas.openxmlformats.org/drawingml/2006/main">
  <dgm:ptLst>
    <dgm:pt modelId="{6B88998D-D47F-0540-8000-C13F330A48E7}" type="doc">
      <dgm:prSet loTypeId="urn:microsoft.com/office/officeart/2005/8/layout/vList2" loCatId="" qsTypeId="urn:microsoft.com/office/officeart/2005/8/quickstyle/simple1" qsCatId="simple" csTypeId="urn:microsoft.com/office/officeart/2005/8/colors/accent1_2" csCatId="accent1" phldr="1"/>
      <dgm:spPr/>
      <dgm:t>
        <a:bodyPr/>
        <a:lstStyle/>
        <a:p>
          <a:endParaRPr lang="de-DE"/>
        </a:p>
      </dgm:t>
    </dgm:pt>
    <dgm:pt modelId="{FCB672BD-6B15-5A42-BC3D-B6E174A49DC5}">
      <dgm:prSet phldrT="[Text]"/>
      <dgm:spPr/>
      <dgm:t>
        <a:bodyPr/>
        <a:lstStyle/>
        <a:p>
          <a:r>
            <a:rPr lang="de-DE" dirty="0"/>
            <a:t>Arten</a:t>
          </a:r>
        </a:p>
      </dgm:t>
    </dgm:pt>
    <dgm:pt modelId="{A7661B1B-0F15-F647-8CC6-46F734CC91C2}" type="parTrans" cxnId="{8AF90ACC-6AB8-3A41-900D-C224C2422774}">
      <dgm:prSet/>
      <dgm:spPr/>
      <dgm:t>
        <a:bodyPr/>
        <a:lstStyle/>
        <a:p>
          <a:endParaRPr lang="de-DE"/>
        </a:p>
      </dgm:t>
    </dgm:pt>
    <dgm:pt modelId="{3C23AF72-3DA2-4F4E-9C1E-8650B1CB8EBE}" type="sibTrans" cxnId="{8AF90ACC-6AB8-3A41-900D-C224C2422774}">
      <dgm:prSet/>
      <dgm:spPr/>
      <dgm:t>
        <a:bodyPr/>
        <a:lstStyle/>
        <a:p>
          <a:endParaRPr lang="de-DE"/>
        </a:p>
      </dgm:t>
    </dgm:pt>
    <dgm:pt modelId="{E46435BF-779E-ED47-95AB-6653736CEAE2}">
      <dgm:prSet phldrT="[Text]"/>
      <dgm:spPr/>
      <dgm:t>
        <a:bodyPr/>
        <a:lstStyle/>
        <a:p>
          <a:r>
            <a:rPr lang="de-DE" dirty="0"/>
            <a:t>Template-</a:t>
          </a:r>
          <a:r>
            <a:rPr lang="de-DE" dirty="0" err="1"/>
            <a:t>Driven</a:t>
          </a:r>
          <a:endParaRPr lang="de-DE" dirty="0"/>
        </a:p>
      </dgm:t>
    </dgm:pt>
    <dgm:pt modelId="{B3F82872-8063-EC40-898A-866DE7E20FD6}" type="parTrans" cxnId="{632CBBA6-44F7-F448-A18A-C79625F30CB5}">
      <dgm:prSet/>
      <dgm:spPr/>
      <dgm:t>
        <a:bodyPr/>
        <a:lstStyle/>
        <a:p>
          <a:endParaRPr lang="de-DE"/>
        </a:p>
      </dgm:t>
    </dgm:pt>
    <dgm:pt modelId="{FC06ECA1-325D-C64D-8BDF-49B782D91118}" type="sibTrans" cxnId="{632CBBA6-44F7-F448-A18A-C79625F30CB5}">
      <dgm:prSet/>
      <dgm:spPr/>
      <dgm:t>
        <a:bodyPr/>
        <a:lstStyle/>
        <a:p>
          <a:endParaRPr lang="de-DE"/>
        </a:p>
      </dgm:t>
    </dgm:pt>
    <dgm:pt modelId="{5DE58ED4-0964-324F-919A-34EFFE8A21B4}">
      <dgm:prSet phldrT="[Text]"/>
      <dgm:spPr/>
      <dgm:t>
        <a:bodyPr/>
        <a:lstStyle/>
        <a:p>
          <a:r>
            <a:rPr lang="de-DE" dirty="0"/>
            <a:t>Interne Forms API</a:t>
          </a:r>
        </a:p>
      </dgm:t>
    </dgm:pt>
    <dgm:pt modelId="{43005924-B2FF-5C46-9831-E11E3AFA40F8}" type="parTrans" cxnId="{6B6F9B52-6EBB-B347-9FA6-F965D57053DB}">
      <dgm:prSet/>
      <dgm:spPr/>
      <dgm:t>
        <a:bodyPr/>
        <a:lstStyle/>
        <a:p>
          <a:endParaRPr lang="de-DE"/>
        </a:p>
      </dgm:t>
    </dgm:pt>
    <dgm:pt modelId="{2F349A7D-810C-CF47-90B3-3EE3997F09EF}" type="sibTrans" cxnId="{6B6F9B52-6EBB-B347-9FA6-F965D57053DB}">
      <dgm:prSet/>
      <dgm:spPr/>
      <dgm:t>
        <a:bodyPr/>
        <a:lstStyle/>
        <a:p>
          <a:endParaRPr lang="de-DE"/>
        </a:p>
      </dgm:t>
    </dgm:pt>
    <dgm:pt modelId="{5B0928BB-FD54-5740-A8A6-BEB01986A4FF}">
      <dgm:prSet phldrT="[Text]"/>
      <dgm:spPr/>
      <dgm:t>
        <a:bodyPr/>
        <a:lstStyle/>
        <a:p>
          <a:r>
            <a:rPr lang="de-DE" dirty="0"/>
            <a:t>Binding (bzw. </a:t>
          </a:r>
          <a:r>
            <a:rPr lang="de-DE" dirty="0" err="1"/>
            <a:t>ChangeDetection</a:t>
          </a:r>
          <a:r>
            <a:rPr lang="de-DE" dirty="0"/>
            <a:t>)</a:t>
          </a:r>
        </a:p>
      </dgm:t>
    </dgm:pt>
    <dgm:pt modelId="{F2534421-30DF-994B-82EB-D58EBE398977}" type="parTrans" cxnId="{F3F825BD-4204-AF4D-9FC2-814F49C8941D}">
      <dgm:prSet/>
      <dgm:spPr/>
      <dgm:t>
        <a:bodyPr/>
        <a:lstStyle/>
        <a:p>
          <a:endParaRPr lang="de-DE"/>
        </a:p>
      </dgm:t>
    </dgm:pt>
    <dgm:pt modelId="{00003FE1-C09E-814E-8587-9DD5C485D3FD}" type="sibTrans" cxnId="{F3F825BD-4204-AF4D-9FC2-814F49C8941D}">
      <dgm:prSet/>
      <dgm:spPr/>
      <dgm:t>
        <a:bodyPr/>
        <a:lstStyle/>
        <a:p>
          <a:endParaRPr lang="de-DE"/>
        </a:p>
      </dgm:t>
    </dgm:pt>
    <dgm:pt modelId="{3FDBE30E-3308-0C4B-BBA0-AD5D3F8EAC40}">
      <dgm:prSet phldrT="[Text]"/>
      <dgm:spPr/>
      <dgm:t>
        <a:bodyPr/>
        <a:lstStyle/>
        <a:p>
          <a:r>
            <a:rPr lang="de-DE" dirty="0"/>
            <a:t>Model-</a:t>
          </a:r>
          <a:r>
            <a:rPr lang="de-DE" dirty="0" err="1"/>
            <a:t>Driven</a:t>
          </a:r>
          <a:endParaRPr lang="de-DE" dirty="0"/>
        </a:p>
      </dgm:t>
    </dgm:pt>
    <dgm:pt modelId="{3EDE7B17-E31D-F542-8B90-E58C56756DB7}" type="parTrans" cxnId="{ABF23417-D602-6647-BB23-E59A77CEAE08}">
      <dgm:prSet/>
      <dgm:spPr/>
      <dgm:t>
        <a:bodyPr/>
        <a:lstStyle/>
        <a:p>
          <a:endParaRPr lang="de-DE"/>
        </a:p>
      </dgm:t>
    </dgm:pt>
    <dgm:pt modelId="{A671B687-2909-6E40-8504-A26EC8183FED}" type="sibTrans" cxnId="{ABF23417-D602-6647-BB23-E59A77CEAE08}">
      <dgm:prSet/>
      <dgm:spPr/>
      <dgm:t>
        <a:bodyPr/>
        <a:lstStyle/>
        <a:p>
          <a:endParaRPr lang="de-DE"/>
        </a:p>
      </dgm:t>
    </dgm:pt>
    <dgm:pt modelId="{34F97794-B25F-4C41-9D12-8214AE7BD46F}">
      <dgm:prSet phldrT="[Text]"/>
      <dgm:spPr/>
      <dgm:t>
        <a:bodyPr/>
        <a:lstStyle/>
        <a:p>
          <a:r>
            <a:rPr lang="de-DE" dirty="0"/>
            <a:t>Validierung</a:t>
          </a:r>
        </a:p>
      </dgm:t>
    </dgm:pt>
    <dgm:pt modelId="{3A218C2F-8C4D-F645-999A-695A7D7A898C}" type="parTrans" cxnId="{258CF239-4997-9A4E-B571-504394238A44}">
      <dgm:prSet/>
      <dgm:spPr/>
      <dgm:t>
        <a:bodyPr/>
        <a:lstStyle/>
        <a:p>
          <a:endParaRPr lang="de-DE"/>
        </a:p>
      </dgm:t>
    </dgm:pt>
    <dgm:pt modelId="{1E09166C-4379-B445-AEA3-3A8EB8F137C3}" type="sibTrans" cxnId="{258CF239-4997-9A4E-B571-504394238A44}">
      <dgm:prSet/>
      <dgm:spPr/>
      <dgm:t>
        <a:bodyPr/>
        <a:lstStyle/>
        <a:p>
          <a:endParaRPr lang="de-DE"/>
        </a:p>
      </dgm:t>
    </dgm:pt>
    <dgm:pt modelId="{DC8C4CBA-664E-9B46-89DF-101A521CCDE9}">
      <dgm:prSet phldrT="[Text]"/>
      <dgm:spPr/>
      <dgm:t>
        <a:bodyPr/>
        <a:lstStyle/>
        <a:p>
          <a:r>
            <a:rPr lang="de-DE" dirty="0"/>
            <a:t>Aggregation</a:t>
          </a:r>
        </a:p>
      </dgm:t>
    </dgm:pt>
    <dgm:pt modelId="{ECC3FC75-D19D-F544-8DB1-97880DE315AD}" type="parTrans" cxnId="{6BA359E7-1949-FA40-8496-18EA4EB09353}">
      <dgm:prSet/>
      <dgm:spPr/>
      <dgm:t>
        <a:bodyPr/>
        <a:lstStyle/>
        <a:p>
          <a:endParaRPr lang="de-DE"/>
        </a:p>
      </dgm:t>
    </dgm:pt>
    <dgm:pt modelId="{86FA5920-F9CA-0A44-A8CA-D75C689C1C28}" type="sibTrans" cxnId="{6BA359E7-1949-FA40-8496-18EA4EB09353}">
      <dgm:prSet/>
      <dgm:spPr/>
      <dgm:t>
        <a:bodyPr/>
        <a:lstStyle/>
        <a:p>
          <a:endParaRPr lang="de-DE"/>
        </a:p>
      </dgm:t>
    </dgm:pt>
    <dgm:pt modelId="{B70142EB-9C4B-6948-8AED-AF4CE75F1EDA}" type="pres">
      <dgm:prSet presAssocID="{6B88998D-D47F-0540-8000-C13F330A48E7}" presName="linear" presStyleCnt="0">
        <dgm:presLayoutVars>
          <dgm:animLvl val="lvl"/>
          <dgm:resizeHandles val="exact"/>
        </dgm:presLayoutVars>
      </dgm:prSet>
      <dgm:spPr/>
    </dgm:pt>
    <dgm:pt modelId="{31960F03-EDCA-8748-B41F-0C34EF6988CC}" type="pres">
      <dgm:prSet presAssocID="{FCB672BD-6B15-5A42-BC3D-B6E174A49DC5}" presName="parentText" presStyleLbl="node1" presStyleIdx="0" presStyleCnt="2">
        <dgm:presLayoutVars>
          <dgm:chMax val="0"/>
          <dgm:bulletEnabled val="1"/>
        </dgm:presLayoutVars>
      </dgm:prSet>
      <dgm:spPr/>
    </dgm:pt>
    <dgm:pt modelId="{60669C71-50A6-5549-8D43-B4D92557166D}" type="pres">
      <dgm:prSet presAssocID="{FCB672BD-6B15-5A42-BC3D-B6E174A49DC5}" presName="childText" presStyleLbl="revTx" presStyleIdx="0" presStyleCnt="2">
        <dgm:presLayoutVars>
          <dgm:bulletEnabled val="1"/>
        </dgm:presLayoutVars>
      </dgm:prSet>
      <dgm:spPr/>
    </dgm:pt>
    <dgm:pt modelId="{EECA1152-9A59-5148-8C69-4A7DF7A45FB4}" type="pres">
      <dgm:prSet presAssocID="{5DE58ED4-0964-324F-919A-34EFFE8A21B4}" presName="parentText" presStyleLbl="node1" presStyleIdx="1" presStyleCnt="2">
        <dgm:presLayoutVars>
          <dgm:chMax val="0"/>
          <dgm:bulletEnabled val="1"/>
        </dgm:presLayoutVars>
      </dgm:prSet>
      <dgm:spPr/>
    </dgm:pt>
    <dgm:pt modelId="{E40B39FC-EE0D-784C-A01A-5681D1E23909}" type="pres">
      <dgm:prSet presAssocID="{5DE58ED4-0964-324F-919A-34EFFE8A21B4}" presName="childText" presStyleLbl="revTx" presStyleIdx="1" presStyleCnt="2">
        <dgm:presLayoutVars>
          <dgm:bulletEnabled val="1"/>
        </dgm:presLayoutVars>
      </dgm:prSet>
      <dgm:spPr/>
    </dgm:pt>
  </dgm:ptLst>
  <dgm:cxnLst>
    <dgm:cxn modelId="{CA9DA608-D40D-3A4B-8CD6-62212034F3B8}" type="presOf" srcId="{34F97794-B25F-4C41-9D12-8214AE7BD46F}" destId="{E40B39FC-EE0D-784C-A01A-5681D1E23909}" srcOrd="0" destOrd="1" presId="urn:microsoft.com/office/officeart/2005/8/layout/vList2"/>
    <dgm:cxn modelId="{DEDD5D0F-0A94-954A-93D5-808462FC502B}" type="presOf" srcId="{E46435BF-779E-ED47-95AB-6653736CEAE2}" destId="{60669C71-50A6-5549-8D43-B4D92557166D}" srcOrd="0" destOrd="0" presId="urn:microsoft.com/office/officeart/2005/8/layout/vList2"/>
    <dgm:cxn modelId="{ABF23417-D602-6647-BB23-E59A77CEAE08}" srcId="{FCB672BD-6B15-5A42-BC3D-B6E174A49DC5}" destId="{3FDBE30E-3308-0C4B-BBA0-AD5D3F8EAC40}" srcOrd="1" destOrd="0" parTransId="{3EDE7B17-E31D-F542-8B90-E58C56756DB7}" sibTransId="{A671B687-2909-6E40-8504-A26EC8183FED}"/>
    <dgm:cxn modelId="{D083B818-F83A-794F-91A1-B2CE5DDD754A}" type="presOf" srcId="{FCB672BD-6B15-5A42-BC3D-B6E174A49DC5}" destId="{31960F03-EDCA-8748-B41F-0C34EF6988CC}" srcOrd="0" destOrd="0" presId="urn:microsoft.com/office/officeart/2005/8/layout/vList2"/>
    <dgm:cxn modelId="{895AF923-6D9F-B241-9683-33BD89A20B24}" type="presOf" srcId="{DC8C4CBA-664E-9B46-89DF-101A521CCDE9}" destId="{E40B39FC-EE0D-784C-A01A-5681D1E23909}" srcOrd="0" destOrd="2" presId="urn:microsoft.com/office/officeart/2005/8/layout/vList2"/>
    <dgm:cxn modelId="{258CF239-4997-9A4E-B571-504394238A44}" srcId="{5DE58ED4-0964-324F-919A-34EFFE8A21B4}" destId="{34F97794-B25F-4C41-9D12-8214AE7BD46F}" srcOrd="1" destOrd="0" parTransId="{3A218C2F-8C4D-F645-999A-695A7D7A898C}" sibTransId="{1E09166C-4379-B445-AEA3-3A8EB8F137C3}"/>
    <dgm:cxn modelId="{A7312144-CCC3-D643-B514-DD9D8DB94C5A}" type="presOf" srcId="{6B88998D-D47F-0540-8000-C13F330A48E7}" destId="{B70142EB-9C4B-6948-8AED-AF4CE75F1EDA}" srcOrd="0" destOrd="0" presId="urn:microsoft.com/office/officeart/2005/8/layout/vList2"/>
    <dgm:cxn modelId="{AB99966C-A679-F242-8EEF-E361E4098234}" type="presOf" srcId="{3FDBE30E-3308-0C4B-BBA0-AD5D3F8EAC40}" destId="{60669C71-50A6-5549-8D43-B4D92557166D}" srcOrd="0" destOrd="1" presId="urn:microsoft.com/office/officeart/2005/8/layout/vList2"/>
    <dgm:cxn modelId="{6B6F9B52-6EBB-B347-9FA6-F965D57053DB}" srcId="{6B88998D-D47F-0540-8000-C13F330A48E7}" destId="{5DE58ED4-0964-324F-919A-34EFFE8A21B4}" srcOrd="1" destOrd="0" parTransId="{43005924-B2FF-5C46-9831-E11E3AFA40F8}" sibTransId="{2F349A7D-810C-CF47-90B3-3EE3997F09EF}"/>
    <dgm:cxn modelId="{98759073-FBFA-6D4C-BD65-2A0CF6648AE3}" type="presOf" srcId="{5B0928BB-FD54-5740-A8A6-BEB01986A4FF}" destId="{E40B39FC-EE0D-784C-A01A-5681D1E23909}" srcOrd="0" destOrd="0" presId="urn:microsoft.com/office/officeart/2005/8/layout/vList2"/>
    <dgm:cxn modelId="{B084CE74-CCB2-264F-8EB1-07EA350C978C}" type="presOf" srcId="{5DE58ED4-0964-324F-919A-34EFFE8A21B4}" destId="{EECA1152-9A59-5148-8C69-4A7DF7A45FB4}" srcOrd="0" destOrd="0" presId="urn:microsoft.com/office/officeart/2005/8/layout/vList2"/>
    <dgm:cxn modelId="{632CBBA6-44F7-F448-A18A-C79625F30CB5}" srcId="{FCB672BD-6B15-5A42-BC3D-B6E174A49DC5}" destId="{E46435BF-779E-ED47-95AB-6653736CEAE2}" srcOrd="0" destOrd="0" parTransId="{B3F82872-8063-EC40-898A-866DE7E20FD6}" sibTransId="{FC06ECA1-325D-C64D-8BDF-49B782D91118}"/>
    <dgm:cxn modelId="{F3F825BD-4204-AF4D-9FC2-814F49C8941D}" srcId="{5DE58ED4-0964-324F-919A-34EFFE8A21B4}" destId="{5B0928BB-FD54-5740-A8A6-BEB01986A4FF}" srcOrd="0" destOrd="0" parTransId="{F2534421-30DF-994B-82EB-D58EBE398977}" sibTransId="{00003FE1-C09E-814E-8587-9DD5C485D3FD}"/>
    <dgm:cxn modelId="{8AF90ACC-6AB8-3A41-900D-C224C2422774}" srcId="{6B88998D-D47F-0540-8000-C13F330A48E7}" destId="{FCB672BD-6B15-5A42-BC3D-B6E174A49DC5}" srcOrd="0" destOrd="0" parTransId="{A7661B1B-0F15-F647-8CC6-46F734CC91C2}" sibTransId="{3C23AF72-3DA2-4F4E-9C1E-8650B1CB8EBE}"/>
    <dgm:cxn modelId="{6BA359E7-1949-FA40-8496-18EA4EB09353}" srcId="{5DE58ED4-0964-324F-919A-34EFFE8A21B4}" destId="{DC8C4CBA-664E-9B46-89DF-101A521CCDE9}" srcOrd="2" destOrd="0" parTransId="{ECC3FC75-D19D-F544-8DB1-97880DE315AD}" sibTransId="{86FA5920-F9CA-0A44-A8CA-D75C689C1C28}"/>
    <dgm:cxn modelId="{1CAD1B69-316D-7E44-A037-5AEC264B392C}" type="presParOf" srcId="{B70142EB-9C4B-6948-8AED-AF4CE75F1EDA}" destId="{31960F03-EDCA-8748-B41F-0C34EF6988CC}" srcOrd="0" destOrd="0" presId="urn:microsoft.com/office/officeart/2005/8/layout/vList2"/>
    <dgm:cxn modelId="{2ED4EF8B-5BE2-2941-B632-FC9A17C6BCE7}" type="presParOf" srcId="{B70142EB-9C4B-6948-8AED-AF4CE75F1EDA}" destId="{60669C71-50A6-5549-8D43-B4D92557166D}" srcOrd="1" destOrd="0" presId="urn:microsoft.com/office/officeart/2005/8/layout/vList2"/>
    <dgm:cxn modelId="{DE021CB0-770D-E241-A4A2-4402915A0EC2}" type="presParOf" srcId="{B70142EB-9C4B-6948-8AED-AF4CE75F1EDA}" destId="{EECA1152-9A59-5148-8C69-4A7DF7A45FB4}" srcOrd="2" destOrd="0" presId="urn:microsoft.com/office/officeart/2005/8/layout/vList2"/>
    <dgm:cxn modelId="{43E3468C-0D5F-8748-967D-F57DCCA62B51}" type="presParOf" srcId="{B70142EB-9C4B-6948-8AED-AF4CE75F1EDA}" destId="{E40B39FC-EE0D-784C-A01A-5681D1E23909}" srcOrd="3" destOrd="0" presId="urn:microsoft.com/office/officeart/2005/8/layout/vList2"/>
  </dgm:cxnLst>
  <dgm:bg/>
  <dgm:whole/>
  <dgm:extLst>
    <a:ext uri="http://schemas.microsoft.com/office/drawing/2008/diagram">
      <dsp:dataModelExt xmlns:dsp="http://schemas.microsoft.com/office/drawing/2008/diagram" relId="rId5" minVer="http://schemas.openxmlformats.org/drawingml/2006/diagram"/>
    </a:ext>
  </dgm:extLst>
</dgm:dataModel>
</file>

<file path=ppt/diagrams/data14.xml><?xml version="1.0" encoding="utf-8"?>
<dgm:dataModel xmlns:dgm="http://schemas.openxmlformats.org/drawingml/2006/diagram" xmlns:a="http://schemas.openxmlformats.org/drawingml/2006/main">
  <dgm:ptLst>
    <dgm:pt modelId="{E3214475-5C7B-DA4A-9706-650D89B9EF27}" type="doc">
      <dgm:prSet loTypeId="urn:microsoft.com/office/officeart/2005/8/layout/vList5" loCatId="" qsTypeId="urn:microsoft.com/office/officeart/2005/8/quickstyle/simple4" qsCatId="simple" csTypeId="urn:microsoft.com/office/officeart/2005/8/colors/accent1_2" csCatId="accent1" phldr="1"/>
      <dgm:spPr/>
      <dgm:t>
        <a:bodyPr/>
        <a:lstStyle/>
        <a:p>
          <a:endParaRPr lang="de-DE"/>
        </a:p>
      </dgm:t>
    </dgm:pt>
    <dgm:pt modelId="{3DE8A00B-F58F-CC46-BC1D-8DA8B7CC2188}">
      <dgm:prSet phldrT="[Text]"/>
      <dgm:spPr/>
      <dgm:t>
        <a:bodyPr/>
        <a:lstStyle/>
        <a:p>
          <a:r>
            <a:rPr lang="de-DE" dirty="0"/>
            <a:t>GET</a:t>
          </a:r>
        </a:p>
      </dgm:t>
    </dgm:pt>
    <dgm:pt modelId="{2C6900E7-C68E-2640-8853-90296530721A}" type="parTrans" cxnId="{8FCB625C-45BC-B845-9FD0-655FCB7DCC53}">
      <dgm:prSet/>
      <dgm:spPr/>
      <dgm:t>
        <a:bodyPr/>
        <a:lstStyle/>
        <a:p>
          <a:endParaRPr lang="de-DE"/>
        </a:p>
      </dgm:t>
    </dgm:pt>
    <dgm:pt modelId="{5B9671A7-F8F4-EB46-8D8A-EB57D8F4FD99}" type="sibTrans" cxnId="{8FCB625C-45BC-B845-9FD0-655FCB7DCC53}">
      <dgm:prSet/>
      <dgm:spPr/>
      <dgm:t>
        <a:bodyPr/>
        <a:lstStyle/>
        <a:p>
          <a:endParaRPr lang="de-DE"/>
        </a:p>
      </dgm:t>
    </dgm:pt>
    <dgm:pt modelId="{A2212BDC-9494-9B48-BD0E-EEC1C60C06F0}">
      <dgm:prSet phldrT="[Text]"/>
      <dgm:spPr/>
      <dgm:t>
        <a:bodyPr/>
        <a:lstStyle/>
        <a:p>
          <a:r>
            <a:rPr lang="de-DE" dirty="0"/>
            <a:t>Liefert die Ressource</a:t>
          </a:r>
        </a:p>
      </dgm:t>
    </dgm:pt>
    <dgm:pt modelId="{5304766A-C610-154D-862A-C299D0549D06}" type="parTrans" cxnId="{CA9F884C-D866-B049-AA8F-8CFD52021B3F}">
      <dgm:prSet/>
      <dgm:spPr/>
      <dgm:t>
        <a:bodyPr/>
        <a:lstStyle/>
        <a:p>
          <a:endParaRPr lang="de-DE"/>
        </a:p>
      </dgm:t>
    </dgm:pt>
    <dgm:pt modelId="{81BBC4D3-519F-B342-A7D3-6C284FDA1454}" type="sibTrans" cxnId="{CA9F884C-D866-B049-AA8F-8CFD52021B3F}">
      <dgm:prSet/>
      <dgm:spPr/>
      <dgm:t>
        <a:bodyPr/>
        <a:lstStyle/>
        <a:p>
          <a:endParaRPr lang="de-DE"/>
        </a:p>
      </dgm:t>
    </dgm:pt>
    <dgm:pt modelId="{75FA42B1-C87A-5240-8B88-5A90F6796022}">
      <dgm:prSet phldrT="[Text]"/>
      <dgm:spPr/>
      <dgm:t>
        <a:bodyPr/>
        <a:lstStyle/>
        <a:p>
          <a:r>
            <a:rPr lang="de-DE" dirty="0"/>
            <a:t>DELETE</a:t>
          </a:r>
        </a:p>
      </dgm:t>
    </dgm:pt>
    <dgm:pt modelId="{CF2BF1D2-FFA4-FD45-A6F9-D54C66A5512F}" type="parTrans" cxnId="{7FE9A0E8-C36F-FA41-A1BC-082FD373305A}">
      <dgm:prSet/>
      <dgm:spPr/>
      <dgm:t>
        <a:bodyPr/>
        <a:lstStyle/>
        <a:p>
          <a:endParaRPr lang="de-DE"/>
        </a:p>
      </dgm:t>
    </dgm:pt>
    <dgm:pt modelId="{78674555-BA95-E947-923D-3C94D1CBE343}" type="sibTrans" cxnId="{7FE9A0E8-C36F-FA41-A1BC-082FD373305A}">
      <dgm:prSet/>
      <dgm:spPr/>
      <dgm:t>
        <a:bodyPr/>
        <a:lstStyle/>
        <a:p>
          <a:endParaRPr lang="de-DE"/>
        </a:p>
      </dgm:t>
    </dgm:pt>
    <dgm:pt modelId="{C86C270E-A275-664B-9FBA-6F184667EA41}">
      <dgm:prSet phldrT="[Text]"/>
      <dgm:spPr/>
      <dgm:t>
        <a:bodyPr/>
        <a:lstStyle/>
        <a:p>
          <a:r>
            <a:rPr lang="de-DE" dirty="0"/>
            <a:t>Löscht die Ressource</a:t>
          </a:r>
        </a:p>
      </dgm:t>
    </dgm:pt>
    <dgm:pt modelId="{0EECEB29-A697-CF44-BA0B-4F32833C7697}" type="parTrans" cxnId="{46759847-2FF0-8A4C-810D-7189A3A15DE0}">
      <dgm:prSet/>
      <dgm:spPr/>
      <dgm:t>
        <a:bodyPr/>
        <a:lstStyle/>
        <a:p>
          <a:endParaRPr lang="de-DE"/>
        </a:p>
      </dgm:t>
    </dgm:pt>
    <dgm:pt modelId="{23D26F5F-C59C-0B4B-9AFD-843FC0A713EE}" type="sibTrans" cxnId="{46759847-2FF0-8A4C-810D-7189A3A15DE0}">
      <dgm:prSet/>
      <dgm:spPr/>
      <dgm:t>
        <a:bodyPr/>
        <a:lstStyle/>
        <a:p>
          <a:endParaRPr lang="de-DE"/>
        </a:p>
      </dgm:t>
    </dgm:pt>
    <dgm:pt modelId="{93FD0080-381F-774A-B894-25EEA44D7897}">
      <dgm:prSet phldrT="[Text]"/>
      <dgm:spPr/>
      <dgm:t>
        <a:bodyPr/>
        <a:lstStyle/>
        <a:p>
          <a:r>
            <a:rPr lang="de-DE" dirty="0"/>
            <a:t>PUT</a:t>
          </a:r>
        </a:p>
      </dgm:t>
    </dgm:pt>
    <dgm:pt modelId="{7782D05B-F7F8-B347-99B2-36CC95DCD9A0}" type="parTrans" cxnId="{8CB096CA-840D-6745-BDFC-9F06494CBCD9}">
      <dgm:prSet/>
      <dgm:spPr/>
      <dgm:t>
        <a:bodyPr/>
        <a:lstStyle/>
        <a:p>
          <a:endParaRPr lang="de-DE"/>
        </a:p>
      </dgm:t>
    </dgm:pt>
    <dgm:pt modelId="{B527714B-B23C-9041-8234-196625E5C296}" type="sibTrans" cxnId="{8CB096CA-840D-6745-BDFC-9F06494CBCD9}">
      <dgm:prSet/>
      <dgm:spPr/>
      <dgm:t>
        <a:bodyPr/>
        <a:lstStyle/>
        <a:p>
          <a:endParaRPr lang="de-DE"/>
        </a:p>
      </dgm:t>
    </dgm:pt>
    <dgm:pt modelId="{8DE5A9C8-B3C0-5141-BA4D-280D08E48232}">
      <dgm:prSet phldrT="[Text]"/>
      <dgm:spPr/>
      <dgm:t>
        <a:bodyPr/>
        <a:lstStyle/>
        <a:p>
          <a:r>
            <a:rPr lang="de-DE" dirty="0"/>
            <a:t>Erzeugt aktualisiert die Ressource</a:t>
          </a:r>
        </a:p>
      </dgm:t>
    </dgm:pt>
    <dgm:pt modelId="{51F74DAE-9215-B04B-BE75-A346BDB34E7B}" type="parTrans" cxnId="{5DC1C7B8-883A-ED46-8CB2-371597A5DC58}">
      <dgm:prSet/>
      <dgm:spPr/>
      <dgm:t>
        <a:bodyPr/>
        <a:lstStyle/>
        <a:p>
          <a:endParaRPr lang="de-DE"/>
        </a:p>
      </dgm:t>
    </dgm:pt>
    <dgm:pt modelId="{A67CD1AC-462F-EC44-AE1C-FADF051BA895}" type="sibTrans" cxnId="{5DC1C7B8-883A-ED46-8CB2-371597A5DC58}">
      <dgm:prSet/>
      <dgm:spPr/>
      <dgm:t>
        <a:bodyPr/>
        <a:lstStyle/>
        <a:p>
          <a:endParaRPr lang="de-DE"/>
        </a:p>
      </dgm:t>
    </dgm:pt>
    <dgm:pt modelId="{E7B72F6F-AB97-514C-B817-269812FE9ADD}">
      <dgm:prSet phldrT="[Text]"/>
      <dgm:spPr/>
      <dgm:t>
        <a:bodyPr/>
        <a:lstStyle/>
        <a:p>
          <a:r>
            <a:rPr lang="de-DE" dirty="0"/>
            <a:t>POST</a:t>
          </a:r>
        </a:p>
      </dgm:t>
    </dgm:pt>
    <dgm:pt modelId="{C378D97D-B355-6542-AD01-D84E07BD5AEA}" type="parTrans" cxnId="{B0BF7B01-1D75-4E45-9955-5E7289285F65}">
      <dgm:prSet/>
      <dgm:spPr/>
      <dgm:t>
        <a:bodyPr/>
        <a:lstStyle/>
        <a:p>
          <a:endParaRPr lang="de-DE"/>
        </a:p>
      </dgm:t>
    </dgm:pt>
    <dgm:pt modelId="{97A6A562-EEF8-A442-9B60-AECE1870A63E}" type="sibTrans" cxnId="{B0BF7B01-1D75-4E45-9955-5E7289285F65}">
      <dgm:prSet/>
      <dgm:spPr/>
      <dgm:t>
        <a:bodyPr/>
        <a:lstStyle/>
        <a:p>
          <a:endParaRPr lang="de-DE"/>
        </a:p>
      </dgm:t>
    </dgm:pt>
    <dgm:pt modelId="{A7E8A067-AE12-BF47-A225-F604E15492CD}">
      <dgm:prSet phldrT="[Text]"/>
      <dgm:spPr/>
      <dgm:t>
        <a:bodyPr/>
        <a:lstStyle/>
        <a:p>
          <a:r>
            <a:rPr lang="de-DE" dirty="0"/>
            <a:t>Client spezifiziert </a:t>
          </a:r>
          <a:r>
            <a:rPr lang="de-DE" dirty="0" err="1"/>
            <a:t>resourceIdentifier</a:t>
          </a:r>
          <a:endParaRPr lang="de-DE" dirty="0"/>
        </a:p>
      </dgm:t>
    </dgm:pt>
    <dgm:pt modelId="{DA8DA68A-B0B9-D24D-B376-1B34572AD74A}" type="parTrans" cxnId="{D68133BC-E6E1-9B41-BD1F-92BD1AFA08D6}">
      <dgm:prSet/>
      <dgm:spPr/>
      <dgm:t>
        <a:bodyPr/>
        <a:lstStyle/>
        <a:p>
          <a:endParaRPr lang="de-DE"/>
        </a:p>
      </dgm:t>
    </dgm:pt>
    <dgm:pt modelId="{2465C227-2837-5144-85E2-787958CCE8C5}" type="sibTrans" cxnId="{D68133BC-E6E1-9B41-BD1F-92BD1AFA08D6}">
      <dgm:prSet/>
      <dgm:spPr/>
      <dgm:t>
        <a:bodyPr/>
        <a:lstStyle/>
        <a:p>
          <a:endParaRPr lang="de-DE"/>
        </a:p>
      </dgm:t>
    </dgm:pt>
    <dgm:pt modelId="{BF133D6B-D71B-2C49-92D0-4D4DB11832E1}">
      <dgm:prSet phldrT="[Text]"/>
      <dgm:spPr/>
      <dgm:t>
        <a:bodyPr/>
        <a:lstStyle/>
        <a:p>
          <a:r>
            <a:rPr lang="de-DE" dirty="0"/>
            <a:t>PUT /</a:t>
          </a:r>
          <a:r>
            <a:rPr lang="de-DE" dirty="0" err="1"/>
            <a:t>resources</a:t>
          </a:r>
          <a:r>
            <a:rPr lang="de-DE" dirty="0"/>
            <a:t>/&lt;</a:t>
          </a:r>
          <a:r>
            <a:rPr lang="de-DE" dirty="0" err="1"/>
            <a:t>newResourceId</a:t>
          </a:r>
          <a:r>
            <a:rPr lang="de-DE" dirty="0"/>
            <a:t>&gt; HTTP/1.1 </a:t>
          </a:r>
        </a:p>
      </dgm:t>
    </dgm:pt>
    <dgm:pt modelId="{C40F71F0-A212-6641-BA4B-82E324BB4668}" type="parTrans" cxnId="{90947023-0C37-4142-BC32-521E9C85DA2A}">
      <dgm:prSet/>
      <dgm:spPr/>
      <dgm:t>
        <a:bodyPr/>
        <a:lstStyle/>
        <a:p>
          <a:endParaRPr lang="de-DE"/>
        </a:p>
      </dgm:t>
    </dgm:pt>
    <dgm:pt modelId="{3D3F938F-28CE-2D42-AAF7-1FEE49A31545}" type="sibTrans" cxnId="{90947023-0C37-4142-BC32-521E9C85DA2A}">
      <dgm:prSet/>
      <dgm:spPr/>
      <dgm:t>
        <a:bodyPr/>
        <a:lstStyle/>
        <a:p>
          <a:endParaRPr lang="de-DE"/>
        </a:p>
      </dgm:t>
    </dgm:pt>
    <dgm:pt modelId="{6C2F0DAA-C708-FC41-9728-E625A93790A9}">
      <dgm:prSet phldrT="[Text]"/>
      <dgm:spPr/>
      <dgm:t>
        <a:bodyPr/>
        <a:lstStyle/>
        <a:p>
          <a:r>
            <a:rPr lang="de-DE" dirty="0"/>
            <a:t>Erzeugt ein neues Objekt unterhalb (</a:t>
          </a:r>
          <a:r>
            <a:rPr lang="de-DE" dirty="0" err="1"/>
            <a:t>Collection</a:t>
          </a:r>
          <a:r>
            <a:rPr lang="de-DE" dirty="0"/>
            <a:t>) der spezifizierten Ressource</a:t>
          </a:r>
        </a:p>
      </dgm:t>
    </dgm:pt>
    <dgm:pt modelId="{D8E40C63-464B-144A-A307-8AF9A045C886}" type="parTrans" cxnId="{8D2B5841-FBBB-5B48-A14C-2535BBBD6176}">
      <dgm:prSet/>
      <dgm:spPr/>
      <dgm:t>
        <a:bodyPr/>
        <a:lstStyle/>
        <a:p>
          <a:endParaRPr lang="de-DE"/>
        </a:p>
      </dgm:t>
    </dgm:pt>
    <dgm:pt modelId="{08873726-1389-FD43-80F1-A6D4667F447B}" type="sibTrans" cxnId="{8D2B5841-FBBB-5B48-A14C-2535BBBD6176}">
      <dgm:prSet/>
      <dgm:spPr/>
      <dgm:t>
        <a:bodyPr/>
        <a:lstStyle/>
        <a:p>
          <a:endParaRPr lang="de-DE"/>
        </a:p>
      </dgm:t>
    </dgm:pt>
    <dgm:pt modelId="{2876A86F-5A1D-B748-B818-9B766E2D7EFB}">
      <dgm:prSet phldrT="[Text]"/>
      <dgm:spPr/>
      <dgm:t>
        <a:bodyPr/>
        <a:lstStyle/>
        <a:p>
          <a:r>
            <a:rPr lang="de-DE" dirty="0"/>
            <a:t>POST /</a:t>
          </a:r>
          <a:r>
            <a:rPr lang="de-DE" dirty="0" err="1"/>
            <a:t>resources</a:t>
          </a:r>
          <a:r>
            <a:rPr lang="de-DE" dirty="0"/>
            <a:t> HTTP/1.1</a:t>
          </a:r>
        </a:p>
      </dgm:t>
    </dgm:pt>
    <dgm:pt modelId="{D2233247-435E-AC4E-8B98-85FD8F9AC1EF}" type="parTrans" cxnId="{682FA2EE-3104-E447-9F9C-6F26D1CA0E50}">
      <dgm:prSet/>
      <dgm:spPr/>
      <dgm:t>
        <a:bodyPr/>
        <a:lstStyle/>
        <a:p>
          <a:endParaRPr lang="de-DE"/>
        </a:p>
      </dgm:t>
    </dgm:pt>
    <dgm:pt modelId="{30109A55-1CE1-514F-B1EF-08E14322742D}" type="sibTrans" cxnId="{682FA2EE-3104-E447-9F9C-6F26D1CA0E50}">
      <dgm:prSet/>
      <dgm:spPr/>
      <dgm:t>
        <a:bodyPr/>
        <a:lstStyle/>
        <a:p>
          <a:endParaRPr lang="de-DE"/>
        </a:p>
      </dgm:t>
    </dgm:pt>
    <dgm:pt modelId="{3B238920-7CFE-1148-9019-FE2C85B9517A}" type="pres">
      <dgm:prSet presAssocID="{E3214475-5C7B-DA4A-9706-650D89B9EF27}" presName="Name0" presStyleCnt="0">
        <dgm:presLayoutVars>
          <dgm:dir/>
          <dgm:animLvl val="lvl"/>
          <dgm:resizeHandles val="exact"/>
        </dgm:presLayoutVars>
      </dgm:prSet>
      <dgm:spPr/>
    </dgm:pt>
    <dgm:pt modelId="{40C0C07A-4553-BD43-9C9A-C02C524EB72B}" type="pres">
      <dgm:prSet presAssocID="{3DE8A00B-F58F-CC46-BC1D-8DA8B7CC2188}" presName="linNode" presStyleCnt="0"/>
      <dgm:spPr/>
    </dgm:pt>
    <dgm:pt modelId="{1F1D7829-A817-8440-A1B0-4B71A7BF8537}" type="pres">
      <dgm:prSet presAssocID="{3DE8A00B-F58F-CC46-BC1D-8DA8B7CC2188}" presName="parentText" presStyleLbl="node1" presStyleIdx="0" presStyleCnt="4">
        <dgm:presLayoutVars>
          <dgm:chMax val="1"/>
          <dgm:bulletEnabled val="1"/>
        </dgm:presLayoutVars>
      </dgm:prSet>
      <dgm:spPr/>
    </dgm:pt>
    <dgm:pt modelId="{99F004E1-655F-3647-9990-F6AAB2427B86}" type="pres">
      <dgm:prSet presAssocID="{3DE8A00B-F58F-CC46-BC1D-8DA8B7CC2188}" presName="descendantText" presStyleLbl="alignAccFollowNode1" presStyleIdx="0" presStyleCnt="4">
        <dgm:presLayoutVars>
          <dgm:bulletEnabled val="1"/>
        </dgm:presLayoutVars>
      </dgm:prSet>
      <dgm:spPr/>
    </dgm:pt>
    <dgm:pt modelId="{B420851E-7E8C-9E46-9D35-2049CA9C859C}" type="pres">
      <dgm:prSet presAssocID="{5B9671A7-F8F4-EB46-8D8A-EB57D8F4FD99}" presName="sp" presStyleCnt="0"/>
      <dgm:spPr/>
    </dgm:pt>
    <dgm:pt modelId="{AF07EB46-6F86-6740-BA72-ECBA46584F41}" type="pres">
      <dgm:prSet presAssocID="{75FA42B1-C87A-5240-8B88-5A90F6796022}" presName="linNode" presStyleCnt="0"/>
      <dgm:spPr/>
    </dgm:pt>
    <dgm:pt modelId="{F14CD864-DFCF-D843-9825-D32FA4D9A07D}" type="pres">
      <dgm:prSet presAssocID="{75FA42B1-C87A-5240-8B88-5A90F6796022}" presName="parentText" presStyleLbl="node1" presStyleIdx="1" presStyleCnt="4">
        <dgm:presLayoutVars>
          <dgm:chMax val="1"/>
          <dgm:bulletEnabled val="1"/>
        </dgm:presLayoutVars>
      </dgm:prSet>
      <dgm:spPr/>
    </dgm:pt>
    <dgm:pt modelId="{C2DD22C4-3AC9-074B-B695-349CAEF10B59}" type="pres">
      <dgm:prSet presAssocID="{75FA42B1-C87A-5240-8B88-5A90F6796022}" presName="descendantText" presStyleLbl="alignAccFollowNode1" presStyleIdx="1" presStyleCnt="4">
        <dgm:presLayoutVars>
          <dgm:bulletEnabled val="1"/>
        </dgm:presLayoutVars>
      </dgm:prSet>
      <dgm:spPr/>
    </dgm:pt>
    <dgm:pt modelId="{5A371509-42E3-B140-A511-704F56F607AF}" type="pres">
      <dgm:prSet presAssocID="{78674555-BA95-E947-923D-3C94D1CBE343}" presName="sp" presStyleCnt="0"/>
      <dgm:spPr/>
    </dgm:pt>
    <dgm:pt modelId="{FC415450-8F32-6644-AF3D-134CA74835E4}" type="pres">
      <dgm:prSet presAssocID="{93FD0080-381F-774A-B894-25EEA44D7897}" presName="linNode" presStyleCnt="0"/>
      <dgm:spPr/>
    </dgm:pt>
    <dgm:pt modelId="{8921904E-BD22-9940-BE0F-A550A8A2EB25}" type="pres">
      <dgm:prSet presAssocID="{93FD0080-381F-774A-B894-25EEA44D7897}" presName="parentText" presStyleLbl="node1" presStyleIdx="2" presStyleCnt="4">
        <dgm:presLayoutVars>
          <dgm:chMax val="1"/>
          <dgm:bulletEnabled val="1"/>
        </dgm:presLayoutVars>
      </dgm:prSet>
      <dgm:spPr/>
    </dgm:pt>
    <dgm:pt modelId="{10C71567-6777-7946-8431-B7402FFE49C8}" type="pres">
      <dgm:prSet presAssocID="{93FD0080-381F-774A-B894-25EEA44D7897}" presName="descendantText" presStyleLbl="alignAccFollowNode1" presStyleIdx="2" presStyleCnt="4">
        <dgm:presLayoutVars>
          <dgm:bulletEnabled val="1"/>
        </dgm:presLayoutVars>
      </dgm:prSet>
      <dgm:spPr/>
    </dgm:pt>
    <dgm:pt modelId="{9432972E-D29B-694B-9208-C8082ED8D51A}" type="pres">
      <dgm:prSet presAssocID="{B527714B-B23C-9041-8234-196625E5C296}" presName="sp" presStyleCnt="0"/>
      <dgm:spPr/>
    </dgm:pt>
    <dgm:pt modelId="{8B3EEB31-F841-9545-9EA9-E99BA1A77D4D}" type="pres">
      <dgm:prSet presAssocID="{E7B72F6F-AB97-514C-B817-269812FE9ADD}" presName="linNode" presStyleCnt="0"/>
      <dgm:spPr/>
    </dgm:pt>
    <dgm:pt modelId="{0BEFE39D-035F-6F43-B431-E59A9CFBC005}" type="pres">
      <dgm:prSet presAssocID="{E7B72F6F-AB97-514C-B817-269812FE9ADD}" presName="parentText" presStyleLbl="node1" presStyleIdx="3" presStyleCnt="4">
        <dgm:presLayoutVars>
          <dgm:chMax val="1"/>
          <dgm:bulletEnabled val="1"/>
        </dgm:presLayoutVars>
      </dgm:prSet>
      <dgm:spPr/>
    </dgm:pt>
    <dgm:pt modelId="{ADB2FBED-06C8-0B47-813E-35C13DF85EC7}" type="pres">
      <dgm:prSet presAssocID="{E7B72F6F-AB97-514C-B817-269812FE9ADD}" presName="descendantText" presStyleLbl="alignAccFollowNode1" presStyleIdx="3" presStyleCnt="4">
        <dgm:presLayoutVars>
          <dgm:bulletEnabled val="1"/>
        </dgm:presLayoutVars>
      </dgm:prSet>
      <dgm:spPr/>
    </dgm:pt>
  </dgm:ptLst>
  <dgm:cxnLst>
    <dgm:cxn modelId="{B0BF7B01-1D75-4E45-9955-5E7289285F65}" srcId="{E3214475-5C7B-DA4A-9706-650D89B9EF27}" destId="{E7B72F6F-AB97-514C-B817-269812FE9ADD}" srcOrd="3" destOrd="0" parTransId="{C378D97D-B355-6542-AD01-D84E07BD5AEA}" sibTransId="{97A6A562-EEF8-A442-9B60-AECE1870A63E}"/>
    <dgm:cxn modelId="{1B16D422-F2EC-214C-9755-6122D8FED51F}" type="presOf" srcId="{E7B72F6F-AB97-514C-B817-269812FE9ADD}" destId="{0BEFE39D-035F-6F43-B431-E59A9CFBC005}" srcOrd="0" destOrd="0" presId="urn:microsoft.com/office/officeart/2005/8/layout/vList5"/>
    <dgm:cxn modelId="{90947023-0C37-4142-BC32-521E9C85DA2A}" srcId="{93FD0080-381F-774A-B894-25EEA44D7897}" destId="{BF133D6B-D71B-2C49-92D0-4D4DB11832E1}" srcOrd="2" destOrd="0" parTransId="{C40F71F0-A212-6641-BA4B-82E324BB4668}" sibTransId="{3D3F938F-28CE-2D42-AAF7-1FEE49A31545}"/>
    <dgm:cxn modelId="{6F45FE2F-1751-B04B-B580-5C80008BB0CA}" type="presOf" srcId="{75FA42B1-C87A-5240-8B88-5A90F6796022}" destId="{F14CD864-DFCF-D843-9825-D32FA4D9A07D}" srcOrd="0" destOrd="0" presId="urn:microsoft.com/office/officeart/2005/8/layout/vList5"/>
    <dgm:cxn modelId="{8FCB625C-45BC-B845-9FD0-655FCB7DCC53}" srcId="{E3214475-5C7B-DA4A-9706-650D89B9EF27}" destId="{3DE8A00B-F58F-CC46-BC1D-8DA8B7CC2188}" srcOrd="0" destOrd="0" parTransId="{2C6900E7-C68E-2640-8853-90296530721A}" sibTransId="{5B9671A7-F8F4-EB46-8D8A-EB57D8F4FD99}"/>
    <dgm:cxn modelId="{7EAAF85F-901F-2044-892D-CA0B8BD06015}" type="presOf" srcId="{A2212BDC-9494-9B48-BD0E-EEC1C60C06F0}" destId="{99F004E1-655F-3647-9990-F6AAB2427B86}" srcOrd="0" destOrd="0" presId="urn:microsoft.com/office/officeart/2005/8/layout/vList5"/>
    <dgm:cxn modelId="{8D2B5841-FBBB-5B48-A14C-2535BBBD6176}" srcId="{E7B72F6F-AB97-514C-B817-269812FE9ADD}" destId="{6C2F0DAA-C708-FC41-9728-E625A93790A9}" srcOrd="0" destOrd="0" parTransId="{D8E40C63-464B-144A-A307-8AF9A045C886}" sibTransId="{08873726-1389-FD43-80F1-A6D4667F447B}"/>
    <dgm:cxn modelId="{9BCA2745-DB1B-1544-A9CB-077FA8C21AB5}" type="presOf" srcId="{2876A86F-5A1D-B748-B818-9B766E2D7EFB}" destId="{ADB2FBED-06C8-0B47-813E-35C13DF85EC7}" srcOrd="0" destOrd="1" presId="urn:microsoft.com/office/officeart/2005/8/layout/vList5"/>
    <dgm:cxn modelId="{145B6A47-0C76-1247-9F2B-EB03AE384B2B}" type="presOf" srcId="{BF133D6B-D71B-2C49-92D0-4D4DB11832E1}" destId="{10C71567-6777-7946-8431-B7402FFE49C8}" srcOrd="0" destOrd="2" presId="urn:microsoft.com/office/officeart/2005/8/layout/vList5"/>
    <dgm:cxn modelId="{46759847-2FF0-8A4C-810D-7189A3A15DE0}" srcId="{75FA42B1-C87A-5240-8B88-5A90F6796022}" destId="{C86C270E-A275-664B-9FBA-6F184667EA41}" srcOrd="0" destOrd="0" parTransId="{0EECEB29-A697-CF44-BA0B-4F32833C7697}" sibTransId="{23D26F5F-C59C-0B4B-9AFD-843FC0A713EE}"/>
    <dgm:cxn modelId="{CA9F884C-D866-B049-AA8F-8CFD52021B3F}" srcId="{3DE8A00B-F58F-CC46-BC1D-8DA8B7CC2188}" destId="{A2212BDC-9494-9B48-BD0E-EEC1C60C06F0}" srcOrd="0" destOrd="0" parTransId="{5304766A-C610-154D-862A-C299D0549D06}" sibTransId="{81BBC4D3-519F-B342-A7D3-6C284FDA1454}"/>
    <dgm:cxn modelId="{BC243284-7DA7-0A45-A3FC-4C6F578A46E6}" type="presOf" srcId="{93FD0080-381F-774A-B894-25EEA44D7897}" destId="{8921904E-BD22-9940-BE0F-A550A8A2EB25}" srcOrd="0" destOrd="0" presId="urn:microsoft.com/office/officeart/2005/8/layout/vList5"/>
    <dgm:cxn modelId="{A7546D8F-F5CC-DB4B-A61A-C457EFDA98D6}" type="presOf" srcId="{8DE5A9C8-B3C0-5141-BA4D-280D08E48232}" destId="{10C71567-6777-7946-8431-B7402FFE49C8}" srcOrd="0" destOrd="0" presId="urn:microsoft.com/office/officeart/2005/8/layout/vList5"/>
    <dgm:cxn modelId="{3A79CA97-E35C-EA4D-92DE-CDD34C492777}" type="presOf" srcId="{C86C270E-A275-664B-9FBA-6F184667EA41}" destId="{C2DD22C4-3AC9-074B-B695-349CAEF10B59}" srcOrd="0" destOrd="0" presId="urn:microsoft.com/office/officeart/2005/8/layout/vList5"/>
    <dgm:cxn modelId="{5DC1C7B8-883A-ED46-8CB2-371597A5DC58}" srcId="{93FD0080-381F-774A-B894-25EEA44D7897}" destId="{8DE5A9C8-B3C0-5141-BA4D-280D08E48232}" srcOrd="0" destOrd="0" parTransId="{51F74DAE-9215-B04B-BE75-A346BDB34E7B}" sibTransId="{A67CD1AC-462F-EC44-AE1C-FADF051BA895}"/>
    <dgm:cxn modelId="{D68133BC-E6E1-9B41-BD1F-92BD1AFA08D6}" srcId="{93FD0080-381F-774A-B894-25EEA44D7897}" destId="{A7E8A067-AE12-BF47-A225-F604E15492CD}" srcOrd="1" destOrd="0" parTransId="{DA8DA68A-B0B9-D24D-B376-1B34572AD74A}" sibTransId="{2465C227-2837-5144-85E2-787958CCE8C5}"/>
    <dgm:cxn modelId="{436FBFBE-803F-A54C-8CD4-3DB758FDDFD6}" type="presOf" srcId="{A7E8A067-AE12-BF47-A225-F604E15492CD}" destId="{10C71567-6777-7946-8431-B7402FFE49C8}" srcOrd="0" destOrd="1" presId="urn:microsoft.com/office/officeart/2005/8/layout/vList5"/>
    <dgm:cxn modelId="{8CB096CA-840D-6745-BDFC-9F06494CBCD9}" srcId="{E3214475-5C7B-DA4A-9706-650D89B9EF27}" destId="{93FD0080-381F-774A-B894-25EEA44D7897}" srcOrd="2" destOrd="0" parTransId="{7782D05B-F7F8-B347-99B2-36CC95DCD9A0}" sibTransId="{B527714B-B23C-9041-8234-196625E5C296}"/>
    <dgm:cxn modelId="{235A6ACD-F749-214E-8B5B-985DCAAC3EEB}" type="presOf" srcId="{E3214475-5C7B-DA4A-9706-650D89B9EF27}" destId="{3B238920-7CFE-1148-9019-FE2C85B9517A}" srcOrd="0" destOrd="0" presId="urn:microsoft.com/office/officeart/2005/8/layout/vList5"/>
    <dgm:cxn modelId="{6D63B3E6-4DAC-8D48-93B5-685E4B01ADA2}" type="presOf" srcId="{3DE8A00B-F58F-CC46-BC1D-8DA8B7CC2188}" destId="{1F1D7829-A817-8440-A1B0-4B71A7BF8537}" srcOrd="0" destOrd="0" presId="urn:microsoft.com/office/officeart/2005/8/layout/vList5"/>
    <dgm:cxn modelId="{7FE9A0E8-C36F-FA41-A1BC-082FD373305A}" srcId="{E3214475-5C7B-DA4A-9706-650D89B9EF27}" destId="{75FA42B1-C87A-5240-8B88-5A90F6796022}" srcOrd="1" destOrd="0" parTransId="{CF2BF1D2-FFA4-FD45-A6F9-D54C66A5512F}" sibTransId="{78674555-BA95-E947-923D-3C94D1CBE343}"/>
    <dgm:cxn modelId="{682FA2EE-3104-E447-9F9C-6F26D1CA0E50}" srcId="{E7B72F6F-AB97-514C-B817-269812FE9ADD}" destId="{2876A86F-5A1D-B748-B818-9B766E2D7EFB}" srcOrd="1" destOrd="0" parTransId="{D2233247-435E-AC4E-8B98-85FD8F9AC1EF}" sibTransId="{30109A55-1CE1-514F-B1EF-08E14322742D}"/>
    <dgm:cxn modelId="{0F6841FA-048E-0F4C-9ABA-0C454CFDDB04}" type="presOf" srcId="{6C2F0DAA-C708-FC41-9728-E625A93790A9}" destId="{ADB2FBED-06C8-0B47-813E-35C13DF85EC7}" srcOrd="0" destOrd="0" presId="urn:microsoft.com/office/officeart/2005/8/layout/vList5"/>
    <dgm:cxn modelId="{C606713B-4FA4-0E41-A622-C57BE974AA65}" type="presParOf" srcId="{3B238920-7CFE-1148-9019-FE2C85B9517A}" destId="{40C0C07A-4553-BD43-9C9A-C02C524EB72B}" srcOrd="0" destOrd="0" presId="urn:microsoft.com/office/officeart/2005/8/layout/vList5"/>
    <dgm:cxn modelId="{166DB6EB-98BE-FF47-AA14-69309C02CD40}" type="presParOf" srcId="{40C0C07A-4553-BD43-9C9A-C02C524EB72B}" destId="{1F1D7829-A817-8440-A1B0-4B71A7BF8537}" srcOrd="0" destOrd="0" presId="urn:microsoft.com/office/officeart/2005/8/layout/vList5"/>
    <dgm:cxn modelId="{4F19677E-3DE3-4441-87BE-0342A039E175}" type="presParOf" srcId="{40C0C07A-4553-BD43-9C9A-C02C524EB72B}" destId="{99F004E1-655F-3647-9990-F6AAB2427B86}" srcOrd="1" destOrd="0" presId="urn:microsoft.com/office/officeart/2005/8/layout/vList5"/>
    <dgm:cxn modelId="{BA389BA9-9D50-A040-A905-A8EB29BEA857}" type="presParOf" srcId="{3B238920-7CFE-1148-9019-FE2C85B9517A}" destId="{B420851E-7E8C-9E46-9D35-2049CA9C859C}" srcOrd="1" destOrd="0" presId="urn:microsoft.com/office/officeart/2005/8/layout/vList5"/>
    <dgm:cxn modelId="{FFA8DE60-E216-7C40-8658-0A1F591A38A6}" type="presParOf" srcId="{3B238920-7CFE-1148-9019-FE2C85B9517A}" destId="{AF07EB46-6F86-6740-BA72-ECBA46584F41}" srcOrd="2" destOrd="0" presId="urn:microsoft.com/office/officeart/2005/8/layout/vList5"/>
    <dgm:cxn modelId="{81D28840-042B-0943-9F7A-5324F3C882FF}" type="presParOf" srcId="{AF07EB46-6F86-6740-BA72-ECBA46584F41}" destId="{F14CD864-DFCF-D843-9825-D32FA4D9A07D}" srcOrd="0" destOrd="0" presId="urn:microsoft.com/office/officeart/2005/8/layout/vList5"/>
    <dgm:cxn modelId="{AB5D8A65-9E05-444C-8703-857688AC33EB}" type="presParOf" srcId="{AF07EB46-6F86-6740-BA72-ECBA46584F41}" destId="{C2DD22C4-3AC9-074B-B695-349CAEF10B59}" srcOrd="1" destOrd="0" presId="urn:microsoft.com/office/officeart/2005/8/layout/vList5"/>
    <dgm:cxn modelId="{653120C6-5B5C-F343-A340-D5316C1B923A}" type="presParOf" srcId="{3B238920-7CFE-1148-9019-FE2C85B9517A}" destId="{5A371509-42E3-B140-A511-704F56F607AF}" srcOrd="3" destOrd="0" presId="urn:microsoft.com/office/officeart/2005/8/layout/vList5"/>
    <dgm:cxn modelId="{891D3D0E-725F-874E-9729-3E74C43A7BF2}" type="presParOf" srcId="{3B238920-7CFE-1148-9019-FE2C85B9517A}" destId="{FC415450-8F32-6644-AF3D-134CA74835E4}" srcOrd="4" destOrd="0" presId="urn:microsoft.com/office/officeart/2005/8/layout/vList5"/>
    <dgm:cxn modelId="{8DD09BFF-7F62-F944-8A90-2E61862CFB37}" type="presParOf" srcId="{FC415450-8F32-6644-AF3D-134CA74835E4}" destId="{8921904E-BD22-9940-BE0F-A550A8A2EB25}" srcOrd="0" destOrd="0" presId="urn:microsoft.com/office/officeart/2005/8/layout/vList5"/>
    <dgm:cxn modelId="{7D1DFC22-27E4-7D44-9BBE-8A9F025C4EBE}" type="presParOf" srcId="{FC415450-8F32-6644-AF3D-134CA74835E4}" destId="{10C71567-6777-7946-8431-B7402FFE49C8}" srcOrd="1" destOrd="0" presId="urn:microsoft.com/office/officeart/2005/8/layout/vList5"/>
    <dgm:cxn modelId="{99EFF815-B9A9-A64F-8B37-811F6196C51A}" type="presParOf" srcId="{3B238920-7CFE-1148-9019-FE2C85B9517A}" destId="{9432972E-D29B-694B-9208-C8082ED8D51A}" srcOrd="5" destOrd="0" presId="urn:microsoft.com/office/officeart/2005/8/layout/vList5"/>
    <dgm:cxn modelId="{7FF5BE84-6F05-9B4C-B4C6-CFB6C1191628}" type="presParOf" srcId="{3B238920-7CFE-1148-9019-FE2C85B9517A}" destId="{8B3EEB31-F841-9545-9EA9-E99BA1A77D4D}" srcOrd="6" destOrd="0" presId="urn:microsoft.com/office/officeart/2005/8/layout/vList5"/>
    <dgm:cxn modelId="{D1A8993D-7E2E-8549-BB13-B7DC1549BEC6}" type="presParOf" srcId="{8B3EEB31-F841-9545-9EA9-E99BA1A77D4D}" destId="{0BEFE39D-035F-6F43-B431-E59A9CFBC005}" srcOrd="0" destOrd="0" presId="urn:microsoft.com/office/officeart/2005/8/layout/vList5"/>
    <dgm:cxn modelId="{DCA293E9-2E37-D741-9990-297B54F20B21}" type="presParOf" srcId="{8B3EEB31-F841-9545-9EA9-E99BA1A77D4D}" destId="{ADB2FBED-06C8-0B47-813E-35C13DF85EC7}" srcOrd="1" destOrd="0" presId="urn:microsoft.com/office/officeart/2005/8/layout/vList5"/>
  </dgm:cxnLst>
  <dgm:bg/>
  <dgm:whole/>
  <dgm:extLst>
    <a:ext uri="http://schemas.microsoft.com/office/drawing/2008/diagram">
      <dsp:dataModelExt xmlns:dsp="http://schemas.microsoft.com/office/drawing/2008/diagram" relId="rId5" minVer="http://schemas.openxmlformats.org/drawingml/2006/diagram"/>
    </a:ext>
  </dgm:extLst>
</dgm:dataModel>
</file>

<file path=ppt/diagrams/data15.xml><?xml version="1.0" encoding="utf-8"?>
<dgm:dataModel xmlns:dgm="http://schemas.openxmlformats.org/drawingml/2006/diagram" xmlns:a="http://schemas.openxmlformats.org/drawingml/2006/main">
  <dgm:ptLst>
    <dgm:pt modelId="{346E65F3-399C-4D6C-BBC7-8AC7921DEACF}" type="doc">
      <dgm:prSet loTypeId="urn:microsoft.com/office/officeart/2005/8/layout/list1" loCatId="list" qsTypeId="urn:microsoft.com/office/officeart/2005/8/quickstyle/simple1" qsCatId="simple" csTypeId="urn:microsoft.com/office/officeart/2005/8/colors/colorful5" csCatId="colorful"/>
      <dgm:spPr/>
      <dgm:t>
        <a:bodyPr/>
        <a:lstStyle/>
        <a:p>
          <a:endParaRPr lang="en-US"/>
        </a:p>
      </dgm:t>
    </dgm:pt>
    <dgm:pt modelId="{6A77B644-4CDF-41B8-81A6-5E5DEE15A8DD}">
      <dgm:prSet/>
      <dgm:spPr/>
      <dgm:t>
        <a:bodyPr/>
        <a:lstStyle/>
        <a:p>
          <a:r>
            <a:rPr lang="de-DE"/>
            <a:t>node –v</a:t>
          </a:r>
          <a:endParaRPr lang="en-US"/>
        </a:p>
      </dgm:t>
    </dgm:pt>
    <dgm:pt modelId="{492D8F12-A047-4733-B100-679D641E87C7}" type="parTrans" cxnId="{9DBB6E69-B489-4343-B38A-A2E19283FE1E}">
      <dgm:prSet/>
      <dgm:spPr/>
      <dgm:t>
        <a:bodyPr/>
        <a:lstStyle/>
        <a:p>
          <a:endParaRPr lang="en-US"/>
        </a:p>
      </dgm:t>
    </dgm:pt>
    <dgm:pt modelId="{CCD043C6-012F-4C55-A43F-BCD301C92322}" type="sibTrans" cxnId="{9DBB6E69-B489-4343-B38A-A2E19283FE1E}">
      <dgm:prSet/>
      <dgm:spPr/>
      <dgm:t>
        <a:bodyPr/>
        <a:lstStyle/>
        <a:p>
          <a:endParaRPr lang="en-US"/>
        </a:p>
      </dgm:t>
    </dgm:pt>
    <dgm:pt modelId="{2DFD091E-2F6F-449C-8263-B958452358AA}">
      <dgm:prSet/>
      <dgm:spPr/>
      <dgm:t>
        <a:bodyPr/>
        <a:lstStyle/>
        <a:p>
          <a:r>
            <a:rPr lang="de-DE"/>
            <a:t>Ausgabe der Versionsnummer</a:t>
          </a:r>
          <a:endParaRPr lang="en-US"/>
        </a:p>
      </dgm:t>
    </dgm:pt>
    <dgm:pt modelId="{E446B8F3-6A52-4D92-82F6-3558AD16068B}" type="parTrans" cxnId="{D5CEE61B-E4E5-474B-AEDC-3F35537D50B8}">
      <dgm:prSet/>
      <dgm:spPr/>
      <dgm:t>
        <a:bodyPr/>
        <a:lstStyle/>
        <a:p>
          <a:endParaRPr lang="en-US"/>
        </a:p>
      </dgm:t>
    </dgm:pt>
    <dgm:pt modelId="{0FC8C6DE-9910-4324-B0E6-17E7A78FA454}" type="sibTrans" cxnId="{D5CEE61B-E4E5-474B-AEDC-3F35537D50B8}">
      <dgm:prSet/>
      <dgm:spPr/>
      <dgm:t>
        <a:bodyPr/>
        <a:lstStyle/>
        <a:p>
          <a:endParaRPr lang="en-US"/>
        </a:p>
      </dgm:t>
    </dgm:pt>
    <dgm:pt modelId="{D0878A47-4E8C-4E60-9AB2-62A5387F9047}">
      <dgm:prSet/>
      <dgm:spPr/>
      <dgm:t>
        <a:bodyPr/>
        <a:lstStyle/>
        <a:p>
          <a:r>
            <a:rPr lang="de-DE"/>
            <a:t>node</a:t>
          </a:r>
          <a:endParaRPr lang="en-US"/>
        </a:p>
      </dgm:t>
    </dgm:pt>
    <dgm:pt modelId="{0AE987D3-0227-462B-9A8D-AAFA7E437BB6}" type="parTrans" cxnId="{5B34DF26-D705-44F0-94FC-6E0CADECC735}">
      <dgm:prSet/>
      <dgm:spPr/>
      <dgm:t>
        <a:bodyPr/>
        <a:lstStyle/>
        <a:p>
          <a:endParaRPr lang="en-US"/>
        </a:p>
      </dgm:t>
    </dgm:pt>
    <dgm:pt modelId="{D207F3C0-C4FD-4FAA-BDEE-F5EB17AA8F1D}" type="sibTrans" cxnId="{5B34DF26-D705-44F0-94FC-6E0CADECC735}">
      <dgm:prSet/>
      <dgm:spPr/>
      <dgm:t>
        <a:bodyPr/>
        <a:lstStyle/>
        <a:p>
          <a:endParaRPr lang="en-US"/>
        </a:p>
      </dgm:t>
    </dgm:pt>
    <dgm:pt modelId="{21ABDE45-0A3B-4375-B90B-4B2BCFF6B9A9}">
      <dgm:prSet/>
      <dgm:spPr/>
      <dgm:t>
        <a:bodyPr/>
        <a:lstStyle/>
        <a:p>
          <a:r>
            <a:rPr lang="de-DE"/>
            <a:t>Starten der REPL zur Eingabe von JavaScript-Befehlen</a:t>
          </a:r>
          <a:endParaRPr lang="en-US"/>
        </a:p>
      </dgm:t>
    </dgm:pt>
    <dgm:pt modelId="{2C288CF3-857B-449C-AB51-13955EBB07F4}" type="parTrans" cxnId="{38415DD0-0CA6-499D-BA90-D3E6BC44FCB8}">
      <dgm:prSet/>
      <dgm:spPr/>
      <dgm:t>
        <a:bodyPr/>
        <a:lstStyle/>
        <a:p>
          <a:endParaRPr lang="en-US"/>
        </a:p>
      </dgm:t>
    </dgm:pt>
    <dgm:pt modelId="{3067C6D3-5E8F-4AC9-8197-1FC3802775CE}" type="sibTrans" cxnId="{38415DD0-0CA6-499D-BA90-D3E6BC44FCB8}">
      <dgm:prSet/>
      <dgm:spPr/>
      <dgm:t>
        <a:bodyPr/>
        <a:lstStyle/>
        <a:p>
          <a:endParaRPr lang="en-US"/>
        </a:p>
      </dgm:t>
    </dgm:pt>
    <dgm:pt modelId="{4F51AE88-B3F6-481B-9C93-F8E1E0366FE6}">
      <dgm:prSet/>
      <dgm:spPr/>
      <dgm:t>
        <a:bodyPr/>
        <a:lstStyle/>
        <a:p>
          <a:r>
            <a:rPr lang="de-DE"/>
            <a:t>node programm.js</a:t>
          </a:r>
          <a:endParaRPr lang="en-US"/>
        </a:p>
      </dgm:t>
    </dgm:pt>
    <dgm:pt modelId="{8DC31336-EBC1-4D65-A7B8-05CFF8080265}" type="parTrans" cxnId="{A08654AA-9FD6-4F0B-8840-D7B672D7FC4B}">
      <dgm:prSet/>
      <dgm:spPr/>
      <dgm:t>
        <a:bodyPr/>
        <a:lstStyle/>
        <a:p>
          <a:endParaRPr lang="en-US"/>
        </a:p>
      </dgm:t>
    </dgm:pt>
    <dgm:pt modelId="{23F528A4-BD31-48F1-BDDD-22EAE513BBD6}" type="sibTrans" cxnId="{A08654AA-9FD6-4F0B-8840-D7B672D7FC4B}">
      <dgm:prSet/>
      <dgm:spPr/>
      <dgm:t>
        <a:bodyPr/>
        <a:lstStyle/>
        <a:p>
          <a:endParaRPr lang="en-US"/>
        </a:p>
      </dgm:t>
    </dgm:pt>
    <dgm:pt modelId="{B1EF4718-CBD4-474A-BEA6-BE58981C1FFD}">
      <dgm:prSet/>
      <dgm:spPr/>
      <dgm:t>
        <a:bodyPr/>
        <a:lstStyle/>
        <a:p>
          <a:r>
            <a:rPr lang="de-DE"/>
            <a:t>Ausführen  der Skript-Datei </a:t>
          </a:r>
          <a:r>
            <a:rPr lang="de-DE" i="1"/>
            <a:t>programm.js </a:t>
          </a:r>
          <a:r>
            <a:rPr lang="de-DE"/>
            <a:t> </a:t>
          </a:r>
          <a:endParaRPr lang="en-US"/>
        </a:p>
      </dgm:t>
    </dgm:pt>
    <dgm:pt modelId="{C4FEFE38-736D-4B3B-A0CF-444D2553F21C}" type="parTrans" cxnId="{9C338DB8-9FF2-49A8-8B49-99013CE82BD7}">
      <dgm:prSet/>
      <dgm:spPr/>
      <dgm:t>
        <a:bodyPr/>
        <a:lstStyle/>
        <a:p>
          <a:endParaRPr lang="en-US"/>
        </a:p>
      </dgm:t>
    </dgm:pt>
    <dgm:pt modelId="{CB12934E-442D-42D4-BAA0-910535FEF62D}" type="sibTrans" cxnId="{9C338DB8-9FF2-49A8-8B49-99013CE82BD7}">
      <dgm:prSet/>
      <dgm:spPr/>
      <dgm:t>
        <a:bodyPr/>
        <a:lstStyle/>
        <a:p>
          <a:endParaRPr lang="en-US"/>
        </a:p>
      </dgm:t>
    </dgm:pt>
    <dgm:pt modelId="{953A50D9-263B-614B-8AD4-2A70A1EE489F}" type="pres">
      <dgm:prSet presAssocID="{346E65F3-399C-4D6C-BBC7-8AC7921DEACF}" presName="linear" presStyleCnt="0">
        <dgm:presLayoutVars>
          <dgm:dir/>
          <dgm:animLvl val="lvl"/>
          <dgm:resizeHandles val="exact"/>
        </dgm:presLayoutVars>
      </dgm:prSet>
      <dgm:spPr/>
    </dgm:pt>
    <dgm:pt modelId="{44C2DF3D-56A3-AE4C-AE7C-39A2EADE5BCA}" type="pres">
      <dgm:prSet presAssocID="{6A77B644-4CDF-41B8-81A6-5E5DEE15A8DD}" presName="parentLin" presStyleCnt="0"/>
      <dgm:spPr/>
    </dgm:pt>
    <dgm:pt modelId="{33E811D0-4B84-A740-91B7-B6AABF82C0CB}" type="pres">
      <dgm:prSet presAssocID="{6A77B644-4CDF-41B8-81A6-5E5DEE15A8DD}" presName="parentLeftMargin" presStyleLbl="node1" presStyleIdx="0" presStyleCnt="3"/>
      <dgm:spPr/>
    </dgm:pt>
    <dgm:pt modelId="{1A7A9926-1BFE-DE44-B993-0CF46A5CEDEE}" type="pres">
      <dgm:prSet presAssocID="{6A77B644-4CDF-41B8-81A6-5E5DEE15A8DD}" presName="parentText" presStyleLbl="node1" presStyleIdx="0" presStyleCnt="3">
        <dgm:presLayoutVars>
          <dgm:chMax val="0"/>
          <dgm:bulletEnabled val="1"/>
        </dgm:presLayoutVars>
      </dgm:prSet>
      <dgm:spPr/>
    </dgm:pt>
    <dgm:pt modelId="{F13D3243-15D9-5F4C-920E-24F948112711}" type="pres">
      <dgm:prSet presAssocID="{6A77B644-4CDF-41B8-81A6-5E5DEE15A8DD}" presName="negativeSpace" presStyleCnt="0"/>
      <dgm:spPr/>
    </dgm:pt>
    <dgm:pt modelId="{4A12C6BB-B581-A24C-A598-548E22C4160C}" type="pres">
      <dgm:prSet presAssocID="{6A77B644-4CDF-41B8-81A6-5E5DEE15A8DD}" presName="childText" presStyleLbl="conFgAcc1" presStyleIdx="0" presStyleCnt="3">
        <dgm:presLayoutVars>
          <dgm:bulletEnabled val="1"/>
        </dgm:presLayoutVars>
      </dgm:prSet>
      <dgm:spPr/>
    </dgm:pt>
    <dgm:pt modelId="{DF3DD37B-BDEB-6941-8609-8E95BDB12B40}" type="pres">
      <dgm:prSet presAssocID="{CCD043C6-012F-4C55-A43F-BCD301C92322}" presName="spaceBetweenRectangles" presStyleCnt="0"/>
      <dgm:spPr/>
    </dgm:pt>
    <dgm:pt modelId="{6DECF302-6458-D646-880C-F879B97F30D5}" type="pres">
      <dgm:prSet presAssocID="{D0878A47-4E8C-4E60-9AB2-62A5387F9047}" presName="parentLin" presStyleCnt="0"/>
      <dgm:spPr/>
    </dgm:pt>
    <dgm:pt modelId="{3B0A9DFE-0B63-C94B-BDCC-D66C958F8705}" type="pres">
      <dgm:prSet presAssocID="{D0878A47-4E8C-4E60-9AB2-62A5387F9047}" presName="parentLeftMargin" presStyleLbl="node1" presStyleIdx="0" presStyleCnt="3"/>
      <dgm:spPr/>
    </dgm:pt>
    <dgm:pt modelId="{80B8595D-D10C-0244-912B-73BABA28A137}" type="pres">
      <dgm:prSet presAssocID="{D0878A47-4E8C-4E60-9AB2-62A5387F9047}" presName="parentText" presStyleLbl="node1" presStyleIdx="1" presStyleCnt="3">
        <dgm:presLayoutVars>
          <dgm:chMax val="0"/>
          <dgm:bulletEnabled val="1"/>
        </dgm:presLayoutVars>
      </dgm:prSet>
      <dgm:spPr/>
    </dgm:pt>
    <dgm:pt modelId="{58300128-8697-D84F-BCC3-EB1EFB38C2AF}" type="pres">
      <dgm:prSet presAssocID="{D0878A47-4E8C-4E60-9AB2-62A5387F9047}" presName="negativeSpace" presStyleCnt="0"/>
      <dgm:spPr/>
    </dgm:pt>
    <dgm:pt modelId="{4D6DC218-DFF5-2347-9AFF-E34732CA7773}" type="pres">
      <dgm:prSet presAssocID="{D0878A47-4E8C-4E60-9AB2-62A5387F9047}" presName="childText" presStyleLbl="conFgAcc1" presStyleIdx="1" presStyleCnt="3">
        <dgm:presLayoutVars>
          <dgm:bulletEnabled val="1"/>
        </dgm:presLayoutVars>
      </dgm:prSet>
      <dgm:spPr/>
    </dgm:pt>
    <dgm:pt modelId="{D71028AF-762E-7946-BC39-4AA1310F3358}" type="pres">
      <dgm:prSet presAssocID="{D207F3C0-C4FD-4FAA-BDEE-F5EB17AA8F1D}" presName="spaceBetweenRectangles" presStyleCnt="0"/>
      <dgm:spPr/>
    </dgm:pt>
    <dgm:pt modelId="{2372C3FB-F25E-294A-8463-2C7AABDF7299}" type="pres">
      <dgm:prSet presAssocID="{4F51AE88-B3F6-481B-9C93-F8E1E0366FE6}" presName="parentLin" presStyleCnt="0"/>
      <dgm:spPr/>
    </dgm:pt>
    <dgm:pt modelId="{918082C4-181E-4949-8E31-36ED37729EAE}" type="pres">
      <dgm:prSet presAssocID="{4F51AE88-B3F6-481B-9C93-F8E1E0366FE6}" presName="parentLeftMargin" presStyleLbl="node1" presStyleIdx="1" presStyleCnt="3"/>
      <dgm:spPr/>
    </dgm:pt>
    <dgm:pt modelId="{33EBE219-4BA6-DB46-B160-EEB4B61E8CB5}" type="pres">
      <dgm:prSet presAssocID="{4F51AE88-B3F6-481B-9C93-F8E1E0366FE6}" presName="parentText" presStyleLbl="node1" presStyleIdx="2" presStyleCnt="3">
        <dgm:presLayoutVars>
          <dgm:chMax val="0"/>
          <dgm:bulletEnabled val="1"/>
        </dgm:presLayoutVars>
      </dgm:prSet>
      <dgm:spPr/>
    </dgm:pt>
    <dgm:pt modelId="{1295F034-07EC-9249-A9AB-0559610D373F}" type="pres">
      <dgm:prSet presAssocID="{4F51AE88-B3F6-481B-9C93-F8E1E0366FE6}" presName="negativeSpace" presStyleCnt="0"/>
      <dgm:spPr/>
    </dgm:pt>
    <dgm:pt modelId="{70AC1BE9-E752-CB45-9BE9-DF2E0B230545}" type="pres">
      <dgm:prSet presAssocID="{4F51AE88-B3F6-481B-9C93-F8E1E0366FE6}" presName="childText" presStyleLbl="conFgAcc1" presStyleIdx="2" presStyleCnt="3">
        <dgm:presLayoutVars>
          <dgm:bulletEnabled val="1"/>
        </dgm:presLayoutVars>
      </dgm:prSet>
      <dgm:spPr/>
    </dgm:pt>
  </dgm:ptLst>
  <dgm:cxnLst>
    <dgm:cxn modelId="{11B08517-F287-2741-A934-3336C30D4A4A}" type="presOf" srcId="{B1EF4718-CBD4-474A-BEA6-BE58981C1FFD}" destId="{70AC1BE9-E752-CB45-9BE9-DF2E0B230545}" srcOrd="0" destOrd="0" presId="urn:microsoft.com/office/officeart/2005/8/layout/list1"/>
    <dgm:cxn modelId="{41ADF81A-7B94-7D43-B3F4-CDB0BC24FF96}" type="presOf" srcId="{4F51AE88-B3F6-481B-9C93-F8E1E0366FE6}" destId="{33EBE219-4BA6-DB46-B160-EEB4B61E8CB5}" srcOrd="1" destOrd="0" presId="urn:microsoft.com/office/officeart/2005/8/layout/list1"/>
    <dgm:cxn modelId="{D5CEE61B-E4E5-474B-AEDC-3F35537D50B8}" srcId="{6A77B644-4CDF-41B8-81A6-5E5DEE15A8DD}" destId="{2DFD091E-2F6F-449C-8263-B958452358AA}" srcOrd="0" destOrd="0" parTransId="{E446B8F3-6A52-4D92-82F6-3558AD16068B}" sibTransId="{0FC8C6DE-9910-4324-B0E6-17E7A78FA454}"/>
    <dgm:cxn modelId="{5B34DF26-D705-44F0-94FC-6E0CADECC735}" srcId="{346E65F3-399C-4D6C-BBC7-8AC7921DEACF}" destId="{D0878A47-4E8C-4E60-9AB2-62A5387F9047}" srcOrd="1" destOrd="0" parTransId="{0AE987D3-0227-462B-9A8D-AAFA7E437BB6}" sibTransId="{D207F3C0-C4FD-4FAA-BDEE-F5EB17AA8F1D}"/>
    <dgm:cxn modelId="{00DAF03D-5FBC-BF42-AB9C-93915DC1B11E}" type="presOf" srcId="{4F51AE88-B3F6-481B-9C93-F8E1E0366FE6}" destId="{918082C4-181E-4949-8E31-36ED37729EAE}" srcOrd="0" destOrd="0" presId="urn:microsoft.com/office/officeart/2005/8/layout/list1"/>
    <dgm:cxn modelId="{9DBB6E69-B489-4343-B38A-A2E19283FE1E}" srcId="{346E65F3-399C-4D6C-BBC7-8AC7921DEACF}" destId="{6A77B644-4CDF-41B8-81A6-5E5DEE15A8DD}" srcOrd="0" destOrd="0" parTransId="{492D8F12-A047-4733-B100-679D641E87C7}" sibTransId="{CCD043C6-012F-4C55-A43F-BCD301C92322}"/>
    <dgm:cxn modelId="{F0296C50-5791-F343-B050-AADDF8050004}" type="presOf" srcId="{21ABDE45-0A3B-4375-B90B-4B2BCFF6B9A9}" destId="{4D6DC218-DFF5-2347-9AFF-E34732CA7773}" srcOrd="0" destOrd="0" presId="urn:microsoft.com/office/officeart/2005/8/layout/list1"/>
    <dgm:cxn modelId="{47C89895-8C8A-5345-9721-106F3D9CEBA6}" type="presOf" srcId="{6A77B644-4CDF-41B8-81A6-5E5DEE15A8DD}" destId="{1A7A9926-1BFE-DE44-B993-0CF46A5CEDEE}" srcOrd="1" destOrd="0" presId="urn:microsoft.com/office/officeart/2005/8/layout/list1"/>
    <dgm:cxn modelId="{D4877C9A-46FA-2A45-91A3-DF2C2193481D}" type="presOf" srcId="{D0878A47-4E8C-4E60-9AB2-62A5387F9047}" destId="{80B8595D-D10C-0244-912B-73BABA28A137}" srcOrd="1" destOrd="0" presId="urn:microsoft.com/office/officeart/2005/8/layout/list1"/>
    <dgm:cxn modelId="{61120CA6-6527-C041-82C4-DC72E9E30E2D}" type="presOf" srcId="{D0878A47-4E8C-4E60-9AB2-62A5387F9047}" destId="{3B0A9DFE-0B63-C94B-BDCC-D66C958F8705}" srcOrd="0" destOrd="0" presId="urn:microsoft.com/office/officeart/2005/8/layout/list1"/>
    <dgm:cxn modelId="{A08654AA-9FD6-4F0B-8840-D7B672D7FC4B}" srcId="{346E65F3-399C-4D6C-BBC7-8AC7921DEACF}" destId="{4F51AE88-B3F6-481B-9C93-F8E1E0366FE6}" srcOrd="2" destOrd="0" parTransId="{8DC31336-EBC1-4D65-A7B8-05CFF8080265}" sibTransId="{23F528A4-BD31-48F1-BDDD-22EAE513BBD6}"/>
    <dgm:cxn modelId="{9C338DB8-9FF2-49A8-8B49-99013CE82BD7}" srcId="{4F51AE88-B3F6-481B-9C93-F8E1E0366FE6}" destId="{B1EF4718-CBD4-474A-BEA6-BE58981C1FFD}" srcOrd="0" destOrd="0" parTransId="{C4FEFE38-736D-4B3B-A0CF-444D2553F21C}" sibTransId="{CB12934E-442D-42D4-BAA0-910535FEF62D}"/>
    <dgm:cxn modelId="{38415DD0-0CA6-499D-BA90-D3E6BC44FCB8}" srcId="{D0878A47-4E8C-4E60-9AB2-62A5387F9047}" destId="{21ABDE45-0A3B-4375-B90B-4B2BCFF6B9A9}" srcOrd="0" destOrd="0" parTransId="{2C288CF3-857B-449C-AB51-13955EBB07F4}" sibTransId="{3067C6D3-5E8F-4AC9-8197-1FC3802775CE}"/>
    <dgm:cxn modelId="{C17D50D0-FA29-0645-ACD1-2C4D2081E5AB}" type="presOf" srcId="{6A77B644-4CDF-41B8-81A6-5E5DEE15A8DD}" destId="{33E811D0-4B84-A740-91B7-B6AABF82C0CB}" srcOrd="0" destOrd="0" presId="urn:microsoft.com/office/officeart/2005/8/layout/list1"/>
    <dgm:cxn modelId="{647837E7-7D9F-0748-A868-C9464D98BE0E}" type="presOf" srcId="{346E65F3-399C-4D6C-BBC7-8AC7921DEACF}" destId="{953A50D9-263B-614B-8AD4-2A70A1EE489F}" srcOrd="0" destOrd="0" presId="urn:microsoft.com/office/officeart/2005/8/layout/list1"/>
    <dgm:cxn modelId="{09389AFB-9CDA-CC40-B964-66B3D57FB0E3}" type="presOf" srcId="{2DFD091E-2F6F-449C-8263-B958452358AA}" destId="{4A12C6BB-B581-A24C-A598-548E22C4160C}" srcOrd="0" destOrd="0" presId="urn:microsoft.com/office/officeart/2005/8/layout/list1"/>
    <dgm:cxn modelId="{B51D512A-218A-0D4F-8465-1F8B73F4E258}" type="presParOf" srcId="{953A50D9-263B-614B-8AD4-2A70A1EE489F}" destId="{44C2DF3D-56A3-AE4C-AE7C-39A2EADE5BCA}" srcOrd="0" destOrd="0" presId="urn:microsoft.com/office/officeart/2005/8/layout/list1"/>
    <dgm:cxn modelId="{F73E69A2-D47C-F84C-B3F6-D9EB77053065}" type="presParOf" srcId="{44C2DF3D-56A3-AE4C-AE7C-39A2EADE5BCA}" destId="{33E811D0-4B84-A740-91B7-B6AABF82C0CB}" srcOrd="0" destOrd="0" presId="urn:microsoft.com/office/officeart/2005/8/layout/list1"/>
    <dgm:cxn modelId="{C67D6109-4A69-884C-B732-452F0A9BC23D}" type="presParOf" srcId="{44C2DF3D-56A3-AE4C-AE7C-39A2EADE5BCA}" destId="{1A7A9926-1BFE-DE44-B993-0CF46A5CEDEE}" srcOrd="1" destOrd="0" presId="urn:microsoft.com/office/officeart/2005/8/layout/list1"/>
    <dgm:cxn modelId="{4BC47A83-6D71-9544-9ADB-4A7B0F1940D7}" type="presParOf" srcId="{953A50D9-263B-614B-8AD4-2A70A1EE489F}" destId="{F13D3243-15D9-5F4C-920E-24F948112711}" srcOrd="1" destOrd="0" presId="urn:microsoft.com/office/officeart/2005/8/layout/list1"/>
    <dgm:cxn modelId="{2B0947B3-8FC2-4046-97A5-2CD7F2717195}" type="presParOf" srcId="{953A50D9-263B-614B-8AD4-2A70A1EE489F}" destId="{4A12C6BB-B581-A24C-A598-548E22C4160C}" srcOrd="2" destOrd="0" presId="urn:microsoft.com/office/officeart/2005/8/layout/list1"/>
    <dgm:cxn modelId="{180ED423-1FCF-4E4D-A1E6-64BB6874FE7B}" type="presParOf" srcId="{953A50D9-263B-614B-8AD4-2A70A1EE489F}" destId="{DF3DD37B-BDEB-6941-8609-8E95BDB12B40}" srcOrd="3" destOrd="0" presId="urn:microsoft.com/office/officeart/2005/8/layout/list1"/>
    <dgm:cxn modelId="{A2420B07-8B01-1748-B3E5-CC8FD13B311C}" type="presParOf" srcId="{953A50D9-263B-614B-8AD4-2A70A1EE489F}" destId="{6DECF302-6458-D646-880C-F879B97F30D5}" srcOrd="4" destOrd="0" presId="urn:microsoft.com/office/officeart/2005/8/layout/list1"/>
    <dgm:cxn modelId="{9EE85F1F-5297-5844-AE16-135A6E01726D}" type="presParOf" srcId="{6DECF302-6458-D646-880C-F879B97F30D5}" destId="{3B0A9DFE-0B63-C94B-BDCC-D66C958F8705}" srcOrd="0" destOrd="0" presId="urn:microsoft.com/office/officeart/2005/8/layout/list1"/>
    <dgm:cxn modelId="{F0CB3FB2-C4CB-8949-A98C-2005654FC1C5}" type="presParOf" srcId="{6DECF302-6458-D646-880C-F879B97F30D5}" destId="{80B8595D-D10C-0244-912B-73BABA28A137}" srcOrd="1" destOrd="0" presId="urn:microsoft.com/office/officeart/2005/8/layout/list1"/>
    <dgm:cxn modelId="{D5AF0738-B417-7744-AD84-8F3375447C7A}" type="presParOf" srcId="{953A50D9-263B-614B-8AD4-2A70A1EE489F}" destId="{58300128-8697-D84F-BCC3-EB1EFB38C2AF}" srcOrd="5" destOrd="0" presId="urn:microsoft.com/office/officeart/2005/8/layout/list1"/>
    <dgm:cxn modelId="{1DDA4209-DC1A-BB48-8878-E5B694AE33F5}" type="presParOf" srcId="{953A50D9-263B-614B-8AD4-2A70A1EE489F}" destId="{4D6DC218-DFF5-2347-9AFF-E34732CA7773}" srcOrd="6" destOrd="0" presId="urn:microsoft.com/office/officeart/2005/8/layout/list1"/>
    <dgm:cxn modelId="{9AFA62FC-A59E-F447-91F7-9C8AD241AC4D}" type="presParOf" srcId="{953A50D9-263B-614B-8AD4-2A70A1EE489F}" destId="{D71028AF-762E-7946-BC39-4AA1310F3358}" srcOrd="7" destOrd="0" presId="urn:microsoft.com/office/officeart/2005/8/layout/list1"/>
    <dgm:cxn modelId="{7150512C-5783-3645-B8E2-7A8EC0DD1CE6}" type="presParOf" srcId="{953A50D9-263B-614B-8AD4-2A70A1EE489F}" destId="{2372C3FB-F25E-294A-8463-2C7AABDF7299}" srcOrd="8" destOrd="0" presId="urn:microsoft.com/office/officeart/2005/8/layout/list1"/>
    <dgm:cxn modelId="{5C332AE3-7CFD-7A44-BC6B-D071450904E3}" type="presParOf" srcId="{2372C3FB-F25E-294A-8463-2C7AABDF7299}" destId="{918082C4-181E-4949-8E31-36ED37729EAE}" srcOrd="0" destOrd="0" presId="urn:microsoft.com/office/officeart/2005/8/layout/list1"/>
    <dgm:cxn modelId="{9DE0FAEA-BB56-8141-904C-EC7356A3ACA3}" type="presParOf" srcId="{2372C3FB-F25E-294A-8463-2C7AABDF7299}" destId="{33EBE219-4BA6-DB46-B160-EEB4B61E8CB5}" srcOrd="1" destOrd="0" presId="urn:microsoft.com/office/officeart/2005/8/layout/list1"/>
    <dgm:cxn modelId="{029804A8-E4A0-F848-A8EE-6C186DB2DA94}" type="presParOf" srcId="{953A50D9-263B-614B-8AD4-2A70A1EE489F}" destId="{1295F034-07EC-9249-A9AB-0559610D373F}" srcOrd="9" destOrd="0" presId="urn:microsoft.com/office/officeart/2005/8/layout/list1"/>
    <dgm:cxn modelId="{0167C673-255A-A24F-AB70-664445231CAE}" type="presParOf" srcId="{953A50D9-263B-614B-8AD4-2A70A1EE489F}" destId="{70AC1BE9-E752-CB45-9BE9-DF2E0B230545}" srcOrd="10" destOrd="0" presId="urn:microsoft.com/office/officeart/2005/8/layout/list1"/>
  </dgm:cxnLst>
  <dgm:bg/>
  <dgm:whole/>
  <dgm:extLst>
    <a:ext uri="http://schemas.microsoft.com/office/drawing/2008/diagram">
      <dsp:dataModelExt xmlns:dsp="http://schemas.microsoft.com/office/drawing/2008/diagram" relId="rId5" minVer="http://schemas.openxmlformats.org/drawingml/2006/diagram"/>
    </a:ext>
  </dgm:extLst>
</dgm:dataModel>
</file>

<file path=ppt/diagrams/data16.xml><?xml version="1.0" encoding="utf-8"?>
<dgm:dataModel xmlns:dgm="http://schemas.openxmlformats.org/drawingml/2006/diagram" xmlns:a="http://schemas.openxmlformats.org/drawingml/2006/main">
  <dgm:ptLst>
    <dgm:pt modelId="{013AE71C-5788-4FDB-854A-8E5CB1FBD311}" type="doc">
      <dgm:prSet loTypeId="urn:microsoft.com/office/officeart/2005/8/layout/hierarchy3" loCatId="hierarchy" qsTypeId="urn:microsoft.com/office/officeart/2005/8/quickstyle/simple1" qsCatId="simple" csTypeId="urn:microsoft.com/office/officeart/2005/8/colors/accent1_2" csCatId="accent1" phldr="1"/>
      <dgm:spPr/>
      <dgm:t>
        <a:bodyPr/>
        <a:lstStyle/>
        <a:p>
          <a:endParaRPr lang="de-DE"/>
        </a:p>
      </dgm:t>
    </dgm:pt>
    <dgm:pt modelId="{B07208EB-C31A-444C-8A44-3A182963C6E4}">
      <dgm:prSet phldrT="[Text]" custT="1"/>
      <dgm:spPr/>
      <dgm:t>
        <a:bodyPr/>
        <a:lstStyle/>
        <a:p>
          <a:r>
            <a:rPr lang="de-DE" sz="3200" dirty="0" err="1">
              <a:solidFill>
                <a:schemeClr val="tx1"/>
              </a:solidFill>
            </a:rPr>
            <a:t>project-root</a:t>
          </a:r>
          <a:endParaRPr lang="de-DE" sz="3200" dirty="0">
            <a:solidFill>
              <a:schemeClr val="tx1"/>
            </a:solidFill>
          </a:endParaRPr>
        </a:p>
      </dgm:t>
    </dgm:pt>
    <dgm:pt modelId="{84FD4C7C-89ED-45F2-BE72-BA6998B045D9}" type="parTrans" cxnId="{DF2D3A8E-43EB-4415-9C9E-2AEEFBAFC1D5}">
      <dgm:prSet/>
      <dgm:spPr/>
      <dgm:t>
        <a:bodyPr/>
        <a:lstStyle/>
        <a:p>
          <a:endParaRPr lang="de-DE"/>
        </a:p>
      </dgm:t>
    </dgm:pt>
    <dgm:pt modelId="{F7DA1A53-3402-4BF9-B7E0-480A61428D0A}" type="sibTrans" cxnId="{DF2D3A8E-43EB-4415-9C9E-2AEEFBAFC1D5}">
      <dgm:prSet/>
      <dgm:spPr/>
      <dgm:t>
        <a:bodyPr/>
        <a:lstStyle/>
        <a:p>
          <a:endParaRPr lang="de-DE"/>
        </a:p>
      </dgm:t>
    </dgm:pt>
    <dgm:pt modelId="{109261F7-C04A-47FA-874A-462386EA0D62}">
      <dgm:prSet phldrT="[Text]"/>
      <dgm:spPr/>
      <dgm:t>
        <a:bodyPr/>
        <a:lstStyle/>
        <a:p>
          <a:r>
            <a:rPr lang="de-DE" dirty="0" err="1"/>
            <a:t>package.json</a:t>
          </a:r>
          <a:endParaRPr lang="de-DE" dirty="0"/>
        </a:p>
      </dgm:t>
    </dgm:pt>
    <dgm:pt modelId="{75C11CB0-1C49-435C-849E-DD2E8AE8DCE6}" type="parTrans" cxnId="{124DF4BE-2C26-4A02-9D3A-8659C1E3ED26}">
      <dgm:prSet/>
      <dgm:spPr/>
      <dgm:t>
        <a:bodyPr/>
        <a:lstStyle/>
        <a:p>
          <a:endParaRPr lang="de-DE"/>
        </a:p>
      </dgm:t>
    </dgm:pt>
    <dgm:pt modelId="{096E2888-376B-4112-B48B-9D46DF7E426D}" type="sibTrans" cxnId="{124DF4BE-2C26-4A02-9D3A-8659C1E3ED26}">
      <dgm:prSet/>
      <dgm:spPr/>
      <dgm:t>
        <a:bodyPr/>
        <a:lstStyle/>
        <a:p>
          <a:endParaRPr lang="de-DE"/>
        </a:p>
      </dgm:t>
    </dgm:pt>
    <dgm:pt modelId="{158172B8-FA15-42C7-96D4-1E7AA5EED8DA}">
      <dgm:prSet phldrT="[Text]"/>
      <dgm:spPr/>
      <dgm:t>
        <a:bodyPr/>
        <a:lstStyle/>
        <a:p>
          <a:r>
            <a:rPr lang="de-DE" dirty="0" err="1"/>
            <a:t>src</a:t>
          </a:r>
          <a:endParaRPr lang="de-DE" dirty="0"/>
        </a:p>
      </dgm:t>
    </dgm:pt>
    <dgm:pt modelId="{4FA3B7F8-15CE-4452-A655-1AA56F6FD8CB}" type="parTrans" cxnId="{D62A3800-53E7-46FE-ADEA-C326442F6542}">
      <dgm:prSet/>
      <dgm:spPr/>
      <dgm:t>
        <a:bodyPr/>
        <a:lstStyle/>
        <a:p>
          <a:endParaRPr lang="de-DE"/>
        </a:p>
      </dgm:t>
    </dgm:pt>
    <dgm:pt modelId="{DAFFCA11-2A2E-4B50-9547-ACB539D7AE52}" type="sibTrans" cxnId="{D62A3800-53E7-46FE-ADEA-C326442F6542}">
      <dgm:prSet/>
      <dgm:spPr/>
      <dgm:t>
        <a:bodyPr/>
        <a:lstStyle/>
        <a:p>
          <a:endParaRPr lang="de-DE"/>
        </a:p>
      </dgm:t>
    </dgm:pt>
    <dgm:pt modelId="{83C0606B-AAF4-448C-B17F-FFCC3F5A3A66}">
      <dgm:prSet phldrT="[Text]"/>
      <dgm:spPr/>
      <dgm:t>
        <a:bodyPr/>
        <a:lstStyle/>
        <a:p>
          <a:r>
            <a:rPr lang="de-DE" dirty="0" err="1"/>
            <a:t>node</a:t>
          </a:r>
          <a:r>
            <a:rPr lang="de-DE" dirty="0"/>
            <a:t>-modules</a:t>
          </a:r>
        </a:p>
      </dgm:t>
    </dgm:pt>
    <dgm:pt modelId="{20AA8CF7-50B9-45E3-B3A2-4F95D4624F88}" type="parTrans" cxnId="{0B875F2E-D973-48F9-A27F-DCDE431E19AF}">
      <dgm:prSet/>
      <dgm:spPr/>
      <dgm:t>
        <a:bodyPr/>
        <a:lstStyle/>
        <a:p>
          <a:endParaRPr lang="de-DE"/>
        </a:p>
      </dgm:t>
    </dgm:pt>
    <dgm:pt modelId="{B57276AA-6AEF-42F1-8FE5-6774008CC577}" type="sibTrans" cxnId="{0B875F2E-D973-48F9-A27F-DCDE431E19AF}">
      <dgm:prSet/>
      <dgm:spPr/>
      <dgm:t>
        <a:bodyPr/>
        <a:lstStyle/>
        <a:p>
          <a:endParaRPr lang="de-DE"/>
        </a:p>
      </dgm:t>
    </dgm:pt>
    <dgm:pt modelId="{9A5C7173-5A48-4CEA-99C9-428CB3E77892}">
      <dgm:prSet phldrT="[Text]"/>
      <dgm:spPr/>
      <dgm:t>
        <a:bodyPr/>
        <a:lstStyle/>
        <a:p>
          <a:r>
            <a:rPr lang="de-DE" dirty="0"/>
            <a:t>module1</a:t>
          </a:r>
        </a:p>
      </dgm:t>
    </dgm:pt>
    <dgm:pt modelId="{988A3A29-CD95-4E1C-8F64-ADC4D87CBD41}" type="parTrans" cxnId="{AFB5BD76-E0ED-41EC-A56F-28B39BFDA2D1}">
      <dgm:prSet/>
      <dgm:spPr/>
      <dgm:t>
        <a:bodyPr/>
        <a:lstStyle/>
        <a:p>
          <a:endParaRPr lang="de-DE"/>
        </a:p>
      </dgm:t>
    </dgm:pt>
    <dgm:pt modelId="{E93F3061-6190-4084-8186-C92332B1AAA2}" type="sibTrans" cxnId="{AFB5BD76-E0ED-41EC-A56F-28B39BFDA2D1}">
      <dgm:prSet/>
      <dgm:spPr/>
      <dgm:t>
        <a:bodyPr/>
        <a:lstStyle/>
        <a:p>
          <a:endParaRPr lang="de-DE"/>
        </a:p>
      </dgm:t>
    </dgm:pt>
    <dgm:pt modelId="{E8E969CD-F312-451E-A11B-E4FB0960CE2F}">
      <dgm:prSet phldrT="[Text]"/>
      <dgm:spPr/>
      <dgm:t>
        <a:bodyPr/>
        <a:lstStyle/>
        <a:p>
          <a:r>
            <a:rPr lang="de-DE" dirty="0"/>
            <a:t>module2</a:t>
          </a:r>
        </a:p>
      </dgm:t>
    </dgm:pt>
    <dgm:pt modelId="{9672ADBD-A716-47E2-9F4B-47192B0EC09D}" type="parTrans" cxnId="{B312242D-F205-4C56-986C-CA83E6460AF5}">
      <dgm:prSet/>
      <dgm:spPr/>
      <dgm:t>
        <a:bodyPr/>
        <a:lstStyle/>
        <a:p>
          <a:endParaRPr lang="de-DE"/>
        </a:p>
      </dgm:t>
    </dgm:pt>
    <dgm:pt modelId="{D98356A8-9894-4E93-BA95-B276FE3EEC03}" type="sibTrans" cxnId="{B312242D-F205-4C56-986C-CA83E6460AF5}">
      <dgm:prSet/>
      <dgm:spPr/>
      <dgm:t>
        <a:bodyPr/>
        <a:lstStyle/>
        <a:p>
          <a:endParaRPr lang="de-DE"/>
        </a:p>
      </dgm:t>
    </dgm:pt>
    <dgm:pt modelId="{501F4F21-F9A3-468F-BBDB-F11F2B7AB487}">
      <dgm:prSet phldrT="[Text]"/>
      <dgm:spPr/>
      <dgm:t>
        <a:bodyPr/>
        <a:lstStyle/>
        <a:p>
          <a:r>
            <a:rPr lang="de-DE" dirty="0"/>
            <a:t>…</a:t>
          </a:r>
        </a:p>
      </dgm:t>
    </dgm:pt>
    <dgm:pt modelId="{72D0E701-2B12-4866-9C50-961AB319D888}" type="parTrans" cxnId="{FF0749CA-DC3E-41C4-A77A-9B30C12BC439}">
      <dgm:prSet/>
      <dgm:spPr/>
      <dgm:t>
        <a:bodyPr/>
        <a:lstStyle/>
        <a:p>
          <a:endParaRPr lang="de-DE"/>
        </a:p>
      </dgm:t>
    </dgm:pt>
    <dgm:pt modelId="{1D8D2EE2-27D0-4D45-B526-C4694BB9CB65}" type="sibTrans" cxnId="{FF0749CA-DC3E-41C4-A77A-9B30C12BC439}">
      <dgm:prSet/>
      <dgm:spPr/>
      <dgm:t>
        <a:bodyPr/>
        <a:lstStyle/>
        <a:p>
          <a:endParaRPr lang="de-DE"/>
        </a:p>
      </dgm:t>
    </dgm:pt>
    <dgm:pt modelId="{DA351AE3-EE1B-4F6A-A9C8-628646245883}">
      <dgm:prSet phldrT="[Text]"/>
      <dgm:spPr/>
      <dgm:t>
        <a:bodyPr/>
        <a:lstStyle/>
        <a:p>
          <a:r>
            <a:rPr lang="de-DE" dirty="0"/>
            <a:t>script1</a:t>
          </a:r>
        </a:p>
      </dgm:t>
    </dgm:pt>
    <dgm:pt modelId="{1C05D227-F191-4992-A934-48EAEEDC3CED}" type="parTrans" cxnId="{9A946735-9407-43C2-8776-14B56A9E42B0}">
      <dgm:prSet/>
      <dgm:spPr/>
      <dgm:t>
        <a:bodyPr/>
        <a:lstStyle/>
        <a:p>
          <a:endParaRPr lang="de-DE"/>
        </a:p>
      </dgm:t>
    </dgm:pt>
    <dgm:pt modelId="{A3C5381F-0156-4DE4-B6C5-CA281CA44292}" type="sibTrans" cxnId="{9A946735-9407-43C2-8776-14B56A9E42B0}">
      <dgm:prSet/>
      <dgm:spPr/>
      <dgm:t>
        <a:bodyPr/>
        <a:lstStyle/>
        <a:p>
          <a:endParaRPr lang="de-DE"/>
        </a:p>
      </dgm:t>
    </dgm:pt>
    <dgm:pt modelId="{CDFD7824-4D2A-43AB-992B-9795F5ABA8DD}">
      <dgm:prSet phldrT="[Text]"/>
      <dgm:spPr/>
      <dgm:t>
        <a:bodyPr/>
        <a:lstStyle/>
        <a:p>
          <a:r>
            <a:rPr lang="de-DE" dirty="0"/>
            <a:t>script2</a:t>
          </a:r>
        </a:p>
      </dgm:t>
    </dgm:pt>
    <dgm:pt modelId="{5855370E-3E8E-4546-97E2-078EDBBCD31D}" type="parTrans" cxnId="{A58F52F4-87EB-452F-8E03-4B6A8C8FE89E}">
      <dgm:prSet/>
      <dgm:spPr/>
      <dgm:t>
        <a:bodyPr/>
        <a:lstStyle/>
        <a:p>
          <a:endParaRPr lang="de-DE"/>
        </a:p>
      </dgm:t>
    </dgm:pt>
    <dgm:pt modelId="{8F29EC89-2B39-4882-84C6-608B8A36C64D}" type="sibTrans" cxnId="{A58F52F4-87EB-452F-8E03-4B6A8C8FE89E}">
      <dgm:prSet/>
      <dgm:spPr/>
      <dgm:t>
        <a:bodyPr/>
        <a:lstStyle/>
        <a:p>
          <a:endParaRPr lang="de-DE"/>
        </a:p>
      </dgm:t>
    </dgm:pt>
    <dgm:pt modelId="{D141CDF2-DC35-4EA0-B88E-969D02B539AF}">
      <dgm:prSet phldrT="[Text]"/>
      <dgm:spPr/>
      <dgm:t>
        <a:bodyPr/>
        <a:lstStyle/>
        <a:p>
          <a:r>
            <a:rPr lang="de-DE" dirty="0"/>
            <a:t>…</a:t>
          </a:r>
        </a:p>
      </dgm:t>
    </dgm:pt>
    <dgm:pt modelId="{2FAD0290-F3EC-48AE-9C3E-4E0B60C9A202}" type="parTrans" cxnId="{41CF3B2D-7C9B-4D73-8EF2-71FF62B20C94}">
      <dgm:prSet/>
      <dgm:spPr/>
      <dgm:t>
        <a:bodyPr/>
        <a:lstStyle/>
        <a:p>
          <a:endParaRPr lang="de-DE"/>
        </a:p>
      </dgm:t>
    </dgm:pt>
    <dgm:pt modelId="{9A0F2801-DD7E-4100-A84B-3752E966001A}" type="sibTrans" cxnId="{41CF3B2D-7C9B-4D73-8EF2-71FF62B20C94}">
      <dgm:prSet/>
      <dgm:spPr/>
      <dgm:t>
        <a:bodyPr/>
        <a:lstStyle/>
        <a:p>
          <a:endParaRPr lang="de-DE"/>
        </a:p>
      </dgm:t>
    </dgm:pt>
    <dgm:pt modelId="{5B0BDF51-5ECC-4B9A-B5D8-35139756098E}" type="pres">
      <dgm:prSet presAssocID="{013AE71C-5788-4FDB-854A-8E5CB1FBD311}" presName="diagram" presStyleCnt="0">
        <dgm:presLayoutVars>
          <dgm:chPref val="1"/>
          <dgm:dir/>
          <dgm:animOne val="branch"/>
          <dgm:animLvl val="lvl"/>
          <dgm:resizeHandles/>
        </dgm:presLayoutVars>
      </dgm:prSet>
      <dgm:spPr/>
    </dgm:pt>
    <dgm:pt modelId="{7405F66F-C0D1-4729-BB4E-7BF4407F1859}" type="pres">
      <dgm:prSet presAssocID="{B07208EB-C31A-444C-8A44-3A182963C6E4}" presName="root" presStyleCnt="0"/>
      <dgm:spPr/>
    </dgm:pt>
    <dgm:pt modelId="{FB47BDD5-4272-4BCA-A049-2F007949D022}" type="pres">
      <dgm:prSet presAssocID="{B07208EB-C31A-444C-8A44-3A182963C6E4}" presName="rootComposite" presStyleCnt="0"/>
      <dgm:spPr/>
    </dgm:pt>
    <dgm:pt modelId="{6607D71C-8DC4-4BB6-8305-5D6236EF6AF4}" type="pres">
      <dgm:prSet presAssocID="{B07208EB-C31A-444C-8A44-3A182963C6E4}" presName="rootText" presStyleLbl="node1" presStyleIdx="0" presStyleCnt="1" custScaleX="148135"/>
      <dgm:spPr/>
    </dgm:pt>
    <dgm:pt modelId="{1969AC91-C91D-4965-9BEB-0B9F5D9C006F}" type="pres">
      <dgm:prSet presAssocID="{B07208EB-C31A-444C-8A44-3A182963C6E4}" presName="rootConnector" presStyleLbl="node1" presStyleIdx="0" presStyleCnt="1"/>
      <dgm:spPr/>
    </dgm:pt>
    <dgm:pt modelId="{6CFD0CA9-C712-41E0-B719-0A23ACCC5397}" type="pres">
      <dgm:prSet presAssocID="{B07208EB-C31A-444C-8A44-3A182963C6E4}" presName="childShape" presStyleCnt="0"/>
      <dgm:spPr/>
    </dgm:pt>
    <dgm:pt modelId="{FE972E17-81E7-4DC9-8BB9-241D4556144A}" type="pres">
      <dgm:prSet presAssocID="{75C11CB0-1C49-435C-849E-DD2E8AE8DCE6}" presName="Name13" presStyleLbl="parChTrans1D2" presStyleIdx="0" presStyleCnt="3"/>
      <dgm:spPr/>
    </dgm:pt>
    <dgm:pt modelId="{C03CB49A-CA21-4561-9CA0-7967197F9B89}" type="pres">
      <dgm:prSet presAssocID="{109261F7-C04A-47FA-874A-462386EA0D62}" presName="childText" presStyleLbl="bgAcc1" presStyleIdx="0" presStyleCnt="3">
        <dgm:presLayoutVars>
          <dgm:bulletEnabled val="1"/>
        </dgm:presLayoutVars>
      </dgm:prSet>
      <dgm:spPr/>
    </dgm:pt>
    <dgm:pt modelId="{EC0960B8-D78E-4984-805C-5C0B1C40DBDE}" type="pres">
      <dgm:prSet presAssocID="{4FA3B7F8-15CE-4452-A655-1AA56F6FD8CB}" presName="Name13" presStyleLbl="parChTrans1D2" presStyleIdx="1" presStyleCnt="3"/>
      <dgm:spPr/>
    </dgm:pt>
    <dgm:pt modelId="{8CE943E3-F1AB-4E0A-BBA8-1A2B8AFF0336}" type="pres">
      <dgm:prSet presAssocID="{158172B8-FA15-42C7-96D4-1E7AA5EED8DA}" presName="childText" presStyleLbl="bgAcc1" presStyleIdx="1" presStyleCnt="3">
        <dgm:presLayoutVars>
          <dgm:bulletEnabled val="1"/>
        </dgm:presLayoutVars>
      </dgm:prSet>
      <dgm:spPr/>
    </dgm:pt>
    <dgm:pt modelId="{5A45C53C-7725-48D9-A02E-81B437FBB969}" type="pres">
      <dgm:prSet presAssocID="{20AA8CF7-50B9-45E3-B3A2-4F95D4624F88}" presName="Name13" presStyleLbl="parChTrans1D2" presStyleIdx="2" presStyleCnt="3"/>
      <dgm:spPr/>
    </dgm:pt>
    <dgm:pt modelId="{F47786B8-D1FB-42D9-A2B7-99A3BE6B2E5F}" type="pres">
      <dgm:prSet presAssocID="{83C0606B-AAF4-448C-B17F-FFCC3F5A3A66}" presName="childText" presStyleLbl="bgAcc1" presStyleIdx="2" presStyleCnt="3">
        <dgm:presLayoutVars>
          <dgm:bulletEnabled val="1"/>
        </dgm:presLayoutVars>
      </dgm:prSet>
      <dgm:spPr/>
    </dgm:pt>
  </dgm:ptLst>
  <dgm:cxnLst>
    <dgm:cxn modelId="{D62A3800-53E7-46FE-ADEA-C326442F6542}" srcId="{B07208EB-C31A-444C-8A44-3A182963C6E4}" destId="{158172B8-FA15-42C7-96D4-1E7AA5EED8DA}" srcOrd="1" destOrd="0" parTransId="{4FA3B7F8-15CE-4452-A655-1AA56F6FD8CB}" sibTransId="{DAFFCA11-2A2E-4B50-9547-ACB539D7AE52}"/>
    <dgm:cxn modelId="{3478BB09-3986-41E6-8A8E-535DB3B7B2B6}" type="presOf" srcId="{501F4F21-F9A3-468F-BBDB-F11F2B7AB487}" destId="{F47786B8-D1FB-42D9-A2B7-99A3BE6B2E5F}" srcOrd="0" destOrd="3" presId="urn:microsoft.com/office/officeart/2005/8/layout/hierarchy3"/>
    <dgm:cxn modelId="{6C1E7918-9F69-4410-AC60-6547101925D2}" type="presOf" srcId="{D141CDF2-DC35-4EA0-B88E-969D02B539AF}" destId="{8CE943E3-F1AB-4E0A-BBA8-1A2B8AFF0336}" srcOrd="0" destOrd="3" presId="urn:microsoft.com/office/officeart/2005/8/layout/hierarchy3"/>
    <dgm:cxn modelId="{7390091A-C328-4436-BDD9-4D39199D2385}" type="presOf" srcId="{109261F7-C04A-47FA-874A-462386EA0D62}" destId="{C03CB49A-CA21-4561-9CA0-7967197F9B89}" srcOrd="0" destOrd="0" presId="urn:microsoft.com/office/officeart/2005/8/layout/hierarchy3"/>
    <dgm:cxn modelId="{B312242D-F205-4C56-986C-CA83E6460AF5}" srcId="{83C0606B-AAF4-448C-B17F-FFCC3F5A3A66}" destId="{E8E969CD-F312-451E-A11B-E4FB0960CE2F}" srcOrd="1" destOrd="0" parTransId="{9672ADBD-A716-47E2-9F4B-47192B0EC09D}" sibTransId="{D98356A8-9894-4E93-BA95-B276FE3EEC03}"/>
    <dgm:cxn modelId="{41CF3B2D-7C9B-4D73-8EF2-71FF62B20C94}" srcId="{158172B8-FA15-42C7-96D4-1E7AA5EED8DA}" destId="{D141CDF2-DC35-4EA0-B88E-969D02B539AF}" srcOrd="2" destOrd="0" parTransId="{2FAD0290-F3EC-48AE-9C3E-4E0B60C9A202}" sibTransId="{9A0F2801-DD7E-4100-A84B-3752E966001A}"/>
    <dgm:cxn modelId="{0B875F2E-D973-48F9-A27F-DCDE431E19AF}" srcId="{B07208EB-C31A-444C-8A44-3A182963C6E4}" destId="{83C0606B-AAF4-448C-B17F-FFCC3F5A3A66}" srcOrd="2" destOrd="0" parTransId="{20AA8CF7-50B9-45E3-B3A2-4F95D4624F88}" sibTransId="{B57276AA-6AEF-42F1-8FE5-6774008CC577}"/>
    <dgm:cxn modelId="{9A946735-9407-43C2-8776-14B56A9E42B0}" srcId="{158172B8-FA15-42C7-96D4-1E7AA5EED8DA}" destId="{DA351AE3-EE1B-4F6A-A9C8-628646245883}" srcOrd="0" destOrd="0" parTransId="{1C05D227-F191-4992-A934-48EAEEDC3CED}" sibTransId="{A3C5381F-0156-4DE4-B6C5-CA281CA44292}"/>
    <dgm:cxn modelId="{D5FAD061-B199-4FAB-93F4-7564AE903D84}" type="presOf" srcId="{4FA3B7F8-15CE-4452-A655-1AA56F6FD8CB}" destId="{EC0960B8-D78E-4984-805C-5C0B1C40DBDE}" srcOrd="0" destOrd="0" presId="urn:microsoft.com/office/officeart/2005/8/layout/hierarchy3"/>
    <dgm:cxn modelId="{37361443-4232-40DD-8A7D-75385CF99E1C}" type="presOf" srcId="{B07208EB-C31A-444C-8A44-3A182963C6E4}" destId="{1969AC91-C91D-4965-9BEB-0B9F5D9C006F}" srcOrd="1" destOrd="0" presId="urn:microsoft.com/office/officeart/2005/8/layout/hierarchy3"/>
    <dgm:cxn modelId="{55D37D4C-0C55-4EED-A1E6-CCF5F345A6CB}" type="presOf" srcId="{013AE71C-5788-4FDB-854A-8E5CB1FBD311}" destId="{5B0BDF51-5ECC-4B9A-B5D8-35139756098E}" srcOrd="0" destOrd="0" presId="urn:microsoft.com/office/officeart/2005/8/layout/hierarchy3"/>
    <dgm:cxn modelId="{57634C6E-1443-45D7-8B4D-34C8A4280F72}" type="presOf" srcId="{20AA8CF7-50B9-45E3-B3A2-4F95D4624F88}" destId="{5A45C53C-7725-48D9-A02E-81B437FBB969}" srcOrd="0" destOrd="0" presId="urn:microsoft.com/office/officeart/2005/8/layout/hierarchy3"/>
    <dgm:cxn modelId="{B3B49D70-4C0F-48D2-8617-EEAD859F3F6C}" type="presOf" srcId="{83C0606B-AAF4-448C-B17F-FFCC3F5A3A66}" destId="{F47786B8-D1FB-42D9-A2B7-99A3BE6B2E5F}" srcOrd="0" destOrd="0" presId="urn:microsoft.com/office/officeart/2005/8/layout/hierarchy3"/>
    <dgm:cxn modelId="{8CD11B76-B3B6-4574-A970-AB782638715A}" type="presOf" srcId="{E8E969CD-F312-451E-A11B-E4FB0960CE2F}" destId="{F47786B8-D1FB-42D9-A2B7-99A3BE6B2E5F}" srcOrd="0" destOrd="2" presId="urn:microsoft.com/office/officeart/2005/8/layout/hierarchy3"/>
    <dgm:cxn modelId="{AFB5BD76-E0ED-41EC-A56F-28B39BFDA2D1}" srcId="{83C0606B-AAF4-448C-B17F-FFCC3F5A3A66}" destId="{9A5C7173-5A48-4CEA-99C9-428CB3E77892}" srcOrd="0" destOrd="0" parTransId="{988A3A29-CD95-4E1C-8F64-ADC4D87CBD41}" sibTransId="{E93F3061-6190-4084-8186-C92332B1AAA2}"/>
    <dgm:cxn modelId="{3951A57D-2966-453A-A099-D3C0317EE746}" type="presOf" srcId="{DA351AE3-EE1B-4F6A-A9C8-628646245883}" destId="{8CE943E3-F1AB-4E0A-BBA8-1A2B8AFF0336}" srcOrd="0" destOrd="1" presId="urn:microsoft.com/office/officeart/2005/8/layout/hierarchy3"/>
    <dgm:cxn modelId="{DF2D3A8E-43EB-4415-9C9E-2AEEFBAFC1D5}" srcId="{013AE71C-5788-4FDB-854A-8E5CB1FBD311}" destId="{B07208EB-C31A-444C-8A44-3A182963C6E4}" srcOrd="0" destOrd="0" parTransId="{84FD4C7C-89ED-45F2-BE72-BA6998B045D9}" sibTransId="{F7DA1A53-3402-4BF9-B7E0-480A61428D0A}"/>
    <dgm:cxn modelId="{308EB291-164F-4118-8A5A-5B0B52CFF5AF}" type="presOf" srcId="{158172B8-FA15-42C7-96D4-1E7AA5EED8DA}" destId="{8CE943E3-F1AB-4E0A-BBA8-1A2B8AFF0336}" srcOrd="0" destOrd="0" presId="urn:microsoft.com/office/officeart/2005/8/layout/hierarchy3"/>
    <dgm:cxn modelId="{39075FB2-C82F-4B80-B51B-4AE99E9BF714}" type="presOf" srcId="{B07208EB-C31A-444C-8A44-3A182963C6E4}" destId="{6607D71C-8DC4-4BB6-8305-5D6236EF6AF4}" srcOrd="0" destOrd="0" presId="urn:microsoft.com/office/officeart/2005/8/layout/hierarchy3"/>
    <dgm:cxn modelId="{B3F7A5B7-12D9-478B-BCCC-2B2D179101BD}" type="presOf" srcId="{75C11CB0-1C49-435C-849E-DD2E8AE8DCE6}" destId="{FE972E17-81E7-4DC9-8BB9-241D4556144A}" srcOrd="0" destOrd="0" presId="urn:microsoft.com/office/officeart/2005/8/layout/hierarchy3"/>
    <dgm:cxn modelId="{A6F56DBD-C1D7-424B-907F-0963105A3A4C}" type="presOf" srcId="{9A5C7173-5A48-4CEA-99C9-428CB3E77892}" destId="{F47786B8-D1FB-42D9-A2B7-99A3BE6B2E5F}" srcOrd="0" destOrd="1" presId="urn:microsoft.com/office/officeart/2005/8/layout/hierarchy3"/>
    <dgm:cxn modelId="{124DF4BE-2C26-4A02-9D3A-8659C1E3ED26}" srcId="{B07208EB-C31A-444C-8A44-3A182963C6E4}" destId="{109261F7-C04A-47FA-874A-462386EA0D62}" srcOrd="0" destOrd="0" parTransId="{75C11CB0-1C49-435C-849E-DD2E8AE8DCE6}" sibTransId="{096E2888-376B-4112-B48B-9D46DF7E426D}"/>
    <dgm:cxn modelId="{FF0749CA-DC3E-41C4-A77A-9B30C12BC439}" srcId="{83C0606B-AAF4-448C-B17F-FFCC3F5A3A66}" destId="{501F4F21-F9A3-468F-BBDB-F11F2B7AB487}" srcOrd="2" destOrd="0" parTransId="{72D0E701-2B12-4866-9C50-961AB319D888}" sibTransId="{1D8D2EE2-27D0-4D45-B526-C4694BB9CB65}"/>
    <dgm:cxn modelId="{B1C945E5-ABD3-4F7C-B620-9336C7AC74B7}" type="presOf" srcId="{CDFD7824-4D2A-43AB-992B-9795F5ABA8DD}" destId="{8CE943E3-F1AB-4E0A-BBA8-1A2B8AFF0336}" srcOrd="0" destOrd="2" presId="urn:microsoft.com/office/officeart/2005/8/layout/hierarchy3"/>
    <dgm:cxn modelId="{A58F52F4-87EB-452F-8E03-4B6A8C8FE89E}" srcId="{158172B8-FA15-42C7-96D4-1E7AA5EED8DA}" destId="{CDFD7824-4D2A-43AB-992B-9795F5ABA8DD}" srcOrd="1" destOrd="0" parTransId="{5855370E-3E8E-4546-97E2-078EDBBCD31D}" sibTransId="{8F29EC89-2B39-4882-84C6-608B8A36C64D}"/>
    <dgm:cxn modelId="{35455BAE-BF86-4D2A-912D-3174F2B72703}" type="presParOf" srcId="{5B0BDF51-5ECC-4B9A-B5D8-35139756098E}" destId="{7405F66F-C0D1-4729-BB4E-7BF4407F1859}" srcOrd="0" destOrd="0" presId="urn:microsoft.com/office/officeart/2005/8/layout/hierarchy3"/>
    <dgm:cxn modelId="{F676C0C7-B625-403A-B6A5-B283529D8B78}" type="presParOf" srcId="{7405F66F-C0D1-4729-BB4E-7BF4407F1859}" destId="{FB47BDD5-4272-4BCA-A049-2F007949D022}" srcOrd="0" destOrd="0" presId="urn:microsoft.com/office/officeart/2005/8/layout/hierarchy3"/>
    <dgm:cxn modelId="{8E06FCDC-6132-4AA5-A5AE-67BA9484CFD1}" type="presParOf" srcId="{FB47BDD5-4272-4BCA-A049-2F007949D022}" destId="{6607D71C-8DC4-4BB6-8305-5D6236EF6AF4}" srcOrd="0" destOrd="0" presId="urn:microsoft.com/office/officeart/2005/8/layout/hierarchy3"/>
    <dgm:cxn modelId="{95746524-9638-41FF-998C-C21857A88DF5}" type="presParOf" srcId="{FB47BDD5-4272-4BCA-A049-2F007949D022}" destId="{1969AC91-C91D-4965-9BEB-0B9F5D9C006F}" srcOrd="1" destOrd="0" presId="urn:microsoft.com/office/officeart/2005/8/layout/hierarchy3"/>
    <dgm:cxn modelId="{BD567E8D-2BDB-4791-9485-F405CB7DA39B}" type="presParOf" srcId="{7405F66F-C0D1-4729-BB4E-7BF4407F1859}" destId="{6CFD0CA9-C712-41E0-B719-0A23ACCC5397}" srcOrd="1" destOrd="0" presId="urn:microsoft.com/office/officeart/2005/8/layout/hierarchy3"/>
    <dgm:cxn modelId="{A461869B-CC82-4D1A-A67D-8D3451272FB7}" type="presParOf" srcId="{6CFD0CA9-C712-41E0-B719-0A23ACCC5397}" destId="{FE972E17-81E7-4DC9-8BB9-241D4556144A}" srcOrd="0" destOrd="0" presId="urn:microsoft.com/office/officeart/2005/8/layout/hierarchy3"/>
    <dgm:cxn modelId="{352DE9CB-7D8C-43CE-B9DE-FA8267A005F5}" type="presParOf" srcId="{6CFD0CA9-C712-41E0-B719-0A23ACCC5397}" destId="{C03CB49A-CA21-4561-9CA0-7967197F9B89}" srcOrd="1" destOrd="0" presId="urn:microsoft.com/office/officeart/2005/8/layout/hierarchy3"/>
    <dgm:cxn modelId="{8B33B713-5F3C-4387-BF2C-D59AEE0E28F4}" type="presParOf" srcId="{6CFD0CA9-C712-41E0-B719-0A23ACCC5397}" destId="{EC0960B8-D78E-4984-805C-5C0B1C40DBDE}" srcOrd="2" destOrd="0" presId="urn:microsoft.com/office/officeart/2005/8/layout/hierarchy3"/>
    <dgm:cxn modelId="{2C073CAE-B102-4849-9FF4-4789E94D05A2}" type="presParOf" srcId="{6CFD0CA9-C712-41E0-B719-0A23ACCC5397}" destId="{8CE943E3-F1AB-4E0A-BBA8-1A2B8AFF0336}" srcOrd="3" destOrd="0" presId="urn:microsoft.com/office/officeart/2005/8/layout/hierarchy3"/>
    <dgm:cxn modelId="{7B01D6EE-8EDB-4C07-8931-93B51D812D03}" type="presParOf" srcId="{6CFD0CA9-C712-41E0-B719-0A23ACCC5397}" destId="{5A45C53C-7725-48D9-A02E-81B437FBB969}" srcOrd="4" destOrd="0" presId="urn:microsoft.com/office/officeart/2005/8/layout/hierarchy3"/>
    <dgm:cxn modelId="{4B6C4957-B840-493C-988F-FC10BD8FA00F}" type="presParOf" srcId="{6CFD0CA9-C712-41E0-B719-0A23ACCC5397}" destId="{F47786B8-D1FB-42D9-A2B7-99A3BE6B2E5F}" srcOrd="5" destOrd="0" presId="urn:microsoft.com/office/officeart/2005/8/layout/hierarchy3"/>
  </dgm:cxnLst>
  <dgm:bg/>
  <dgm:whole/>
  <dgm:extLst>
    <a:ext uri="http://schemas.microsoft.com/office/drawing/2008/diagram">
      <dsp:dataModelExt xmlns:dsp="http://schemas.microsoft.com/office/drawing/2008/diagram" relId="rId5" minVer="http://schemas.openxmlformats.org/drawingml/2006/diagram"/>
    </a:ext>
  </dgm:extLst>
</dgm:dataModel>
</file>

<file path=ppt/diagrams/drawing1.xml><?xml version="1.0" encoding="utf-8"?>
<dsp:drawing xmlns:dgm="http://schemas.openxmlformats.org/drawingml/2006/diagram" xmlns:dsp="http://schemas.microsoft.com/office/drawing/2008/diagram" xmlns:a="http://schemas.openxmlformats.org/drawingml/2006/main">
  <dsp:spTree>
    <dsp:nvGrpSpPr>
      <dsp:cNvPr id="0" name=""/>
      <dsp:cNvGrpSpPr/>
    </dsp:nvGrpSpPr>
    <dsp:grpSpPr/>
    <dsp:sp modelId="{A61DC1D8-AF8E-4AD3-8F3A-028424C67A03}">
      <dsp:nvSpPr>
        <dsp:cNvPr id="0" name=""/>
        <dsp:cNvSpPr/>
      </dsp:nvSpPr>
      <dsp:spPr>
        <a:xfrm>
          <a:off x="4692" y="2057466"/>
          <a:ext cx="1303734" cy="1303734"/>
        </a:xfrm>
        <a:prstGeom prst="ellipse">
          <a:avLst/>
        </a:prstGeom>
        <a:solidFill>
          <a:schemeClr val="accent1">
            <a:hueOff val="0"/>
            <a:satOff val="0"/>
            <a:lumOff val="0"/>
            <a:alphaOff val="0"/>
          </a:schemeClr>
        </a:solidFill>
        <a:ln w="12700" cap="flat" cmpd="sng" algn="ctr">
          <a:solidFill>
            <a:schemeClr val="lt1">
              <a:hueOff val="0"/>
              <a:satOff val="0"/>
              <a:lumOff val="0"/>
              <a:alphaOff val="0"/>
            </a:schemeClr>
          </a:solidFill>
          <a:prstDash val="solid"/>
          <a:miter lim="800000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>
          <a:schemeClr val="lt1"/>
        </a:fontRef>
      </dsp:style>
      <dsp:txBody>
        <a:bodyPr spcFirstLastPara="0" vert="horz" wrap="square" lIns="16510" tIns="16510" rIns="16510" bIns="16510" numCol="1" spcCol="1270" anchor="ctr" anchorCtr="0">
          <a:noAutofit/>
        </a:bodyPr>
        <a:lstStyle/>
        <a:p>
          <a:pPr marL="0" lvl="0" indent="0" algn="ctr" defTabSz="57785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de-DE" sz="1300" kern="1200" dirty="0"/>
            <a:t>ECMAScript5</a:t>
          </a:r>
        </a:p>
      </dsp:txBody>
      <dsp:txXfrm>
        <a:off x="195619" y="2248393"/>
        <a:ext cx="921880" cy="921880"/>
      </dsp:txXfrm>
    </dsp:sp>
    <dsp:sp modelId="{77389B7C-EEFA-49BC-ACFE-3BCDC31F3A4E}">
      <dsp:nvSpPr>
        <dsp:cNvPr id="0" name=""/>
        <dsp:cNvSpPr/>
      </dsp:nvSpPr>
      <dsp:spPr>
        <a:xfrm>
          <a:off x="1414290" y="2331250"/>
          <a:ext cx="756165" cy="756165"/>
        </a:xfrm>
        <a:prstGeom prst="mathPlus">
          <a:avLst/>
        </a:prstGeom>
        <a:solidFill>
          <a:schemeClr val="accent1">
            <a:tint val="60000"/>
            <a:hueOff val="0"/>
            <a:satOff val="0"/>
            <a:lumOff val="0"/>
            <a:alphaOff val="0"/>
          </a:schemeClr>
        </a:solidFill>
        <a:ln>
          <a:noFill/>
        </a:ln>
        <a:effectLst/>
      </dsp:spPr>
      <dsp:style>
        <a:lnRef idx="0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>
          <a:schemeClr val="lt1"/>
        </a:fontRef>
      </dsp:style>
      <dsp:txBody>
        <a:bodyPr spcFirstLastPara="0" vert="horz" wrap="square" lIns="0" tIns="0" rIns="0" bIns="0" numCol="1" spcCol="1270" anchor="ctr" anchorCtr="0">
          <a:noAutofit/>
        </a:bodyPr>
        <a:lstStyle/>
        <a:p>
          <a:pPr marL="0" lvl="0" indent="0" algn="ctr" defTabSz="48895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endParaRPr lang="de-DE" sz="1100" kern="1200"/>
        </a:p>
      </dsp:txBody>
      <dsp:txXfrm>
        <a:off x="1514520" y="2620407"/>
        <a:ext cx="555705" cy="177851"/>
      </dsp:txXfrm>
    </dsp:sp>
    <dsp:sp modelId="{AFF351EB-85E5-496F-B9AB-45A5B109EEBC}">
      <dsp:nvSpPr>
        <dsp:cNvPr id="0" name=""/>
        <dsp:cNvSpPr/>
      </dsp:nvSpPr>
      <dsp:spPr>
        <a:xfrm>
          <a:off x="2276319" y="2057466"/>
          <a:ext cx="1303734" cy="1303734"/>
        </a:xfrm>
        <a:prstGeom prst="ellipse">
          <a:avLst/>
        </a:prstGeom>
        <a:solidFill>
          <a:schemeClr val="accent1">
            <a:hueOff val="0"/>
            <a:satOff val="0"/>
            <a:lumOff val="0"/>
            <a:alphaOff val="0"/>
          </a:schemeClr>
        </a:solidFill>
        <a:ln w="12700" cap="flat" cmpd="sng" algn="ctr">
          <a:solidFill>
            <a:schemeClr val="lt1">
              <a:hueOff val="0"/>
              <a:satOff val="0"/>
              <a:lumOff val="0"/>
              <a:alphaOff val="0"/>
            </a:schemeClr>
          </a:solidFill>
          <a:prstDash val="solid"/>
          <a:miter lim="800000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>
          <a:schemeClr val="lt1"/>
        </a:fontRef>
      </dsp:style>
      <dsp:txBody>
        <a:bodyPr spcFirstLastPara="0" vert="horz" wrap="square" lIns="16510" tIns="16510" rIns="16510" bIns="16510" numCol="1" spcCol="1270" anchor="ctr" anchorCtr="0">
          <a:noAutofit/>
        </a:bodyPr>
        <a:lstStyle/>
        <a:p>
          <a:pPr marL="0" lvl="0" indent="0" algn="ctr" defTabSz="57785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de-DE" sz="1300" kern="1200" dirty="0"/>
            <a:t>ECMAScript6</a:t>
          </a:r>
        </a:p>
      </dsp:txBody>
      <dsp:txXfrm>
        <a:off x="2467246" y="2248393"/>
        <a:ext cx="921880" cy="921880"/>
      </dsp:txXfrm>
    </dsp:sp>
    <dsp:sp modelId="{523619B0-4836-4F85-B178-D0067AC72FCE}">
      <dsp:nvSpPr>
        <dsp:cNvPr id="0" name=""/>
        <dsp:cNvSpPr/>
      </dsp:nvSpPr>
      <dsp:spPr>
        <a:xfrm>
          <a:off x="3685917" y="2331250"/>
          <a:ext cx="756165" cy="756165"/>
        </a:xfrm>
        <a:prstGeom prst="mathPlus">
          <a:avLst/>
        </a:prstGeom>
        <a:solidFill>
          <a:schemeClr val="accent1">
            <a:tint val="60000"/>
            <a:hueOff val="0"/>
            <a:satOff val="0"/>
            <a:lumOff val="0"/>
            <a:alphaOff val="0"/>
          </a:schemeClr>
        </a:solidFill>
        <a:ln>
          <a:noFill/>
        </a:ln>
        <a:effectLst/>
      </dsp:spPr>
      <dsp:style>
        <a:lnRef idx="0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>
          <a:schemeClr val="lt1"/>
        </a:fontRef>
      </dsp:style>
      <dsp:txBody>
        <a:bodyPr spcFirstLastPara="0" vert="horz" wrap="square" lIns="0" tIns="0" rIns="0" bIns="0" numCol="1" spcCol="1270" anchor="ctr" anchorCtr="0">
          <a:noAutofit/>
        </a:bodyPr>
        <a:lstStyle/>
        <a:p>
          <a:pPr marL="0" lvl="0" indent="0" algn="ctr" defTabSz="48895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endParaRPr lang="de-DE" sz="1100" kern="1200"/>
        </a:p>
      </dsp:txBody>
      <dsp:txXfrm>
        <a:off x="3786147" y="2620407"/>
        <a:ext cx="555705" cy="177851"/>
      </dsp:txXfrm>
    </dsp:sp>
    <dsp:sp modelId="{356DDC87-D1BE-49E9-9017-C238619EE953}">
      <dsp:nvSpPr>
        <dsp:cNvPr id="0" name=""/>
        <dsp:cNvSpPr/>
      </dsp:nvSpPr>
      <dsp:spPr>
        <a:xfrm>
          <a:off x="4547946" y="2057466"/>
          <a:ext cx="1303734" cy="1303734"/>
        </a:xfrm>
        <a:prstGeom prst="ellipse">
          <a:avLst/>
        </a:prstGeom>
        <a:solidFill>
          <a:schemeClr val="accent1">
            <a:hueOff val="0"/>
            <a:satOff val="0"/>
            <a:lumOff val="0"/>
            <a:alphaOff val="0"/>
          </a:schemeClr>
        </a:solidFill>
        <a:ln w="12700" cap="flat" cmpd="sng" algn="ctr">
          <a:solidFill>
            <a:schemeClr val="lt1">
              <a:hueOff val="0"/>
              <a:satOff val="0"/>
              <a:lumOff val="0"/>
              <a:alphaOff val="0"/>
            </a:schemeClr>
          </a:solidFill>
          <a:prstDash val="solid"/>
          <a:miter lim="800000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>
          <a:schemeClr val="lt1"/>
        </a:fontRef>
      </dsp:style>
      <dsp:txBody>
        <a:bodyPr spcFirstLastPara="0" vert="horz" wrap="square" lIns="16510" tIns="16510" rIns="16510" bIns="16510" numCol="1" spcCol="1270" anchor="ctr" anchorCtr="0">
          <a:noAutofit/>
        </a:bodyPr>
        <a:lstStyle/>
        <a:p>
          <a:pPr marL="0" lvl="0" indent="0" algn="ctr" defTabSz="57785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de-DE" sz="1300" kern="1200" dirty="0"/>
            <a:t>Additional Features</a:t>
          </a:r>
        </a:p>
      </dsp:txBody>
      <dsp:txXfrm>
        <a:off x="4738873" y="2248393"/>
        <a:ext cx="921880" cy="921880"/>
      </dsp:txXfrm>
    </dsp:sp>
    <dsp:sp modelId="{045500DA-CC1F-4371-AA73-63024F1D06F3}">
      <dsp:nvSpPr>
        <dsp:cNvPr id="0" name=""/>
        <dsp:cNvSpPr/>
      </dsp:nvSpPr>
      <dsp:spPr>
        <a:xfrm>
          <a:off x="5957543" y="2331250"/>
          <a:ext cx="756165" cy="756165"/>
        </a:xfrm>
        <a:prstGeom prst="mathEqual">
          <a:avLst/>
        </a:prstGeom>
        <a:solidFill>
          <a:schemeClr val="accent1">
            <a:tint val="60000"/>
            <a:hueOff val="0"/>
            <a:satOff val="0"/>
            <a:lumOff val="0"/>
            <a:alphaOff val="0"/>
          </a:schemeClr>
        </a:solidFill>
        <a:ln>
          <a:noFill/>
        </a:ln>
        <a:effectLst/>
      </dsp:spPr>
      <dsp:style>
        <a:lnRef idx="0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>
          <a:schemeClr val="lt1"/>
        </a:fontRef>
      </dsp:style>
      <dsp:txBody>
        <a:bodyPr spcFirstLastPara="0" vert="horz" wrap="square" lIns="0" tIns="0" rIns="0" bIns="0" numCol="1" spcCol="1270" anchor="ctr" anchorCtr="0">
          <a:noAutofit/>
        </a:bodyPr>
        <a:lstStyle/>
        <a:p>
          <a:pPr marL="0" lvl="0" indent="0" algn="ctr" defTabSz="48895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endParaRPr lang="de-DE" sz="1100" kern="1200"/>
        </a:p>
      </dsp:txBody>
      <dsp:txXfrm>
        <a:off x="6057773" y="2487020"/>
        <a:ext cx="555705" cy="444625"/>
      </dsp:txXfrm>
    </dsp:sp>
    <dsp:sp modelId="{2A966352-D133-4596-A883-D312A2B550E6}">
      <dsp:nvSpPr>
        <dsp:cNvPr id="0" name=""/>
        <dsp:cNvSpPr/>
      </dsp:nvSpPr>
      <dsp:spPr>
        <a:xfrm>
          <a:off x="6819572" y="2057466"/>
          <a:ext cx="1303734" cy="1303734"/>
        </a:xfrm>
        <a:prstGeom prst="ellipse">
          <a:avLst/>
        </a:prstGeom>
        <a:solidFill>
          <a:schemeClr val="accent1">
            <a:hueOff val="0"/>
            <a:satOff val="0"/>
            <a:lumOff val="0"/>
            <a:alphaOff val="0"/>
          </a:schemeClr>
        </a:solidFill>
        <a:ln w="12700" cap="flat" cmpd="sng" algn="ctr">
          <a:solidFill>
            <a:schemeClr val="lt1">
              <a:hueOff val="0"/>
              <a:satOff val="0"/>
              <a:lumOff val="0"/>
              <a:alphaOff val="0"/>
            </a:schemeClr>
          </a:solidFill>
          <a:prstDash val="solid"/>
          <a:miter lim="800000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>
          <a:schemeClr val="lt1"/>
        </a:fontRef>
      </dsp:style>
      <dsp:txBody>
        <a:bodyPr spcFirstLastPara="0" vert="horz" wrap="square" lIns="16510" tIns="16510" rIns="16510" bIns="16510" numCol="1" spcCol="1270" anchor="ctr" anchorCtr="0">
          <a:noAutofit/>
        </a:bodyPr>
        <a:lstStyle/>
        <a:p>
          <a:pPr marL="0" lvl="0" indent="0" algn="ctr" defTabSz="57785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de-DE" sz="1300" kern="1200" dirty="0" err="1"/>
            <a:t>TypeScript</a:t>
          </a:r>
          <a:endParaRPr lang="de-DE" sz="1300" kern="1200" dirty="0"/>
        </a:p>
      </dsp:txBody>
      <dsp:txXfrm>
        <a:off x="7010499" y="2248393"/>
        <a:ext cx="921880" cy="921880"/>
      </dsp:txXfrm>
    </dsp:sp>
  </dsp:spTree>
</dsp:drawing>
</file>

<file path=ppt/diagrams/drawing2.xml><?xml version="1.0" encoding="utf-8"?>
<dsp:drawing xmlns:dgm="http://schemas.openxmlformats.org/drawingml/2006/diagram" xmlns:dsp="http://schemas.microsoft.com/office/drawing/2008/diagram" xmlns:a="http://schemas.openxmlformats.org/drawingml/2006/main">
  <dsp:spTree>
    <dsp:nvGrpSpPr>
      <dsp:cNvPr id="0" name=""/>
      <dsp:cNvGrpSpPr/>
    </dsp:nvGrpSpPr>
    <dsp:grpSpPr/>
    <dsp:sp modelId="{B7B80C5E-CCF4-4E52-8E57-FC1AA715B429}">
      <dsp:nvSpPr>
        <dsp:cNvPr id="0" name=""/>
        <dsp:cNvSpPr/>
      </dsp:nvSpPr>
      <dsp:spPr>
        <a:xfrm>
          <a:off x="0" y="2442"/>
          <a:ext cx="6513603" cy="1238008"/>
        </a:xfrm>
        <a:prstGeom prst="roundRect">
          <a:avLst>
            <a:gd name="adj" fmla="val 10000"/>
          </a:avLst>
        </a:prstGeom>
        <a:solidFill>
          <a:schemeClr val="bg1">
            <a:lumMod val="95000"/>
            <a:hueOff val="0"/>
            <a:satOff val="0"/>
            <a:lumOff val="0"/>
            <a:alphaOff val="0"/>
          </a:schemeClr>
        </a:solidFill>
        <a:ln>
          <a:noFill/>
        </a:ln>
        <a:effectLst/>
      </dsp:spPr>
      <dsp:style>
        <a:lnRef idx="0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/>
      </dsp:style>
    </dsp:sp>
    <dsp:sp modelId="{98C8B915-614F-48DD-A952-C233801F106C}">
      <dsp:nvSpPr>
        <dsp:cNvPr id="0" name=""/>
        <dsp:cNvSpPr/>
      </dsp:nvSpPr>
      <dsp:spPr>
        <a:xfrm>
          <a:off x="374497" y="280994"/>
          <a:ext cx="680904" cy="680904"/>
        </a:xfrm>
        <a:prstGeom prst="rect">
          <a:avLst/>
        </a:prstGeom>
        <a:blipFill>
          <a:blip xmlns:r="http://schemas.openxmlformats.org/officeDocument/2006/relationships" r:embed="rId1">
            <a:extLst>
              <a:ext uri="{28A0092B-C50C-407E-A947-70E740481C1C}">
                <a14:useLocalDpi xmlns:a14="http://schemas.microsoft.com/office/drawing/2010/main"/>
              </a:ext>
              <a:ext uri="{96DAC541-7B7A-43D3-8B79-37D633B846F1}">
                <asvg:svgBlip xmlns:asvg="http://schemas.microsoft.com/office/drawing/2016/SVG/main" r:embed="rId2"/>
              </a:ext>
            </a:extLst>
          </a:blip>
          <a:stretch>
            <a:fillRect/>
          </a:stretch>
        </a:blipFill>
        <a:ln w="12700" cap="flat" cmpd="sng" algn="ctr">
          <a:noFill/>
          <a:prstDash val="solid"/>
          <a:miter lim="800000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>
          <a:schemeClr val="lt1"/>
        </a:fontRef>
      </dsp:style>
    </dsp:sp>
    <dsp:sp modelId="{F319D7F5-0A2C-46EE-96E8-F0EA10ECDAD4}">
      <dsp:nvSpPr>
        <dsp:cNvPr id="0" name=""/>
        <dsp:cNvSpPr/>
      </dsp:nvSpPr>
      <dsp:spPr>
        <a:xfrm>
          <a:off x="1429899" y="2442"/>
          <a:ext cx="5083704" cy="1238008"/>
        </a:xfrm>
        <a:prstGeom prst="rect">
          <a:avLst/>
        </a:prstGeom>
        <a:noFill/>
        <a:ln>
          <a:noFill/>
        </a:ln>
        <a:effectLst/>
      </dsp:spPr>
      <dsp:style>
        <a:lnRef idx="0">
          <a:scrgbClr r="0" g="0" b="0"/>
        </a:lnRef>
        <a:fillRef idx="0">
          <a:scrgbClr r="0" g="0" b="0"/>
        </a:fillRef>
        <a:effectRef idx="0">
          <a:scrgbClr r="0" g="0" b="0"/>
        </a:effectRef>
        <a:fontRef idx="minor"/>
      </dsp:style>
      <dsp:txBody>
        <a:bodyPr spcFirstLastPara="0" vert="horz" wrap="square" lIns="131023" tIns="131023" rIns="131023" bIns="131023" numCol="1" spcCol="1270" anchor="ctr" anchorCtr="0">
          <a:noAutofit/>
        </a:bodyPr>
        <a:lstStyle/>
        <a:p>
          <a:pPr marL="0" lvl="0" indent="0" algn="l" defTabSz="977900">
            <a:lnSpc>
              <a:spcPct val="10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de-DE" sz="2200" kern="1200"/>
            <a:t>OO Concepts</a:t>
          </a:r>
        </a:p>
      </dsp:txBody>
      <dsp:txXfrm>
        <a:off x="1429899" y="2442"/>
        <a:ext cx="5083704" cy="1238008"/>
      </dsp:txXfrm>
    </dsp:sp>
    <dsp:sp modelId="{7DDD0EAC-A835-4F9E-AA7C-B442F1F3BE44}">
      <dsp:nvSpPr>
        <dsp:cNvPr id="0" name=""/>
        <dsp:cNvSpPr/>
      </dsp:nvSpPr>
      <dsp:spPr>
        <a:xfrm>
          <a:off x="0" y="1549953"/>
          <a:ext cx="6513603" cy="1238008"/>
        </a:xfrm>
        <a:prstGeom prst="roundRect">
          <a:avLst>
            <a:gd name="adj" fmla="val 10000"/>
          </a:avLst>
        </a:prstGeom>
        <a:solidFill>
          <a:schemeClr val="bg1">
            <a:lumMod val="95000"/>
            <a:hueOff val="0"/>
            <a:satOff val="0"/>
            <a:lumOff val="0"/>
            <a:alphaOff val="0"/>
          </a:schemeClr>
        </a:solidFill>
        <a:ln>
          <a:noFill/>
        </a:ln>
        <a:effectLst/>
      </dsp:spPr>
      <dsp:style>
        <a:lnRef idx="0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/>
      </dsp:style>
    </dsp:sp>
    <dsp:sp modelId="{50681CE2-3EFC-461B-8124-EF43EC9E024E}">
      <dsp:nvSpPr>
        <dsp:cNvPr id="0" name=""/>
        <dsp:cNvSpPr/>
      </dsp:nvSpPr>
      <dsp:spPr>
        <a:xfrm>
          <a:off x="374497" y="1828505"/>
          <a:ext cx="680904" cy="680904"/>
        </a:xfrm>
        <a:prstGeom prst="rect">
          <a:avLst/>
        </a:prstGeom>
        <a:blipFill>
          <a:blip xmlns:r="http://schemas.openxmlformats.org/officeDocument/2006/relationships" r:embed="rId3">
            <a:extLst>
              <a:ext uri="{28A0092B-C50C-407E-A947-70E740481C1C}">
                <a14:useLocalDpi xmlns:a14="http://schemas.microsoft.com/office/drawing/2010/main"/>
              </a:ext>
              <a:ext uri="{96DAC541-7B7A-43D3-8B79-37D633B846F1}">
                <asvg:svgBlip xmlns:asvg="http://schemas.microsoft.com/office/drawing/2016/SVG/main" r:embed="rId4"/>
              </a:ext>
            </a:extLst>
          </a:blip>
          <a:stretch>
            <a:fillRect/>
          </a:stretch>
        </a:blipFill>
        <a:ln w="12700" cap="flat" cmpd="sng" algn="ctr">
          <a:noFill/>
          <a:prstDash val="solid"/>
          <a:miter lim="800000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>
          <a:schemeClr val="lt1"/>
        </a:fontRef>
      </dsp:style>
    </dsp:sp>
    <dsp:sp modelId="{9465C624-F9BD-4CE2-814A-48072C0A76A2}">
      <dsp:nvSpPr>
        <dsp:cNvPr id="0" name=""/>
        <dsp:cNvSpPr/>
      </dsp:nvSpPr>
      <dsp:spPr>
        <a:xfrm>
          <a:off x="1429899" y="1549953"/>
          <a:ext cx="5083704" cy="1238008"/>
        </a:xfrm>
        <a:prstGeom prst="rect">
          <a:avLst/>
        </a:prstGeom>
        <a:noFill/>
        <a:ln>
          <a:noFill/>
        </a:ln>
        <a:effectLst/>
      </dsp:spPr>
      <dsp:style>
        <a:lnRef idx="0">
          <a:scrgbClr r="0" g="0" b="0"/>
        </a:lnRef>
        <a:fillRef idx="0">
          <a:scrgbClr r="0" g="0" b="0"/>
        </a:fillRef>
        <a:effectRef idx="0">
          <a:scrgbClr r="0" g="0" b="0"/>
        </a:effectRef>
        <a:fontRef idx="minor"/>
      </dsp:style>
      <dsp:txBody>
        <a:bodyPr spcFirstLastPara="0" vert="horz" wrap="square" lIns="131023" tIns="131023" rIns="131023" bIns="131023" numCol="1" spcCol="1270" anchor="ctr" anchorCtr="0">
          <a:noAutofit/>
        </a:bodyPr>
        <a:lstStyle/>
        <a:p>
          <a:pPr marL="0" lvl="0" indent="0" algn="l" defTabSz="977900">
            <a:lnSpc>
              <a:spcPct val="10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de-DE" sz="2200" kern="1200"/>
            <a:t>Supports Type Definitions</a:t>
          </a:r>
        </a:p>
      </dsp:txBody>
      <dsp:txXfrm>
        <a:off x="1429899" y="1549953"/>
        <a:ext cx="5083704" cy="1238008"/>
      </dsp:txXfrm>
    </dsp:sp>
    <dsp:sp modelId="{F4600845-C547-45B3-BC28-88871AFBDCF5}">
      <dsp:nvSpPr>
        <dsp:cNvPr id="0" name=""/>
        <dsp:cNvSpPr/>
      </dsp:nvSpPr>
      <dsp:spPr>
        <a:xfrm>
          <a:off x="0" y="3097464"/>
          <a:ext cx="6513603" cy="1238008"/>
        </a:xfrm>
        <a:prstGeom prst="roundRect">
          <a:avLst>
            <a:gd name="adj" fmla="val 10000"/>
          </a:avLst>
        </a:prstGeom>
        <a:solidFill>
          <a:schemeClr val="bg1">
            <a:lumMod val="95000"/>
            <a:hueOff val="0"/>
            <a:satOff val="0"/>
            <a:lumOff val="0"/>
            <a:alphaOff val="0"/>
          </a:schemeClr>
        </a:solidFill>
        <a:ln>
          <a:noFill/>
        </a:ln>
        <a:effectLst/>
      </dsp:spPr>
      <dsp:style>
        <a:lnRef idx="0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/>
      </dsp:style>
    </dsp:sp>
    <dsp:sp modelId="{F16494FC-222B-4EBA-8304-186FCD3D3D7C}">
      <dsp:nvSpPr>
        <dsp:cNvPr id="0" name=""/>
        <dsp:cNvSpPr/>
      </dsp:nvSpPr>
      <dsp:spPr>
        <a:xfrm>
          <a:off x="374497" y="3376015"/>
          <a:ext cx="680904" cy="680904"/>
        </a:xfrm>
        <a:prstGeom prst="rect">
          <a:avLst/>
        </a:prstGeom>
        <a:blipFill>
          <a:blip xmlns:r="http://schemas.openxmlformats.org/officeDocument/2006/relationships" r:embed="rId5">
            <a:extLst>
              <a:ext uri="{28A0092B-C50C-407E-A947-70E740481C1C}">
                <a14:useLocalDpi xmlns:a14="http://schemas.microsoft.com/office/drawing/2010/main"/>
              </a:ext>
              <a:ext uri="{96DAC541-7B7A-43D3-8B79-37D633B846F1}">
                <asvg:svgBlip xmlns:asvg="http://schemas.microsoft.com/office/drawing/2016/SVG/main" r:embed="rId6"/>
              </a:ext>
            </a:extLst>
          </a:blip>
          <a:stretch>
            <a:fillRect/>
          </a:stretch>
        </a:blipFill>
        <a:ln w="12700" cap="flat" cmpd="sng" algn="ctr">
          <a:noFill/>
          <a:prstDash val="solid"/>
          <a:miter lim="800000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>
          <a:schemeClr val="lt1"/>
        </a:fontRef>
      </dsp:style>
    </dsp:sp>
    <dsp:sp modelId="{3BB3A14C-6BC7-48A5-8CA2-4A49C385E09D}">
      <dsp:nvSpPr>
        <dsp:cNvPr id="0" name=""/>
        <dsp:cNvSpPr/>
      </dsp:nvSpPr>
      <dsp:spPr>
        <a:xfrm>
          <a:off x="1429899" y="3097464"/>
          <a:ext cx="5083704" cy="1238008"/>
        </a:xfrm>
        <a:prstGeom prst="rect">
          <a:avLst/>
        </a:prstGeom>
        <a:noFill/>
        <a:ln>
          <a:noFill/>
        </a:ln>
        <a:effectLst/>
      </dsp:spPr>
      <dsp:style>
        <a:lnRef idx="0">
          <a:scrgbClr r="0" g="0" b="0"/>
        </a:lnRef>
        <a:fillRef idx="0">
          <a:scrgbClr r="0" g="0" b="0"/>
        </a:fillRef>
        <a:effectRef idx="0">
          <a:scrgbClr r="0" g="0" b="0"/>
        </a:effectRef>
        <a:fontRef idx="minor"/>
      </dsp:style>
      <dsp:txBody>
        <a:bodyPr spcFirstLastPara="0" vert="horz" wrap="square" lIns="131023" tIns="131023" rIns="131023" bIns="131023" numCol="1" spcCol="1270" anchor="ctr" anchorCtr="0">
          <a:noAutofit/>
        </a:bodyPr>
        <a:lstStyle/>
        <a:p>
          <a:pPr marL="0" lvl="0" indent="0" algn="l" defTabSz="977900">
            <a:lnSpc>
              <a:spcPct val="10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de-DE" sz="2200" kern="1200"/>
            <a:t>Strong static Type</a:t>
          </a:r>
        </a:p>
      </dsp:txBody>
      <dsp:txXfrm>
        <a:off x="1429899" y="3097464"/>
        <a:ext cx="5083704" cy="1238008"/>
      </dsp:txXfrm>
    </dsp:sp>
    <dsp:sp modelId="{F0A0FE29-1A60-4E3F-8AEA-3A981C2DD80E}">
      <dsp:nvSpPr>
        <dsp:cNvPr id="0" name=""/>
        <dsp:cNvSpPr/>
      </dsp:nvSpPr>
      <dsp:spPr>
        <a:xfrm>
          <a:off x="0" y="4644974"/>
          <a:ext cx="6513603" cy="1238008"/>
        </a:xfrm>
        <a:prstGeom prst="roundRect">
          <a:avLst>
            <a:gd name="adj" fmla="val 10000"/>
          </a:avLst>
        </a:prstGeom>
        <a:solidFill>
          <a:schemeClr val="bg1">
            <a:lumMod val="95000"/>
            <a:hueOff val="0"/>
            <a:satOff val="0"/>
            <a:lumOff val="0"/>
            <a:alphaOff val="0"/>
          </a:schemeClr>
        </a:solidFill>
        <a:ln>
          <a:noFill/>
        </a:ln>
        <a:effectLst/>
      </dsp:spPr>
      <dsp:style>
        <a:lnRef idx="0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/>
      </dsp:style>
    </dsp:sp>
    <dsp:sp modelId="{37122F4D-38B5-49EA-8A54-040F6BF8EB1A}">
      <dsp:nvSpPr>
        <dsp:cNvPr id="0" name=""/>
        <dsp:cNvSpPr/>
      </dsp:nvSpPr>
      <dsp:spPr>
        <a:xfrm>
          <a:off x="374497" y="4923526"/>
          <a:ext cx="680904" cy="680904"/>
        </a:xfrm>
        <a:prstGeom prst="rect">
          <a:avLst/>
        </a:prstGeom>
        <a:blipFill>
          <a:blip xmlns:r="http://schemas.openxmlformats.org/officeDocument/2006/relationships" r:embed="rId7">
            <a:extLst>
              <a:ext uri="{28A0092B-C50C-407E-A947-70E740481C1C}">
                <a14:useLocalDpi xmlns:a14="http://schemas.microsoft.com/office/drawing/2010/main"/>
              </a:ext>
              <a:ext uri="{96DAC541-7B7A-43D3-8B79-37D633B846F1}">
                <asvg:svgBlip xmlns:asvg="http://schemas.microsoft.com/office/drawing/2016/SVG/main" r:embed="rId8"/>
              </a:ext>
            </a:extLst>
          </a:blip>
          <a:stretch>
            <a:fillRect/>
          </a:stretch>
        </a:blipFill>
        <a:ln w="12700" cap="flat" cmpd="sng" algn="ctr">
          <a:noFill/>
          <a:prstDash val="solid"/>
          <a:miter lim="800000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>
          <a:schemeClr val="lt1"/>
        </a:fontRef>
      </dsp:style>
    </dsp:sp>
    <dsp:sp modelId="{7DC885B9-CFC0-4FF9-BB7A-D03C3BA6AA97}">
      <dsp:nvSpPr>
        <dsp:cNvPr id="0" name=""/>
        <dsp:cNvSpPr/>
      </dsp:nvSpPr>
      <dsp:spPr>
        <a:xfrm>
          <a:off x="1429899" y="4644974"/>
          <a:ext cx="5083704" cy="1238008"/>
        </a:xfrm>
        <a:prstGeom prst="rect">
          <a:avLst/>
        </a:prstGeom>
        <a:noFill/>
        <a:ln>
          <a:noFill/>
        </a:ln>
        <a:effectLst/>
      </dsp:spPr>
      <dsp:style>
        <a:lnRef idx="0">
          <a:scrgbClr r="0" g="0" b="0"/>
        </a:lnRef>
        <a:fillRef idx="0">
          <a:scrgbClr r="0" g="0" b="0"/>
        </a:fillRef>
        <a:effectRef idx="0">
          <a:scrgbClr r="0" g="0" b="0"/>
        </a:effectRef>
        <a:fontRef idx="minor"/>
      </dsp:style>
      <dsp:txBody>
        <a:bodyPr spcFirstLastPara="0" vert="horz" wrap="square" lIns="131023" tIns="131023" rIns="131023" bIns="131023" numCol="1" spcCol="1270" anchor="ctr" anchorCtr="0">
          <a:noAutofit/>
        </a:bodyPr>
        <a:lstStyle/>
        <a:p>
          <a:pPr marL="0" lvl="0" indent="0" algn="l" defTabSz="977900">
            <a:lnSpc>
              <a:spcPct val="10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de-DE" sz="2200" kern="1200"/>
            <a:t>Compilation</a:t>
          </a:r>
        </a:p>
      </dsp:txBody>
      <dsp:txXfrm>
        <a:off x="1429899" y="4644974"/>
        <a:ext cx="5083704" cy="1238008"/>
      </dsp:txXfrm>
    </dsp:sp>
  </dsp:spTree>
</dsp:drawing>
</file>

<file path=ppt/diagrams/drawing3.xml><?xml version="1.0" encoding="utf-8"?>
<dsp:drawing xmlns:dgm="http://schemas.openxmlformats.org/drawingml/2006/diagram" xmlns:dsp="http://schemas.microsoft.com/office/drawing/2008/diagram" xmlns:a="http://schemas.openxmlformats.org/drawingml/2006/main">
  <dsp:spTree>
    <dsp:nvGrpSpPr>
      <dsp:cNvPr id="0" name=""/>
      <dsp:cNvGrpSpPr/>
    </dsp:nvGrpSpPr>
    <dsp:grpSpPr/>
    <dsp:sp modelId="{E9E1DB7A-644C-3B42-AD25-2ECA5A8DDB63}">
      <dsp:nvSpPr>
        <dsp:cNvPr id="0" name=""/>
        <dsp:cNvSpPr/>
      </dsp:nvSpPr>
      <dsp:spPr>
        <a:xfrm>
          <a:off x="3071637" y="986584"/>
          <a:ext cx="817482" cy="590950"/>
        </a:xfrm>
        <a:custGeom>
          <a:avLst/>
          <a:gdLst/>
          <a:ahLst/>
          <a:cxnLst/>
          <a:rect l="0" t="0" r="0" b="0"/>
          <a:pathLst>
            <a:path>
              <a:moveTo>
                <a:pt x="817482" y="0"/>
              </a:moveTo>
              <a:lnTo>
                <a:pt x="817482" y="590950"/>
              </a:lnTo>
              <a:lnTo>
                <a:pt x="0" y="590950"/>
              </a:lnTo>
            </a:path>
          </a:pathLst>
        </a:custGeom>
        <a:noFill/>
        <a:ln w="12700" cap="flat" cmpd="sng" algn="ctr">
          <a:solidFill>
            <a:schemeClr val="accent2">
              <a:hueOff val="0"/>
              <a:satOff val="0"/>
              <a:lumOff val="0"/>
              <a:alphaOff val="0"/>
            </a:schemeClr>
          </a:solidFill>
          <a:prstDash val="solid"/>
          <a:miter lim="800000"/>
        </a:ln>
        <a:effectLst/>
      </dsp:spPr>
      <dsp:style>
        <a:lnRef idx="2">
          <a:scrgbClr r="0" g="0" b="0"/>
        </a:lnRef>
        <a:fillRef idx="0">
          <a:scrgbClr r="0" g="0" b="0"/>
        </a:fillRef>
        <a:effectRef idx="0">
          <a:scrgbClr r="0" g="0" b="0"/>
        </a:effectRef>
        <a:fontRef idx="minor"/>
      </dsp:style>
    </dsp:sp>
    <dsp:sp modelId="{203A3C33-7FFA-3748-8258-C09732752CE2}">
      <dsp:nvSpPr>
        <dsp:cNvPr id="0" name=""/>
        <dsp:cNvSpPr/>
      </dsp:nvSpPr>
      <dsp:spPr>
        <a:xfrm>
          <a:off x="3843399" y="986584"/>
          <a:ext cx="91440" cy="1812249"/>
        </a:xfrm>
        <a:custGeom>
          <a:avLst/>
          <a:gdLst/>
          <a:ahLst/>
          <a:cxnLst/>
          <a:rect l="0" t="0" r="0" b="0"/>
          <a:pathLst>
            <a:path>
              <a:moveTo>
                <a:pt x="45720" y="0"/>
              </a:moveTo>
              <a:lnTo>
                <a:pt x="45720" y="1812249"/>
              </a:lnTo>
            </a:path>
          </a:pathLst>
        </a:custGeom>
        <a:noFill/>
        <a:ln w="12700" cap="flat" cmpd="sng" algn="ctr">
          <a:solidFill>
            <a:schemeClr val="accent2">
              <a:hueOff val="0"/>
              <a:satOff val="0"/>
              <a:lumOff val="0"/>
              <a:alphaOff val="0"/>
            </a:schemeClr>
          </a:solidFill>
          <a:prstDash val="solid"/>
          <a:miter lim="800000"/>
        </a:ln>
        <a:effectLst/>
      </dsp:spPr>
      <dsp:style>
        <a:lnRef idx="2">
          <a:scrgbClr r="0" g="0" b="0"/>
        </a:lnRef>
        <a:fillRef idx="0">
          <a:scrgbClr r="0" g="0" b="0"/>
        </a:fillRef>
        <a:effectRef idx="0">
          <a:scrgbClr r="0" g="0" b="0"/>
        </a:effectRef>
        <a:fontRef idx="minor"/>
      </dsp:style>
    </dsp:sp>
    <dsp:sp modelId="{34259B3B-D6B1-F743-83B8-9AB1A60E7DE1}">
      <dsp:nvSpPr>
        <dsp:cNvPr id="0" name=""/>
        <dsp:cNvSpPr/>
      </dsp:nvSpPr>
      <dsp:spPr>
        <a:xfrm>
          <a:off x="3396660" y="1666"/>
          <a:ext cx="984918" cy="984918"/>
        </a:xfrm>
        <a:prstGeom prst="arc">
          <a:avLst>
            <a:gd name="adj1" fmla="val 13200000"/>
            <a:gd name="adj2" fmla="val 19200000"/>
          </a:avLst>
        </a:prstGeom>
        <a:noFill/>
        <a:ln w="12700" cap="flat" cmpd="sng" algn="ctr">
          <a:solidFill>
            <a:schemeClr val="accent1">
              <a:hueOff val="0"/>
              <a:satOff val="0"/>
              <a:lumOff val="0"/>
              <a:alphaOff val="0"/>
            </a:schemeClr>
          </a:solidFill>
          <a:prstDash val="solid"/>
          <a:miter lim="800000"/>
        </a:ln>
        <a:effectLst/>
      </dsp:spPr>
      <dsp:style>
        <a:lnRef idx="2">
          <a:scrgbClr r="0" g="0" b="0"/>
        </a:lnRef>
        <a:fillRef idx="0">
          <a:scrgbClr r="0" g="0" b="0"/>
        </a:fillRef>
        <a:effectRef idx="0">
          <a:scrgbClr r="0" g="0" b="0"/>
        </a:effectRef>
        <a:fontRef idx="minor"/>
      </dsp:style>
    </dsp:sp>
    <dsp:sp modelId="{B4A37C34-5D0F-3C47-9836-F4DB7D8FF3A7}">
      <dsp:nvSpPr>
        <dsp:cNvPr id="0" name=""/>
        <dsp:cNvSpPr/>
      </dsp:nvSpPr>
      <dsp:spPr>
        <a:xfrm>
          <a:off x="3396660" y="1666"/>
          <a:ext cx="984918" cy="984918"/>
        </a:xfrm>
        <a:prstGeom prst="arc">
          <a:avLst>
            <a:gd name="adj1" fmla="val 2400000"/>
            <a:gd name="adj2" fmla="val 8400000"/>
          </a:avLst>
        </a:prstGeom>
        <a:noFill/>
        <a:ln w="12700" cap="flat" cmpd="sng" algn="ctr">
          <a:solidFill>
            <a:schemeClr val="accent1">
              <a:hueOff val="0"/>
              <a:satOff val="0"/>
              <a:lumOff val="0"/>
              <a:alphaOff val="0"/>
            </a:schemeClr>
          </a:solidFill>
          <a:prstDash val="solid"/>
          <a:miter lim="800000"/>
        </a:ln>
        <a:effectLst/>
      </dsp:spPr>
      <dsp:style>
        <a:lnRef idx="2">
          <a:scrgbClr r="0" g="0" b="0"/>
        </a:lnRef>
        <a:fillRef idx="0">
          <a:scrgbClr r="0" g="0" b="0"/>
        </a:fillRef>
        <a:effectRef idx="0">
          <a:scrgbClr r="0" g="0" b="0"/>
        </a:effectRef>
        <a:fontRef idx="minor"/>
      </dsp:style>
    </dsp:sp>
    <dsp:sp modelId="{E483DDC5-6826-BD44-AB99-BD67F09563F2}">
      <dsp:nvSpPr>
        <dsp:cNvPr id="0" name=""/>
        <dsp:cNvSpPr/>
      </dsp:nvSpPr>
      <dsp:spPr>
        <a:xfrm>
          <a:off x="2904201" y="178952"/>
          <a:ext cx="1969836" cy="630347"/>
        </a:xfrm>
        <a:prstGeom prst="rect">
          <a:avLst/>
        </a:prstGeom>
        <a:noFill/>
        <a:ln w="12700" cap="flat" cmpd="sng" algn="ctr">
          <a:noFill/>
          <a:prstDash val="solid"/>
          <a:miter lim="800000"/>
        </a:ln>
        <a:effectLst/>
        <a:sp3d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/>
      </dsp:style>
      <dsp:txBody>
        <a:bodyPr spcFirstLastPara="0" vert="horz" wrap="square" lIns="18415" tIns="18415" rIns="18415" bIns="18415" numCol="1" spcCol="1270" anchor="ctr" anchorCtr="0">
          <a:noAutofit/>
        </a:bodyPr>
        <a:lstStyle/>
        <a:p>
          <a:pPr marL="0" lvl="0" indent="0" algn="ctr" defTabSz="128905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de-DE" sz="2900" kern="1200" dirty="0" err="1"/>
            <a:t>any</a:t>
          </a:r>
          <a:endParaRPr lang="de-DE" sz="2900" kern="1200" dirty="0"/>
        </a:p>
      </dsp:txBody>
      <dsp:txXfrm>
        <a:off x="2904201" y="178952"/>
        <a:ext cx="1969836" cy="630347"/>
      </dsp:txXfrm>
    </dsp:sp>
    <dsp:sp modelId="{9D02861B-EA84-F748-AE6A-3B31D1F98643}">
      <dsp:nvSpPr>
        <dsp:cNvPr id="0" name=""/>
        <dsp:cNvSpPr/>
      </dsp:nvSpPr>
      <dsp:spPr>
        <a:xfrm>
          <a:off x="3396660" y="2798834"/>
          <a:ext cx="984918" cy="984918"/>
        </a:xfrm>
        <a:prstGeom prst="arc">
          <a:avLst>
            <a:gd name="adj1" fmla="val 13200000"/>
            <a:gd name="adj2" fmla="val 19200000"/>
          </a:avLst>
        </a:prstGeom>
        <a:noFill/>
        <a:ln w="12700" cap="flat" cmpd="sng" algn="ctr">
          <a:solidFill>
            <a:schemeClr val="accent1">
              <a:hueOff val="0"/>
              <a:satOff val="0"/>
              <a:lumOff val="0"/>
              <a:alphaOff val="0"/>
            </a:schemeClr>
          </a:solidFill>
          <a:prstDash val="solid"/>
          <a:miter lim="800000"/>
        </a:ln>
        <a:effectLst/>
      </dsp:spPr>
      <dsp:style>
        <a:lnRef idx="2">
          <a:scrgbClr r="0" g="0" b="0"/>
        </a:lnRef>
        <a:fillRef idx="0">
          <a:scrgbClr r="0" g="0" b="0"/>
        </a:fillRef>
        <a:effectRef idx="0">
          <a:scrgbClr r="0" g="0" b="0"/>
        </a:effectRef>
        <a:fontRef idx="minor"/>
      </dsp:style>
    </dsp:sp>
    <dsp:sp modelId="{42882EBD-7C86-3F4E-ACFA-7AFD645EE42A}">
      <dsp:nvSpPr>
        <dsp:cNvPr id="0" name=""/>
        <dsp:cNvSpPr/>
      </dsp:nvSpPr>
      <dsp:spPr>
        <a:xfrm>
          <a:off x="3396660" y="2798834"/>
          <a:ext cx="984918" cy="984918"/>
        </a:xfrm>
        <a:prstGeom prst="arc">
          <a:avLst>
            <a:gd name="adj1" fmla="val 2400000"/>
            <a:gd name="adj2" fmla="val 8400000"/>
          </a:avLst>
        </a:prstGeom>
        <a:noFill/>
        <a:ln w="12700" cap="flat" cmpd="sng" algn="ctr">
          <a:solidFill>
            <a:schemeClr val="accent1">
              <a:hueOff val="0"/>
              <a:satOff val="0"/>
              <a:lumOff val="0"/>
              <a:alphaOff val="0"/>
            </a:schemeClr>
          </a:solidFill>
          <a:prstDash val="solid"/>
          <a:miter lim="800000"/>
        </a:ln>
        <a:effectLst/>
      </dsp:spPr>
      <dsp:style>
        <a:lnRef idx="2">
          <a:scrgbClr r="0" g="0" b="0"/>
        </a:lnRef>
        <a:fillRef idx="0">
          <a:scrgbClr r="0" g="0" b="0"/>
        </a:fillRef>
        <a:effectRef idx="0">
          <a:scrgbClr r="0" g="0" b="0"/>
        </a:effectRef>
        <a:fontRef idx="minor"/>
      </dsp:style>
    </dsp:sp>
    <dsp:sp modelId="{E2F1E523-5190-424F-BA86-8372C6F5CAC4}">
      <dsp:nvSpPr>
        <dsp:cNvPr id="0" name=""/>
        <dsp:cNvSpPr/>
      </dsp:nvSpPr>
      <dsp:spPr>
        <a:xfrm>
          <a:off x="2904201" y="2976119"/>
          <a:ext cx="1969836" cy="630347"/>
        </a:xfrm>
        <a:prstGeom prst="rect">
          <a:avLst/>
        </a:prstGeom>
        <a:noFill/>
        <a:ln w="12700" cap="flat" cmpd="sng" algn="ctr">
          <a:noFill/>
          <a:prstDash val="solid"/>
          <a:miter lim="800000"/>
        </a:ln>
        <a:effectLst/>
        <a:sp3d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/>
      </dsp:style>
      <dsp:txBody>
        <a:bodyPr spcFirstLastPara="0" vert="horz" wrap="square" lIns="18415" tIns="18415" rIns="18415" bIns="18415" numCol="1" spcCol="1270" anchor="ctr" anchorCtr="0">
          <a:noAutofit/>
        </a:bodyPr>
        <a:lstStyle/>
        <a:p>
          <a:pPr marL="0" lvl="0" indent="0" algn="ctr" defTabSz="128905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de-DE" sz="2900" kern="1200" dirty="0"/>
            <a:t>user-</a:t>
          </a:r>
          <a:r>
            <a:rPr lang="de-DE" sz="2900" kern="1200" dirty="0" err="1"/>
            <a:t>defined</a:t>
          </a:r>
          <a:endParaRPr lang="de-DE" sz="2900" kern="1200" dirty="0"/>
        </a:p>
      </dsp:txBody>
      <dsp:txXfrm>
        <a:off x="2904201" y="2976119"/>
        <a:ext cx="1969836" cy="630347"/>
      </dsp:txXfrm>
    </dsp:sp>
    <dsp:sp modelId="{80A84B1A-C964-A646-BC6F-F9605462D7EA}">
      <dsp:nvSpPr>
        <dsp:cNvPr id="0" name=""/>
        <dsp:cNvSpPr/>
      </dsp:nvSpPr>
      <dsp:spPr>
        <a:xfrm>
          <a:off x="2204910" y="1400250"/>
          <a:ext cx="984918" cy="984918"/>
        </a:xfrm>
        <a:prstGeom prst="arc">
          <a:avLst>
            <a:gd name="adj1" fmla="val 13200000"/>
            <a:gd name="adj2" fmla="val 19200000"/>
          </a:avLst>
        </a:prstGeom>
        <a:noFill/>
        <a:ln w="12700" cap="flat" cmpd="sng" algn="ctr">
          <a:solidFill>
            <a:schemeClr val="accent1">
              <a:hueOff val="0"/>
              <a:satOff val="0"/>
              <a:lumOff val="0"/>
              <a:alphaOff val="0"/>
            </a:schemeClr>
          </a:solidFill>
          <a:prstDash val="solid"/>
          <a:miter lim="800000"/>
        </a:ln>
        <a:effectLst/>
      </dsp:spPr>
      <dsp:style>
        <a:lnRef idx="2">
          <a:scrgbClr r="0" g="0" b="0"/>
        </a:lnRef>
        <a:fillRef idx="0">
          <a:scrgbClr r="0" g="0" b="0"/>
        </a:fillRef>
        <a:effectRef idx="0">
          <a:scrgbClr r="0" g="0" b="0"/>
        </a:effectRef>
        <a:fontRef idx="minor"/>
      </dsp:style>
    </dsp:sp>
    <dsp:sp modelId="{2F2A00A7-8A99-564A-9E40-413619C32B17}">
      <dsp:nvSpPr>
        <dsp:cNvPr id="0" name=""/>
        <dsp:cNvSpPr/>
      </dsp:nvSpPr>
      <dsp:spPr>
        <a:xfrm>
          <a:off x="2204910" y="1400250"/>
          <a:ext cx="984918" cy="984918"/>
        </a:xfrm>
        <a:prstGeom prst="arc">
          <a:avLst>
            <a:gd name="adj1" fmla="val 2400000"/>
            <a:gd name="adj2" fmla="val 8400000"/>
          </a:avLst>
        </a:prstGeom>
        <a:noFill/>
        <a:ln w="12700" cap="flat" cmpd="sng" algn="ctr">
          <a:solidFill>
            <a:schemeClr val="accent1">
              <a:hueOff val="0"/>
              <a:satOff val="0"/>
              <a:lumOff val="0"/>
              <a:alphaOff val="0"/>
            </a:schemeClr>
          </a:solidFill>
          <a:prstDash val="solid"/>
          <a:miter lim="800000"/>
        </a:ln>
        <a:effectLst/>
      </dsp:spPr>
      <dsp:style>
        <a:lnRef idx="2">
          <a:scrgbClr r="0" g="0" b="0"/>
        </a:lnRef>
        <a:fillRef idx="0">
          <a:scrgbClr r="0" g="0" b="0"/>
        </a:fillRef>
        <a:effectRef idx="0">
          <a:scrgbClr r="0" g="0" b="0"/>
        </a:effectRef>
        <a:fontRef idx="minor"/>
      </dsp:style>
    </dsp:sp>
    <dsp:sp modelId="{177331BC-3BBA-3E4D-9943-2B47AE708F1D}">
      <dsp:nvSpPr>
        <dsp:cNvPr id="0" name=""/>
        <dsp:cNvSpPr/>
      </dsp:nvSpPr>
      <dsp:spPr>
        <a:xfrm>
          <a:off x="1712450" y="1577535"/>
          <a:ext cx="1969836" cy="630347"/>
        </a:xfrm>
        <a:prstGeom prst="rect">
          <a:avLst/>
        </a:prstGeom>
        <a:noFill/>
        <a:ln w="12700" cap="flat" cmpd="sng" algn="ctr">
          <a:noFill/>
          <a:prstDash val="solid"/>
          <a:miter lim="800000"/>
        </a:ln>
        <a:effectLst/>
        <a:sp3d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/>
      </dsp:style>
      <dsp:txBody>
        <a:bodyPr spcFirstLastPara="0" vert="horz" wrap="square" lIns="18415" tIns="18415" rIns="18415" bIns="18415" numCol="1" spcCol="1270" anchor="ctr" anchorCtr="0">
          <a:noAutofit/>
        </a:bodyPr>
        <a:lstStyle/>
        <a:p>
          <a:pPr marL="0" lvl="0" indent="0" algn="ctr" defTabSz="128905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de-DE" sz="2900" kern="1200" dirty="0" err="1"/>
            <a:t>build</a:t>
          </a:r>
          <a:r>
            <a:rPr lang="de-DE" sz="2900" kern="1200" dirty="0"/>
            <a:t>-in </a:t>
          </a:r>
        </a:p>
      </dsp:txBody>
      <dsp:txXfrm>
        <a:off x="1712450" y="1577535"/>
        <a:ext cx="1969836" cy="630347"/>
      </dsp:txXfrm>
    </dsp:sp>
  </dsp:spTree>
</dsp:drawing>
</file>

<file path=ppt/diagrams/drawing4.xml><?xml version="1.0" encoding="utf-8"?>
<dsp:drawing xmlns:dgm="http://schemas.openxmlformats.org/drawingml/2006/diagram" xmlns:dsp="http://schemas.microsoft.com/office/drawing/2008/diagram" xmlns:a="http://schemas.openxmlformats.org/drawingml/2006/main">
  <dsp:spTree>
    <dsp:nvGrpSpPr>
      <dsp:cNvPr id="0" name=""/>
      <dsp:cNvGrpSpPr/>
    </dsp:nvGrpSpPr>
    <dsp:grpSpPr/>
    <dsp:sp modelId="{08B51B93-AE9B-B94B-9913-A0FA94D542D5}">
      <dsp:nvSpPr>
        <dsp:cNvPr id="0" name=""/>
        <dsp:cNvSpPr/>
      </dsp:nvSpPr>
      <dsp:spPr>
        <a:xfrm>
          <a:off x="0" y="39687"/>
          <a:ext cx="3286125" cy="1971675"/>
        </a:xfrm>
        <a:prstGeom prst="rect">
          <a:avLst/>
        </a:prstGeom>
        <a:solidFill>
          <a:schemeClr val="accent1">
            <a:hueOff val="0"/>
            <a:satOff val="0"/>
            <a:lumOff val="0"/>
            <a:alphaOff val="0"/>
          </a:schemeClr>
        </a:solidFill>
        <a:ln>
          <a:noFill/>
        </a:ln>
        <a:effectLst/>
        <a:sp3d extrusionH="50600" prstMaterial="metal">
          <a:bevelT w="101600" h="80600" prst="relaxedInset"/>
          <a:bevelB w="80600" h="80600" prst="relaxedInset"/>
        </a:sp3d>
      </dsp:spPr>
      <dsp:style>
        <a:lnRef idx="0">
          <a:scrgbClr r="0" g="0" b="0"/>
        </a:lnRef>
        <a:fillRef idx="1">
          <a:scrgbClr r="0" g="0" b="0"/>
        </a:fillRef>
        <a:effectRef idx="1">
          <a:scrgbClr r="0" g="0" b="0"/>
        </a:effectRef>
        <a:fontRef idx="minor">
          <a:schemeClr val="dk1"/>
        </a:fontRef>
      </dsp:style>
      <dsp:txBody>
        <a:bodyPr spcFirstLastPara="0" vert="horz" wrap="square" lIns="110490" tIns="110490" rIns="110490" bIns="110490" numCol="1" spcCol="1270" anchor="ctr" anchorCtr="0">
          <a:noAutofit/>
        </a:bodyPr>
        <a:lstStyle/>
        <a:p>
          <a:pPr marL="0" lvl="0" indent="0" algn="ctr" defTabSz="128905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en-GB" sz="2900" kern="1200" dirty="0"/>
            <a:t>MAX_VALUE</a:t>
          </a:r>
        </a:p>
      </dsp:txBody>
      <dsp:txXfrm>
        <a:off x="0" y="39687"/>
        <a:ext cx="3286125" cy="1971675"/>
      </dsp:txXfrm>
    </dsp:sp>
    <dsp:sp modelId="{E2874CD4-E27F-6D4D-AF3E-0BA502B88C85}">
      <dsp:nvSpPr>
        <dsp:cNvPr id="0" name=""/>
        <dsp:cNvSpPr/>
      </dsp:nvSpPr>
      <dsp:spPr>
        <a:xfrm>
          <a:off x="3614737" y="39687"/>
          <a:ext cx="3286125" cy="1971675"/>
        </a:xfrm>
        <a:prstGeom prst="rect">
          <a:avLst/>
        </a:prstGeom>
        <a:solidFill>
          <a:schemeClr val="accent1">
            <a:hueOff val="0"/>
            <a:satOff val="0"/>
            <a:lumOff val="0"/>
            <a:alphaOff val="0"/>
          </a:schemeClr>
        </a:solidFill>
        <a:ln>
          <a:noFill/>
        </a:ln>
        <a:effectLst/>
        <a:sp3d extrusionH="50600" prstMaterial="metal">
          <a:bevelT w="101600" h="80600" prst="relaxedInset"/>
          <a:bevelB w="80600" h="80600" prst="relaxedInset"/>
        </a:sp3d>
      </dsp:spPr>
      <dsp:style>
        <a:lnRef idx="0">
          <a:scrgbClr r="0" g="0" b="0"/>
        </a:lnRef>
        <a:fillRef idx="1">
          <a:scrgbClr r="0" g="0" b="0"/>
        </a:fillRef>
        <a:effectRef idx="1">
          <a:scrgbClr r="0" g="0" b="0"/>
        </a:effectRef>
        <a:fontRef idx="minor">
          <a:schemeClr val="dk1"/>
        </a:fontRef>
      </dsp:style>
      <dsp:txBody>
        <a:bodyPr spcFirstLastPara="0" vert="horz" wrap="square" lIns="110490" tIns="110490" rIns="110490" bIns="110490" numCol="1" spcCol="1270" anchor="ctr" anchorCtr="0">
          <a:noAutofit/>
        </a:bodyPr>
        <a:lstStyle/>
        <a:p>
          <a:pPr marL="0" lvl="0" indent="0" algn="ctr" defTabSz="128905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en-GB" sz="2900" kern="1200" dirty="0"/>
            <a:t>MIN_VALUE</a:t>
          </a:r>
        </a:p>
      </dsp:txBody>
      <dsp:txXfrm>
        <a:off x="3614737" y="39687"/>
        <a:ext cx="3286125" cy="1971675"/>
      </dsp:txXfrm>
    </dsp:sp>
    <dsp:sp modelId="{46BD3462-22A5-B848-B3BF-947443600A3F}">
      <dsp:nvSpPr>
        <dsp:cNvPr id="0" name=""/>
        <dsp:cNvSpPr/>
      </dsp:nvSpPr>
      <dsp:spPr>
        <a:xfrm>
          <a:off x="7229475" y="39687"/>
          <a:ext cx="3286125" cy="1971675"/>
        </a:xfrm>
        <a:prstGeom prst="rect">
          <a:avLst/>
        </a:prstGeom>
        <a:solidFill>
          <a:schemeClr val="accent1">
            <a:hueOff val="0"/>
            <a:satOff val="0"/>
            <a:lumOff val="0"/>
            <a:alphaOff val="0"/>
          </a:schemeClr>
        </a:solidFill>
        <a:ln>
          <a:noFill/>
        </a:ln>
        <a:effectLst/>
        <a:sp3d extrusionH="50600" prstMaterial="metal">
          <a:bevelT w="101600" h="80600" prst="relaxedInset"/>
          <a:bevelB w="80600" h="80600" prst="relaxedInset"/>
        </a:sp3d>
      </dsp:spPr>
      <dsp:style>
        <a:lnRef idx="0">
          <a:scrgbClr r="0" g="0" b="0"/>
        </a:lnRef>
        <a:fillRef idx="1">
          <a:scrgbClr r="0" g="0" b="0"/>
        </a:fillRef>
        <a:effectRef idx="1">
          <a:scrgbClr r="0" g="0" b="0"/>
        </a:effectRef>
        <a:fontRef idx="minor">
          <a:schemeClr val="dk1"/>
        </a:fontRef>
      </dsp:style>
      <dsp:txBody>
        <a:bodyPr spcFirstLastPara="0" vert="horz" wrap="square" lIns="110490" tIns="110490" rIns="110490" bIns="110490" numCol="1" spcCol="1270" anchor="ctr" anchorCtr="0">
          <a:noAutofit/>
        </a:bodyPr>
        <a:lstStyle/>
        <a:p>
          <a:pPr marL="0" lvl="0" indent="0" algn="ctr" defTabSz="128905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en-GB" sz="2900" kern="1200" dirty="0" err="1"/>
            <a:t>NaN</a:t>
          </a:r>
          <a:endParaRPr lang="en-GB" sz="2900" kern="1200" dirty="0"/>
        </a:p>
      </dsp:txBody>
      <dsp:txXfrm>
        <a:off x="7229475" y="39687"/>
        <a:ext cx="3286125" cy="1971675"/>
      </dsp:txXfrm>
    </dsp:sp>
    <dsp:sp modelId="{5278F817-5899-5244-957D-90D74475FF53}">
      <dsp:nvSpPr>
        <dsp:cNvPr id="0" name=""/>
        <dsp:cNvSpPr/>
      </dsp:nvSpPr>
      <dsp:spPr>
        <a:xfrm>
          <a:off x="1807368" y="2339975"/>
          <a:ext cx="3286125" cy="1971675"/>
        </a:xfrm>
        <a:prstGeom prst="rect">
          <a:avLst/>
        </a:prstGeom>
        <a:solidFill>
          <a:schemeClr val="accent1">
            <a:hueOff val="0"/>
            <a:satOff val="0"/>
            <a:lumOff val="0"/>
            <a:alphaOff val="0"/>
          </a:schemeClr>
        </a:solidFill>
        <a:ln>
          <a:noFill/>
        </a:ln>
        <a:effectLst/>
        <a:sp3d extrusionH="50600" prstMaterial="metal">
          <a:bevelT w="101600" h="80600" prst="relaxedInset"/>
          <a:bevelB w="80600" h="80600" prst="relaxedInset"/>
        </a:sp3d>
      </dsp:spPr>
      <dsp:style>
        <a:lnRef idx="0">
          <a:scrgbClr r="0" g="0" b="0"/>
        </a:lnRef>
        <a:fillRef idx="1">
          <a:scrgbClr r="0" g="0" b="0"/>
        </a:fillRef>
        <a:effectRef idx="1">
          <a:scrgbClr r="0" g="0" b="0"/>
        </a:effectRef>
        <a:fontRef idx="minor">
          <a:schemeClr val="dk1"/>
        </a:fontRef>
      </dsp:style>
      <dsp:txBody>
        <a:bodyPr spcFirstLastPara="0" vert="horz" wrap="square" lIns="110490" tIns="110490" rIns="110490" bIns="110490" numCol="1" spcCol="1270" anchor="ctr" anchorCtr="0">
          <a:noAutofit/>
        </a:bodyPr>
        <a:lstStyle/>
        <a:p>
          <a:pPr marL="0" lvl="0" indent="0" algn="ctr" defTabSz="128905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en-GB" sz="2900" kern="1200" dirty="0"/>
            <a:t>NEGATIVE_INFINITY</a:t>
          </a:r>
        </a:p>
      </dsp:txBody>
      <dsp:txXfrm>
        <a:off x="1807368" y="2339975"/>
        <a:ext cx="3286125" cy="1971675"/>
      </dsp:txXfrm>
    </dsp:sp>
    <dsp:sp modelId="{7088EFB0-72B3-8348-9AFC-21329A1C7953}">
      <dsp:nvSpPr>
        <dsp:cNvPr id="0" name=""/>
        <dsp:cNvSpPr/>
      </dsp:nvSpPr>
      <dsp:spPr>
        <a:xfrm>
          <a:off x="5422106" y="2339975"/>
          <a:ext cx="3286125" cy="1971675"/>
        </a:xfrm>
        <a:prstGeom prst="rect">
          <a:avLst/>
        </a:prstGeom>
        <a:solidFill>
          <a:schemeClr val="accent1">
            <a:hueOff val="0"/>
            <a:satOff val="0"/>
            <a:lumOff val="0"/>
            <a:alphaOff val="0"/>
          </a:schemeClr>
        </a:solidFill>
        <a:ln>
          <a:noFill/>
        </a:ln>
        <a:effectLst/>
        <a:sp3d extrusionH="50600" prstMaterial="metal">
          <a:bevelT w="101600" h="80600" prst="relaxedInset"/>
          <a:bevelB w="80600" h="80600" prst="relaxedInset"/>
        </a:sp3d>
      </dsp:spPr>
      <dsp:style>
        <a:lnRef idx="0">
          <a:scrgbClr r="0" g="0" b="0"/>
        </a:lnRef>
        <a:fillRef idx="1">
          <a:scrgbClr r="0" g="0" b="0"/>
        </a:fillRef>
        <a:effectRef idx="1">
          <a:scrgbClr r="0" g="0" b="0"/>
        </a:effectRef>
        <a:fontRef idx="minor">
          <a:schemeClr val="dk1"/>
        </a:fontRef>
      </dsp:style>
      <dsp:txBody>
        <a:bodyPr spcFirstLastPara="0" vert="horz" wrap="square" lIns="110490" tIns="110490" rIns="110490" bIns="110490" numCol="1" spcCol="1270" anchor="ctr" anchorCtr="0">
          <a:noAutofit/>
        </a:bodyPr>
        <a:lstStyle/>
        <a:p>
          <a:pPr marL="0" lvl="0" indent="0" algn="ctr" defTabSz="128905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en-GB" sz="2900" kern="1200" dirty="0"/>
            <a:t>POSITIVE_INFINITY</a:t>
          </a:r>
        </a:p>
      </dsp:txBody>
      <dsp:txXfrm>
        <a:off x="5422106" y="2339975"/>
        <a:ext cx="3286125" cy="1971675"/>
      </dsp:txXfrm>
    </dsp:sp>
  </dsp:spTree>
</dsp:drawing>
</file>

<file path=ppt/diagrams/drawing5.xml><?xml version="1.0" encoding="utf-8"?>
<dsp:drawing xmlns:dgm="http://schemas.openxmlformats.org/drawingml/2006/diagram" xmlns:dsp="http://schemas.microsoft.com/office/drawing/2008/diagram" xmlns:a="http://schemas.openxmlformats.org/drawingml/2006/main">
  <dsp:spTree>
    <dsp:nvGrpSpPr>
      <dsp:cNvPr id="0" name=""/>
      <dsp:cNvGrpSpPr/>
    </dsp:nvGrpSpPr>
    <dsp:grpSpPr/>
    <dsp:sp modelId="{6305A6E9-FF4C-384A-B7B4-505B04A5AE37}">
      <dsp:nvSpPr>
        <dsp:cNvPr id="0" name=""/>
        <dsp:cNvSpPr/>
      </dsp:nvSpPr>
      <dsp:spPr>
        <a:xfrm>
          <a:off x="0" y="506528"/>
          <a:ext cx="10515600" cy="831600"/>
        </a:xfrm>
        <a:prstGeom prst="rect">
          <a:avLst/>
        </a:prstGeom>
        <a:solidFill>
          <a:schemeClr val="lt1">
            <a:alpha val="90000"/>
            <a:hueOff val="0"/>
            <a:satOff val="0"/>
            <a:lumOff val="0"/>
            <a:alphaOff val="0"/>
          </a:schemeClr>
        </a:solidFill>
        <a:ln w="6350" cap="flat" cmpd="sng" algn="ctr">
          <a:solidFill>
            <a:schemeClr val="accent1">
              <a:hueOff val="0"/>
              <a:satOff val="0"/>
              <a:lumOff val="0"/>
              <a:alphaOff val="0"/>
            </a:schemeClr>
          </a:solidFill>
          <a:prstDash val="solid"/>
          <a:miter lim="800000"/>
        </a:ln>
        <a:effectLst/>
        <a:sp3d z="-152400" prstMaterial="plastic">
          <a:bevelT w="25400" h="25400"/>
          <a:bevelB w="25400" h="25400"/>
        </a:sp3d>
      </dsp:spPr>
      <dsp:style>
        <a:lnRef idx="1">
          <a:scrgbClr r="0" g="0" b="0"/>
        </a:lnRef>
        <a:fillRef idx="1">
          <a:scrgbClr r="0" g="0" b="0"/>
        </a:fillRef>
        <a:effectRef idx="2">
          <a:scrgbClr r="0" g="0" b="0"/>
        </a:effectRef>
        <a:fontRef idx="minor"/>
      </dsp:style>
    </dsp:sp>
    <dsp:sp modelId="{CD4F5A90-57FB-7D46-8ACA-77784286DEBB}">
      <dsp:nvSpPr>
        <dsp:cNvPr id="0" name=""/>
        <dsp:cNvSpPr/>
      </dsp:nvSpPr>
      <dsp:spPr>
        <a:xfrm>
          <a:off x="525780" y="19448"/>
          <a:ext cx="7360920" cy="974160"/>
        </a:xfrm>
        <a:prstGeom prst="roundRect">
          <a:avLst/>
        </a:prstGeom>
        <a:solidFill>
          <a:schemeClr val="accent1">
            <a:hueOff val="0"/>
            <a:satOff val="0"/>
            <a:lumOff val="0"/>
            <a:alphaOff val="0"/>
          </a:schemeClr>
        </a:solidFill>
        <a:ln>
          <a:noFill/>
        </a:ln>
        <a:effectLst/>
        <a:sp3d prstMaterial="plastic">
          <a:bevelT w="50800" h="50800"/>
          <a:bevelB w="50800" h="50800"/>
        </a:sp3d>
      </dsp:spPr>
      <dsp:style>
        <a:lnRef idx="0">
          <a:scrgbClr r="0" g="0" b="0"/>
        </a:lnRef>
        <a:fillRef idx="1">
          <a:scrgbClr r="0" g="0" b="0"/>
        </a:fillRef>
        <a:effectRef idx="2">
          <a:scrgbClr r="0" g="0" b="0"/>
        </a:effectRef>
        <a:fontRef idx="minor">
          <a:schemeClr val="lt1"/>
        </a:fontRef>
      </dsp:style>
      <dsp:txBody>
        <a:bodyPr spcFirstLastPara="0" vert="horz" wrap="square" lIns="278225" tIns="0" rIns="278225" bIns="0" numCol="1" spcCol="1270" anchor="ctr" anchorCtr="0">
          <a:noAutofit/>
        </a:bodyPr>
        <a:lstStyle/>
        <a:p>
          <a:pPr marL="0" lvl="0" indent="0" algn="l" defTabSz="146685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en-GB" sz="3300" kern="1200" dirty="0"/>
            <a:t>Felder</a:t>
          </a:r>
        </a:p>
      </dsp:txBody>
      <dsp:txXfrm>
        <a:off x="573335" y="67003"/>
        <a:ext cx="7265810" cy="879050"/>
      </dsp:txXfrm>
    </dsp:sp>
    <dsp:sp modelId="{3034F782-9A22-1242-AEDF-EC2E88C0D473}">
      <dsp:nvSpPr>
        <dsp:cNvPr id="0" name=""/>
        <dsp:cNvSpPr/>
      </dsp:nvSpPr>
      <dsp:spPr>
        <a:xfrm>
          <a:off x="0" y="2003409"/>
          <a:ext cx="10515600" cy="831600"/>
        </a:xfrm>
        <a:prstGeom prst="rect">
          <a:avLst/>
        </a:prstGeom>
        <a:solidFill>
          <a:schemeClr val="lt1">
            <a:alpha val="90000"/>
            <a:hueOff val="0"/>
            <a:satOff val="0"/>
            <a:lumOff val="0"/>
            <a:alphaOff val="0"/>
          </a:schemeClr>
        </a:solidFill>
        <a:ln w="6350" cap="flat" cmpd="sng" algn="ctr">
          <a:solidFill>
            <a:schemeClr val="accent1">
              <a:hueOff val="0"/>
              <a:satOff val="0"/>
              <a:lumOff val="0"/>
              <a:alphaOff val="0"/>
            </a:schemeClr>
          </a:solidFill>
          <a:prstDash val="solid"/>
          <a:miter lim="800000"/>
        </a:ln>
        <a:effectLst/>
        <a:sp3d z="-152400" prstMaterial="plastic">
          <a:bevelT w="25400" h="25400"/>
          <a:bevelB w="25400" h="25400"/>
        </a:sp3d>
      </dsp:spPr>
      <dsp:style>
        <a:lnRef idx="1">
          <a:scrgbClr r="0" g="0" b="0"/>
        </a:lnRef>
        <a:fillRef idx="1">
          <a:scrgbClr r="0" g="0" b="0"/>
        </a:fillRef>
        <a:effectRef idx="2">
          <a:scrgbClr r="0" g="0" b="0"/>
        </a:effectRef>
        <a:fontRef idx="minor"/>
      </dsp:style>
    </dsp:sp>
    <dsp:sp modelId="{4E23C32B-D4F3-744A-BC62-B4277299AEA4}">
      <dsp:nvSpPr>
        <dsp:cNvPr id="0" name=""/>
        <dsp:cNvSpPr/>
      </dsp:nvSpPr>
      <dsp:spPr>
        <a:xfrm>
          <a:off x="525780" y="1516329"/>
          <a:ext cx="7360920" cy="974160"/>
        </a:xfrm>
        <a:prstGeom prst="roundRect">
          <a:avLst/>
        </a:prstGeom>
        <a:solidFill>
          <a:schemeClr val="accent1">
            <a:hueOff val="0"/>
            <a:satOff val="0"/>
            <a:lumOff val="0"/>
            <a:alphaOff val="0"/>
          </a:schemeClr>
        </a:solidFill>
        <a:ln>
          <a:noFill/>
        </a:ln>
        <a:effectLst/>
        <a:sp3d prstMaterial="plastic">
          <a:bevelT w="50800" h="50800"/>
          <a:bevelB w="50800" h="50800"/>
        </a:sp3d>
      </dsp:spPr>
      <dsp:style>
        <a:lnRef idx="0">
          <a:scrgbClr r="0" g="0" b="0"/>
        </a:lnRef>
        <a:fillRef idx="1">
          <a:scrgbClr r="0" g="0" b="0"/>
        </a:fillRef>
        <a:effectRef idx="2">
          <a:scrgbClr r="0" g="0" b="0"/>
        </a:effectRef>
        <a:fontRef idx="minor">
          <a:schemeClr val="lt1"/>
        </a:fontRef>
      </dsp:style>
      <dsp:txBody>
        <a:bodyPr spcFirstLastPara="0" vert="horz" wrap="square" lIns="278225" tIns="0" rIns="278225" bIns="0" numCol="1" spcCol="1270" anchor="ctr" anchorCtr="0">
          <a:noAutofit/>
        </a:bodyPr>
        <a:lstStyle/>
        <a:p>
          <a:pPr marL="0" lvl="0" indent="0" algn="l" defTabSz="146685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en-GB" sz="3300" kern="1200" dirty="0" err="1"/>
            <a:t>Konstruktoren</a:t>
          </a:r>
          <a:endParaRPr lang="en-GB" sz="3300" kern="1200" dirty="0"/>
        </a:p>
      </dsp:txBody>
      <dsp:txXfrm>
        <a:off x="573335" y="1563884"/>
        <a:ext cx="7265810" cy="879050"/>
      </dsp:txXfrm>
    </dsp:sp>
    <dsp:sp modelId="{A4D8D4E7-691F-9E42-92CE-F4F5D0B447C7}">
      <dsp:nvSpPr>
        <dsp:cNvPr id="0" name=""/>
        <dsp:cNvSpPr/>
      </dsp:nvSpPr>
      <dsp:spPr>
        <a:xfrm>
          <a:off x="0" y="3500289"/>
          <a:ext cx="10515600" cy="831600"/>
        </a:xfrm>
        <a:prstGeom prst="rect">
          <a:avLst/>
        </a:prstGeom>
        <a:solidFill>
          <a:schemeClr val="lt1">
            <a:alpha val="90000"/>
            <a:hueOff val="0"/>
            <a:satOff val="0"/>
            <a:lumOff val="0"/>
            <a:alphaOff val="0"/>
          </a:schemeClr>
        </a:solidFill>
        <a:ln w="6350" cap="flat" cmpd="sng" algn="ctr">
          <a:solidFill>
            <a:schemeClr val="accent1">
              <a:hueOff val="0"/>
              <a:satOff val="0"/>
              <a:lumOff val="0"/>
              <a:alphaOff val="0"/>
            </a:schemeClr>
          </a:solidFill>
          <a:prstDash val="solid"/>
          <a:miter lim="800000"/>
        </a:ln>
        <a:effectLst/>
        <a:sp3d z="-152400" prstMaterial="plastic">
          <a:bevelT w="25400" h="25400"/>
          <a:bevelB w="25400" h="25400"/>
        </a:sp3d>
      </dsp:spPr>
      <dsp:style>
        <a:lnRef idx="1">
          <a:scrgbClr r="0" g="0" b="0"/>
        </a:lnRef>
        <a:fillRef idx="1">
          <a:scrgbClr r="0" g="0" b="0"/>
        </a:fillRef>
        <a:effectRef idx="2">
          <a:scrgbClr r="0" g="0" b="0"/>
        </a:effectRef>
        <a:fontRef idx="minor"/>
      </dsp:style>
    </dsp:sp>
    <dsp:sp modelId="{CC22D886-3319-7642-954B-BB2ED3D676DC}">
      <dsp:nvSpPr>
        <dsp:cNvPr id="0" name=""/>
        <dsp:cNvSpPr/>
      </dsp:nvSpPr>
      <dsp:spPr>
        <a:xfrm>
          <a:off x="525780" y="3013209"/>
          <a:ext cx="7360920" cy="974160"/>
        </a:xfrm>
        <a:prstGeom prst="roundRect">
          <a:avLst/>
        </a:prstGeom>
        <a:solidFill>
          <a:schemeClr val="accent1">
            <a:hueOff val="0"/>
            <a:satOff val="0"/>
            <a:lumOff val="0"/>
            <a:alphaOff val="0"/>
          </a:schemeClr>
        </a:solidFill>
        <a:ln>
          <a:noFill/>
        </a:ln>
        <a:effectLst/>
        <a:sp3d prstMaterial="plastic">
          <a:bevelT w="50800" h="50800"/>
          <a:bevelB w="50800" h="50800"/>
        </a:sp3d>
      </dsp:spPr>
      <dsp:style>
        <a:lnRef idx="0">
          <a:scrgbClr r="0" g="0" b="0"/>
        </a:lnRef>
        <a:fillRef idx="1">
          <a:scrgbClr r="0" g="0" b="0"/>
        </a:fillRef>
        <a:effectRef idx="2">
          <a:scrgbClr r="0" g="0" b="0"/>
        </a:effectRef>
        <a:fontRef idx="minor">
          <a:schemeClr val="lt1"/>
        </a:fontRef>
      </dsp:style>
      <dsp:txBody>
        <a:bodyPr spcFirstLastPara="0" vert="horz" wrap="square" lIns="278225" tIns="0" rIns="278225" bIns="0" numCol="1" spcCol="1270" anchor="ctr" anchorCtr="0">
          <a:noAutofit/>
        </a:bodyPr>
        <a:lstStyle/>
        <a:p>
          <a:pPr marL="0" lvl="0" indent="0" algn="l" defTabSz="146685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en-GB" sz="3300" kern="1200" dirty="0" err="1"/>
            <a:t>Funktionen</a:t>
          </a:r>
          <a:endParaRPr lang="en-GB" sz="3300" kern="1200" dirty="0"/>
        </a:p>
      </dsp:txBody>
      <dsp:txXfrm>
        <a:off x="573335" y="3060764"/>
        <a:ext cx="7265810" cy="879050"/>
      </dsp:txXfrm>
    </dsp:sp>
  </dsp:spTree>
</dsp:drawing>
</file>

<file path=ppt/diagrams/drawing6.xml><?xml version="1.0" encoding="utf-8"?>
<dsp:drawing xmlns:dgm="http://schemas.openxmlformats.org/drawingml/2006/diagram" xmlns:dsp="http://schemas.microsoft.com/office/drawing/2008/diagram" xmlns:a="http://schemas.openxmlformats.org/drawingml/2006/main">
  <dsp:spTree>
    <dsp:nvGrpSpPr>
      <dsp:cNvPr id="0" name=""/>
      <dsp:cNvGrpSpPr/>
    </dsp:nvGrpSpPr>
    <dsp:grpSpPr/>
    <dsp:sp modelId="{CD32D7E5-5B7E-4B4E-BE4E-D9A3694AD337}">
      <dsp:nvSpPr>
        <dsp:cNvPr id="0" name=""/>
        <dsp:cNvSpPr/>
      </dsp:nvSpPr>
      <dsp:spPr>
        <a:xfrm>
          <a:off x="0" y="52793"/>
          <a:ext cx="6263640" cy="1113840"/>
        </a:xfrm>
        <a:prstGeom prst="roundRect">
          <a:avLst/>
        </a:prstGeom>
        <a:solidFill>
          <a:schemeClr val="accent5">
            <a:hueOff val="0"/>
            <a:satOff val="0"/>
            <a:lumOff val="0"/>
            <a:alphaOff val="0"/>
          </a:schemeClr>
        </a:solidFill>
        <a:ln w="12700" cap="flat" cmpd="sng" algn="ctr">
          <a:solidFill>
            <a:schemeClr val="lt1">
              <a:hueOff val="0"/>
              <a:satOff val="0"/>
              <a:lumOff val="0"/>
              <a:alphaOff val="0"/>
            </a:schemeClr>
          </a:solidFill>
          <a:prstDash val="solid"/>
          <a:miter lim="800000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>
          <a:schemeClr val="lt1"/>
        </a:fontRef>
      </dsp:style>
      <dsp:txBody>
        <a:bodyPr spcFirstLastPara="0" vert="horz" wrap="square" lIns="106680" tIns="106680" rIns="106680" bIns="106680" numCol="1" spcCol="1270" anchor="ctr" anchorCtr="0">
          <a:noAutofit/>
        </a:bodyPr>
        <a:lstStyle/>
        <a:p>
          <a:pPr marL="0" lvl="0" indent="0" algn="l" defTabSz="124460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de-DE" sz="2800" kern="1200"/>
            <a:t>node und npm sind auf einem Entwicklerrechner zu installieren</a:t>
          </a:r>
          <a:endParaRPr lang="en-US" sz="2800" kern="1200"/>
        </a:p>
      </dsp:txBody>
      <dsp:txXfrm>
        <a:off x="54373" y="107166"/>
        <a:ext cx="6154894" cy="1005094"/>
      </dsp:txXfrm>
    </dsp:sp>
    <dsp:sp modelId="{C969A8D0-9CFE-214F-BD05-D00F95DD159B}">
      <dsp:nvSpPr>
        <dsp:cNvPr id="0" name=""/>
        <dsp:cNvSpPr/>
      </dsp:nvSpPr>
      <dsp:spPr>
        <a:xfrm>
          <a:off x="0" y="1166633"/>
          <a:ext cx="6263640" cy="463680"/>
        </a:xfrm>
        <a:prstGeom prst="rect">
          <a:avLst/>
        </a:prstGeom>
        <a:noFill/>
        <a:ln>
          <a:noFill/>
        </a:ln>
        <a:effectLst/>
      </dsp:spPr>
      <dsp:style>
        <a:lnRef idx="0">
          <a:scrgbClr r="0" g="0" b="0"/>
        </a:lnRef>
        <a:fillRef idx="0">
          <a:scrgbClr r="0" g="0" b="0"/>
        </a:fillRef>
        <a:effectRef idx="0">
          <a:scrgbClr r="0" g="0" b="0"/>
        </a:effectRef>
        <a:fontRef idx="minor"/>
      </dsp:style>
      <dsp:txBody>
        <a:bodyPr spcFirstLastPara="0" vert="horz" wrap="square" lIns="198871" tIns="35560" rIns="199136" bIns="35560" numCol="1" spcCol="1270" anchor="t" anchorCtr="0">
          <a:noAutofit/>
        </a:bodyPr>
        <a:lstStyle/>
        <a:p>
          <a:pPr marL="228600" lvl="1" indent="-228600" algn="l" defTabSz="977900">
            <a:lnSpc>
              <a:spcPct val="90000"/>
            </a:lnSpc>
            <a:spcBef>
              <a:spcPct val="0"/>
            </a:spcBef>
            <a:spcAft>
              <a:spcPct val="20000"/>
            </a:spcAft>
            <a:buChar char="•"/>
          </a:pPr>
          <a:r>
            <a:rPr lang="de-DE" sz="2200" kern="1200"/>
            <a:t>Näheres hierzu im Anhang</a:t>
          </a:r>
          <a:endParaRPr lang="en-US" sz="2200" kern="1200"/>
        </a:p>
      </dsp:txBody>
      <dsp:txXfrm>
        <a:off x="0" y="1166633"/>
        <a:ext cx="6263640" cy="463680"/>
      </dsp:txXfrm>
    </dsp:sp>
    <dsp:sp modelId="{DBF7F457-3343-C743-B657-5249DC45C846}">
      <dsp:nvSpPr>
        <dsp:cNvPr id="0" name=""/>
        <dsp:cNvSpPr/>
      </dsp:nvSpPr>
      <dsp:spPr>
        <a:xfrm>
          <a:off x="0" y="1630313"/>
          <a:ext cx="6263640" cy="1113840"/>
        </a:xfrm>
        <a:prstGeom prst="roundRect">
          <a:avLst/>
        </a:prstGeom>
        <a:solidFill>
          <a:schemeClr val="accent5">
            <a:hueOff val="553124"/>
            <a:satOff val="6280"/>
            <a:lumOff val="5686"/>
            <a:alphaOff val="0"/>
          </a:schemeClr>
        </a:solidFill>
        <a:ln w="12700" cap="flat" cmpd="sng" algn="ctr">
          <a:solidFill>
            <a:schemeClr val="lt1">
              <a:hueOff val="0"/>
              <a:satOff val="0"/>
              <a:lumOff val="0"/>
              <a:alphaOff val="0"/>
            </a:schemeClr>
          </a:solidFill>
          <a:prstDash val="solid"/>
          <a:miter lim="800000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>
          <a:schemeClr val="lt1"/>
        </a:fontRef>
      </dsp:style>
      <dsp:txBody>
        <a:bodyPr spcFirstLastPara="0" vert="horz" wrap="square" lIns="106680" tIns="106680" rIns="106680" bIns="106680" numCol="1" spcCol="1270" anchor="ctr" anchorCtr="0">
          <a:noAutofit/>
        </a:bodyPr>
        <a:lstStyle/>
        <a:p>
          <a:pPr marL="0" lvl="0" indent="0" algn="l" defTabSz="124460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de-DE" sz="2800" kern="1200"/>
            <a:t>Damit steht ein ausgefeilter Buildprozess zur Verfügung</a:t>
          </a:r>
          <a:endParaRPr lang="en-US" sz="2800" kern="1200"/>
        </a:p>
      </dsp:txBody>
      <dsp:txXfrm>
        <a:off x="54373" y="1684686"/>
        <a:ext cx="6154894" cy="1005094"/>
      </dsp:txXfrm>
    </dsp:sp>
    <dsp:sp modelId="{86A05BEB-80B6-B94B-9381-3A33D3FEE699}">
      <dsp:nvSpPr>
        <dsp:cNvPr id="0" name=""/>
        <dsp:cNvSpPr/>
      </dsp:nvSpPr>
      <dsp:spPr>
        <a:xfrm>
          <a:off x="0" y="2744153"/>
          <a:ext cx="6263640" cy="1130220"/>
        </a:xfrm>
        <a:prstGeom prst="rect">
          <a:avLst/>
        </a:prstGeom>
        <a:noFill/>
        <a:ln>
          <a:noFill/>
        </a:ln>
        <a:effectLst/>
      </dsp:spPr>
      <dsp:style>
        <a:lnRef idx="0">
          <a:scrgbClr r="0" g="0" b="0"/>
        </a:lnRef>
        <a:fillRef idx="0">
          <a:scrgbClr r="0" g="0" b="0"/>
        </a:fillRef>
        <a:effectRef idx="0">
          <a:scrgbClr r="0" g="0" b="0"/>
        </a:effectRef>
        <a:fontRef idx="minor"/>
      </dsp:style>
      <dsp:txBody>
        <a:bodyPr spcFirstLastPara="0" vert="horz" wrap="square" lIns="198871" tIns="35560" rIns="199136" bIns="35560" numCol="1" spcCol="1270" anchor="t" anchorCtr="0">
          <a:noAutofit/>
        </a:bodyPr>
        <a:lstStyle/>
        <a:p>
          <a:pPr marL="228600" lvl="1" indent="-228600" algn="l" defTabSz="977900">
            <a:lnSpc>
              <a:spcPct val="90000"/>
            </a:lnSpc>
            <a:spcBef>
              <a:spcPct val="0"/>
            </a:spcBef>
            <a:spcAft>
              <a:spcPct val="20000"/>
            </a:spcAft>
            <a:buChar char="•"/>
          </a:pPr>
          <a:r>
            <a:rPr lang="de-DE" sz="2200" kern="1200"/>
            <a:t>Verzeichnisstruktur und Projekt-Organisation</a:t>
          </a:r>
          <a:endParaRPr lang="en-US" sz="2200" kern="1200"/>
        </a:p>
        <a:p>
          <a:pPr marL="228600" lvl="1" indent="-228600" algn="l" defTabSz="977900">
            <a:lnSpc>
              <a:spcPct val="90000"/>
            </a:lnSpc>
            <a:spcBef>
              <a:spcPct val="0"/>
            </a:spcBef>
            <a:spcAft>
              <a:spcPct val="20000"/>
            </a:spcAft>
            <a:buChar char="•"/>
          </a:pPr>
          <a:r>
            <a:rPr lang="de-DE" sz="2200" kern="1200"/>
            <a:t>Automatische Transpilation</a:t>
          </a:r>
          <a:endParaRPr lang="en-US" sz="2200" kern="1200"/>
        </a:p>
        <a:p>
          <a:pPr marL="228600" lvl="1" indent="-228600" algn="l" defTabSz="977900">
            <a:lnSpc>
              <a:spcPct val="90000"/>
            </a:lnSpc>
            <a:spcBef>
              <a:spcPct val="0"/>
            </a:spcBef>
            <a:spcAft>
              <a:spcPct val="20000"/>
            </a:spcAft>
            <a:buChar char="•"/>
          </a:pPr>
          <a:r>
            <a:rPr lang="de-DE" sz="2200" kern="1200"/>
            <a:t>Browser-Update bei Änderungen an den Quellen</a:t>
          </a:r>
          <a:endParaRPr lang="en-US" sz="2200" kern="1200"/>
        </a:p>
      </dsp:txBody>
      <dsp:txXfrm>
        <a:off x="0" y="2744153"/>
        <a:ext cx="6263640" cy="1130220"/>
      </dsp:txXfrm>
    </dsp:sp>
    <dsp:sp modelId="{7E8F63C5-9C34-FF4D-801C-0AF2CF2B8D4C}">
      <dsp:nvSpPr>
        <dsp:cNvPr id="0" name=""/>
        <dsp:cNvSpPr/>
      </dsp:nvSpPr>
      <dsp:spPr>
        <a:xfrm>
          <a:off x="0" y="3874374"/>
          <a:ext cx="6263640" cy="1113840"/>
        </a:xfrm>
        <a:prstGeom prst="roundRect">
          <a:avLst/>
        </a:prstGeom>
        <a:solidFill>
          <a:schemeClr val="accent5">
            <a:hueOff val="1106248"/>
            <a:satOff val="12561"/>
            <a:lumOff val="11372"/>
            <a:alphaOff val="0"/>
          </a:schemeClr>
        </a:solidFill>
        <a:ln w="12700" cap="flat" cmpd="sng" algn="ctr">
          <a:solidFill>
            <a:schemeClr val="lt1">
              <a:hueOff val="0"/>
              <a:satOff val="0"/>
              <a:lumOff val="0"/>
              <a:alphaOff val="0"/>
            </a:schemeClr>
          </a:solidFill>
          <a:prstDash val="solid"/>
          <a:miter lim="800000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>
          <a:schemeClr val="lt1"/>
        </a:fontRef>
      </dsp:style>
      <dsp:txBody>
        <a:bodyPr spcFirstLastPara="0" vert="horz" wrap="square" lIns="106680" tIns="106680" rIns="106680" bIns="106680" numCol="1" spcCol="1270" anchor="ctr" anchorCtr="0">
          <a:noAutofit/>
        </a:bodyPr>
        <a:lstStyle/>
        <a:p>
          <a:pPr marL="0" lvl="0" indent="0" algn="l" defTabSz="124460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de-DE" sz="2800" kern="1200"/>
            <a:t>Ein spezieller Editor ist nicht notwendig</a:t>
          </a:r>
          <a:endParaRPr lang="en-US" sz="2800" kern="1200"/>
        </a:p>
      </dsp:txBody>
      <dsp:txXfrm>
        <a:off x="54373" y="3928747"/>
        <a:ext cx="6154894" cy="1005094"/>
      </dsp:txXfrm>
    </dsp:sp>
    <dsp:sp modelId="{F5F93022-1561-DD4F-993E-1F43A17E9D3C}">
      <dsp:nvSpPr>
        <dsp:cNvPr id="0" name=""/>
        <dsp:cNvSpPr/>
      </dsp:nvSpPr>
      <dsp:spPr>
        <a:xfrm>
          <a:off x="0" y="4988214"/>
          <a:ext cx="6263640" cy="463680"/>
        </a:xfrm>
        <a:prstGeom prst="rect">
          <a:avLst/>
        </a:prstGeom>
        <a:noFill/>
        <a:ln>
          <a:noFill/>
        </a:ln>
        <a:effectLst/>
      </dsp:spPr>
      <dsp:style>
        <a:lnRef idx="0">
          <a:scrgbClr r="0" g="0" b="0"/>
        </a:lnRef>
        <a:fillRef idx="0">
          <a:scrgbClr r="0" g="0" b="0"/>
        </a:fillRef>
        <a:effectRef idx="0">
          <a:scrgbClr r="0" g="0" b="0"/>
        </a:effectRef>
        <a:fontRef idx="minor"/>
      </dsp:style>
      <dsp:txBody>
        <a:bodyPr spcFirstLastPara="0" vert="horz" wrap="square" lIns="198871" tIns="35560" rIns="199136" bIns="35560" numCol="1" spcCol="1270" anchor="t" anchorCtr="0">
          <a:noAutofit/>
        </a:bodyPr>
        <a:lstStyle/>
        <a:p>
          <a:pPr marL="228600" lvl="1" indent="-228600" algn="l" defTabSz="977900">
            <a:lnSpc>
              <a:spcPct val="90000"/>
            </a:lnSpc>
            <a:spcBef>
              <a:spcPct val="0"/>
            </a:spcBef>
            <a:spcAft>
              <a:spcPct val="20000"/>
            </a:spcAft>
            <a:buChar char="•"/>
          </a:pPr>
          <a:r>
            <a:rPr lang="de-DE" sz="2200" kern="1200"/>
            <a:t>Empfohlen wird Atom oder ähnliches</a:t>
          </a:r>
          <a:endParaRPr lang="en-US" sz="2200" kern="1200"/>
        </a:p>
      </dsp:txBody>
      <dsp:txXfrm>
        <a:off x="0" y="4988214"/>
        <a:ext cx="6263640" cy="463680"/>
      </dsp:txXfrm>
    </dsp:sp>
  </dsp:spTree>
</dsp:drawing>
</file>

<file path=ppt/diagrams/drawing7.xml><?xml version="1.0" encoding="utf-8"?>
<dsp:drawing xmlns:dgm="http://schemas.openxmlformats.org/drawingml/2006/diagram" xmlns:dsp="http://schemas.microsoft.com/office/drawing/2008/diagram" xmlns:a="http://schemas.openxmlformats.org/drawingml/2006/main">
  <dsp:spTree>
    <dsp:nvGrpSpPr>
      <dsp:cNvPr id="0" name=""/>
      <dsp:cNvGrpSpPr/>
    </dsp:nvGrpSpPr>
    <dsp:grpSpPr/>
    <dsp:sp modelId="{486A9BEA-F847-4040-A8F5-FD6605508718}">
      <dsp:nvSpPr>
        <dsp:cNvPr id="0" name=""/>
        <dsp:cNvSpPr/>
      </dsp:nvSpPr>
      <dsp:spPr>
        <a:xfrm>
          <a:off x="0" y="295388"/>
          <a:ext cx="10515600" cy="932400"/>
        </a:xfrm>
        <a:prstGeom prst="rect">
          <a:avLst/>
        </a:prstGeom>
        <a:solidFill>
          <a:schemeClr val="lt1">
            <a:alpha val="90000"/>
            <a:hueOff val="0"/>
            <a:satOff val="0"/>
            <a:lumOff val="0"/>
            <a:alphaOff val="0"/>
          </a:schemeClr>
        </a:solidFill>
        <a:ln w="12700" cap="flat" cmpd="sng" algn="ctr">
          <a:solidFill>
            <a:schemeClr val="accent1">
              <a:hueOff val="0"/>
              <a:satOff val="0"/>
              <a:lumOff val="0"/>
              <a:alphaOff val="0"/>
            </a:schemeClr>
          </a:solidFill>
          <a:prstDash val="solid"/>
          <a:miter lim="800000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/>
      </dsp:style>
      <dsp:txBody>
        <a:bodyPr spcFirstLastPara="0" vert="horz" wrap="square" lIns="816127" tIns="333248" rIns="816127" bIns="113792" numCol="1" spcCol="1270" anchor="t" anchorCtr="0">
          <a:noAutofit/>
        </a:bodyPr>
        <a:lstStyle/>
        <a:p>
          <a:pPr marL="171450" lvl="1" indent="-171450" algn="l" defTabSz="711200">
            <a:lnSpc>
              <a:spcPct val="90000"/>
            </a:lnSpc>
            <a:spcBef>
              <a:spcPct val="0"/>
            </a:spcBef>
            <a:spcAft>
              <a:spcPct val="15000"/>
            </a:spcAft>
            <a:buChar char="•"/>
          </a:pPr>
          <a:r>
            <a:rPr lang="de-DE" sz="1600" kern="1200" dirty="0"/>
            <a:t>Pipe Operator |</a:t>
          </a:r>
        </a:p>
        <a:p>
          <a:pPr marL="171450" lvl="1" indent="-171450" algn="l" defTabSz="711200">
            <a:lnSpc>
              <a:spcPct val="90000"/>
            </a:lnSpc>
            <a:spcBef>
              <a:spcPct val="0"/>
            </a:spcBef>
            <a:spcAft>
              <a:spcPct val="15000"/>
            </a:spcAft>
            <a:buChar char="•"/>
          </a:pPr>
          <a:r>
            <a:rPr lang="de-DE" sz="1600" kern="1200" dirty="0" err="1"/>
            <a:t>Elivs</a:t>
          </a:r>
          <a:r>
            <a:rPr lang="de-DE" sz="1600" kern="1200" dirty="0"/>
            <a:t> Operator als Safe Navigation ?.</a:t>
          </a:r>
        </a:p>
      </dsp:txBody>
      <dsp:txXfrm>
        <a:off x="0" y="295388"/>
        <a:ext cx="10515600" cy="932400"/>
      </dsp:txXfrm>
    </dsp:sp>
    <dsp:sp modelId="{5202CEB0-16B7-4D40-BC11-729BF95DB8C6}">
      <dsp:nvSpPr>
        <dsp:cNvPr id="0" name=""/>
        <dsp:cNvSpPr/>
      </dsp:nvSpPr>
      <dsp:spPr>
        <a:xfrm>
          <a:off x="525780" y="59228"/>
          <a:ext cx="7360920" cy="472320"/>
        </a:xfrm>
        <a:prstGeom prst="roundRect">
          <a:avLst/>
        </a:prstGeom>
        <a:solidFill>
          <a:schemeClr val="accent1">
            <a:hueOff val="0"/>
            <a:satOff val="0"/>
            <a:lumOff val="0"/>
            <a:alphaOff val="0"/>
          </a:schemeClr>
        </a:solidFill>
        <a:ln w="12700" cap="flat" cmpd="sng" algn="ctr">
          <a:solidFill>
            <a:schemeClr val="lt1">
              <a:hueOff val="0"/>
              <a:satOff val="0"/>
              <a:lumOff val="0"/>
              <a:alphaOff val="0"/>
            </a:schemeClr>
          </a:solidFill>
          <a:prstDash val="solid"/>
          <a:miter lim="800000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>
          <a:schemeClr val="lt1"/>
        </a:fontRef>
      </dsp:style>
      <dsp:txBody>
        <a:bodyPr spcFirstLastPara="0" vert="horz" wrap="square" lIns="278225" tIns="0" rIns="278225" bIns="0" numCol="1" spcCol="1270" anchor="ctr" anchorCtr="0">
          <a:noAutofit/>
        </a:bodyPr>
        <a:lstStyle/>
        <a:p>
          <a:pPr marL="0" lvl="0" indent="0" algn="l" defTabSz="71120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de-DE" sz="1600" kern="1200" dirty="0"/>
            <a:t>Template Operatoren</a:t>
          </a:r>
        </a:p>
      </dsp:txBody>
      <dsp:txXfrm>
        <a:off x="548837" y="82285"/>
        <a:ext cx="7314806" cy="426206"/>
      </dsp:txXfrm>
    </dsp:sp>
    <dsp:sp modelId="{C6CB5430-CED1-A348-986D-FE18CC657550}">
      <dsp:nvSpPr>
        <dsp:cNvPr id="0" name=""/>
        <dsp:cNvSpPr/>
      </dsp:nvSpPr>
      <dsp:spPr>
        <a:xfrm>
          <a:off x="0" y="1550349"/>
          <a:ext cx="10515600" cy="1209600"/>
        </a:xfrm>
        <a:prstGeom prst="rect">
          <a:avLst/>
        </a:prstGeom>
        <a:solidFill>
          <a:schemeClr val="lt1">
            <a:alpha val="90000"/>
            <a:hueOff val="0"/>
            <a:satOff val="0"/>
            <a:lumOff val="0"/>
            <a:alphaOff val="0"/>
          </a:schemeClr>
        </a:solidFill>
        <a:ln w="12700" cap="flat" cmpd="sng" algn="ctr">
          <a:solidFill>
            <a:schemeClr val="accent1">
              <a:hueOff val="0"/>
              <a:satOff val="0"/>
              <a:lumOff val="0"/>
              <a:alphaOff val="0"/>
            </a:schemeClr>
          </a:solidFill>
          <a:prstDash val="solid"/>
          <a:miter lim="800000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/>
      </dsp:style>
      <dsp:txBody>
        <a:bodyPr spcFirstLastPara="0" vert="horz" wrap="square" lIns="816127" tIns="333248" rIns="816127" bIns="113792" numCol="1" spcCol="1270" anchor="t" anchorCtr="0">
          <a:noAutofit/>
        </a:bodyPr>
        <a:lstStyle/>
        <a:p>
          <a:pPr marL="171450" lvl="1" indent="-171450" algn="l" defTabSz="711200">
            <a:lnSpc>
              <a:spcPct val="90000"/>
            </a:lnSpc>
            <a:spcBef>
              <a:spcPct val="0"/>
            </a:spcBef>
            <a:spcAft>
              <a:spcPct val="15000"/>
            </a:spcAft>
            <a:buChar char="•"/>
          </a:pPr>
          <a:r>
            <a:rPr lang="de-DE" sz="1600" kern="1200" dirty="0"/>
            <a:t>Globaler Namensraum nicht zugreifbar</a:t>
          </a:r>
        </a:p>
        <a:p>
          <a:pPr marL="171450" lvl="1" indent="-171450" algn="l" defTabSz="711200">
            <a:lnSpc>
              <a:spcPct val="90000"/>
            </a:lnSpc>
            <a:spcBef>
              <a:spcPct val="0"/>
            </a:spcBef>
            <a:spcAft>
              <a:spcPct val="15000"/>
            </a:spcAft>
            <a:buChar char="•"/>
          </a:pPr>
          <a:r>
            <a:rPr lang="de-DE" sz="1600" kern="1200" dirty="0" err="1"/>
            <a:t>this</a:t>
          </a:r>
          <a:r>
            <a:rPr lang="de-DE" sz="1600" kern="1200" dirty="0"/>
            <a:t> --&gt; </a:t>
          </a:r>
          <a:r>
            <a:rPr lang="de-DE" sz="1600" kern="1200" dirty="0" err="1"/>
            <a:t>Instanzvariablen</a:t>
          </a:r>
          <a:r>
            <a:rPr lang="de-DE" sz="1600" kern="1200" dirty="0"/>
            <a:t> der @</a:t>
          </a:r>
          <a:r>
            <a:rPr lang="de-DE" sz="1600" kern="1200" dirty="0" err="1"/>
            <a:t>Component</a:t>
          </a:r>
          <a:r>
            <a:rPr lang="de-DE" sz="1600" kern="1200" dirty="0"/>
            <a:t> Klasse</a:t>
          </a:r>
        </a:p>
        <a:p>
          <a:pPr marL="171450" lvl="1" indent="-171450" algn="l" defTabSz="711200">
            <a:lnSpc>
              <a:spcPct val="90000"/>
            </a:lnSpc>
            <a:spcBef>
              <a:spcPct val="0"/>
            </a:spcBef>
            <a:spcAft>
              <a:spcPct val="15000"/>
            </a:spcAft>
            <a:buChar char="•"/>
          </a:pPr>
          <a:r>
            <a:rPr lang="de-DE" sz="1600" kern="1200" dirty="0"/>
            <a:t>Eigene Template Variablen</a:t>
          </a:r>
        </a:p>
      </dsp:txBody>
      <dsp:txXfrm>
        <a:off x="0" y="1550349"/>
        <a:ext cx="10515600" cy="1209600"/>
      </dsp:txXfrm>
    </dsp:sp>
    <dsp:sp modelId="{5310B6EA-5864-1B4C-9625-C056B4C29F34}">
      <dsp:nvSpPr>
        <dsp:cNvPr id="0" name=""/>
        <dsp:cNvSpPr/>
      </dsp:nvSpPr>
      <dsp:spPr>
        <a:xfrm>
          <a:off x="525780" y="1314188"/>
          <a:ext cx="7360920" cy="472320"/>
        </a:xfrm>
        <a:prstGeom prst="roundRect">
          <a:avLst/>
        </a:prstGeom>
        <a:solidFill>
          <a:schemeClr val="accent1">
            <a:hueOff val="0"/>
            <a:satOff val="0"/>
            <a:lumOff val="0"/>
            <a:alphaOff val="0"/>
          </a:schemeClr>
        </a:solidFill>
        <a:ln w="12700" cap="flat" cmpd="sng" algn="ctr">
          <a:solidFill>
            <a:schemeClr val="lt1">
              <a:hueOff val="0"/>
              <a:satOff val="0"/>
              <a:lumOff val="0"/>
              <a:alphaOff val="0"/>
            </a:schemeClr>
          </a:solidFill>
          <a:prstDash val="solid"/>
          <a:miter lim="800000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>
          <a:schemeClr val="lt1"/>
        </a:fontRef>
      </dsp:style>
      <dsp:txBody>
        <a:bodyPr spcFirstLastPara="0" vert="horz" wrap="square" lIns="278225" tIns="0" rIns="278225" bIns="0" numCol="1" spcCol="1270" anchor="ctr" anchorCtr="0">
          <a:noAutofit/>
        </a:bodyPr>
        <a:lstStyle/>
        <a:p>
          <a:pPr marL="0" lvl="0" indent="0" algn="l" defTabSz="71120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de-DE" sz="1600" kern="1200" dirty="0"/>
            <a:t>Evaluation Kontext</a:t>
          </a:r>
        </a:p>
      </dsp:txBody>
      <dsp:txXfrm>
        <a:off x="548837" y="1337245"/>
        <a:ext cx="7314806" cy="426206"/>
      </dsp:txXfrm>
    </dsp:sp>
    <dsp:sp modelId="{6B88DEFE-8CDA-9446-B0C9-4194498CC200}">
      <dsp:nvSpPr>
        <dsp:cNvPr id="0" name=""/>
        <dsp:cNvSpPr/>
      </dsp:nvSpPr>
      <dsp:spPr>
        <a:xfrm>
          <a:off x="0" y="3082509"/>
          <a:ext cx="10515600" cy="1209600"/>
        </a:xfrm>
        <a:prstGeom prst="rect">
          <a:avLst/>
        </a:prstGeom>
        <a:solidFill>
          <a:schemeClr val="lt1">
            <a:alpha val="90000"/>
            <a:hueOff val="0"/>
            <a:satOff val="0"/>
            <a:lumOff val="0"/>
            <a:alphaOff val="0"/>
          </a:schemeClr>
        </a:solidFill>
        <a:ln w="12700" cap="flat" cmpd="sng" algn="ctr">
          <a:solidFill>
            <a:schemeClr val="accent1">
              <a:hueOff val="0"/>
              <a:satOff val="0"/>
              <a:lumOff val="0"/>
              <a:alphaOff val="0"/>
            </a:schemeClr>
          </a:solidFill>
          <a:prstDash val="solid"/>
          <a:miter lim="800000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/>
      </dsp:style>
      <dsp:txBody>
        <a:bodyPr spcFirstLastPara="0" vert="horz" wrap="square" lIns="816127" tIns="333248" rIns="816127" bIns="113792" numCol="1" spcCol="1270" anchor="t" anchorCtr="0">
          <a:noAutofit/>
        </a:bodyPr>
        <a:lstStyle/>
        <a:p>
          <a:pPr marL="171450" lvl="1" indent="-171450" algn="l" defTabSz="711200">
            <a:lnSpc>
              <a:spcPct val="90000"/>
            </a:lnSpc>
            <a:spcBef>
              <a:spcPct val="0"/>
            </a:spcBef>
            <a:spcAft>
              <a:spcPct val="15000"/>
            </a:spcAft>
            <a:buChar char="•"/>
          </a:pPr>
          <a:r>
            <a:rPr lang="de-DE" sz="1600" kern="1200" dirty="0" err="1"/>
            <a:t>new</a:t>
          </a:r>
          <a:r>
            <a:rPr lang="de-DE" sz="1600" kern="1200" dirty="0"/>
            <a:t> Operator</a:t>
          </a:r>
        </a:p>
        <a:p>
          <a:pPr marL="171450" lvl="1" indent="-171450" algn="l" defTabSz="711200">
            <a:lnSpc>
              <a:spcPct val="90000"/>
            </a:lnSpc>
            <a:spcBef>
              <a:spcPct val="0"/>
            </a:spcBef>
            <a:spcAft>
              <a:spcPct val="15000"/>
            </a:spcAft>
            <a:buChar char="•"/>
          </a:pPr>
          <a:r>
            <a:rPr lang="de-DE" sz="1600" kern="1200" dirty="0"/>
            <a:t>Bit-Operatoren | und &amp;</a:t>
          </a:r>
        </a:p>
        <a:p>
          <a:pPr marL="171450" lvl="1" indent="-171450" algn="l" defTabSz="711200">
            <a:lnSpc>
              <a:spcPct val="90000"/>
            </a:lnSpc>
            <a:spcBef>
              <a:spcPct val="0"/>
            </a:spcBef>
            <a:spcAft>
              <a:spcPct val="15000"/>
            </a:spcAft>
            <a:buChar char="•"/>
          </a:pPr>
          <a:r>
            <a:rPr lang="de-DE" sz="1600" kern="1200" dirty="0"/>
            <a:t>Inkrement bzw. Dekrement</a:t>
          </a:r>
        </a:p>
      </dsp:txBody>
      <dsp:txXfrm>
        <a:off x="0" y="3082509"/>
        <a:ext cx="10515600" cy="1209600"/>
      </dsp:txXfrm>
    </dsp:sp>
    <dsp:sp modelId="{6C085811-A8B6-9D40-B9F3-8085E71D5E6F}">
      <dsp:nvSpPr>
        <dsp:cNvPr id="0" name=""/>
        <dsp:cNvSpPr/>
      </dsp:nvSpPr>
      <dsp:spPr>
        <a:xfrm>
          <a:off x="525780" y="2846349"/>
          <a:ext cx="7360920" cy="472320"/>
        </a:xfrm>
        <a:prstGeom prst="roundRect">
          <a:avLst/>
        </a:prstGeom>
        <a:solidFill>
          <a:schemeClr val="accent1">
            <a:hueOff val="0"/>
            <a:satOff val="0"/>
            <a:lumOff val="0"/>
            <a:alphaOff val="0"/>
          </a:schemeClr>
        </a:solidFill>
        <a:ln w="12700" cap="flat" cmpd="sng" algn="ctr">
          <a:solidFill>
            <a:schemeClr val="lt1">
              <a:hueOff val="0"/>
              <a:satOff val="0"/>
              <a:lumOff val="0"/>
              <a:alphaOff val="0"/>
            </a:schemeClr>
          </a:solidFill>
          <a:prstDash val="solid"/>
          <a:miter lim="800000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>
          <a:schemeClr val="lt1"/>
        </a:fontRef>
      </dsp:style>
      <dsp:txBody>
        <a:bodyPr spcFirstLastPara="0" vert="horz" wrap="square" lIns="278225" tIns="0" rIns="278225" bIns="0" numCol="1" spcCol="1270" anchor="ctr" anchorCtr="0">
          <a:noAutofit/>
        </a:bodyPr>
        <a:lstStyle/>
        <a:p>
          <a:pPr marL="0" lvl="0" indent="0" algn="l" defTabSz="71120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de-DE" sz="1600" kern="1200" dirty="0"/>
            <a:t>Was geht nicht</a:t>
          </a:r>
        </a:p>
      </dsp:txBody>
      <dsp:txXfrm>
        <a:off x="548837" y="2869406"/>
        <a:ext cx="7314806" cy="426206"/>
      </dsp:txXfrm>
    </dsp:sp>
  </dsp:spTree>
</dsp:drawing>
</file>

<file path=ppt/diagrams/drawing8.xml><?xml version="1.0" encoding="utf-8"?>
<dsp:drawing xmlns:dgm="http://schemas.openxmlformats.org/drawingml/2006/diagram" xmlns:dsp="http://schemas.microsoft.com/office/drawing/2008/diagram" xmlns:a="http://schemas.openxmlformats.org/drawingml/2006/main">
  <dsp:spTree>
    <dsp:nvGrpSpPr>
      <dsp:cNvPr id="0" name=""/>
      <dsp:cNvGrpSpPr/>
    </dsp:nvGrpSpPr>
    <dsp:grpSpPr/>
    <dsp:sp modelId="{234CC3FB-ED5E-4A31-AD32-FCEEE3CBF675}">
      <dsp:nvSpPr>
        <dsp:cNvPr id="0" name=""/>
        <dsp:cNvSpPr/>
      </dsp:nvSpPr>
      <dsp:spPr>
        <a:xfrm>
          <a:off x="0" y="2364"/>
          <a:ext cx="6117335" cy="1198312"/>
        </a:xfrm>
        <a:prstGeom prst="roundRect">
          <a:avLst>
            <a:gd name="adj" fmla="val 10000"/>
          </a:avLst>
        </a:prstGeom>
        <a:solidFill>
          <a:schemeClr val="accent2">
            <a:hueOff val="0"/>
            <a:satOff val="0"/>
            <a:lumOff val="0"/>
            <a:alphaOff val="0"/>
          </a:schemeClr>
        </a:solidFill>
        <a:ln>
          <a:noFill/>
        </a:ln>
        <a:effectLst/>
      </dsp:spPr>
      <dsp:style>
        <a:lnRef idx="0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/>
      </dsp:style>
    </dsp:sp>
    <dsp:sp modelId="{70804EFC-3DC6-4BBA-A99B-495A788E834C}">
      <dsp:nvSpPr>
        <dsp:cNvPr id="0" name=""/>
        <dsp:cNvSpPr/>
      </dsp:nvSpPr>
      <dsp:spPr>
        <a:xfrm>
          <a:off x="362489" y="271984"/>
          <a:ext cx="659071" cy="659071"/>
        </a:xfrm>
        <a:prstGeom prst="rect">
          <a:avLst/>
        </a:prstGeom>
        <a:blipFill>
          <a:blip xmlns:r="http://schemas.openxmlformats.org/officeDocument/2006/relationships" r:embed="rId1">
            <a:extLst>
              <a:ext uri="{28A0092B-C50C-407E-A947-70E740481C1C}">
                <a14:useLocalDpi xmlns:a14="http://schemas.microsoft.com/office/drawing/2010/main" val="0"/>
              </a:ext>
              <a:ext uri="{96DAC541-7B7A-43D3-8B79-37D633B846F1}">
                <asvg:svgBlip xmlns:asvg="http://schemas.microsoft.com/office/drawing/2016/SVG/main" r:embed="rId2"/>
              </a:ext>
            </a:extLst>
          </a:blip>
          <a:stretch>
            <a:fillRect/>
          </a:stretch>
        </a:blipFill>
        <a:ln w="12700" cap="flat" cmpd="sng" algn="ctr">
          <a:noFill/>
          <a:prstDash val="solid"/>
          <a:miter lim="800000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>
          <a:schemeClr val="lt1"/>
        </a:fontRef>
      </dsp:style>
    </dsp:sp>
    <dsp:sp modelId="{3BA25F34-095C-4CED-B2F8-875B43140EE7}">
      <dsp:nvSpPr>
        <dsp:cNvPr id="0" name=""/>
        <dsp:cNvSpPr/>
      </dsp:nvSpPr>
      <dsp:spPr>
        <a:xfrm>
          <a:off x="1384050" y="2364"/>
          <a:ext cx="4733285" cy="1198312"/>
        </a:xfrm>
        <a:prstGeom prst="rect">
          <a:avLst/>
        </a:prstGeom>
        <a:noFill/>
        <a:ln>
          <a:noFill/>
        </a:ln>
        <a:effectLst/>
      </dsp:spPr>
      <dsp:style>
        <a:lnRef idx="0">
          <a:scrgbClr r="0" g="0" b="0"/>
        </a:lnRef>
        <a:fillRef idx="0">
          <a:scrgbClr r="0" g="0" b="0"/>
        </a:fillRef>
        <a:effectRef idx="0">
          <a:scrgbClr r="0" g="0" b="0"/>
        </a:effectRef>
        <a:fontRef idx="minor"/>
      </dsp:style>
      <dsp:txBody>
        <a:bodyPr spcFirstLastPara="0" vert="horz" wrap="square" lIns="126821" tIns="126821" rIns="126821" bIns="126821" numCol="1" spcCol="1270" anchor="ctr" anchorCtr="0">
          <a:noAutofit/>
        </a:bodyPr>
        <a:lstStyle/>
        <a:p>
          <a:pPr marL="0" lvl="0" indent="0" algn="l" defTabSz="71120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de-DE" sz="1600" kern="1200" dirty="0"/>
            <a:t>Services sind </a:t>
          </a:r>
          <a:r>
            <a:rPr lang="de-DE" sz="1600" kern="1200" dirty="0" err="1"/>
            <a:t>TypeScript</a:t>
          </a:r>
          <a:r>
            <a:rPr lang="de-DE" sz="1600" kern="1200" dirty="0"/>
            <a:t>-Klassen</a:t>
          </a:r>
          <a:endParaRPr lang="en-US" sz="1600" kern="1200" dirty="0"/>
        </a:p>
      </dsp:txBody>
      <dsp:txXfrm>
        <a:off x="1384050" y="2364"/>
        <a:ext cx="4733285" cy="1198312"/>
      </dsp:txXfrm>
    </dsp:sp>
    <dsp:sp modelId="{4BE57F8C-3983-4127-9440-E398578B117F}">
      <dsp:nvSpPr>
        <dsp:cNvPr id="0" name=""/>
        <dsp:cNvSpPr/>
      </dsp:nvSpPr>
      <dsp:spPr>
        <a:xfrm>
          <a:off x="0" y="1500254"/>
          <a:ext cx="6117335" cy="1198312"/>
        </a:xfrm>
        <a:prstGeom prst="roundRect">
          <a:avLst>
            <a:gd name="adj" fmla="val 10000"/>
          </a:avLst>
        </a:prstGeom>
        <a:solidFill>
          <a:schemeClr val="accent3">
            <a:hueOff val="0"/>
            <a:satOff val="0"/>
            <a:lumOff val="0"/>
            <a:alphaOff val="0"/>
          </a:schemeClr>
        </a:solidFill>
        <a:ln>
          <a:noFill/>
        </a:ln>
        <a:effectLst/>
      </dsp:spPr>
      <dsp:style>
        <a:lnRef idx="0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/>
      </dsp:style>
    </dsp:sp>
    <dsp:sp modelId="{D8E87817-B150-4258-BE5E-7887ABC4D675}">
      <dsp:nvSpPr>
        <dsp:cNvPr id="0" name=""/>
        <dsp:cNvSpPr/>
      </dsp:nvSpPr>
      <dsp:spPr>
        <a:xfrm>
          <a:off x="362489" y="1769874"/>
          <a:ext cx="659071" cy="659071"/>
        </a:xfrm>
        <a:prstGeom prst="rect">
          <a:avLst/>
        </a:prstGeom>
        <a:blipFill>
          <a:blip xmlns:r="http://schemas.openxmlformats.org/officeDocument/2006/relationships" r:embed="rId3">
            <a:extLst>
              <a:ext uri="{28A0092B-C50C-407E-A947-70E740481C1C}">
                <a14:useLocalDpi xmlns:a14="http://schemas.microsoft.com/office/drawing/2010/main" val="0"/>
              </a:ext>
              <a:ext uri="{96DAC541-7B7A-43D3-8B79-37D633B846F1}">
                <asvg:svgBlip xmlns:asvg="http://schemas.microsoft.com/office/drawing/2016/SVG/main" r:embed="rId4"/>
              </a:ext>
            </a:extLst>
          </a:blip>
          <a:stretch>
            <a:fillRect/>
          </a:stretch>
        </a:blipFill>
        <a:ln w="12700" cap="flat" cmpd="sng" algn="ctr">
          <a:noFill/>
          <a:prstDash val="solid"/>
          <a:miter lim="800000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>
          <a:schemeClr val="lt1"/>
        </a:fontRef>
      </dsp:style>
    </dsp:sp>
    <dsp:sp modelId="{4562B386-BF00-4470-8429-B58BA85112D7}">
      <dsp:nvSpPr>
        <dsp:cNvPr id="0" name=""/>
        <dsp:cNvSpPr/>
      </dsp:nvSpPr>
      <dsp:spPr>
        <a:xfrm>
          <a:off x="1384050" y="1500254"/>
          <a:ext cx="2752801" cy="1198312"/>
        </a:xfrm>
        <a:prstGeom prst="rect">
          <a:avLst/>
        </a:prstGeom>
        <a:noFill/>
        <a:ln>
          <a:noFill/>
        </a:ln>
        <a:effectLst/>
      </dsp:spPr>
      <dsp:style>
        <a:lnRef idx="0">
          <a:scrgbClr r="0" g="0" b="0"/>
        </a:lnRef>
        <a:fillRef idx="0">
          <a:scrgbClr r="0" g="0" b="0"/>
        </a:fillRef>
        <a:effectRef idx="0">
          <a:scrgbClr r="0" g="0" b="0"/>
        </a:effectRef>
        <a:fontRef idx="minor"/>
      </dsp:style>
      <dsp:txBody>
        <a:bodyPr spcFirstLastPara="0" vert="horz" wrap="square" lIns="126821" tIns="126821" rIns="126821" bIns="126821" numCol="1" spcCol="1270" anchor="ctr" anchorCtr="0">
          <a:noAutofit/>
        </a:bodyPr>
        <a:lstStyle/>
        <a:p>
          <a:pPr marL="0" lvl="0" indent="0" algn="l" defTabSz="71120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de-DE" sz="1600" kern="1200"/>
            <a:t>Diese werden ausschließlich vom Angular-Framework instanziert</a:t>
          </a:r>
          <a:endParaRPr lang="en-US" sz="1600" kern="1200"/>
        </a:p>
      </dsp:txBody>
      <dsp:txXfrm>
        <a:off x="1384050" y="1500254"/>
        <a:ext cx="2752801" cy="1198312"/>
      </dsp:txXfrm>
    </dsp:sp>
    <dsp:sp modelId="{042DECAB-DBF2-4E95-B4B7-6C6A52F4443E}">
      <dsp:nvSpPr>
        <dsp:cNvPr id="0" name=""/>
        <dsp:cNvSpPr/>
      </dsp:nvSpPr>
      <dsp:spPr>
        <a:xfrm>
          <a:off x="4136851" y="1500254"/>
          <a:ext cx="1980484" cy="1198312"/>
        </a:xfrm>
        <a:prstGeom prst="rect">
          <a:avLst/>
        </a:prstGeom>
        <a:noFill/>
        <a:ln>
          <a:noFill/>
        </a:ln>
        <a:effectLst/>
      </dsp:spPr>
      <dsp:style>
        <a:lnRef idx="0">
          <a:scrgbClr r="0" g="0" b="0"/>
        </a:lnRef>
        <a:fillRef idx="0">
          <a:scrgbClr r="0" g="0" b="0"/>
        </a:fillRef>
        <a:effectRef idx="0">
          <a:scrgbClr r="0" g="0" b="0"/>
        </a:effectRef>
        <a:fontRef idx="minor"/>
      </dsp:style>
      <dsp:txBody>
        <a:bodyPr spcFirstLastPara="0" vert="horz" wrap="square" lIns="126821" tIns="126821" rIns="126821" bIns="126821" numCol="1" spcCol="1270" anchor="ctr" anchorCtr="0">
          <a:noAutofit/>
        </a:bodyPr>
        <a:lstStyle/>
        <a:p>
          <a:pPr marL="0" lvl="0" indent="0" algn="l" defTabSz="53340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de-DE" sz="1200" kern="1200"/>
            <a:t>Diese Aufgabe übernimmt der Angular-Context</a:t>
          </a:r>
          <a:endParaRPr lang="en-US" sz="1200" kern="1200"/>
        </a:p>
      </dsp:txBody>
      <dsp:txXfrm>
        <a:off x="4136851" y="1500254"/>
        <a:ext cx="1980484" cy="1198312"/>
      </dsp:txXfrm>
    </dsp:sp>
    <dsp:sp modelId="{A4DC7493-295E-4408-B34F-BB43D6EDAD58}">
      <dsp:nvSpPr>
        <dsp:cNvPr id="0" name=""/>
        <dsp:cNvSpPr/>
      </dsp:nvSpPr>
      <dsp:spPr>
        <a:xfrm>
          <a:off x="0" y="2998145"/>
          <a:ext cx="6117335" cy="1198312"/>
        </a:xfrm>
        <a:prstGeom prst="roundRect">
          <a:avLst>
            <a:gd name="adj" fmla="val 10000"/>
          </a:avLst>
        </a:prstGeom>
        <a:solidFill>
          <a:schemeClr val="accent4">
            <a:hueOff val="0"/>
            <a:satOff val="0"/>
            <a:lumOff val="0"/>
            <a:alphaOff val="0"/>
          </a:schemeClr>
        </a:solidFill>
        <a:ln>
          <a:noFill/>
        </a:ln>
        <a:effectLst/>
      </dsp:spPr>
      <dsp:style>
        <a:lnRef idx="0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/>
      </dsp:style>
    </dsp:sp>
    <dsp:sp modelId="{A80234B0-4EAC-44EB-95C4-F78A7CD8D387}">
      <dsp:nvSpPr>
        <dsp:cNvPr id="0" name=""/>
        <dsp:cNvSpPr/>
      </dsp:nvSpPr>
      <dsp:spPr>
        <a:xfrm>
          <a:off x="362489" y="3267765"/>
          <a:ext cx="659071" cy="659071"/>
        </a:xfrm>
        <a:prstGeom prst="rect">
          <a:avLst/>
        </a:prstGeom>
        <a:blipFill>
          <a:blip xmlns:r="http://schemas.openxmlformats.org/officeDocument/2006/relationships" r:embed="rId5">
            <a:extLst>
              <a:ext uri="{28A0092B-C50C-407E-A947-70E740481C1C}">
                <a14:useLocalDpi xmlns:a14="http://schemas.microsoft.com/office/drawing/2010/main" val="0"/>
              </a:ext>
              <a:ext uri="{96DAC541-7B7A-43D3-8B79-37D633B846F1}">
                <asvg:svgBlip xmlns:asvg="http://schemas.microsoft.com/office/drawing/2016/SVG/main" r:embed="rId6"/>
              </a:ext>
            </a:extLst>
          </a:blip>
          <a:stretch>
            <a:fillRect/>
          </a:stretch>
        </a:blipFill>
        <a:ln w="12700" cap="flat" cmpd="sng" algn="ctr">
          <a:noFill/>
          <a:prstDash val="solid"/>
          <a:miter lim="800000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>
          <a:schemeClr val="lt1"/>
        </a:fontRef>
      </dsp:style>
    </dsp:sp>
    <dsp:sp modelId="{39126E73-0021-4537-8337-D686F97F9B26}">
      <dsp:nvSpPr>
        <dsp:cNvPr id="0" name=""/>
        <dsp:cNvSpPr/>
      </dsp:nvSpPr>
      <dsp:spPr>
        <a:xfrm>
          <a:off x="1384050" y="2998145"/>
          <a:ext cx="2752801" cy="1198312"/>
        </a:xfrm>
        <a:prstGeom prst="rect">
          <a:avLst/>
        </a:prstGeom>
        <a:noFill/>
        <a:ln>
          <a:noFill/>
        </a:ln>
        <a:effectLst/>
      </dsp:spPr>
      <dsp:style>
        <a:lnRef idx="0">
          <a:scrgbClr r="0" g="0" b="0"/>
        </a:lnRef>
        <a:fillRef idx="0">
          <a:scrgbClr r="0" g="0" b="0"/>
        </a:fillRef>
        <a:effectRef idx="0">
          <a:scrgbClr r="0" g="0" b="0"/>
        </a:effectRef>
        <a:fontRef idx="minor"/>
      </dsp:style>
      <dsp:txBody>
        <a:bodyPr spcFirstLastPara="0" vert="horz" wrap="square" lIns="126821" tIns="126821" rIns="126821" bIns="126821" numCol="1" spcCol="1270" anchor="ctr" anchorCtr="0">
          <a:noAutofit/>
        </a:bodyPr>
        <a:lstStyle/>
        <a:p>
          <a:pPr marL="0" lvl="0" indent="0" algn="l" defTabSz="71120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de-DE" sz="1600" kern="1200"/>
            <a:t>Benötigt eine Component den Zugriff auf einen Service, so wird dieser automatisch gesetzt</a:t>
          </a:r>
          <a:endParaRPr lang="en-US" sz="1600" kern="1200"/>
        </a:p>
      </dsp:txBody>
      <dsp:txXfrm>
        <a:off x="1384050" y="2998145"/>
        <a:ext cx="2752801" cy="1198312"/>
      </dsp:txXfrm>
    </dsp:sp>
    <dsp:sp modelId="{6C604A4D-86D1-4321-9052-AF311CDFB6AD}">
      <dsp:nvSpPr>
        <dsp:cNvPr id="0" name=""/>
        <dsp:cNvSpPr/>
      </dsp:nvSpPr>
      <dsp:spPr>
        <a:xfrm>
          <a:off x="4136851" y="2998145"/>
          <a:ext cx="1980484" cy="1198312"/>
        </a:xfrm>
        <a:prstGeom prst="rect">
          <a:avLst/>
        </a:prstGeom>
        <a:noFill/>
        <a:ln>
          <a:noFill/>
        </a:ln>
        <a:effectLst/>
      </dsp:spPr>
      <dsp:style>
        <a:lnRef idx="0">
          <a:scrgbClr r="0" g="0" b="0"/>
        </a:lnRef>
        <a:fillRef idx="0">
          <a:scrgbClr r="0" g="0" b="0"/>
        </a:fillRef>
        <a:effectRef idx="0">
          <a:scrgbClr r="0" g="0" b="0"/>
        </a:effectRef>
        <a:fontRef idx="minor"/>
      </dsp:style>
      <dsp:txBody>
        <a:bodyPr spcFirstLastPara="0" vert="horz" wrap="square" lIns="126821" tIns="126821" rIns="126821" bIns="126821" numCol="1" spcCol="1270" anchor="ctr" anchorCtr="0">
          <a:noAutofit/>
        </a:bodyPr>
        <a:lstStyle/>
        <a:p>
          <a:pPr marL="0" lvl="0" indent="0" algn="l" defTabSz="53340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de-DE" sz="1200" kern="1200"/>
            <a:t>Dieses Verfahren heißt Dependency Injection</a:t>
          </a:r>
          <a:endParaRPr lang="en-US" sz="1200" kern="1200"/>
        </a:p>
      </dsp:txBody>
      <dsp:txXfrm>
        <a:off x="4136851" y="2998145"/>
        <a:ext cx="1980484" cy="1198312"/>
      </dsp:txXfrm>
    </dsp:sp>
    <dsp:sp modelId="{6080E5D3-8DA7-467D-A06F-D6F7EACC4246}">
      <dsp:nvSpPr>
        <dsp:cNvPr id="0" name=""/>
        <dsp:cNvSpPr/>
      </dsp:nvSpPr>
      <dsp:spPr>
        <a:xfrm>
          <a:off x="0" y="4496035"/>
          <a:ext cx="6117335" cy="1198312"/>
        </a:xfrm>
        <a:prstGeom prst="roundRect">
          <a:avLst>
            <a:gd name="adj" fmla="val 10000"/>
          </a:avLst>
        </a:prstGeom>
        <a:solidFill>
          <a:schemeClr val="accent5">
            <a:hueOff val="0"/>
            <a:satOff val="0"/>
            <a:lumOff val="0"/>
            <a:alphaOff val="0"/>
          </a:schemeClr>
        </a:solidFill>
        <a:ln>
          <a:noFill/>
        </a:ln>
        <a:effectLst/>
      </dsp:spPr>
      <dsp:style>
        <a:lnRef idx="0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/>
      </dsp:style>
    </dsp:sp>
    <dsp:sp modelId="{25F5F76A-6D3A-4E8E-B4EB-8D5E159414E7}">
      <dsp:nvSpPr>
        <dsp:cNvPr id="0" name=""/>
        <dsp:cNvSpPr/>
      </dsp:nvSpPr>
      <dsp:spPr>
        <a:xfrm>
          <a:off x="362489" y="4765655"/>
          <a:ext cx="659071" cy="659071"/>
        </a:xfrm>
        <a:prstGeom prst="rect">
          <a:avLst/>
        </a:prstGeom>
        <a:blipFill>
          <a:blip xmlns:r="http://schemas.openxmlformats.org/officeDocument/2006/relationships" r:embed="rId7">
            <a:extLst>
              <a:ext uri="{28A0092B-C50C-407E-A947-70E740481C1C}">
                <a14:useLocalDpi xmlns:a14="http://schemas.microsoft.com/office/drawing/2010/main" val="0"/>
              </a:ext>
              <a:ext uri="{96DAC541-7B7A-43D3-8B79-37D633B846F1}">
                <asvg:svgBlip xmlns:asvg="http://schemas.microsoft.com/office/drawing/2016/SVG/main" r:embed="rId8"/>
              </a:ext>
            </a:extLst>
          </a:blip>
          <a:stretch>
            <a:fillRect/>
          </a:stretch>
        </a:blipFill>
        <a:ln w="12700" cap="flat" cmpd="sng" algn="ctr">
          <a:noFill/>
          <a:prstDash val="solid"/>
          <a:miter lim="800000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>
          <a:schemeClr val="lt1"/>
        </a:fontRef>
      </dsp:style>
    </dsp:sp>
    <dsp:sp modelId="{19496FC2-0F73-42BF-8BC1-5D83F2FD5A7F}">
      <dsp:nvSpPr>
        <dsp:cNvPr id="0" name=""/>
        <dsp:cNvSpPr/>
      </dsp:nvSpPr>
      <dsp:spPr>
        <a:xfrm>
          <a:off x="1384050" y="4496035"/>
          <a:ext cx="4733285" cy="1198312"/>
        </a:xfrm>
        <a:prstGeom prst="rect">
          <a:avLst/>
        </a:prstGeom>
        <a:noFill/>
        <a:ln>
          <a:noFill/>
        </a:ln>
        <a:effectLst/>
      </dsp:spPr>
      <dsp:style>
        <a:lnRef idx="0">
          <a:scrgbClr r="0" g="0" b="0"/>
        </a:lnRef>
        <a:fillRef idx="0">
          <a:scrgbClr r="0" g="0" b="0"/>
        </a:fillRef>
        <a:effectRef idx="0">
          <a:scrgbClr r="0" g="0" b="0"/>
        </a:effectRef>
        <a:fontRef idx="minor"/>
      </dsp:style>
      <dsp:txBody>
        <a:bodyPr spcFirstLastPara="0" vert="horz" wrap="square" lIns="126821" tIns="126821" rIns="126821" bIns="126821" numCol="1" spcCol="1270" anchor="ctr" anchorCtr="0">
          <a:noAutofit/>
        </a:bodyPr>
        <a:lstStyle/>
        <a:p>
          <a:pPr marL="0" lvl="0" indent="0" algn="l" defTabSz="71120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de-DE" sz="1600" kern="1200"/>
            <a:t>Insgesamt stellt Angular mit dem Service-Mechanismus ein Dependency-Injection-Framework zur Verfügung</a:t>
          </a:r>
          <a:endParaRPr lang="en-US" sz="1600" kern="1200"/>
        </a:p>
      </dsp:txBody>
      <dsp:txXfrm>
        <a:off x="1384050" y="4496035"/>
        <a:ext cx="4733285" cy="1198312"/>
      </dsp:txXfrm>
    </dsp:sp>
  </dsp:spTree>
</dsp:drawing>
</file>

<file path=ppt/diagrams/drawing9.xml><?xml version="1.0" encoding="utf-8"?>
<dsp:drawing xmlns:dgm="http://schemas.openxmlformats.org/drawingml/2006/diagram" xmlns:dsp="http://schemas.microsoft.com/office/drawing/2008/diagram" xmlns:a="http://schemas.openxmlformats.org/drawingml/2006/main">
  <dsp:spTree>
    <dsp:nvGrpSpPr>
      <dsp:cNvPr id="0" name=""/>
      <dsp:cNvGrpSpPr/>
    </dsp:nvGrpSpPr>
    <dsp:grpSpPr/>
    <dsp:sp modelId="{8580140C-DC50-9B42-93EF-E0A8E23B5672}">
      <dsp:nvSpPr>
        <dsp:cNvPr id="0" name=""/>
        <dsp:cNvSpPr/>
      </dsp:nvSpPr>
      <dsp:spPr>
        <a:xfrm>
          <a:off x="0" y="49679"/>
          <a:ext cx="6117335" cy="1112304"/>
        </a:xfrm>
        <a:prstGeom prst="roundRect">
          <a:avLst/>
        </a:prstGeom>
        <a:solidFill>
          <a:schemeClr val="accent2">
            <a:hueOff val="0"/>
            <a:satOff val="0"/>
            <a:lumOff val="0"/>
            <a:alphaOff val="0"/>
          </a:schemeClr>
        </a:solidFill>
        <a:ln w="12700" cap="flat" cmpd="sng" algn="ctr">
          <a:solidFill>
            <a:schemeClr val="lt1">
              <a:hueOff val="0"/>
              <a:satOff val="0"/>
              <a:lumOff val="0"/>
              <a:alphaOff val="0"/>
            </a:schemeClr>
          </a:solidFill>
          <a:prstDash val="solid"/>
          <a:miter lim="800000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>
          <a:schemeClr val="lt1"/>
        </a:fontRef>
      </dsp:style>
      <dsp:txBody>
        <a:bodyPr spcFirstLastPara="0" vert="horz" wrap="square" lIns="106680" tIns="106680" rIns="106680" bIns="106680" numCol="1" spcCol="1270" anchor="ctr" anchorCtr="0">
          <a:noAutofit/>
        </a:bodyPr>
        <a:lstStyle/>
        <a:p>
          <a:pPr marL="0" lvl="0" indent="0" algn="l" defTabSz="124460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de-DE" sz="2800" kern="1200"/>
            <a:t>Sehr allgemeines Konzept</a:t>
          </a:r>
          <a:endParaRPr lang="en-US" sz="2800" kern="1200"/>
        </a:p>
      </dsp:txBody>
      <dsp:txXfrm>
        <a:off x="54298" y="103977"/>
        <a:ext cx="6008739" cy="1003708"/>
      </dsp:txXfrm>
    </dsp:sp>
    <dsp:sp modelId="{E3706BF3-EB0C-B54A-9900-D0462B14A2C2}">
      <dsp:nvSpPr>
        <dsp:cNvPr id="0" name=""/>
        <dsp:cNvSpPr/>
      </dsp:nvSpPr>
      <dsp:spPr>
        <a:xfrm>
          <a:off x="0" y="1161983"/>
          <a:ext cx="6117335" cy="1130220"/>
        </a:xfrm>
        <a:prstGeom prst="rect">
          <a:avLst/>
        </a:prstGeom>
        <a:noFill/>
        <a:ln>
          <a:noFill/>
        </a:ln>
        <a:effectLst/>
      </dsp:spPr>
      <dsp:style>
        <a:lnRef idx="0">
          <a:scrgbClr r="0" g="0" b="0"/>
        </a:lnRef>
        <a:fillRef idx="0">
          <a:scrgbClr r="0" g="0" b="0"/>
        </a:fillRef>
        <a:effectRef idx="0">
          <a:scrgbClr r="0" g="0" b="0"/>
        </a:effectRef>
        <a:fontRef idx="minor"/>
      </dsp:style>
      <dsp:txBody>
        <a:bodyPr spcFirstLastPara="0" vert="horz" wrap="square" lIns="194225" tIns="35560" rIns="199136" bIns="35560" numCol="1" spcCol="1270" anchor="t" anchorCtr="0">
          <a:noAutofit/>
        </a:bodyPr>
        <a:lstStyle/>
        <a:p>
          <a:pPr marL="228600" lvl="1" indent="-228600" algn="l" defTabSz="977900">
            <a:lnSpc>
              <a:spcPct val="90000"/>
            </a:lnSpc>
            <a:spcBef>
              <a:spcPct val="0"/>
            </a:spcBef>
            <a:spcAft>
              <a:spcPct val="20000"/>
            </a:spcAft>
            <a:buChar char="•"/>
          </a:pPr>
          <a:r>
            <a:rPr lang="de-DE" sz="2200" kern="1200"/>
            <a:t>Irgendwelche Funktionalität kapseln</a:t>
          </a:r>
          <a:endParaRPr lang="en-US" sz="2200" kern="1200"/>
        </a:p>
        <a:p>
          <a:pPr marL="228600" lvl="1" indent="-228600" algn="l" defTabSz="977900">
            <a:lnSpc>
              <a:spcPct val="90000"/>
            </a:lnSpc>
            <a:spcBef>
              <a:spcPct val="0"/>
            </a:spcBef>
            <a:spcAft>
              <a:spcPct val="20000"/>
            </a:spcAft>
            <a:buChar char="•"/>
          </a:pPr>
          <a:r>
            <a:rPr lang="de-DE" sz="2200" kern="1200"/>
            <a:t>Nicht UI spezifisch</a:t>
          </a:r>
          <a:endParaRPr lang="en-US" sz="2200" kern="1200"/>
        </a:p>
        <a:p>
          <a:pPr marL="228600" lvl="1" indent="-228600" algn="l" defTabSz="977900">
            <a:lnSpc>
              <a:spcPct val="90000"/>
            </a:lnSpc>
            <a:spcBef>
              <a:spcPct val="0"/>
            </a:spcBef>
            <a:spcAft>
              <a:spcPct val="20000"/>
            </a:spcAft>
            <a:buChar char="•"/>
          </a:pPr>
          <a:r>
            <a:rPr lang="de-DE" sz="2200" kern="1200"/>
            <a:t>Implementierungsdetails verstecken</a:t>
          </a:r>
          <a:endParaRPr lang="en-US" sz="2200" kern="1200"/>
        </a:p>
      </dsp:txBody>
      <dsp:txXfrm>
        <a:off x="0" y="1161983"/>
        <a:ext cx="6117335" cy="1130220"/>
      </dsp:txXfrm>
    </dsp:sp>
    <dsp:sp modelId="{E8370226-5730-B142-9DD9-D629D96B8129}">
      <dsp:nvSpPr>
        <dsp:cNvPr id="0" name=""/>
        <dsp:cNvSpPr/>
      </dsp:nvSpPr>
      <dsp:spPr>
        <a:xfrm>
          <a:off x="0" y="2292203"/>
          <a:ext cx="6117335" cy="1112304"/>
        </a:xfrm>
        <a:prstGeom prst="roundRect">
          <a:avLst/>
        </a:prstGeom>
        <a:solidFill>
          <a:schemeClr val="accent2">
            <a:hueOff val="3183231"/>
            <a:satOff val="5400"/>
            <a:lumOff val="-196"/>
            <a:alphaOff val="0"/>
          </a:schemeClr>
        </a:solidFill>
        <a:ln w="12700" cap="flat" cmpd="sng" algn="ctr">
          <a:solidFill>
            <a:schemeClr val="lt1">
              <a:hueOff val="0"/>
              <a:satOff val="0"/>
              <a:lumOff val="0"/>
              <a:alphaOff val="0"/>
            </a:schemeClr>
          </a:solidFill>
          <a:prstDash val="solid"/>
          <a:miter lim="800000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>
          <a:schemeClr val="lt1"/>
        </a:fontRef>
      </dsp:style>
      <dsp:txBody>
        <a:bodyPr spcFirstLastPara="0" vert="horz" wrap="square" lIns="106680" tIns="106680" rIns="106680" bIns="106680" numCol="1" spcCol="1270" anchor="ctr" anchorCtr="0">
          <a:noAutofit/>
        </a:bodyPr>
        <a:lstStyle/>
        <a:p>
          <a:pPr marL="0" lvl="0" indent="0" algn="l" defTabSz="124460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de-DE" sz="2800" kern="1200"/>
            <a:t>Einsatzmöglichkeiten</a:t>
          </a:r>
          <a:endParaRPr lang="en-US" sz="2800" kern="1200"/>
        </a:p>
      </dsp:txBody>
      <dsp:txXfrm>
        <a:off x="54298" y="2346501"/>
        <a:ext cx="6008739" cy="1003708"/>
      </dsp:txXfrm>
    </dsp:sp>
    <dsp:sp modelId="{85B4C076-C19F-FA44-9E00-83D9F1C8BFCC}">
      <dsp:nvSpPr>
        <dsp:cNvPr id="0" name=""/>
        <dsp:cNvSpPr/>
      </dsp:nvSpPr>
      <dsp:spPr>
        <a:xfrm>
          <a:off x="0" y="3404508"/>
          <a:ext cx="6117335" cy="1130220"/>
        </a:xfrm>
        <a:prstGeom prst="rect">
          <a:avLst/>
        </a:prstGeom>
        <a:noFill/>
        <a:ln>
          <a:noFill/>
        </a:ln>
        <a:effectLst/>
      </dsp:spPr>
      <dsp:style>
        <a:lnRef idx="0">
          <a:scrgbClr r="0" g="0" b="0"/>
        </a:lnRef>
        <a:fillRef idx="0">
          <a:scrgbClr r="0" g="0" b="0"/>
        </a:fillRef>
        <a:effectRef idx="0">
          <a:scrgbClr r="0" g="0" b="0"/>
        </a:effectRef>
        <a:fontRef idx="minor"/>
      </dsp:style>
      <dsp:txBody>
        <a:bodyPr spcFirstLastPara="0" vert="horz" wrap="square" lIns="194225" tIns="35560" rIns="199136" bIns="35560" numCol="1" spcCol="1270" anchor="t" anchorCtr="0">
          <a:noAutofit/>
        </a:bodyPr>
        <a:lstStyle/>
        <a:p>
          <a:pPr marL="228600" lvl="1" indent="-228600" algn="l" defTabSz="977900">
            <a:lnSpc>
              <a:spcPct val="90000"/>
            </a:lnSpc>
            <a:spcBef>
              <a:spcPct val="0"/>
            </a:spcBef>
            <a:spcAft>
              <a:spcPct val="20000"/>
            </a:spcAft>
            <a:buChar char="•"/>
          </a:pPr>
          <a:r>
            <a:rPr lang="de-DE" sz="2200" kern="1200"/>
            <a:t>Höhere Abstraktion schaffen (REST)</a:t>
          </a:r>
          <a:endParaRPr lang="en-US" sz="2200" kern="1200"/>
        </a:p>
        <a:p>
          <a:pPr marL="228600" lvl="1" indent="-228600" algn="l" defTabSz="977900">
            <a:lnSpc>
              <a:spcPct val="90000"/>
            </a:lnSpc>
            <a:spcBef>
              <a:spcPct val="0"/>
            </a:spcBef>
            <a:spcAft>
              <a:spcPct val="20000"/>
            </a:spcAft>
            <a:buChar char="•"/>
          </a:pPr>
          <a:r>
            <a:rPr lang="de-DE" sz="2200" kern="1200"/>
            <a:t>Integration anderer Bibliotheken (WebSocket)</a:t>
          </a:r>
          <a:endParaRPr lang="en-US" sz="2200" kern="1200"/>
        </a:p>
        <a:p>
          <a:pPr marL="228600" lvl="1" indent="-228600" algn="l" defTabSz="977900">
            <a:lnSpc>
              <a:spcPct val="90000"/>
            </a:lnSpc>
            <a:spcBef>
              <a:spcPct val="0"/>
            </a:spcBef>
            <a:spcAft>
              <a:spcPct val="20000"/>
            </a:spcAft>
            <a:buChar char="•"/>
          </a:pPr>
          <a:r>
            <a:rPr lang="de-DE" sz="2200" kern="1200"/>
            <a:t>Datenhaltung, Datenzugriff, Caching, Logik, ...</a:t>
          </a:r>
          <a:endParaRPr lang="en-US" sz="2200" kern="1200"/>
        </a:p>
      </dsp:txBody>
      <dsp:txXfrm>
        <a:off x="0" y="3404508"/>
        <a:ext cx="6117335" cy="1130220"/>
      </dsp:txXfrm>
    </dsp:sp>
    <dsp:sp modelId="{D268AD21-B487-BF4A-9B84-2EF1C86BF016}">
      <dsp:nvSpPr>
        <dsp:cNvPr id="0" name=""/>
        <dsp:cNvSpPr/>
      </dsp:nvSpPr>
      <dsp:spPr>
        <a:xfrm>
          <a:off x="0" y="4534728"/>
          <a:ext cx="6117335" cy="1112304"/>
        </a:xfrm>
        <a:prstGeom prst="roundRect">
          <a:avLst/>
        </a:prstGeom>
        <a:solidFill>
          <a:schemeClr val="accent2">
            <a:hueOff val="6366461"/>
            <a:satOff val="10800"/>
            <a:lumOff val="-392"/>
            <a:alphaOff val="0"/>
          </a:schemeClr>
        </a:solidFill>
        <a:ln w="12700" cap="flat" cmpd="sng" algn="ctr">
          <a:solidFill>
            <a:schemeClr val="lt1">
              <a:hueOff val="0"/>
              <a:satOff val="0"/>
              <a:lumOff val="0"/>
              <a:alphaOff val="0"/>
            </a:schemeClr>
          </a:solidFill>
          <a:prstDash val="solid"/>
          <a:miter lim="800000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>
          <a:schemeClr val="lt1"/>
        </a:fontRef>
      </dsp:style>
      <dsp:txBody>
        <a:bodyPr spcFirstLastPara="0" vert="horz" wrap="square" lIns="106680" tIns="106680" rIns="106680" bIns="106680" numCol="1" spcCol="1270" anchor="ctr" anchorCtr="0">
          <a:noAutofit/>
        </a:bodyPr>
        <a:lstStyle/>
        <a:p>
          <a:pPr marL="0" lvl="0" indent="0" algn="l" defTabSz="124460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de-DE" sz="2800" kern="1200"/>
            <a:t>Können Abhängigkeit zu anderen Services haben</a:t>
          </a:r>
          <a:endParaRPr lang="en-US" sz="2800" kern="1200"/>
        </a:p>
      </dsp:txBody>
      <dsp:txXfrm>
        <a:off x="54298" y="4589026"/>
        <a:ext cx="6008739" cy="1003708"/>
      </dsp:txXfrm>
    </dsp:sp>
  </dsp:spTree>
</dsp:drawing>
</file>

<file path=ppt/diagrams/drawing10.xml><?xml version="1.0" encoding="utf-8"?>
<dsp:drawing xmlns:dgm="http://schemas.openxmlformats.org/drawingml/2006/diagram" xmlns:dsp="http://schemas.microsoft.com/office/drawing/2008/diagram" xmlns:a="http://schemas.openxmlformats.org/drawingml/2006/main">
  <dsp:spTree>
    <dsp:nvGrpSpPr>
      <dsp:cNvPr id="0" name=""/>
      <dsp:cNvGrpSpPr/>
    </dsp:nvGrpSpPr>
    <dsp:grpSpPr/>
    <dsp:sp modelId="{27BFC5A3-221C-BF41-82F3-231312BBE5EC}">
      <dsp:nvSpPr>
        <dsp:cNvPr id="0" name=""/>
        <dsp:cNvSpPr/>
      </dsp:nvSpPr>
      <dsp:spPr>
        <a:xfrm>
          <a:off x="0" y="440121"/>
          <a:ext cx="8229600" cy="478800"/>
        </a:xfrm>
        <a:prstGeom prst="rect">
          <a:avLst/>
        </a:prstGeom>
        <a:solidFill>
          <a:schemeClr val="lt1">
            <a:alpha val="90000"/>
            <a:hueOff val="0"/>
            <a:satOff val="0"/>
            <a:lumOff val="0"/>
            <a:alphaOff val="0"/>
          </a:schemeClr>
        </a:solidFill>
        <a:ln w="6350" cap="flat" cmpd="sng" algn="ctr">
          <a:solidFill>
            <a:schemeClr val="accent1">
              <a:hueOff val="0"/>
              <a:satOff val="0"/>
              <a:lumOff val="0"/>
              <a:alphaOff val="0"/>
            </a:schemeClr>
          </a:solidFill>
          <a:prstDash val="solid"/>
          <a:miter lim="800000"/>
        </a:ln>
        <a:effectLst/>
      </dsp:spPr>
      <dsp:style>
        <a:lnRef idx="1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/>
      </dsp:style>
    </dsp:sp>
    <dsp:sp modelId="{1ECD87B9-C580-F745-B1B7-FBF6A99F2703}">
      <dsp:nvSpPr>
        <dsp:cNvPr id="0" name=""/>
        <dsp:cNvSpPr/>
      </dsp:nvSpPr>
      <dsp:spPr>
        <a:xfrm>
          <a:off x="411480" y="159681"/>
          <a:ext cx="5760720" cy="560880"/>
        </a:xfrm>
        <a:prstGeom prst="roundRect">
          <a:avLst/>
        </a:prstGeom>
        <a:gradFill rotWithShape="0">
          <a:gsLst>
            <a:gs pos="0">
              <a:schemeClr val="accent1">
                <a:hueOff val="0"/>
                <a:satOff val="0"/>
                <a:lumOff val="0"/>
                <a:alphaOff val="0"/>
                <a:satMod val="103000"/>
                <a:lumMod val="102000"/>
                <a:tint val="94000"/>
              </a:schemeClr>
            </a:gs>
            <a:gs pos="50000">
              <a:schemeClr val="accent1">
                <a:hueOff val="0"/>
                <a:satOff val="0"/>
                <a:lumOff val="0"/>
                <a:alphaOff val="0"/>
                <a:satMod val="110000"/>
                <a:lumMod val="100000"/>
                <a:shade val="100000"/>
              </a:schemeClr>
            </a:gs>
            <a:gs pos="100000">
              <a:schemeClr val="accent1">
                <a:hueOff val="0"/>
                <a:satOff val="0"/>
                <a:lumOff val="0"/>
                <a:alphaOff val="0"/>
                <a:lumMod val="99000"/>
                <a:satMod val="120000"/>
                <a:shade val="78000"/>
              </a:schemeClr>
            </a:gs>
          </a:gsLst>
          <a:lin ang="5400000" scaled="0"/>
        </a:gradFill>
        <a:ln>
          <a:noFill/>
        </a:ln>
        <a:effectLst/>
      </dsp:spPr>
      <dsp:style>
        <a:lnRef idx="0">
          <a:scrgbClr r="0" g="0" b="0"/>
        </a:lnRef>
        <a:fillRef idx="3">
          <a:scrgbClr r="0" g="0" b="0"/>
        </a:fillRef>
        <a:effectRef idx="2">
          <a:scrgbClr r="0" g="0" b="0"/>
        </a:effectRef>
        <a:fontRef idx="minor">
          <a:schemeClr val="lt1"/>
        </a:fontRef>
      </dsp:style>
      <dsp:txBody>
        <a:bodyPr spcFirstLastPara="0" vert="horz" wrap="square" lIns="217742" tIns="0" rIns="217742" bIns="0" numCol="1" spcCol="1270" anchor="ctr" anchorCtr="0">
          <a:noAutofit/>
        </a:bodyPr>
        <a:lstStyle/>
        <a:p>
          <a:pPr marL="0" lvl="0" indent="0" algn="l" defTabSz="844550" rtl="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de-DE" sz="1900" kern="1200"/>
            <a:t>Aufbau der Netze komplex.</a:t>
          </a:r>
        </a:p>
      </dsp:txBody>
      <dsp:txXfrm>
        <a:off x="438860" y="187061"/>
        <a:ext cx="5705960" cy="506120"/>
      </dsp:txXfrm>
    </dsp:sp>
    <dsp:sp modelId="{E7B1E18C-5299-164E-8066-1AD144D53839}">
      <dsp:nvSpPr>
        <dsp:cNvPr id="0" name=""/>
        <dsp:cNvSpPr/>
      </dsp:nvSpPr>
      <dsp:spPr>
        <a:xfrm>
          <a:off x="0" y="1301961"/>
          <a:ext cx="8229600" cy="478800"/>
        </a:xfrm>
        <a:prstGeom prst="rect">
          <a:avLst/>
        </a:prstGeom>
        <a:solidFill>
          <a:schemeClr val="lt1">
            <a:alpha val="90000"/>
            <a:hueOff val="0"/>
            <a:satOff val="0"/>
            <a:lumOff val="0"/>
            <a:alphaOff val="0"/>
          </a:schemeClr>
        </a:solidFill>
        <a:ln w="6350" cap="flat" cmpd="sng" algn="ctr">
          <a:solidFill>
            <a:schemeClr val="accent1">
              <a:hueOff val="0"/>
              <a:satOff val="0"/>
              <a:lumOff val="0"/>
              <a:alphaOff val="0"/>
            </a:schemeClr>
          </a:solidFill>
          <a:prstDash val="solid"/>
          <a:miter lim="800000"/>
        </a:ln>
        <a:effectLst/>
      </dsp:spPr>
      <dsp:style>
        <a:lnRef idx="1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/>
      </dsp:style>
    </dsp:sp>
    <dsp:sp modelId="{B09D4BB5-B624-1D4B-B9E6-011316B43742}">
      <dsp:nvSpPr>
        <dsp:cNvPr id="0" name=""/>
        <dsp:cNvSpPr/>
      </dsp:nvSpPr>
      <dsp:spPr>
        <a:xfrm>
          <a:off x="411480" y="1021521"/>
          <a:ext cx="5760720" cy="560880"/>
        </a:xfrm>
        <a:prstGeom prst="roundRect">
          <a:avLst/>
        </a:prstGeom>
        <a:gradFill rotWithShape="0">
          <a:gsLst>
            <a:gs pos="0">
              <a:schemeClr val="accent1">
                <a:hueOff val="0"/>
                <a:satOff val="0"/>
                <a:lumOff val="0"/>
                <a:alphaOff val="0"/>
                <a:satMod val="103000"/>
                <a:lumMod val="102000"/>
                <a:tint val="94000"/>
              </a:schemeClr>
            </a:gs>
            <a:gs pos="50000">
              <a:schemeClr val="accent1">
                <a:hueOff val="0"/>
                <a:satOff val="0"/>
                <a:lumOff val="0"/>
                <a:alphaOff val="0"/>
                <a:satMod val="110000"/>
                <a:lumMod val="100000"/>
                <a:shade val="100000"/>
              </a:schemeClr>
            </a:gs>
            <a:gs pos="100000">
              <a:schemeClr val="accent1">
                <a:hueOff val="0"/>
                <a:satOff val="0"/>
                <a:lumOff val="0"/>
                <a:alphaOff val="0"/>
                <a:lumMod val="99000"/>
                <a:satMod val="120000"/>
                <a:shade val="78000"/>
              </a:schemeClr>
            </a:gs>
          </a:gsLst>
          <a:lin ang="5400000" scaled="0"/>
        </a:gradFill>
        <a:ln>
          <a:noFill/>
        </a:ln>
        <a:effectLst/>
      </dsp:spPr>
      <dsp:style>
        <a:lnRef idx="0">
          <a:scrgbClr r="0" g="0" b="0"/>
        </a:lnRef>
        <a:fillRef idx="3">
          <a:scrgbClr r="0" g="0" b="0"/>
        </a:fillRef>
        <a:effectRef idx="2">
          <a:scrgbClr r="0" g="0" b="0"/>
        </a:effectRef>
        <a:fontRef idx="minor">
          <a:schemeClr val="lt1"/>
        </a:fontRef>
      </dsp:style>
      <dsp:txBody>
        <a:bodyPr spcFirstLastPara="0" vert="horz" wrap="square" lIns="217742" tIns="0" rIns="217742" bIns="0" numCol="1" spcCol="1270" anchor="ctr" anchorCtr="0">
          <a:noAutofit/>
        </a:bodyPr>
        <a:lstStyle/>
        <a:p>
          <a:pPr marL="0" lvl="0" indent="0" algn="l" defTabSz="844550" rtl="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de-DE" sz="1900" kern="1200"/>
            <a:t>Testbarkeit der Komponenten wird eingeschränkt.</a:t>
          </a:r>
        </a:p>
      </dsp:txBody>
      <dsp:txXfrm>
        <a:off x="438860" y="1048901"/>
        <a:ext cx="5705960" cy="506120"/>
      </dsp:txXfrm>
    </dsp:sp>
    <dsp:sp modelId="{1C9F027A-4FEE-E646-9A26-FF01151D7B0D}">
      <dsp:nvSpPr>
        <dsp:cNvPr id="0" name=""/>
        <dsp:cNvSpPr/>
      </dsp:nvSpPr>
      <dsp:spPr>
        <a:xfrm>
          <a:off x="0" y="2163801"/>
          <a:ext cx="8229600" cy="478800"/>
        </a:xfrm>
        <a:prstGeom prst="rect">
          <a:avLst/>
        </a:prstGeom>
        <a:solidFill>
          <a:schemeClr val="lt1">
            <a:alpha val="90000"/>
            <a:hueOff val="0"/>
            <a:satOff val="0"/>
            <a:lumOff val="0"/>
            <a:alphaOff val="0"/>
          </a:schemeClr>
        </a:solidFill>
        <a:ln w="6350" cap="flat" cmpd="sng" algn="ctr">
          <a:solidFill>
            <a:schemeClr val="accent1">
              <a:hueOff val="0"/>
              <a:satOff val="0"/>
              <a:lumOff val="0"/>
              <a:alphaOff val="0"/>
            </a:schemeClr>
          </a:solidFill>
          <a:prstDash val="solid"/>
          <a:miter lim="800000"/>
        </a:ln>
        <a:effectLst/>
      </dsp:spPr>
      <dsp:style>
        <a:lnRef idx="1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/>
      </dsp:style>
    </dsp:sp>
    <dsp:sp modelId="{D23F324F-A649-C54D-90F8-26F719C76FD7}">
      <dsp:nvSpPr>
        <dsp:cNvPr id="0" name=""/>
        <dsp:cNvSpPr/>
      </dsp:nvSpPr>
      <dsp:spPr>
        <a:xfrm>
          <a:off x="411480" y="1883361"/>
          <a:ext cx="5760720" cy="560880"/>
        </a:xfrm>
        <a:prstGeom prst="roundRect">
          <a:avLst/>
        </a:prstGeom>
        <a:gradFill rotWithShape="0">
          <a:gsLst>
            <a:gs pos="0">
              <a:schemeClr val="accent1">
                <a:hueOff val="0"/>
                <a:satOff val="0"/>
                <a:lumOff val="0"/>
                <a:alphaOff val="0"/>
                <a:satMod val="103000"/>
                <a:lumMod val="102000"/>
                <a:tint val="94000"/>
              </a:schemeClr>
            </a:gs>
            <a:gs pos="50000">
              <a:schemeClr val="accent1">
                <a:hueOff val="0"/>
                <a:satOff val="0"/>
                <a:lumOff val="0"/>
                <a:alphaOff val="0"/>
                <a:satMod val="110000"/>
                <a:lumMod val="100000"/>
                <a:shade val="100000"/>
              </a:schemeClr>
            </a:gs>
            <a:gs pos="100000">
              <a:schemeClr val="accent1">
                <a:hueOff val="0"/>
                <a:satOff val="0"/>
                <a:lumOff val="0"/>
                <a:alphaOff val="0"/>
                <a:lumMod val="99000"/>
                <a:satMod val="120000"/>
                <a:shade val="78000"/>
              </a:schemeClr>
            </a:gs>
          </a:gsLst>
          <a:lin ang="5400000" scaled="0"/>
        </a:gradFill>
        <a:ln>
          <a:noFill/>
        </a:ln>
        <a:effectLst/>
      </dsp:spPr>
      <dsp:style>
        <a:lnRef idx="0">
          <a:scrgbClr r="0" g="0" b="0"/>
        </a:lnRef>
        <a:fillRef idx="3">
          <a:scrgbClr r="0" g="0" b="0"/>
        </a:fillRef>
        <a:effectRef idx="2">
          <a:scrgbClr r="0" g="0" b="0"/>
        </a:effectRef>
        <a:fontRef idx="minor">
          <a:schemeClr val="lt1"/>
        </a:fontRef>
      </dsp:style>
      <dsp:txBody>
        <a:bodyPr spcFirstLastPara="0" vert="horz" wrap="square" lIns="217742" tIns="0" rIns="217742" bIns="0" numCol="1" spcCol="1270" anchor="ctr" anchorCtr="0">
          <a:noAutofit/>
        </a:bodyPr>
        <a:lstStyle/>
        <a:p>
          <a:pPr marL="0" lvl="0" indent="0" algn="l" defTabSz="844550" rtl="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de-DE" sz="1900" kern="1200"/>
            <a:t>Änderbarkeit und Wartbarkeit nur bedingt gegeben.</a:t>
          </a:r>
        </a:p>
      </dsp:txBody>
      <dsp:txXfrm>
        <a:off x="438860" y="1910741"/>
        <a:ext cx="5705960" cy="506120"/>
      </dsp:txXfrm>
    </dsp:sp>
    <dsp:sp modelId="{E7A1E83F-27FB-7046-916E-840DBC608703}">
      <dsp:nvSpPr>
        <dsp:cNvPr id="0" name=""/>
        <dsp:cNvSpPr/>
      </dsp:nvSpPr>
      <dsp:spPr>
        <a:xfrm>
          <a:off x="0" y="3025641"/>
          <a:ext cx="8229600" cy="478800"/>
        </a:xfrm>
        <a:prstGeom prst="rect">
          <a:avLst/>
        </a:prstGeom>
        <a:solidFill>
          <a:schemeClr val="lt1">
            <a:alpha val="90000"/>
            <a:hueOff val="0"/>
            <a:satOff val="0"/>
            <a:lumOff val="0"/>
            <a:alphaOff val="0"/>
          </a:schemeClr>
        </a:solidFill>
        <a:ln w="6350" cap="flat" cmpd="sng" algn="ctr">
          <a:solidFill>
            <a:schemeClr val="accent1">
              <a:hueOff val="0"/>
              <a:satOff val="0"/>
              <a:lumOff val="0"/>
              <a:alphaOff val="0"/>
            </a:schemeClr>
          </a:solidFill>
          <a:prstDash val="solid"/>
          <a:miter lim="800000"/>
        </a:ln>
        <a:effectLst/>
      </dsp:spPr>
      <dsp:style>
        <a:lnRef idx="1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/>
      </dsp:style>
    </dsp:sp>
    <dsp:sp modelId="{AABA84C5-D367-3740-811F-273A21F9174D}">
      <dsp:nvSpPr>
        <dsp:cNvPr id="0" name=""/>
        <dsp:cNvSpPr/>
      </dsp:nvSpPr>
      <dsp:spPr>
        <a:xfrm>
          <a:off x="411480" y="2745201"/>
          <a:ext cx="5760720" cy="560880"/>
        </a:xfrm>
        <a:prstGeom prst="roundRect">
          <a:avLst/>
        </a:prstGeom>
        <a:gradFill rotWithShape="0">
          <a:gsLst>
            <a:gs pos="0">
              <a:schemeClr val="accent1">
                <a:hueOff val="0"/>
                <a:satOff val="0"/>
                <a:lumOff val="0"/>
                <a:alphaOff val="0"/>
                <a:satMod val="103000"/>
                <a:lumMod val="102000"/>
                <a:tint val="94000"/>
              </a:schemeClr>
            </a:gs>
            <a:gs pos="50000">
              <a:schemeClr val="accent1">
                <a:hueOff val="0"/>
                <a:satOff val="0"/>
                <a:lumOff val="0"/>
                <a:alphaOff val="0"/>
                <a:satMod val="110000"/>
                <a:lumMod val="100000"/>
                <a:shade val="100000"/>
              </a:schemeClr>
            </a:gs>
            <a:gs pos="100000">
              <a:schemeClr val="accent1">
                <a:hueOff val="0"/>
                <a:satOff val="0"/>
                <a:lumOff val="0"/>
                <a:alphaOff val="0"/>
                <a:lumMod val="99000"/>
                <a:satMod val="120000"/>
                <a:shade val="78000"/>
              </a:schemeClr>
            </a:gs>
          </a:gsLst>
          <a:lin ang="5400000" scaled="0"/>
        </a:gradFill>
        <a:ln>
          <a:noFill/>
        </a:ln>
        <a:effectLst/>
      </dsp:spPr>
      <dsp:style>
        <a:lnRef idx="0">
          <a:scrgbClr r="0" g="0" b="0"/>
        </a:lnRef>
        <a:fillRef idx="3">
          <a:scrgbClr r="0" g="0" b="0"/>
        </a:fillRef>
        <a:effectRef idx="2">
          <a:scrgbClr r="0" g="0" b="0"/>
        </a:effectRef>
        <a:fontRef idx="minor">
          <a:schemeClr val="lt1"/>
        </a:fontRef>
      </dsp:style>
      <dsp:txBody>
        <a:bodyPr spcFirstLastPara="0" vert="horz" wrap="square" lIns="217742" tIns="0" rIns="217742" bIns="0" numCol="1" spcCol="1270" anchor="ctr" anchorCtr="0">
          <a:noAutofit/>
        </a:bodyPr>
        <a:lstStyle/>
        <a:p>
          <a:pPr marL="0" lvl="0" indent="0" algn="l" defTabSz="844550" rtl="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de-DE" sz="1900" kern="1200" dirty="0" err="1"/>
            <a:t>Favor</a:t>
          </a:r>
          <a:r>
            <a:rPr lang="de-DE" sz="1900" kern="1200" dirty="0"/>
            <a:t> Delegation </a:t>
          </a:r>
          <a:r>
            <a:rPr lang="de-DE" sz="1900" kern="1200" dirty="0" err="1"/>
            <a:t>over</a:t>
          </a:r>
          <a:r>
            <a:rPr lang="de-DE" sz="1900" kern="1200" dirty="0"/>
            <a:t> </a:t>
          </a:r>
          <a:r>
            <a:rPr lang="de-DE" sz="1900" kern="1200" dirty="0" err="1"/>
            <a:t>inheritance</a:t>
          </a:r>
          <a:r>
            <a:rPr lang="de-DE" sz="1900" kern="1200" dirty="0"/>
            <a:t>.</a:t>
          </a:r>
        </a:p>
      </dsp:txBody>
      <dsp:txXfrm>
        <a:off x="438860" y="2772581"/>
        <a:ext cx="5705960" cy="506120"/>
      </dsp:txXfrm>
    </dsp:sp>
    <dsp:sp modelId="{6387FF60-1556-F646-BEF2-EFDFA3F1F8AE}">
      <dsp:nvSpPr>
        <dsp:cNvPr id="0" name=""/>
        <dsp:cNvSpPr/>
      </dsp:nvSpPr>
      <dsp:spPr>
        <a:xfrm>
          <a:off x="0" y="3887481"/>
          <a:ext cx="8229600" cy="478800"/>
        </a:xfrm>
        <a:prstGeom prst="rect">
          <a:avLst/>
        </a:prstGeom>
        <a:solidFill>
          <a:schemeClr val="lt1">
            <a:alpha val="90000"/>
            <a:hueOff val="0"/>
            <a:satOff val="0"/>
            <a:lumOff val="0"/>
            <a:alphaOff val="0"/>
          </a:schemeClr>
        </a:solidFill>
        <a:ln w="6350" cap="flat" cmpd="sng" algn="ctr">
          <a:solidFill>
            <a:schemeClr val="accent1">
              <a:hueOff val="0"/>
              <a:satOff val="0"/>
              <a:lumOff val="0"/>
              <a:alphaOff val="0"/>
            </a:schemeClr>
          </a:solidFill>
          <a:prstDash val="solid"/>
          <a:miter lim="800000"/>
        </a:ln>
        <a:effectLst/>
      </dsp:spPr>
      <dsp:style>
        <a:lnRef idx="1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/>
      </dsp:style>
    </dsp:sp>
    <dsp:sp modelId="{0A9A284D-6452-BB41-99E7-07D3AE11220D}">
      <dsp:nvSpPr>
        <dsp:cNvPr id="0" name=""/>
        <dsp:cNvSpPr/>
      </dsp:nvSpPr>
      <dsp:spPr>
        <a:xfrm>
          <a:off x="411480" y="3607041"/>
          <a:ext cx="5760720" cy="560880"/>
        </a:xfrm>
        <a:prstGeom prst="roundRect">
          <a:avLst/>
        </a:prstGeom>
        <a:gradFill rotWithShape="0">
          <a:gsLst>
            <a:gs pos="0">
              <a:schemeClr val="accent1">
                <a:hueOff val="0"/>
                <a:satOff val="0"/>
                <a:lumOff val="0"/>
                <a:alphaOff val="0"/>
                <a:satMod val="103000"/>
                <a:lumMod val="102000"/>
                <a:tint val="94000"/>
              </a:schemeClr>
            </a:gs>
            <a:gs pos="50000">
              <a:schemeClr val="accent1">
                <a:hueOff val="0"/>
                <a:satOff val="0"/>
                <a:lumOff val="0"/>
                <a:alphaOff val="0"/>
                <a:satMod val="110000"/>
                <a:lumMod val="100000"/>
                <a:shade val="100000"/>
              </a:schemeClr>
            </a:gs>
            <a:gs pos="100000">
              <a:schemeClr val="accent1">
                <a:hueOff val="0"/>
                <a:satOff val="0"/>
                <a:lumOff val="0"/>
                <a:alphaOff val="0"/>
                <a:lumMod val="99000"/>
                <a:satMod val="120000"/>
                <a:shade val="78000"/>
              </a:schemeClr>
            </a:gs>
          </a:gsLst>
          <a:lin ang="5400000" scaled="0"/>
        </a:gradFill>
        <a:ln>
          <a:noFill/>
        </a:ln>
        <a:effectLst/>
      </dsp:spPr>
      <dsp:style>
        <a:lnRef idx="0">
          <a:scrgbClr r="0" g="0" b="0"/>
        </a:lnRef>
        <a:fillRef idx="3">
          <a:scrgbClr r="0" g="0" b="0"/>
        </a:fillRef>
        <a:effectRef idx="2">
          <a:scrgbClr r="0" g="0" b="0"/>
        </a:effectRef>
        <a:fontRef idx="minor">
          <a:schemeClr val="lt1"/>
        </a:fontRef>
      </dsp:style>
      <dsp:txBody>
        <a:bodyPr spcFirstLastPara="0" vert="horz" wrap="square" lIns="217742" tIns="0" rIns="217742" bIns="0" numCol="1" spcCol="1270" anchor="ctr" anchorCtr="0">
          <a:noAutofit/>
        </a:bodyPr>
        <a:lstStyle/>
        <a:p>
          <a:pPr marL="0" lvl="0" indent="0" algn="l" defTabSz="844550" rtl="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de-DE" sz="1900" kern="1200" dirty="0"/>
            <a:t>Verschiedene Möglichkeiten Netze aufzubauen.</a:t>
          </a:r>
        </a:p>
      </dsp:txBody>
      <dsp:txXfrm>
        <a:off x="438860" y="3634421"/>
        <a:ext cx="5705960" cy="506120"/>
      </dsp:txXfrm>
    </dsp:sp>
  </dsp:spTree>
</dsp:drawing>
</file>

<file path=ppt/diagrams/drawing11.xml><?xml version="1.0" encoding="utf-8"?>
<dsp:drawing xmlns:dgm="http://schemas.openxmlformats.org/drawingml/2006/diagram" xmlns:dsp="http://schemas.microsoft.com/office/drawing/2008/diagram" xmlns:a="http://schemas.openxmlformats.org/drawingml/2006/main">
  <dsp:spTree>
    <dsp:nvGrpSpPr>
      <dsp:cNvPr id="0" name=""/>
      <dsp:cNvGrpSpPr/>
    </dsp:nvGrpSpPr>
    <dsp:grpSpPr/>
    <dsp:sp modelId="{936B98D3-800E-F74A-9A0F-E2FFD80B7A9A}">
      <dsp:nvSpPr>
        <dsp:cNvPr id="0" name=""/>
        <dsp:cNvSpPr/>
      </dsp:nvSpPr>
      <dsp:spPr>
        <a:xfrm>
          <a:off x="86583" y="610611"/>
          <a:ext cx="2889187" cy="339904"/>
        </a:xfrm>
        <a:prstGeom prst="rect">
          <a:avLst/>
        </a:prstGeom>
        <a:gradFill rotWithShape="0">
          <a:gsLst>
            <a:gs pos="0">
              <a:schemeClr val="accent1">
                <a:hueOff val="0"/>
                <a:satOff val="0"/>
                <a:lumOff val="0"/>
                <a:alphaOff val="0"/>
                <a:satMod val="103000"/>
                <a:lumMod val="102000"/>
                <a:tint val="94000"/>
              </a:schemeClr>
            </a:gs>
            <a:gs pos="50000">
              <a:schemeClr val="accent1">
                <a:hueOff val="0"/>
                <a:satOff val="0"/>
                <a:lumOff val="0"/>
                <a:alphaOff val="0"/>
                <a:satMod val="110000"/>
                <a:lumMod val="100000"/>
                <a:shade val="100000"/>
              </a:schemeClr>
            </a:gs>
            <a:gs pos="100000">
              <a:schemeClr val="accent1">
                <a:hueOff val="0"/>
                <a:satOff val="0"/>
                <a:lumOff val="0"/>
                <a:alphaOff val="0"/>
                <a:lumMod val="99000"/>
                <a:satMod val="120000"/>
                <a:shade val="78000"/>
              </a:schemeClr>
            </a:gs>
          </a:gsLst>
          <a:lin ang="5400000" scaled="0"/>
        </a:gradFill>
        <a:ln w="6350" cap="flat" cmpd="sng" algn="ctr">
          <a:solidFill>
            <a:schemeClr val="accent1">
              <a:hueOff val="0"/>
              <a:satOff val="0"/>
              <a:lumOff val="0"/>
              <a:alphaOff val="0"/>
            </a:schemeClr>
          </a:solidFill>
          <a:prstDash val="solid"/>
          <a:miter lim="800000"/>
        </a:ln>
        <a:effectLst/>
        <a:scene3d>
          <a:camera prst="orthographicFront"/>
          <a:lightRig rig="flat" dir="t"/>
        </a:scene3d>
        <a:sp3d prstMaterial="plastic">
          <a:bevelT w="120900" h="88900"/>
          <a:bevelB w="88900" h="31750" prst="angle"/>
        </a:sp3d>
      </dsp:spPr>
      <dsp:style>
        <a:lnRef idx="1">
          <a:scrgbClr r="0" g="0" b="0"/>
        </a:lnRef>
        <a:fillRef idx="3">
          <a:scrgbClr r="0" g="0" b="0"/>
        </a:fillRef>
        <a:effectRef idx="2">
          <a:scrgbClr r="0" g="0" b="0"/>
        </a:effectRef>
        <a:fontRef idx="minor">
          <a:schemeClr val="lt1"/>
        </a:fontRef>
      </dsp:style>
    </dsp:sp>
    <dsp:sp modelId="{EFBB4F44-452B-744E-8688-A5A644D558E5}">
      <dsp:nvSpPr>
        <dsp:cNvPr id="0" name=""/>
        <dsp:cNvSpPr/>
      </dsp:nvSpPr>
      <dsp:spPr>
        <a:xfrm>
          <a:off x="86583" y="738265"/>
          <a:ext cx="212250" cy="212250"/>
        </a:xfrm>
        <a:prstGeom prst="rect">
          <a:avLst/>
        </a:prstGeom>
        <a:solidFill>
          <a:schemeClr val="lt1">
            <a:alpha val="90000"/>
            <a:hueOff val="0"/>
            <a:satOff val="0"/>
            <a:lumOff val="0"/>
            <a:alphaOff val="0"/>
          </a:schemeClr>
        </a:solidFill>
        <a:ln w="6350" cap="flat" cmpd="sng" algn="ctr">
          <a:solidFill>
            <a:schemeClr val="accent1">
              <a:hueOff val="0"/>
              <a:satOff val="0"/>
              <a:lumOff val="0"/>
              <a:alphaOff val="0"/>
            </a:schemeClr>
          </a:solidFill>
          <a:prstDash val="solid"/>
          <a:miter lim="800000"/>
        </a:ln>
        <a:effectLst/>
        <a:scene3d>
          <a:camera prst="orthographicFront"/>
          <a:lightRig rig="flat" dir="t"/>
        </a:scene3d>
        <a:sp3d z="190500" extrusionH="12700" prstMaterial="plastic">
          <a:bevelT w="50800" h="50800"/>
        </a:sp3d>
      </dsp:spPr>
      <dsp:style>
        <a:lnRef idx="1">
          <a:scrgbClr r="0" g="0" b="0"/>
        </a:lnRef>
        <a:fillRef idx="1">
          <a:scrgbClr r="0" g="0" b="0"/>
        </a:fillRef>
        <a:effectRef idx="2">
          <a:scrgbClr r="0" g="0" b="0"/>
        </a:effectRef>
        <a:fontRef idx="minor"/>
      </dsp:style>
    </dsp:sp>
    <dsp:sp modelId="{4FC99E78-1155-0845-8512-C9CBF1EAC6CC}">
      <dsp:nvSpPr>
        <dsp:cNvPr id="0" name=""/>
        <dsp:cNvSpPr/>
      </dsp:nvSpPr>
      <dsp:spPr>
        <a:xfrm>
          <a:off x="86583" y="0"/>
          <a:ext cx="2889187" cy="610611"/>
        </a:xfrm>
        <a:prstGeom prst="rect">
          <a:avLst/>
        </a:prstGeom>
        <a:noFill/>
        <a:ln>
          <a:noFill/>
        </a:ln>
        <a:effectLst/>
      </dsp:spPr>
      <dsp:style>
        <a:lnRef idx="0">
          <a:scrgbClr r="0" g="0" b="0"/>
        </a:lnRef>
        <a:fillRef idx="0">
          <a:scrgbClr r="0" g="0" b="0"/>
        </a:fillRef>
        <a:effectRef idx="0">
          <a:scrgbClr r="0" g="0" b="0"/>
        </a:effectRef>
        <a:fontRef idx="minor"/>
      </dsp:style>
      <dsp:txBody>
        <a:bodyPr spcFirstLastPara="0" vert="horz" wrap="square" lIns="70485" tIns="46990" rIns="70485" bIns="46990" numCol="1" spcCol="1270" anchor="ctr" anchorCtr="0">
          <a:noAutofit/>
        </a:bodyPr>
        <a:lstStyle/>
        <a:p>
          <a:pPr marL="0" lvl="0" indent="0" algn="l" defTabSz="164465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de-DE" sz="3700" kern="1200" dirty="0"/>
            <a:t>intermediate</a:t>
          </a:r>
        </a:p>
      </dsp:txBody>
      <dsp:txXfrm>
        <a:off x="86583" y="0"/>
        <a:ext cx="2889187" cy="610611"/>
      </dsp:txXfrm>
    </dsp:sp>
    <dsp:sp modelId="{F347F7C1-F496-F64F-9104-1061677E3A08}">
      <dsp:nvSpPr>
        <dsp:cNvPr id="0" name=""/>
        <dsp:cNvSpPr/>
      </dsp:nvSpPr>
      <dsp:spPr>
        <a:xfrm>
          <a:off x="86583" y="1233014"/>
          <a:ext cx="212244" cy="212244"/>
        </a:xfrm>
        <a:prstGeom prst="rect">
          <a:avLst/>
        </a:prstGeom>
        <a:solidFill>
          <a:schemeClr val="lt1">
            <a:hueOff val="0"/>
            <a:satOff val="0"/>
            <a:lumOff val="0"/>
            <a:alphaOff val="0"/>
          </a:schemeClr>
        </a:solidFill>
        <a:ln w="6350" cap="flat" cmpd="sng" algn="ctr">
          <a:solidFill>
            <a:schemeClr val="accent1">
              <a:hueOff val="0"/>
              <a:satOff val="0"/>
              <a:lumOff val="0"/>
              <a:alphaOff val="0"/>
            </a:schemeClr>
          </a:solidFill>
          <a:prstDash val="solid"/>
          <a:miter lim="800000"/>
        </a:ln>
        <a:effectLst/>
        <a:scene3d>
          <a:camera prst="orthographicFront"/>
          <a:lightRig rig="flat" dir="t"/>
        </a:scene3d>
        <a:sp3d z="190500" extrusionH="12700" prstMaterial="plastic">
          <a:bevelT w="50800" h="50800"/>
        </a:sp3d>
      </dsp:spPr>
      <dsp:style>
        <a:lnRef idx="1">
          <a:scrgbClr r="0" g="0" b="0"/>
        </a:lnRef>
        <a:fillRef idx="1">
          <a:scrgbClr r="0" g="0" b="0"/>
        </a:fillRef>
        <a:effectRef idx="2">
          <a:scrgbClr r="0" g="0" b="0"/>
        </a:effectRef>
        <a:fontRef idx="minor"/>
      </dsp:style>
    </dsp:sp>
    <dsp:sp modelId="{C5C4DBBF-59F3-834F-A223-831DC26DDE50}">
      <dsp:nvSpPr>
        <dsp:cNvPr id="0" name=""/>
        <dsp:cNvSpPr/>
      </dsp:nvSpPr>
      <dsp:spPr>
        <a:xfrm>
          <a:off x="288826" y="1091764"/>
          <a:ext cx="2686944" cy="494743"/>
        </a:xfrm>
        <a:prstGeom prst="rect">
          <a:avLst/>
        </a:prstGeom>
        <a:noFill/>
        <a:ln>
          <a:noFill/>
        </a:ln>
        <a:effectLst/>
      </dsp:spPr>
      <dsp:style>
        <a:lnRef idx="0">
          <a:scrgbClr r="0" g="0" b="0"/>
        </a:lnRef>
        <a:fillRef idx="0">
          <a:scrgbClr r="0" g="0" b="0"/>
        </a:fillRef>
        <a:effectRef idx="0">
          <a:scrgbClr r="0" g="0" b="0"/>
        </a:effectRef>
        <a:fontRef idx="minor"/>
      </dsp:style>
      <dsp:txBody>
        <a:bodyPr spcFirstLastPara="0" vert="horz" wrap="square" lIns="120904" tIns="120904" rIns="120904" bIns="120904" numCol="1" spcCol="1270" anchor="ctr" anchorCtr="0">
          <a:noAutofit/>
        </a:bodyPr>
        <a:lstStyle/>
        <a:p>
          <a:pPr marL="0" lvl="0" indent="0" algn="l" defTabSz="75565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de-DE" sz="1700" kern="1200" dirty="0" err="1"/>
            <a:t>filter</a:t>
          </a:r>
          <a:endParaRPr lang="de-DE" sz="1700" kern="1200" dirty="0"/>
        </a:p>
      </dsp:txBody>
      <dsp:txXfrm>
        <a:off x="288826" y="1091764"/>
        <a:ext cx="2686944" cy="494743"/>
      </dsp:txXfrm>
    </dsp:sp>
    <dsp:sp modelId="{8D6D2AA9-EA8F-634D-B9BE-DAA48591AC4E}">
      <dsp:nvSpPr>
        <dsp:cNvPr id="0" name=""/>
        <dsp:cNvSpPr/>
      </dsp:nvSpPr>
      <dsp:spPr>
        <a:xfrm>
          <a:off x="86583" y="1727757"/>
          <a:ext cx="212244" cy="212244"/>
        </a:xfrm>
        <a:prstGeom prst="rect">
          <a:avLst/>
        </a:prstGeom>
        <a:solidFill>
          <a:schemeClr val="lt1">
            <a:hueOff val="0"/>
            <a:satOff val="0"/>
            <a:lumOff val="0"/>
            <a:alphaOff val="0"/>
          </a:schemeClr>
        </a:solidFill>
        <a:ln w="6350" cap="flat" cmpd="sng" algn="ctr">
          <a:solidFill>
            <a:schemeClr val="accent1">
              <a:hueOff val="0"/>
              <a:satOff val="0"/>
              <a:lumOff val="0"/>
              <a:alphaOff val="0"/>
            </a:schemeClr>
          </a:solidFill>
          <a:prstDash val="solid"/>
          <a:miter lim="800000"/>
        </a:ln>
        <a:effectLst/>
        <a:scene3d>
          <a:camera prst="orthographicFront"/>
          <a:lightRig rig="flat" dir="t"/>
        </a:scene3d>
        <a:sp3d z="190500" extrusionH="12700" prstMaterial="plastic">
          <a:bevelT w="50800" h="50800"/>
        </a:sp3d>
      </dsp:spPr>
      <dsp:style>
        <a:lnRef idx="1">
          <a:scrgbClr r="0" g="0" b="0"/>
        </a:lnRef>
        <a:fillRef idx="1">
          <a:scrgbClr r="0" g="0" b="0"/>
        </a:fillRef>
        <a:effectRef idx="2">
          <a:scrgbClr r="0" g="0" b="0"/>
        </a:effectRef>
        <a:fontRef idx="minor"/>
      </dsp:style>
    </dsp:sp>
    <dsp:sp modelId="{0EA5CB1D-5FD4-DE49-BD8B-06A65406B791}">
      <dsp:nvSpPr>
        <dsp:cNvPr id="0" name=""/>
        <dsp:cNvSpPr/>
      </dsp:nvSpPr>
      <dsp:spPr>
        <a:xfrm>
          <a:off x="288826" y="1586508"/>
          <a:ext cx="2686944" cy="494743"/>
        </a:xfrm>
        <a:prstGeom prst="rect">
          <a:avLst/>
        </a:prstGeom>
        <a:noFill/>
        <a:ln>
          <a:noFill/>
        </a:ln>
        <a:effectLst/>
      </dsp:spPr>
      <dsp:style>
        <a:lnRef idx="0">
          <a:scrgbClr r="0" g="0" b="0"/>
        </a:lnRef>
        <a:fillRef idx="0">
          <a:scrgbClr r="0" g="0" b="0"/>
        </a:fillRef>
        <a:effectRef idx="0">
          <a:scrgbClr r="0" g="0" b="0"/>
        </a:effectRef>
        <a:fontRef idx="minor"/>
      </dsp:style>
      <dsp:txBody>
        <a:bodyPr spcFirstLastPara="0" vert="horz" wrap="square" lIns="120904" tIns="120904" rIns="120904" bIns="120904" numCol="1" spcCol="1270" anchor="ctr" anchorCtr="0">
          <a:noAutofit/>
        </a:bodyPr>
        <a:lstStyle/>
        <a:p>
          <a:pPr marL="0" lvl="0" indent="0" algn="l" defTabSz="75565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de-DE" sz="1700" kern="1200"/>
            <a:t>map</a:t>
          </a:r>
          <a:endParaRPr lang="de-DE" sz="1700" kern="1200" dirty="0"/>
        </a:p>
      </dsp:txBody>
      <dsp:txXfrm>
        <a:off x="288826" y="1586508"/>
        <a:ext cx="2686944" cy="494743"/>
      </dsp:txXfrm>
    </dsp:sp>
    <dsp:sp modelId="{8233E98F-D7DA-4345-A3B5-274A61A28C68}">
      <dsp:nvSpPr>
        <dsp:cNvPr id="0" name=""/>
        <dsp:cNvSpPr/>
      </dsp:nvSpPr>
      <dsp:spPr>
        <a:xfrm>
          <a:off x="86583" y="2222500"/>
          <a:ext cx="212244" cy="212244"/>
        </a:xfrm>
        <a:prstGeom prst="rect">
          <a:avLst/>
        </a:prstGeom>
        <a:solidFill>
          <a:schemeClr val="lt1">
            <a:hueOff val="0"/>
            <a:satOff val="0"/>
            <a:lumOff val="0"/>
            <a:alphaOff val="0"/>
          </a:schemeClr>
        </a:solidFill>
        <a:ln w="6350" cap="flat" cmpd="sng" algn="ctr">
          <a:solidFill>
            <a:schemeClr val="accent1">
              <a:hueOff val="0"/>
              <a:satOff val="0"/>
              <a:lumOff val="0"/>
              <a:alphaOff val="0"/>
            </a:schemeClr>
          </a:solidFill>
          <a:prstDash val="solid"/>
          <a:miter lim="800000"/>
        </a:ln>
        <a:effectLst/>
        <a:scene3d>
          <a:camera prst="orthographicFront"/>
          <a:lightRig rig="flat" dir="t"/>
        </a:scene3d>
        <a:sp3d z="190500" extrusionH="12700" prstMaterial="plastic">
          <a:bevelT w="50800" h="50800"/>
        </a:sp3d>
      </dsp:spPr>
      <dsp:style>
        <a:lnRef idx="1">
          <a:scrgbClr r="0" g="0" b="0"/>
        </a:lnRef>
        <a:fillRef idx="1">
          <a:scrgbClr r="0" g="0" b="0"/>
        </a:fillRef>
        <a:effectRef idx="2">
          <a:scrgbClr r="0" g="0" b="0"/>
        </a:effectRef>
        <a:fontRef idx="minor"/>
      </dsp:style>
    </dsp:sp>
    <dsp:sp modelId="{DED6C75D-1E28-434D-853E-2D29D3E7710C}">
      <dsp:nvSpPr>
        <dsp:cNvPr id="0" name=""/>
        <dsp:cNvSpPr/>
      </dsp:nvSpPr>
      <dsp:spPr>
        <a:xfrm>
          <a:off x="288826" y="2081251"/>
          <a:ext cx="2686944" cy="494743"/>
        </a:xfrm>
        <a:prstGeom prst="rect">
          <a:avLst/>
        </a:prstGeom>
        <a:noFill/>
        <a:ln>
          <a:noFill/>
        </a:ln>
        <a:effectLst/>
      </dsp:spPr>
      <dsp:style>
        <a:lnRef idx="0">
          <a:scrgbClr r="0" g="0" b="0"/>
        </a:lnRef>
        <a:fillRef idx="0">
          <a:scrgbClr r="0" g="0" b="0"/>
        </a:fillRef>
        <a:effectRef idx="0">
          <a:scrgbClr r="0" g="0" b="0"/>
        </a:effectRef>
        <a:fontRef idx="minor"/>
      </dsp:style>
      <dsp:txBody>
        <a:bodyPr spcFirstLastPara="0" vert="horz" wrap="square" lIns="120904" tIns="120904" rIns="120904" bIns="120904" numCol="1" spcCol="1270" anchor="ctr" anchorCtr="0">
          <a:noAutofit/>
        </a:bodyPr>
        <a:lstStyle/>
        <a:p>
          <a:pPr marL="0" lvl="0" indent="0" algn="l" defTabSz="75565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de-DE" sz="1700" kern="1200" dirty="0" err="1"/>
            <a:t>sorted</a:t>
          </a:r>
          <a:endParaRPr lang="de-DE" sz="1700" kern="1200" dirty="0"/>
        </a:p>
      </dsp:txBody>
      <dsp:txXfrm>
        <a:off x="288826" y="2081251"/>
        <a:ext cx="2686944" cy="494743"/>
      </dsp:txXfrm>
    </dsp:sp>
    <dsp:sp modelId="{88E757B0-4E49-9A40-B9F2-A0850E6FE243}">
      <dsp:nvSpPr>
        <dsp:cNvPr id="0" name=""/>
        <dsp:cNvSpPr/>
      </dsp:nvSpPr>
      <dsp:spPr>
        <a:xfrm>
          <a:off x="86583" y="2717244"/>
          <a:ext cx="212244" cy="212244"/>
        </a:xfrm>
        <a:prstGeom prst="rect">
          <a:avLst/>
        </a:prstGeom>
        <a:solidFill>
          <a:schemeClr val="lt1">
            <a:hueOff val="0"/>
            <a:satOff val="0"/>
            <a:lumOff val="0"/>
            <a:alphaOff val="0"/>
          </a:schemeClr>
        </a:solidFill>
        <a:ln w="6350" cap="flat" cmpd="sng" algn="ctr">
          <a:solidFill>
            <a:schemeClr val="accent1">
              <a:hueOff val="0"/>
              <a:satOff val="0"/>
              <a:lumOff val="0"/>
              <a:alphaOff val="0"/>
            </a:schemeClr>
          </a:solidFill>
          <a:prstDash val="solid"/>
          <a:miter lim="800000"/>
        </a:ln>
        <a:effectLst/>
        <a:scene3d>
          <a:camera prst="orthographicFront"/>
          <a:lightRig rig="flat" dir="t"/>
        </a:scene3d>
        <a:sp3d z="190500" extrusionH="12700" prstMaterial="plastic">
          <a:bevelT w="50800" h="50800"/>
        </a:sp3d>
      </dsp:spPr>
      <dsp:style>
        <a:lnRef idx="1">
          <a:scrgbClr r="0" g="0" b="0"/>
        </a:lnRef>
        <a:fillRef idx="1">
          <a:scrgbClr r="0" g="0" b="0"/>
        </a:fillRef>
        <a:effectRef idx="2">
          <a:scrgbClr r="0" g="0" b="0"/>
        </a:effectRef>
        <a:fontRef idx="minor"/>
      </dsp:style>
    </dsp:sp>
    <dsp:sp modelId="{041626F9-A23B-F246-8047-0BCF07C14460}">
      <dsp:nvSpPr>
        <dsp:cNvPr id="0" name=""/>
        <dsp:cNvSpPr/>
      </dsp:nvSpPr>
      <dsp:spPr>
        <a:xfrm>
          <a:off x="288826" y="2575995"/>
          <a:ext cx="2686944" cy="494743"/>
        </a:xfrm>
        <a:prstGeom prst="rect">
          <a:avLst/>
        </a:prstGeom>
        <a:noFill/>
        <a:ln>
          <a:noFill/>
        </a:ln>
        <a:effectLst/>
      </dsp:spPr>
      <dsp:style>
        <a:lnRef idx="0">
          <a:scrgbClr r="0" g="0" b="0"/>
        </a:lnRef>
        <a:fillRef idx="0">
          <a:scrgbClr r="0" g="0" b="0"/>
        </a:fillRef>
        <a:effectRef idx="0">
          <a:scrgbClr r="0" g="0" b="0"/>
        </a:effectRef>
        <a:fontRef idx="minor"/>
      </dsp:style>
      <dsp:txBody>
        <a:bodyPr spcFirstLastPara="0" vert="horz" wrap="square" lIns="120904" tIns="120904" rIns="120904" bIns="120904" numCol="1" spcCol="1270" anchor="ctr" anchorCtr="0">
          <a:noAutofit/>
        </a:bodyPr>
        <a:lstStyle/>
        <a:p>
          <a:pPr marL="0" lvl="0" indent="0" algn="l" defTabSz="75565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de-DE" sz="1700" kern="1200"/>
            <a:t>distinct</a:t>
          </a:r>
          <a:endParaRPr lang="de-DE" sz="1700" kern="1200" dirty="0"/>
        </a:p>
      </dsp:txBody>
      <dsp:txXfrm>
        <a:off x="288826" y="2575995"/>
        <a:ext cx="2686944" cy="494743"/>
      </dsp:txXfrm>
    </dsp:sp>
    <dsp:sp modelId="{F692CA78-A415-F641-9D76-A55F8BBAEDC7}">
      <dsp:nvSpPr>
        <dsp:cNvPr id="0" name=""/>
        <dsp:cNvSpPr/>
      </dsp:nvSpPr>
      <dsp:spPr>
        <a:xfrm>
          <a:off x="86583" y="3211987"/>
          <a:ext cx="212244" cy="212244"/>
        </a:xfrm>
        <a:prstGeom prst="rect">
          <a:avLst/>
        </a:prstGeom>
        <a:solidFill>
          <a:schemeClr val="lt1">
            <a:hueOff val="0"/>
            <a:satOff val="0"/>
            <a:lumOff val="0"/>
            <a:alphaOff val="0"/>
          </a:schemeClr>
        </a:solidFill>
        <a:ln w="6350" cap="flat" cmpd="sng" algn="ctr">
          <a:solidFill>
            <a:schemeClr val="accent1">
              <a:hueOff val="0"/>
              <a:satOff val="0"/>
              <a:lumOff val="0"/>
              <a:alphaOff val="0"/>
            </a:schemeClr>
          </a:solidFill>
          <a:prstDash val="solid"/>
          <a:miter lim="800000"/>
        </a:ln>
        <a:effectLst/>
        <a:scene3d>
          <a:camera prst="orthographicFront"/>
          <a:lightRig rig="flat" dir="t"/>
        </a:scene3d>
        <a:sp3d z="190500" extrusionH="12700" prstMaterial="plastic">
          <a:bevelT w="50800" h="50800"/>
        </a:sp3d>
      </dsp:spPr>
      <dsp:style>
        <a:lnRef idx="1">
          <a:scrgbClr r="0" g="0" b="0"/>
        </a:lnRef>
        <a:fillRef idx="1">
          <a:scrgbClr r="0" g="0" b="0"/>
        </a:fillRef>
        <a:effectRef idx="2">
          <a:scrgbClr r="0" g="0" b="0"/>
        </a:effectRef>
        <a:fontRef idx="minor"/>
      </dsp:style>
    </dsp:sp>
    <dsp:sp modelId="{D849052E-1296-C04D-A318-77E326D99888}">
      <dsp:nvSpPr>
        <dsp:cNvPr id="0" name=""/>
        <dsp:cNvSpPr/>
      </dsp:nvSpPr>
      <dsp:spPr>
        <a:xfrm>
          <a:off x="288826" y="3070738"/>
          <a:ext cx="2686944" cy="494743"/>
        </a:xfrm>
        <a:prstGeom prst="rect">
          <a:avLst/>
        </a:prstGeom>
        <a:noFill/>
        <a:ln>
          <a:noFill/>
        </a:ln>
        <a:effectLst/>
      </dsp:spPr>
      <dsp:style>
        <a:lnRef idx="0">
          <a:scrgbClr r="0" g="0" b="0"/>
        </a:lnRef>
        <a:fillRef idx="0">
          <a:scrgbClr r="0" g="0" b="0"/>
        </a:fillRef>
        <a:effectRef idx="0">
          <a:scrgbClr r="0" g="0" b="0"/>
        </a:effectRef>
        <a:fontRef idx="minor"/>
      </dsp:style>
      <dsp:txBody>
        <a:bodyPr spcFirstLastPara="0" vert="horz" wrap="square" lIns="120904" tIns="120904" rIns="120904" bIns="120904" numCol="1" spcCol="1270" anchor="ctr" anchorCtr="0">
          <a:noAutofit/>
        </a:bodyPr>
        <a:lstStyle/>
        <a:p>
          <a:pPr marL="0" lvl="0" indent="0" algn="l" defTabSz="75565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de-DE" sz="1700" kern="1200" dirty="0" err="1"/>
            <a:t>limit</a:t>
          </a:r>
          <a:endParaRPr lang="de-DE" sz="1700" kern="1200" dirty="0"/>
        </a:p>
      </dsp:txBody>
      <dsp:txXfrm>
        <a:off x="288826" y="3070738"/>
        <a:ext cx="2686944" cy="494743"/>
      </dsp:txXfrm>
    </dsp:sp>
    <dsp:sp modelId="{9D1E9075-AD49-9D42-AB06-CF9F4E42983B}">
      <dsp:nvSpPr>
        <dsp:cNvPr id="0" name=""/>
        <dsp:cNvSpPr/>
      </dsp:nvSpPr>
      <dsp:spPr>
        <a:xfrm>
          <a:off x="86583" y="3706731"/>
          <a:ext cx="212244" cy="212244"/>
        </a:xfrm>
        <a:prstGeom prst="rect">
          <a:avLst/>
        </a:prstGeom>
        <a:solidFill>
          <a:schemeClr val="lt1">
            <a:hueOff val="0"/>
            <a:satOff val="0"/>
            <a:lumOff val="0"/>
            <a:alphaOff val="0"/>
          </a:schemeClr>
        </a:solidFill>
        <a:ln w="6350" cap="flat" cmpd="sng" algn="ctr">
          <a:solidFill>
            <a:schemeClr val="accent1">
              <a:hueOff val="0"/>
              <a:satOff val="0"/>
              <a:lumOff val="0"/>
              <a:alphaOff val="0"/>
            </a:schemeClr>
          </a:solidFill>
          <a:prstDash val="solid"/>
          <a:miter lim="800000"/>
        </a:ln>
        <a:effectLst/>
        <a:scene3d>
          <a:camera prst="orthographicFront"/>
          <a:lightRig rig="flat" dir="t"/>
        </a:scene3d>
        <a:sp3d z="190500" extrusionH="12700" prstMaterial="plastic">
          <a:bevelT w="50800" h="50800"/>
        </a:sp3d>
      </dsp:spPr>
      <dsp:style>
        <a:lnRef idx="1">
          <a:scrgbClr r="0" g="0" b="0"/>
        </a:lnRef>
        <a:fillRef idx="1">
          <a:scrgbClr r="0" g="0" b="0"/>
        </a:fillRef>
        <a:effectRef idx="2">
          <a:scrgbClr r="0" g="0" b="0"/>
        </a:effectRef>
        <a:fontRef idx="minor"/>
      </dsp:style>
    </dsp:sp>
    <dsp:sp modelId="{A5FBD568-00F0-CA41-9442-45AA230B9268}">
      <dsp:nvSpPr>
        <dsp:cNvPr id="0" name=""/>
        <dsp:cNvSpPr/>
      </dsp:nvSpPr>
      <dsp:spPr>
        <a:xfrm>
          <a:off x="288826" y="3565481"/>
          <a:ext cx="2686944" cy="494743"/>
        </a:xfrm>
        <a:prstGeom prst="rect">
          <a:avLst/>
        </a:prstGeom>
        <a:noFill/>
        <a:ln>
          <a:noFill/>
        </a:ln>
        <a:effectLst/>
      </dsp:spPr>
      <dsp:style>
        <a:lnRef idx="0">
          <a:scrgbClr r="0" g="0" b="0"/>
        </a:lnRef>
        <a:fillRef idx="0">
          <a:scrgbClr r="0" g="0" b="0"/>
        </a:fillRef>
        <a:effectRef idx="0">
          <a:scrgbClr r="0" g="0" b="0"/>
        </a:effectRef>
        <a:fontRef idx="minor"/>
      </dsp:style>
      <dsp:txBody>
        <a:bodyPr spcFirstLastPara="0" vert="horz" wrap="square" lIns="120904" tIns="120904" rIns="120904" bIns="120904" numCol="1" spcCol="1270" anchor="ctr" anchorCtr="0">
          <a:noAutofit/>
        </a:bodyPr>
        <a:lstStyle/>
        <a:p>
          <a:pPr marL="0" lvl="0" indent="0" algn="l" defTabSz="75565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de-DE" sz="1700" kern="1200" dirty="0" err="1"/>
            <a:t>peek</a:t>
          </a:r>
          <a:endParaRPr lang="de-DE" sz="1700" kern="1200" dirty="0"/>
        </a:p>
      </dsp:txBody>
      <dsp:txXfrm>
        <a:off x="288826" y="3565481"/>
        <a:ext cx="2686944" cy="494743"/>
      </dsp:txXfrm>
    </dsp:sp>
    <dsp:sp modelId="{80F5CA70-F5A9-6D46-BBF0-B1BF51B96806}">
      <dsp:nvSpPr>
        <dsp:cNvPr id="0" name=""/>
        <dsp:cNvSpPr/>
      </dsp:nvSpPr>
      <dsp:spPr>
        <a:xfrm>
          <a:off x="3120229" y="610611"/>
          <a:ext cx="2889187" cy="339904"/>
        </a:xfrm>
        <a:prstGeom prst="rect">
          <a:avLst/>
        </a:prstGeom>
        <a:gradFill rotWithShape="0">
          <a:gsLst>
            <a:gs pos="0">
              <a:schemeClr val="accent1">
                <a:hueOff val="0"/>
                <a:satOff val="0"/>
                <a:lumOff val="0"/>
                <a:alphaOff val="0"/>
                <a:satMod val="103000"/>
                <a:lumMod val="102000"/>
                <a:tint val="94000"/>
              </a:schemeClr>
            </a:gs>
            <a:gs pos="50000">
              <a:schemeClr val="accent1">
                <a:hueOff val="0"/>
                <a:satOff val="0"/>
                <a:lumOff val="0"/>
                <a:alphaOff val="0"/>
                <a:satMod val="110000"/>
                <a:lumMod val="100000"/>
                <a:shade val="100000"/>
              </a:schemeClr>
            </a:gs>
            <a:gs pos="100000">
              <a:schemeClr val="accent1">
                <a:hueOff val="0"/>
                <a:satOff val="0"/>
                <a:lumOff val="0"/>
                <a:alphaOff val="0"/>
                <a:lumMod val="99000"/>
                <a:satMod val="120000"/>
                <a:shade val="78000"/>
              </a:schemeClr>
            </a:gs>
          </a:gsLst>
          <a:lin ang="5400000" scaled="0"/>
        </a:gradFill>
        <a:ln w="6350" cap="flat" cmpd="sng" algn="ctr">
          <a:solidFill>
            <a:schemeClr val="accent1">
              <a:hueOff val="0"/>
              <a:satOff val="0"/>
              <a:lumOff val="0"/>
              <a:alphaOff val="0"/>
            </a:schemeClr>
          </a:solidFill>
          <a:prstDash val="solid"/>
          <a:miter lim="800000"/>
        </a:ln>
        <a:effectLst/>
        <a:scene3d>
          <a:camera prst="orthographicFront"/>
          <a:lightRig rig="flat" dir="t"/>
        </a:scene3d>
        <a:sp3d prstMaterial="plastic">
          <a:bevelT w="120900" h="88900"/>
          <a:bevelB w="88900" h="31750" prst="angle"/>
        </a:sp3d>
      </dsp:spPr>
      <dsp:style>
        <a:lnRef idx="1">
          <a:scrgbClr r="0" g="0" b="0"/>
        </a:lnRef>
        <a:fillRef idx="3">
          <a:scrgbClr r="0" g="0" b="0"/>
        </a:fillRef>
        <a:effectRef idx="2">
          <a:scrgbClr r="0" g="0" b="0"/>
        </a:effectRef>
        <a:fontRef idx="minor">
          <a:schemeClr val="lt1"/>
        </a:fontRef>
      </dsp:style>
    </dsp:sp>
    <dsp:sp modelId="{0F8A1F45-F0FE-174D-9804-9F3153FCE4CC}">
      <dsp:nvSpPr>
        <dsp:cNvPr id="0" name=""/>
        <dsp:cNvSpPr/>
      </dsp:nvSpPr>
      <dsp:spPr>
        <a:xfrm>
          <a:off x="3120229" y="738265"/>
          <a:ext cx="212250" cy="212250"/>
        </a:xfrm>
        <a:prstGeom prst="rect">
          <a:avLst/>
        </a:prstGeom>
        <a:solidFill>
          <a:schemeClr val="lt1">
            <a:alpha val="90000"/>
            <a:hueOff val="0"/>
            <a:satOff val="0"/>
            <a:lumOff val="0"/>
            <a:alphaOff val="0"/>
          </a:schemeClr>
        </a:solidFill>
        <a:ln w="6350" cap="flat" cmpd="sng" algn="ctr">
          <a:solidFill>
            <a:schemeClr val="accent1">
              <a:hueOff val="0"/>
              <a:satOff val="0"/>
              <a:lumOff val="0"/>
              <a:alphaOff val="0"/>
            </a:schemeClr>
          </a:solidFill>
          <a:prstDash val="solid"/>
          <a:miter lim="800000"/>
        </a:ln>
        <a:effectLst/>
        <a:scene3d>
          <a:camera prst="orthographicFront"/>
          <a:lightRig rig="flat" dir="t"/>
        </a:scene3d>
        <a:sp3d z="190500" extrusionH="12700" prstMaterial="plastic">
          <a:bevelT w="50800" h="50800"/>
        </a:sp3d>
      </dsp:spPr>
      <dsp:style>
        <a:lnRef idx="1">
          <a:scrgbClr r="0" g="0" b="0"/>
        </a:lnRef>
        <a:fillRef idx="1">
          <a:scrgbClr r="0" g="0" b="0"/>
        </a:fillRef>
        <a:effectRef idx="2">
          <a:scrgbClr r="0" g="0" b="0"/>
        </a:effectRef>
        <a:fontRef idx="minor"/>
      </dsp:style>
    </dsp:sp>
    <dsp:sp modelId="{70D9E660-3672-EB4B-90E2-490E14AE574C}">
      <dsp:nvSpPr>
        <dsp:cNvPr id="0" name=""/>
        <dsp:cNvSpPr/>
      </dsp:nvSpPr>
      <dsp:spPr>
        <a:xfrm>
          <a:off x="3120229" y="0"/>
          <a:ext cx="2889187" cy="610611"/>
        </a:xfrm>
        <a:prstGeom prst="rect">
          <a:avLst/>
        </a:prstGeom>
        <a:noFill/>
        <a:ln>
          <a:noFill/>
        </a:ln>
        <a:effectLst/>
      </dsp:spPr>
      <dsp:style>
        <a:lnRef idx="0">
          <a:scrgbClr r="0" g="0" b="0"/>
        </a:lnRef>
        <a:fillRef idx="0">
          <a:scrgbClr r="0" g="0" b="0"/>
        </a:fillRef>
        <a:effectRef idx="0">
          <a:scrgbClr r="0" g="0" b="0"/>
        </a:effectRef>
        <a:fontRef idx="minor"/>
      </dsp:style>
      <dsp:txBody>
        <a:bodyPr spcFirstLastPara="0" vert="horz" wrap="square" lIns="70485" tIns="46990" rIns="70485" bIns="46990" numCol="1" spcCol="1270" anchor="ctr" anchorCtr="0">
          <a:noAutofit/>
        </a:bodyPr>
        <a:lstStyle/>
        <a:p>
          <a:pPr marL="0" lvl="0" indent="0" algn="l" defTabSz="164465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de-DE" sz="3700" kern="1200" dirty="0"/>
            <a:t>terminal</a:t>
          </a:r>
        </a:p>
      </dsp:txBody>
      <dsp:txXfrm>
        <a:off x="3120229" y="0"/>
        <a:ext cx="2889187" cy="610611"/>
      </dsp:txXfrm>
    </dsp:sp>
    <dsp:sp modelId="{558D38F1-94DA-6E4A-94E3-90E60D86BBEE}">
      <dsp:nvSpPr>
        <dsp:cNvPr id="0" name=""/>
        <dsp:cNvSpPr/>
      </dsp:nvSpPr>
      <dsp:spPr>
        <a:xfrm>
          <a:off x="3120229" y="1233014"/>
          <a:ext cx="212244" cy="212244"/>
        </a:xfrm>
        <a:prstGeom prst="rect">
          <a:avLst/>
        </a:prstGeom>
        <a:solidFill>
          <a:schemeClr val="lt1">
            <a:hueOff val="0"/>
            <a:satOff val="0"/>
            <a:lumOff val="0"/>
            <a:alphaOff val="0"/>
          </a:schemeClr>
        </a:solidFill>
        <a:ln w="6350" cap="flat" cmpd="sng" algn="ctr">
          <a:solidFill>
            <a:schemeClr val="accent1">
              <a:hueOff val="0"/>
              <a:satOff val="0"/>
              <a:lumOff val="0"/>
              <a:alphaOff val="0"/>
            </a:schemeClr>
          </a:solidFill>
          <a:prstDash val="solid"/>
          <a:miter lim="800000"/>
        </a:ln>
        <a:effectLst/>
        <a:scene3d>
          <a:camera prst="orthographicFront"/>
          <a:lightRig rig="flat" dir="t"/>
        </a:scene3d>
        <a:sp3d z="190500" extrusionH="12700" prstMaterial="plastic">
          <a:bevelT w="50800" h="50800"/>
        </a:sp3d>
      </dsp:spPr>
      <dsp:style>
        <a:lnRef idx="1">
          <a:scrgbClr r="0" g="0" b="0"/>
        </a:lnRef>
        <a:fillRef idx="1">
          <a:scrgbClr r="0" g="0" b="0"/>
        </a:fillRef>
        <a:effectRef idx="2">
          <a:scrgbClr r="0" g="0" b="0"/>
        </a:effectRef>
        <a:fontRef idx="minor"/>
      </dsp:style>
    </dsp:sp>
    <dsp:sp modelId="{98267CF4-FDBE-EF4B-9516-67DE565AC5C2}">
      <dsp:nvSpPr>
        <dsp:cNvPr id="0" name=""/>
        <dsp:cNvSpPr/>
      </dsp:nvSpPr>
      <dsp:spPr>
        <a:xfrm>
          <a:off x="3322472" y="1091764"/>
          <a:ext cx="2686944" cy="494743"/>
        </a:xfrm>
        <a:prstGeom prst="rect">
          <a:avLst/>
        </a:prstGeom>
        <a:noFill/>
        <a:ln>
          <a:noFill/>
        </a:ln>
        <a:effectLst/>
      </dsp:spPr>
      <dsp:style>
        <a:lnRef idx="0">
          <a:scrgbClr r="0" g="0" b="0"/>
        </a:lnRef>
        <a:fillRef idx="0">
          <a:scrgbClr r="0" g="0" b="0"/>
        </a:fillRef>
        <a:effectRef idx="0">
          <a:scrgbClr r="0" g="0" b="0"/>
        </a:effectRef>
        <a:fontRef idx="minor"/>
      </dsp:style>
      <dsp:txBody>
        <a:bodyPr spcFirstLastPara="0" vert="horz" wrap="square" lIns="120904" tIns="120904" rIns="120904" bIns="120904" numCol="1" spcCol="1270" anchor="ctr" anchorCtr="0">
          <a:noAutofit/>
        </a:bodyPr>
        <a:lstStyle/>
        <a:p>
          <a:pPr marL="0" lvl="0" indent="0" algn="l" defTabSz="75565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de-DE" sz="1700" kern="1200" dirty="0" err="1"/>
            <a:t>count</a:t>
          </a:r>
          <a:endParaRPr lang="de-DE" sz="1700" kern="1200" dirty="0"/>
        </a:p>
      </dsp:txBody>
      <dsp:txXfrm>
        <a:off x="3322472" y="1091764"/>
        <a:ext cx="2686944" cy="494743"/>
      </dsp:txXfrm>
    </dsp:sp>
    <dsp:sp modelId="{5EB43296-6BB6-9D43-AD57-5910B07E227C}">
      <dsp:nvSpPr>
        <dsp:cNvPr id="0" name=""/>
        <dsp:cNvSpPr/>
      </dsp:nvSpPr>
      <dsp:spPr>
        <a:xfrm>
          <a:off x="3120229" y="1727757"/>
          <a:ext cx="212244" cy="212244"/>
        </a:xfrm>
        <a:prstGeom prst="rect">
          <a:avLst/>
        </a:prstGeom>
        <a:solidFill>
          <a:schemeClr val="lt1">
            <a:hueOff val="0"/>
            <a:satOff val="0"/>
            <a:lumOff val="0"/>
            <a:alphaOff val="0"/>
          </a:schemeClr>
        </a:solidFill>
        <a:ln w="6350" cap="flat" cmpd="sng" algn="ctr">
          <a:solidFill>
            <a:schemeClr val="accent1">
              <a:hueOff val="0"/>
              <a:satOff val="0"/>
              <a:lumOff val="0"/>
              <a:alphaOff val="0"/>
            </a:schemeClr>
          </a:solidFill>
          <a:prstDash val="solid"/>
          <a:miter lim="800000"/>
        </a:ln>
        <a:effectLst/>
        <a:scene3d>
          <a:camera prst="orthographicFront"/>
          <a:lightRig rig="flat" dir="t"/>
        </a:scene3d>
        <a:sp3d z="190500" extrusionH="12700" prstMaterial="plastic">
          <a:bevelT w="50800" h="50800"/>
        </a:sp3d>
      </dsp:spPr>
      <dsp:style>
        <a:lnRef idx="1">
          <a:scrgbClr r="0" g="0" b="0"/>
        </a:lnRef>
        <a:fillRef idx="1">
          <a:scrgbClr r="0" g="0" b="0"/>
        </a:fillRef>
        <a:effectRef idx="2">
          <a:scrgbClr r="0" g="0" b="0"/>
        </a:effectRef>
        <a:fontRef idx="minor"/>
      </dsp:style>
    </dsp:sp>
    <dsp:sp modelId="{AEFE7DCB-6CA6-2447-9655-3627004F00CA}">
      <dsp:nvSpPr>
        <dsp:cNvPr id="0" name=""/>
        <dsp:cNvSpPr/>
      </dsp:nvSpPr>
      <dsp:spPr>
        <a:xfrm>
          <a:off x="3322472" y="1586508"/>
          <a:ext cx="2686944" cy="494743"/>
        </a:xfrm>
        <a:prstGeom prst="rect">
          <a:avLst/>
        </a:prstGeom>
        <a:noFill/>
        <a:ln>
          <a:noFill/>
        </a:ln>
        <a:effectLst/>
      </dsp:spPr>
      <dsp:style>
        <a:lnRef idx="0">
          <a:scrgbClr r="0" g="0" b="0"/>
        </a:lnRef>
        <a:fillRef idx="0">
          <a:scrgbClr r="0" g="0" b="0"/>
        </a:fillRef>
        <a:effectRef idx="0">
          <a:scrgbClr r="0" g="0" b="0"/>
        </a:effectRef>
        <a:fontRef idx="minor"/>
      </dsp:style>
      <dsp:txBody>
        <a:bodyPr spcFirstLastPara="0" vert="horz" wrap="square" lIns="120904" tIns="120904" rIns="120904" bIns="120904" numCol="1" spcCol="1270" anchor="ctr" anchorCtr="0">
          <a:noAutofit/>
        </a:bodyPr>
        <a:lstStyle/>
        <a:p>
          <a:pPr marL="0" lvl="0" indent="0" algn="l" defTabSz="75565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de-DE" sz="1700" kern="1200" dirty="0" err="1"/>
            <a:t>foreach</a:t>
          </a:r>
          <a:endParaRPr lang="de-DE" sz="1700" kern="1200" dirty="0"/>
        </a:p>
      </dsp:txBody>
      <dsp:txXfrm>
        <a:off x="3322472" y="1586508"/>
        <a:ext cx="2686944" cy="494743"/>
      </dsp:txXfrm>
    </dsp:sp>
    <dsp:sp modelId="{AECA63DD-0EB6-1F45-9144-7BC4B2B47254}">
      <dsp:nvSpPr>
        <dsp:cNvPr id="0" name=""/>
        <dsp:cNvSpPr/>
      </dsp:nvSpPr>
      <dsp:spPr>
        <a:xfrm>
          <a:off x="3120229" y="2222500"/>
          <a:ext cx="212244" cy="212244"/>
        </a:xfrm>
        <a:prstGeom prst="rect">
          <a:avLst/>
        </a:prstGeom>
        <a:solidFill>
          <a:schemeClr val="lt1">
            <a:hueOff val="0"/>
            <a:satOff val="0"/>
            <a:lumOff val="0"/>
            <a:alphaOff val="0"/>
          </a:schemeClr>
        </a:solidFill>
        <a:ln w="6350" cap="flat" cmpd="sng" algn="ctr">
          <a:solidFill>
            <a:schemeClr val="accent1">
              <a:hueOff val="0"/>
              <a:satOff val="0"/>
              <a:lumOff val="0"/>
              <a:alphaOff val="0"/>
            </a:schemeClr>
          </a:solidFill>
          <a:prstDash val="solid"/>
          <a:miter lim="800000"/>
        </a:ln>
        <a:effectLst/>
        <a:scene3d>
          <a:camera prst="orthographicFront"/>
          <a:lightRig rig="flat" dir="t"/>
        </a:scene3d>
        <a:sp3d z="190500" extrusionH="12700" prstMaterial="plastic">
          <a:bevelT w="50800" h="50800"/>
        </a:sp3d>
      </dsp:spPr>
      <dsp:style>
        <a:lnRef idx="1">
          <a:scrgbClr r="0" g="0" b="0"/>
        </a:lnRef>
        <a:fillRef idx="1">
          <a:scrgbClr r="0" g="0" b="0"/>
        </a:fillRef>
        <a:effectRef idx="2">
          <a:scrgbClr r="0" g="0" b="0"/>
        </a:effectRef>
        <a:fontRef idx="minor"/>
      </dsp:style>
    </dsp:sp>
    <dsp:sp modelId="{944D9F32-E826-1141-828E-D2235C1AE056}">
      <dsp:nvSpPr>
        <dsp:cNvPr id="0" name=""/>
        <dsp:cNvSpPr/>
      </dsp:nvSpPr>
      <dsp:spPr>
        <a:xfrm>
          <a:off x="3322472" y="2081251"/>
          <a:ext cx="2686944" cy="494743"/>
        </a:xfrm>
        <a:prstGeom prst="rect">
          <a:avLst/>
        </a:prstGeom>
        <a:noFill/>
        <a:ln>
          <a:noFill/>
        </a:ln>
        <a:effectLst/>
      </dsp:spPr>
      <dsp:style>
        <a:lnRef idx="0">
          <a:scrgbClr r="0" g="0" b="0"/>
        </a:lnRef>
        <a:fillRef idx="0">
          <a:scrgbClr r="0" g="0" b="0"/>
        </a:fillRef>
        <a:effectRef idx="0">
          <a:scrgbClr r="0" g="0" b="0"/>
        </a:effectRef>
        <a:fontRef idx="minor"/>
      </dsp:style>
      <dsp:txBody>
        <a:bodyPr spcFirstLastPara="0" vert="horz" wrap="square" lIns="120904" tIns="120904" rIns="120904" bIns="120904" numCol="1" spcCol="1270" anchor="ctr" anchorCtr="0">
          <a:noAutofit/>
        </a:bodyPr>
        <a:lstStyle/>
        <a:p>
          <a:pPr marL="0" lvl="0" indent="0" algn="l" defTabSz="75565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de-DE" sz="1700" kern="1200" dirty="0" err="1"/>
            <a:t>sum</a:t>
          </a:r>
          <a:endParaRPr lang="de-DE" sz="1700" kern="1200" dirty="0"/>
        </a:p>
      </dsp:txBody>
      <dsp:txXfrm>
        <a:off x="3322472" y="2081251"/>
        <a:ext cx="2686944" cy="494743"/>
      </dsp:txXfrm>
    </dsp:sp>
    <dsp:sp modelId="{3F4D3C5B-4DA7-BD43-B520-4BA6790DF61E}">
      <dsp:nvSpPr>
        <dsp:cNvPr id="0" name=""/>
        <dsp:cNvSpPr/>
      </dsp:nvSpPr>
      <dsp:spPr>
        <a:xfrm>
          <a:off x="3120229" y="2717244"/>
          <a:ext cx="212244" cy="212244"/>
        </a:xfrm>
        <a:prstGeom prst="rect">
          <a:avLst/>
        </a:prstGeom>
        <a:solidFill>
          <a:schemeClr val="lt1">
            <a:hueOff val="0"/>
            <a:satOff val="0"/>
            <a:lumOff val="0"/>
            <a:alphaOff val="0"/>
          </a:schemeClr>
        </a:solidFill>
        <a:ln w="6350" cap="flat" cmpd="sng" algn="ctr">
          <a:solidFill>
            <a:schemeClr val="accent1">
              <a:hueOff val="0"/>
              <a:satOff val="0"/>
              <a:lumOff val="0"/>
              <a:alphaOff val="0"/>
            </a:schemeClr>
          </a:solidFill>
          <a:prstDash val="solid"/>
          <a:miter lim="800000"/>
        </a:ln>
        <a:effectLst/>
        <a:scene3d>
          <a:camera prst="orthographicFront"/>
          <a:lightRig rig="flat" dir="t"/>
        </a:scene3d>
        <a:sp3d z="190500" extrusionH="12700" prstMaterial="plastic">
          <a:bevelT w="50800" h="50800"/>
        </a:sp3d>
      </dsp:spPr>
      <dsp:style>
        <a:lnRef idx="1">
          <a:scrgbClr r="0" g="0" b="0"/>
        </a:lnRef>
        <a:fillRef idx="1">
          <a:scrgbClr r="0" g="0" b="0"/>
        </a:fillRef>
        <a:effectRef idx="2">
          <a:scrgbClr r="0" g="0" b="0"/>
        </a:effectRef>
        <a:fontRef idx="minor"/>
      </dsp:style>
    </dsp:sp>
    <dsp:sp modelId="{F89EB8DD-EB8A-8C43-AF21-C13F69153078}">
      <dsp:nvSpPr>
        <dsp:cNvPr id="0" name=""/>
        <dsp:cNvSpPr/>
      </dsp:nvSpPr>
      <dsp:spPr>
        <a:xfrm>
          <a:off x="3322472" y="2575995"/>
          <a:ext cx="2686944" cy="494743"/>
        </a:xfrm>
        <a:prstGeom prst="rect">
          <a:avLst/>
        </a:prstGeom>
        <a:noFill/>
        <a:ln>
          <a:noFill/>
        </a:ln>
        <a:effectLst/>
      </dsp:spPr>
      <dsp:style>
        <a:lnRef idx="0">
          <a:scrgbClr r="0" g="0" b="0"/>
        </a:lnRef>
        <a:fillRef idx="0">
          <a:scrgbClr r="0" g="0" b="0"/>
        </a:fillRef>
        <a:effectRef idx="0">
          <a:scrgbClr r="0" g="0" b="0"/>
        </a:effectRef>
        <a:fontRef idx="minor"/>
      </dsp:style>
      <dsp:txBody>
        <a:bodyPr spcFirstLastPara="0" vert="horz" wrap="square" lIns="120904" tIns="120904" rIns="120904" bIns="120904" numCol="1" spcCol="1270" anchor="ctr" anchorCtr="0">
          <a:noAutofit/>
        </a:bodyPr>
        <a:lstStyle/>
        <a:p>
          <a:pPr marL="0" lvl="0" indent="0" algn="l" defTabSz="75565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de-DE" sz="1700" kern="1200" dirty="0"/>
            <a:t>min/</a:t>
          </a:r>
          <a:r>
            <a:rPr lang="de-DE" sz="1700" kern="1200" dirty="0" err="1"/>
            <a:t>max</a:t>
          </a:r>
          <a:endParaRPr lang="de-DE" sz="1700" kern="1200" dirty="0"/>
        </a:p>
      </dsp:txBody>
      <dsp:txXfrm>
        <a:off x="3322472" y="2575995"/>
        <a:ext cx="2686944" cy="494743"/>
      </dsp:txXfrm>
    </dsp:sp>
    <dsp:sp modelId="{9DEAEA6C-0A14-1A43-B7CF-2DB1F13CB753}">
      <dsp:nvSpPr>
        <dsp:cNvPr id="0" name=""/>
        <dsp:cNvSpPr/>
      </dsp:nvSpPr>
      <dsp:spPr>
        <a:xfrm>
          <a:off x="3120229" y="3211987"/>
          <a:ext cx="212244" cy="212244"/>
        </a:xfrm>
        <a:prstGeom prst="rect">
          <a:avLst/>
        </a:prstGeom>
        <a:solidFill>
          <a:schemeClr val="lt1">
            <a:hueOff val="0"/>
            <a:satOff val="0"/>
            <a:lumOff val="0"/>
            <a:alphaOff val="0"/>
          </a:schemeClr>
        </a:solidFill>
        <a:ln w="6350" cap="flat" cmpd="sng" algn="ctr">
          <a:solidFill>
            <a:schemeClr val="accent1">
              <a:hueOff val="0"/>
              <a:satOff val="0"/>
              <a:lumOff val="0"/>
              <a:alphaOff val="0"/>
            </a:schemeClr>
          </a:solidFill>
          <a:prstDash val="solid"/>
          <a:miter lim="800000"/>
        </a:ln>
        <a:effectLst/>
        <a:scene3d>
          <a:camera prst="orthographicFront"/>
          <a:lightRig rig="flat" dir="t"/>
        </a:scene3d>
        <a:sp3d z="190500" extrusionH="12700" prstMaterial="plastic">
          <a:bevelT w="50800" h="50800"/>
        </a:sp3d>
      </dsp:spPr>
      <dsp:style>
        <a:lnRef idx="1">
          <a:scrgbClr r="0" g="0" b="0"/>
        </a:lnRef>
        <a:fillRef idx="1">
          <a:scrgbClr r="0" g="0" b="0"/>
        </a:fillRef>
        <a:effectRef idx="2">
          <a:scrgbClr r="0" g="0" b="0"/>
        </a:effectRef>
        <a:fontRef idx="minor"/>
      </dsp:style>
    </dsp:sp>
    <dsp:sp modelId="{532B82C2-F03A-054B-9C56-7E7ACF31BCDA}">
      <dsp:nvSpPr>
        <dsp:cNvPr id="0" name=""/>
        <dsp:cNvSpPr/>
      </dsp:nvSpPr>
      <dsp:spPr>
        <a:xfrm>
          <a:off x="3322472" y="3070738"/>
          <a:ext cx="2686944" cy="494743"/>
        </a:xfrm>
        <a:prstGeom prst="rect">
          <a:avLst/>
        </a:prstGeom>
        <a:noFill/>
        <a:ln>
          <a:noFill/>
        </a:ln>
        <a:effectLst/>
      </dsp:spPr>
      <dsp:style>
        <a:lnRef idx="0">
          <a:scrgbClr r="0" g="0" b="0"/>
        </a:lnRef>
        <a:fillRef idx="0">
          <a:scrgbClr r="0" g="0" b="0"/>
        </a:fillRef>
        <a:effectRef idx="0">
          <a:scrgbClr r="0" g="0" b="0"/>
        </a:effectRef>
        <a:fontRef idx="minor"/>
      </dsp:style>
      <dsp:txBody>
        <a:bodyPr spcFirstLastPara="0" vert="horz" wrap="square" lIns="120904" tIns="120904" rIns="120904" bIns="120904" numCol="1" spcCol="1270" anchor="ctr" anchorCtr="0">
          <a:noAutofit/>
        </a:bodyPr>
        <a:lstStyle/>
        <a:p>
          <a:pPr marL="0" lvl="0" indent="0" algn="l" defTabSz="75565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de-DE" sz="1700" kern="1200"/>
            <a:t>reduce</a:t>
          </a:r>
          <a:endParaRPr lang="de-DE" sz="1700" kern="1200" dirty="0"/>
        </a:p>
      </dsp:txBody>
      <dsp:txXfrm>
        <a:off x="3322472" y="3070738"/>
        <a:ext cx="2686944" cy="494743"/>
      </dsp:txXfrm>
    </dsp:sp>
    <dsp:sp modelId="{C77EDB56-4C60-3644-86FB-85B2551EC4FB}">
      <dsp:nvSpPr>
        <dsp:cNvPr id="0" name=""/>
        <dsp:cNvSpPr/>
      </dsp:nvSpPr>
      <dsp:spPr>
        <a:xfrm>
          <a:off x="3120229" y="3706731"/>
          <a:ext cx="212244" cy="212244"/>
        </a:xfrm>
        <a:prstGeom prst="rect">
          <a:avLst/>
        </a:prstGeom>
        <a:solidFill>
          <a:schemeClr val="lt1">
            <a:hueOff val="0"/>
            <a:satOff val="0"/>
            <a:lumOff val="0"/>
            <a:alphaOff val="0"/>
          </a:schemeClr>
        </a:solidFill>
        <a:ln w="6350" cap="flat" cmpd="sng" algn="ctr">
          <a:solidFill>
            <a:schemeClr val="accent1">
              <a:hueOff val="0"/>
              <a:satOff val="0"/>
              <a:lumOff val="0"/>
              <a:alphaOff val="0"/>
            </a:schemeClr>
          </a:solidFill>
          <a:prstDash val="solid"/>
          <a:miter lim="800000"/>
        </a:ln>
        <a:effectLst/>
        <a:scene3d>
          <a:camera prst="orthographicFront"/>
          <a:lightRig rig="flat" dir="t"/>
        </a:scene3d>
        <a:sp3d z="190500" extrusionH="12700" prstMaterial="plastic">
          <a:bevelT w="50800" h="50800"/>
        </a:sp3d>
      </dsp:spPr>
      <dsp:style>
        <a:lnRef idx="1">
          <a:scrgbClr r="0" g="0" b="0"/>
        </a:lnRef>
        <a:fillRef idx="1">
          <a:scrgbClr r="0" g="0" b="0"/>
        </a:fillRef>
        <a:effectRef idx="2">
          <a:scrgbClr r="0" g="0" b="0"/>
        </a:effectRef>
        <a:fontRef idx="minor"/>
      </dsp:style>
    </dsp:sp>
    <dsp:sp modelId="{167598D0-4FB3-AC4C-B6D1-002B6F7BE244}">
      <dsp:nvSpPr>
        <dsp:cNvPr id="0" name=""/>
        <dsp:cNvSpPr/>
      </dsp:nvSpPr>
      <dsp:spPr>
        <a:xfrm>
          <a:off x="3322472" y="3565481"/>
          <a:ext cx="2686944" cy="494743"/>
        </a:xfrm>
        <a:prstGeom prst="rect">
          <a:avLst/>
        </a:prstGeom>
        <a:noFill/>
        <a:ln>
          <a:noFill/>
        </a:ln>
        <a:effectLst/>
      </dsp:spPr>
      <dsp:style>
        <a:lnRef idx="0">
          <a:scrgbClr r="0" g="0" b="0"/>
        </a:lnRef>
        <a:fillRef idx="0">
          <a:scrgbClr r="0" g="0" b="0"/>
        </a:fillRef>
        <a:effectRef idx="0">
          <a:scrgbClr r="0" g="0" b="0"/>
        </a:effectRef>
        <a:fontRef idx="minor"/>
      </dsp:style>
      <dsp:txBody>
        <a:bodyPr spcFirstLastPara="0" vert="horz" wrap="square" lIns="120904" tIns="120904" rIns="120904" bIns="120904" numCol="1" spcCol="1270" anchor="ctr" anchorCtr="0">
          <a:noAutofit/>
        </a:bodyPr>
        <a:lstStyle/>
        <a:p>
          <a:pPr marL="0" lvl="0" indent="0" algn="l" defTabSz="75565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de-DE" sz="1700" kern="1200" dirty="0" err="1"/>
            <a:t>findFirst</a:t>
          </a:r>
          <a:endParaRPr lang="de-DE" sz="1700" kern="1200" dirty="0"/>
        </a:p>
      </dsp:txBody>
      <dsp:txXfrm>
        <a:off x="3322472" y="3565481"/>
        <a:ext cx="2686944" cy="494743"/>
      </dsp:txXfrm>
    </dsp:sp>
  </dsp:spTree>
</dsp:drawing>
</file>

<file path=ppt/diagrams/drawing12.xml><?xml version="1.0" encoding="utf-8"?>
<dsp:drawing xmlns:dgm="http://schemas.openxmlformats.org/drawingml/2006/diagram" xmlns:dsp="http://schemas.microsoft.com/office/drawing/2008/diagram" xmlns:a="http://schemas.openxmlformats.org/drawingml/2006/main">
  <dsp:spTree>
    <dsp:nvGrpSpPr>
      <dsp:cNvPr id="0" name=""/>
      <dsp:cNvGrpSpPr/>
    </dsp:nvGrpSpPr>
    <dsp:grpSpPr/>
    <dsp:sp modelId="{DC60026B-A515-D54B-98B9-73A8945EE08C}">
      <dsp:nvSpPr>
        <dsp:cNvPr id="0" name=""/>
        <dsp:cNvSpPr/>
      </dsp:nvSpPr>
      <dsp:spPr>
        <a:xfrm rot="5400000">
          <a:off x="-236795" y="238852"/>
          <a:ext cx="1578634" cy="1105044"/>
        </a:xfrm>
        <a:prstGeom prst="chevron">
          <a:avLst/>
        </a:prstGeom>
        <a:solidFill>
          <a:schemeClr val="accent1">
            <a:hueOff val="0"/>
            <a:satOff val="0"/>
            <a:lumOff val="0"/>
            <a:alphaOff val="0"/>
          </a:schemeClr>
        </a:solidFill>
        <a:ln>
          <a:noFill/>
        </a:ln>
        <a:effectLst/>
        <a:scene3d>
          <a:camera prst="orthographicFront">
            <a:rot lat="0" lon="0" rev="0"/>
          </a:camera>
          <a:lightRig rig="contrasting" dir="t">
            <a:rot lat="0" lon="0" rev="1200000"/>
          </a:lightRig>
        </a:scene3d>
        <a:sp3d contourW="19050" prstMaterial="metal">
          <a:bevelT w="88900" h="203200"/>
          <a:bevelB w="165100" h="254000"/>
        </a:sp3d>
      </dsp:spPr>
      <dsp:style>
        <a:lnRef idx="0">
          <a:scrgbClr r="0" g="0" b="0"/>
        </a:lnRef>
        <a:fillRef idx="1">
          <a:scrgbClr r="0" g="0" b="0"/>
        </a:fillRef>
        <a:effectRef idx="2">
          <a:scrgbClr r="0" g="0" b="0"/>
        </a:effectRef>
        <a:fontRef idx="minor">
          <a:schemeClr val="lt1"/>
        </a:fontRef>
      </dsp:style>
      <dsp:txBody>
        <a:bodyPr spcFirstLastPara="0" vert="horz" wrap="square" lIns="6985" tIns="6985" rIns="6985" bIns="6985" numCol="1" spcCol="1270" anchor="ctr" anchorCtr="0">
          <a:noAutofit/>
        </a:bodyPr>
        <a:lstStyle/>
        <a:p>
          <a:pPr marL="0" lvl="0" indent="0" algn="ctr" defTabSz="48895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de-DE" sz="1100" kern="1200"/>
            <a:t>Problem:</a:t>
          </a:r>
        </a:p>
      </dsp:txBody>
      <dsp:txXfrm rot="-5400000">
        <a:off x="0" y="554579"/>
        <a:ext cx="1105044" cy="473590"/>
      </dsp:txXfrm>
    </dsp:sp>
    <dsp:sp modelId="{28D90256-420F-594D-9B53-7D6CF3CEFD73}">
      <dsp:nvSpPr>
        <dsp:cNvPr id="0" name=""/>
        <dsp:cNvSpPr/>
      </dsp:nvSpPr>
      <dsp:spPr>
        <a:xfrm rot="5400000">
          <a:off x="5297265" y="-4190163"/>
          <a:ext cx="1026112" cy="9410555"/>
        </a:xfrm>
        <a:prstGeom prst="round2SameRect">
          <a:avLst/>
        </a:prstGeom>
        <a:solidFill>
          <a:schemeClr val="lt1">
            <a:alpha val="90000"/>
            <a:hueOff val="0"/>
            <a:satOff val="0"/>
            <a:lumOff val="0"/>
            <a:alphaOff val="0"/>
          </a:schemeClr>
        </a:solidFill>
        <a:ln>
          <a:noFill/>
        </a:ln>
        <a:effectLst/>
        <a:scene3d>
          <a:camera prst="orthographicFront">
            <a:rot lat="0" lon="0" rev="0"/>
          </a:camera>
          <a:lightRig rig="contrasting" dir="t">
            <a:rot lat="0" lon="0" rev="1200000"/>
          </a:lightRig>
        </a:scene3d>
        <a:sp3d contourW="19050" prstMaterial="metal">
          <a:bevelT w="88900" h="203200"/>
          <a:bevelB w="165100" h="254000"/>
        </a:sp3d>
      </dsp:spPr>
      <dsp:style>
        <a:lnRef idx="0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/>
      </dsp:style>
      <dsp:txBody>
        <a:bodyPr spcFirstLastPara="0" vert="horz" wrap="square" lIns="206248" tIns="18415" rIns="18415" bIns="18415" numCol="1" spcCol="1270" anchor="ctr" anchorCtr="0">
          <a:noAutofit/>
        </a:bodyPr>
        <a:lstStyle/>
        <a:p>
          <a:pPr marL="285750" lvl="1" indent="-285750" algn="l" defTabSz="1289050">
            <a:lnSpc>
              <a:spcPct val="90000"/>
            </a:lnSpc>
            <a:spcBef>
              <a:spcPct val="0"/>
            </a:spcBef>
            <a:spcAft>
              <a:spcPct val="15000"/>
            </a:spcAft>
            <a:buChar char="•"/>
          </a:pPr>
          <a:r>
            <a:rPr lang="de-DE" sz="2900" kern="1200" dirty="0"/>
            <a:t>Routen Konfiguration zur Entwicklungszeit</a:t>
          </a:r>
        </a:p>
        <a:p>
          <a:pPr marL="285750" lvl="1" indent="-285750" algn="l" defTabSz="1289050">
            <a:lnSpc>
              <a:spcPct val="90000"/>
            </a:lnSpc>
            <a:spcBef>
              <a:spcPct val="0"/>
            </a:spcBef>
            <a:spcAft>
              <a:spcPct val="15000"/>
            </a:spcAft>
            <a:buChar char="•"/>
          </a:pPr>
          <a:r>
            <a:rPr lang="de-DE" sz="2900" kern="1200" dirty="0"/>
            <a:t>Somit: Keine statische Route pro Datensatz möglich</a:t>
          </a:r>
        </a:p>
      </dsp:txBody>
      <dsp:txXfrm rot="-5400000">
        <a:off x="1105044" y="52149"/>
        <a:ext cx="9360464" cy="925930"/>
      </dsp:txXfrm>
    </dsp:sp>
    <dsp:sp modelId="{E87F782A-15CE-A24D-9C75-E4576DBC761D}">
      <dsp:nvSpPr>
        <dsp:cNvPr id="0" name=""/>
        <dsp:cNvSpPr/>
      </dsp:nvSpPr>
      <dsp:spPr>
        <a:xfrm rot="5400000">
          <a:off x="-236795" y="1623146"/>
          <a:ext cx="1578634" cy="1105044"/>
        </a:xfrm>
        <a:prstGeom prst="chevron">
          <a:avLst/>
        </a:prstGeom>
        <a:solidFill>
          <a:schemeClr val="accent1">
            <a:hueOff val="0"/>
            <a:satOff val="0"/>
            <a:lumOff val="0"/>
            <a:alphaOff val="0"/>
          </a:schemeClr>
        </a:solidFill>
        <a:ln>
          <a:noFill/>
        </a:ln>
        <a:effectLst/>
        <a:scene3d>
          <a:camera prst="orthographicFront">
            <a:rot lat="0" lon="0" rev="0"/>
          </a:camera>
          <a:lightRig rig="contrasting" dir="t">
            <a:rot lat="0" lon="0" rev="1200000"/>
          </a:lightRig>
        </a:scene3d>
        <a:sp3d contourW="19050" prstMaterial="metal">
          <a:bevelT w="88900" h="203200"/>
          <a:bevelB w="165100" h="254000"/>
        </a:sp3d>
      </dsp:spPr>
      <dsp:style>
        <a:lnRef idx="0">
          <a:scrgbClr r="0" g="0" b="0"/>
        </a:lnRef>
        <a:fillRef idx="1">
          <a:scrgbClr r="0" g="0" b="0"/>
        </a:fillRef>
        <a:effectRef idx="2">
          <a:scrgbClr r="0" g="0" b="0"/>
        </a:effectRef>
        <a:fontRef idx="minor">
          <a:schemeClr val="lt1"/>
        </a:fontRef>
      </dsp:style>
      <dsp:txBody>
        <a:bodyPr spcFirstLastPara="0" vert="horz" wrap="square" lIns="6985" tIns="6985" rIns="6985" bIns="6985" numCol="1" spcCol="1270" anchor="ctr" anchorCtr="0">
          <a:noAutofit/>
        </a:bodyPr>
        <a:lstStyle/>
        <a:p>
          <a:pPr marL="0" lvl="0" indent="0" algn="ctr" defTabSz="48895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de-DE" sz="1100" kern="1200"/>
            <a:t>Lösung:</a:t>
          </a:r>
        </a:p>
      </dsp:txBody>
      <dsp:txXfrm rot="-5400000">
        <a:off x="0" y="1938873"/>
        <a:ext cx="1105044" cy="473590"/>
      </dsp:txXfrm>
    </dsp:sp>
    <dsp:sp modelId="{78366A0F-A76C-E744-8E61-1FCF31176EB3}">
      <dsp:nvSpPr>
        <dsp:cNvPr id="0" name=""/>
        <dsp:cNvSpPr/>
      </dsp:nvSpPr>
      <dsp:spPr>
        <a:xfrm rot="5400000">
          <a:off x="5297265" y="-2805869"/>
          <a:ext cx="1026112" cy="9410555"/>
        </a:xfrm>
        <a:prstGeom prst="round2SameRect">
          <a:avLst/>
        </a:prstGeom>
        <a:solidFill>
          <a:schemeClr val="lt1">
            <a:alpha val="90000"/>
            <a:hueOff val="0"/>
            <a:satOff val="0"/>
            <a:lumOff val="0"/>
            <a:alphaOff val="0"/>
          </a:schemeClr>
        </a:solidFill>
        <a:ln>
          <a:noFill/>
        </a:ln>
        <a:effectLst/>
        <a:scene3d>
          <a:camera prst="orthographicFront">
            <a:rot lat="0" lon="0" rev="0"/>
          </a:camera>
          <a:lightRig rig="contrasting" dir="t">
            <a:rot lat="0" lon="0" rev="1200000"/>
          </a:lightRig>
        </a:scene3d>
        <a:sp3d contourW="19050" prstMaterial="metal">
          <a:bevelT w="88900" h="203200"/>
          <a:bevelB w="165100" h="254000"/>
        </a:sp3d>
      </dsp:spPr>
      <dsp:style>
        <a:lnRef idx="0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/>
      </dsp:style>
      <dsp:txBody>
        <a:bodyPr spcFirstLastPara="0" vert="horz" wrap="square" lIns="206248" tIns="18415" rIns="18415" bIns="18415" numCol="1" spcCol="1270" anchor="ctr" anchorCtr="0">
          <a:noAutofit/>
        </a:bodyPr>
        <a:lstStyle/>
        <a:p>
          <a:pPr marL="285750" lvl="1" indent="-285750" algn="l" defTabSz="1289050">
            <a:lnSpc>
              <a:spcPct val="90000"/>
            </a:lnSpc>
            <a:spcBef>
              <a:spcPct val="0"/>
            </a:spcBef>
            <a:spcAft>
              <a:spcPct val="15000"/>
            </a:spcAft>
            <a:buChar char="•"/>
          </a:pPr>
          <a:r>
            <a:rPr lang="de-DE" sz="2900" kern="1200" dirty="0"/>
            <a:t>Dynamische Routen mit Parametern</a:t>
          </a:r>
        </a:p>
        <a:p>
          <a:pPr marL="285750" lvl="1" indent="-285750" algn="l" defTabSz="1289050">
            <a:lnSpc>
              <a:spcPct val="90000"/>
            </a:lnSpc>
            <a:spcBef>
              <a:spcPct val="0"/>
            </a:spcBef>
            <a:spcAft>
              <a:spcPct val="15000"/>
            </a:spcAft>
            <a:buChar char="•"/>
          </a:pPr>
          <a:r>
            <a:rPr lang="de-DE" sz="2900" kern="1200" dirty="0"/>
            <a:t>Routen Konfiguration kann in Pfadvariablen enthalten</a:t>
          </a:r>
        </a:p>
      </dsp:txBody>
      <dsp:txXfrm rot="-5400000">
        <a:off x="1105044" y="1436443"/>
        <a:ext cx="9360464" cy="925930"/>
      </dsp:txXfrm>
    </dsp:sp>
    <dsp:sp modelId="{4F4E14E5-864A-7149-950C-0D8751F63536}">
      <dsp:nvSpPr>
        <dsp:cNvPr id="0" name=""/>
        <dsp:cNvSpPr/>
      </dsp:nvSpPr>
      <dsp:spPr>
        <a:xfrm rot="5400000">
          <a:off x="-236795" y="3007440"/>
          <a:ext cx="1578634" cy="1105044"/>
        </a:xfrm>
        <a:prstGeom prst="chevron">
          <a:avLst/>
        </a:prstGeom>
        <a:solidFill>
          <a:schemeClr val="accent1">
            <a:hueOff val="0"/>
            <a:satOff val="0"/>
            <a:lumOff val="0"/>
            <a:alphaOff val="0"/>
          </a:schemeClr>
        </a:solidFill>
        <a:ln>
          <a:noFill/>
        </a:ln>
        <a:effectLst/>
        <a:scene3d>
          <a:camera prst="orthographicFront">
            <a:rot lat="0" lon="0" rev="0"/>
          </a:camera>
          <a:lightRig rig="contrasting" dir="t">
            <a:rot lat="0" lon="0" rev="1200000"/>
          </a:lightRig>
        </a:scene3d>
        <a:sp3d contourW="19050" prstMaterial="metal">
          <a:bevelT w="88900" h="203200"/>
          <a:bevelB w="165100" h="254000"/>
        </a:sp3d>
      </dsp:spPr>
      <dsp:style>
        <a:lnRef idx="0">
          <a:scrgbClr r="0" g="0" b="0"/>
        </a:lnRef>
        <a:fillRef idx="1">
          <a:scrgbClr r="0" g="0" b="0"/>
        </a:fillRef>
        <a:effectRef idx="2">
          <a:scrgbClr r="0" g="0" b="0"/>
        </a:effectRef>
        <a:fontRef idx="minor">
          <a:schemeClr val="lt1"/>
        </a:fontRef>
      </dsp:style>
      <dsp:txBody>
        <a:bodyPr spcFirstLastPara="0" vert="horz" wrap="square" lIns="6985" tIns="6985" rIns="6985" bIns="6985" numCol="1" spcCol="1270" anchor="ctr" anchorCtr="0">
          <a:noAutofit/>
        </a:bodyPr>
        <a:lstStyle/>
        <a:p>
          <a:pPr marL="0" lvl="0" indent="0" algn="ctr" defTabSz="48895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de-DE" sz="1100" kern="1200" dirty="0"/>
            <a:t>Rest-Parameter </a:t>
          </a:r>
          <a:r>
            <a:rPr lang="de-DE" sz="1100" kern="1200" dirty="0" err="1"/>
            <a:t>vs</a:t>
          </a:r>
          <a:r>
            <a:rPr lang="de-DE" sz="1100" kern="1200" dirty="0"/>
            <a:t> URL-Parameter</a:t>
          </a:r>
        </a:p>
      </dsp:txBody>
      <dsp:txXfrm rot="-5400000">
        <a:off x="0" y="3323167"/>
        <a:ext cx="1105044" cy="473590"/>
      </dsp:txXfrm>
    </dsp:sp>
    <dsp:sp modelId="{83429FCB-206E-7D4D-8739-0160ADC3C48D}">
      <dsp:nvSpPr>
        <dsp:cNvPr id="0" name=""/>
        <dsp:cNvSpPr/>
      </dsp:nvSpPr>
      <dsp:spPr>
        <a:xfrm rot="5400000">
          <a:off x="5297265" y="-1421576"/>
          <a:ext cx="1026112" cy="9410555"/>
        </a:xfrm>
        <a:prstGeom prst="round2SameRect">
          <a:avLst/>
        </a:prstGeom>
        <a:solidFill>
          <a:schemeClr val="lt1">
            <a:alpha val="90000"/>
            <a:hueOff val="0"/>
            <a:satOff val="0"/>
            <a:lumOff val="0"/>
            <a:alphaOff val="0"/>
          </a:schemeClr>
        </a:solidFill>
        <a:ln>
          <a:noFill/>
        </a:ln>
        <a:effectLst/>
        <a:scene3d>
          <a:camera prst="orthographicFront">
            <a:rot lat="0" lon="0" rev="0"/>
          </a:camera>
          <a:lightRig rig="contrasting" dir="t">
            <a:rot lat="0" lon="0" rev="1200000"/>
          </a:lightRig>
        </a:scene3d>
        <a:sp3d contourW="19050" prstMaterial="metal">
          <a:bevelT w="88900" h="203200"/>
          <a:bevelB w="165100" h="254000"/>
        </a:sp3d>
      </dsp:spPr>
      <dsp:style>
        <a:lnRef idx="0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/>
      </dsp:style>
      <dsp:txBody>
        <a:bodyPr spcFirstLastPara="0" vert="horz" wrap="square" lIns="206248" tIns="18415" rIns="18415" bIns="18415" numCol="1" spcCol="1270" anchor="ctr" anchorCtr="0">
          <a:noAutofit/>
        </a:bodyPr>
        <a:lstStyle/>
        <a:p>
          <a:pPr marL="285750" lvl="1" indent="-285750" algn="l" defTabSz="1289050">
            <a:lnSpc>
              <a:spcPct val="90000"/>
            </a:lnSpc>
            <a:spcBef>
              <a:spcPct val="0"/>
            </a:spcBef>
            <a:spcAft>
              <a:spcPct val="15000"/>
            </a:spcAft>
            <a:buChar char="•"/>
          </a:pPr>
          <a:r>
            <a:rPr lang="de-DE" sz="2900" kern="1200"/>
            <a:t>Parameter in Route für Pflichtparameter</a:t>
          </a:r>
        </a:p>
        <a:p>
          <a:pPr marL="285750" lvl="1" indent="-285750" algn="l" defTabSz="1289050">
            <a:lnSpc>
              <a:spcPct val="90000"/>
            </a:lnSpc>
            <a:spcBef>
              <a:spcPct val="0"/>
            </a:spcBef>
            <a:spcAft>
              <a:spcPct val="15000"/>
            </a:spcAft>
            <a:buChar char="•"/>
          </a:pPr>
          <a:r>
            <a:rPr lang="de-DE" sz="2900" kern="1200"/>
            <a:t>URL-Parameter für optionale Parameter</a:t>
          </a:r>
        </a:p>
      </dsp:txBody>
      <dsp:txXfrm rot="-5400000">
        <a:off x="1105044" y="2820736"/>
        <a:ext cx="9360464" cy="925930"/>
      </dsp:txXfrm>
    </dsp:sp>
  </dsp:spTree>
</dsp:drawing>
</file>

<file path=ppt/diagrams/drawing13.xml><?xml version="1.0" encoding="utf-8"?>
<dsp:drawing xmlns:dgm="http://schemas.openxmlformats.org/drawingml/2006/diagram" xmlns:dsp="http://schemas.microsoft.com/office/drawing/2008/diagram" xmlns:a="http://schemas.openxmlformats.org/drawingml/2006/main">
  <dsp:spTree>
    <dsp:nvGrpSpPr>
      <dsp:cNvPr id="0" name=""/>
      <dsp:cNvGrpSpPr/>
    </dsp:nvGrpSpPr>
    <dsp:grpSpPr/>
    <dsp:sp modelId="{31960F03-EDCA-8748-B41F-0C34EF6988CC}">
      <dsp:nvSpPr>
        <dsp:cNvPr id="0" name=""/>
        <dsp:cNvSpPr/>
      </dsp:nvSpPr>
      <dsp:spPr>
        <a:xfrm>
          <a:off x="0" y="43636"/>
          <a:ext cx="10515600" cy="887445"/>
        </a:xfrm>
        <a:prstGeom prst="roundRect">
          <a:avLst/>
        </a:prstGeom>
        <a:solidFill>
          <a:schemeClr val="accent1">
            <a:hueOff val="0"/>
            <a:satOff val="0"/>
            <a:lumOff val="0"/>
            <a:alphaOff val="0"/>
          </a:schemeClr>
        </a:solidFill>
        <a:ln w="12700" cap="flat" cmpd="sng" algn="ctr">
          <a:solidFill>
            <a:schemeClr val="lt1">
              <a:hueOff val="0"/>
              <a:satOff val="0"/>
              <a:lumOff val="0"/>
              <a:alphaOff val="0"/>
            </a:schemeClr>
          </a:solidFill>
          <a:prstDash val="solid"/>
          <a:miter lim="800000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>
          <a:schemeClr val="lt1"/>
        </a:fontRef>
      </dsp:style>
      <dsp:txBody>
        <a:bodyPr spcFirstLastPara="0" vert="horz" wrap="square" lIns="140970" tIns="140970" rIns="140970" bIns="140970" numCol="1" spcCol="1270" anchor="ctr" anchorCtr="0">
          <a:noAutofit/>
        </a:bodyPr>
        <a:lstStyle/>
        <a:p>
          <a:pPr marL="0" lvl="0" indent="0" algn="l" defTabSz="164465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de-DE" sz="3700" kern="1200" dirty="0"/>
            <a:t>Arten</a:t>
          </a:r>
        </a:p>
      </dsp:txBody>
      <dsp:txXfrm>
        <a:off x="43321" y="86957"/>
        <a:ext cx="10428958" cy="800803"/>
      </dsp:txXfrm>
    </dsp:sp>
    <dsp:sp modelId="{60669C71-50A6-5549-8D43-B4D92557166D}">
      <dsp:nvSpPr>
        <dsp:cNvPr id="0" name=""/>
        <dsp:cNvSpPr/>
      </dsp:nvSpPr>
      <dsp:spPr>
        <a:xfrm>
          <a:off x="0" y="931081"/>
          <a:ext cx="10515600" cy="995670"/>
        </a:xfrm>
        <a:prstGeom prst="rect">
          <a:avLst/>
        </a:prstGeom>
        <a:noFill/>
        <a:ln>
          <a:noFill/>
        </a:ln>
        <a:effectLst/>
      </dsp:spPr>
      <dsp:style>
        <a:lnRef idx="0">
          <a:scrgbClr r="0" g="0" b="0"/>
        </a:lnRef>
        <a:fillRef idx="0">
          <a:scrgbClr r="0" g="0" b="0"/>
        </a:fillRef>
        <a:effectRef idx="0">
          <a:scrgbClr r="0" g="0" b="0"/>
        </a:effectRef>
        <a:fontRef idx="minor"/>
      </dsp:style>
      <dsp:txBody>
        <a:bodyPr spcFirstLastPara="0" vert="horz" wrap="square" lIns="333870" tIns="46990" rIns="263144" bIns="46990" numCol="1" spcCol="1270" anchor="t" anchorCtr="0">
          <a:noAutofit/>
        </a:bodyPr>
        <a:lstStyle/>
        <a:p>
          <a:pPr marL="285750" lvl="1" indent="-285750" algn="l" defTabSz="1289050">
            <a:lnSpc>
              <a:spcPct val="90000"/>
            </a:lnSpc>
            <a:spcBef>
              <a:spcPct val="0"/>
            </a:spcBef>
            <a:spcAft>
              <a:spcPct val="20000"/>
            </a:spcAft>
            <a:buChar char="•"/>
          </a:pPr>
          <a:r>
            <a:rPr lang="de-DE" sz="2900" kern="1200" dirty="0"/>
            <a:t>Template-</a:t>
          </a:r>
          <a:r>
            <a:rPr lang="de-DE" sz="2900" kern="1200" dirty="0" err="1"/>
            <a:t>Driven</a:t>
          </a:r>
          <a:endParaRPr lang="de-DE" sz="2900" kern="1200" dirty="0"/>
        </a:p>
        <a:p>
          <a:pPr marL="285750" lvl="1" indent="-285750" algn="l" defTabSz="1289050">
            <a:lnSpc>
              <a:spcPct val="90000"/>
            </a:lnSpc>
            <a:spcBef>
              <a:spcPct val="0"/>
            </a:spcBef>
            <a:spcAft>
              <a:spcPct val="20000"/>
            </a:spcAft>
            <a:buChar char="•"/>
          </a:pPr>
          <a:r>
            <a:rPr lang="de-DE" sz="2900" kern="1200" dirty="0"/>
            <a:t>Model-</a:t>
          </a:r>
          <a:r>
            <a:rPr lang="de-DE" sz="2900" kern="1200" dirty="0" err="1"/>
            <a:t>Driven</a:t>
          </a:r>
          <a:endParaRPr lang="de-DE" sz="2900" kern="1200" dirty="0"/>
        </a:p>
      </dsp:txBody>
      <dsp:txXfrm>
        <a:off x="0" y="931081"/>
        <a:ext cx="10515600" cy="995670"/>
      </dsp:txXfrm>
    </dsp:sp>
    <dsp:sp modelId="{EECA1152-9A59-5148-8C69-4A7DF7A45FB4}">
      <dsp:nvSpPr>
        <dsp:cNvPr id="0" name=""/>
        <dsp:cNvSpPr/>
      </dsp:nvSpPr>
      <dsp:spPr>
        <a:xfrm>
          <a:off x="0" y="1926751"/>
          <a:ext cx="10515600" cy="887445"/>
        </a:xfrm>
        <a:prstGeom prst="roundRect">
          <a:avLst/>
        </a:prstGeom>
        <a:solidFill>
          <a:schemeClr val="accent1">
            <a:hueOff val="0"/>
            <a:satOff val="0"/>
            <a:lumOff val="0"/>
            <a:alphaOff val="0"/>
          </a:schemeClr>
        </a:solidFill>
        <a:ln w="12700" cap="flat" cmpd="sng" algn="ctr">
          <a:solidFill>
            <a:schemeClr val="lt1">
              <a:hueOff val="0"/>
              <a:satOff val="0"/>
              <a:lumOff val="0"/>
              <a:alphaOff val="0"/>
            </a:schemeClr>
          </a:solidFill>
          <a:prstDash val="solid"/>
          <a:miter lim="800000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>
          <a:schemeClr val="lt1"/>
        </a:fontRef>
      </dsp:style>
      <dsp:txBody>
        <a:bodyPr spcFirstLastPara="0" vert="horz" wrap="square" lIns="140970" tIns="140970" rIns="140970" bIns="140970" numCol="1" spcCol="1270" anchor="ctr" anchorCtr="0">
          <a:noAutofit/>
        </a:bodyPr>
        <a:lstStyle/>
        <a:p>
          <a:pPr marL="0" lvl="0" indent="0" algn="l" defTabSz="164465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de-DE" sz="3700" kern="1200" dirty="0"/>
            <a:t>Interne Forms API</a:t>
          </a:r>
        </a:p>
      </dsp:txBody>
      <dsp:txXfrm>
        <a:off x="43321" y="1970072"/>
        <a:ext cx="10428958" cy="800803"/>
      </dsp:txXfrm>
    </dsp:sp>
    <dsp:sp modelId="{E40B39FC-EE0D-784C-A01A-5681D1E23909}">
      <dsp:nvSpPr>
        <dsp:cNvPr id="0" name=""/>
        <dsp:cNvSpPr/>
      </dsp:nvSpPr>
      <dsp:spPr>
        <a:xfrm>
          <a:off x="0" y="2814196"/>
          <a:ext cx="10515600" cy="1493505"/>
        </a:xfrm>
        <a:prstGeom prst="rect">
          <a:avLst/>
        </a:prstGeom>
        <a:noFill/>
        <a:ln>
          <a:noFill/>
        </a:ln>
        <a:effectLst/>
      </dsp:spPr>
      <dsp:style>
        <a:lnRef idx="0">
          <a:scrgbClr r="0" g="0" b="0"/>
        </a:lnRef>
        <a:fillRef idx="0">
          <a:scrgbClr r="0" g="0" b="0"/>
        </a:fillRef>
        <a:effectRef idx="0">
          <a:scrgbClr r="0" g="0" b="0"/>
        </a:effectRef>
        <a:fontRef idx="minor"/>
      </dsp:style>
      <dsp:txBody>
        <a:bodyPr spcFirstLastPara="0" vert="horz" wrap="square" lIns="333870" tIns="46990" rIns="263144" bIns="46990" numCol="1" spcCol="1270" anchor="t" anchorCtr="0">
          <a:noAutofit/>
        </a:bodyPr>
        <a:lstStyle/>
        <a:p>
          <a:pPr marL="285750" lvl="1" indent="-285750" algn="l" defTabSz="1289050">
            <a:lnSpc>
              <a:spcPct val="90000"/>
            </a:lnSpc>
            <a:spcBef>
              <a:spcPct val="0"/>
            </a:spcBef>
            <a:spcAft>
              <a:spcPct val="20000"/>
            </a:spcAft>
            <a:buChar char="•"/>
          </a:pPr>
          <a:r>
            <a:rPr lang="de-DE" sz="2900" kern="1200" dirty="0"/>
            <a:t>Binding (bzw. </a:t>
          </a:r>
          <a:r>
            <a:rPr lang="de-DE" sz="2900" kern="1200" dirty="0" err="1"/>
            <a:t>ChangeDetection</a:t>
          </a:r>
          <a:r>
            <a:rPr lang="de-DE" sz="2900" kern="1200" dirty="0"/>
            <a:t>)</a:t>
          </a:r>
        </a:p>
        <a:p>
          <a:pPr marL="285750" lvl="1" indent="-285750" algn="l" defTabSz="1289050">
            <a:lnSpc>
              <a:spcPct val="90000"/>
            </a:lnSpc>
            <a:spcBef>
              <a:spcPct val="0"/>
            </a:spcBef>
            <a:spcAft>
              <a:spcPct val="20000"/>
            </a:spcAft>
            <a:buChar char="•"/>
          </a:pPr>
          <a:r>
            <a:rPr lang="de-DE" sz="2900" kern="1200" dirty="0"/>
            <a:t>Validierung</a:t>
          </a:r>
        </a:p>
        <a:p>
          <a:pPr marL="285750" lvl="1" indent="-285750" algn="l" defTabSz="1289050">
            <a:lnSpc>
              <a:spcPct val="90000"/>
            </a:lnSpc>
            <a:spcBef>
              <a:spcPct val="0"/>
            </a:spcBef>
            <a:spcAft>
              <a:spcPct val="20000"/>
            </a:spcAft>
            <a:buChar char="•"/>
          </a:pPr>
          <a:r>
            <a:rPr lang="de-DE" sz="2900" kern="1200" dirty="0"/>
            <a:t>Aggregation</a:t>
          </a:r>
        </a:p>
      </dsp:txBody>
      <dsp:txXfrm>
        <a:off x="0" y="2814196"/>
        <a:ext cx="10515600" cy="1493505"/>
      </dsp:txXfrm>
    </dsp:sp>
  </dsp:spTree>
</dsp:drawing>
</file>

<file path=ppt/diagrams/drawing14.xml><?xml version="1.0" encoding="utf-8"?>
<dsp:drawing xmlns:dgm="http://schemas.openxmlformats.org/drawingml/2006/diagram" xmlns:dsp="http://schemas.microsoft.com/office/drawing/2008/diagram" xmlns:a="http://schemas.openxmlformats.org/drawingml/2006/main">
  <dsp:spTree>
    <dsp:nvGrpSpPr>
      <dsp:cNvPr id="0" name=""/>
      <dsp:cNvGrpSpPr/>
    </dsp:nvGrpSpPr>
    <dsp:grpSpPr/>
    <dsp:sp modelId="{99F004E1-655F-3647-9990-F6AAB2427B86}">
      <dsp:nvSpPr>
        <dsp:cNvPr id="0" name=""/>
        <dsp:cNvSpPr/>
      </dsp:nvSpPr>
      <dsp:spPr>
        <a:xfrm rot="5400000">
          <a:off x="4572817" y="-1705821"/>
          <a:ext cx="1137107" cy="4838937"/>
        </a:xfrm>
        <a:prstGeom prst="round2SameRect">
          <a:avLst/>
        </a:prstGeom>
        <a:solidFill>
          <a:schemeClr val="accent1">
            <a:alpha val="90000"/>
            <a:tint val="40000"/>
            <a:hueOff val="0"/>
            <a:satOff val="0"/>
            <a:lumOff val="0"/>
            <a:alphaOff val="0"/>
          </a:schemeClr>
        </a:solidFill>
        <a:ln w="6350" cap="flat" cmpd="sng" algn="ctr">
          <a:solidFill>
            <a:schemeClr val="accent1">
              <a:alpha val="90000"/>
              <a:tint val="40000"/>
              <a:hueOff val="0"/>
              <a:satOff val="0"/>
              <a:lumOff val="0"/>
              <a:alphaOff val="0"/>
            </a:schemeClr>
          </a:solidFill>
          <a:prstDash val="solid"/>
          <a:miter lim="800000"/>
        </a:ln>
        <a:effectLst/>
      </dsp:spPr>
      <dsp:style>
        <a:lnRef idx="1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/>
      </dsp:style>
      <dsp:txBody>
        <a:bodyPr spcFirstLastPara="0" vert="horz" wrap="square" lIns="72390" tIns="36195" rIns="72390" bIns="36195" numCol="1" spcCol="1270" anchor="ctr" anchorCtr="0">
          <a:noAutofit/>
        </a:bodyPr>
        <a:lstStyle/>
        <a:p>
          <a:pPr marL="171450" lvl="1" indent="-171450" algn="l" defTabSz="844550">
            <a:lnSpc>
              <a:spcPct val="90000"/>
            </a:lnSpc>
            <a:spcBef>
              <a:spcPct val="0"/>
            </a:spcBef>
            <a:spcAft>
              <a:spcPct val="15000"/>
            </a:spcAft>
            <a:buChar char="•"/>
          </a:pPr>
          <a:r>
            <a:rPr lang="de-DE" sz="1900" kern="1200" dirty="0"/>
            <a:t>Liefert die Ressource</a:t>
          </a:r>
        </a:p>
      </dsp:txBody>
      <dsp:txXfrm rot="-5400000">
        <a:off x="2721903" y="200602"/>
        <a:ext cx="4783428" cy="1026089"/>
      </dsp:txXfrm>
    </dsp:sp>
    <dsp:sp modelId="{1F1D7829-A817-8440-A1B0-4B71A7BF8537}">
      <dsp:nvSpPr>
        <dsp:cNvPr id="0" name=""/>
        <dsp:cNvSpPr/>
      </dsp:nvSpPr>
      <dsp:spPr>
        <a:xfrm>
          <a:off x="0" y="2955"/>
          <a:ext cx="2721902" cy="1421384"/>
        </a:xfrm>
        <a:prstGeom prst="roundRect">
          <a:avLst/>
        </a:prstGeom>
        <a:gradFill rotWithShape="0">
          <a:gsLst>
            <a:gs pos="0">
              <a:schemeClr val="accent1">
                <a:hueOff val="0"/>
                <a:satOff val="0"/>
                <a:lumOff val="0"/>
                <a:alphaOff val="0"/>
                <a:satMod val="103000"/>
                <a:lumMod val="102000"/>
                <a:tint val="94000"/>
              </a:schemeClr>
            </a:gs>
            <a:gs pos="50000">
              <a:schemeClr val="accent1">
                <a:hueOff val="0"/>
                <a:satOff val="0"/>
                <a:lumOff val="0"/>
                <a:alphaOff val="0"/>
                <a:satMod val="110000"/>
                <a:lumMod val="100000"/>
                <a:shade val="100000"/>
              </a:schemeClr>
            </a:gs>
            <a:gs pos="100000">
              <a:schemeClr val="accent1">
                <a:hueOff val="0"/>
                <a:satOff val="0"/>
                <a:lumOff val="0"/>
                <a:alphaOff val="0"/>
                <a:lumMod val="99000"/>
                <a:satMod val="120000"/>
                <a:shade val="78000"/>
              </a:schemeClr>
            </a:gs>
          </a:gsLst>
          <a:lin ang="5400000" scaled="0"/>
        </a:gradFill>
        <a:ln>
          <a:noFill/>
        </a:ln>
        <a:effectLst/>
      </dsp:spPr>
      <dsp:style>
        <a:lnRef idx="0">
          <a:scrgbClr r="0" g="0" b="0"/>
        </a:lnRef>
        <a:fillRef idx="3">
          <a:scrgbClr r="0" g="0" b="0"/>
        </a:fillRef>
        <a:effectRef idx="2">
          <a:scrgbClr r="0" g="0" b="0"/>
        </a:effectRef>
        <a:fontRef idx="minor">
          <a:schemeClr val="lt1"/>
        </a:fontRef>
      </dsp:style>
      <dsp:txBody>
        <a:bodyPr spcFirstLastPara="0" vert="horz" wrap="square" lIns="201930" tIns="100965" rIns="201930" bIns="100965" numCol="1" spcCol="1270" anchor="ctr" anchorCtr="0">
          <a:noAutofit/>
        </a:bodyPr>
        <a:lstStyle/>
        <a:p>
          <a:pPr marL="0" lvl="0" indent="0" algn="ctr" defTabSz="235585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de-DE" sz="5300" kern="1200" dirty="0"/>
            <a:t>GET</a:t>
          </a:r>
        </a:p>
      </dsp:txBody>
      <dsp:txXfrm>
        <a:off x="69386" y="72341"/>
        <a:ext cx="2583130" cy="1282612"/>
      </dsp:txXfrm>
    </dsp:sp>
    <dsp:sp modelId="{C2DD22C4-3AC9-074B-B695-349CAEF10B59}">
      <dsp:nvSpPr>
        <dsp:cNvPr id="0" name=""/>
        <dsp:cNvSpPr/>
      </dsp:nvSpPr>
      <dsp:spPr>
        <a:xfrm rot="5400000">
          <a:off x="4572817" y="-213367"/>
          <a:ext cx="1137107" cy="4838937"/>
        </a:xfrm>
        <a:prstGeom prst="round2SameRect">
          <a:avLst/>
        </a:prstGeom>
        <a:solidFill>
          <a:schemeClr val="accent1">
            <a:alpha val="90000"/>
            <a:tint val="40000"/>
            <a:hueOff val="0"/>
            <a:satOff val="0"/>
            <a:lumOff val="0"/>
            <a:alphaOff val="0"/>
          </a:schemeClr>
        </a:solidFill>
        <a:ln w="6350" cap="flat" cmpd="sng" algn="ctr">
          <a:solidFill>
            <a:schemeClr val="accent1">
              <a:alpha val="90000"/>
              <a:tint val="40000"/>
              <a:hueOff val="0"/>
              <a:satOff val="0"/>
              <a:lumOff val="0"/>
              <a:alphaOff val="0"/>
            </a:schemeClr>
          </a:solidFill>
          <a:prstDash val="solid"/>
          <a:miter lim="800000"/>
        </a:ln>
        <a:effectLst/>
      </dsp:spPr>
      <dsp:style>
        <a:lnRef idx="1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/>
      </dsp:style>
      <dsp:txBody>
        <a:bodyPr spcFirstLastPara="0" vert="horz" wrap="square" lIns="72390" tIns="36195" rIns="72390" bIns="36195" numCol="1" spcCol="1270" anchor="ctr" anchorCtr="0">
          <a:noAutofit/>
        </a:bodyPr>
        <a:lstStyle/>
        <a:p>
          <a:pPr marL="171450" lvl="1" indent="-171450" algn="l" defTabSz="844550">
            <a:lnSpc>
              <a:spcPct val="90000"/>
            </a:lnSpc>
            <a:spcBef>
              <a:spcPct val="0"/>
            </a:spcBef>
            <a:spcAft>
              <a:spcPct val="15000"/>
            </a:spcAft>
            <a:buChar char="•"/>
          </a:pPr>
          <a:r>
            <a:rPr lang="de-DE" sz="1900" kern="1200" dirty="0"/>
            <a:t>Löscht die Ressource</a:t>
          </a:r>
        </a:p>
      </dsp:txBody>
      <dsp:txXfrm rot="-5400000">
        <a:off x="2721903" y="1693056"/>
        <a:ext cx="4783428" cy="1026089"/>
      </dsp:txXfrm>
    </dsp:sp>
    <dsp:sp modelId="{F14CD864-DFCF-D843-9825-D32FA4D9A07D}">
      <dsp:nvSpPr>
        <dsp:cNvPr id="0" name=""/>
        <dsp:cNvSpPr/>
      </dsp:nvSpPr>
      <dsp:spPr>
        <a:xfrm>
          <a:off x="0" y="1495408"/>
          <a:ext cx="2721902" cy="1421384"/>
        </a:xfrm>
        <a:prstGeom prst="roundRect">
          <a:avLst/>
        </a:prstGeom>
        <a:gradFill rotWithShape="0">
          <a:gsLst>
            <a:gs pos="0">
              <a:schemeClr val="accent1">
                <a:hueOff val="0"/>
                <a:satOff val="0"/>
                <a:lumOff val="0"/>
                <a:alphaOff val="0"/>
                <a:satMod val="103000"/>
                <a:lumMod val="102000"/>
                <a:tint val="94000"/>
              </a:schemeClr>
            </a:gs>
            <a:gs pos="50000">
              <a:schemeClr val="accent1">
                <a:hueOff val="0"/>
                <a:satOff val="0"/>
                <a:lumOff val="0"/>
                <a:alphaOff val="0"/>
                <a:satMod val="110000"/>
                <a:lumMod val="100000"/>
                <a:shade val="100000"/>
              </a:schemeClr>
            </a:gs>
            <a:gs pos="100000">
              <a:schemeClr val="accent1">
                <a:hueOff val="0"/>
                <a:satOff val="0"/>
                <a:lumOff val="0"/>
                <a:alphaOff val="0"/>
                <a:lumMod val="99000"/>
                <a:satMod val="120000"/>
                <a:shade val="78000"/>
              </a:schemeClr>
            </a:gs>
          </a:gsLst>
          <a:lin ang="5400000" scaled="0"/>
        </a:gradFill>
        <a:ln>
          <a:noFill/>
        </a:ln>
        <a:effectLst/>
      </dsp:spPr>
      <dsp:style>
        <a:lnRef idx="0">
          <a:scrgbClr r="0" g="0" b="0"/>
        </a:lnRef>
        <a:fillRef idx="3">
          <a:scrgbClr r="0" g="0" b="0"/>
        </a:fillRef>
        <a:effectRef idx="2">
          <a:scrgbClr r="0" g="0" b="0"/>
        </a:effectRef>
        <a:fontRef idx="minor">
          <a:schemeClr val="lt1"/>
        </a:fontRef>
      </dsp:style>
      <dsp:txBody>
        <a:bodyPr spcFirstLastPara="0" vert="horz" wrap="square" lIns="201930" tIns="100965" rIns="201930" bIns="100965" numCol="1" spcCol="1270" anchor="ctr" anchorCtr="0">
          <a:noAutofit/>
        </a:bodyPr>
        <a:lstStyle/>
        <a:p>
          <a:pPr marL="0" lvl="0" indent="0" algn="ctr" defTabSz="235585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de-DE" sz="5300" kern="1200" dirty="0"/>
            <a:t>DELETE</a:t>
          </a:r>
        </a:p>
      </dsp:txBody>
      <dsp:txXfrm>
        <a:off x="69386" y="1564794"/>
        <a:ext cx="2583130" cy="1282612"/>
      </dsp:txXfrm>
    </dsp:sp>
    <dsp:sp modelId="{10C71567-6777-7946-8431-B7402FFE49C8}">
      <dsp:nvSpPr>
        <dsp:cNvPr id="0" name=""/>
        <dsp:cNvSpPr/>
      </dsp:nvSpPr>
      <dsp:spPr>
        <a:xfrm rot="5400000">
          <a:off x="4572817" y="1279086"/>
          <a:ext cx="1137107" cy="4838937"/>
        </a:xfrm>
        <a:prstGeom prst="round2SameRect">
          <a:avLst/>
        </a:prstGeom>
        <a:solidFill>
          <a:schemeClr val="accent1">
            <a:alpha val="90000"/>
            <a:tint val="40000"/>
            <a:hueOff val="0"/>
            <a:satOff val="0"/>
            <a:lumOff val="0"/>
            <a:alphaOff val="0"/>
          </a:schemeClr>
        </a:solidFill>
        <a:ln w="6350" cap="flat" cmpd="sng" algn="ctr">
          <a:solidFill>
            <a:schemeClr val="accent1">
              <a:alpha val="90000"/>
              <a:tint val="40000"/>
              <a:hueOff val="0"/>
              <a:satOff val="0"/>
              <a:lumOff val="0"/>
              <a:alphaOff val="0"/>
            </a:schemeClr>
          </a:solidFill>
          <a:prstDash val="solid"/>
          <a:miter lim="800000"/>
        </a:ln>
        <a:effectLst/>
      </dsp:spPr>
      <dsp:style>
        <a:lnRef idx="1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/>
      </dsp:style>
      <dsp:txBody>
        <a:bodyPr spcFirstLastPara="0" vert="horz" wrap="square" lIns="72390" tIns="36195" rIns="72390" bIns="36195" numCol="1" spcCol="1270" anchor="ctr" anchorCtr="0">
          <a:noAutofit/>
        </a:bodyPr>
        <a:lstStyle/>
        <a:p>
          <a:pPr marL="171450" lvl="1" indent="-171450" algn="l" defTabSz="844550">
            <a:lnSpc>
              <a:spcPct val="90000"/>
            </a:lnSpc>
            <a:spcBef>
              <a:spcPct val="0"/>
            </a:spcBef>
            <a:spcAft>
              <a:spcPct val="15000"/>
            </a:spcAft>
            <a:buChar char="•"/>
          </a:pPr>
          <a:r>
            <a:rPr lang="de-DE" sz="1900" kern="1200" dirty="0"/>
            <a:t>Erzeugt aktualisiert die Ressource</a:t>
          </a:r>
        </a:p>
        <a:p>
          <a:pPr marL="171450" lvl="1" indent="-171450" algn="l" defTabSz="844550">
            <a:lnSpc>
              <a:spcPct val="90000"/>
            </a:lnSpc>
            <a:spcBef>
              <a:spcPct val="0"/>
            </a:spcBef>
            <a:spcAft>
              <a:spcPct val="15000"/>
            </a:spcAft>
            <a:buChar char="•"/>
          </a:pPr>
          <a:r>
            <a:rPr lang="de-DE" sz="1900" kern="1200" dirty="0"/>
            <a:t>Client spezifiziert </a:t>
          </a:r>
          <a:r>
            <a:rPr lang="de-DE" sz="1900" kern="1200" dirty="0" err="1"/>
            <a:t>resourceIdentifier</a:t>
          </a:r>
          <a:endParaRPr lang="de-DE" sz="1900" kern="1200" dirty="0"/>
        </a:p>
        <a:p>
          <a:pPr marL="171450" lvl="1" indent="-171450" algn="l" defTabSz="844550">
            <a:lnSpc>
              <a:spcPct val="90000"/>
            </a:lnSpc>
            <a:spcBef>
              <a:spcPct val="0"/>
            </a:spcBef>
            <a:spcAft>
              <a:spcPct val="15000"/>
            </a:spcAft>
            <a:buChar char="•"/>
          </a:pPr>
          <a:r>
            <a:rPr lang="de-DE" sz="1900" kern="1200" dirty="0"/>
            <a:t>PUT /</a:t>
          </a:r>
          <a:r>
            <a:rPr lang="de-DE" sz="1900" kern="1200" dirty="0" err="1"/>
            <a:t>resources</a:t>
          </a:r>
          <a:r>
            <a:rPr lang="de-DE" sz="1900" kern="1200" dirty="0"/>
            <a:t>/&lt;</a:t>
          </a:r>
          <a:r>
            <a:rPr lang="de-DE" sz="1900" kern="1200" dirty="0" err="1"/>
            <a:t>newResourceId</a:t>
          </a:r>
          <a:r>
            <a:rPr lang="de-DE" sz="1900" kern="1200" dirty="0"/>
            <a:t>&gt; HTTP/1.1 </a:t>
          </a:r>
        </a:p>
      </dsp:txBody>
      <dsp:txXfrm rot="-5400000">
        <a:off x="2721903" y="3185510"/>
        <a:ext cx="4783428" cy="1026089"/>
      </dsp:txXfrm>
    </dsp:sp>
    <dsp:sp modelId="{8921904E-BD22-9940-BE0F-A550A8A2EB25}">
      <dsp:nvSpPr>
        <dsp:cNvPr id="0" name=""/>
        <dsp:cNvSpPr/>
      </dsp:nvSpPr>
      <dsp:spPr>
        <a:xfrm>
          <a:off x="0" y="2987862"/>
          <a:ext cx="2721902" cy="1421384"/>
        </a:xfrm>
        <a:prstGeom prst="roundRect">
          <a:avLst/>
        </a:prstGeom>
        <a:gradFill rotWithShape="0">
          <a:gsLst>
            <a:gs pos="0">
              <a:schemeClr val="accent1">
                <a:hueOff val="0"/>
                <a:satOff val="0"/>
                <a:lumOff val="0"/>
                <a:alphaOff val="0"/>
                <a:satMod val="103000"/>
                <a:lumMod val="102000"/>
                <a:tint val="94000"/>
              </a:schemeClr>
            </a:gs>
            <a:gs pos="50000">
              <a:schemeClr val="accent1">
                <a:hueOff val="0"/>
                <a:satOff val="0"/>
                <a:lumOff val="0"/>
                <a:alphaOff val="0"/>
                <a:satMod val="110000"/>
                <a:lumMod val="100000"/>
                <a:shade val="100000"/>
              </a:schemeClr>
            </a:gs>
            <a:gs pos="100000">
              <a:schemeClr val="accent1">
                <a:hueOff val="0"/>
                <a:satOff val="0"/>
                <a:lumOff val="0"/>
                <a:alphaOff val="0"/>
                <a:lumMod val="99000"/>
                <a:satMod val="120000"/>
                <a:shade val="78000"/>
              </a:schemeClr>
            </a:gs>
          </a:gsLst>
          <a:lin ang="5400000" scaled="0"/>
        </a:gradFill>
        <a:ln>
          <a:noFill/>
        </a:ln>
        <a:effectLst/>
      </dsp:spPr>
      <dsp:style>
        <a:lnRef idx="0">
          <a:scrgbClr r="0" g="0" b="0"/>
        </a:lnRef>
        <a:fillRef idx="3">
          <a:scrgbClr r="0" g="0" b="0"/>
        </a:fillRef>
        <a:effectRef idx="2">
          <a:scrgbClr r="0" g="0" b="0"/>
        </a:effectRef>
        <a:fontRef idx="minor">
          <a:schemeClr val="lt1"/>
        </a:fontRef>
      </dsp:style>
      <dsp:txBody>
        <a:bodyPr spcFirstLastPara="0" vert="horz" wrap="square" lIns="201930" tIns="100965" rIns="201930" bIns="100965" numCol="1" spcCol="1270" anchor="ctr" anchorCtr="0">
          <a:noAutofit/>
        </a:bodyPr>
        <a:lstStyle/>
        <a:p>
          <a:pPr marL="0" lvl="0" indent="0" algn="ctr" defTabSz="235585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de-DE" sz="5300" kern="1200" dirty="0"/>
            <a:t>PUT</a:t>
          </a:r>
        </a:p>
      </dsp:txBody>
      <dsp:txXfrm>
        <a:off x="69386" y="3057248"/>
        <a:ext cx="2583130" cy="1282612"/>
      </dsp:txXfrm>
    </dsp:sp>
    <dsp:sp modelId="{ADB2FBED-06C8-0B47-813E-35C13DF85EC7}">
      <dsp:nvSpPr>
        <dsp:cNvPr id="0" name=""/>
        <dsp:cNvSpPr/>
      </dsp:nvSpPr>
      <dsp:spPr>
        <a:xfrm rot="5400000">
          <a:off x="4572817" y="2771539"/>
          <a:ext cx="1137107" cy="4838937"/>
        </a:xfrm>
        <a:prstGeom prst="round2SameRect">
          <a:avLst/>
        </a:prstGeom>
        <a:solidFill>
          <a:schemeClr val="accent1">
            <a:alpha val="90000"/>
            <a:tint val="40000"/>
            <a:hueOff val="0"/>
            <a:satOff val="0"/>
            <a:lumOff val="0"/>
            <a:alphaOff val="0"/>
          </a:schemeClr>
        </a:solidFill>
        <a:ln w="6350" cap="flat" cmpd="sng" algn="ctr">
          <a:solidFill>
            <a:schemeClr val="accent1">
              <a:alpha val="90000"/>
              <a:tint val="40000"/>
              <a:hueOff val="0"/>
              <a:satOff val="0"/>
              <a:lumOff val="0"/>
              <a:alphaOff val="0"/>
            </a:schemeClr>
          </a:solidFill>
          <a:prstDash val="solid"/>
          <a:miter lim="800000"/>
        </a:ln>
        <a:effectLst/>
      </dsp:spPr>
      <dsp:style>
        <a:lnRef idx="1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/>
      </dsp:style>
      <dsp:txBody>
        <a:bodyPr spcFirstLastPara="0" vert="horz" wrap="square" lIns="72390" tIns="36195" rIns="72390" bIns="36195" numCol="1" spcCol="1270" anchor="ctr" anchorCtr="0">
          <a:noAutofit/>
        </a:bodyPr>
        <a:lstStyle/>
        <a:p>
          <a:pPr marL="171450" lvl="1" indent="-171450" algn="l" defTabSz="844550">
            <a:lnSpc>
              <a:spcPct val="90000"/>
            </a:lnSpc>
            <a:spcBef>
              <a:spcPct val="0"/>
            </a:spcBef>
            <a:spcAft>
              <a:spcPct val="15000"/>
            </a:spcAft>
            <a:buChar char="•"/>
          </a:pPr>
          <a:r>
            <a:rPr lang="de-DE" sz="1900" kern="1200" dirty="0"/>
            <a:t>Erzeugt ein neues Objekt unterhalb (</a:t>
          </a:r>
          <a:r>
            <a:rPr lang="de-DE" sz="1900" kern="1200" dirty="0" err="1"/>
            <a:t>Collection</a:t>
          </a:r>
          <a:r>
            <a:rPr lang="de-DE" sz="1900" kern="1200" dirty="0"/>
            <a:t>) der spezifizierten Ressource</a:t>
          </a:r>
        </a:p>
        <a:p>
          <a:pPr marL="171450" lvl="1" indent="-171450" algn="l" defTabSz="844550">
            <a:lnSpc>
              <a:spcPct val="90000"/>
            </a:lnSpc>
            <a:spcBef>
              <a:spcPct val="0"/>
            </a:spcBef>
            <a:spcAft>
              <a:spcPct val="15000"/>
            </a:spcAft>
            <a:buChar char="•"/>
          </a:pPr>
          <a:r>
            <a:rPr lang="de-DE" sz="1900" kern="1200" dirty="0"/>
            <a:t>POST /</a:t>
          </a:r>
          <a:r>
            <a:rPr lang="de-DE" sz="1900" kern="1200" dirty="0" err="1"/>
            <a:t>resources</a:t>
          </a:r>
          <a:r>
            <a:rPr lang="de-DE" sz="1900" kern="1200" dirty="0"/>
            <a:t> HTTP/1.1</a:t>
          </a:r>
        </a:p>
      </dsp:txBody>
      <dsp:txXfrm rot="-5400000">
        <a:off x="2721903" y="4677963"/>
        <a:ext cx="4783428" cy="1026089"/>
      </dsp:txXfrm>
    </dsp:sp>
    <dsp:sp modelId="{0BEFE39D-035F-6F43-B431-E59A9CFBC005}">
      <dsp:nvSpPr>
        <dsp:cNvPr id="0" name=""/>
        <dsp:cNvSpPr/>
      </dsp:nvSpPr>
      <dsp:spPr>
        <a:xfrm>
          <a:off x="0" y="4480316"/>
          <a:ext cx="2721902" cy="1421384"/>
        </a:xfrm>
        <a:prstGeom prst="roundRect">
          <a:avLst/>
        </a:prstGeom>
        <a:gradFill rotWithShape="0">
          <a:gsLst>
            <a:gs pos="0">
              <a:schemeClr val="accent1">
                <a:hueOff val="0"/>
                <a:satOff val="0"/>
                <a:lumOff val="0"/>
                <a:alphaOff val="0"/>
                <a:satMod val="103000"/>
                <a:lumMod val="102000"/>
                <a:tint val="94000"/>
              </a:schemeClr>
            </a:gs>
            <a:gs pos="50000">
              <a:schemeClr val="accent1">
                <a:hueOff val="0"/>
                <a:satOff val="0"/>
                <a:lumOff val="0"/>
                <a:alphaOff val="0"/>
                <a:satMod val="110000"/>
                <a:lumMod val="100000"/>
                <a:shade val="100000"/>
              </a:schemeClr>
            </a:gs>
            <a:gs pos="100000">
              <a:schemeClr val="accent1">
                <a:hueOff val="0"/>
                <a:satOff val="0"/>
                <a:lumOff val="0"/>
                <a:alphaOff val="0"/>
                <a:lumMod val="99000"/>
                <a:satMod val="120000"/>
                <a:shade val="78000"/>
              </a:schemeClr>
            </a:gs>
          </a:gsLst>
          <a:lin ang="5400000" scaled="0"/>
        </a:gradFill>
        <a:ln>
          <a:noFill/>
        </a:ln>
        <a:effectLst/>
      </dsp:spPr>
      <dsp:style>
        <a:lnRef idx="0">
          <a:scrgbClr r="0" g="0" b="0"/>
        </a:lnRef>
        <a:fillRef idx="3">
          <a:scrgbClr r="0" g="0" b="0"/>
        </a:fillRef>
        <a:effectRef idx="2">
          <a:scrgbClr r="0" g="0" b="0"/>
        </a:effectRef>
        <a:fontRef idx="minor">
          <a:schemeClr val="lt1"/>
        </a:fontRef>
      </dsp:style>
      <dsp:txBody>
        <a:bodyPr spcFirstLastPara="0" vert="horz" wrap="square" lIns="201930" tIns="100965" rIns="201930" bIns="100965" numCol="1" spcCol="1270" anchor="ctr" anchorCtr="0">
          <a:noAutofit/>
        </a:bodyPr>
        <a:lstStyle/>
        <a:p>
          <a:pPr marL="0" lvl="0" indent="0" algn="ctr" defTabSz="235585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de-DE" sz="5300" kern="1200" dirty="0"/>
            <a:t>POST</a:t>
          </a:r>
        </a:p>
      </dsp:txBody>
      <dsp:txXfrm>
        <a:off x="69386" y="4549702"/>
        <a:ext cx="2583130" cy="1282612"/>
      </dsp:txXfrm>
    </dsp:sp>
  </dsp:spTree>
</dsp:drawing>
</file>

<file path=ppt/diagrams/drawing15.xml><?xml version="1.0" encoding="utf-8"?>
<dsp:drawing xmlns:dgm="http://schemas.openxmlformats.org/drawingml/2006/diagram" xmlns:dsp="http://schemas.microsoft.com/office/drawing/2008/diagram" xmlns:a="http://schemas.openxmlformats.org/drawingml/2006/main">
  <dsp:spTree>
    <dsp:nvGrpSpPr>
      <dsp:cNvPr id="0" name=""/>
      <dsp:cNvGrpSpPr/>
    </dsp:nvGrpSpPr>
    <dsp:grpSpPr/>
    <dsp:sp modelId="{4A12C6BB-B581-A24C-A598-548E22C4160C}">
      <dsp:nvSpPr>
        <dsp:cNvPr id="0" name=""/>
        <dsp:cNvSpPr/>
      </dsp:nvSpPr>
      <dsp:spPr>
        <a:xfrm>
          <a:off x="0" y="393038"/>
          <a:ext cx="6263640" cy="1105650"/>
        </a:xfrm>
        <a:prstGeom prst="rect">
          <a:avLst/>
        </a:prstGeom>
        <a:solidFill>
          <a:schemeClr val="lt1">
            <a:alpha val="90000"/>
            <a:hueOff val="0"/>
            <a:satOff val="0"/>
            <a:lumOff val="0"/>
            <a:alphaOff val="0"/>
          </a:schemeClr>
        </a:solidFill>
        <a:ln w="12700" cap="flat" cmpd="sng" algn="ctr">
          <a:solidFill>
            <a:schemeClr val="accent5">
              <a:hueOff val="0"/>
              <a:satOff val="0"/>
              <a:lumOff val="0"/>
              <a:alphaOff val="0"/>
            </a:schemeClr>
          </a:solidFill>
          <a:prstDash val="solid"/>
          <a:miter lim="800000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/>
      </dsp:style>
      <dsp:txBody>
        <a:bodyPr spcFirstLastPara="0" vert="horz" wrap="square" lIns="486128" tIns="541528" rIns="486128" bIns="184912" numCol="1" spcCol="1270" anchor="t" anchorCtr="0">
          <a:noAutofit/>
        </a:bodyPr>
        <a:lstStyle/>
        <a:p>
          <a:pPr marL="228600" lvl="1" indent="-228600" algn="l" defTabSz="1155700">
            <a:lnSpc>
              <a:spcPct val="90000"/>
            </a:lnSpc>
            <a:spcBef>
              <a:spcPct val="0"/>
            </a:spcBef>
            <a:spcAft>
              <a:spcPct val="15000"/>
            </a:spcAft>
            <a:buChar char="•"/>
          </a:pPr>
          <a:r>
            <a:rPr lang="de-DE" sz="2600" kern="1200"/>
            <a:t>Ausgabe der Versionsnummer</a:t>
          </a:r>
          <a:endParaRPr lang="en-US" sz="2600" kern="1200"/>
        </a:p>
      </dsp:txBody>
      <dsp:txXfrm>
        <a:off x="0" y="393038"/>
        <a:ext cx="6263640" cy="1105650"/>
      </dsp:txXfrm>
    </dsp:sp>
    <dsp:sp modelId="{1A7A9926-1BFE-DE44-B993-0CF46A5CEDEE}">
      <dsp:nvSpPr>
        <dsp:cNvPr id="0" name=""/>
        <dsp:cNvSpPr/>
      </dsp:nvSpPr>
      <dsp:spPr>
        <a:xfrm>
          <a:off x="313182" y="9278"/>
          <a:ext cx="4384548" cy="767520"/>
        </a:xfrm>
        <a:prstGeom prst="roundRect">
          <a:avLst/>
        </a:prstGeom>
        <a:solidFill>
          <a:schemeClr val="accent5">
            <a:hueOff val="0"/>
            <a:satOff val="0"/>
            <a:lumOff val="0"/>
            <a:alphaOff val="0"/>
          </a:schemeClr>
        </a:solidFill>
        <a:ln w="12700" cap="flat" cmpd="sng" algn="ctr">
          <a:solidFill>
            <a:schemeClr val="lt1">
              <a:hueOff val="0"/>
              <a:satOff val="0"/>
              <a:lumOff val="0"/>
              <a:alphaOff val="0"/>
            </a:schemeClr>
          </a:solidFill>
          <a:prstDash val="solid"/>
          <a:miter lim="800000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>
          <a:schemeClr val="lt1"/>
        </a:fontRef>
      </dsp:style>
      <dsp:txBody>
        <a:bodyPr spcFirstLastPara="0" vert="horz" wrap="square" lIns="165725" tIns="0" rIns="165725" bIns="0" numCol="1" spcCol="1270" anchor="ctr" anchorCtr="0">
          <a:noAutofit/>
        </a:bodyPr>
        <a:lstStyle/>
        <a:p>
          <a:pPr marL="0" lvl="0" indent="0" algn="l" defTabSz="115570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de-DE" sz="2600" kern="1200"/>
            <a:t>node –v</a:t>
          </a:r>
          <a:endParaRPr lang="en-US" sz="2600" kern="1200"/>
        </a:p>
      </dsp:txBody>
      <dsp:txXfrm>
        <a:off x="350649" y="46745"/>
        <a:ext cx="4309614" cy="692586"/>
      </dsp:txXfrm>
    </dsp:sp>
    <dsp:sp modelId="{4D6DC218-DFF5-2347-9AFF-E34732CA7773}">
      <dsp:nvSpPr>
        <dsp:cNvPr id="0" name=""/>
        <dsp:cNvSpPr/>
      </dsp:nvSpPr>
      <dsp:spPr>
        <a:xfrm>
          <a:off x="0" y="2022848"/>
          <a:ext cx="6263640" cy="1474200"/>
        </a:xfrm>
        <a:prstGeom prst="rect">
          <a:avLst/>
        </a:prstGeom>
        <a:solidFill>
          <a:schemeClr val="lt1">
            <a:alpha val="90000"/>
            <a:hueOff val="0"/>
            <a:satOff val="0"/>
            <a:lumOff val="0"/>
            <a:alphaOff val="0"/>
          </a:schemeClr>
        </a:solidFill>
        <a:ln w="12700" cap="flat" cmpd="sng" algn="ctr">
          <a:solidFill>
            <a:schemeClr val="accent5">
              <a:hueOff val="553124"/>
              <a:satOff val="6280"/>
              <a:lumOff val="5686"/>
              <a:alphaOff val="0"/>
            </a:schemeClr>
          </a:solidFill>
          <a:prstDash val="solid"/>
          <a:miter lim="800000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/>
      </dsp:style>
      <dsp:txBody>
        <a:bodyPr spcFirstLastPara="0" vert="horz" wrap="square" lIns="486128" tIns="541528" rIns="486128" bIns="184912" numCol="1" spcCol="1270" anchor="t" anchorCtr="0">
          <a:noAutofit/>
        </a:bodyPr>
        <a:lstStyle/>
        <a:p>
          <a:pPr marL="228600" lvl="1" indent="-228600" algn="l" defTabSz="1155700">
            <a:lnSpc>
              <a:spcPct val="90000"/>
            </a:lnSpc>
            <a:spcBef>
              <a:spcPct val="0"/>
            </a:spcBef>
            <a:spcAft>
              <a:spcPct val="15000"/>
            </a:spcAft>
            <a:buChar char="•"/>
          </a:pPr>
          <a:r>
            <a:rPr lang="de-DE" sz="2600" kern="1200"/>
            <a:t>Starten der REPL zur Eingabe von JavaScript-Befehlen</a:t>
          </a:r>
          <a:endParaRPr lang="en-US" sz="2600" kern="1200"/>
        </a:p>
      </dsp:txBody>
      <dsp:txXfrm>
        <a:off x="0" y="2022848"/>
        <a:ext cx="6263640" cy="1474200"/>
      </dsp:txXfrm>
    </dsp:sp>
    <dsp:sp modelId="{80B8595D-D10C-0244-912B-73BABA28A137}">
      <dsp:nvSpPr>
        <dsp:cNvPr id="0" name=""/>
        <dsp:cNvSpPr/>
      </dsp:nvSpPr>
      <dsp:spPr>
        <a:xfrm>
          <a:off x="313182" y="1639088"/>
          <a:ext cx="4384548" cy="767520"/>
        </a:xfrm>
        <a:prstGeom prst="roundRect">
          <a:avLst/>
        </a:prstGeom>
        <a:solidFill>
          <a:schemeClr val="accent5">
            <a:hueOff val="553124"/>
            <a:satOff val="6280"/>
            <a:lumOff val="5686"/>
            <a:alphaOff val="0"/>
          </a:schemeClr>
        </a:solidFill>
        <a:ln w="12700" cap="flat" cmpd="sng" algn="ctr">
          <a:solidFill>
            <a:schemeClr val="lt1">
              <a:hueOff val="0"/>
              <a:satOff val="0"/>
              <a:lumOff val="0"/>
              <a:alphaOff val="0"/>
            </a:schemeClr>
          </a:solidFill>
          <a:prstDash val="solid"/>
          <a:miter lim="800000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>
          <a:schemeClr val="lt1"/>
        </a:fontRef>
      </dsp:style>
      <dsp:txBody>
        <a:bodyPr spcFirstLastPara="0" vert="horz" wrap="square" lIns="165725" tIns="0" rIns="165725" bIns="0" numCol="1" spcCol="1270" anchor="ctr" anchorCtr="0">
          <a:noAutofit/>
        </a:bodyPr>
        <a:lstStyle/>
        <a:p>
          <a:pPr marL="0" lvl="0" indent="0" algn="l" defTabSz="115570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de-DE" sz="2600" kern="1200"/>
            <a:t>node</a:t>
          </a:r>
          <a:endParaRPr lang="en-US" sz="2600" kern="1200"/>
        </a:p>
      </dsp:txBody>
      <dsp:txXfrm>
        <a:off x="350649" y="1676555"/>
        <a:ext cx="4309614" cy="692586"/>
      </dsp:txXfrm>
    </dsp:sp>
    <dsp:sp modelId="{70AC1BE9-E752-CB45-9BE9-DF2E0B230545}">
      <dsp:nvSpPr>
        <dsp:cNvPr id="0" name=""/>
        <dsp:cNvSpPr/>
      </dsp:nvSpPr>
      <dsp:spPr>
        <a:xfrm>
          <a:off x="0" y="4021209"/>
          <a:ext cx="6263640" cy="1474200"/>
        </a:xfrm>
        <a:prstGeom prst="rect">
          <a:avLst/>
        </a:prstGeom>
        <a:solidFill>
          <a:schemeClr val="lt1">
            <a:alpha val="90000"/>
            <a:hueOff val="0"/>
            <a:satOff val="0"/>
            <a:lumOff val="0"/>
            <a:alphaOff val="0"/>
          </a:schemeClr>
        </a:solidFill>
        <a:ln w="12700" cap="flat" cmpd="sng" algn="ctr">
          <a:solidFill>
            <a:schemeClr val="accent5">
              <a:hueOff val="1106248"/>
              <a:satOff val="12561"/>
              <a:lumOff val="11372"/>
              <a:alphaOff val="0"/>
            </a:schemeClr>
          </a:solidFill>
          <a:prstDash val="solid"/>
          <a:miter lim="800000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/>
      </dsp:style>
      <dsp:txBody>
        <a:bodyPr spcFirstLastPara="0" vert="horz" wrap="square" lIns="486128" tIns="541528" rIns="486128" bIns="184912" numCol="1" spcCol="1270" anchor="t" anchorCtr="0">
          <a:noAutofit/>
        </a:bodyPr>
        <a:lstStyle/>
        <a:p>
          <a:pPr marL="228600" lvl="1" indent="-228600" algn="l" defTabSz="1155700">
            <a:lnSpc>
              <a:spcPct val="90000"/>
            </a:lnSpc>
            <a:spcBef>
              <a:spcPct val="0"/>
            </a:spcBef>
            <a:spcAft>
              <a:spcPct val="15000"/>
            </a:spcAft>
            <a:buChar char="•"/>
          </a:pPr>
          <a:r>
            <a:rPr lang="de-DE" sz="2600" kern="1200"/>
            <a:t>Ausführen  der Skript-Datei </a:t>
          </a:r>
          <a:r>
            <a:rPr lang="de-DE" sz="2600" i="1" kern="1200"/>
            <a:t>programm.js </a:t>
          </a:r>
          <a:r>
            <a:rPr lang="de-DE" sz="2600" kern="1200"/>
            <a:t> </a:t>
          </a:r>
          <a:endParaRPr lang="en-US" sz="2600" kern="1200"/>
        </a:p>
      </dsp:txBody>
      <dsp:txXfrm>
        <a:off x="0" y="4021209"/>
        <a:ext cx="6263640" cy="1474200"/>
      </dsp:txXfrm>
    </dsp:sp>
    <dsp:sp modelId="{33EBE219-4BA6-DB46-B160-EEB4B61E8CB5}">
      <dsp:nvSpPr>
        <dsp:cNvPr id="0" name=""/>
        <dsp:cNvSpPr/>
      </dsp:nvSpPr>
      <dsp:spPr>
        <a:xfrm>
          <a:off x="313182" y="3637448"/>
          <a:ext cx="4384548" cy="767520"/>
        </a:xfrm>
        <a:prstGeom prst="roundRect">
          <a:avLst/>
        </a:prstGeom>
        <a:solidFill>
          <a:schemeClr val="accent5">
            <a:hueOff val="1106248"/>
            <a:satOff val="12561"/>
            <a:lumOff val="11372"/>
            <a:alphaOff val="0"/>
          </a:schemeClr>
        </a:solidFill>
        <a:ln w="12700" cap="flat" cmpd="sng" algn="ctr">
          <a:solidFill>
            <a:schemeClr val="lt1">
              <a:hueOff val="0"/>
              <a:satOff val="0"/>
              <a:lumOff val="0"/>
              <a:alphaOff val="0"/>
            </a:schemeClr>
          </a:solidFill>
          <a:prstDash val="solid"/>
          <a:miter lim="800000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>
          <a:schemeClr val="lt1"/>
        </a:fontRef>
      </dsp:style>
      <dsp:txBody>
        <a:bodyPr spcFirstLastPara="0" vert="horz" wrap="square" lIns="165725" tIns="0" rIns="165725" bIns="0" numCol="1" spcCol="1270" anchor="ctr" anchorCtr="0">
          <a:noAutofit/>
        </a:bodyPr>
        <a:lstStyle/>
        <a:p>
          <a:pPr marL="0" lvl="0" indent="0" algn="l" defTabSz="115570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de-DE" sz="2600" kern="1200"/>
            <a:t>node programm.js</a:t>
          </a:r>
          <a:endParaRPr lang="en-US" sz="2600" kern="1200"/>
        </a:p>
      </dsp:txBody>
      <dsp:txXfrm>
        <a:off x="350649" y="3674915"/>
        <a:ext cx="4309614" cy="692586"/>
      </dsp:txXfrm>
    </dsp:sp>
  </dsp:spTree>
</dsp:drawing>
</file>

<file path=ppt/diagrams/drawing16.xml><?xml version="1.0" encoding="utf-8"?>
<dsp:drawing xmlns:dgm="http://schemas.openxmlformats.org/drawingml/2006/diagram" xmlns:dsp="http://schemas.microsoft.com/office/drawing/2008/diagram" xmlns:a="http://schemas.openxmlformats.org/drawingml/2006/main">
  <dsp:spTree>
    <dsp:nvGrpSpPr>
      <dsp:cNvPr id="0" name=""/>
      <dsp:cNvGrpSpPr/>
    </dsp:nvGrpSpPr>
    <dsp:grpSpPr/>
    <dsp:sp modelId="{6607D71C-8DC4-4BB6-8305-5D6236EF6AF4}">
      <dsp:nvSpPr>
        <dsp:cNvPr id="0" name=""/>
        <dsp:cNvSpPr/>
      </dsp:nvSpPr>
      <dsp:spPr>
        <a:xfrm>
          <a:off x="432042" y="1839"/>
          <a:ext cx="3276375" cy="1105874"/>
        </a:xfrm>
        <a:prstGeom prst="roundRect">
          <a:avLst>
            <a:gd name="adj" fmla="val 10000"/>
          </a:avLst>
        </a:prstGeom>
        <a:solidFill>
          <a:schemeClr val="accent1">
            <a:hueOff val="0"/>
            <a:satOff val="0"/>
            <a:lumOff val="0"/>
            <a:alphaOff val="0"/>
          </a:schemeClr>
        </a:solidFill>
        <a:ln w="12700" cap="flat" cmpd="sng" algn="ctr">
          <a:solidFill>
            <a:schemeClr val="lt1">
              <a:hueOff val="0"/>
              <a:satOff val="0"/>
              <a:lumOff val="0"/>
              <a:alphaOff val="0"/>
            </a:schemeClr>
          </a:solidFill>
          <a:prstDash val="solid"/>
          <a:miter lim="800000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>
          <a:schemeClr val="lt1"/>
        </a:fontRef>
      </dsp:style>
      <dsp:txBody>
        <a:bodyPr spcFirstLastPara="0" vert="horz" wrap="square" lIns="60960" tIns="40640" rIns="60960" bIns="40640" numCol="1" spcCol="1270" anchor="ctr" anchorCtr="0">
          <a:noAutofit/>
        </a:bodyPr>
        <a:lstStyle/>
        <a:p>
          <a:pPr marL="0" lvl="0" indent="0" algn="ctr" defTabSz="142240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de-DE" sz="3200" kern="1200" dirty="0" err="1">
              <a:solidFill>
                <a:schemeClr val="tx1"/>
              </a:solidFill>
            </a:rPr>
            <a:t>project-root</a:t>
          </a:r>
          <a:endParaRPr lang="de-DE" sz="3200" kern="1200" dirty="0">
            <a:solidFill>
              <a:schemeClr val="tx1"/>
            </a:solidFill>
          </a:endParaRPr>
        </a:p>
      </dsp:txBody>
      <dsp:txXfrm>
        <a:off x="464432" y="34229"/>
        <a:ext cx="3211595" cy="1041094"/>
      </dsp:txXfrm>
    </dsp:sp>
    <dsp:sp modelId="{FE972E17-81E7-4DC9-8BB9-241D4556144A}">
      <dsp:nvSpPr>
        <dsp:cNvPr id="0" name=""/>
        <dsp:cNvSpPr/>
      </dsp:nvSpPr>
      <dsp:spPr>
        <a:xfrm>
          <a:off x="759679" y="1107714"/>
          <a:ext cx="327637" cy="829406"/>
        </a:xfrm>
        <a:custGeom>
          <a:avLst/>
          <a:gdLst/>
          <a:ahLst/>
          <a:cxnLst/>
          <a:rect l="0" t="0" r="0" b="0"/>
          <a:pathLst>
            <a:path>
              <a:moveTo>
                <a:pt x="0" y="0"/>
              </a:moveTo>
              <a:lnTo>
                <a:pt x="0" y="829406"/>
              </a:lnTo>
              <a:lnTo>
                <a:pt x="327637" y="829406"/>
              </a:lnTo>
            </a:path>
          </a:pathLst>
        </a:custGeom>
        <a:noFill/>
        <a:ln w="12700" cap="flat" cmpd="sng" algn="ctr">
          <a:solidFill>
            <a:schemeClr val="accent1">
              <a:shade val="60000"/>
              <a:hueOff val="0"/>
              <a:satOff val="0"/>
              <a:lumOff val="0"/>
              <a:alphaOff val="0"/>
            </a:schemeClr>
          </a:solidFill>
          <a:prstDash val="solid"/>
          <a:miter lim="800000"/>
        </a:ln>
        <a:effectLst/>
      </dsp:spPr>
      <dsp:style>
        <a:lnRef idx="2">
          <a:scrgbClr r="0" g="0" b="0"/>
        </a:lnRef>
        <a:fillRef idx="0">
          <a:scrgbClr r="0" g="0" b="0"/>
        </a:fillRef>
        <a:effectRef idx="0">
          <a:scrgbClr r="0" g="0" b="0"/>
        </a:effectRef>
        <a:fontRef idx="minor"/>
      </dsp:style>
    </dsp:sp>
    <dsp:sp modelId="{C03CB49A-CA21-4561-9CA0-7967197F9B89}">
      <dsp:nvSpPr>
        <dsp:cNvPr id="0" name=""/>
        <dsp:cNvSpPr/>
      </dsp:nvSpPr>
      <dsp:spPr>
        <a:xfrm>
          <a:off x="1087317" y="1384182"/>
          <a:ext cx="1769399" cy="1105874"/>
        </a:xfrm>
        <a:prstGeom prst="roundRect">
          <a:avLst>
            <a:gd name="adj" fmla="val 10000"/>
          </a:avLst>
        </a:prstGeom>
        <a:solidFill>
          <a:schemeClr val="lt1">
            <a:alpha val="90000"/>
            <a:hueOff val="0"/>
            <a:satOff val="0"/>
            <a:lumOff val="0"/>
            <a:alphaOff val="0"/>
          </a:schemeClr>
        </a:solidFill>
        <a:ln w="12700" cap="flat" cmpd="sng" algn="ctr">
          <a:solidFill>
            <a:schemeClr val="accent1">
              <a:hueOff val="0"/>
              <a:satOff val="0"/>
              <a:lumOff val="0"/>
              <a:alphaOff val="0"/>
            </a:schemeClr>
          </a:solidFill>
          <a:prstDash val="solid"/>
          <a:miter lim="800000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/>
      </dsp:style>
      <dsp:txBody>
        <a:bodyPr spcFirstLastPara="0" vert="horz" wrap="square" lIns="32385" tIns="21590" rIns="32385" bIns="21590" numCol="1" spcCol="1270" anchor="ctr" anchorCtr="0">
          <a:noAutofit/>
        </a:bodyPr>
        <a:lstStyle/>
        <a:p>
          <a:pPr marL="0" lvl="0" indent="0" algn="ctr" defTabSz="75565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de-DE" sz="1700" kern="1200" dirty="0" err="1"/>
            <a:t>package.json</a:t>
          </a:r>
          <a:endParaRPr lang="de-DE" sz="1700" kern="1200" dirty="0"/>
        </a:p>
      </dsp:txBody>
      <dsp:txXfrm>
        <a:off x="1119707" y="1416572"/>
        <a:ext cx="1704619" cy="1041094"/>
      </dsp:txXfrm>
    </dsp:sp>
    <dsp:sp modelId="{EC0960B8-D78E-4984-805C-5C0B1C40DBDE}">
      <dsp:nvSpPr>
        <dsp:cNvPr id="0" name=""/>
        <dsp:cNvSpPr/>
      </dsp:nvSpPr>
      <dsp:spPr>
        <a:xfrm>
          <a:off x="759679" y="1107714"/>
          <a:ext cx="327637" cy="2211749"/>
        </a:xfrm>
        <a:custGeom>
          <a:avLst/>
          <a:gdLst/>
          <a:ahLst/>
          <a:cxnLst/>
          <a:rect l="0" t="0" r="0" b="0"/>
          <a:pathLst>
            <a:path>
              <a:moveTo>
                <a:pt x="0" y="0"/>
              </a:moveTo>
              <a:lnTo>
                <a:pt x="0" y="2211749"/>
              </a:lnTo>
              <a:lnTo>
                <a:pt x="327637" y="2211749"/>
              </a:lnTo>
            </a:path>
          </a:pathLst>
        </a:custGeom>
        <a:noFill/>
        <a:ln w="12700" cap="flat" cmpd="sng" algn="ctr">
          <a:solidFill>
            <a:schemeClr val="accent1">
              <a:shade val="60000"/>
              <a:hueOff val="0"/>
              <a:satOff val="0"/>
              <a:lumOff val="0"/>
              <a:alphaOff val="0"/>
            </a:schemeClr>
          </a:solidFill>
          <a:prstDash val="solid"/>
          <a:miter lim="800000"/>
        </a:ln>
        <a:effectLst/>
      </dsp:spPr>
      <dsp:style>
        <a:lnRef idx="2">
          <a:scrgbClr r="0" g="0" b="0"/>
        </a:lnRef>
        <a:fillRef idx="0">
          <a:scrgbClr r="0" g="0" b="0"/>
        </a:fillRef>
        <a:effectRef idx="0">
          <a:scrgbClr r="0" g="0" b="0"/>
        </a:effectRef>
        <a:fontRef idx="minor"/>
      </dsp:style>
    </dsp:sp>
    <dsp:sp modelId="{8CE943E3-F1AB-4E0A-BBA8-1A2B8AFF0336}">
      <dsp:nvSpPr>
        <dsp:cNvPr id="0" name=""/>
        <dsp:cNvSpPr/>
      </dsp:nvSpPr>
      <dsp:spPr>
        <a:xfrm>
          <a:off x="1087317" y="2766526"/>
          <a:ext cx="1769399" cy="1105874"/>
        </a:xfrm>
        <a:prstGeom prst="roundRect">
          <a:avLst>
            <a:gd name="adj" fmla="val 10000"/>
          </a:avLst>
        </a:prstGeom>
        <a:solidFill>
          <a:schemeClr val="lt1">
            <a:alpha val="90000"/>
            <a:hueOff val="0"/>
            <a:satOff val="0"/>
            <a:lumOff val="0"/>
            <a:alphaOff val="0"/>
          </a:schemeClr>
        </a:solidFill>
        <a:ln w="12700" cap="flat" cmpd="sng" algn="ctr">
          <a:solidFill>
            <a:schemeClr val="accent1">
              <a:hueOff val="0"/>
              <a:satOff val="0"/>
              <a:lumOff val="0"/>
              <a:alphaOff val="0"/>
            </a:schemeClr>
          </a:solidFill>
          <a:prstDash val="solid"/>
          <a:miter lim="800000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/>
      </dsp:style>
      <dsp:txBody>
        <a:bodyPr spcFirstLastPara="0" vert="horz" wrap="square" lIns="32385" tIns="21590" rIns="32385" bIns="21590" numCol="1" spcCol="1270" anchor="t" anchorCtr="0">
          <a:noAutofit/>
        </a:bodyPr>
        <a:lstStyle/>
        <a:p>
          <a:pPr marL="0" lvl="0" indent="0" algn="l" defTabSz="75565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de-DE" sz="1700" kern="1200" dirty="0" err="1"/>
            <a:t>src</a:t>
          </a:r>
          <a:endParaRPr lang="de-DE" sz="1700" kern="1200" dirty="0"/>
        </a:p>
        <a:p>
          <a:pPr marL="114300" lvl="1" indent="-114300" algn="l" defTabSz="577850">
            <a:lnSpc>
              <a:spcPct val="90000"/>
            </a:lnSpc>
            <a:spcBef>
              <a:spcPct val="0"/>
            </a:spcBef>
            <a:spcAft>
              <a:spcPct val="15000"/>
            </a:spcAft>
            <a:buChar char="•"/>
          </a:pPr>
          <a:r>
            <a:rPr lang="de-DE" sz="1300" kern="1200" dirty="0"/>
            <a:t>script1</a:t>
          </a:r>
        </a:p>
        <a:p>
          <a:pPr marL="114300" lvl="1" indent="-114300" algn="l" defTabSz="577850">
            <a:lnSpc>
              <a:spcPct val="90000"/>
            </a:lnSpc>
            <a:spcBef>
              <a:spcPct val="0"/>
            </a:spcBef>
            <a:spcAft>
              <a:spcPct val="15000"/>
            </a:spcAft>
            <a:buChar char="•"/>
          </a:pPr>
          <a:r>
            <a:rPr lang="de-DE" sz="1300" kern="1200" dirty="0"/>
            <a:t>script2</a:t>
          </a:r>
        </a:p>
        <a:p>
          <a:pPr marL="114300" lvl="1" indent="-114300" algn="l" defTabSz="577850">
            <a:lnSpc>
              <a:spcPct val="90000"/>
            </a:lnSpc>
            <a:spcBef>
              <a:spcPct val="0"/>
            </a:spcBef>
            <a:spcAft>
              <a:spcPct val="15000"/>
            </a:spcAft>
            <a:buChar char="•"/>
          </a:pPr>
          <a:r>
            <a:rPr lang="de-DE" sz="1300" kern="1200" dirty="0"/>
            <a:t>…</a:t>
          </a:r>
        </a:p>
      </dsp:txBody>
      <dsp:txXfrm>
        <a:off x="1119707" y="2798916"/>
        <a:ext cx="1704619" cy="1041094"/>
      </dsp:txXfrm>
    </dsp:sp>
    <dsp:sp modelId="{5A45C53C-7725-48D9-A02E-81B437FBB969}">
      <dsp:nvSpPr>
        <dsp:cNvPr id="0" name=""/>
        <dsp:cNvSpPr/>
      </dsp:nvSpPr>
      <dsp:spPr>
        <a:xfrm>
          <a:off x="759679" y="1107714"/>
          <a:ext cx="327637" cy="3594093"/>
        </a:xfrm>
        <a:custGeom>
          <a:avLst/>
          <a:gdLst/>
          <a:ahLst/>
          <a:cxnLst/>
          <a:rect l="0" t="0" r="0" b="0"/>
          <a:pathLst>
            <a:path>
              <a:moveTo>
                <a:pt x="0" y="0"/>
              </a:moveTo>
              <a:lnTo>
                <a:pt x="0" y="3594093"/>
              </a:lnTo>
              <a:lnTo>
                <a:pt x="327637" y="3594093"/>
              </a:lnTo>
            </a:path>
          </a:pathLst>
        </a:custGeom>
        <a:noFill/>
        <a:ln w="12700" cap="flat" cmpd="sng" algn="ctr">
          <a:solidFill>
            <a:schemeClr val="accent1">
              <a:shade val="60000"/>
              <a:hueOff val="0"/>
              <a:satOff val="0"/>
              <a:lumOff val="0"/>
              <a:alphaOff val="0"/>
            </a:schemeClr>
          </a:solidFill>
          <a:prstDash val="solid"/>
          <a:miter lim="800000"/>
        </a:ln>
        <a:effectLst/>
      </dsp:spPr>
      <dsp:style>
        <a:lnRef idx="2">
          <a:scrgbClr r="0" g="0" b="0"/>
        </a:lnRef>
        <a:fillRef idx="0">
          <a:scrgbClr r="0" g="0" b="0"/>
        </a:fillRef>
        <a:effectRef idx="0">
          <a:scrgbClr r="0" g="0" b="0"/>
        </a:effectRef>
        <a:fontRef idx="minor"/>
      </dsp:style>
    </dsp:sp>
    <dsp:sp modelId="{F47786B8-D1FB-42D9-A2B7-99A3BE6B2E5F}">
      <dsp:nvSpPr>
        <dsp:cNvPr id="0" name=""/>
        <dsp:cNvSpPr/>
      </dsp:nvSpPr>
      <dsp:spPr>
        <a:xfrm>
          <a:off x="1087317" y="4148869"/>
          <a:ext cx="1769399" cy="1105874"/>
        </a:xfrm>
        <a:prstGeom prst="roundRect">
          <a:avLst>
            <a:gd name="adj" fmla="val 10000"/>
          </a:avLst>
        </a:prstGeom>
        <a:solidFill>
          <a:schemeClr val="lt1">
            <a:alpha val="90000"/>
            <a:hueOff val="0"/>
            <a:satOff val="0"/>
            <a:lumOff val="0"/>
            <a:alphaOff val="0"/>
          </a:schemeClr>
        </a:solidFill>
        <a:ln w="12700" cap="flat" cmpd="sng" algn="ctr">
          <a:solidFill>
            <a:schemeClr val="accent1">
              <a:hueOff val="0"/>
              <a:satOff val="0"/>
              <a:lumOff val="0"/>
              <a:alphaOff val="0"/>
            </a:schemeClr>
          </a:solidFill>
          <a:prstDash val="solid"/>
          <a:miter lim="800000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/>
      </dsp:style>
      <dsp:txBody>
        <a:bodyPr spcFirstLastPara="0" vert="horz" wrap="square" lIns="32385" tIns="21590" rIns="32385" bIns="21590" numCol="1" spcCol="1270" anchor="t" anchorCtr="0">
          <a:noAutofit/>
        </a:bodyPr>
        <a:lstStyle/>
        <a:p>
          <a:pPr marL="0" lvl="0" indent="0" algn="l" defTabSz="75565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de-DE" sz="1700" kern="1200" dirty="0" err="1"/>
            <a:t>node</a:t>
          </a:r>
          <a:r>
            <a:rPr lang="de-DE" sz="1700" kern="1200" dirty="0"/>
            <a:t>-modules</a:t>
          </a:r>
        </a:p>
        <a:p>
          <a:pPr marL="114300" lvl="1" indent="-114300" algn="l" defTabSz="577850">
            <a:lnSpc>
              <a:spcPct val="90000"/>
            </a:lnSpc>
            <a:spcBef>
              <a:spcPct val="0"/>
            </a:spcBef>
            <a:spcAft>
              <a:spcPct val="15000"/>
            </a:spcAft>
            <a:buChar char="•"/>
          </a:pPr>
          <a:r>
            <a:rPr lang="de-DE" sz="1300" kern="1200" dirty="0"/>
            <a:t>module1</a:t>
          </a:r>
        </a:p>
        <a:p>
          <a:pPr marL="114300" lvl="1" indent="-114300" algn="l" defTabSz="577850">
            <a:lnSpc>
              <a:spcPct val="90000"/>
            </a:lnSpc>
            <a:spcBef>
              <a:spcPct val="0"/>
            </a:spcBef>
            <a:spcAft>
              <a:spcPct val="15000"/>
            </a:spcAft>
            <a:buChar char="•"/>
          </a:pPr>
          <a:r>
            <a:rPr lang="de-DE" sz="1300" kern="1200" dirty="0"/>
            <a:t>module2</a:t>
          </a:r>
        </a:p>
        <a:p>
          <a:pPr marL="114300" lvl="1" indent="-114300" algn="l" defTabSz="577850">
            <a:lnSpc>
              <a:spcPct val="90000"/>
            </a:lnSpc>
            <a:spcBef>
              <a:spcPct val="0"/>
            </a:spcBef>
            <a:spcAft>
              <a:spcPct val="15000"/>
            </a:spcAft>
            <a:buChar char="•"/>
          </a:pPr>
          <a:r>
            <a:rPr lang="de-DE" sz="1300" kern="1200" dirty="0"/>
            <a:t>…</a:t>
          </a:r>
        </a:p>
      </dsp:txBody>
      <dsp:txXfrm>
        <a:off x="1119707" y="4181259"/>
        <a:ext cx="1704619" cy="1041094"/>
      </dsp:txXfrm>
    </dsp:sp>
  </dsp:spTree>
</dsp:drawing>
</file>

<file path=ppt/diagrams/layout1.xml><?xml version="1.0" encoding="utf-8"?>
<dgm:layoutDef xmlns:dgm="http://schemas.openxmlformats.org/drawingml/2006/diagram" xmlns:a="http://schemas.openxmlformats.org/drawingml/2006/main" uniqueId="urn:microsoft.com/office/officeart/2005/8/layout/equation1">
  <dgm:title val=""/>
  <dgm:desc val=""/>
  <dgm:catLst>
    <dgm:cat type="relationship" pri="17000"/>
    <dgm:cat type="process" pri="25000"/>
  </dgm:catLst>
  <dgm:sampData useDef="1">
    <dgm:dataModel>
      <dgm:ptLst/>
      <dgm:bg/>
      <dgm:whole/>
    </dgm:dataModel>
  </dgm:sampData>
  <dgm:styleData>
    <dgm:dataModel>
      <dgm:ptLst>
        <dgm:pt modelId="0" type="doc"/>
        <dgm:pt modelId="1"/>
        <dgm:pt modelId="2"/>
      </dgm:ptLst>
      <dgm:cxnLst>
        <dgm:cxn modelId="3" srcId="0" destId="1" srcOrd="0" destOrd="0"/>
        <dgm:cxn modelId="4" srcId="0" destId="2" srcOrd="1" destOrd="0"/>
      </dgm:cxnLst>
      <dgm:bg/>
      <dgm:whole/>
    </dgm:dataModel>
  </dgm:styleData>
  <dgm:clrData>
    <dgm:dataModel>
      <dgm:ptLst>
        <dgm:pt modelId="0" type="doc"/>
        <dgm:pt modelId="1"/>
        <dgm:pt modelId="2"/>
        <dgm:pt modelId="3"/>
        <dgm:pt modelId="4"/>
      </dgm:ptLst>
      <dgm:cxnLst>
        <dgm:cxn modelId="5" srcId="0" destId="1" srcOrd="0" destOrd="0"/>
        <dgm:cxn modelId="6" srcId="0" destId="2" srcOrd="1" destOrd="0"/>
        <dgm:cxn modelId="7" srcId="0" destId="3" srcOrd="2" destOrd="0"/>
        <dgm:cxn modelId="8" srcId="0" destId="4" srcOrd="3" destOrd="0"/>
      </dgm:cxnLst>
      <dgm:bg/>
      <dgm:whole/>
    </dgm:dataModel>
  </dgm:clrData>
  <dgm:layoutNode name="linearFlow">
    <dgm:varLst>
      <dgm:dir/>
      <dgm:resizeHandles val="exact"/>
    </dgm:varLst>
    <dgm:choose name="Name0">
      <dgm:if name="Name1" func="var" arg="dir" op="equ" val="norm">
        <dgm:alg type="lin">
          <dgm:param type="fallback" val="2D"/>
        </dgm:alg>
      </dgm:if>
      <dgm:else name="Name2">
        <dgm:alg type="lin">
          <dgm:param type="linDir" val="fromR"/>
          <dgm:param type="fallback" val="2D"/>
        </dgm:alg>
      </dgm:else>
    </dgm:choose>
    <dgm:shape xmlns:r="http://schemas.openxmlformats.org/officeDocument/2006/relationships" r:blip="">
      <dgm:adjLst/>
    </dgm:shape>
    <dgm:presOf/>
    <dgm:constrLst>
      <dgm:constr type="w" for="ch" ptType="node" refType="w"/>
      <dgm:constr type="w" for="ch" ptType="sibTrans" refType="w" refFor="ch" refPtType="node" fact="0.58"/>
      <dgm:constr type="primFontSz" for="ch" ptType="node" op="equ" val="65"/>
      <dgm:constr type="primFontSz" for="ch" ptType="sibTrans" op="equ" val="55"/>
      <dgm:constr type="primFontSz" for="ch" ptType="sibTrans" refType="primFontSz" refFor="ch" refPtType="node" op="lte" fact="0.8"/>
      <dgm:constr type="w" for="ch" forName="spacerL" refType="w" refFor="ch" refPtType="sibTrans" fact="0.14"/>
      <dgm:constr type="w" for="ch" forName="spacerR" refType="w" refFor="ch" refPtType="sibTrans" fact="0.14"/>
    </dgm:constrLst>
    <dgm:ruleLst/>
    <dgm:forEach name="nodesForEach" axis="ch" ptType="node">
      <dgm:layoutNode name="node">
        <dgm:varLst>
          <dgm:bulletEnabled val="1"/>
        </dgm:varLst>
        <dgm:alg type="tx">
          <dgm:param type="txAnchorVertCh" val="mid"/>
        </dgm:alg>
        <dgm:shape xmlns:r="http://schemas.openxmlformats.org/officeDocument/2006/relationships" type="ellipse" r:blip="">
          <dgm:adjLst/>
        </dgm:shape>
        <dgm:presOf axis="desOrSelf" ptType="node"/>
        <dgm:constrLst>
          <dgm:constr type="h" refType="w"/>
          <dgm:constr type="tMarg" refType="primFontSz" fact="0.1"/>
          <dgm:constr type="bMarg" refType="primFontSz" fact="0.1"/>
          <dgm:constr type="lMarg" refType="primFontSz" fact="0.1"/>
          <dgm:constr type="rMarg" refType="primFontSz" fact="0.1"/>
        </dgm:constrLst>
        <dgm:ruleLst>
          <dgm:rule type="primFontSz" val="5" fact="NaN" max="NaN"/>
        </dgm:ruleLst>
      </dgm:layoutNode>
      <dgm:forEach name="sibTransForEach" axis="followSib" ptType="sibTrans" cnt="1">
        <dgm:layoutNode name="spacerL">
          <dgm:alg type="sp"/>
          <dgm:shape xmlns:r="http://schemas.openxmlformats.org/officeDocument/2006/relationships" r:blip="">
            <dgm:adjLst/>
          </dgm:shape>
          <dgm:presOf/>
          <dgm:constrLst/>
          <dgm:ruleLst/>
        </dgm:layoutNode>
        <dgm:layoutNode name="sibTrans">
          <dgm:alg type="tx"/>
          <dgm:choose name="Name3">
            <dgm:if name="Name4" axis="followSib" ptType="sibTrans" func="cnt" op="equ" val="0">
              <dgm:shape xmlns:r="http://schemas.openxmlformats.org/officeDocument/2006/relationships" type="mathEqual" r:blip="">
                <dgm:adjLst/>
              </dgm:shape>
            </dgm:if>
            <dgm:else name="Name5">
              <dgm:shape xmlns:r="http://schemas.openxmlformats.org/officeDocument/2006/relationships" type="mathPlus" r:blip="">
                <dgm:adjLst/>
              </dgm:shape>
            </dgm:else>
          </dgm:choose>
          <dgm:presOf axis="self"/>
          <dgm:constrLst>
            <dgm:constr type="h" refType="w"/>
            <dgm:constr type="lMarg"/>
            <dgm:constr type="rMarg"/>
            <dgm:constr type="tMarg"/>
            <dgm:constr type="bMarg"/>
          </dgm:constrLst>
          <dgm:ruleLst>
            <dgm:rule type="primFontSz" val="5" fact="NaN" max="NaN"/>
          </dgm:ruleLst>
        </dgm:layoutNode>
        <dgm:layoutNode name="spacerR">
          <dgm:alg type="sp"/>
          <dgm:shape xmlns:r="http://schemas.openxmlformats.org/officeDocument/2006/relationships" r:blip="">
            <dgm:adjLst/>
          </dgm:shape>
          <dgm:presOf/>
          <dgm:constrLst/>
          <dgm:ruleLst/>
        </dgm:layoutNode>
      </dgm:forEach>
    </dgm:forEach>
  </dgm:layoutNode>
</dgm:layoutDef>
</file>

<file path=ppt/diagrams/layout2.xml><?xml version="1.0" encoding="utf-8"?>
<dgm:layoutDef xmlns:dgm="http://schemas.openxmlformats.org/drawingml/2006/diagram" xmlns:a="http://schemas.openxmlformats.org/drawingml/2006/main" uniqueId="urn:microsoft.com/office/officeart/2018/2/layout/IconVerticalSolidList">
  <dgm:title val="Icon Vertical Solid List"/>
  <dgm:desc val="Use to show a series of visuals from top to bottom with Level 1 or Level 1 and Level 2 text grouped in a shape. Works best with icons or small pictures with lengthier descriptions."/>
  <dgm:catLst>
    <dgm:cat type="icon" pri="500"/>
  </dgm:catLst>
  <dgm:sampData useDef="1">
    <dgm:dataModel>
      <dgm:ptLst/>
      <dgm:bg/>
      <dgm:whole/>
    </dgm:dataModel>
  </dgm:sampData>
  <dgm:styleData useDef="1">
    <dgm:dataModel>
      <dgm:ptLst/>
      <dgm:bg/>
      <dgm:whole/>
    </dgm:dataModel>
  </dgm:styleData>
  <dgm:clrData useDef="1">
    <dgm:dataModel>
      <dgm:ptLst/>
      <dgm:bg/>
      <dgm:whole/>
    </dgm:dataModel>
  </dgm:clrData>
  <dgm:layoutNode name="root">
    <dgm:varLst>
      <dgm:dir/>
      <dgm:resizeHandles val="exact"/>
    </dgm:varLst>
    <dgm:choose name="Name0">
      <dgm:if name="Name1" axis="self" func="var" arg="dir" op="equ" val="norm">
        <dgm:alg type="lin">
          <dgm:param type="linDir" val="fromT"/>
          <dgm:param type="nodeHorzAlign" val="l"/>
        </dgm:alg>
      </dgm:if>
      <dgm:else name="Name2">
        <dgm:alg type="lin">
          <dgm:param type="linDir" val="fromT"/>
          <dgm:param type="nodeHorzAlign" val="r"/>
        </dgm:alg>
      </dgm:else>
    </dgm:choose>
    <dgm:shape xmlns:r="http://schemas.openxmlformats.org/officeDocument/2006/relationships" r:blip="">
      <dgm:adjLst/>
    </dgm:shape>
    <dgm:presOf/>
    <dgm:choose name="Name3">
      <dgm:if name="Name4" axis="ch" ptType="node" func="cnt" op="lte" val="3">
        <dgm:constrLst>
          <dgm:constr type="h" for="ch" forName="compNode" refType="h" fact="0.3"/>
          <dgm:constr type="w" for="ch" forName="compNode" refType="w"/>
          <dgm:constr type="h" for="ch" forName="sibTrans" refType="h" refFor="ch" refForName="compNode" fact="0.25"/>
          <dgm:constr type="primFontSz" for="des" forName="parTx" val="25"/>
          <dgm:constr type="primFontSz" for="des" forName="desTx" refType="primFontSz" refFor="des" refForName="parTx" op="lte" fact="0.75"/>
          <dgm:constr type="h" for="des" forName="compNode" op="equ"/>
          <dgm:constr type="h" for="des" forName="bgRect" op="equ"/>
          <dgm:constr type="h" for="des" forName="iconRect" op="equ"/>
          <dgm:constr type="w" for="des" forName="iconRect" op="equ"/>
          <dgm:constr type="h" for="des" forName="spaceRect" op="equ"/>
          <dgm:constr type="h" for="des" forName="parTx" op="equ"/>
          <dgm:constr type="h" for="des" forName="desTx" op="equ"/>
        </dgm:constrLst>
      </dgm:if>
      <dgm:if name="Name5" axis="ch" ptType="node" func="cnt" op="lte" val="4">
        <dgm:constrLst>
          <dgm:constr type="h" for="ch" forName="compNode" refType="h" fact="0.3"/>
          <dgm:constr type="w" for="ch" forName="compNode" refType="w"/>
          <dgm:constr type="h" for="ch" forName="sibTrans" refType="h" refFor="ch" refForName="compNode" fact="0.25"/>
          <dgm:constr type="primFontSz" for="des" forName="parTx" val="22"/>
          <dgm:constr type="primFontSz" for="des" forName="desTx" refType="primFontSz" refFor="des" refForName="parTx" op="lte" fact="0.75"/>
          <dgm:constr type="h" for="des" forName="compNode" op="equ"/>
          <dgm:constr type="h" for="des" forName="bgRect" op="equ"/>
          <dgm:constr type="h" for="des" forName="iconRect" op="equ"/>
          <dgm:constr type="w" for="des" forName="iconRect" op="equ"/>
          <dgm:constr type="h" for="des" forName="spaceRect" op="equ"/>
          <dgm:constr type="h" for="des" forName="parTx" op="equ"/>
          <dgm:constr type="h" for="des" forName="desTx" op="equ"/>
        </dgm:constrLst>
      </dgm:if>
      <dgm:if name="Name6" axis="ch" ptType="node" func="cnt" op="lte" val="6">
        <dgm:constrLst>
          <dgm:constr type="h" for="ch" forName="compNode" refType="h" fact="0.3"/>
          <dgm:constr type="w" for="ch" forName="compNode" refType="w"/>
          <dgm:constr type="h" for="ch" forName="sibTrans" refType="h" refFor="ch" refForName="compNode" fact="0.25"/>
          <dgm:constr type="primFontSz" for="des" forName="parTx" val="19"/>
          <dgm:constr type="primFontSz" for="des" forName="desTx" refType="primFontSz" refFor="des" refForName="parTx" op="lte" fact="0.75"/>
          <dgm:constr type="h" for="des" forName="compNode" op="equ"/>
          <dgm:constr type="h" for="des" forName="bgRect" op="equ"/>
          <dgm:constr type="h" for="des" forName="iconRect" op="equ"/>
          <dgm:constr type="w" for="des" forName="iconRect" op="equ"/>
          <dgm:constr type="h" for="des" forName="spaceRect" op="equ"/>
          <dgm:constr type="h" for="des" forName="parTx" op="equ"/>
          <dgm:constr type="h" for="des" forName="desTx" op="equ"/>
        </dgm:constrLst>
      </dgm:if>
      <dgm:else name="Name7">
        <dgm:constrLst>
          <dgm:constr type="h" for="ch" forName="compNode" refType="h" fact="0.3"/>
          <dgm:constr type="w" for="ch" forName="compNode" refType="w"/>
          <dgm:constr type="h" for="ch" forName="sibTrans" refType="h" refFor="ch" refForName="compNode" fact="0.25"/>
          <dgm:constr type="primFontSz" for="des" forName="parTx" val="16"/>
          <dgm:constr type="primFontSz" for="des" forName="desTx" refType="primFontSz" refFor="des" refForName="parTx" op="lte" fact="0.75"/>
          <dgm:constr type="h" for="des" forName="compNode" op="equ"/>
          <dgm:constr type="h" for="des" forName="bgRect" op="equ"/>
          <dgm:constr type="h" for="des" forName="iconRect" op="equ"/>
          <dgm:constr type="w" for="des" forName="iconRect" op="equ"/>
          <dgm:constr type="h" for="des" forName="spaceRect" op="equ"/>
          <dgm:constr type="h" for="des" forName="parTx" op="equ"/>
          <dgm:constr type="h" for="des" forName="desTx" op="equ"/>
        </dgm:constrLst>
      </dgm:else>
    </dgm:choose>
    <dgm:ruleLst>
      <dgm:rule type="h" for="ch" forName="compNode" val="0" fact="NaN" max="NaN"/>
    </dgm:ruleLst>
    <dgm:forEach name="Name8" axis="ch" ptType="node">
      <dgm:layoutNode name="compNode">
        <dgm:alg type="composite"/>
        <dgm:shape xmlns:r="http://schemas.openxmlformats.org/officeDocument/2006/relationships" r:blip="">
          <dgm:adjLst/>
        </dgm:shape>
        <dgm:presOf axis="self"/>
        <dgm:choose name="Name9">
          <dgm:if name="Name10" axis="ch" ptType="node" func="cnt" op="gte" val="1">
            <dgm:constrLst>
              <dgm:constr type="w" for="ch" forName="bgRect" refType="w"/>
              <dgm:constr type="h" for="ch" forName="bgRect" refType="h"/>
              <dgm:constr type="l" for="ch" forName="bgRect"/>
              <dgm:constr type="t" for="ch" forName="bgRect"/>
              <dgm:constr type="h" for="ch" forName="iconRect" refType="h" fact="0.55"/>
              <dgm:constr type="w" for="ch" forName="iconRect" refType="h" refFor="ch" refForName="iconRect"/>
              <dgm:constr type="l" for="ch" forName="iconRect" refType="h" refFor="ch" refForName="iconRect" fact="0.55"/>
              <dgm:constr type="ctrY" for="ch" forName="iconRect" refType="ctrY" refFor="ch" refForName="bgRect"/>
              <dgm:constr type="w" for="ch" forName="spaceRect" refType="l" refFor="ch" refForName="iconRect"/>
              <dgm:constr type="h" for="ch" forName="spaceRect" refType="h"/>
              <dgm:constr type="l" for="ch" forName="spaceRect" refType="r" refFor="ch" refForName="iconRect"/>
              <dgm:constr type="t" for="ch" forName="spaceRect"/>
              <dgm:constr type="w" for="ch" forName="parTx" refType="w" fact="0.45"/>
              <dgm:constr type="h" for="ch" forName="parTx" refType="h"/>
              <dgm:constr type="l" for="ch" forName="parTx" refType="r" refFor="ch" refForName="spaceRect"/>
              <dgm:constr type="t" for="ch" forName="parTx"/>
              <dgm:constr type="h" for="ch" forName="desTx" refType="h"/>
              <dgm:constr type="l" for="ch" forName="desTx" refType="r" refFor="ch" refForName="parTx"/>
              <dgm:constr type="t" for="ch" forName="desTx"/>
            </dgm:constrLst>
          </dgm:if>
          <dgm:else name="Name11">
            <dgm:constrLst>
              <dgm:constr type="w" for="ch" forName="bgRect" refType="w"/>
              <dgm:constr type="h" for="ch" forName="bgRect" refType="h"/>
              <dgm:constr type="l" for="ch" forName="bgRect"/>
              <dgm:constr type="t" for="ch" forName="bgRect"/>
              <dgm:constr type="h" for="ch" forName="iconRect" refType="h" fact="0.55"/>
              <dgm:constr type="w" for="ch" forName="iconRect" refType="h" refFor="ch" refForName="iconRect"/>
              <dgm:constr type="l" for="ch" forName="iconRect" refType="h" refFor="ch" refForName="iconRect" fact="0.55"/>
              <dgm:constr type="ctrY" for="ch" forName="iconRect" refType="ctrY" refFor="ch" refForName="bgRect"/>
              <dgm:constr type="w" for="ch" forName="spaceRect" refType="l" refFor="ch" refForName="iconRect"/>
              <dgm:constr type="h" for="ch" forName="spaceRect" refType="h"/>
              <dgm:constr type="l" for="ch" forName="spaceRect" refType="r" refFor="ch" refForName="iconRect"/>
              <dgm:constr type="t" for="ch" forName="spaceRect"/>
              <dgm:constr type="h" for="ch" forName="parTx" refType="h"/>
              <dgm:constr type="l" for="ch" forName="parTx" refType="r" refFor="ch" refForName="spaceRect"/>
              <dgm:constr type="t" for="ch" forName="parTx"/>
            </dgm:constrLst>
          </dgm:else>
        </dgm:choose>
        <dgm:ruleLst>
          <dgm:rule type="h" val="INF" fact="NaN" max="NaN"/>
        </dgm:ruleLst>
        <dgm:layoutNode name="bgRect" styleLbl="bgShp">
          <dgm:alg type="sp"/>
          <dgm:shape xmlns:r="http://schemas.openxmlformats.org/officeDocument/2006/relationships" type="roundRect" r:blip="">
            <dgm:adjLst>
              <dgm:adj idx="1" val="0.1"/>
            </dgm:adjLst>
          </dgm:shape>
          <dgm:presOf/>
          <dgm:constrLst/>
          <dgm:ruleLst/>
        </dgm:layoutNode>
        <dgm:layoutNode name="iconRect" styleLbl="node1">
          <dgm:alg type="sp"/>
          <dgm:shape xmlns:r="http://schemas.openxmlformats.org/officeDocument/2006/relationships" type="rect" r:blip="" blipPhldr="1">
            <dgm:adjLst/>
          </dgm:shape>
          <dgm:presOf/>
          <dgm:constrLst/>
          <dgm:ruleLst/>
        </dgm:layoutNode>
        <dgm:layoutNode name="spaceRect">
          <dgm:alg type="sp"/>
          <dgm:shape xmlns:r="http://schemas.openxmlformats.org/officeDocument/2006/relationships" r:blip="">
            <dgm:adjLst/>
          </dgm:shape>
          <dgm:presOf/>
          <dgm:constrLst/>
          <dgm:ruleLst/>
        </dgm:layoutNode>
        <dgm:layoutNode name="parTx" styleLbl="revTx">
          <dgm:varLst>
            <dgm:chMax val="0"/>
            <dgm:chPref val="0"/>
          </dgm:varLst>
          <dgm:alg type="tx">
            <dgm:param type="txAnchorVert" val="mid"/>
            <dgm:param type="parTxLTRAlign" val="l"/>
            <dgm:param type="shpTxLTRAlignCh" val="l"/>
            <dgm:param type="parTxRTLAlign" val="r"/>
            <dgm:param type="shpTxRTLAlignCh" val="r"/>
          </dgm:alg>
          <dgm:shape xmlns:r="http://schemas.openxmlformats.org/officeDocument/2006/relationships" type="rect" r:blip="">
            <dgm:adjLst/>
          </dgm:shape>
          <dgm:presOf axis="self" ptType="node"/>
          <dgm:constrLst>
            <dgm:constr type="lMarg" refType="h" fact="0.3"/>
            <dgm:constr type="rMarg" refType="h" fact="0.3"/>
            <dgm:constr type="tMarg" refType="h" fact="0.3"/>
            <dgm:constr type="bMarg" refType="h" fact="0.3"/>
          </dgm:constrLst>
          <dgm:ruleLst>
            <dgm:rule type="primFontSz" val="14" fact="NaN" max="NaN"/>
            <dgm:rule type="h" val="INF" fact="NaN" max="NaN"/>
          </dgm:ruleLst>
        </dgm:layoutNode>
        <dgm:choose name="Name12">
          <dgm:if name="Name13" axis="ch" ptType="node" func="cnt" op="gte" val="1">
            <dgm:layoutNode name="desTx" styleLbl="revTx">
              <dgm:varLst/>
              <dgm:alg type="tx">
                <dgm:param type="txAnchorVertCh" val="mid"/>
                <dgm:param type="parTxLTRAlign" val="l"/>
                <dgm:param type="shpTxLTRAlignCh" val="l"/>
                <dgm:param type="parTxRTLAlign" val="r"/>
                <dgm:param type="shpTxRTLAlignCh" val="r"/>
                <dgm:param type="stBulletLvl" val="0"/>
              </dgm:alg>
              <dgm:shape xmlns:r="http://schemas.openxmlformats.org/officeDocument/2006/relationships" type="rect" r:blip="">
                <dgm:adjLst/>
              </dgm:shape>
              <dgm:presOf axis="des" ptType="node"/>
              <dgm:constrLst>
                <dgm:constr type="primFontSz" val="18"/>
                <dgm:constr type="secFontSz" refType="primFontSz"/>
                <dgm:constr type="lMarg" refType="h" fact="0.3"/>
                <dgm:constr type="rMarg" refType="h" fact="0.3"/>
                <dgm:constr type="tMarg" refType="h" fact="0.3"/>
                <dgm:constr type="bMarg" refType="h" fact="0.3"/>
              </dgm:constrLst>
              <dgm:ruleLst>
                <dgm:rule type="primFontSz" val="11" fact="NaN" max="NaN"/>
              </dgm:ruleLst>
            </dgm:layoutNode>
          </dgm:if>
          <dgm:else name="Name14"/>
        </dgm:choose>
      </dgm:layoutNode>
      <dgm:forEach name="Name15" axis="followSib" ptType="sibTrans" cnt="1">
        <dgm:layoutNode name="sibTrans">
          <dgm:alg type="sp"/>
          <dgm:shape xmlns:r="http://schemas.openxmlformats.org/officeDocument/2006/relationships" r:blip="">
            <dgm:adjLst/>
          </dgm:shape>
          <dgm:presOf axis="self"/>
          <dgm:constrLst/>
          <dgm:ruleLst/>
        </dgm:layoutNode>
      </dgm:forEach>
    </dgm:forEach>
  </dgm:layoutNode>
  <dgm:extLst>
    <a:ext uri="{68A01E43-0DF5-4B5B-8FA6-DAF915123BFB}">
      <dgm1612:lstStyle xmlns:dgm1612="http://schemas.microsoft.com/office/drawing/2016/12/diagram">
        <a:lvl1pPr>
          <a:lnSpc>
            <a:spcPct val="100000"/>
          </a:lnSpc>
        </a:lvl1pPr>
        <a:lvl2pPr>
          <a:lnSpc>
            <a:spcPct val="100000"/>
          </a:lnSpc>
        </a:lvl2pPr>
      </dgm1612:lstStyle>
    </a:ext>
  </dgm:extLst>
</dgm:layoutDef>
</file>

<file path=ppt/diagrams/layout3.xml><?xml version="1.0" encoding="utf-8"?>
<dgm:layoutDef xmlns:dgm="http://schemas.openxmlformats.org/drawingml/2006/diagram" xmlns:a="http://schemas.openxmlformats.org/drawingml/2006/main" uniqueId="urn:microsoft.com/office/officeart/2008/layout/HalfCircleOrganizationChart">
  <dgm:title val=""/>
  <dgm:desc val=""/>
  <dgm:catLst>
    <dgm:cat type="hierarchy" pri="1500"/>
  </dgm:catLst>
  <dgm:sampData>
    <dgm:dataModel>
      <dgm:ptLst>
        <dgm:pt modelId="0" type="doc"/>
        <dgm:pt modelId="1">
          <dgm:prSet phldr="1"/>
        </dgm:pt>
        <dgm:pt modelId="11" type="asst">
          <dgm:prSet phldr="1"/>
        </dgm:pt>
        <dgm:pt modelId="12">
          <dgm:prSet phldr="1"/>
        </dgm:pt>
        <dgm:pt modelId="13">
          <dgm:prSet phldr="1"/>
        </dgm:pt>
        <dgm:pt modelId="14">
          <dgm:prSet phldr="1"/>
        </dgm:pt>
      </dgm:ptLst>
      <dgm:cxnLst>
        <dgm:cxn modelId="2" srcId="0" destId="1" srcOrd="0" destOrd="0"/>
        <dgm:cxn modelId="15" srcId="1" destId="11" srcOrd="0" destOrd="0"/>
        <dgm:cxn modelId="16" srcId="1" destId="12" srcOrd="1" destOrd="0"/>
        <dgm:cxn modelId="17" srcId="1" destId="13" srcOrd="2" destOrd="0"/>
        <dgm:cxn modelId="18" srcId="1" destId="14" srcOrd="2" destOrd="0"/>
      </dgm:cxnLst>
      <dgm:bg/>
      <dgm:whole/>
    </dgm:dataModel>
  </dgm:sampData>
  <dgm:styleData>
    <dgm:dataModel>
      <dgm:ptLst>
        <dgm:pt modelId="0" type="doc"/>
        <dgm:pt modelId="1">
          <dgm:prSet phldr="1"/>
        </dgm:pt>
        <dgm:pt modelId="11">
          <dgm:prSet phldr="1"/>
        </dgm:pt>
        <dgm:pt modelId="12">
          <dgm:prSet phldr="1"/>
        </dgm:pt>
      </dgm:ptLst>
      <dgm:cxnLst>
        <dgm:cxn modelId="2" srcId="0" destId="1" srcOrd="0" destOrd="0"/>
        <dgm:cxn modelId="3" srcId="1" destId="11" srcOrd="0" destOrd="0"/>
        <dgm:cxn modelId="4" srcId="1" destId="12" srcOrd="1" destOrd="0"/>
      </dgm:cxnLst>
      <dgm:bg/>
      <dgm:whole/>
    </dgm:dataModel>
  </dgm:styleData>
  <dgm:clrData>
    <dgm:dataModel>
      <dgm:ptLst>
        <dgm:pt modelId="0" type="doc"/>
        <dgm:pt modelId="1">
          <dgm:prSet phldr="1"/>
        </dgm:pt>
        <dgm:pt modelId="11" type="asst">
          <dgm:prSet phldr="1"/>
        </dgm:pt>
        <dgm:pt modelId="12">
          <dgm:prSet phldr="1"/>
        </dgm:pt>
        <dgm:pt modelId="13">
          <dgm:prSet phldr="1"/>
        </dgm:pt>
        <dgm:pt modelId="14">
          <dgm:prSet phldr="1"/>
        </dgm:pt>
      </dgm:ptLst>
      <dgm:cxnLst>
        <dgm:cxn modelId="2" srcId="0" destId="1" srcOrd="0" destOrd="0"/>
        <dgm:cxn modelId="15" srcId="1" destId="11" srcOrd="0" destOrd="0"/>
        <dgm:cxn modelId="16" srcId="1" destId="12" srcOrd="1" destOrd="0"/>
        <dgm:cxn modelId="17" srcId="1" destId="13" srcOrd="2" destOrd="0"/>
        <dgm:cxn modelId="18" srcId="1" destId="14" srcOrd="2" destOrd="0"/>
      </dgm:cxnLst>
      <dgm:bg/>
      <dgm:whole/>
    </dgm:dataModel>
  </dgm:clrData>
  <dgm:layoutNode name="Name0">
    <dgm:varLst>
      <dgm:orgChart val="1"/>
      <dgm:chPref val="1"/>
      <dgm:dir/>
      <dgm:animOne val="branch"/>
      <dgm:animLvl val="lvl"/>
      <dgm:resizeHandles/>
    </dgm:varLst>
    <dgm:choose name="Name1">
      <dgm:if name="Name2" func="var" arg="dir" op="equ" val="norm">
        <dgm:alg type="hierChild">
          <dgm:param type="linDir" val="fromL"/>
        </dgm:alg>
      </dgm:if>
      <dgm:else name="Name3">
        <dgm:alg type="hierChild">
          <dgm:param type="linDir" val="fromR"/>
        </dgm:alg>
      </dgm:else>
    </dgm:choose>
    <dgm:shape xmlns:r="http://schemas.openxmlformats.org/officeDocument/2006/relationships" r:blip="">
      <dgm:adjLst/>
    </dgm:shape>
    <dgm:presOf/>
    <dgm:constrLst>
      <dgm:constr type="w" for="des" forName="rootComposite1" refType="w" fact="10"/>
      <dgm:constr type="h" for="des" forName="rootComposite1" refType="w" refFor="des" refForName="rootComposite1" fact="0.5"/>
      <dgm:constr type="w" for="des" forName="rootComposite2" refType="w" fact="10"/>
      <dgm:constr type="h" for="des" forName="rootComposite2" refType="w" refFor="des" refForName="rootComposite1" fact="0.5"/>
      <dgm:constr type="w" for="des" forName="rootComposite3" refType="w" fact="10"/>
      <dgm:constr type="h" for="des" forName="rootComposite3" refType="w" refFor="des" refForName="rootComposite1" fact="0.5"/>
      <dgm:constr type="primFontSz" for="des" ptType="node" op="equ"/>
      <dgm:constr type="sp" for="des" op="equ"/>
      <dgm:constr type="sp" for="des" forName="hierRoot1" refType="w" refFor="des" refForName="rootComposite1" fact="0.21"/>
      <dgm:constr type="sp" for="des" forName="hierRoot2" refType="sp" refFor="des" refForName="hierRoot1"/>
      <dgm:constr type="sp" for="des" forName="hierRoot3" refType="sp" refFor="des" refForName="hierRoot1"/>
      <dgm:constr type="sibSp" refType="w" refFor="des" refForName="rootComposite1" fact="0.21"/>
      <dgm:constr type="sibSp" for="des" forName="hierChild2" refType="sibSp"/>
      <dgm:constr type="sibSp" for="des" forName="hierChild3" refType="sibSp"/>
      <dgm:constr type="sibSp" for="des" forName="hierChild4" refType="sibSp"/>
      <dgm:constr type="sibSp" for="des" forName="hierChild5" refType="sibSp"/>
      <dgm:constr type="sibSp" for="des" forName="hierChild6" refType="sibSp"/>
      <dgm:constr type="sibSp" for="des" forName="hierChild7" refType="sibSp"/>
      <dgm:constr type="secSibSp" refType="w" refFor="des" refForName="rootComposite1" fact="0.21"/>
      <dgm:constr type="secSibSp" for="des" forName="hierChild2" refType="secSibSp"/>
      <dgm:constr type="secSibSp" for="des" forName="hierChild3" refType="secSibSp"/>
      <dgm:constr type="secSibSp" for="des" forName="hierChild4" refType="secSibSp"/>
      <dgm:constr type="secSibSp" for="des" forName="hierChild5" refType="secSibSp"/>
      <dgm:constr type="secSibSp" for="des" forName="hierChild6" refType="secSibSp"/>
      <dgm:constr type="secSibSp" for="des" forName="hierChild7" refType="secSibSp"/>
    </dgm:constrLst>
    <dgm:forEach name="Name4" axis="ch">
      <dgm:forEach name="Name5" axis="self" ptType="node">
        <dgm:layoutNode name="hierRoot1">
          <dgm:varLst>
            <dgm:hierBranch val="init"/>
          </dgm:varLst>
          <dgm:choose name="Name6">
            <dgm:if name="Name7" func="var" arg="hierBranch" op="equ" val="l">
              <dgm:alg type="hierRoot">
                <dgm:param type="hierAlign" val="tR"/>
              </dgm:alg>
              <dgm:constrLst>
                <dgm:constr type="alignOff" val="0.65"/>
              </dgm:constrLst>
            </dgm:if>
            <dgm:if name="Name8" func="var" arg="hierBranch" op="equ" val="r">
              <dgm:alg type="hierRoot">
                <dgm:param type="hierAlign" val="tL"/>
              </dgm:alg>
              <dgm:constrLst>
                <dgm:constr type="alignOff" val="0.65"/>
              </dgm:constrLst>
            </dgm:if>
            <dgm:if name="Name9" func="var" arg="hierBranch" op="equ" val="hang">
              <dgm:alg type="hierRoot"/>
              <dgm:constrLst>
                <dgm:constr type="alignOff" val="0.65"/>
              </dgm:constrLst>
            </dgm:if>
            <dgm:else name="Name10">
              <dgm:alg type="hierRoot"/>
              <dgm:constrLst>
                <dgm:constr type="alignOff"/>
                <dgm:constr type="bendDist" for="des" ptType="parTrans" refType="sp" fact="0.5"/>
              </dgm:constrLst>
            </dgm:else>
          </dgm:choose>
          <dgm:shape xmlns:r="http://schemas.openxmlformats.org/officeDocument/2006/relationships" r:blip="">
            <dgm:adjLst/>
          </dgm:shape>
          <dgm:presOf/>
          <dgm:layoutNode name="rootComposite1">
            <dgm:alg type="composite"/>
            <dgm:shape xmlns:r="http://schemas.openxmlformats.org/officeDocument/2006/relationships" r:blip="">
              <dgm:adjLst/>
            </dgm:shape>
            <dgm:presOf axis="self" ptType="node" cnt="1"/>
            <dgm:choose name="Name11">
              <dgm:if name="Name12" func="var" arg="hierBranch" op="equ" val="init">
                <dgm:constrLst>
                  <dgm:constr type="l" for="ch" forName="rootText1"/>
                  <dgm:constr type="t" for="ch" forName="rootText1" refType="h" fact="0.18"/>
                  <dgm:constr type="w" for="ch" forName="rootText1" refType="w"/>
                  <dgm:constr type="h" for="ch" forName="rootText1" refType="h" fact="0.64"/>
                  <dgm:constr type="l" for="ch" forName="topArc1" refType="w" fact="0.25"/>
                  <dgm:constr type="t" for="ch" forName="topArc1"/>
                  <dgm:constr type="w" for="ch" forName="topArc1" refType="h" refFor="ch" refForName="topArc1"/>
                  <dgm:constr type="h" for="ch" forName="topArc1" refType="h"/>
                  <dgm:constr type="l" for="ch" forName="bottomArc1" refType="w" fact="0.25"/>
                  <dgm:constr type="t" for="ch" forName="bottomArc1"/>
                  <dgm:constr type="w" for="ch" forName="bottomArc1" refType="h" refFor="ch" refForName="bottomArc1"/>
                  <dgm:constr type="h" for="ch" forName="bottomArc1" refType="h"/>
                  <dgm:constr type="ctrX" for="ch" forName="topConnNode1" refType="w" fact="0.5"/>
                  <dgm:constr type="t" for="ch" forName="topConnNode1"/>
                  <dgm:constr type="w" for="ch" forName="topConnNode1" refType="h" fact="0.76"/>
                  <dgm:constr type="b" for="ch" forName="topConnNode1" refType="t" refFor="ch" refForName="rootText1"/>
                </dgm:constrLst>
              </dgm:if>
              <dgm:if name="Name13" func="var" arg="hierBranch" op="equ" val="l">
                <dgm:constrLst>
                  <dgm:constr type="l" for="ch" forName="rootText1"/>
                  <dgm:constr type="t" for="ch" forName="rootText1" refType="h" fact="0.18"/>
                  <dgm:constr type="w" for="ch" forName="rootText1" refType="w"/>
                  <dgm:constr type="h" for="ch" forName="rootText1" refType="h" fact="0.64"/>
                  <dgm:constr type="l" for="ch" forName="topArc1" refType="w" fact="0.25"/>
                  <dgm:constr type="t" for="ch" forName="topArc1"/>
                  <dgm:constr type="w" for="ch" forName="topArc1" refType="h" refFor="ch" refForName="topArc1"/>
                  <dgm:constr type="h" for="ch" forName="topArc1" refType="h"/>
                  <dgm:constr type="l" for="ch" forName="bottomArc1" refType="w" fact="0.25"/>
                  <dgm:constr type="t" for="ch" forName="bottomArc1"/>
                  <dgm:constr type="w" for="ch" forName="bottomArc1" refType="h" refFor="ch" refForName="bottomArc1"/>
                  <dgm:constr type="h" for="ch" forName="bottomArc1" refType="h"/>
                  <dgm:constr type="ctrX" for="ch" forName="topConnNode1" refType="w" fact="0.5"/>
                  <dgm:constr type="t" for="ch" forName="topConnNode1"/>
                  <dgm:constr type="w" for="ch" forName="topConnNode1" refType="h" fact="0.76"/>
                  <dgm:constr type="b" for="ch" forName="topConnNode1" refType="t" refFor="ch" refForName="rootText1"/>
                </dgm:constrLst>
              </dgm:if>
              <dgm:if name="Name14" func="var" arg="hierBranch" op="equ" val="r">
                <dgm:constrLst>
                  <dgm:constr type="l" for="ch" forName="rootText1"/>
                  <dgm:constr type="t" for="ch" forName="rootText1" refType="h" fact="0.18"/>
                  <dgm:constr type="w" for="ch" forName="rootText1" refType="w"/>
                  <dgm:constr type="h" for="ch" forName="rootText1" refType="h" fact="0.64"/>
                  <dgm:constr type="l" for="ch" forName="topArc1" refType="w" fact="0.25"/>
                  <dgm:constr type="t" for="ch" forName="topArc1"/>
                  <dgm:constr type="w" for="ch" forName="topArc1" refType="h" refFor="ch" refForName="topArc1"/>
                  <dgm:constr type="h" for="ch" forName="topArc1" refType="h"/>
                  <dgm:constr type="l" for="ch" forName="bottomArc1" refType="w" fact="0.25"/>
                  <dgm:constr type="t" for="ch" forName="bottomArc1"/>
                  <dgm:constr type="w" for="ch" forName="bottomArc1" refType="h" refFor="ch" refForName="bottomArc1"/>
                  <dgm:constr type="h" for="ch" forName="bottomArc1" refType="h"/>
                  <dgm:constr type="ctrX" for="ch" forName="topConnNode1" refType="w" fact="0.5"/>
                  <dgm:constr type="t" for="ch" forName="topConnNode1"/>
                  <dgm:constr type="w" for="ch" forName="topConnNode1" refType="h" fact="0.76"/>
                  <dgm:constr type="b" for="ch" forName="topConnNode1" refType="t" refFor="ch" refForName="rootText1"/>
                </dgm:constrLst>
              </dgm:if>
              <dgm:else name="Name15">
                <dgm:constrLst>
                  <dgm:constr type="l" for="ch" forName="rootText1"/>
                  <dgm:constr type="t" for="ch" forName="rootText1" refType="h" fact="0.18"/>
                  <dgm:constr type="w" for="ch" forName="rootText1" refType="w"/>
                  <dgm:constr type="h" for="ch" forName="rootText1" refType="h" fact="0.64"/>
                  <dgm:constr type="l" for="ch" forName="topArc1" refType="w" fact="0.25"/>
                  <dgm:constr type="t" for="ch" forName="topArc1"/>
                  <dgm:constr type="w" for="ch" forName="topArc1" refType="h" refFor="ch" refForName="topArc1"/>
                  <dgm:constr type="h" for="ch" forName="topArc1" refType="h"/>
                  <dgm:constr type="l" for="ch" forName="bottomArc1" refType="w" fact="0.25"/>
                  <dgm:constr type="t" for="ch" forName="bottomArc1"/>
                  <dgm:constr type="w" for="ch" forName="bottomArc1" refType="h" refFor="ch" refForName="bottomArc1"/>
                  <dgm:constr type="h" for="ch" forName="bottomArc1" refType="h"/>
                  <dgm:constr type="ctrX" for="ch" forName="topConnNode1" refType="w" fact="0.5"/>
                  <dgm:constr type="t" for="ch" forName="topConnNode1"/>
                  <dgm:constr type="w" for="ch" forName="topConnNode1" refType="h" fact="0.76"/>
                  <dgm:constr type="b" for="ch" forName="topConnNode1" refType="t" refFor="ch" refForName="rootText1"/>
                </dgm:constrLst>
              </dgm:else>
            </dgm:choose>
            <dgm:layoutNode name="rootText1" styleLbl="alignAcc1">
              <dgm:varLst>
                <dgm:chPref val="3"/>
              </dgm:varLst>
              <dgm:alg type="tx"/>
              <dgm:shape xmlns:r="http://schemas.openxmlformats.org/officeDocument/2006/relationships" type="rect" r:blip="" hideGeom="1">
                <dgm:adjLst/>
              </dgm:shape>
              <dgm:presOf axis="self" ptType="node" cnt="1"/>
              <dgm:constrLst>
                <dgm:constr type="primFontSz" val="65"/>
                <dgm:constr type="lMarg" refType="primFontSz" fact="0.05"/>
                <dgm:constr type="rMarg" refType="primFontSz" fact="0.05"/>
                <dgm:constr type="tMarg" refType="primFontSz" fact="0.05"/>
                <dgm:constr type="bMarg" refType="primFontSz" fact="0.05"/>
              </dgm:constrLst>
              <dgm:ruleLst>
                <dgm:rule type="primFontSz" val="5" fact="NaN" max="NaN"/>
              </dgm:ruleLst>
            </dgm:layoutNode>
            <dgm:layoutNode name="topArc1" styleLbl="parChTrans1D1" moveWith="rootText1">
              <dgm:alg type="sp"/>
              <dgm:shape xmlns:r="http://schemas.openxmlformats.org/officeDocument/2006/relationships" type="arc" r:blip="" zOrderOff="-2">
                <dgm:adjLst>
                  <dgm:adj idx="1" val="-140"/>
                  <dgm:adj idx="2" val="-40"/>
                </dgm:adjLst>
              </dgm:shape>
              <dgm:presOf/>
            </dgm:layoutNode>
            <dgm:layoutNode name="bottomArc1" styleLbl="parChTrans1D1" moveWith="rootText1">
              <dgm:alg type="sp"/>
              <dgm:shape xmlns:r="http://schemas.openxmlformats.org/officeDocument/2006/relationships" type="arc" r:blip="" zOrderOff="-2">
                <dgm:adjLst>
                  <dgm:adj idx="1" val="40"/>
                  <dgm:adj idx="2" val="140"/>
                </dgm:adjLst>
              </dgm:shape>
              <dgm:presOf/>
            </dgm:layoutNode>
            <dgm:layoutNode name="topConnNode1" moveWith="rootText1">
              <dgm:alg type="sp"/>
              <dgm:shape xmlns:r="http://schemas.openxmlformats.org/officeDocument/2006/relationships" type="rect" r:blip="" hideGeom="1">
                <dgm:adjLst/>
              </dgm:shape>
              <dgm:presOf axis="self" ptType="node" cnt="1"/>
            </dgm:layoutNode>
          </dgm:layoutNode>
          <dgm:layoutNode name="hierChild2">
            <dgm:choose name="Name16">
              <dgm:if name="Name17" func="var" arg="hierBranch" op="equ" val="l">
                <dgm:alg type="hierChild">
                  <dgm:param type="chAlign" val="r"/>
                  <dgm:param type="linDir" val="fromT"/>
                </dgm:alg>
              </dgm:if>
              <dgm:if name="Name18" func="var" arg="hierBranch" op="equ" val="r">
                <dgm:alg type="hierChild">
                  <dgm:param type="chAlign" val="l"/>
                  <dgm:param type="linDir" val="fromT"/>
                </dgm:alg>
              </dgm:if>
              <dgm:if name="Name19" func="var" arg="hierBranch" op="equ" val="hang">
                <dgm:choose name="Name20">
                  <dgm:if name="Name21" func="var" arg="dir" op="equ" val="norm">
                    <dgm:alg type="hierChild">
                      <dgm:param type="chAlign" val="l"/>
                      <dgm:param type="linDir" val="fromL"/>
                      <dgm:param type="secChAlign" val="t"/>
                      <dgm:param type="secLinDir" val="fromT"/>
                    </dgm:alg>
                  </dgm:if>
                  <dgm:else name="Name22">
                    <dgm:alg type="hierChild">
                      <dgm:param type="chAlign" val="l"/>
                      <dgm:param type="linDir" val="fromR"/>
                      <dgm:param type="secChAlign" val="t"/>
                      <dgm:param type="secLinDir" val="fromT"/>
                    </dgm:alg>
                  </dgm:else>
                </dgm:choose>
              </dgm:if>
              <dgm:else name="Name23">
                <dgm:choose name="Name24">
                  <dgm:if name="Name25" func="var" arg="dir" op="equ" val="norm">
                    <dgm:alg type="hierChild"/>
                  </dgm:if>
                  <dgm:else name="Name26">
                    <dgm:alg type="hierChild">
                      <dgm:param type="linDir" val="fromR"/>
                    </dgm:alg>
                  </dgm:else>
                </dgm:choose>
              </dgm:else>
            </dgm:choose>
            <dgm:shape xmlns:r="http://schemas.openxmlformats.org/officeDocument/2006/relationships" r:blip="">
              <dgm:adjLst/>
            </dgm:shape>
            <dgm:presOf/>
            <dgm:forEach name="rep2a" axis="ch" ptType="nonAsst">
              <dgm:forEach name="Name27" axis="precedSib" ptType="parTrans" st="-1" cnt="1">
                <dgm:layoutNode name="Name28">
                  <dgm:choose name="Name29">
                    <dgm:if name="Name30" func="var" arg="hierBranch" op="equ" val="std">
                      <dgm:choose name="Name31">
                        <dgm:if name="Name32" axis="self" func="depth" op="lte" val="2">
                          <dgm:alg type="conn">
                            <dgm:param type="connRout" val="bend"/>
                            <dgm:param type="dim" val="1D"/>
                            <dgm:param type="endSty" val="noArr"/>
                            <dgm:param type="begPts" val="bCtr"/>
                            <dgm:param type="endPts" val="tCtr"/>
                            <dgm:param type="bendPt" val="end"/>
                            <dgm:param type="srcNode" val="bottomArc1"/>
                            <dgm:param type="dstNode" val="topArc2"/>
                          </dgm:alg>
                        </dgm:if>
                        <dgm:if name="Name33" axis="par" ptType="asst" func="cnt" op="equ" val="1">
                          <dgm:alg type="conn">
                            <dgm:param type="connRout" val="bend"/>
                            <dgm:param type="dim" val="1D"/>
                            <dgm:param type="endSty" val="noArr"/>
                            <dgm:param type="begPts" val="bCtr"/>
                            <dgm:param type="endPts" val="tCtr"/>
                            <dgm:param type="bendPt" val="end"/>
                            <dgm:param type="srcNode" val="bottomArc3"/>
                            <dgm:param type="dstNode" val="topArc2"/>
                          </dgm:alg>
                        </dgm:if>
                        <dgm:else name="Name34">
                          <dgm:alg type="conn">
                            <dgm:param type="connRout" val="bend"/>
                            <dgm:param type="dim" val="1D"/>
                            <dgm:param type="endSty" val="noArr"/>
                            <dgm:param type="begPts" val="bCtr"/>
                            <dgm:param type="endPts" val="tCtr"/>
                            <dgm:param type="bendPt" val="end"/>
                            <dgm:param type="srcNode" val="bottomArc2"/>
                            <dgm:param type="dstNode" val="topArc2"/>
                          </dgm:alg>
                        </dgm:else>
                      </dgm:choose>
                    </dgm:if>
                    <dgm:if name="Name35" func="var" arg="hierBranch" op="equ" val="init">
                      <dgm:choose name="Name36">
                        <dgm:if name="Name37" axis="self" func="depth" op="lte" val="2">
                          <dgm:choose name="Name38">
                            <dgm:if name="Name39" axis="self" func="depth" op="lte" val="2">
                              <dgm:alg type="conn">
                                <dgm:param type="connRout" val="bend"/>
                                <dgm:param type="dim" val="1D"/>
                                <dgm:param type="endSty" val="noArr"/>
                                <dgm:param type="begPts" val="bCtr"/>
                                <dgm:param type="endPts" val="tCtr"/>
                                <dgm:param type="bendPt" val="end"/>
                                <dgm:param type="srcNode" val="bottomArc1"/>
                                <dgm:param type="dstNode" val="topArc2"/>
                              </dgm:alg>
                            </dgm:if>
                            <dgm:if name="Name40" axis="par" ptType="asst" func="cnt" op="equ" val="1">
                              <dgm:alg type="conn">
                                <dgm:param type="connRout" val="bend"/>
                                <dgm:param type="dim" val="1D"/>
                                <dgm:param type="endSty" val="noArr"/>
                                <dgm:param type="begPts" val="bCtr"/>
                                <dgm:param type="endPts" val="tCtr"/>
                                <dgm:param type="bendPt" val="end"/>
                                <dgm:param type="srcNode" val="bottomArc3"/>
                                <dgm:param type="dstNode" val="topArc2"/>
                              </dgm:alg>
                            </dgm:if>
                            <dgm:else name="Name41">
                              <dgm:alg type="conn">
                                <dgm:param type="connRout" val="bend"/>
                                <dgm:param type="dim" val="1D"/>
                                <dgm:param type="endSty" val="noArr"/>
                                <dgm:param type="begPts" val="bCtr"/>
                                <dgm:param type="endPts" val="tCtr"/>
                                <dgm:param type="bendPt" val="end"/>
                                <dgm:param type="srcNode" val="bottomArc2"/>
                                <dgm:param type="dstNode" val="topArc2"/>
                              </dgm:alg>
                            </dgm:else>
                          </dgm:choose>
                        </dgm:if>
                        <dgm:else name="Name42">
                          <dgm:choose name="Name43">
                            <dgm:if name="Name44" axis="par des" func="maxDepth" op="lte" val="1">
                              <dgm:choose name="Name45">
                                <dgm:if name="Name46" axis="self" func="depth" op="lte" val="2">
                                  <dgm:alg type="conn">
                                    <dgm:param type="connRout" val="bend"/>
                                    <dgm:param type="dim" val="1D"/>
                                    <dgm:param type="endSty" val="noArr"/>
                                    <dgm:param type="begPts" val="bCtr"/>
                                    <dgm:param type="endPts" val="bL bR"/>
                                    <dgm:param type="srcNode" val="bottomArc1"/>
                                    <dgm:param type="dstNode" val="topConnNode2"/>
                                  </dgm:alg>
                                </dgm:if>
                                <dgm:if name="Name47" axis="par" ptType="asst" func="cnt" op="equ" val="1">
                                  <dgm:alg type="conn">
                                    <dgm:param type="connRout" val="bend"/>
                                    <dgm:param type="dim" val="1D"/>
                                    <dgm:param type="endSty" val="noArr"/>
                                    <dgm:param type="begPts" val="bCtr"/>
                                    <dgm:param type="endPts" val="bL bR"/>
                                    <dgm:param type="srcNode" val="bottomArc3"/>
                                    <dgm:param type="dstNode" val="topConnNode2"/>
                                  </dgm:alg>
                                </dgm:if>
                                <dgm:else name="Name48">
                                  <dgm:alg type="conn">
                                    <dgm:param type="connRout" val="bend"/>
                                    <dgm:param type="dim" val="1D"/>
                                    <dgm:param type="endSty" val="noArr"/>
                                    <dgm:param type="begPts" val="bCtr"/>
                                    <dgm:param type="endPts" val="bL bR"/>
                                    <dgm:param type="srcNode" val="bottomArc2"/>
                                    <dgm:param type="dstNode" val="topConnNode2"/>
                                  </dgm:alg>
                                </dgm:else>
                              </dgm:choose>
                            </dgm:if>
                            <dgm:else name="Name49">
                              <dgm:choose name="Name50">
                                <dgm:if name="Name51" axis="self" func="depth" op="lte" val="2">
                                  <dgm:alg type="conn">
                                    <dgm:param type="connRout" val="bend"/>
                                    <dgm:param type="dim" val="1D"/>
                                    <dgm:param type="endSty" val="noArr"/>
                                    <dgm:param type="begPts" val="bCtr"/>
                                    <dgm:param type="endPts" val="tCtr"/>
                                    <dgm:param type="bendPt" val="end"/>
                                    <dgm:param type="srcNode" val="bottomArc1"/>
                                    <dgm:param type="dstNode" val="topArc2"/>
                                  </dgm:alg>
                                </dgm:if>
                                <dgm:if name="Name52" axis="par" ptType="asst" func="cnt" op="equ" val="1">
                                  <dgm:alg type="conn">
                                    <dgm:param type="connRout" val="bend"/>
                                    <dgm:param type="dim" val="1D"/>
                                    <dgm:param type="endSty" val="noArr"/>
                                    <dgm:param type="begPts" val="bCtr"/>
                                    <dgm:param type="endPts" val="tCtr"/>
                                    <dgm:param type="bendPt" val="end"/>
                                    <dgm:param type="srcNode" val="bottomArc3"/>
                                    <dgm:param type="dstNode" val="topArc2"/>
                                  </dgm:alg>
                                </dgm:if>
                                <dgm:else name="Name53">
                                  <dgm:alg type="conn">
                                    <dgm:param type="connRout" val="bend"/>
                                    <dgm:param type="dim" val="1D"/>
                                    <dgm:param type="endSty" val="noArr"/>
                                    <dgm:param type="begPts" val="bCtr"/>
                                    <dgm:param type="endPts" val="tCtr"/>
                                    <dgm:param type="bendPt" val="end"/>
                                    <dgm:param type="srcNode" val="bottomArc2"/>
                                    <dgm:param type="dstNode" val="topArc2"/>
                                  </dgm:alg>
                                </dgm:else>
                              </dgm:choose>
                            </dgm:else>
                          </dgm:choose>
                        </dgm:else>
                      </dgm:choose>
                    </dgm:if>
                    <dgm:else name="Name54">
                      <dgm:choose name="Name55">
                        <dgm:if name="Name56" axis="self" func="depth" op="lte" val="2">
                          <dgm:alg type="conn">
                            <dgm:param type="connRout" val="bend"/>
                            <dgm:param type="dim" val="1D"/>
                            <dgm:param type="endSty" val="noArr"/>
                            <dgm:param type="begPts" val="bCtr"/>
                            <dgm:param type="endPts" val="bL bR"/>
                            <dgm:param type="srcNode" val="bottomArc1"/>
                            <dgm:param type="dstNode" val="topConnNode2"/>
                          </dgm:alg>
                        </dgm:if>
                        <dgm:if name="Name57" axis="par" ptType="asst" func="cnt" op="equ" val="1">
                          <dgm:alg type="conn">
                            <dgm:param type="connRout" val="bend"/>
                            <dgm:param type="dim" val="1D"/>
                            <dgm:param type="endSty" val="noArr"/>
                            <dgm:param type="begPts" val="bCtr"/>
                            <dgm:param type="endPts" val="bL bR"/>
                            <dgm:param type="srcNode" val="bottomArc3"/>
                            <dgm:param type="dstNode" val="topConnNode2"/>
                          </dgm:alg>
                        </dgm:if>
                        <dgm:else name="Name58">
                          <dgm:alg type="conn">
                            <dgm:param type="connRout" val="bend"/>
                            <dgm:param type="dim" val="1D"/>
                            <dgm:param type="endSty" val="noArr"/>
                            <dgm:param type="begPts" val="bCtr"/>
                            <dgm:param type="endPts" val="bL bR"/>
                            <dgm:param type="srcNode" val="bottomArc2"/>
                            <dgm:param type="dstNode" val="topConnNode2"/>
                          </dgm:alg>
                        </dgm:else>
                      </dgm:choose>
                    </dgm:else>
                  </dgm:choose>
                  <dgm:shape xmlns:r="http://schemas.openxmlformats.org/officeDocument/2006/relationships" type="conn" r:blip="" zOrderOff="-99999">
                    <dgm:adjLst/>
                  </dgm:shape>
                  <dgm:presOf axis="self"/>
                  <dgm:constrLst>
                    <dgm:constr type="begPad"/>
                    <dgm:constr type="endPad"/>
                  </dgm:constrLst>
                </dgm:layoutNode>
              </dgm:forEach>
              <dgm:layoutNode name="hierRoot2">
                <dgm:varLst>
                  <dgm:hierBranch val="init"/>
                </dgm:varLst>
                <dgm:choose name="Name59">
                  <dgm:if name="Name60" func="var" arg="hierBranch" op="equ" val="l">
                    <dgm:alg type="hierRoot">
                      <dgm:param type="hierAlign" val="tR"/>
                    </dgm:alg>
                    <dgm:shape xmlns:r="http://schemas.openxmlformats.org/officeDocument/2006/relationships" r:blip="">
                      <dgm:adjLst/>
                    </dgm:shape>
                    <dgm:presOf/>
                    <dgm:constrLst>
                      <dgm:constr type="alignOff" val="0.65"/>
                    </dgm:constrLst>
                  </dgm:if>
                  <dgm:if name="Name61" func="var" arg="hierBranch" op="equ" val="r">
                    <dgm:alg type="hierRoot">
                      <dgm:param type="hierAlign" val="tL"/>
                    </dgm:alg>
                    <dgm:shape xmlns:r="http://schemas.openxmlformats.org/officeDocument/2006/relationships" r:blip="">
                      <dgm:adjLst/>
                    </dgm:shape>
                    <dgm:presOf/>
                    <dgm:constrLst>
                      <dgm:constr type="alignOff" val="0.65"/>
                    </dgm:constrLst>
                  </dgm:if>
                  <dgm:if name="Name62" func="var" arg="hierBranch" op="equ" val="std">
                    <dgm:alg type="hierRoot"/>
                    <dgm:shape xmlns:r="http://schemas.openxmlformats.org/officeDocument/2006/relationships" r:blip="">
                      <dgm:adjLst/>
                    </dgm:shape>
                    <dgm:presOf/>
                    <dgm:constrLst>
                      <dgm:constr type="alignOff"/>
                      <dgm:constr type="bendDist" for="des" ptType="parTrans" refType="sp" fact="0.5"/>
                    </dgm:constrLst>
                  </dgm:if>
                  <dgm:if name="Name63" func="var" arg="hierBranch" op="equ" val="init">
                    <dgm:choose name="Name64">
                      <dgm:if name="Name65" axis="des" func="maxDepth" op="lte" val="1">
                        <dgm:alg type="hierRoot">
                          <dgm:param type="hierAlign" val="tL"/>
                        </dgm:alg>
                        <dgm:shape xmlns:r="http://schemas.openxmlformats.org/officeDocument/2006/relationships" r:blip="">
                          <dgm:adjLst/>
                        </dgm:shape>
                        <dgm:presOf/>
                        <dgm:constrLst>
                          <dgm:constr type="alignOff" val="0.65"/>
                        </dgm:constrLst>
                      </dgm:if>
                      <dgm:else name="Name66">
                        <dgm:alg type="hierRoot"/>
                        <dgm:shape xmlns:r="http://schemas.openxmlformats.org/officeDocument/2006/relationships" r:blip="">
                          <dgm:adjLst/>
                        </dgm:shape>
                        <dgm:presOf/>
                        <dgm:constrLst>
                          <dgm:constr type="alignOff"/>
                          <dgm:constr type="bendDist" for="des" ptType="parTrans" refType="sp" fact="0.5"/>
                        </dgm:constrLst>
                      </dgm:else>
                    </dgm:choose>
                  </dgm:if>
                  <dgm:else name="Name67">
                    <dgm:alg type="hierRoot"/>
                    <dgm:shape xmlns:r="http://schemas.openxmlformats.org/officeDocument/2006/relationships" r:blip="">
                      <dgm:adjLst/>
                    </dgm:shape>
                    <dgm:presOf/>
                    <dgm:constrLst>
                      <dgm:constr type="alignOff" val="0.65"/>
                    </dgm:constrLst>
                  </dgm:else>
                </dgm:choose>
                <dgm:layoutNode name="rootComposite2">
                  <dgm:alg type="composite"/>
                  <dgm:shape xmlns:r="http://schemas.openxmlformats.org/officeDocument/2006/relationships" r:blip="">
                    <dgm:adjLst/>
                  </dgm:shape>
                  <dgm:presOf axis="self" ptType="node" cnt="1"/>
                  <dgm:choose name="Name68">
                    <dgm:if name="Name69" func="var" arg="hierBranch" op="equ" val="init">
                      <dgm:constrLst>
                        <dgm:constr type="l" for="ch" forName="rootText2"/>
                        <dgm:constr type="t" for="ch" forName="rootText2" refType="h" fact="0.18"/>
                        <dgm:constr type="w" for="ch" forName="rootText2" refType="w"/>
                        <dgm:constr type="h" for="ch" forName="rootText2" refType="h" fact="0.64"/>
                        <dgm:constr type="l" for="ch" forName="topArc2" refType="w" fact="0.25"/>
                        <dgm:constr type="t" for="ch" forName="topArc2"/>
                        <dgm:constr type="w" for="ch" forName="topArc2" refType="h" refFor="ch" refForName="topArc2"/>
                        <dgm:constr type="h" for="ch" forName="topArc2" refType="h"/>
                        <dgm:constr type="l" for="ch" forName="bottomArc2" refType="w" fact="0.25"/>
                        <dgm:constr type="t" for="ch" forName="bottomArc2"/>
                        <dgm:constr type="w" for="ch" forName="bottomArc2" refType="h" refFor="ch" refForName="bottomArc2"/>
                        <dgm:constr type="h" for="ch" forName="bottomArc2" refType="h"/>
                        <dgm:constr type="ctrX" for="ch" forName="topConnNode2" refType="w" fact="0.5"/>
                        <dgm:constr type="t" for="ch" forName="topConnNode2"/>
                        <dgm:constr type="w" for="ch" forName="topConnNode2" refType="h" fact="0.76"/>
                        <dgm:constr type="b" for="ch" forName="topConnNode2" refType="t" refFor="ch" refForName="rootText2"/>
                      </dgm:constrLst>
                    </dgm:if>
                    <dgm:if name="Name70" func="var" arg="hierBranch" op="equ" val="l">
                      <dgm:constrLst>
                        <dgm:constr type="l" for="ch" forName="rootText2"/>
                        <dgm:constr type="t" for="ch" forName="rootText2" refType="h" fact="0.18"/>
                        <dgm:constr type="w" for="ch" forName="rootText2" refType="w"/>
                        <dgm:constr type="h" for="ch" forName="rootText2" refType="h" fact="0.64"/>
                        <dgm:constr type="l" for="ch" forName="topArc2" refType="w" fact="0.25"/>
                        <dgm:constr type="t" for="ch" forName="topArc2"/>
                        <dgm:constr type="w" for="ch" forName="topArc2" refType="h" refFor="ch" refForName="topArc2"/>
                        <dgm:constr type="h" for="ch" forName="topArc2" refType="h"/>
                        <dgm:constr type="l" for="ch" forName="bottomArc2" refType="w" fact="0.25"/>
                        <dgm:constr type="t" for="ch" forName="bottomArc2"/>
                        <dgm:constr type="w" for="ch" forName="bottomArc2" refType="h" refFor="ch" refForName="bottomArc2"/>
                        <dgm:constr type="h" for="ch" forName="bottomArc2" refType="h"/>
                        <dgm:constr type="ctrX" for="ch" forName="topConnNode2" refType="w" fact="0.5"/>
                        <dgm:constr type="t" for="ch" forName="topConnNode2"/>
                        <dgm:constr type="w" for="ch" forName="topConnNode2" refType="h" fact="0.76"/>
                        <dgm:constr type="b" for="ch" forName="topConnNode2" refType="t" refFor="ch" refForName="rootText2"/>
                      </dgm:constrLst>
                    </dgm:if>
                    <dgm:if name="Name71" func="var" arg="hierBranch" op="equ" val="r">
                      <dgm:constrLst>
                        <dgm:constr type="l" for="ch" forName="rootText2"/>
                        <dgm:constr type="t" for="ch" forName="rootText2" refType="h" fact="0.18"/>
                        <dgm:constr type="w" for="ch" forName="rootText2" refType="w"/>
                        <dgm:constr type="h" for="ch" forName="rootText2" refType="h" fact="0.64"/>
                        <dgm:constr type="l" for="ch" forName="topArc2" refType="w" fact="0.25"/>
                        <dgm:constr type="t" for="ch" forName="topArc2"/>
                        <dgm:constr type="w" for="ch" forName="topArc2" refType="h" refFor="ch" refForName="topArc2"/>
                        <dgm:constr type="h" for="ch" forName="topArc2" refType="h"/>
                        <dgm:constr type="l" for="ch" forName="bottomArc2" refType="w" fact="0.25"/>
                        <dgm:constr type="t" for="ch" forName="bottomArc2"/>
                        <dgm:constr type="w" for="ch" forName="bottomArc2" refType="h" refFor="ch" refForName="bottomArc2"/>
                        <dgm:constr type="h" for="ch" forName="bottomArc2" refType="h"/>
                        <dgm:constr type="ctrX" for="ch" forName="topConnNode2" refType="w" fact="0.5"/>
                        <dgm:constr type="t" for="ch" forName="topConnNode2"/>
                        <dgm:constr type="w" for="ch" forName="topConnNode2" refType="h" fact="0.76"/>
                        <dgm:constr type="b" for="ch" forName="topConnNode2" refType="t" refFor="ch" refForName="rootText2"/>
                      </dgm:constrLst>
                    </dgm:if>
                    <dgm:else name="Name72">
                      <dgm:constrLst>
                        <dgm:constr type="l" for="ch" forName="rootText2"/>
                        <dgm:constr type="t" for="ch" forName="rootText2" refType="h" fact="0.18"/>
                        <dgm:constr type="w" for="ch" forName="rootText2" refType="w"/>
                        <dgm:constr type="h" for="ch" forName="rootText2" refType="h" fact="0.64"/>
                        <dgm:constr type="l" for="ch" forName="topArc2" refType="w" fact="0.25"/>
                        <dgm:constr type="t" for="ch" forName="topArc2"/>
                        <dgm:constr type="w" for="ch" forName="topArc2" refType="h" refFor="ch" refForName="topArc2"/>
                        <dgm:constr type="h" for="ch" forName="topArc2" refType="h"/>
                        <dgm:constr type="l" for="ch" forName="bottomArc2" refType="w" fact="0.25"/>
                        <dgm:constr type="t" for="ch" forName="bottomArc2"/>
                        <dgm:constr type="w" for="ch" forName="bottomArc2" refType="h" refFor="ch" refForName="bottomArc2"/>
                        <dgm:constr type="h" for="ch" forName="bottomArc2" refType="h"/>
                        <dgm:constr type="ctrX" for="ch" forName="topConnNode2" refType="w" fact="0.5"/>
                        <dgm:constr type="t" for="ch" forName="topConnNode2"/>
                        <dgm:constr type="w" for="ch" forName="topConnNode2" refType="h" fact="0.76"/>
                        <dgm:constr type="b" for="ch" forName="topConnNode2" refType="t" refFor="ch" refForName="rootText2"/>
                      </dgm:constrLst>
                    </dgm:else>
                  </dgm:choose>
                  <dgm:layoutNode name="rootText2" styleLbl="alignAcc1">
                    <dgm:varLst>
                      <dgm:chPref val="3"/>
                    </dgm:varLst>
                    <dgm:alg type="tx"/>
                    <dgm:shape xmlns:r="http://schemas.openxmlformats.org/officeDocument/2006/relationships" type="rect" r:blip="" hideGeom="1">
                      <dgm:adjLst/>
                    </dgm:shape>
                    <dgm:presOf axis="self" ptType="node" cnt="1"/>
                    <dgm:constrLst>
                      <dgm:constr type="primFontSz" val="65"/>
                      <dgm:constr type="lMarg" refType="primFontSz" fact="0.05"/>
                      <dgm:constr type="rMarg" refType="primFontSz" fact="0.05"/>
                      <dgm:constr type="tMarg" refType="primFontSz" fact="0.05"/>
                      <dgm:constr type="bMarg" refType="primFontSz" fact="0.05"/>
                    </dgm:constrLst>
                    <dgm:ruleLst>
                      <dgm:rule type="primFontSz" val="5" fact="NaN" max="NaN"/>
                    </dgm:ruleLst>
                  </dgm:layoutNode>
                  <dgm:layoutNode name="topArc2" styleLbl="parChTrans1D1" moveWith="rootText2">
                    <dgm:alg type="sp"/>
                    <dgm:shape xmlns:r="http://schemas.openxmlformats.org/officeDocument/2006/relationships" type="arc" r:blip="" zOrderOff="-2">
                      <dgm:adjLst>
                        <dgm:adj idx="1" val="-140"/>
                        <dgm:adj idx="2" val="-40"/>
                      </dgm:adjLst>
                    </dgm:shape>
                    <dgm:presOf/>
                  </dgm:layoutNode>
                  <dgm:layoutNode name="bottomArc2" styleLbl="parChTrans1D1" moveWith="rootText2">
                    <dgm:alg type="sp"/>
                    <dgm:shape xmlns:r="http://schemas.openxmlformats.org/officeDocument/2006/relationships" type="arc" r:blip="" zOrderOff="-2">
                      <dgm:adjLst>
                        <dgm:adj idx="1" val="40"/>
                        <dgm:adj idx="2" val="140"/>
                      </dgm:adjLst>
                    </dgm:shape>
                    <dgm:presOf/>
                  </dgm:layoutNode>
                  <dgm:layoutNode name="topConnNode2" moveWith="rootText2">
                    <dgm:alg type="sp"/>
                    <dgm:shape xmlns:r="http://schemas.openxmlformats.org/officeDocument/2006/relationships" type="rect" r:blip="" hideGeom="1">
                      <dgm:adjLst/>
                    </dgm:shape>
                    <dgm:presOf axis="self" ptType="node" cnt="1"/>
                  </dgm:layoutNode>
                </dgm:layoutNode>
                <dgm:layoutNode name="hierChild4">
                  <dgm:choose name="Name73">
                    <dgm:if name="Name74" func="var" arg="hierBranch" op="equ" val="l">
                      <dgm:alg type="hierChild">
                        <dgm:param type="chAlign" val="r"/>
                        <dgm:param type="linDir" val="fromT"/>
                      </dgm:alg>
                    </dgm:if>
                    <dgm:if name="Name75" func="var" arg="hierBranch" op="equ" val="r">
                      <dgm:alg type="hierChild">
                        <dgm:param type="chAlign" val="l"/>
                        <dgm:param type="linDir" val="fromT"/>
                      </dgm:alg>
                    </dgm:if>
                    <dgm:if name="Name76" func="var" arg="hierBranch" op="equ" val="hang">
                      <dgm:choose name="Name77">
                        <dgm:if name="Name78" func="var" arg="dir" op="equ" val="norm">
                          <dgm:alg type="hierChild">
                            <dgm:param type="chAlign" val="l"/>
                            <dgm:param type="linDir" val="fromL"/>
                            <dgm:param type="secChAlign" val="t"/>
                            <dgm:param type="secLinDir" val="fromT"/>
                          </dgm:alg>
                        </dgm:if>
                        <dgm:else name="Name79">
                          <dgm:alg type="hierChild">
                            <dgm:param type="chAlign" val="l"/>
                            <dgm:param type="linDir" val="fromR"/>
                            <dgm:param type="secChAlign" val="t"/>
                            <dgm:param type="secLinDir" val="fromT"/>
                          </dgm:alg>
                        </dgm:else>
                      </dgm:choose>
                    </dgm:if>
                    <dgm:if name="Name80" func="var" arg="hierBranch" op="equ" val="std">
                      <dgm:choose name="Name81">
                        <dgm:if name="Name82" func="var" arg="dir" op="equ" val="norm">
                          <dgm:alg type="hierChild"/>
                        </dgm:if>
                        <dgm:else name="Name83">
                          <dgm:alg type="hierChild">
                            <dgm:param type="linDir" val="fromR"/>
                          </dgm:alg>
                        </dgm:else>
                      </dgm:choose>
                    </dgm:if>
                    <dgm:if name="Name84" func="var" arg="hierBranch" op="equ" val="init">
                      <dgm:choose name="Name85">
                        <dgm:if name="Name86" axis="des" func="maxDepth" op="lte" val="1">
                          <dgm:alg type="hierChild">
                            <dgm:param type="chAlign" val="l"/>
                            <dgm:param type="linDir" val="fromT"/>
                          </dgm:alg>
                        </dgm:if>
                        <dgm:else name="Name87">
                          <dgm:choose name="Name88">
                            <dgm:if name="Name89" func="var" arg="dir" op="equ" val="norm">
                              <dgm:alg type="hierChild"/>
                            </dgm:if>
                            <dgm:else name="Name90">
                              <dgm:alg type="hierChild">
                                <dgm:param type="linDir" val="fromR"/>
                              </dgm:alg>
                            </dgm:else>
                          </dgm:choose>
                        </dgm:else>
                      </dgm:choose>
                    </dgm:if>
                    <dgm:else name="Name91"/>
                  </dgm:choose>
                  <dgm:shape xmlns:r="http://schemas.openxmlformats.org/officeDocument/2006/relationships" r:blip="">
                    <dgm:adjLst/>
                  </dgm:shape>
                  <dgm:presOf/>
                  <dgm:forEach name="Name92" ref="rep2a"/>
                </dgm:layoutNode>
                <dgm:layoutNode name="hierChild5">
                  <dgm:choose name="Name93">
                    <dgm:if name="Name94" func="var" arg="dir" op="equ" val="norm">
                      <dgm:alg type="hierChild">
                        <dgm:param type="chAlign" val="l"/>
                        <dgm:param type="linDir" val="fromL"/>
                        <dgm:param type="secChAlign" val="t"/>
                        <dgm:param type="secLinDir" val="fromT"/>
                      </dgm:alg>
                    </dgm:if>
                    <dgm:else name="Name95">
                      <dgm:alg type="hierChild">
                        <dgm:param type="chAlign" val="l"/>
                        <dgm:param type="linDir" val="fromR"/>
                        <dgm:param type="secChAlign" val="t"/>
                        <dgm:param type="secLinDir" val="fromT"/>
                      </dgm:alg>
                    </dgm:else>
                  </dgm:choose>
                  <dgm:shape xmlns:r="http://schemas.openxmlformats.org/officeDocument/2006/relationships" r:blip="">
                    <dgm:adjLst/>
                  </dgm:shape>
                  <dgm:presOf/>
                  <dgm:forEach name="Name96" ref="rep2b"/>
                </dgm:layoutNode>
              </dgm:layoutNode>
            </dgm:forEach>
          </dgm:layoutNode>
          <dgm:layoutNode name="hierChild3">
            <dgm:choose name="Name97">
              <dgm:if name="Name98" func="var" arg="dir" op="equ" val="norm">
                <dgm:alg type="hierChild">
                  <dgm:param type="chAlign" val="l"/>
                  <dgm:param type="linDir" val="fromL"/>
                  <dgm:param type="secChAlign" val="t"/>
                  <dgm:param type="secLinDir" val="fromT"/>
                </dgm:alg>
              </dgm:if>
              <dgm:else name="Name99">
                <dgm:alg type="hierChild">
                  <dgm:param type="chAlign" val="l"/>
                  <dgm:param type="linDir" val="fromR"/>
                  <dgm:param type="secChAlign" val="t"/>
                  <dgm:param type="secLinDir" val="fromT"/>
                </dgm:alg>
              </dgm:else>
            </dgm:choose>
            <dgm:shape xmlns:r="http://schemas.openxmlformats.org/officeDocument/2006/relationships" r:blip="">
              <dgm:adjLst/>
            </dgm:shape>
            <dgm:presOf/>
            <dgm:forEach name="rep2b" axis="ch" ptType="asst">
              <dgm:forEach name="Name100" axis="precedSib" ptType="parTrans" st="-1" cnt="1">
                <dgm:layoutNode name="Name101">
                  <dgm:choose name="Name102">
                    <dgm:if name="Name103" axis="self" func="depth" op="lte" val="2">
                      <dgm:alg type="conn">
                        <dgm:param type="connRout" val="bend"/>
                        <dgm:param type="dim" val="1D"/>
                        <dgm:param type="endSty" val="noArr"/>
                        <dgm:param type="begPts" val="bCtr"/>
                        <dgm:param type="endPts" val="bL bR"/>
                        <dgm:param type="srcNode" val="bottomArc1"/>
                        <dgm:param type="dstNode" val="topConnNode3"/>
                      </dgm:alg>
                    </dgm:if>
                    <dgm:if name="Name104" axis="par" ptType="asst" func="cnt" op="equ" val="1">
                      <dgm:alg type="conn">
                        <dgm:param type="connRout" val="bend"/>
                        <dgm:param type="dim" val="1D"/>
                        <dgm:param type="endSty" val="noArr"/>
                        <dgm:param type="begPts" val="bCtr"/>
                        <dgm:param type="endPts" val="bL bR"/>
                        <dgm:param type="srcNode" val="bottomArc3"/>
                        <dgm:param type="dstNode" val="topConnNode3"/>
                      </dgm:alg>
                    </dgm:if>
                    <dgm:else name="Name105">
                      <dgm:alg type="conn">
                        <dgm:param type="connRout" val="bend"/>
                        <dgm:param type="dim" val="1D"/>
                        <dgm:param type="endSty" val="noArr"/>
                        <dgm:param type="begPts" val="bCtr"/>
                        <dgm:param type="endPts" val="bL bR"/>
                        <dgm:param type="srcNode" val="bottomArc2"/>
                        <dgm:param type="dstNode" val="topConnNode3"/>
                      </dgm:alg>
                    </dgm:else>
                  </dgm:choose>
                  <dgm:shape xmlns:r="http://schemas.openxmlformats.org/officeDocument/2006/relationships" type="conn" r:blip="" zOrderOff="-99999">
                    <dgm:adjLst/>
                  </dgm:shape>
                  <dgm:presOf axis="self"/>
                  <dgm:constrLst>
                    <dgm:constr type="begPad"/>
                    <dgm:constr type="endPad"/>
                  </dgm:constrLst>
                </dgm:layoutNode>
              </dgm:forEach>
              <dgm:layoutNode name="hierRoot3">
                <dgm:varLst>
                  <dgm:hierBranch val="init"/>
                </dgm:varLst>
                <dgm:choose name="Name106">
                  <dgm:if name="Name107" func="var" arg="hierBranch" op="equ" val="l">
                    <dgm:alg type="hierRoot">
                      <dgm:param type="hierAlign" val="tR"/>
                    </dgm:alg>
                    <dgm:shape xmlns:r="http://schemas.openxmlformats.org/officeDocument/2006/relationships" r:blip="">
                      <dgm:adjLst/>
                    </dgm:shape>
                    <dgm:presOf/>
                    <dgm:constrLst>
                      <dgm:constr type="alignOff" val="0.65"/>
                    </dgm:constrLst>
                  </dgm:if>
                  <dgm:if name="Name108" func="var" arg="hierBranch" op="equ" val="r">
                    <dgm:alg type="hierRoot">
                      <dgm:param type="hierAlign" val="tL"/>
                    </dgm:alg>
                    <dgm:shape xmlns:r="http://schemas.openxmlformats.org/officeDocument/2006/relationships" r:blip="">
                      <dgm:adjLst/>
                    </dgm:shape>
                    <dgm:presOf/>
                    <dgm:constrLst>
                      <dgm:constr type="alignOff" val="0.65"/>
                    </dgm:constrLst>
                  </dgm:if>
                  <dgm:if name="Name109" func="var" arg="hierBranch" op="equ" val="hang">
                    <dgm:alg type="hierRoot"/>
                    <dgm:shape xmlns:r="http://schemas.openxmlformats.org/officeDocument/2006/relationships" r:blip="">
                      <dgm:adjLst/>
                    </dgm:shape>
                    <dgm:presOf/>
                    <dgm:constrLst>
                      <dgm:constr type="alignOff" val="0.65"/>
                    </dgm:constrLst>
                  </dgm:if>
                  <dgm:if name="Name110" func="var" arg="hierBranch" op="equ" val="std">
                    <dgm:alg type="hierRoot"/>
                    <dgm:shape xmlns:r="http://schemas.openxmlformats.org/officeDocument/2006/relationships" r:blip="">
                      <dgm:adjLst/>
                    </dgm:shape>
                    <dgm:presOf/>
                    <dgm:constrLst>
                      <dgm:constr type="alignOff"/>
                      <dgm:constr type="bendDist" for="des" ptType="parTrans" refType="sp" fact="0.5"/>
                    </dgm:constrLst>
                  </dgm:if>
                  <dgm:if name="Name111" func="var" arg="hierBranch" op="equ" val="init">
                    <dgm:choose name="Name112">
                      <dgm:if name="Name113" axis="des" func="maxDepth" op="lte" val="1">
                        <dgm:alg type="hierRoot">
                          <dgm:param type="hierAlign" val="tL"/>
                        </dgm:alg>
                        <dgm:shape xmlns:r="http://schemas.openxmlformats.org/officeDocument/2006/relationships" r:blip="">
                          <dgm:adjLst/>
                        </dgm:shape>
                        <dgm:presOf/>
                        <dgm:constrLst>
                          <dgm:constr type="alignOff" val="0.65"/>
                        </dgm:constrLst>
                      </dgm:if>
                      <dgm:else name="Name114">
                        <dgm:alg type="hierRoot"/>
                        <dgm:shape xmlns:r="http://schemas.openxmlformats.org/officeDocument/2006/relationships" r:blip="">
                          <dgm:adjLst/>
                        </dgm:shape>
                        <dgm:presOf/>
                        <dgm:constrLst>
                          <dgm:constr type="alignOff"/>
                          <dgm:constr type="bendDist" for="des" ptType="parTrans" refType="sp" fact="0.5"/>
                        </dgm:constrLst>
                      </dgm:else>
                    </dgm:choose>
                  </dgm:if>
                  <dgm:else name="Name115"/>
                </dgm:choose>
                <dgm:layoutNode name="rootComposite3">
                  <dgm:alg type="composite"/>
                  <dgm:shape xmlns:r="http://schemas.openxmlformats.org/officeDocument/2006/relationships" r:blip="">
                    <dgm:adjLst/>
                  </dgm:shape>
                  <dgm:presOf axis="self" ptType="node" cnt="1"/>
                  <dgm:choose name="Name116">
                    <dgm:if name="Name117" func="var" arg="hierBranch" op="equ" val="init">
                      <dgm:constrLst>
                        <dgm:constr type="l" for="ch" forName="rootText3"/>
                        <dgm:constr type="t" for="ch" forName="rootText3" refType="h" fact="0.18"/>
                        <dgm:constr type="w" for="ch" forName="rootText3" refType="w"/>
                        <dgm:constr type="h" for="ch" forName="rootText3" refType="h" fact="0.64"/>
                        <dgm:constr type="l" for="ch" forName="topArc3" refType="w" fact="0.25"/>
                        <dgm:constr type="t" for="ch" forName="topArc3"/>
                        <dgm:constr type="w" for="ch" forName="topArc3" refType="h" refFor="ch" refForName="topArc3"/>
                        <dgm:constr type="h" for="ch" forName="topArc3" refType="h"/>
                        <dgm:constr type="l" for="ch" forName="bottomArc3" refType="w" fact="0.25"/>
                        <dgm:constr type="t" for="ch" forName="bottomArc3"/>
                        <dgm:constr type="w" for="ch" forName="bottomArc3" refType="h" refFor="ch" refForName="bottomArc3"/>
                        <dgm:constr type="h" for="ch" forName="bottomArc3" refType="h"/>
                        <dgm:constr type="ctrX" for="ch" forName="topConnNode3" refType="w" fact="0.5"/>
                        <dgm:constr type="t" for="ch" forName="topConnNode3"/>
                        <dgm:constr type="w" for="ch" forName="topConnNode3" refType="h" fact="0.76"/>
                        <dgm:constr type="b" for="ch" forName="topConnNode3" refType="t" refFor="ch" refForName="rootText3"/>
                      </dgm:constrLst>
                    </dgm:if>
                    <dgm:if name="Name118" func="var" arg="hierBranch" op="equ" val="l">
                      <dgm:constrLst>
                        <dgm:constr type="l" for="ch" forName="rootText3"/>
                        <dgm:constr type="t" for="ch" forName="rootText3" refType="h" fact="0.18"/>
                        <dgm:constr type="w" for="ch" forName="rootText3" refType="w"/>
                        <dgm:constr type="h" for="ch" forName="rootText3" refType="h" fact="0.64"/>
                        <dgm:constr type="l" for="ch" forName="topArc3" refType="w" fact="0.25"/>
                        <dgm:constr type="t" for="ch" forName="topArc3"/>
                        <dgm:constr type="w" for="ch" forName="topArc3" refType="h" refFor="ch" refForName="topArc3"/>
                        <dgm:constr type="h" for="ch" forName="topArc3" refType="h"/>
                        <dgm:constr type="l" for="ch" forName="bottomArc3" refType="w" fact="0.25"/>
                        <dgm:constr type="t" for="ch" forName="bottomArc3"/>
                        <dgm:constr type="w" for="ch" forName="bottomArc3" refType="h" refFor="ch" refForName="bottomArc3"/>
                        <dgm:constr type="h" for="ch" forName="bottomArc3" refType="h"/>
                        <dgm:constr type="ctrX" for="ch" forName="topConnNode3" refType="w" fact="0.5"/>
                        <dgm:constr type="t" for="ch" forName="topConnNode3"/>
                        <dgm:constr type="w" for="ch" forName="topConnNode3" refType="h" fact="0.76"/>
                        <dgm:constr type="b" for="ch" forName="topConnNode3" refType="t" refFor="ch" refForName="rootText3"/>
                      </dgm:constrLst>
                    </dgm:if>
                    <dgm:if name="Name119" func="var" arg="hierBranch" op="equ" val="r">
                      <dgm:constrLst>
                        <dgm:constr type="l" for="ch" forName="rootText3"/>
                        <dgm:constr type="t" for="ch" forName="rootText3" refType="h" fact="0.18"/>
                        <dgm:constr type="w" for="ch" forName="rootText3" refType="w"/>
                        <dgm:constr type="h" for="ch" forName="rootText3" refType="h" fact="0.64"/>
                        <dgm:constr type="l" for="ch" forName="topArc3" refType="w" fact="0.25"/>
                        <dgm:constr type="t" for="ch" forName="topArc3"/>
                        <dgm:constr type="w" for="ch" forName="topArc3" refType="h" refFor="ch" refForName="topArc3"/>
                        <dgm:constr type="h" for="ch" forName="topArc3" refType="h"/>
                        <dgm:constr type="l" for="ch" forName="bottomArc3" refType="w" fact="0.25"/>
                        <dgm:constr type="t" for="ch" forName="bottomArc3"/>
                        <dgm:constr type="w" for="ch" forName="bottomArc3" refType="h" refFor="ch" refForName="bottomArc3"/>
                        <dgm:constr type="h" for="ch" forName="bottomArc3" refType="h"/>
                        <dgm:constr type="ctrX" for="ch" forName="topConnNode3" refType="w" fact="0.5"/>
                        <dgm:constr type="t" for="ch" forName="topConnNode3"/>
                        <dgm:constr type="w" for="ch" forName="topConnNode3" refType="h" fact="0.76"/>
                        <dgm:constr type="b" for="ch" forName="topConnNode3" refType="t" refFor="ch" refForName="rootText3"/>
                      </dgm:constrLst>
                    </dgm:if>
                    <dgm:else name="Name120">
                      <dgm:constrLst>
                        <dgm:constr type="l" for="ch" forName="rootText3"/>
                        <dgm:constr type="t" for="ch" forName="rootText3" refType="h" fact="0.18"/>
                        <dgm:constr type="w" for="ch" forName="rootText3" refType="w"/>
                        <dgm:constr type="h" for="ch" forName="rootText3" refType="h" fact="0.64"/>
                        <dgm:constr type="l" for="ch" forName="topArc3" refType="w" fact="0.25"/>
                        <dgm:constr type="t" for="ch" forName="topArc3"/>
                        <dgm:constr type="w" for="ch" forName="topArc3" refType="h" refFor="ch" refForName="topArc3"/>
                        <dgm:constr type="h" for="ch" forName="topArc3" refType="h"/>
                        <dgm:constr type="l" for="ch" forName="bottomArc3" refType="w" fact="0.25"/>
                        <dgm:constr type="t" for="ch" forName="bottomArc3"/>
                        <dgm:constr type="w" for="ch" forName="bottomArc3" refType="h" refFor="ch" refForName="bottomArc3"/>
                        <dgm:constr type="h" for="ch" forName="bottomArc3" refType="h"/>
                        <dgm:constr type="ctrX" for="ch" forName="topConnNode3" refType="w" fact="0.5"/>
                        <dgm:constr type="t" for="ch" forName="topConnNode3"/>
                        <dgm:constr type="w" for="ch" forName="topConnNode3" refType="h" fact="0.76"/>
                        <dgm:constr type="b" for="ch" forName="topConnNode3" refType="t" refFor="ch" refForName="rootText3"/>
                      </dgm:constrLst>
                    </dgm:else>
                  </dgm:choose>
                  <dgm:layoutNode name="rootText3" styleLbl="alignAcc1">
                    <dgm:varLst>
                      <dgm:chPref val="3"/>
                    </dgm:varLst>
                    <dgm:alg type="tx"/>
                    <dgm:shape xmlns:r="http://schemas.openxmlformats.org/officeDocument/2006/relationships" type="rect" r:blip="" hideGeom="1">
                      <dgm:adjLst/>
                    </dgm:shape>
                    <dgm:presOf axis="self" ptType="node" cnt="1"/>
                    <dgm:constrLst>
                      <dgm:constr type="primFontSz" val="65"/>
                      <dgm:constr type="lMarg" refType="primFontSz" fact="0.05"/>
                      <dgm:constr type="rMarg" refType="primFontSz" fact="0.05"/>
                      <dgm:constr type="tMarg" refType="primFontSz" fact="0.05"/>
                      <dgm:constr type="bMarg" refType="primFontSz" fact="0.05"/>
                    </dgm:constrLst>
                    <dgm:ruleLst>
                      <dgm:rule type="primFontSz" val="5" fact="NaN" max="NaN"/>
                    </dgm:ruleLst>
                  </dgm:layoutNode>
                  <dgm:layoutNode name="topArc3" styleLbl="parChTrans1D1" moveWith="rootText3">
                    <dgm:alg type="sp"/>
                    <dgm:shape xmlns:r="http://schemas.openxmlformats.org/officeDocument/2006/relationships" type="arc" r:blip="" zOrderOff="-2">
                      <dgm:adjLst>
                        <dgm:adj idx="1" val="-140"/>
                        <dgm:adj idx="2" val="-40"/>
                      </dgm:adjLst>
                    </dgm:shape>
                    <dgm:presOf/>
                  </dgm:layoutNode>
                  <dgm:layoutNode name="bottomArc3" styleLbl="parChTrans1D1" moveWith="rootText3">
                    <dgm:alg type="sp"/>
                    <dgm:shape xmlns:r="http://schemas.openxmlformats.org/officeDocument/2006/relationships" type="arc" r:blip="" zOrderOff="-2">
                      <dgm:adjLst>
                        <dgm:adj idx="1" val="40"/>
                        <dgm:adj idx="2" val="140"/>
                      </dgm:adjLst>
                    </dgm:shape>
                    <dgm:presOf/>
                  </dgm:layoutNode>
                  <dgm:layoutNode name="topConnNode3" moveWith="rootText3">
                    <dgm:alg type="sp"/>
                    <dgm:shape xmlns:r="http://schemas.openxmlformats.org/officeDocument/2006/relationships" type="rect" r:blip="" hideGeom="1">
                      <dgm:adjLst/>
                    </dgm:shape>
                    <dgm:presOf axis="self" ptType="node" cnt="1"/>
                  </dgm:layoutNode>
                </dgm:layoutNode>
                <dgm:layoutNode name="hierChild6">
                  <dgm:choose name="Name121">
                    <dgm:if name="Name122" func="var" arg="hierBranch" op="equ" val="l">
                      <dgm:alg type="hierChild">
                        <dgm:param type="chAlign" val="r"/>
                        <dgm:param type="linDir" val="fromT"/>
                      </dgm:alg>
                    </dgm:if>
                    <dgm:if name="Name123" func="var" arg="hierBranch" op="equ" val="r">
                      <dgm:alg type="hierChild">
                        <dgm:param type="chAlign" val="l"/>
                        <dgm:param type="linDir" val="fromT"/>
                      </dgm:alg>
                    </dgm:if>
                    <dgm:if name="Name124" func="var" arg="hierBranch" op="equ" val="hang">
                      <dgm:choose name="Name125">
                        <dgm:if name="Name126" func="var" arg="dir" op="equ" val="norm">
                          <dgm:alg type="hierChild">
                            <dgm:param type="chAlign" val="l"/>
                            <dgm:param type="linDir" val="fromL"/>
                            <dgm:param type="secChAlign" val="t"/>
                            <dgm:param type="secLinDir" val="fromT"/>
                          </dgm:alg>
                        </dgm:if>
                        <dgm:else name="Name127">
                          <dgm:alg type="hierChild">
                            <dgm:param type="chAlign" val="l"/>
                            <dgm:param type="linDir" val="fromR"/>
                            <dgm:param type="secChAlign" val="t"/>
                            <dgm:param type="secLinDir" val="fromT"/>
                          </dgm:alg>
                        </dgm:else>
                      </dgm:choose>
                    </dgm:if>
                    <dgm:if name="Name128" func="var" arg="hierBranch" op="equ" val="std">
                      <dgm:choose name="Name129">
                        <dgm:if name="Name130" func="var" arg="dir" op="equ" val="norm">
                          <dgm:alg type="hierChild"/>
                        </dgm:if>
                        <dgm:else name="Name131">
                          <dgm:alg type="hierChild">
                            <dgm:param type="linDir" val="fromR"/>
                          </dgm:alg>
                        </dgm:else>
                      </dgm:choose>
                    </dgm:if>
                    <dgm:if name="Name132" func="var" arg="hierBranch" op="equ" val="init">
                      <dgm:choose name="Name133">
                        <dgm:if name="Name134" axis="des" func="maxDepth" op="lte" val="1">
                          <dgm:alg type="hierChild">
                            <dgm:param type="chAlign" val="l"/>
                            <dgm:param type="linDir" val="fromT"/>
                          </dgm:alg>
                        </dgm:if>
                        <dgm:else name="Name135">
                          <dgm:alg type="hierChild"/>
                        </dgm:else>
                      </dgm:choose>
                    </dgm:if>
                    <dgm:else name="Name136"/>
                  </dgm:choose>
                  <dgm:shape xmlns:r="http://schemas.openxmlformats.org/officeDocument/2006/relationships" r:blip="">
                    <dgm:adjLst/>
                  </dgm:shape>
                  <dgm:presOf/>
                  <dgm:forEach name="Name137" ref="rep2a"/>
                </dgm:layoutNode>
                <dgm:layoutNode name="hierChild7">
                  <dgm:choose name="Name138">
                    <dgm:if name="Name139" func="var" arg="dir" op="equ" val="norm">
                      <dgm:alg type="hierChild">
                        <dgm:param type="chAlign" val="l"/>
                        <dgm:param type="linDir" val="fromL"/>
                        <dgm:param type="secChAlign" val="t"/>
                        <dgm:param type="secLinDir" val="fromT"/>
                      </dgm:alg>
                    </dgm:if>
                    <dgm:else name="Name140">
                      <dgm:alg type="hierChild">
                        <dgm:param type="chAlign" val="l"/>
                        <dgm:param type="linDir" val="fromR"/>
                        <dgm:param type="secChAlign" val="t"/>
                        <dgm:param type="secLinDir" val="fromT"/>
                      </dgm:alg>
                    </dgm:else>
                  </dgm:choose>
                  <dgm:shape xmlns:r="http://schemas.openxmlformats.org/officeDocument/2006/relationships" r:blip="">
                    <dgm:adjLst/>
                  </dgm:shape>
                  <dgm:presOf/>
                  <dgm:forEach name="Name141" ref="rep2b"/>
                </dgm:layoutNode>
              </dgm:layoutNode>
            </dgm:forEach>
          </dgm:layoutNode>
        </dgm:layoutNode>
      </dgm:forEach>
    </dgm:forEach>
  </dgm:layoutNode>
</dgm:layoutDef>
</file>

<file path=ppt/diagrams/layout4.xml><?xml version="1.0" encoding="utf-8"?>
<dgm:layoutDef xmlns:dgm="http://schemas.openxmlformats.org/drawingml/2006/diagram" xmlns:a="http://schemas.openxmlformats.org/drawingml/2006/main" uniqueId="urn:microsoft.com/office/officeart/2005/8/layout/default">
  <dgm:title val=""/>
  <dgm:desc val=""/>
  <dgm:catLst>
    <dgm:cat type="list" pri="400"/>
  </dgm:catLst>
  <dgm:sampData>
    <dgm:dataModel>
      <dgm:ptLst>
        <dgm:pt modelId="0" type="doc"/>
        <dgm:pt modelId="1">
          <dgm:prSet phldr="1"/>
        </dgm:pt>
        <dgm:pt modelId="2">
          <dgm:prSet phldr="1"/>
        </dgm:pt>
        <dgm:pt modelId="3">
          <dgm:prSet phldr="1"/>
        </dgm:pt>
        <dgm:pt modelId="4">
          <dgm:prSet phldr="1"/>
        </dgm:pt>
        <dgm:pt modelId="5">
          <dgm:prSet phldr="1"/>
        </dgm:pt>
      </dgm:ptLst>
      <dgm:cxnLst>
        <dgm:cxn modelId="6" srcId="0" destId="1" srcOrd="0" destOrd="0"/>
        <dgm:cxn modelId="7" srcId="0" destId="2" srcOrd="1" destOrd="0"/>
        <dgm:cxn modelId="8" srcId="0" destId="3" srcOrd="2" destOrd="0"/>
        <dgm:cxn modelId="9" srcId="0" destId="4" srcOrd="3" destOrd="0"/>
        <dgm:cxn modelId="10" srcId="0" destId="5" srcOrd="4" destOrd="0"/>
      </dgm:cxnLst>
      <dgm:bg/>
      <dgm:whole/>
    </dgm:dataModel>
  </dgm:sampData>
  <dgm:styleData>
    <dgm:dataModel>
      <dgm:ptLst>
        <dgm:pt modelId="0" type="doc"/>
        <dgm:pt modelId="1"/>
        <dgm:pt modelId="2"/>
      </dgm:ptLst>
      <dgm:cxnLst>
        <dgm:cxn modelId="3" srcId="0" destId="1" srcOrd="0" destOrd="0"/>
        <dgm:cxn modelId="4" srcId="0" destId="2" srcOrd="1" destOrd="0"/>
      </dgm:cxnLst>
      <dgm:bg/>
      <dgm:whole/>
    </dgm:dataModel>
  </dgm:styleData>
  <dgm:clrData>
    <dgm:dataModel>
      <dgm:ptLst>
        <dgm:pt modelId="0" type="doc"/>
        <dgm:pt modelId="1"/>
        <dgm:pt modelId="2"/>
        <dgm:pt modelId="3"/>
        <dgm:pt modelId="4"/>
        <dgm:pt modelId="5"/>
        <dgm:pt modelId="6"/>
      </dgm:ptLst>
      <dgm:cxnLst>
        <dgm:cxn modelId="7" srcId="0" destId="1" srcOrd="0" destOrd="0"/>
        <dgm:cxn modelId="8" srcId="0" destId="2" srcOrd="1" destOrd="0"/>
        <dgm:cxn modelId="9" srcId="0" destId="3" srcOrd="2" destOrd="0"/>
        <dgm:cxn modelId="10" srcId="0" destId="4" srcOrd="3" destOrd="0"/>
        <dgm:cxn modelId="11" srcId="0" destId="5" srcOrd="4" destOrd="0"/>
        <dgm:cxn modelId="12" srcId="0" destId="6" srcOrd="5" destOrd="0"/>
      </dgm:cxnLst>
      <dgm:bg/>
      <dgm:whole/>
    </dgm:dataModel>
  </dgm:clrData>
  <dgm:layoutNode name="diagram">
    <dgm:varLst>
      <dgm:dir/>
      <dgm:resizeHandles val="exact"/>
    </dgm:varLst>
    <dgm:choose name="Name0">
      <dgm:if name="Name1" func="var" arg="dir" op="equ" val="norm">
        <dgm:alg type="snake">
          <dgm:param type="grDir" val="tL"/>
          <dgm:param type="flowDir" val="row"/>
          <dgm:param type="contDir" val="sameDir"/>
          <dgm:param type="off" val="ctr"/>
        </dgm:alg>
      </dgm:if>
      <dgm:else name="Name2">
        <dgm:alg type="snake">
          <dgm:param type="grDir" val="tR"/>
          <dgm:param type="flowDir" val="row"/>
          <dgm:param type="contDir" val="sameDir"/>
          <dgm:param type="off" val="ctr"/>
        </dgm:alg>
      </dgm:else>
    </dgm:choose>
    <dgm:shape xmlns:r="http://schemas.openxmlformats.org/officeDocument/2006/relationships" r:blip="">
      <dgm:adjLst/>
    </dgm:shape>
    <dgm:presOf/>
    <dgm:constrLst>
      <dgm:constr type="w" for="ch" forName="node" refType="w"/>
      <dgm:constr type="h" for="ch" forName="node" refType="w" refFor="ch" refForName="node" fact="0.6"/>
      <dgm:constr type="w" for="ch" forName="sibTrans" refType="w" refFor="ch" refForName="node" fact="0.1"/>
      <dgm:constr type="sp" refType="w" refFor="ch" refForName="sibTrans"/>
      <dgm:constr type="primFontSz" for="ch" forName="node" op="equ" val="65"/>
    </dgm:constrLst>
    <dgm:ruleLst/>
    <dgm:forEach name="Name3" axis="ch" ptType="node">
      <dgm:layoutNode name="node">
        <dgm:varLst>
          <dgm:bulletEnabled val="1"/>
        </dgm:varLst>
        <dgm:alg type="tx"/>
        <dgm:shape xmlns:r="http://schemas.openxmlformats.org/officeDocument/2006/relationships" type="rect" r:blip="">
          <dgm:adjLst/>
        </dgm:shape>
        <dgm:presOf axis="desOrSelf" ptType="node"/>
        <dgm:constrLst>
          <dgm:constr type="lMarg" refType="primFontSz" fact="0.3"/>
          <dgm:constr type="rMarg" refType="primFontSz" fact="0.3"/>
          <dgm:constr type="tMarg" refType="primFontSz" fact="0.3"/>
          <dgm:constr type="bMarg" refType="primFontSz" fact="0.3"/>
        </dgm:constrLst>
        <dgm:ruleLst>
          <dgm:rule type="primFontSz" val="5" fact="NaN" max="NaN"/>
        </dgm:ruleLst>
      </dgm:layoutNode>
      <dgm:forEach name="Name4" axis="followSib" ptType="sibTrans" cnt="1">
        <dgm:layoutNode name="sibTrans">
          <dgm:alg type="sp"/>
          <dgm:shape xmlns:r="http://schemas.openxmlformats.org/officeDocument/2006/relationships" r:blip="">
            <dgm:adjLst/>
          </dgm:shape>
          <dgm:presOf/>
          <dgm:constrLst/>
          <dgm:ruleLst/>
        </dgm:layoutNode>
      </dgm:forEach>
    </dgm:forEach>
  </dgm:layoutNode>
</dgm:layoutDef>
</file>

<file path=ppt/diagrams/layout5.xml><?xml version="1.0" encoding="utf-8"?>
<dgm:layoutDef xmlns:dgm="http://schemas.openxmlformats.org/drawingml/2006/diagram" xmlns:a="http://schemas.openxmlformats.org/drawingml/2006/main" uniqueId="urn:microsoft.com/office/officeart/2005/8/layout/list1">
  <dgm:title val=""/>
  <dgm:desc val=""/>
  <dgm:catLst>
    <dgm:cat type="list" pri="4000"/>
  </dgm:catLst>
  <dgm:sampData>
    <dgm:dataModel>
      <dgm:ptLst>
        <dgm:pt modelId="0" type="doc"/>
        <dgm:pt modelId="1">
          <dgm:prSet phldr="1"/>
        </dgm:pt>
        <dgm:pt modelId="2">
          <dgm:prSet phldr="1"/>
        </dgm:pt>
        <dgm:pt modelId="3">
          <dgm:prSet phldr="1"/>
        </dgm:pt>
      </dgm:ptLst>
      <dgm:cxnLst>
        <dgm:cxn modelId="4" srcId="0" destId="1" srcOrd="0" destOrd="0"/>
        <dgm:cxn modelId="5" srcId="0" destId="2" srcOrd="1" destOrd="0"/>
        <dgm:cxn modelId="6" srcId="0" destId="3" srcOrd="2" destOrd="0"/>
      </dgm:cxnLst>
      <dgm:bg/>
      <dgm:whole/>
    </dgm:dataModel>
  </dgm:sampData>
  <dgm:styleData>
    <dgm:dataModel>
      <dgm:ptLst>
        <dgm:pt modelId="0" type="doc"/>
        <dgm:pt modelId="1"/>
        <dgm:pt modelId="2"/>
      </dgm:ptLst>
      <dgm:cxnLst>
        <dgm:cxn modelId="4" srcId="0" destId="1" srcOrd="0" destOrd="0"/>
        <dgm:cxn modelId="5" srcId="0" destId="2" srcOrd="1" destOrd="0"/>
      </dgm:cxnLst>
      <dgm:bg/>
      <dgm:whole/>
    </dgm:dataModel>
  </dgm:styleData>
  <dgm:clrData>
    <dgm:dataModel>
      <dgm:ptLst>
        <dgm:pt modelId="0" type="doc"/>
        <dgm:pt modelId="1"/>
        <dgm:pt modelId="2"/>
        <dgm:pt modelId="3"/>
        <dgm:pt modelId="4"/>
      </dgm:ptLst>
      <dgm:cxnLst>
        <dgm:cxn modelId="5" srcId="0" destId="1" srcOrd="0" destOrd="0"/>
        <dgm:cxn modelId="6" srcId="0" destId="2" srcOrd="1" destOrd="0"/>
        <dgm:cxn modelId="7" srcId="0" destId="3" srcOrd="2" destOrd="0"/>
        <dgm:cxn modelId="8" srcId="0" destId="4" srcOrd="3" destOrd="0"/>
      </dgm:cxnLst>
      <dgm:bg/>
      <dgm:whole/>
    </dgm:dataModel>
  </dgm:clrData>
  <dgm:layoutNode name="linear">
    <dgm:varLst>
      <dgm:dir/>
      <dgm:animLvl val="lvl"/>
      <dgm:resizeHandles val="exact"/>
    </dgm:varLst>
    <dgm:choose name="Name0">
      <dgm:if name="Name1" func="var" arg="dir" op="equ" val="norm">
        <dgm:alg type="lin">
          <dgm:param type="linDir" val="fromT"/>
          <dgm:param type="vertAlign" val="mid"/>
          <dgm:param type="horzAlign" val="l"/>
          <dgm:param type="nodeHorzAlign" val="l"/>
        </dgm:alg>
      </dgm:if>
      <dgm:else name="Name2">
        <dgm:alg type="lin">
          <dgm:param type="linDir" val="fromT"/>
          <dgm:param type="vertAlign" val="mid"/>
          <dgm:param type="horzAlign" val="r"/>
          <dgm:param type="nodeHorzAlign" val="r"/>
        </dgm:alg>
      </dgm:else>
    </dgm:choose>
    <dgm:shape xmlns:r="http://schemas.openxmlformats.org/officeDocument/2006/relationships" r:blip="">
      <dgm:adjLst/>
    </dgm:shape>
    <dgm:presOf/>
    <dgm:constrLst>
      <dgm:constr type="w" for="ch" forName="parentLin" refType="w"/>
      <dgm:constr type="h" for="ch" forName="parentLin" val="INF"/>
      <dgm:constr type="w" for="des" forName="parentLeftMargin" refType="w" fact="0.05"/>
      <dgm:constr type="w" for="des" forName="parentText" refType="w" fact="0.7"/>
      <dgm:constr type="h" for="des" forName="parentText" refType="primFontSz" refFor="des" refForName="parentText" fact="0.82"/>
      <dgm:constr type="h" for="ch" forName="negativeSpace" refType="primFontSz" refFor="des" refForName="parentText" fact="-0.41"/>
      <dgm:constr type="h" for="ch" forName="negativeSpace" refType="h" refFor="des" refForName="parentText" op="lte" fact="-0.82"/>
      <dgm:constr type="h" for="ch" forName="negativeSpace" refType="h" refFor="des" refForName="parentText" op="gte" fact="-0.82"/>
      <dgm:constr type="w" for="ch" forName="childText" refType="w"/>
      <dgm:constr type="h" for="ch" forName="childText" refType="primFontSz" refFor="des" refForName="parentText" fact="0.7"/>
      <dgm:constr type="primFontSz" for="des" forName="parentText" val="65"/>
      <dgm:constr type="primFontSz" for="ch" forName="childText" refType="primFontSz" refFor="des" refForName="parentText"/>
      <dgm:constr type="tMarg" for="ch" forName="childText" refType="primFontSz" refFor="des" refForName="parentText" fact="1.64"/>
      <dgm:constr type="tMarg" for="ch" forName="childText" refType="h" refFor="des" refForName="parentText" op="lte" fact="3.28"/>
      <dgm:constr type="tMarg" for="ch" forName="childText" refType="h" refFor="des" refForName="parentText" op="gte" fact="3.28"/>
      <dgm:constr type="lMarg" for="ch" forName="childText" refType="w" fact="0.22"/>
      <dgm:constr type="rMarg" for="ch" forName="childText" refType="lMarg" refFor="ch" refForName="childText"/>
      <dgm:constr type="lMarg" for="des" forName="parentText" refType="w" fact="0.075"/>
      <dgm:constr type="rMarg" for="des" forName="parentText" refType="lMarg" refFor="des" refForName="parentText"/>
      <dgm:constr type="h" for="ch" forName="spaceBetweenRectangles" refType="primFontSz" refFor="des" refForName="parentText" fact="0.15"/>
    </dgm:constrLst>
    <dgm:ruleLst>
      <dgm:rule type="primFontSz" for="des" forName="parentText" val="5" fact="NaN" max="NaN"/>
    </dgm:ruleLst>
    <dgm:forEach name="Name3" axis="ch" ptType="node">
      <dgm:layoutNode name="parentLin">
        <dgm:choose name="Name4">
          <dgm:if name="Name5" func="var" arg="dir" op="equ" val="norm">
            <dgm:alg type="lin">
              <dgm:param type="linDir" val="fromL"/>
              <dgm:param type="horzAlign" val="l"/>
              <dgm:param type="nodeHorzAlign" val="l"/>
            </dgm:alg>
          </dgm:if>
          <dgm:else name="Name6">
            <dgm:alg type="lin">
              <dgm:param type="linDir" val="fromR"/>
              <dgm:param type="horzAlign" val="r"/>
              <dgm:param type="nodeHorzAlign" val="r"/>
            </dgm:alg>
          </dgm:else>
        </dgm:choose>
        <dgm:shape xmlns:r="http://schemas.openxmlformats.org/officeDocument/2006/relationships" r:blip="">
          <dgm:adjLst/>
        </dgm:shape>
        <dgm:presOf/>
        <dgm:constrLst/>
        <dgm:ruleLst/>
        <dgm:layoutNode name="parentLeftMargin">
          <dgm:alg type="sp"/>
          <dgm:shape xmlns:r="http://schemas.openxmlformats.org/officeDocument/2006/relationships" type="rect" r:blip="" hideGeom="1">
            <dgm:adjLst/>
          </dgm:shape>
          <dgm:presOf axis="self"/>
          <dgm:constrLst>
            <dgm:constr type="h"/>
          </dgm:constrLst>
          <dgm:ruleLst/>
        </dgm:layoutNode>
        <dgm:layoutNode name="parentText" styleLbl="node1">
          <dgm:varLst>
            <dgm:chMax val="0"/>
            <dgm:bulletEnabled val="1"/>
          </dgm:varLst>
          <dgm:choose name="Name7">
            <dgm:if name="Name8" func="var" arg="dir" op="equ" val="norm">
              <dgm:alg type="tx">
                <dgm:param type="parTxLTRAlign" val="l"/>
                <dgm:param type="parTxRTLAlign" val="l"/>
              </dgm:alg>
            </dgm:if>
            <dgm:else name="Name9">
              <dgm:alg type="tx">
                <dgm:param type="parTxLTRAlign" val="r"/>
                <dgm:param type="parTxRTLAlign" val="r"/>
              </dgm:alg>
            </dgm:else>
          </dgm:choose>
          <dgm:shape xmlns:r="http://schemas.openxmlformats.org/officeDocument/2006/relationships" type="roundRect" r:blip="">
            <dgm:adjLst/>
          </dgm:shape>
          <dgm:presOf axis="self" ptType="node"/>
          <dgm:constrLst>
            <dgm:constr type="tMarg"/>
            <dgm:constr type="bMarg"/>
          </dgm:constrLst>
          <dgm:ruleLst/>
        </dgm:layoutNode>
      </dgm:layoutNode>
      <dgm:layoutNode name="negativeSpace">
        <dgm:alg type="sp"/>
        <dgm:shape xmlns:r="http://schemas.openxmlformats.org/officeDocument/2006/relationships" r:blip="">
          <dgm:adjLst/>
        </dgm:shape>
        <dgm:presOf/>
        <dgm:constrLst/>
        <dgm:ruleLst/>
      </dgm:layoutNode>
      <dgm:layoutNode name="childText" styleLbl="conFgAcc1">
        <dgm:varLst>
          <dgm:bulletEnabled val="1"/>
        </dgm:varLst>
        <dgm:alg type="tx">
          <dgm:param type="stBulletLvl" val="1"/>
        </dgm:alg>
        <dgm:shape xmlns:r="http://schemas.openxmlformats.org/officeDocument/2006/relationships" type="rect" r:blip="" zOrderOff="-2">
          <dgm:adjLst/>
        </dgm:shape>
        <dgm:presOf axis="des" ptType="node"/>
        <dgm:constrLst>
          <dgm:constr type="secFontSz" refType="primFontSz"/>
        </dgm:constrLst>
        <dgm:ruleLst>
          <dgm:rule type="h" val="INF" fact="NaN" max="NaN"/>
        </dgm:ruleLst>
      </dgm:layoutNode>
      <dgm:forEach name="Name10" axis="followSib" ptType="sibTrans" cnt="1">
        <dgm:layoutNode name="spaceBetweenRectangles">
          <dgm:alg type="sp"/>
          <dgm:shape xmlns:r="http://schemas.openxmlformats.org/officeDocument/2006/relationships" r:blip="">
            <dgm:adjLst/>
          </dgm:shape>
          <dgm:presOf/>
          <dgm:constrLst/>
          <dgm:ruleLst/>
        </dgm:layoutNode>
      </dgm:forEach>
    </dgm:forEach>
  </dgm:layoutNode>
</dgm:layoutDef>
</file>

<file path=ppt/diagrams/layout6.xml><?xml version="1.0" encoding="utf-8"?>
<dgm:layoutDef xmlns:dgm="http://schemas.openxmlformats.org/drawingml/2006/diagram" xmlns:a="http://schemas.openxmlformats.org/drawingml/2006/main" uniqueId="urn:microsoft.com/office/officeart/2005/8/layout/vList2">
  <dgm:title val=""/>
  <dgm:desc val=""/>
  <dgm:catLst>
    <dgm:cat type="list" pri="3000"/>
    <dgm:cat type="convert" pri="1000"/>
  </dgm:catLst>
  <dgm:sampData>
    <dgm:dataModel>
      <dgm:ptLst>
        <dgm:pt modelId="0" type="doc"/>
        <dgm:pt modelId="1">
          <dgm:prSet phldr="1"/>
        </dgm:pt>
        <dgm:pt modelId="11">
          <dgm:prSet phldr="1"/>
        </dgm:pt>
        <dgm:pt modelId="2">
          <dgm:prSet phldr="1"/>
        </dgm:pt>
        <dgm:pt modelId="21">
          <dgm:prSet phldr="1"/>
        </dgm:pt>
      </dgm:ptLst>
      <dgm:cxnLst>
        <dgm:cxn modelId="4" srcId="0" destId="1" srcOrd="0" destOrd="0"/>
        <dgm:cxn modelId="5" srcId="0" destId="2" srcOrd="1" destOrd="0"/>
        <dgm:cxn modelId="12" srcId="1" destId="11" srcOrd="0" destOrd="0"/>
        <dgm:cxn modelId="23" srcId="2" destId="21" srcOrd="0" destOrd="0"/>
      </dgm:cxnLst>
      <dgm:bg/>
      <dgm:whole/>
    </dgm:dataModel>
  </dgm:sampData>
  <dgm:styleData>
    <dgm:dataModel>
      <dgm:ptLst>
        <dgm:pt modelId="0" type="doc"/>
        <dgm:pt modelId="1"/>
        <dgm:pt modelId="2"/>
      </dgm:ptLst>
      <dgm:cxnLst>
        <dgm:cxn modelId="3" srcId="0" destId="1" srcOrd="0" destOrd="0"/>
        <dgm:cxn modelId="4" srcId="0" destId="2" srcOrd="1" destOrd="0"/>
      </dgm:cxnLst>
      <dgm:bg/>
      <dgm:whole/>
    </dgm:dataModel>
  </dgm:styleData>
  <dgm:clrData>
    <dgm:dataModel>
      <dgm:ptLst>
        <dgm:pt modelId="0" type="doc"/>
        <dgm:pt modelId="1"/>
        <dgm:pt modelId="2"/>
        <dgm:pt modelId="3"/>
        <dgm:pt modelId="4"/>
      </dgm:ptLst>
      <dgm:cxnLst>
        <dgm:cxn modelId="5" srcId="0" destId="1" srcOrd="0" destOrd="0"/>
        <dgm:cxn modelId="6" srcId="0" destId="2" srcOrd="1" destOrd="0"/>
        <dgm:cxn modelId="7" srcId="0" destId="3" srcOrd="2" destOrd="0"/>
        <dgm:cxn modelId="8" srcId="0" destId="4" srcOrd="3" destOrd="0"/>
      </dgm:cxnLst>
      <dgm:bg/>
      <dgm:whole/>
    </dgm:dataModel>
  </dgm:clrData>
  <dgm:layoutNode name="linear">
    <dgm:varLst>
      <dgm:animLvl val="lvl"/>
      <dgm:resizeHandles val="exact"/>
    </dgm:varLst>
    <dgm:alg type="lin">
      <dgm:param type="linDir" val="fromT"/>
      <dgm:param type="vertAlign" val="mid"/>
    </dgm:alg>
    <dgm:shape xmlns:r="http://schemas.openxmlformats.org/officeDocument/2006/relationships" r:blip="">
      <dgm:adjLst/>
    </dgm:shape>
    <dgm:presOf/>
    <dgm:constrLst>
      <dgm:constr type="w" for="ch" forName="parentText" refType="w"/>
      <dgm:constr type="h" for="ch" forName="parentText" refType="primFontSz" refFor="ch" refForName="parentText" fact="0.52"/>
      <dgm:constr type="w" for="ch" forName="childText" refType="w"/>
      <dgm:constr type="h" for="ch" forName="childText" refType="primFontSz" refFor="ch" refForName="parentText" fact="0.46"/>
      <dgm:constr type="h" for="ch" forName="parentText" op="equ"/>
      <dgm:constr type="primFontSz" for="ch" forName="parentText" op="equ" val="65"/>
      <dgm:constr type="primFontSz" for="ch" forName="childText" refType="primFontSz" refFor="ch" refForName="parentText" op="equ"/>
      <dgm:constr type="h" for="ch" forName="spacer" refType="primFontSz" refFor="ch" refForName="parentText" fact="0.08"/>
    </dgm:constrLst>
    <dgm:ruleLst>
      <dgm:rule type="primFontSz" for="ch" forName="parentText" val="5" fact="NaN" max="NaN"/>
    </dgm:ruleLst>
    <dgm:forEach name="Name0" axis="ch" ptType="node">
      <dgm:layoutNode name="parentText" styleLbl="node1">
        <dgm:varLst>
          <dgm:chMax val="0"/>
          <dgm:bulletEnabled val="1"/>
        </dgm:varLst>
        <dgm:alg type="tx">
          <dgm:param type="parTxLTRAlign" val="l"/>
          <dgm:param type="parTxRTLAlign" val="r"/>
        </dgm:alg>
        <dgm:shape xmlns:r="http://schemas.openxmlformats.org/officeDocument/2006/relationships" type="roundRect" r:blip="">
          <dgm:adjLst/>
        </dgm:shape>
        <dgm:presOf axis="self"/>
        <dgm:constrLst>
          <dgm:constr type="tMarg" refType="primFontSz" fact="0.3"/>
          <dgm:constr type="bMarg" refType="primFontSz" fact="0.3"/>
          <dgm:constr type="lMarg" refType="primFontSz" fact="0.3"/>
          <dgm:constr type="rMarg" refType="primFontSz" fact="0.3"/>
        </dgm:constrLst>
        <dgm:ruleLst>
          <dgm:rule type="h" val="INF" fact="NaN" max="NaN"/>
        </dgm:ruleLst>
      </dgm:layoutNode>
      <dgm:choose name="Name1">
        <dgm:if name="Name2" axis="ch" ptType="node" func="cnt" op="gte" val="1">
          <dgm:layoutNode name="childText" styleLbl="revTx">
            <dgm:varLst>
              <dgm:bulletEnabled val="1"/>
            </dgm:varLst>
            <dgm:alg type="tx">
              <dgm:param type="stBulletLvl" val="1"/>
              <dgm:param type="lnSpAfChP" val="20"/>
            </dgm:alg>
            <dgm:shape xmlns:r="http://schemas.openxmlformats.org/officeDocument/2006/relationships" type="rect" r:blip="">
              <dgm:adjLst/>
            </dgm:shape>
            <dgm:presOf axis="des" ptType="node"/>
            <dgm:constrLst>
              <dgm:constr type="tMarg" refType="primFontSz" fact="0.1"/>
              <dgm:constr type="bMarg" refType="primFontSz" fact="0.1"/>
              <dgm:constr type="lMarg" refType="w" fact="0.09"/>
            </dgm:constrLst>
            <dgm:ruleLst>
              <dgm:rule type="h" val="INF" fact="NaN" max="NaN"/>
            </dgm:ruleLst>
          </dgm:layoutNode>
        </dgm:if>
        <dgm:else name="Name3">
          <dgm:choose name="Name4">
            <dgm:if name="Name5" axis="par ch" ptType="doc node" func="cnt" op="gte" val="2">
              <dgm:forEach name="Name6" axis="followSib" ptType="sibTrans" cnt="1">
                <dgm:layoutNode name="spacer">
                  <dgm:alg type="sp"/>
                  <dgm:shape xmlns:r="http://schemas.openxmlformats.org/officeDocument/2006/relationships" r:blip="">
                    <dgm:adjLst/>
                  </dgm:shape>
                  <dgm:presOf/>
                  <dgm:constrLst/>
                  <dgm:ruleLst/>
                </dgm:layoutNode>
              </dgm:forEach>
            </dgm:if>
            <dgm:else name="Name7"/>
          </dgm:choose>
        </dgm:else>
      </dgm:choose>
    </dgm:forEach>
  </dgm:layoutNode>
</dgm:layoutDef>
</file>

<file path=ppt/diagrams/layout7.xml><?xml version="1.0" encoding="utf-8"?>
<dgm:layoutDef xmlns:dgm="http://schemas.openxmlformats.org/drawingml/2006/diagram" xmlns:a="http://schemas.openxmlformats.org/drawingml/2006/main" uniqueId="urn:microsoft.com/office/officeart/2005/8/layout/list1">
  <dgm:title val=""/>
  <dgm:desc val=""/>
  <dgm:catLst>
    <dgm:cat type="list" pri="4000"/>
  </dgm:catLst>
  <dgm:sampData>
    <dgm:dataModel>
      <dgm:ptLst>
        <dgm:pt modelId="0" type="doc"/>
        <dgm:pt modelId="1">
          <dgm:prSet phldr="1"/>
        </dgm:pt>
        <dgm:pt modelId="2">
          <dgm:prSet phldr="1"/>
        </dgm:pt>
        <dgm:pt modelId="3">
          <dgm:prSet phldr="1"/>
        </dgm:pt>
      </dgm:ptLst>
      <dgm:cxnLst>
        <dgm:cxn modelId="4" srcId="0" destId="1" srcOrd="0" destOrd="0"/>
        <dgm:cxn modelId="5" srcId="0" destId="2" srcOrd="1" destOrd="0"/>
        <dgm:cxn modelId="6" srcId="0" destId="3" srcOrd="2" destOrd="0"/>
      </dgm:cxnLst>
      <dgm:bg/>
      <dgm:whole/>
    </dgm:dataModel>
  </dgm:sampData>
  <dgm:styleData>
    <dgm:dataModel>
      <dgm:ptLst>
        <dgm:pt modelId="0" type="doc"/>
        <dgm:pt modelId="1"/>
        <dgm:pt modelId="2"/>
      </dgm:ptLst>
      <dgm:cxnLst>
        <dgm:cxn modelId="4" srcId="0" destId="1" srcOrd="0" destOrd="0"/>
        <dgm:cxn modelId="5" srcId="0" destId="2" srcOrd="1" destOrd="0"/>
      </dgm:cxnLst>
      <dgm:bg/>
      <dgm:whole/>
    </dgm:dataModel>
  </dgm:styleData>
  <dgm:clrData>
    <dgm:dataModel>
      <dgm:ptLst>
        <dgm:pt modelId="0" type="doc"/>
        <dgm:pt modelId="1"/>
        <dgm:pt modelId="2"/>
        <dgm:pt modelId="3"/>
        <dgm:pt modelId="4"/>
      </dgm:ptLst>
      <dgm:cxnLst>
        <dgm:cxn modelId="5" srcId="0" destId="1" srcOrd="0" destOrd="0"/>
        <dgm:cxn modelId="6" srcId="0" destId="2" srcOrd="1" destOrd="0"/>
        <dgm:cxn modelId="7" srcId="0" destId="3" srcOrd="2" destOrd="0"/>
        <dgm:cxn modelId="8" srcId="0" destId="4" srcOrd="3" destOrd="0"/>
      </dgm:cxnLst>
      <dgm:bg/>
      <dgm:whole/>
    </dgm:dataModel>
  </dgm:clrData>
  <dgm:layoutNode name="linear">
    <dgm:varLst>
      <dgm:dir/>
      <dgm:animLvl val="lvl"/>
      <dgm:resizeHandles val="exact"/>
    </dgm:varLst>
    <dgm:choose name="Name0">
      <dgm:if name="Name1" func="var" arg="dir" op="equ" val="norm">
        <dgm:alg type="lin">
          <dgm:param type="linDir" val="fromT"/>
          <dgm:param type="vertAlign" val="mid"/>
          <dgm:param type="horzAlign" val="l"/>
          <dgm:param type="nodeHorzAlign" val="l"/>
        </dgm:alg>
      </dgm:if>
      <dgm:else name="Name2">
        <dgm:alg type="lin">
          <dgm:param type="linDir" val="fromT"/>
          <dgm:param type="vertAlign" val="mid"/>
          <dgm:param type="horzAlign" val="r"/>
          <dgm:param type="nodeHorzAlign" val="r"/>
        </dgm:alg>
      </dgm:else>
    </dgm:choose>
    <dgm:shape xmlns:r="http://schemas.openxmlformats.org/officeDocument/2006/relationships" r:blip="">
      <dgm:adjLst/>
    </dgm:shape>
    <dgm:presOf/>
    <dgm:constrLst>
      <dgm:constr type="w" for="ch" forName="parentLin" refType="w"/>
      <dgm:constr type="h" for="ch" forName="parentLin" val="INF"/>
      <dgm:constr type="w" for="des" forName="parentLeftMargin" refType="w" fact="0.05"/>
      <dgm:constr type="w" for="des" forName="parentText" refType="w" fact="0.7"/>
      <dgm:constr type="h" for="des" forName="parentText" refType="primFontSz" refFor="des" refForName="parentText" fact="0.82"/>
      <dgm:constr type="h" for="ch" forName="negativeSpace" refType="primFontSz" refFor="des" refForName="parentText" fact="-0.41"/>
      <dgm:constr type="h" for="ch" forName="negativeSpace" refType="h" refFor="des" refForName="parentText" op="lte" fact="-0.82"/>
      <dgm:constr type="h" for="ch" forName="negativeSpace" refType="h" refFor="des" refForName="parentText" op="gte" fact="-0.82"/>
      <dgm:constr type="w" for="ch" forName="childText" refType="w"/>
      <dgm:constr type="h" for="ch" forName="childText" refType="primFontSz" refFor="des" refForName="parentText" fact="0.7"/>
      <dgm:constr type="primFontSz" for="des" forName="parentText" val="65"/>
      <dgm:constr type="primFontSz" for="ch" forName="childText" refType="primFontSz" refFor="des" refForName="parentText"/>
      <dgm:constr type="tMarg" for="ch" forName="childText" refType="primFontSz" refFor="des" refForName="parentText" fact="1.64"/>
      <dgm:constr type="tMarg" for="ch" forName="childText" refType="h" refFor="des" refForName="parentText" op="lte" fact="3.28"/>
      <dgm:constr type="tMarg" for="ch" forName="childText" refType="h" refFor="des" refForName="parentText" op="gte" fact="3.28"/>
      <dgm:constr type="lMarg" for="ch" forName="childText" refType="w" fact="0.22"/>
      <dgm:constr type="rMarg" for="ch" forName="childText" refType="lMarg" refFor="ch" refForName="childText"/>
      <dgm:constr type="lMarg" for="des" forName="parentText" refType="w" fact="0.075"/>
      <dgm:constr type="rMarg" for="des" forName="parentText" refType="lMarg" refFor="des" refForName="parentText"/>
      <dgm:constr type="h" for="ch" forName="spaceBetweenRectangles" refType="primFontSz" refFor="des" refForName="parentText" fact="0.15"/>
    </dgm:constrLst>
    <dgm:ruleLst>
      <dgm:rule type="primFontSz" for="des" forName="parentText" val="5" fact="NaN" max="NaN"/>
    </dgm:ruleLst>
    <dgm:forEach name="Name3" axis="ch" ptType="node">
      <dgm:layoutNode name="parentLin">
        <dgm:choose name="Name4">
          <dgm:if name="Name5" func="var" arg="dir" op="equ" val="norm">
            <dgm:alg type="lin">
              <dgm:param type="linDir" val="fromL"/>
              <dgm:param type="horzAlign" val="l"/>
              <dgm:param type="nodeHorzAlign" val="l"/>
            </dgm:alg>
          </dgm:if>
          <dgm:else name="Name6">
            <dgm:alg type="lin">
              <dgm:param type="linDir" val="fromR"/>
              <dgm:param type="horzAlign" val="r"/>
              <dgm:param type="nodeHorzAlign" val="r"/>
            </dgm:alg>
          </dgm:else>
        </dgm:choose>
        <dgm:shape xmlns:r="http://schemas.openxmlformats.org/officeDocument/2006/relationships" r:blip="">
          <dgm:adjLst/>
        </dgm:shape>
        <dgm:presOf/>
        <dgm:constrLst/>
        <dgm:ruleLst/>
        <dgm:layoutNode name="parentLeftMargin">
          <dgm:alg type="sp"/>
          <dgm:shape xmlns:r="http://schemas.openxmlformats.org/officeDocument/2006/relationships" type="rect" r:blip="" hideGeom="1">
            <dgm:adjLst/>
          </dgm:shape>
          <dgm:presOf axis="self"/>
          <dgm:constrLst>
            <dgm:constr type="h"/>
          </dgm:constrLst>
          <dgm:ruleLst/>
        </dgm:layoutNode>
        <dgm:layoutNode name="parentText" styleLbl="node1">
          <dgm:varLst>
            <dgm:chMax val="0"/>
            <dgm:bulletEnabled val="1"/>
          </dgm:varLst>
          <dgm:choose name="Name7">
            <dgm:if name="Name8" func="var" arg="dir" op="equ" val="norm">
              <dgm:alg type="tx">
                <dgm:param type="parTxLTRAlign" val="l"/>
                <dgm:param type="parTxRTLAlign" val="l"/>
              </dgm:alg>
            </dgm:if>
            <dgm:else name="Name9">
              <dgm:alg type="tx">
                <dgm:param type="parTxLTRAlign" val="r"/>
                <dgm:param type="parTxRTLAlign" val="r"/>
              </dgm:alg>
            </dgm:else>
          </dgm:choose>
          <dgm:shape xmlns:r="http://schemas.openxmlformats.org/officeDocument/2006/relationships" type="roundRect" r:blip="">
            <dgm:adjLst/>
          </dgm:shape>
          <dgm:presOf axis="self" ptType="node"/>
          <dgm:constrLst>
            <dgm:constr type="tMarg"/>
            <dgm:constr type="bMarg"/>
          </dgm:constrLst>
          <dgm:ruleLst/>
        </dgm:layoutNode>
      </dgm:layoutNode>
      <dgm:layoutNode name="negativeSpace">
        <dgm:alg type="sp"/>
        <dgm:shape xmlns:r="http://schemas.openxmlformats.org/officeDocument/2006/relationships" r:blip="">
          <dgm:adjLst/>
        </dgm:shape>
        <dgm:presOf/>
        <dgm:constrLst/>
        <dgm:ruleLst/>
      </dgm:layoutNode>
      <dgm:layoutNode name="childText" styleLbl="conFgAcc1">
        <dgm:varLst>
          <dgm:bulletEnabled val="1"/>
        </dgm:varLst>
        <dgm:alg type="tx">
          <dgm:param type="stBulletLvl" val="1"/>
        </dgm:alg>
        <dgm:shape xmlns:r="http://schemas.openxmlformats.org/officeDocument/2006/relationships" type="rect" r:blip="" zOrderOff="-2">
          <dgm:adjLst/>
        </dgm:shape>
        <dgm:presOf axis="des" ptType="node"/>
        <dgm:constrLst>
          <dgm:constr type="secFontSz" refType="primFontSz"/>
        </dgm:constrLst>
        <dgm:ruleLst>
          <dgm:rule type="h" val="INF" fact="NaN" max="NaN"/>
        </dgm:ruleLst>
      </dgm:layoutNode>
      <dgm:forEach name="Name10" axis="followSib" ptType="sibTrans" cnt="1">
        <dgm:layoutNode name="spaceBetweenRectangles">
          <dgm:alg type="sp"/>
          <dgm:shape xmlns:r="http://schemas.openxmlformats.org/officeDocument/2006/relationships" r:blip="">
            <dgm:adjLst/>
          </dgm:shape>
          <dgm:presOf/>
          <dgm:constrLst/>
          <dgm:ruleLst/>
        </dgm:layoutNode>
      </dgm:forEach>
    </dgm:forEach>
  </dgm:layoutNode>
</dgm:layoutDef>
</file>

<file path=ppt/diagrams/layout8.xml><?xml version="1.0" encoding="utf-8"?>
<dgm:layoutDef xmlns:dgm="http://schemas.openxmlformats.org/drawingml/2006/diagram" xmlns:a="http://schemas.openxmlformats.org/drawingml/2006/main" uniqueId="urn:microsoft.com/office/officeart/2018/2/layout/IconVerticalSolidList">
  <dgm:title val="Icon Vertical Solid List"/>
  <dgm:desc val="Use to show a series of visuals from top to bottom with Level 1 or Level 1 and Level 2 text grouped in a shape. Works best with icons or small pictures with lengthier descriptions."/>
  <dgm:catLst>
    <dgm:cat type="icon" pri="500"/>
  </dgm:catLst>
  <dgm:sampData useDef="1">
    <dgm:dataModel>
      <dgm:ptLst/>
      <dgm:bg/>
      <dgm:whole/>
    </dgm:dataModel>
  </dgm:sampData>
  <dgm:styleData useDef="1">
    <dgm:dataModel>
      <dgm:ptLst/>
      <dgm:bg/>
      <dgm:whole/>
    </dgm:dataModel>
  </dgm:styleData>
  <dgm:clrData useDef="1">
    <dgm:dataModel>
      <dgm:ptLst/>
      <dgm:bg/>
      <dgm:whole/>
    </dgm:dataModel>
  </dgm:clrData>
  <dgm:layoutNode name="root">
    <dgm:varLst>
      <dgm:dir/>
      <dgm:resizeHandles val="exact"/>
    </dgm:varLst>
    <dgm:choose name="Name0">
      <dgm:if name="Name1" axis="self" func="var" arg="dir" op="equ" val="norm">
        <dgm:alg type="lin">
          <dgm:param type="linDir" val="fromT"/>
          <dgm:param type="nodeHorzAlign" val="l"/>
        </dgm:alg>
      </dgm:if>
      <dgm:else name="Name2">
        <dgm:alg type="lin">
          <dgm:param type="linDir" val="fromT"/>
          <dgm:param type="nodeHorzAlign" val="r"/>
        </dgm:alg>
      </dgm:else>
    </dgm:choose>
    <dgm:shape xmlns:r="http://schemas.openxmlformats.org/officeDocument/2006/relationships" r:blip="">
      <dgm:adjLst/>
    </dgm:shape>
    <dgm:presOf/>
    <dgm:choose name="Name3">
      <dgm:if name="Name4" axis="ch" ptType="node" func="cnt" op="lte" val="3">
        <dgm:constrLst>
          <dgm:constr type="h" for="ch" forName="compNode" refType="h" fact="0.3"/>
          <dgm:constr type="w" for="ch" forName="compNode" refType="w"/>
          <dgm:constr type="h" for="ch" forName="sibTrans" refType="h" refFor="ch" refForName="compNode" fact="0.25"/>
          <dgm:constr type="primFontSz" for="des" forName="parTx" val="25"/>
          <dgm:constr type="primFontSz" for="des" forName="desTx" refType="primFontSz" refFor="des" refForName="parTx" op="lte" fact="0.75"/>
          <dgm:constr type="h" for="des" forName="compNode" op="equ"/>
          <dgm:constr type="h" for="des" forName="bgRect" op="equ"/>
          <dgm:constr type="h" for="des" forName="iconRect" op="equ"/>
          <dgm:constr type="w" for="des" forName="iconRect" op="equ"/>
          <dgm:constr type="h" for="des" forName="spaceRect" op="equ"/>
          <dgm:constr type="h" for="des" forName="parTx" op="equ"/>
          <dgm:constr type="h" for="des" forName="desTx" op="equ"/>
        </dgm:constrLst>
      </dgm:if>
      <dgm:if name="Name5" axis="ch" ptType="node" func="cnt" op="lte" val="4">
        <dgm:constrLst>
          <dgm:constr type="h" for="ch" forName="compNode" refType="h" fact="0.3"/>
          <dgm:constr type="w" for="ch" forName="compNode" refType="w"/>
          <dgm:constr type="h" for="ch" forName="sibTrans" refType="h" refFor="ch" refForName="compNode" fact="0.25"/>
          <dgm:constr type="primFontSz" for="des" forName="parTx" val="22"/>
          <dgm:constr type="primFontSz" for="des" forName="desTx" refType="primFontSz" refFor="des" refForName="parTx" op="lte" fact="0.75"/>
          <dgm:constr type="h" for="des" forName="compNode" op="equ"/>
          <dgm:constr type="h" for="des" forName="bgRect" op="equ"/>
          <dgm:constr type="h" for="des" forName="iconRect" op="equ"/>
          <dgm:constr type="w" for="des" forName="iconRect" op="equ"/>
          <dgm:constr type="h" for="des" forName="spaceRect" op="equ"/>
          <dgm:constr type="h" for="des" forName="parTx" op="equ"/>
          <dgm:constr type="h" for="des" forName="desTx" op="equ"/>
        </dgm:constrLst>
      </dgm:if>
      <dgm:if name="Name6" axis="ch" ptType="node" func="cnt" op="lte" val="6">
        <dgm:constrLst>
          <dgm:constr type="h" for="ch" forName="compNode" refType="h" fact="0.3"/>
          <dgm:constr type="w" for="ch" forName="compNode" refType="w"/>
          <dgm:constr type="h" for="ch" forName="sibTrans" refType="h" refFor="ch" refForName="compNode" fact="0.25"/>
          <dgm:constr type="primFontSz" for="des" forName="parTx" val="19"/>
          <dgm:constr type="primFontSz" for="des" forName="desTx" refType="primFontSz" refFor="des" refForName="parTx" op="lte" fact="0.75"/>
          <dgm:constr type="h" for="des" forName="compNode" op="equ"/>
          <dgm:constr type="h" for="des" forName="bgRect" op="equ"/>
          <dgm:constr type="h" for="des" forName="iconRect" op="equ"/>
          <dgm:constr type="w" for="des" forName="iconRect" op="equ"/>
          <dgm:constr type="h" for="des" forName="spaceRect" op="equ"/>
          <dgm:constr type="h" for="des" forName="parTx" op="equ"/>
          <dgm:constr type="h" for="des" forName="desTx" op="equ"/>
        </dgm:constrLst>
      </dgm:if>
      <dgm:else name="Name7">
        <dgm:constrLst>
          <dgm:constr type="h" for="ch" forName="compNode" refType="h" fact="0.3"/>
          <dgm:constr type="w" for="ch" forName="compNode" refType="w"/>
          <dgm:constr type="h" for="ch" forName="sibTrans" refType="h" refFor="ch" refForName="compNode" fact="0.25"/>
          <dgm:constr type="primFontSz" for="des" forName="parTx" val="16"/>
          <dgm:constr type="primFontSz" for="des" forName="desTx" refType="primFontSz" refFor="des" refForName="parTx" op="lte" fact="0.75"/>
          <dgm:constr type="h" for="des" forName="compNode" op="equ"/>
          <dgm:constr type="h" for="des" forName="bgRect" op="equ"/>
          <dgm:constr type="h" for="des" forName="iconRect" op="equ"/>
          <dgm:constr type="w" for="des" forName="iconRect" op="equ"/>
          <dgm:constr type="h" for="des" forName="spaceRect" op="equ"/>
          <dgm:constr type="h" for="des" forName="parTx" op="equ"/>
          <dgm:constr type="h" for="des" forName="desTx" op="equ"/>
        </dgm:constrLst>
      </dgm:else>
    </dgm:choose>
    <dgm:ruleLst>
      <dgm:rule type="h" for="ch" forName="compNode" val="0" fact="NaN" max="NaN"/>
    </dgm:ruleLst>
    <dgm:forEach name="Name8" axis="ch" ptType="node">
      <dgm:layoutNode name="compNode">
        <dgm:alg type="composite"/>
        <dgm:shape xmlns:r="http://schemas.openxmlformats.org/officeDocument/2006/relationships" r:blip="">
          <dgm:adjLst/>
        </dgm:shape>
        <dgm:presOf axis="self"/>
        <dgm:choose name="Name9">
          <dgm:if name="Name10" axis="ch" ptType="node" func="cnt" op="gte" val="1">
            <dgm:constrLst>
              <dgm:constr type="w" for="ch" forName="bgRect" refType="w"/>
              <dgm:constr type="h" for="ch" forName="bgRect" refType="h"/>
              <dgm:constr type="l" for="ch" forName="bgRect"/>
              <dgm:constr type="t" for="ch" forName="bgRect"/>
              <dgm:constr type="h" for="ch" forName="iconRect" refType="h" fact="0.55"/>
              <dgm:constr type="w" for="ch" forName="iconRect" refType="h" refFor="ch" refForName="iconRect"/>
              <dgm:constr type="l" for="ch" forName="iconRect" refType="h" refFor="ch" refForName="iconRect" fact="0.55"/>
              <dgm:constr type="ctrY" for="ch" forName="iconRect" refType="ctrY" refFor="ch" refForName="bgRect"/>
              <dgm:constr type="w" for="ch" forName="spaceRect" refType="l" refFor="ch" refForName="iconRect"/>
              <dgm:constr type="h" for="ch" forName="spaceRect" refType="h"/>
              <dgm:constr type="l" for="ch" forName="spaceRect" refType="r" refFor="ch" refForName="iconRect"/>
              <dgm:constr type="t" for="ch" forName="spaceRect"/>
              <dgm:constr type="w" for="ch" forName="parTx" refType="w" fact="0.45"/>
              <dgm:constr type="h" for="ch" forName="parTx" refType="h"/>
              <dgm:constr type="l" for="ch" forName="parTx" refType="r" refFor="ch" refForName="spaceRect"/>
              <dgm:constr type="t" for="ch" forName="parTx"/>
              <dgm:constr type="h" for="ch" forName="desTx" refType="h"/>
              <dgm:constr type="l" for="ch" forName="desTx" refType="r" refFor="ch" refForName="parTx"/>
              <dgm:constr type="t" for="ch" forName="desTx"/>
            </dgm:constrLst>
          </dgm:if>
          <dgm:else name="Name11">
            <dgm:constrLst>
              <dgm:constr type="w" for="ch" forName="bgRect" refType="w"/>
              <dgm:constr type="h" for="ch" forName="bgRect" refType="h"/>
              <dgm:constr type="l" for="ch" forName="bgRect"/>
              <dgm:constr type="t" for="ch" forName="bgRect"/>
              <dgm:constr type="h" for="ch" forName="iconRect" refType="h" fact="0.55"/>
              <dgm:constr type="w" for="ch" forName="iconRect" refType="h" refFor="ch" refForName="iconRect"/>
              <dgm:constr type="l" for="ch" forName="iconRect" refType="h" refFor="ch" refForName="iconRect" fact="0.55"/>
              <dgm:constr type="ctrY" for="ch" forName="iconRect" refType="ctrY" refFor="ch" refForName="bgRect"/>
              <dgm:constr type="w" for="ch" forName="spaceRect" refType="l" refFor="ch" refForName="iconRect"/>
              <dgm:constr type="h" for="ch" forName="spaceRect" refType="h"/>
              <dgm:constr type="l" for="ch" forName="spaceRect" refType="r" refFor="ch" refForName="iconRect"/>
              <dgm:constr type="t" for="ch" forName="spaceRect"/>
              <dgm:constr type="h" for="ch" forName="parTx" refType="h"/>
              <dgm:constr type="l" for="ch" forName="parTx" refType="r" refFor="ch" refForName="spaceRect"/>
              <dgm:constr type="t" for="ch" forName="parTx"/>
            </dgm:constrLst>
          </dgm:else>
        </dgm:choose>
        <dgm:ruleLst>
          <dgm:rule type="h" val="INF" fact="NaN" max="NaN"/>
        </dgm:ruleLst>
        <dgm:layoutNode name="bgRect" styleLbl="bgShp">
          <dgm:alg type="sp"/>
          <dgm:shape xmlns:r="http://schemas.openxmlformats.org/officeDocument/2006/relationships" type="roundRect" r:blip="">
            <dgm:adjLst>
              <dgm:adj idx="1" val="0.1"/>
            </dgm:adjLst>
          </dgm:shape>
          <dgm:presOf/>
          <dgm:constrLst/>
          <dgm:ruleLst/>
        </dgm:layoutNode>
        <dgm:layoutNode name="iconRect" styleLbl="node1">
          <dgm:alg type="sp"/>
          <dgm:shape xmlns:r="http://schemas.openxmlformats.org/officeDocument/2006/relationships" type="rect" r:blip="" blipPhldr="1">
            <dgm:adjLst/>
          </dgm:shape>
          <dgm:presOf/>
          <dgm:constrLst/>
          <dgm:ruleLst/>
        </dgm:layoutNode>
        <dgm:layoutNode name="spaceRect">
          <dgm:alg type="sp"/>
          <dgm:shape xmlns:r="http://schemas.openxmlformats.org/officeDocument/2006/relationships" r:blip="">
            <dgm:adjLst/>
          </dgm:shape>
          <dgm:presOf/>
          <dgm:constrLst/>
          <dgm:ruleLst/>
        </dgm:layoutNode>
        <dgm:layoutNode name="parTx" styleLbl="revTx">
          <dgm:varLst>
            <dgm:chMax val="0"/>
            <dgm:chPref val="0"/>
          </dgm:varLst>
          <dgm:alg type="tx">
            <dgm:param type="txAnchorVert" val="mid"/>
            <dgm:param type="parTxLTRAlign" val="l"/>
            <dgm:param type="shpTxLTRAlignCh" val="l"/>
            <dgm:param type="parTxRTLAlign" val="r"/>
            <dgm:param type="shpTxRTLAlignCh" val="r"/>
          </dgm:alg>
          <dgm:shape xmlns:r="http://schemas.openxmlformats.org/officeDocument/2006/relationships" type="rect" r:blip="">
            <dgm:adjLst/>
          </dgm:shape>
          <dgm:presOf axis="self" ptType="node"/>
          <dgm:constrLst>
            <dgm:constr type="lMarg" refType="h" fact="0.3"/>
            <dgm:constr type="rMarg" refType="h" fact="0.3"/>
            <dgm:constr type="tMarg" refType="h" fact="0.3"/>
            <dgm:constr type="bMarg" refType="h" fact="0.3"/>
          </dgm:constrLst>
          <dgm:ruleLst>
            <dgm:rule type="primFontSz" val="14" fact="NaN" max="NaN"/>
            <dgm:rule type="h" val="INF" fact="NaN" max="NaN"/>
          </dgm:ruleLst>
        </dgm:layoutNode>
        <dgm:choose name="Name12">
          <dgm:if name="Name13" axis="ch" ptType="node" func="cnt" op="gte" val="1">
            <dgm:layoutNode name="desTx" styleLbl="revTx">
              <dgm:varLst/>
              <dgm:alg type="tx">
                <dgm:param type="txAnchorVertCh" val="mid"/>
                <dgm:param type="parTxLTRAlign" val="l"/>
                <dgm:param type="shpTxLTRAlignCh" val="l"/>
                <dgm:param type="parTxRTLAlign" val="r"/>
                <dgm:param type="shpTxRTLAlignCh" val="r"/>
                <dgm:param type="stBulletLvl" val="0"/>
              </dgm:alg>
              <dgm:shape xmlns:r="http://schemas.openxmlformats.org/officeDocument/2006/relationships" type="rect" r:blip="">
                <dgm:adjLst/>
              </dgm:shape>
              <dgm:presOf axis="des" ptType="node"/>
              <dgm:constrLst>
                <dgm:constr type="primFontSz" val="18"/>
                <dgm:constr type="secFontSz" refType="primFontSz"/>
                <dgm:constr type="lMarg" refType="h" fact="0.3"/>
                <dgm:constr type="rMarg" refType="h" fact="0.3"/>
                <dgm:constr type="tMarg" refType="h" fact="0.3"/>
                <dgm:constr type="bMarg" refType="h" fact="0.3"/>
              </dgm:constrLst>
              <dgm:ruleLst>
                <dgm:rule type="primFontSz" val="11" fact="NaN" max="NaN"/>
              </dgm:ruleLst>
            </dgm:layoutNode>
          </dgm:if>
          <dgm:else name="Name14"/>
        </dgm:choose>
      </dgm:layoutNode>
      <dgm:forEach name="Name15" axis="followSib" ptType="sibTrans" cnt="1">
        <dgm:layoutNode name="sibTrans">
          <dgm:alg type="sp"/>
          <dgm:shape xmlns:r="http://schemas.openxmlformats.org/officeDocument/2006/relationships" r:blip="">
            <dgm:adjLst/>
          </dgm:shape>
          <dgm:presOf axis="self"/>
          <dgm:constrLst/>
          <dgm:ruleLst/>
        </dgm:layoutNode>
      </dgm:forEach>
    </dgm:forEach>
  </dgm:layoutNode>
  <dgm:extLst>
    <a:ext uri="{68A01E43-0DF5-4B5B-8FA6-DAF915123BFB}">
      <dgm1612:lstStyle xmlns:dgm1612="http://schemas.microsoft.com/office/drawing/2016/12/diagram">
        <a:lvl1pPr>
          <a:lnSpc>
            <a:spcPct val="100000"/>
          </a:lnSpc>
        </a:lvl1pPr>
        <a:lvl2pPr>
          <a:lnSpc>
            <a:spcPct val="100000"/>
          </a:lnSpc>
        </a:lvl2pPr>
      </dgm1612:lstStyle>
    </a:ext>
  </dgm:extLst>
</dgm:layoutDef>
</file>

<file path=ppt/diagrams/layout9.xml><?xml version="1.0" encoding="utf-8"?>
<dgm:layoutDef xmlns:dgm="http://schemas.openxmlformats.org/drawingml/2006/diagram" xmlns:a="http://schemas.openxmlformats.org/drawingml/2006/main" uniqueId="urn:microsoft.com/office/officeart/2005/8/layout/vList2">
  <dgm:title val=""/>
  <dgm:desc val=""/>
  <dgm:catLst>
    <dgm:cat type="list" pri="3000"/>
    <dgm:cat type="convert" pri="1000"/>
  </dgm:catLst>
  <dgm:sampData>
    <dgm:dataModel>
      <dgm:ptLst>
        <dgm:pt modelId="0" type="doc"/>
        <dgm:pt modelId="1">
          <dgm:prSet phldr="1"/>
        </dgm:pt>
        <dgm:pt modelId="11">
          <dgm:prSet phldr="1"/>
        </dgm:pt>
        <dgm:pt modelId="2">
          <dgm:prSet phldr="1"/>
        </dgm:pt>
        <dgm:pt modelId="21">
          <dgm:prSet phldr="1"/>
        </dgm:pt>
      </dgm:ptLst>
      <dgm:cxnLst>
        <dgm:cxn modelId="4" srcId="0" destId="1" srcOrd="0" destOrd="0"/>
        <dgm:cxn modelId="5" srcId="0" destId="2" srcOrd="1" destOrd="0"/>
        <dgm:cxn modelId="12" srcId="1" destId="11" srcOrd="0" destOrd="0"/>
        <dgm:cxn modelId="23" srcId="2" destId="21" srcOrd="0" destOrd="0"/>
      </dgm:cxnLst>
      <dgm:bg/>
      <dgm:whole/>
    </dgm:dataModel>
  </dgm:sampData>
  <dgm:styleData>
    <dgm:dataModel>
      <dgm:ptLst>
        <dgm:pt modelId="0" type="doc"/>
        <dgm:pt modelId="1"/>
        <dgm:pt modelId="2"/>
      </dgm:ptLst>
      <dgm:cxnLst>
        <dgm:cxn modelId="3" srcId="0" destId="1" srcOrd="0" destOrd="0"/>
        <dgm:cxn modelId="4" srcId="0" destId="2" srcOrd="1" destOrd="0"/>
      </dgm:cxnLst>
      <dgm:bg/>
      <dgm:whole/>
    </dgm:dataModel>
  </dgm:styleData>
  <dgm:clrData>
    <dgm:dataModel>
      <dgm:ptLst>
        <dgm:pt modelId="0" type="doc"/>
        <dgm:pt modelId="1"/>
        <dgm:pt modelId="2"/>
        <dgm:pt modelId="3"/>
        <dgm:pt modelId="4"/>
      </dgm:ptLst>
      <dgm:cxnLst>
        <dgm:cxn modelId="5" srcId="0" destId="1" srcOrd="0" destOrd="0"/>
        <dgm:cxn modelId="6" srcId="0" destId="2" srcOrd="1" destOrd="0"/>
        <dgm:cxn modelId="7" srcId="0" destId="3" srcOrd="2" destOrd="0"/>
        <dgm:cxn modelId="8" srcId="0" destId="4" srcOrd="3" destOrd="0"/>
      </dgm:cxnLst>
      <dgm:bg/>
      <dgm:whole/>
    </dgm:dataModel>
  </dgm:clrData>
  <dgm:layoutNode name="linear">
    <dgm:varLst>
      <dgm:animLvl val="lvl"/>
      <dgm:resizeHandles val="exact"/>
    </dgm:varLst>
    <dgm:alg type="lin">
      <dgm:param type="linDir" val="fromT"/>
      <dgm:param type="vertAlign" val="mid"/>
    </dgm:alg>
    <dgm:shape xmlns:r="http://schemas.openxmlformats.org/officeDocument/2006/relationships" r:blip="">
      <dgm:adjLst/>
    </dgm:shape>
    <dgm:presOf/>
    <dgm:constrLst>
      <dgm:constr type="w" for="ch" forName="parentText" refType="w"/>
      <dgm:constr type="h" for="ch" forName="parentText" refType="primFontSz" refFor="ch" refForName="parentText" fact="0.52"/>
      <dgm:constr type="w" for="ch" forName="childText" refType="w"/>
      <dgm:constr type="h" for="ch" forName="childText" refType="primFontSz" refFor="ch" refForName="parentText" fact="0.46"/>
      <dgm:constr type="h" for="ch" forName="parentText" op="equ"/>
      <dgm:constr type="primFontSz" for="ch" forName="parentText" op="equ" val="65"/>
      <dgm:constr type="primFontSz" for="ch" forName="childText" refType="primFontSz" refFor="ch" refForName="parentText" op="equ"/>
      <dgm:constr type="h" for="ch" forName="spacer" refType="primFontSz" refFor="ch" refForName="parentText" fact="0.08"/>
    </dgm:constrLst>
    <dgm:ruleLst>
      <dgm:rule type="primFontSz" for="ch" forName="parentText" val="5" fact="NaN" max="NaN"/>
    </dgm:ruleLst>
    <dgm:forEach name="Name0" axis="ch" ptType="node">
      <dgm:layoutNode name="parentText" styleLbl="node1">
        <dgm:varLst>
          <dgm:chMax val="0"/>
          <dgm:bulletEnabled val="1"/>
        </dgm:varLst>
        <dgm:alg type="tx">
          <dgm:param type="parTxLTRAlign" val="l"/>
          <dgm:param type="parTxRTLAlign" val="r"/>
        </dgm:alg>
        <dgm:shape xmlns:r="http://schemas.openxmlformats.org/officeDocument/2006/relationships" type="roundRect" r:blip="">
          <dgm:adjLst/>
        </dgm:shape>
        <dgm:presOf axis="self"/>
        <dgm:constrLst>
          <dgm:constr type="tMarg" refType="primFontSz" fact="0.3"/>
          <dgm:constr type="bMarg" refType="primFontSz" fact="0.3"/>
          <dgm:constr type="lMarg" refType="primFontSz" fact="0.3"/>
          <dgm:constr type="rMarg" refType="primFontSz" fact="0.3"/>
        </dgm:constrLst>
        <dgm:ruleLst>
          <dgm:rule type="h" val="INF" fact="NaN" max="NaN"/>
        </dgm:ruleLst>
      </dgm:layoutNode>
      <dgm:choose name="Name1">
        <dgm:if name="Name2" axis="ch" ptType="node" func="cnt" op="gte" val="1">
          <dgm:layoutNode name="childText" styleLbl="revTx">
            <dgm:varLst>
              <dgm:bulletEnabled val="1"/>
            </dgm:varLst>
            <dgm:alg type="tx">
              <dgm:param type="stBulletLvl" val="1"/>
              <dgm:param type="lnSpAfChP" val="20"/>
            </dgm:alg>
            <dgm:shape xmlns:r="http://schemas.openxmlformats.org/officeDocument/2006/relationships" type="rect" r:blip="">
              <dgm:adjLst/>
            </dgm:shape>
            <dgm:presOf axis="des" ptType="node"/>
            <dgm:constrLst>
              <dgm:constr type="tMarg" refType="primFontSz" fact="0.1"/>
              <dgm:constr type="bMarg" refType="primFontSz" fact="0.1"/>
              <dgm:constr type="lMarg" refType="w" fact="0.09"/>
            </dgm:constrLst>
            <dgm:ruleLst>
              <dgm:rule type="h" val="INF" fact="NaN" max="NaN"/>
            </dgm:ruleLst>
          </dgm:layoutNode>
        </dgm:if>
        <dgm:else name="Name3">
          <dgm:choose name="Name4">
            <dgm:if name="Name5" axis="par ch" ptType="doc node" func="cnt" op="gte" val="2">
              <dgm:forEach name="Name6" axis="followSib" ptType="sibTrans" cnt="1">
                <dgm:layoutNode name="spacer">
                  <dgm:alg type="sp"/>
                  <dgm:shape xmlns:r="http://schemas.openxmlformats.org/officeDocument/2006/relationships" r:blip="">
                    <dgm:adjLst/>
                  </dgm:shape>
                  <dgm:presOf/>
                  <dgm:constrLst/>
                  <dgm:ruleLst/>
                </dgm:layoutNode>
              </dgm:forEach>
            </dgm:if>
            <dgm:else name="Name7"/>
          </dgm:choose>
        </dgm:else>
      </dgm:choose>
    </dgm:forEach>
  </dgm:layoutNode>
</dgm:layoutDef>
</file>

<file path=ppt/diagrams/layout10.xml><?xml version="1.0" encoding="utf-8"?>
<dgm:layoutDef xmlns:dgm="http://schemas.openxmlformats.org/drawingml/2006/diagram" xmlns:a="http://schemas.openxmlformats.org/drawingml/2006/main" uniqueId="urn:microsoft.com/office/officeart/2005/8/layout/list1">
  <dgm:title val=""/>
  <dgm:desc val=""/>
  <dgm:catLst>
    <dgm:cat type="list" pri="4000"/>
  </dgm:catLst>
  <dgm:sampData>
    <dgm:dataModel>
      <dgm:ptLst>
        <dgm:pt modelId="0" type="doc"/>
        <dgm:pt modelId="1">
          <dgm:prSet phldr="1"/>
        </dgm:pt>
        <dgm:pt modelId="2">
          <dgm:prSet phldr="1"/>
        </dgm:pt>
        <dgm:pt modelId="3">
          <dgm:prSet phldr="1"/>
        </dgm:pt>
      </dgm:ptLst>
      <dgm:cxnLst>
        <dgm:cxn modelId="4" srcId="0" destId="1" srcOrd="0" destOrd="0"/>
        <dgm:cxn modelId="5" srcId="0" destId="2" srcOrd="1" destOrd="0"/>
        <dgm:cxn modelId="6" srcId="0" destId="3" srcOrd="2" destOrd="0"/>
      </dgm:cxnLst>
      <dgm:bg/>
      <dgm:whole/>
    </dgm:dataModel>
  </dgm:sampData>
  <dgm:styleData>
    <dgm:dataModel>
      <dgm:ptLst>
        <dgm:pt modelId="0" type="doc"/>
        <dgm:pt modelId="1"/>
        <dgm:pt modelId="2"/>
      </dgm:ptLst>
      <dgm:cxnLst>
        <dgm:cxn modelId="4" srcId="0" destId="1" srcOrd="0" destOrd="0"/>
        <dgm:cxn modelId="5" srcId="0" destId="2" srcOrd="1" destOrd="0"/>
      </dgm:cxnLst>
      <dgm:bg/>
      <dgm:whole/>
    </dgm:dataModel>
  </dgm:styleData>
  <dgm:clrData>
    <dgm:dataModel>
      <dgm:ptLst>
        <dgm:pt modelId="0" type="doc"/>
        <dgm:pt modelId="1"/>
        <dgm:pt modelId="2"/>
        <dgm:pt modelId="3"/>
        <dgm:pt modelId="4"/>
      </dgm:ptLst>
      <dgm:cxnLst>
        <dgm:cxn modelId="5" srcId="0" destId="1" srcOrd="0" destOrd="0"/>
        <dgm:cxn modelId="6" srcId="0" destId="2" srcOrd="1" destOrd="0"/>
        <dgm:cxn modelId="7" srcId="0" destId="3" srcOrd="2" destOrd="0"/>
        <dgm:cxn modelId="8" srcId="0" destId="4" srcOrd="3" destOrd="0"/>
      </dgm:cxnLst>
      <dgm:bg/>
      <dgm:whole/>
    </dgm:dataModel>
  </dgm:clrData>
  <dgm:layoutNode name="linear">
    <dgm:varLst>
      <dgm:dir/>
      <dgm:animLvl val="lvl"/>
      <dgm:resizeHandles val="exact"/>
    </dgm:varLst>
    <dgm:choose name="Name0">
      <dgm:if name="Name1" func="var" arg="dir" op="equ" val="norm">
        <dgm:alg type="lin">
          <dgm:param type="linDir" val="fromT"/>
          <dgm:param type="vertAlign" val="mid"/>
          <dgm:param type="horzAlign" val="l"/>
          <dgm:param type="nodeHorzAlign" val="l"/>
        </dgm:alg>
      </dgm:if>
      <dgm:else name="Name2">
        <dgm:alg type="lin">
          <dgm:param type="linDir" val="fromT"/>
          <dgm:param type="vertAlign" val="mid"/>
          <dgm:param type="horzAlign" val="r"/>
          <dgm:param type="nodeHorzAlign" val="r"/>
        </dgm:alg>
      </dgm:else>
    </dgm:choose>
    <dgm:shape xmlns:r="http://schemas.openxmlformats.org/officeDocument/2006/relationships" r:blip="">
      <dgm:adjLst/>
    </dgm:shape>
    <dgm:presOf/>
    <dgm:constrLst>
      <dgm:constr type="w" for="ch" forName="parentLin" refType="w"/>
      <dgm:constr type="h" for="ch" forName="parentLin" val="INF"/>
      <dgm:constr type="w" for="des" forName="parentLeftMargin" refType="w" fact="0.05"/>
      <dgm:constr type="w" for="des" forName="parentText" refType="w" fact="0.7"/>
      <dgm:constr type="h" for="des" forName="parentText" refType="primFontSz" refFor="des" refForName="parentText" fact="0.82"/>
      <dgm:constr type="h" for="ch" forName="negativeSpace" refType="primFontSz" refFor="des" refForName="parentText" fact="-0.41"/>
      <dgm:constr type="h" for="ch" forName="negativeSpace" refType="h" refFor="des" refForName="parentText" op="lte" fact="-0.82"/>
      <dgm:constr type="h" for="ch" forName="negativeSpace" refType="h" refFor="des" refForName="parentText" op="gte" fact="-0.82"/>
      <dgm:constr type="w" for="ch" forName="childText" refType="w"/>
      <dgm:constr type="h" for="ch" forName="childText" refType="primFontSz" refFor="des" refForName="parentText" fact="0.7"/>
      <dgm:constr type="primFontSz" for="des" forName="parentText" val="65"/>
      <dgm:constr type="primFontSz" for="ch" forName="childText" refType="primFontSz" refFor="des" refForName="parentText"/>
      <dgm:constr type="tMarg" for="ch" forName="childText" refType="primFontSz" refFor="des" refForName="parentText" fact="1.64"/>
      <dgm:constr type="tMarg" for="ch" forName="childText" refType="h" refFor="des" refForName="parentText" op="lte" fact="3.28"/>
      <dgm:constr type="tMarg" for="ch" forName="childText" refType="h" refFor="des" refForName="parentText" op="gte" fact="3.28"/>
      <dgm:constr type="lMarg" for="ch" forName="childText" refType="w" fact="0.22"/>
      <dgm:constr type="rMarg" for="ch" forName="childText" refType="lMarg" refFor="ch" refForName="childText"/>
      <dgm:constr type="lMarg" for="des" forName="parentText" refType="w" fact="0.075"/>
      <dgm:constr type="rMarg" for="des" forName="parentText" refType="lMarg" refFor="des" refForName="parentText"/>
      <dgm:constr type="h" for="ch" forName="spaceBetweenRectangles" refType="primFontSz" refFor="des" refForName="parentText" fact="0.15"/>
    </dgm:constrLst>
    <dgm:ruleLst>
      <dgm:rule type="primFontSz" for="des" forName="parentText" val="5" fact="NaN" max="NaN"/>
    </dgm:ruleLst>
    <dgm:forEach name="Name3" axis="ch" ptType="node">
      <dgm:layoutNode name="parentLin">
        <dgm:choose name="Name4">
          <dgm:if name="Name5" func="var" arg="dir" op="equ" val="norm">
            <dgm:alg type="lin">
              <dgm:param type="linDir" val="fromL"/>
              <dgm:param type="horzAlign" val="l"/>
              <dgm:param type="nodeHorzAlign" val="l"/>
            </dgm:alg>
          </dgm:if>
          <dgm:else name="Name6">
            <dgm:alg type="lin">
              <dgm:param type="linDir" val="fromR"/>
              <dgm:param type="horzAlign" val="r"/>
              <dgm:param type="nodeHorzAlign" val="r"/>
            </dgm:alg>
          </dgm:else>
        </dgm:choose>
        <dgm:shape xmlns:r="http://schemas.openxmlformats.org/officeDocument/2006/relationships" r:blip="">
          <dgm:adjLst/>
        </dgm:shape>
        <dgm:presOf/>
        <dgm:constrLst/>
        <dgm:ruleLst/>
        <dgm:layoutNode name="parentLeftMargin">
          <dgm:alg type="sp"/>
          <dgm:shape xmlns:r="http://schemas.openxmlformats.org/officeDocument/2006/relationships" type="rect" r:blip="" hideGeom="1">
            <dgm:adjLst/>
          </dgm:shape>
          <dgm:presOf axis="self"/>
          <dgm:constrLst>
            <dgm:constr type="h"/>
          </dgm:constrLst>
          <dgm:ruleLst/>
        </dgm:layoutNode>
        <dgm:layoutNode name="parentText" styleLbl="node1">
          <dgm:varLst>
            <dgm:chMax val="0"/>
            <dgm:bulletEnabled val="1"/>
          </dgm:varLst>
          <dgm:choose name="Name7">
            <dgm:if name="Name8" func="var" arg="dir" op="equ" val="norm">
              <dgm:alg type="tx">
                <dgm:param type="parTxLTRAlign" val="l"/>
                <dgm:param type="parTxRTLAlign" val="l"/>
              </dgm:alg>
            </dgm:if>
            <dgm:else name="Name9">
              <dgm:alg type="tx">
                <dgm:param type="parTxLTRAlign" val="r"/>
                <dgm:param type="parTxRTLAlign" val="r"/>
              </dgm:alg>
            </dgm:else>
          </dgm:choose>
          <dgm:shape xmlns:r="http://schemas.openxmlformats.org/officeDocument/2006/relationships" type="roundRect" r:blip="">
            <dgm:adjLst/>
          </dgm:shape>
          <dgm:presOf axis="self" ptType="node"/>
          <dgm:constrLst>
            <dgm:constr type="tMarg"/>
            <dgm:constr type="bMarg"/>
          </dgm:constrLst>
          <dgm:ruleLst/>
        </dgm:layoutNode>
      </dgm:layoutNode>
      <dgm:layoutNode name="negativeSpace">
        <dgm:alg type="sp"/>
        <dgm:shape xmlns:r="http://schemas.openxmlformats.org/officeDocument/2006/relationships" r:blip="">
          <dgm:adjLst/>
        </dgm:shape>
        <dgm:presOf/>
        <dgm:constrLst/>
        <dgm:ruleLst/>
      </dgm:layoutNode>
      <dgm:layoutNode name="childText" styleLbl="conFgAcc1">
        <dgm:varLst>
          <dgm:bulletEnabled val="1"/>
        </dgm:varLst>
        <dgm:alg type="tx">
          <dgm:param type="stBulletLvl" val="1"/>
        </dgm:alg>
        <dgm:shape xmlns:r="http://schemas.openxmlformats.org/officeDocument/2006/relationships" type="rect" r:blip="" zOrderOff="-2">
          <dgm:adjLst/>
        </dgm:shape>
        <dgm:presOf axis="des" ptType="node"/>
        <dgm:constrLst>
          <dgm:constr type="secFontSz" refType="primFontSz"/>
        </dgm:constrLst>
        <dgm:ruleLst>
          <dgm:rule type="h" val="INF" fact="NaN" max="NaN"/>
        </dgm:ruleLst>
      </dgm:layoutNode>
      <dgm:forEach name="Name10" axis="followSib" ptType="sibTrans" cnt="1">
        <dgm:layoutNode name="spaceBetweenRectangles">
          <dgm:alg type="sp"/>
          <dgm:shape xmlns:r="http://schemas.openxmlformats.org/officeDocument/2006/relationships" r:blip="">
            <dgm:adjLst/>
          </dgm:shape>
          <dgm:presOf/>
          <dgm:constrLst/>
          <dgm:ruleLst/>
        </dgm:layoutNode>
      </dgm:forEach>
    </dgm:forEach>
  </dgm:layoutNode>
</dgm:layoutDef>
</file>

<file path=ppt/diagrams/layout11.xml><?xml version="1.0" encoding="utf-8"?>
<dgm:layoutDef xmlns:dgm="http://schemas.openxmlformats.org/drawingml/2006/diagram" xmlns:a="http://schemas.openxmlformats.org/drawingml/2006/main" uniqueId="urn:microsoft.com/office/officeart/2008/layout/SquareAccentList">
  <dgm:title val=""/>
  <dgm:desc val=""/>
  <dgm:catLst>
    <dgm:cat type="list" pri="5500"/>
  </dgm:catLst>
  <dgm:sampData>
    <dgm:dataModel>
      <dgm:ptLst>
        <dgm:pt modelId="0" type="doc"/>
        <dgm:pt modelId="10">
          <dgm:prSet phldr="1"/>
        </dgm:pt>
        <dgm:pt modelId="11">
          <dgm:prSet phldr="1"/>
        </dgm:pt>
        <dgm:pt modelId="12">
          <dgm:prSet phldr="1"/>
        </dgm:pt>
        <dgm:pt modelId="13">
          <dgm:prSet phldr="1"/>
        </dgm:pt>
        <dgm:pt modelId="20">
          <dgm:prSet phldr="1"/>
        </dgm:pt>
        <dgm:pt modelId="21">
          <dgm:prSet phldr="1"/>
        </dgm:pt>
        <dgm:pt modelId="22">
          <dgm:prSet phldr="1"/>
        </dgm:pt>
        <dgm:pt modelId="23">
          <dgm:prSet phldr="1"/>
        </dgm:pt>
      </dgm:ptLst>
      <dgm:cxnLst>
        <dgm:cxn modelId="1" srcId="0" destId="10" srcOrd="0" destOrd="0"/>
        <dgm:cxn modelId="2" srcId="10" destId="11" srcOrd="0" destOrd="0"/>
        <dgm:cxn modelId="3" srcId="10" destId="12" srcOrd="1" destOrd="0"/>
        <dgm:cxn modelId="4" srcId="10" destId="13" srcOrd="2" destOrd="0"/>
        <dgm:cxn modelId="5" srcId="0" destId="20" srcOrd="0" destOrd="0"/>
        <dgm:cxn modelId="6" srcId="20" destId="21" srcOrd="0" destOrd="0"/>
        <dgm:cxn modelId="7" srcId="20" destId="22" srcOrd="1" destOrd="0"/>
        <dgm:cxn modelId="8" srcId="20" destId="23" srcOrd="2" destOrd="0"/>
      </dgm:cxnLst>
      <dgm:bg/>
      <dgm:whole/>
    </dgm:dataModel>
  </dgm:sampData>
  <dgm:styleData>
    <dgm:dataModel>
      <dgm:ptLst>
        <dgm:pt modelId="0" type="doc"/>
        <dgm:pt modelId="10">
          <dgm:prSet phldr="1"/>
        </dgm:pt>
        <dgm:pt modelId="11">
          <dgm:prSet phldr="1"/>
        </dgm:pt>
        <dgm:pt modelId="12">
          <dgm:prSet phldr="1"/>
        </dgm:pt>
        <dgm:pt modelId="13">
          <dgm:prSet phldr="1"/>
        </dgm:pt>
        <dgm:pt modelId="20">
          <dgm:prSet phldr="1"/>
        </dgm:pt>
        <dgm:pt modelId="21">
          <dgm:prSet phldr="1"/>
        </dgm:pt>
        <dgm:pt modelId="22">
          <dgm:prSet phldr="1"/>
        </dgm:pt>
        <dgm:pt modelId="23">
          <dgm:prSet phldr="1"/>
        </dgm:pt>
      </dgm:ptLst>
      <dgm:cxnLst>
        <dgm:cxn modelId="1" srcId="0" destId="10" srcOrd="0" destOrd="0"/>
        <dgm:cxn modelId="2" srcId="10" destId="11" srcOrd="0" destOrd="0"/>
        <dgm:cxn modelId="3" srcId="10" destId="12" srcOrd="1" destOrd="0"/>
        <dgm:cxn modelId="4" srcId="10" destId="13" srcOrd="2" destOrd="0"/>
        <dgm:cxn modelId="5" srcId="0" destId="20" srcOrd="0" destOrd="0"/>
        <dgm:cxn modelId="6" srcId="20" destId="21" srcOrd="0" destOrd="0"/>
        <dgm:cxn modelId="7" srcId="20" destId="22" srcOrd="1" destOrd="0"/>
        <dgm:cxn modelId="8" srcId="20" destId="23" srcOrd="2" destOrd="0"/>
      </dgm:cxnLst>
      <dgm:bg/>
      <dgm:whole/>
    </dgm:dataModel>
  </dgm:styleData>
  <dgm:clrData>
    <dgm:dataModel>
      <dgm:ptLst>
        <dgm:pt modelId="0" type="doc"/>
        <dgm:pt modelId="10">
          <dgm:prSet phldr="1"/>
        </dgm:pt>
        <dgm:pt modelId="11">
          <dgm:prSet phldr="1"/>
        </dgm:pt>
        <dgm:pt modelId="12">
          <dgm:prSet phldr="1"/>
        </dgm:pt>
        <dgm:pt modelId="13">
          <dgm:prSet phldr="1"/>
        </dgm:pt>
        <dgm:pt modelId="20">
          <dgm:prSet phldr="1"/>
        </dgm:pt>
        <dgm:pt modelId="21">
          <dgm:prSet phldr="1"/>
        </dgm:pt>
        <dgm:pt modelId="22">
          <dgm:prSet phldr="1"/>
        </dgm:pt>
        <dgm:pt modelId="23">
          <dgm:prSet phldr="1"/>
        </dgm:pt>
      </dgm:ptLst>
      <dgm:cxnLst>
        <dgm:cxn modelId="1" srcId="0" destId="10" srcOrd="0" destOrd="0"/>
        <dgm:cxn modelId="2" srcId="10" destId="11" srcOrd="0" destOrd="0"/>
        <dgm:cxn modelId="3" srcId="10" destId="12" srcOrd="1" destOrd="0"/>
        <dgm:cxn modelId="4" srcId="10" destId="13" srcOrd="2" destOrd="0"/>
        <dgm:cxn modelId="5" srcId="0" destId="20" srcOrd="0" destOrd="0"/>
        <dgm:cxn modelId="6" srcId="20" destId="21" srcOrd="0" destOrd="0"/>
        <dgm:cxn modelId="7" srcId="20" destId="22" srcOrd="1" destOrd="0"/>
        <dgm:cxn modelId="8" srcId="20" destId="23" srcOrd="2" destOrd="0"/>
      </dgm:cxnLst>
      <dgm:bg/>
      <dgm:whole/>
    </dgm:dataModel>
  </dgm:clrData>
  <dgm:layoutNode name="layout">
    <dgm:varLst>
      <dgm:chMax/>
      <dgm:chPref/>
      <dgm:dir/>
      <dgm:resizeHandles/>
    </dgm:varLst>
    <dgm:choose name="Name0">
      <dgm:if name="Name1" func="var" arg="dir" op="equ" val="norm">
        <dgm:alg type="hierChild">
          <dgm:param type="linDir" val="fromL"/>
          <dgm:param type="vertAlign" val="t"/>
          <dgm:param type="nodeVertAlign" val="t"/>
          <dgm:param type="horzAlign" val="ctr"/>
          <dgm:param type="fallback" val="1D"/>
        </dgm:alg>
      </dgm:if>
      <dgm:else name="Name2">
        <dgm:alg type="hierChild">
          <dgm:param type="linDir" val="fromR"/>
          <dgm:param type="vertAlign" val="t"/>
          <dgm:param type="nodeVertAlign" val="t"/>
          <dgm:param type="horzAlign" val="ctr"/>
          <dgm:param type="fallback" val="1D"/>
        </dgm:alg>
      </dgm:else>
    </dgm:choose>
    <dgm:shape xmlns:r="http://schemas.openxmlformats.org/officeDocument/2006/relationships" r:blip="">
      <dgm:adjLst/>
    </dgm:shape>
    <dgm:presOf/>
    <dgm:constrLst>
      <dgm:constr type="primFontSz" for="des" forName="Parent" op="equ" val="65"/>
      <dgm:constr type="primFontSz" for="des" forName="Child" op="equ" val="65"/>
      <dgm:constr type="primFontSz" for="des" forName="Child" refType="primFontSz" refFor="des" refForName="Parent" op="lte"/>
      <dgm:constr type="w" for="des" forName="rootComposite" refType="h" refFor="des" refForName="rootComposite" fact="3.0396"/>
      <dgm:constr type="h" for="des" forName="rootComposite" refType="h"/>
      <dgm:constr type="w" for="des" forName="childComposite" refType="w" refFor="des" refForName="rootComposite"/>
      <dgm:constr type="h" for="des" forName="childComposite" refType="h" refFor="des" refForName="rootComposite" fact="0.5205"/>
      <dgm:constr type="sibSp" refType="w" refFor="des" refForName="rootComposite" fact="0.05"/>
      <dgm:constr type="sp" for="des" forName="root" refType="h" refFor="des" refForName="childComposite" fact="0.2855"/>
    </dgm:constrLst>
    <dgm:ruleLst/>
    <dgm:forEach name="Name3" axis="ch">
      <dgm:forEach name="Name4" axis="self" ptType="node" cnt="1">
        <dgm:layoutNode name="root">
          <dgm:varLst>
            <dgm:chMax/>
            <dgm:chPref/>
          </dgm:varLst>
          <dgm:alg type="hierRoot">
            <dgm:param type="hierAlign" val="tL"/>
          </dgm:alg>
          <dgm:shape xmlns:r="http://schemas.openxmlformats.org/officeDocument/2006/relationships" r:blip="">
            <dgm:adjLst/>
          </dgm:shape>
          <dgm:presOf/>
          <dgm:constrLst/>
          <dgm:ruleLst/>
          <dgm:layoutNode name="rootComposite">
            <dgm:varLst/>
            <dgm:alg type="composite"/>
            <dgm:shape xmlns:r="http://schemas.openxmlformats.org/officeDocument/2006/relationships" r:blip="">
              <dgm:adjLst/>
            </dgm:shape>
            <dgm:presOf axis="self" ptType="node" cnt="1"/>
            <dgm:choose name="Name5">
              <dgm:if name="Name6" func="var" arg="dir" op="equ" val="norm">
                <dgm:constrLst>
                  <dgm:constr type="l" for="ch" forName="Parent" refType="w" fact="0"/>
                  <dgm:constr type="t" for="ch" forName="Parent" refType="h" fact="0"/>
                  <dgm:constr type="w" for="ch" forName="Parent" refType="w"/>
                  <dgm:constr type="h" for="ch" forName="Parent" refType="h" fact="0.6424"/>
                  <dgm:constr type="l" for="ch" forName="ParentAccent" refType="w" fact="0"/>
                  <dgm:constr type="b" for="ch" forName="ParentAccent" refType="h"/>
                  <dgm:constr type="w" for="ch" forName="ParentAccent" refType="w"/>
                  <dgm:constr type="h" for="ch" forName="ParentAccent" refType="h" fact="0.3576"/>
                  <dgm:constr type="l" for="ch" forName="ParentSmallAccent" refType="w" fact="0"/>
                  <dgm:constr type="b" for="ch" forName="ParentSmallAccent" refType="h"/>
                  <dgm:constr type="w" for="ch" forName="ParentSmallAccent" refType="h" fact="0.2233"/>
                  <dgm:constr type="h" for="ch" forName="ParentSmallAccent" refType="h" fact="0.2233"/>
                </dgm:constrLst>
              </dgm:if>
              <dgm:else name="Name7">
                <dgm:constrLst>
                  <dgm:constr type="l" for="ch" forName="Parent" refType="w" fact="0"/>
                  <dgm:constr type="t" for="ch" forName="Parent" refType="h" fact="0"/>
                  <dgm:constr type="w" for="ch" forName="Parent" refType="w"/>
                  <dgm:constr type="h" for="ch" forName="Parent" refType="h" fact="0.6424"/>
                  <dgm:constr type="l" for="ch" forName="ParentAccent" refType="w" fact="0"/>
                  <dgm:constr type="b" for="ch" forName="ParentAccent" refType="h"/>
                  <dgm:constr type="w" for="ch" forName="ParentAccent" refType="w"/>
                  <dgm:constr type="h" for="ch" forName="ParentAccent" refType="h" fact="0.3576"/>
                  <dgm:constr type="r" for="ch" forName="ParentSmallAccent" refType="w"/>
                  <dgm:constr type="b" for="ch" forName="ParentSmallAccent" refType="h"/>
                  <dgm:constr type="w" for="ch" forName="ParentSmallAccent" refType="h" fact="0.2233"/>
                  <dgm:constr type="h" for="ch" forName="ParentSmallAccent" refType="h" fact="0.2233"/>
                </dgm:constrLst>
              </dgm:else>
            </dgm:choose>
            <dgm:ruleLst/>
            <dgm:layoutNode name="ParentAccent" styleLbl="alignNode1">
              <dgm:alg type="sp"/>
              <dgm:shape xmlns:r="http://schemas.openxmlformats.org/officeDocument/2006/relationships" type="rect" r:blip="">
                <dgm:adjLst/>
              </dgm:shape>
              <dgm:presOf/>
            </dgm:layoutNode>
            <dgm:layoutNode name="ParentSmallAccent" styleLbl="fgAcc1">
              <dgm:alg type="sp"/>
              <dgm:shape xmlns:r="http://schemas.openxmlformats.org/officeDocument/2006/relationships" type="rect" r:blip="">
                <dgm:adjLst/>
              </dgm:shape>
              <dgm:presOf/>
            </dgm:layoutNode>
            <dgm:layoutNode name="Parent" styleLbl="revTx">
              <dgm:varLst>
                <dgm:chMax/>
                <dgm:chPref val="4"/>
                <dgm:bulletEnabled val="1"/>
              </dgm:varLst>
              <dgm:choose name="Name8">
                <dgm:if name="Name9" func="var" arg="dir" op="equ" val="norm">
                  <dgm:alg type="tx">
                    <dgm:param type="txAnchorVertCh" val="mid"/>
                    <dgm:param type="parTxLTRAlign" val="l"/>
                  </dgm:alg>
                </dgm:if>
                <dgm:else name="Name10">
                  <dgm:alg type="tx">
                    <dgm:param type="txAnchorVertCh" val="mid"/>
                    <dgm:param type="parTxLTRAlign" val="r"/>
                  </dgm:alg>
                </dgm:else>
              </dgm:choose>
              <dgm:shape xmlns:r="http://schemas.openxmlformats.org/officeDocument/2006/relationships" type="rect" r:blip="">
                <dgm:adjLst/>
              </dgm:shape>
              <dgm:presOf axis="self" ptType="node"/>
              <dgm:constrLst>
                <dgm:constr type="tMarg" refType="primFontSz" fact="0.1"/>
                <dgm:constr type="bMarg" refType="primFontSz" fact="0.1"/>
                <dgm:constr type="lMarg" refType="primFontSz" fact="0.15"/>
                <dgm:constr type="rMarg" refType="primFontSz" fact="0.15"/>
              </dgm:constrLst>
              <dgm:ruleLst>
                <dgm:rule type="primFontSz" val="5" fact="NaN" max="NaN"/>
                <dgm:rule type="primFontSz" val="65" fact="NaN" max="NaN"/>
              </dgm:ruleLst>
            </dgm:layoutNode>
          </dgm:layoutNode>
          <dgm:layoutNode name="childShape">
            <dgm:varLst>
              <dgm:chMax val="0"/>
              <dgm:chPref val="0"/>
            </dgm:varLst>
            <dgm:alg type="hierChild">
              <dgm:param type="chAlign" val="r"/>
              <dgm:param type="linDir" val="fromT"/>
              <dgm:param type="fallback" val="2D"/>
            </dgm:alg>
            <dgm:shape xmlns:r="http://schemas.openxmlformats.org/officeDocument/2006/relationships" r:blip="">
              <dgm:adjLst/>
            </dgm:shape>
            <dgm:presOf/>
            <dgm:constrLst/>
            <dgm:ruleLst/>
            <dgm:forEach name="Name11" axis="ch">
              <dgm:forEach name="Name12" axis="self" ptType="node">
                <dgm:layoutNode name="childComposite">
                  <dgm:varLst>
                    <dgm:chMax val="0"/>
                    <dgm:chPref val="0"/>
                  </dgm:varLst>
                  <dgm:alg type="composite"/>
                  <dgm:shape xmlns:r="http://schemas.openxmlformats.org/officeDocument/2006/relationships" r:blip="">
                    <dgm:adjLst/>
                  </dgm:shape>
                  <dgm:presOf/>
                  <dgm:choose name="Name13">
                    <dgm:if name="Name14" func="var" arg="dir" op="equ" val="norm">
                      <dgm:constrLst>
                        <dgm:constr type="w" for="ch" forName="ChildAccent" refType="h" fact="0.429"/>
                        <dgm:constr type="h" for="ch" forName="ChildAccent" refType="h" fact="0.429"/>
                        <dgm:constr type="l" for="ch" forName="ChildAccent" refType="w" fact="0"/>
                        <dgm:constr type="t" for="ch" forName="ChildAccent" refType="h" fact="0.2855"/>
                        <dgm:constr type="w" for="ch" forName="Child" refType="w" fact="0.93"/>
                        <dgm:constr type="h" for="ch" forName="Child" refType="h"/>
                        <dgm:constr type="l" for="ch" forName="Child" refType="w" fact="0.07"/>
                        <dgm:constr type="t" for="ch" forName="Child" refType="h" fact="0"/>
                      </dgm:constrLst>
                    </dgm:if>
                    <dgm:else name="Name15">
                      <dgm:constrLst>
                        <dgm:constr type="w" for="ch" forName="ChildAccent" refType="h" fact="0.429"/>
                        <dgm:constr type="h" for="ch" forName="ChildAccent" refType="h" fact="0.429"/>
                        <dgm:constr type="r" for="ch" forName="ChildAccent" refType="w"/>
                        <dgm:constr type="t" for="ch" forName="ChildAccent" refType="h" fact="0.2855"/>
                        <dgm:constr type="w" for="ch" forName="Child" refType="w" fact="0.93"/>
                        <dgm:constr type="h" for="ch" forName="Child" refType="h"/>
                        <dgm:constr type="r" for="ch" forName="Child" refType="w" fact="0.93"/>
                        <dgm:constr type="t" for="ch" forName="Child" refType="h" fact="0"/>
                      </dgm:constrLst>
                    </dgm:else>
                  </dgm:choose>
                  <dgm:ruleLst/>
                  <dgm:layoutNode name="ChildAccent" styleLbl="solidFgAcc1">
                    <dgm:alg type="sp"/>
                    <dgm:shape xmlns:r="http://schemas.openxmlformats.org/officeDocument/2006/relationships" type="rect" r:blip="">
                      <dgm:adjLst/>
                    </dgm:shape>
                    <dgm:presOf/>
                  </dgm:layoutNode>
                  <dgm:layoutNode name="Child" styleLbl="revTx">
                    <dgm:varLst>
                      <dgm:chMax val="0"/>
                      <dgm:chPref val="0"/>
                      <dgm:bulletEnabled val="1"/>
                    </dgm:varLst>
                    <dgm:choose name="Name16">
                      <dgm:if name="Name17" func="var" arg="dir" op="equ" val="norm">
                        <dgm:alg type="tx">
                          <dgm:param type="txAnchorVertCh" val="mid"/>
                          <dgm:param type="parTxLTRAlign" val="l"/>
                        </dgm:alg>
                      </dgm:if>
                      <dgm:else name="Name18">
                        <dgm:alg type="tx">
                          <dgm:param type="txAnchorVertCh" val="mid"/>
                          <dgm:param type="parTxLTRAlign" val="r"/>
                        </dgm:alg>
                      </dgm:else>
                    </dgm:choose>
                    <dgm:shape xmlns:r="http://schemas.openxmlformats.org/officeDocument/2006/relationships" type="rect" r:blip="">
                      <dgm:adjLst/>
                    </dgm:shape>
                    <dgm:presOf axis="desOrSelf" ptType="node node"/>
                    <dgm:ruleLst>
                      <dgm:rule type="primFontSz" val="5" fact="NaN" max="NaN"/>
                    </dgm:ruleLst>
                  </dgm:layoutNode>
                </dgm:layoutNode>
              </dgm:forEach>
            </dgm:forEach>
          </dgm:layoutNode>
        </dgm:layoutNode>
      </dgm:forEach>
    </dgm:forEach>
  </dgm:layoutNode>
</dgm:layoutDef>
</file>

<file path=ppt/diagrams/layout12.xml><?xml version="1.0" encoding="utf-8"?>
<dgm:layoutDef xmlns:dgm="http://schemas.openxmlformats.org/drawingml/2006/diagram" xmlns:a="http://schemas.openxmlformats.org/drawingml/2006/main" uniqueId="urn:microsoft.com/office/officeart/2005/8/layout/chevron2">
  <dgm:title val=""/>
  <dgm:desc val=""/>
  <dgm:catLst>
    <dgm:cat type="process" pri="12000"/>
    <dgm:cat type="list" pri="16000"/>
    <dgm:cat type="convert" pri="11000"/>
  </dgm:catLst>
  <dgm:sampData>
    <dgm:dataModel>
      <dgm:ptLst>
        <dgm:pt modelId="0" type="doc"/>
        <dgm:pt modelId="1">
          <dgm:prSet phldr="1"/>
        </dgm:pt>
        <dgm:pt modelId="11">
          <dgm:prSet phldr="1"/>
        </dgm:pt>
        <dgm:pt modelId="12">
          <dgm:prSet phldr="1"/>
        </dgm:pt>
        <dgm:pt modelId="2">
          <dgm:prSet phldr="1"/>
        </dgm:pt>
        <dgm:pt modelId="21">
          <dgm:prSet phldr="1"/>
        </dgm:pt>
        <dgm:pt modelId="22">
          <dgm:prSet phldr="1"/>
        </dgm:pt>
        <dgm:pt modelId="3">
          <dgm:prSet phldr="1"/>
        </dgm:pt>
        <dgm:pt modelId="31">
          <dgm:prSet phldr="1"/>
        </dgm:pt>
        <dgm:pt modelId="32">
          <dgm:prSet phldr="1"/>
        </dgm:pt>
      </dgm:ptLst>
      <dgm:cxnLst>
        <dgm:cxn modelId="4" srcId="0" destId="1" srcOrd="0" destOrd="0"/>
        <dgm:cxn modelId="5" srcId="0" destId="2" srcOrd="1" destOrd="0"/>
        <dgm:cxn modelId="6" srcId="0" destId="3" srcOrd="2" destOrd="0"/>
        <dgm:cxn modelId="13" srcId="1" destId="11" srcOrd="0" destOrd="0"/>
        <dgm:cxn modelId="14" srcId="1" destId="12" srcOrd="1" destOrd="0"/>
        <dgm:cxn modelId="23" srcId="2" destId="21" srcOrd="0" destOrd="0"/>
        <dgm:cxn modelId="24" srcId="2" destId="22" srcOrd="1" destOrd="0"/>
        <dgm:cxn modelId="33" srcId="3" destId="31" srcOrd="0" destOrd="0"/>
        <dgm:cxn modelId="34" srcId="3" destId="32" srcOrd="1" destOrd="0"/>
      </dgm:cxnLst>
      <dgm:bg/>
      <dgm:whole/>
    </dgm:dataModel>
  </dgm:sampData>
  <dgm:styleData>
    <dgm:dataModel>
      <dgm:ptLst>
        <dgm:pt modelId="0" type="doc"/>
        <dgm:pt modelId="1"/>
      </dgm:ptLst>
      <dgm:cxnLst>
        <dgm:cxn modelId="4" srcId="0" destId="1" srcOrd="0" destOrd="0"/>
      </dgm:cxnLst>
      <dgm:bg/>
      <dgm:whole/>
    </dgm:dataModel>
  </dgm:styleData>
  <dgm:clrData>
    <dgm:dataModel>
      <dgm:ptLst>
        <dgm:pt modelId="0" type="doc"/>
        <dgm:pt modelId="1"/>
        <dgm:pt modelId="11"/>
        <dgm:pt modelId="2"/>
        <dgm:pt modelId="21"/>
        <dgm:pt modelId="3"/>
        <dgm:pt modelId="31"/>
        <dgm:pt modelId="4"/>
        <dgm:pt modelId="41"/>
      </dgm:ptLst>
      <dgm:cxnLst>
        <dgm:cxn modelId="5" srcId="0" destId="1" srcOrd="0" destOrd="0"/>
        <dgm:cxn modelId="6" srcId="0" destId="2" srcOrd="1" destOrd="0"/>
        <dgm:cxn modelId="7" srcId="0" destId="3" srcOrd="2" destOrd="0"/>
        <dgm:cxn modelId="8" srcId="0" destId="4" srcOrd="3" destOrd="0"/>
        <dgm:cxn modelId="13" srcId="1" destId="11" srcOrd="0" destOrd="0"/>
        <dgm:cxn modelId="23" srcId="2" destId="21" srcOrd="0" destOrd="0"/>
        <dgm:cxn modelId="33" srcId="3" destId="31" srcOrd="0" destOrd="0"/>
        <dgm:cxn modelId="43" srcId="4" destId="41" srcOrd="0" destOrd="0"/>
      </dgm:cxnLst>
      <dgm:bg/>
      <dgm:whole/>
    </dgm:dataModel>
  </dgm:clrData>
  <dgm:layoutNode name="linearFlow">
    <dgm:varLst>
      <dgm:dir/>
      <dgm:animLvl val="lvl"/>
      <dgm:resizeHandles val="exact"/>
    </dgm:varLst>
    <dgm:alg type="lin">
      <dgm:param type="linDir" val="fromT"/>
      <dgm:param type="nodeHorzAlign" val="l"/>
    </dgm:alg>
    <dgm:shape xmlns:r="http://schemas.openxmlformats.org/officeDocument/2006/relationships" r:blip="">
      <dgm:adjLst/>
    </dgm:shape>
    <dgm:presOf/>
    <dgm:constrLst>
      <dgm:constr type="h" for="ch" forName="composite" refType="h"/>
      <dgm:constr type="w" for="ch" forName="composite" refType="w"/>
      <dgm:constr type="h" for="des" forName="parentText" op="equ"/>
      <dgm:constr type="h" for="ch" forName="sp" val="-14.88"/>
      <dgm:constr type="h" for="ch" forName="sp" refType="w" refFor="des" refForName="parentText" op="gte" fact="-0.3"/>
      <dgm:constr type="primFontSz" for="des" forName="parentText" op="equ" val="65"/>
      <dgm:constr type="primFontSz" for="des" forName="descendantText" op="equ" val="65"/>
    </dgm:constrLst>
    <dgm:ruleLst/>
    <dgm:forEach name="Name0" axis="ch" ptType="node">
      <dgm:layoutNode name="composite">
        <dgm:alg type="composite"/>
        <dgm:shape xmlns:r="http://schemas.openxmlformats.org/officeDocument/2006/relationships" r:blip="">
          <dgm:adjLst/>
        </dgm:shape>
        <dgm:presOf/>
        <dgm:choose name="Name1">
          <dgm:if name="Name2" func="var" arg="dir" op="equ" val="norm">
            <dgm:constrLst>
              <dgm:constr type="t" for="ch" forName="parentText"/>
              <dgm:constr type="l" for="ch" forName="parentText"/>
              <dgm:constr type="w" for="ch" forName="parentText" refType="w" fact="0.4"/>
              <dgm:constr type="h" for="ch" forName="parentText" refType="h"/>
              <dgm:constr type="w" for="ch" forName="parentText" refType="w" op="lte" fact="0.5"/>
              <dgm:constr type="w" for="ch" forName="parentText" refType="h" refFor="ch" refForName="parentText" op="lte" fact="0.7"/>
              <dgm:constr type="h" for="ch" forName="parentText" refType="w" refFor="ch" refForName="parentText" op="lte" fact="3"/>
              <dgm:constr type="l" for="ch" forName="descendantText" refType="w" refFor="ch" refForName="parentText"/>
              <dgm:constr type="w" for="ch" forName="descendantText" refType="w"/>
              <dgm:constr type="wOff" for="ch" forName="descendantText" refType="w" refFor="ch" refForName="parentText" fact="-1"/>
              <dgm:constr type="t" for="ch" forName="descendantText"/>
              <dgm:constr type="b" for="ch" forName="descendantText" refType="h" refFor="ch" refForName="parentText"/>
              <dgm:constr type="bOff" for="ch" forName="descendantText" refType="w" refFor="ch" refForName="parentText" fact="-0.5"/>
            </dgm:constrLst>
          </dgm:if>
          <dgm:else name="Name3">
            <dgm:constrLst>
              <dgm:constr type="t" for="ch" forName="parentText"/>
              <dgm:constr type="r" for="ch" forName="parentText" refType="w"/>
              <dgm:constr type="w" for="ch" forName="parentText" refType="w" fact="0.4"/>
              <dgm:constr type="h" for="ch" forName="parentText" refType="h"/>
              <dgm:constr type="w" for="ch" forName="parentText" refType="w" op="lte" fact="0.5"/>
              <dgm:constr type="w" for="ch" forName="parentText" refType="h" refFor="ch" refForName="parentText" op="lte" fact="0.7"/>
              <dgm:constr type="h" for="ch" forName="parentText" refType="w" refFor="ch" refForName="parentText" op="lte" fact="3"/>
              <dgm:constr type="l" for="ch" forName="descendantText"/>
              <dgm:constr type="w" for="ch" forName="descendantText" refType="w"/>
              <dgm:constr type="wOff" for="ch" forName="descendantText" refType="w" refFor="ch" refForName="parentText" fact="-1"/>
              <dgm:constr type="t" for="ch" forName="descendantText"/>
              <dgm:constr type="b" for="ch" forName="descendantText" refType="h" refFor="ch" refForName="parentText"/>
              <dgm:constr type="bOff" for="ch" forName="descendantText" refType="w" refFor="ch" refForName="parentText" fact="-0.5"/>
            </dgm:constrLst>
          </dgm:else>
        </dgm:choose>
        <dgm:ruleLst/>
        <dgm:layoutNode name="parentText" styleLbl="alignNode1">
          <dgm:varLst>
            <dgm:chMax val="1"/>
            <dgm:bulletEnabled val="1"/>
          </dgm:varLst>
          <dgm:alg type="tx"/>
          <dgm:shape xmlns:r="http://schemas.openxmlformats.org/officeDocument/2006/relationships" rot="90" type="chevron" r:blip="">
            <dgm:adjLst/>
          </dgm:shape>
          <dgm:presOf axis="self" ptType="node"/>
          <dgm:constrLst>
            <dgm:constr type="lMarg" refType="primFontSz" fact="0.05"/>
            <dgm:constr type="rMarg" refType="primFontSz" fact="0.05"/>
            <dgm:constr type="tMarg" refType="primFontSz" fact="0.05"/>
            <dgm:constr type="bMarg" refType="primFontSz" fact="0.05"/>
          </dgm:constrLst>
          <dgm:ruleLst>
            <dgm:rule type="h" val="100" fact="NaN" max="NaN"/>
            <dgm:rule type="primFontSz" val="24" fact="NaN" max="NaN"/>
            <dgm:rule type="h" val="110" fact="NaN" max="NaN"/>
            <dgm:rule type="primFontSz" val="18" fact="NaN" max="NaN"/>
            <dgm:rule type="h" val="INF" fact="NaN" max="NaN"/>
            <dgm:rule type="primFontSz" val="5" fact="NaN" max="NaN"/>
          </dgm:ruleLst>
        </dgm:layoutNode>
        <dgm:layoutNode name="descendantText" styleLbl="alignAcc1">
          <dgm:varLst>
            <dgm:bulletEnabled val="1"/>
          </dgm:varLst>
          <dgm:choose name="Name4">
            <dgm:if name="Name5" func="var" arg="dir" op="equ" val="norm">
              <dgm:alg type="tx">
                <dgm:param type="stBulletLvl" val="1"/>
                <dgm:param type="txAnchorVertCh" val="mid"/>
              </dgm:alg>
              <dgm:shape xmlns:r="http://schemas.openxmlformats.org/officeDocument/2006/relationships" rot="90" type="round2SameRect" r:blip="">
                <dgm:adjLst/>
              </dgm:shape>
            </dgm:if>
            <dgm:else name="Name6">
              <dgm:alg type="tx">
                <dgm:param type="stBulletLvl" val="1"/>
                <dgm:param type="txAnchorVertCh" val="mid"/>
              </dgm:alg>
              <dgm:shape xmlns:r="http://schemas.openxmlformats.org/officeDocument/2006/relationships" rot="-90" type="round2SameRect" r:blip="">
                <dgm:adjLst/>
              </dgm:shape>
            </dgm:else>
          </dgm:choose>
          <dgm:presOf axis="des" ptType="node"/>
          <dgm:choose name="Name7">
            <dgm:if name="Name8" func="var" arg="dir" op="equ" val="norm">
              <dgm:constrLst>
                <dgm:constr type="secFontSz" refType="primFontSz"/>
                <dgm:constr type="tMarg" refType="primFontSz" fact="0.05"/>
                <dgm:constr type="bMarg" refType="primFontSz" fact="0.05"/>
                <dgm:constr type="rMarg" refType="primFontSz" fact="0.05"/>
              </dgm:constrLst>
            </dgm:if>
            <dgm:else name="Name9">
              <dgm:constrLst>
                <dgm:constr type="secFontSz" refType="primFontSz"/>
                <dgm:constr type="tMarg" refType="primFontSz" fact="0.05"/>
                <dgm:constr type="bMarg" refType="primFontSz" fact="0.05"/>
                <dgm:constr type="lMarg" refType="primFontSz" fact="0.05"/>
              </dgm:constrLst>
            </dgm:else>
          </dgm:choose>
          <dgm:ruleLst>
            <dgm:rule type="primFontSz" val="5" fact="NaN" max="NaN"/>
          </dgm:ruleLst>
        </dgm:layoutNode>
      </dgm:layoutNode>
      <dgm:forEach name="Name10" axis="followSib" ptType="sibTrans" cnt="1">
        <dgm:layoutNode name="sp">
          <dgm:alg type="sp"/>
          <dgm:shape xmlns:r="http://schemas.openxmlformats.org/officeDocument/2006/relationships" r:blip="">
            <dgm:adjLst/>
          </dgm:shape>
          <dgm:presOf axis="self"/>
          <dgm:constrLst>
            <dgm:constr type="w" val="1"/>
            <dgm:constr type="h" val="37.5"/>
          </dgm:constrLst>
          <dgm:ruleLst/>
        </dgm:layoutNode>
      </dgm:forEach>
    </dgm:forEach>
  </dgm:layoutNode>
</dgm:layoutDef>
</file>

<file path=ppt/diagrams/layout13.xml><?xml version="1.0" encoding="utf-8"?>
<dgm:layoutDef xmlns:dgm="http://schemas.openxmlformats.org/drawingml/2006/diagram" xmlns:a="http://schemas.openxmlformats.org/drawingml/2006/main" uniqueId="urn:microsoft.com/office/officeart/2005/8/layout/vList2">
  <dgm:title val=""/>
  <dgm:desc val=""/>
  <dgm:catLst>
    <dgm:cat type="list" pri="3000"/>
    <dgm:cat type="convert" pri="1000"/>
  </dgm:catLst>
  <dgm:sampData>
    <dgm:dataModel>
      <dgm:ptLst>
        <dgm:pt modelId="0" type="doc"/>
        <dgm:pt modelId="1">
          <dgm:prSet phldr="1"/>
        </dgm:pt>
        <dgm:pt modelId="11">
          <dgm:prSet phldr="1"/>
        </dgm:pt>
        <dgm:pt modelId="2">
          <dgm:prSet phldr="1"/>
        </dgm:pt>
        <dgm:pt modelId="21">
          <dgm:prSet phldr="1"/>
        </dgm:pt>
      </dgm:ptLst>
      <dgm:cxnLst>
        <dgm:cxn modelId="4" srcId="0" destId="1" srcOrd="0" destOrd="0"/>
        <dgm:cxn modelId="5" srcId="0" destId="2" srcOrd="1" destOrd="0"/>
        <dgm:cxn modelId="12" srcId="1" destId="11" srcOrd="0" destOrd="0"/>
        <dgm:cxn modelId="23" srcId="2" destId="21" srcOrd="0" destOrd="0"/>
      </dgm:cxnLst>
      <dgm:bg/>
      <dgm:whole/>
    </dgm:dataModel>
  </dgm:sampData>
  <dgm:styleData>
    <dgm:dataModel>
      <dgm:ptLst>
        <dgm:pt modelId="0" type="doc"/>
        <dgm:pt modelId="1"/>
        <dgm:pt modelId="2"/>
      </dgm:ptLst>
      <dgm:cxnLst>
        <dgm:cxn modelId="3" srcId="0" destId="1" srcOrd="0" destOrd="0"/>
        <dgm:cxn modelId="4" srcId="0" destId="2" srcOrd="1" destOrd="0"/>
      </dgm:cxnLst>
      <dgm:bg/>
      <dgm:whole/>
    </dgm:dataModel>
  </dgm:styleData>
  <dgm:clrData>
    <dgm:dataModel>
      <dgm:ptLst>
        <dgm:pt modelId="0" type="doc"/>
        <dgm:pt modelId="1"/>
        <dgm:pt modelId="2"/>
        <dgm:pt modelId="3"/>
        <dgm:pt modelId="4"/>
      </dgm:ptLst>
      <dgm:cxnLst>
        <dgm:cxn modelId="5" srcId="0" destId="1" srcOrd="0" destOrd="0"/>
        <dgm:cxn modelId="6" srcId="0" destId="2" srcOrd="1" destOrd="0"/>
        <dgm:cxn modelId="7" srcId="0" destId="3" srcOrd="2" destOrd="0"/>
        <dgm:cxn modelId="8" srcId="0" destId="4" srcOrd="3" destOrd="0"/>
      </dgm:cxnLst>
      <dgm:bg/>
      <dgm:whole/>
    </dgm:dataModel>
  </dgm:clrData>
  <dgm:layoutNode name="linear">
    <dgm:varLst>
      <dgm:animLvl val="lvl"/>
      <dgm:resizeHandles val="exact"/>
    </dgm:varLst>
    <dgm:alg type="lin">
      <dgm:param type="linDir" val="fromT"/>
      <dgm:param type="vertAlign" val="mid"/>
    </dgm:alg>
    <dgm:shape xmlns:r="http://schemas.openxmlformats.org/officeDocument/2006/relationships" r:blip="">
      <dgm:adjLst/>
    </dgm:shape>
    <dgm:presOf/>
    <dgm:constrLst>
      <dgm:constr type="w" for="ch" forName="parentText" refType="w"/>
      <dgm:constr type="h" for="ch" forName="parentText" refType="primFontSz" refFor="ch" refForName="parentText" fact="0.52"/>
      <dgm:constr type="w" for="ch" forName="childText" refType="w"/>
      <dgm:constr type="h" for="ch" forName="childText" refType="primFontSz" refFor="ch" refForName="parentText" fact="0.46"/>
      <dgm:constr type="h" for="ch" forName="parentText" op="equ"/>
      <dgm:constr type="primFontSz" for="ch" forName="parentText" op="equ" val="65"/>
      <dgm:constr type="primFontSz" for="ch" forName="childText" refType="primFontSz" refFor="ch" refForName="parentText" op="equ"/>
      <dgm:constr type="h" for="ch" forName="spacer" refType="primFontSz" refFor="ch" refForName="parentText" fact="0.08"/>
    </dgm:constrLst>
    <dgm:ruleLst>
      <dgm:rule type="primFontSz" for="ch" forName="parentText" val="5" fact="NaN" max="NaN"/>
    </dgm:ruleLst>
    <dgm:forEach name="Name0" axis="ch" ptType="node">
      <dgm:layoutNode name="parentText" styleLbl="node1">
        <dgm:varLst>
          <dgm:chMax val="0"/>
          <dgm:bulletEnabled val="1"/>
        </dgm:varLst>
        <dgm:alg type="tx">
          <dgm:param type="parTxLTRAlign" val="l"/>
          <dgm:param type="parTxRTLAlign" val="r"/>
        </dgm:alg>
        <dgm:shape xmlns:r="http://schemas.openxmlformats.org/officeDocument/2006/relationships" type="roundRect" r:blip="">
          <dgm:adjLst/>
        </dgm:shape>
        <dgm:presOf axis="self"/>
        <dgm:constrLst>
          <dgm:constr type="tMarg" refType="primFontSz" fact="0.3"/>
          <dgm:constr type="bMarg" refType="primFontSz" fact="0.3"/>
          <dgm:constr type="lMarg" refType="primFontSz" fact="0.3"/>
          <dgm:constr type="rMarg" refType="primFontSz" fact="0.3"/>
        </dgm:constrLst>
        <dgm:ruleLst>
          <dgm:rule type="h" val="INF" fact="NaN" max="NaN"/>
        </dgm:ruleLst>
      </dgm:layoutNode>
      <dgm:choose name="Name1">
        <dgm:if name="Name2" axis="ch" ptType="node" func="cnt" op="gte" val="1">
          <dgm:layoutNode name="childText" styleLbl="revTx">
            <dgm:varLst>
              <dgm:bulletEnabled val="1"/>
            </dgm:varLst>
            <dgm:alg type="tx">
              <dgm:param type="stBulletLvl" val="1"/>
              <dgm:param type="lnSpAfChP" val="20"/>
            </dgm:alg>
            <dgm:shape xmlns:r="http://schemas.openxmlformats.org/officeDocument/2006/relationships" type="rect" r:blip="">
              <dgm:adjLst/>
            </dgm:shape>
            <dgm:presOf axis="des" ptType="node"/>
            <dgm:constrLst>
              <dgm:constr type="tMarg" refType="primFontSz" fact="0.1"/>
              <dgm:constr type="bMarg" refType="primFontSz" fact="0.1"/>
              <dgm:constr type="lMarg" refType="w" fact="0.09"/>
            </dgm:constrLst>
            <dgm:ruleLst>
              <dgm:rule type="h" val="INF" fact="NaN" max="NaN"/>
            </dgm:ruleLst>
          </dgm:layoutNode>
        </dgm:if>
        <dgm:else name="Name3">
          <dgm:choose name="Name4">
            <dgm:if name="Name5" axis="par ch" ptType="doc node" func="cnt" op="gte" val="2">
              <dgm:forEach name="Name6" axis="followSib" ptType="sibTrans" cnt="1">
                <dgm:layoutNode name="spacer">
                  <dgm:alg type="sp"/>
                  <dgm:shape xmlns:r="http://schemas.openxmlformats.org/officeDocument/2006/relationships" r:blip="">
                    <dgm:adjLst/>
                  </dgm:shape>
                  <dgm:presOf/>
                  <dgm:constrLst/>
                  <dgm:ruleLst/>
                </dgm:layoutNode>
              </dgm:forEach>
            </dgm:if>
            <dgm:else name="Name7"/>
          </dgm:choose>
        </dgm:else>
      </dgm:choose>
    </dgm:forEach>
  </dgm:layoutNode>
</dgm:layoutDef>
</file>

<file path=ppt/diagrams/layout14.xml><?xml version="1.0" encoding="utf-8"?>
<dgm:layoutDef xmlns:dgm="http://schemas.openxmlformats.org/drawingml/2006/diagram" xmlns:a="http://schemas.openxmlformats.org/drawingml/2006/main" uniqueId="urn:microsoft.com/office/officeart/2005/8/layout/vList5">
  <dgm:title val=""/>
  <dgm:desc val=""/>
  <dgm:catLst>
    <dgm:cat type="list" pri="15000"/>
    <dgm:cat type="convert" pri="2000"/>
  </dgm:catLst>
  <dgm:sampData>
    <dgm:dataModel>
      <dgm:ptLst>
        <dgm:pt modelId="0" type="doc"/>
        <dgm:pt modelId="1">
          <dgm:prSet phldr="1"/>
        </dgm:pt>
        <dgm:pt modelId="11">
          <dgm:prSet phldr="1"/>
        </dgm:pt>
        <dgm:pt modelId="12">
          <dgm:prSet phldr="1"/>
        </dgm:pt>
        <dgm:pt modelId="2">
          <dgm:prSet phldr="1"/>
        </dgm:pt>
        <dgm:pt modelId="21">
          <dgm:prSet phldr="1"/>
        </dgm:pt>
        <dgm:pt modelId="22">
          <dgm:prSet phldr="1"/>
        </dgm:pt>
        <dgm:pt modelId="3">
          <dgm:prSet phldr="1"/>
        </dgm:pt>
        <dgm:pt modelId="31">
          <dgm:prSet phldr="1"/>
        </dgm:pt>
        <dgm:pt modelId="32">
          <dgm:prSet phldr="1"/>
        </dgm:pt>
      </dgm:ptLst>
      <dgm:cxnLst>
        <dgm:cxn modelId="4" srcId="0" destId="1" srcOrd="0" destOrd="0"/>
        <dgm:cxn modelId="5" srcId="0" destId="2" srcOrd="1" destOrd="0"/>
        <dgm:cxn modelId="6" srcId="0" destId="3" srcOrd="2" destOrd="0"/>
        <dgm:cxn modelId="13" srcId="1" destId="11" srcOrd="0" destOrd="0"/>
        <dgm:cxn modelId="14" srcId="1" destId="12" srcOrd="1" destOrd="0"/>
        <dgm:cxn modelId="23" srcId="2" destId="21" srcOrd="0" destOrd="0"/>
        <dgm:cxn modelId="24" srcId="2" destId="22" srcOrd="1" destOrd="0"/>
        <dgm:cxn modelId="33" srcId="3" destId="31" srcOrd="0" destOrd="0"/>
        <dgm:cxn modelId="34" srcId="3" destId="32" srcOrd="1" destOrd="0"/>
      </dgm:cxnLst>
      <dgm:bg/>
      <dgm:whole/>
    </dgm:dataModel>
  </dgm:sampData>
  <dgm:styleData>
    <dgm:dataModel>
      <dgm:ptLst>
        <dgm:pt modelId="0" type="doc"/>
        <dgm:pt modelId="1"/>
        <dgm:pt modelId="11"/>
        <dgm:pt modelId="2"/>
        <dgm:pt modelId="21"/>
      </dgm:ptLst>
      <dgm:cxnLst>
        <dgm:cxn modelId="4" srcId="0" destId="1" srcOrd="0" destOrd="0"/>
        <dgm:cxn modelId="5" srcId="0" destId="2" srcOrd="1" destOrd="0"/>
        <dgm:cxn modelId="13" srcId="1" destId="11" srcOrd="0" destOrd="0"/>
        <dgm:cxn modelId="23" srcId="2" destId="21" srcOrd="0" destOrd="0"/>
      </dgm:cxnLst>
      <dgm:bg/>
      <dgm:whole/>
    </dgm:dataModel>
  </dgm:styleData>
  <dgm:clrData>
    <dgm:dataModel>
      <dgm:ptLst>
        <dgm:pt modelId="0" type="doc"/>
        <dgm:pt modelId="1"/>
        <dgm:pt modelId="11"/>
        <dgm:pt modelId="2"/>
        <dgm:pt modelId="21"/>
        <dgm:pt modelId="3"/>
        <dgm:pt modelId="31"/>
        <dgm:pt modelId="4"/>
        <dgm:pt modelId="41"/>
      </dgm:ptLst>
      <dgm:cxnLst>
        <dgm:cxn modelId="5" srcId="0" destId="1" srcOrd="0" destOrd="0"/>
        <dgm:cxn modelId="6" srcId="0" destId="2" srcOrd="1" destOrd="0"/>
        <dgm:cxn modelId="7" srcId="0" destId="3" srcOrd="2" destOrd="0"/>
        <dgm:cxn modelId="8" srcId="0" destId="4" srcOrd="3" destOrd="0"/>
        <dgm:cxn modelId="13" srcId="1" destId="11" srcOrd="0" destOrd="0"/>
        <dgm:cxn modelId="23" srcId="2" destId="21" srcOrd="0" destOrd="0"/>
        <dgm:cxn modelId="33" srcId="3" destId="31" srcOrd="0" destOrd="0"/>
        <dgm:cxn modelId="43" srcId="4" destId="41" srcOrd="0" destOrd="0"/>
      </dgm:cxnLst>
      <dgm:bg/>
      <dgm:whole/>
    </dgm:dataModel>
  </dgm:clrData>
  <dgm:layoutNode name="Name0">
    <dgm:varLst>
      <dgm:dir/>
      <dgm:animLvl val="lvl"/>
      <dgm:resizeHandles val="exact"/>
    </dgm:varLst>
    <dgm:choose name="Name1">
      <dgm:if name="Name2" func="var" arg="dir" op="equ" val="norm">
        <dgm:alg type="lin">
          <dgm:param type="linDir" val="fromT"/>
          <dgm:param type="nodeHorzAlign" val="l"/>
        </dgm:alg>
      </dgm:if>
      <dgm:else name="Name3">
        <dgm:alg type="lin">
          <dgm:param type="linDir" val="fromT"/>
          <dgm:param type="nodeHorzAlign" val="r"/>
        </dgm:alg>
      </dgm:else>
    </dgm:choose>
    <dgm:shape xmlns:r="http://schemas.openxmlformats.org/officeDocument/2006/relationships" r:blip="">
      <dgm:adjLst/>
    </dgm:shape>
    <dgm:presOf/>
    <dgm:constrLst>
      <dgm:constr type="h" for="ch" forName="linNode" refType="h"/>
      <dgm:constr type="w" for="ch" forName="linNode" refType="w"/>
      <dgm:constr type="h" for="ch" forName="sp" refType="h" fact="0.05"/>
      <dgm:constr type="primFontSz" for="des" forName="parentText" op="equ" val="65"/>
      <dgm:constr type="secFontSz" for="des" forName="descendantText" op="equ"/>
    </dgm:constrLst>
    <dgm:ruleLst/>
    <dgm:forEach name="Name4" axis="ch" ptType="node">
      <dgm:layoutNode name="linNode">
        <dgm:choose name="Name5">
          <dgm:if name="Name6" func="var" arg="dir" op="equ" val="norm">
            <dgm:alg type="lin">
              <dgm:param type="linDir" val="fromL"/>
            </dgm:alg>
          </dgm:if>
          <dgm:else name="Name7">
            <dgm:alg type="lin">
              <dgm:param type="linDir" val="fromR"/>
            </dgm:alg>
          </dgm:else>
        </dgm:choose>
        <dgm:shape xmlns:r="http://schemas.openxmlformats.org/officeDocument/2006/relationships" r:blip="">
          <dgm:adjLst/>
        </dgm:shape>
        <dgm:presOf/>
        <dgm:constrLst>
          <dgm:constr type="w" for="ch" forName="parentText" refType="w" fact="0.36"/>
          <dgm:constr type="w" for="ch" forName="descendantText" refType="w" fact="0.64"/>
          <dgm:constr type="h" for="ch" forName="parentText" refType="h"/>
          <dgm:constr type="h" for="ch" forName="descendantText" refType="h" refFor="ch" refForName="parentText" fact="0.8"/>
        </dgm:constrLst>
        <dgm:ruleLst/>
        <dgm:layoutNode name="parentText">
          <dgm:varLst>
            <dgm:chMax val="1"/>
            <dgm:bulletEnabled val="1"/>
          </dgm:varLst>
          <dgm:alg type="tx"/>
          <dgm:shape xmlns:r="http://schemas.openxmlformats.org/officeDocument/2006/relationships" type="roundRect" r:blip="" zOrderOff="3">
            <dgm:adjLst/>
          </dgm:shape>
          <dgm:presOf axis="self" ptType="node"/>
          <dgm:constrLst>
            <dgm:constr type="tMarg" refType="primFontSz" fact="0.15"/>
            <dgm:constr type="bMarg" refType="primFontSz" fact="0.15"/>
            <dgm:constr type="lMarg" refType="primFontSz" fact="0.3"/>
            <dgm:constr type="rMarg" refType="primFontSz" fact="0.3"/>
          </dgm:constrLst>
          <dgm:ruleLst>
            <dgm:rule type="primFontSz" val="5" fact="NaN" max="NaN"/>
          </dgm:ruleLst>
        </dgm:layoutNode>
        <dgm:choose name="Name8">
          <dgm:if name="Name9" axis="ch" ptType="node" func="cnt" op="gte" val="1">
            <dgm:layoutNode name="descendantText" styleLbl="alignAccFollowNode1">
              <dgm:varLst>
                <dgm:bulletEnabled val="1"/>
              </dgm:varLst>
              <dgm:alg type="tx">
                <dgm:param type="stBulletLvl" val="1"/>
                <dgm:param type="txAnchorVertCh" val="mid"/>
              </dgm:alg>
              <dgm:choose name="Name10">
                <dgm:if name="Name11" func="var" arg="dir" op="equ" val="norm">
                  <dgm:shape xmlns:r="http://schemas.openxmlformats.org/officeDocument/2006/relationships" rot="90" type="round2SameRect" r:blip="">
                    <dgm:adjLst/>
                  </dgm:shape>
                </dgm:if>
                <dgm:else name="Name12">
                  <dgm:shape xmlns:r="http://schemas.openxmlformats.org/officeDocument/2006/relationships" rot="-90" type="round2SameRect" r:blip="">
                    <dgm:adjLst/>
                  </dgm:shape>
                </dgm:else>
              </dgm:choose>
              <dgm:presOf axis="des" ptType="node"/>
              <dgm:constrLst>
                <dgm:constr type="secFontSz" val="65"/>
                <dgm:constr type="primFontSz" refType="secFontSz"/>
                <dgm:constr type="lMarg" refType="secFontSz" fact="0.3"/>
                <dgm:constr type="rMarg" refType="secFontSz" fact="0.3"/>
                <dgm:constr type="tMarg" refType="secFontSz" fact="0.15"/>
                <dgm:constr type="bMarg" refType="secFontSz" fact="0.15"/>
              </dgm:constrLst>
              <dgm:ruleLst>
                <dgm:rule type="secFontSz" val="5" fact="NaN" max="NaN"/>
              </dgm:ruleLst>
            </dgm:layoutNode>
          </dgm:if>
          <dgm:else name="Name13"/>
        </dgm:choose>
      </dgm:layoutNode>
      <dgm:forEach name="Name14" axis="followSib" ptType="sibTrans" cnt="1">
        <dgm:layoutNode name="sp">
          <dgm:alg type="sp"/>
          <dgm:shape xmlns:r="http://schemas.openxmlformats.org/officeDocument/2006/relationships" r:blip="">
            <dgm:adjLst/>
          </dgm:shape>
          <dgm:presOf/>
          <dgm:constrLst/>
          <dgm:ruleLst/>
        </dgm:layoutNode>
      </dgm:forEach>
    </dgm:forEach>
  </dgm:layoutNode>
</dgm:layoutDef>
</file>

<file path=ppt/diagrams/layout15.xml><?xml version="1.0" encoding="utf-8"?>
<dgm:layoutDef xmlns:dgm="http://schemas.openxmlformats.org/drawingml/2006/diagram" xmlns:a="http://schemas.openxmlformats.org/drawingml/2006/main" uniqueId="urn:microsoft.com/office/officeart/2005/8/layout/list1">
  <dgm:title val=""/>
  <dgm:desc val=""/>
  <dgm:catLst>
    <dgm:cat type="list" pri="4000"/>
  </dgm:catLst>
  <dgm:sampData>
    <dgm:dataModel>
      <dgm:ptLst>
        <dgm:pt modelId="0" type="doc"/>
        <dgm:pt modelId="1">
          <dgm:prSet phldr="1"/>
        </dgm:pt>
        <dgm:pt modelId="2">
          <dgm:prSet phldr="1"/>
        </dgm:pt>
        <dgm:pt modelId="3">
          <dgm:prSet phldr="1"/>
        </dgm:pt>
      </dgm:ptLst>
      <dgm:cxnLst>
        <dgm:cxn modelId="4" srcId="0" destId="1" srcOrd="0" destOrd="0"/>
        <dgm:cxn modelId="5" srcId="0" destId="2" srcOrd="1" destOrd="0"/>
        <dgm:cxn modelId="6" srcId="0" destId="3" srcOrd="2" destOrd="0"/>
      </dgm:cxnLst>
      <dgm:bg/>
      <dgm:whole/>
    </dgm:dataModel>
  </dgm:sampData>
  <dgm:styleData>
    <dgm:dataModel>
      <dgm:ptLst>
        <dgm:pt modelId="0" type="doc"/>
        <dgm:pt modelId="1"/>
        <dgm:pt modelId="2"/>
      </dgm:ptLst>
      <dgm:cxnLst>
        <dgm:cxn modelId="4" srcId="0" destId="1" srcOrd="0" destOrd="0"/>
        <dgm:cxn modelId="5" srcId="0" destId="2" srcOrd="1" destOrd="0"/>
      </dgm:cxnLst>
      <dgm:bg/>
      <dgm:whole/>
    </dgm:dataModel>
  </dgm:styleData>
  <dgm:clrData>
    <dgm:dataModel>
      <dgm:ptLst>
        <dgm:pt modelId="0" type="doc"/>
        <dgm:pt modelId="1"/>
        <dgm:pt modelId="2"/>
        <dgm:pt modelId="3"/>
        <dgm:pt modelId="4"/>
      </dgm:ptLst>
      <dgm:cxnLst>
        <dgm:cxn modelId="5" srcId="0" destId="1" srcOrd="0" destOrd="0"/>
        <dgm:cxn modelId="6" srcId="0" destId="2" srcOrd="1" destOrd="0"/>
        <dgm:cxn modelId="7" srcId="0" destId="3" srcOrd="2" destOrd="0"/>
        <dgm:cxn modelId="8" srcId="0" destId="4" srcOrd="3" destOrd="0"/>
      </dgm:cxnLst>
      <dgm:bg/>
      <dgm:whole/>
    </dgm:dataModel>
  </dgm:clrData>
  <dgm:layoutNode name="linear">
    <dgm:varLst>
      <dgm:dir/>
      <dgm:animLvl val="lvl"/>
      <dgm:resizeHandles val="exact"/>
    </dgm:varLst>
    <dgm:choose name="Name0">
      <dgm:if name="Name1" func="var" arg="dir" op="equ" val="norm">
        <dgm:alg type="lin">
          <dgm:param type="linDir" val="fromT"/>
          <dgm:param type="vertAlign" val="mid"/>
          <dgm:param type="horzAlign" val="l"/>
          <dgm:param type="nodeHorzAlign" val="l"/>
        </dgm:alg>
      </dgm:if>
      <dgm:else name="Name2">
        <dgm:alg type="lin">
          <dgm:param type="linDir" val="fromT"/>
          <dgm:param type="vertAlign" val="mid"/>
          <dgm:param type="horzAlign" val="r"/>
          <dgm:param type="nodeHorzAlign" val="r"/>
        </dgm:alg>
      </dgm:else>
    </dgm:choose>
    <dgm:shape xmlns:r="http://schemas.openxmlformats.org/officeDocument/2006/relationships" r:blip="">
      <dgm:adjLst/>
    </dgm:shape>
    <dgm:presOf/>
    <dgm:constrLst>
      <dgm:constr type="w" for="ch" forName="parentLin" refType="w"/>
      <dgm:constr type="h" for="ch" forName="parentLin" val="INF"/>
      <dgm:constr type="w" for="des" forName="parentLeftMargin" refType="w" fact="0.05"/>
      <dgm:constr type="w" for="des" forName="parentText" refType="w" fact="0.7"/>
      <dgm:constr type="h" for="des" forName="parentText" refType="primFontSz" refFor="des" refForName="parentText" fact="0.82"/>
      <dgm:constr type="h" for="ch" forName="negativeSpace" refType="primFontSz" refFor="des" refForName="parentText" fact="-0.41"/>
      <dgm:constr type="h" for="ch" forName="negativeSpace" refType="h" refFor="des" refForName="parentText" op="lte" fact="-0.82"/>
      <dgm:constr type="h" for="ch" forName="negativeSpace" refType="h" refFor="des" refForName="parentText" op="gte" fact="-0.82"/>
      <dgm:constr type="w" for="ch" forName="childText" refType="w"/>
      <dgm:constr type="h" for="ch" forName="childText" refType="primFontSz" refFor="des" refForName="parentText" fact="0.7"/>
      <dgm:constr type="primFontSz" for="des" forName="parentText" val="65"/>
      <dgm:constr type="primFontSz" for="ch" forName="childText" refType="primFontSz" refFor="des" refForName="parentText"/>
      <dgm:constr type="tMarg" for="ch" forName="childText" refType="primFontSz" refFor="des" refForName="parentText" fact="1.64"/>
      <dgm:constr type="tMarg" for="ch" forName="childText" refType="h" refFor="des" refForName="parentText" op="lte" fact="3.28"/>
      <dgm:constr type="tMarg" for="ch" forName="childText" refType="h" refFor="des" refForName="parentText" op="gte" fact="3.28"/>
      <dgm:constr type="lMarg" for="ch" forName="childText" refType="w" fact="0.22"/>
      <dgm:constr type="rMarg" for="ch" forName="childText" refType="lMarg" refFor="ch" refForName="childText"/>
      <dgm:constr type="lMarg" for="des" forName="parentText" refType="w" fact="0.075"/>
      <dgm:constr type="rMarg" for="des" forName="parentText" refType="lMarg" refFor="des" refForName="parentText"/>
      <dgm:constr type="h" for="ch" forName="spaceBetweenRectangles" refType="primFontSz" refFor="des" refForName="parentText" fact="0.15"/>
    </dgm:constrLst>
    <dgm:ruleLst>
      <dgm:rule type="primFontSz" for="des" forName="parentText" val="5" fact="NaN" max="NaN"/>
    </dgm:ruleLst>
    <dgm:forEach name="Name3" axis="ch" ptType="node">
      <dgm:layoutNode name="parentLin">
        <dgm:choose name="Name4">
          <dgm:if name="Name5" func="var" arg="dir" op="equ" val="norm">
            <dgm:alg type="lin">
              <dgm:param type="linDir" val="fromL"/>
              <dgm:param type="horzAlign" val="l"/>
              <dgm:param type="nodeHorzAlign" val="l"/>
            </dgm:alg>
          </dgm:if>
          <dgm:else name="Name6">
            <dgm:alg type="lin">
              <dgm:param type="linDir" val="fromR"/>
              <dgm:param type="horzAlign" val="r"/>
              <dgm:param type="nodeHorzAlign" val="r"/>
            </dgm:alg>
          </dgm:else>
        </dgm:choose>
        <dgm:shape xmlns:r="http://schemas.openxmlformats.org/officeDocument/2006/relationships" r:blip="">
          <dgm:adjLst/>
        </dgm:shape>
        <dgm:presOf/>
        <dgm:constrLst/>
        <dgm:ruleLst/>
        <dgm:layoutNode name="parentLeftMargin">
          <dgm:alg type="sp"/>
          <dgm:shape xmlns:r="http://schemas.openxmlformats.org/officeDocument/2006/relationships" type="rect" r:blip="" hideGeom="1">
            <dgm:adjLst/>
          </dgm:shape>
          <dgm:presOf axis="self"/>
          <dgm:constrLst>
            <dgm:constr type="h"/>
          </dgm:constrLst>
          <dgm:ruleLst/>
        </dgm:layoutNode>
        <dgm:layoutNode name="parentText" styleLbl="node1">
          <dgm:varLst>
            <dgm:chMax val="0"/>
            <dgm:bulletEnabled val="1"/>
          </dgm:varLst>
          <dgm:choose name="Name7">
            <dgm:if name="Name8" func="var" arg="dir" op="equ" val="norm">
              <dgm:alg type="tx">
                <dgm:param type="parTxLTRAlign" val="l"/>
                <dgm:param type="parTxRTLAlign" val="l"/>
              </dgm:alg>
            </dgm:if>
            <dgm:else name="Name9">
              <dgm:alg type="tx">
                <dgm:param type="parTxLTRAlign" val="r"/>
                <dgm:param type="parTxRTLAlign" val="r"/>
              </dgm:alg>
            </dgm:else>
          </dgm:choose>
          <dgm:shape xmlns:r="http://schemas.openxmlformats.org/officeDocument/2006/relationships" type="roundRect" r:blip="">
            <dgm:adjLst/>
          </dgm:shape>
          <dgm:presOf axis="self" ptType="node"/>
          <dgm:constrLst>
            <dgm:constr type="tMarg"/>
            <dgm:constr type="bMarg"/>
          </dgm:constrLst>
          <dgm:ruleLst/>
        </dgm:layoutNode>
      </dgm:layoutNode>
      <dgm:layoutNode name="negativeSpace">
        <dgm:alg type="sp"/>
        <dgm:shape xmlns:r="http://schemas.openxmlformats.org/officeDocument/2006/relationships" r:blip="">
          <dgm:adjLst/>
        </dgm:shape>
        <dgm:presOf/>
        <dgm:constrLst/>
        <dgm:ruleLst/>
      </dgm:layoutNode>
      <dgm:layoutNode name="childText" styleLbl="conFgAcc1">
        <dgm:varLst>
          <dgm:bulletEnabled val="1"/>
        </dgm:varLst>
        <dgm:alg type="tx">
          <dgm:param type="stBulletLvl" val="1"/>
        </dgm:alg>
        <dgm:shape xmlns:r="http://schemas.openxmlformats.org/officeDocument/2006/relationships" type="rect" r:blip="" zOrderOff="-2">
          <dgm:adjLst/>
        </dgm:shape>
        <dgm:presOf axis="des" ptType="node"/>
        <dgm:constrLst>
          <dgm:constr type="secFontSz" refType="primFontSz"/>
        </dgm:constrLst>
        <dgm:ruleLst>
          <dgm:rule type="h" val="INF" fact="NaN" max="NaN"/>
        </dgm:ruleLst>
      </dgm:layoutNode>
      <dgm:forEach name="Name10" axis="followSib" ptType="sibTrans" cnt="1">
        <dgm:layoutNode name="spaceBetweenRectangles">
          <dgm:alg type="sp"/>
          <dgm:shape xmlns:r="http://schemas.openxmlformats.org/officeDocument/2006/relationships" r:blip="">
            <dgm:adjLst/>
          </dgm:shape>
          <dgm:presOf/>
          <dgm:constrLst/>
          <dgm:ruleLst/>
        </dgm:layoutNode>
      </dgm:forEach>
    </dgm:forEach>
  </dgm:layoutNode>
</dgm:layoutDef>
</file>

<file path=ppt/diagrams/layout16.xml><?xml version="1.0" encoding="utf-8"?>
<dgm:layoutDef xmlns:dgm="http://schemas.openxmlformats.org/drawingml/2006/diagram" xmlns:a="http://schemas.openxmlformats.org/drawingml/2006/main" uniqueId="urn:microsoft.com/office/officeart/2005/8/layout/hierarchy3">
  <dgm:title val=""/>
  <dgm:desc val=""/>
  <dgm:catLst>
    <dgm:cat type="hierarchy" pri="7000"/>
    <dgm:cat type="list" pri="23000"/>
    <dgm:cat type="relationship" pri="15000"/>
    <dgm:cat type="convert" pri="7000"/>
  </dgm:catLst>
  <dgm:sampData>
    <dgm:dataModel>
      <dgm:ptLst>
        <dgm:pt modelId="0" type="doc"/>
        <dgm:pt modelId="1">
          <dgm:prSet phldr="1"/>
        </dgm:pt>
        <dgm:pt modelId="11">
          <dgm:prSet phldr="1"/>
        </dgm:pt>
        <dgm:pt modelId="12">
          <dgm:prSet phldr="1"/>
        </dgm:pt>
        <dgm:pt modelId="2">
          <dgm:prSet phldr="1"/>
        </dgm:pt>
        <dgm:pt modelId="21">
          <dgm:prSet phldr="1"/>
        </dgm:pt>
        <dgm:pt modelId="22">
          <dgm:prSet phldr="1"/>
        </dgm:pt>
      </dgm:ptLst>
      <dgm:cxnLst>
        <dgm:cxn modelId="4" srcId="0" destId="1" srcOrd="0" destOrd="0"/>
        <dgm:cxn modelId="5" srcId="1" destId="11" srcOrd="0" destOrd="0"/>
        <dgm:cxn modelId="6" srcId="1" destId="12" srcOrd="1" destOrd="0"/>
        <dgm:cxn modelId="7" srcId="0" destId="2" srcOrd="1" destOrd="0"/>
        <dgm:cxn modelId="8" srcId="2" destId="21" srcOrd="0" destOrd="0"/>
        <dgm:cxn modelId="9" srcId="2" destId="22" srcOrd="1" destOrd="0"/>
      </dgm:cxnLst>
      <dgm:bg/>
      <dgm:whole/>
    </dgm:dataModel>
  </dgm:sampData>
  <dgm:styleData>
    <dgm:dataModel>
      <dgm:ptLst>
        <dgm:pt modelId="0" type="doc"/>
        <dgm:pt modelId="1"/>
        <dgm:pt modelId="11"/>
        <dgm:pt modelId="2"/>
        <dgm:pt modelId="21"/>
      </dgm:ptLst>
      <dgm:cxnLst>
        <dgm:cxn modelId="4" srcId="0" destId="1" srcOrd="0" destOrd="0"/>
        <dgm:cxn modelId="5" srcId="0" destId="2" srcOrd="1" destOrd="0"/>
        <dgm:cxn modelId="13" srcId="1" destId="11" srcOrd="0" destOrd="0"/>
        <dgm:cxn modelId="23" srcId="2" destId="21" srcOrd="0" destOrd="0"/>
      </dgm:cxnLst>
      <dgm:bg/>
      <dgm:whole/>
    </dgm:dataModel>
  </dgm:styleData>
  <dgm:clrData>
    <dgm:dataModel>
      <dgm:ptLst>
        <dgm:pt modelId="0" type="doc"/>
        <dgm:pt modelId="1"/>
        <dgm:pt modelId="11"/>
        <dgm:pt modelId="2"/>
        <dgm:pt modelId="21"/>
        <dgm:pt modelId="3"/>
        <dgm:pt modelId="31"/>
        <dgm:pt modelId="4"/>
        <dgm:pt modelId="41"/>
      </dgm:ptLst>
      <dgm:cxnLst>
        <dgm:cxn modelId="5" srcId="0" destId="1" srcOrd="0" destOrd="0"/>
        <dgm:cxn modelId="6" srcId="0" destId="2" srcOrd="1" destOrd="0"/>
        <dgm:cxn modelId="7" srcId="0" destId="3" srcOrd="2" destOrd="0"/>
        <dgm:cxn modelId="8" srcId="0" destId="4" srcOrd="3" destOrd="0"/>
        <dgm:cxn modelId="13" srcId="1" destId="11" srcOrd="0" destOrd="0"/>
        <dgm:cxn modelId="23" srcId="2" destId="21" srcOrd="0" destOrd="0"/>
        <dgm:cxn modelId="33" srcId="3" destId="31" srcOrd="0" destOrd="0"/>
        <dgm:cxn modelId="43" srcId="4" destId="41" srcOrd="0" destOrd="0"/>
      </dgm:cxnLst>
      <dgm:bg/>
      <dgm:whole/>
    </dgm:dataModel>
  </dgm:clrData>
  <dgm:layoutNode name="diagram">
    <dgm:varLst>
      <dgm:chPref val="1"/>
      <dgm:dir/>
      <dgm:animOne val="branch"/>
      <dgm:animLvl val="lvl"/>
      <dgm:resizeHandles/>
    </dgm:varLst>
    <dgm:choose name="Name0">
      <dgm:if name="Name1" func="var" arg="dir" op="equ" val="norm">
        <dgm:alg type="hierChild">
          <dgm:param type="linDir" val="fromL"/>
        </dgm:alg>
      </dgm:if>
      <dgm:else name="Name2">
        <dgm:alg type="hierChild">
          <dgm:param type="linDir" val="fromR"/>
        </dgm:alg>
      </dgm:else>
    </dgm:choose>
    <dgm:shape xmlns:r="http://schemas.openxmlformats.org/officeDocument/2006/relationships" r:blip="">
      <dgm:adjLst/>
    </dgm:shape>
    <dgm:presOf/>
    <dgm:constrLst>
      <dgm:constr type="primFontSz" for="des" forName="rootText" op="equ" val="65"/>
      <dgm:constr type="primFontSz" for="des" forName="childText" op="equ" val="65"/>
      <dgm:constr type="w" for="des" forName="rootComposite" refType="w"/>
      <dgm:constr type="h" for="des" forName="rootComposite" refType="w" fact="0.5"/>
      <dgm:constr type="w" for="des" forName="childText" refType="w" refFor="des" refForName="rootComposite" fact="0.8"/>
      <dgm:constr type="h" for="des" forName="childText" refType="h" refFor="des" refForName="rootComposite"/>
      <dgm:constr type="sibSp" refType="w" refFor="des" refForName="rootComposite" fact="0.25"/>
      <dgm:constr type="sibSp" for="des" forName="childShape" refType="h" refFor="des" refForName="childText" fact="0.25"/>
      <dgm:constr type="sp" for="des" forName="root" refType="h" refFor="des" refForName="childText" fact="0.25"/>
    </dgm:constrLst>
    <dgm:ruleLst/>
    <dgm:forEach name="Name3" axis="ch">
      <dgm:forEach name="Name4" axis="self" ptType="node" cnt="1">
        <dgm:layoutNode name="root">
          <dgm:choose name="Name5">
            <dgm:if name="Name6" func="var" arg="dir" op="equ" val="norm">
              <dgm:alg type="hierRoot">
                <dgm:param type="hierAlign" val="tL"/>
              </dgm:alg>
            </dgm:if>
            <dgm:else name="Name7">
              <dgm:alg type="hierRoot">
                <dgm:param type="hierAlign" val="tR"/>
              </dgm:alg>
            </dgm:else>
          </dgm:choose>
          <dgm:shape xmlns:r="http://schemas.openxmlformats.org/officeDocument/2006/relationships" r:blip="">
            <dgm:adjLst/>
          </dgm:shape>
          <dgm:presOf/>
          <dgm:constrLst>
            <dgm:constr type="alignOff" val="0.2"/>
          </dgm:constrLst>
          <dgm:ruleLst/>
          <dgm:layoutNode name="rootComposite">
            <dgm:alg type="composite"/>
            <dgm:shape xmlns:r="http://schemas.openxmlformats.org/officeDocument/2006/relationships" r:blip="">
              <dgm:adjLst/>
            </dgm:shape>
            <dgm:presOf axis="self" ptType="node" cnt="1"/>
            <dgm:choose name="Name8">
              <dgm:if name="Name9" func="var" arg="dir" op="equ" val="norm">
                <dgm:constrLst>
                  <dgm:constr type="l" for="ch" forName="rootText"/>
                  <dgm:constr type="t" for="ch" forName="rootText"/>
                  <dgm:constr type="w" for="ch" forName="rootText" refType="w"/>
                  <dgm:constr type="h" for="ch" forName="rootText" refType="h"/>
                  <dgm:constr type="l" for="ch" forName="rootConnector"/>
                  <dgm:constr type="t" for="ch" forName="rootConnector"/>
                  <dgm:constr type="w" for="ch" forName="rootConnector" refType="w" refFor="ch" refForName="rootText" fact="0.2"/>
                  <dgm:constr type="h" for="ch" forName="rootConnector" refType="h" refFor="ch" refForName="rootText"/>
                </dgm:constrLst>
              </dgm:if>
              <dgm:else name="Name10">
                <dgm:constrLst>
                  <dgm:constr type="l" for="ch" forName="rootText"/>
                  <dgm:constr type="t" for="ch" forName="rootText"/>
                  <dgm:constr type="w" for="ch" forName="rootText" refType="w"/>
                  <dgm:constr type="h" for="ch" forName="rootText" refType="h"/>
                  <dgm:constr type="r" for="ch" forName="rootConnector" refType="w"/>
                  <dgm:constr type="t" for="ch" forName="rootConnector"/>
                  <dgm:constr type="w" for="ch" forName="rootConnector" refType="w" refFor="ch" refForName="rootText" fact="0.2"/>
                  <dgm:constr type="h" for="ch" forName="rootConnector" refType="h" refFor="ch" refForName="rootText"/>
                </dgm:constrLst>
              </dgm:else>
            </dgm:choose>
            <dgm:ruleLst/>
            <dgm:layoutNode name="rootText" styleLbl="node1">
              <dgm:alg type="tx"/>
              <dgm:shape xmlns:r="http://schemas.openxmlformats.org/officeDocument/2006/relationships" type="roundRect" r:blip="">
                <dgm:adjLst>
                  <dgm:adj idx="1" val="0.1"/>
                </dgm:adjLst>
              </dgm:shape>
              <dgm:presOf axis="self" ptType="node" cnt="1"/>
              <dgm:constrLst>
                <dgm:constr type="tMarg" refType="primFontSz" fact="0.1"/>
                <dgm:constr type="bMarg" refType="primFontSz" fact="0.1"/>
                <dgm:constr type="lMarg" refType="primFontSz" fact="0.15"/>
                <dgm:constr type="rMarg" refType="primFontSz" fact="0.15"/>
              </dgm:constrLst>
              <dgm:ruleLst>
                <dgm:rule type="primFontSz" val="5" fact="NaN" max="NaN"/>
              </dgm:ruleLst>
            </dgm:layoutNode>
            <dgm:layoutNode name="rootConnector" moveWith="rootText">
              <dgm:alg type="sp"/>
              <dgm:shape xmlns:r="http://schemas.openxmlformats.org/officeDocument/2006/relationships" type="roundRect" r:blip="" hideGeom="1">
                <dgm:adjLst>
                  <dgm:adj idx="1" val="0.1"/>
                </dgm:adjLst>
              </dgm:shape>
              <dgm:presOf axis="self" ptType="node" cnt="1"/>
              <dgm:constrLst/>
              <dgm:ruleLst/>
            </dgm:layoutNode>
          </dgm:layoutNode>
          <dgm:layoutNode name="childShape">
            <dgm:alg type="hierChild">
              <dgm:param type="chAlign" val="l"/>
              <dgm:param type="linDir" val="fromT"/>
            </dgm:alg>
            <dgm:shape xmlns:r="http://schemas.openxmlformats.org/officeDocument/2006/relationships" r:blip="">
              <dgm:adjLst/>
            </dgm:shape>
            <dgm:presOf/>
            <dgm:constrLst/>
            <dgm:ruleLst/>
            <dgm:forEach name="Name11" axis="ch">
              <dgm:forEach name="Name12" axis="self" ptType="parTrans" cnt="1">
                <dgm:layoutNode name="Name13">
                  <dgm:choose name="Name14">
                    <dgm:if name="Name15" func="var" arg="dir" op="equ" val="norm">
                      <dgm:alg type="conn">
                        <dgm:param type="dim" val="1D"/>
                        <dgm:param type="endSty" val="noArr"/>
                        <dgm:param type="connRout" val="bend"/>
                        <dgm:param type="srcNode" val="rootConnector"/>
                        <dgm:param type="begPts" val="bCtr"/>
                        <dgm:param type="endPts" val="midL"/>
                      </dgm:alg>
                    </dgm:if>
                    <dgm:else name="Name16">
                      <dgm:alg type="conn">
                        <dgm:param type="dim" val="1D"/>
                        <dgm:param type="endSty" val="noArr"/>
                        <dgm:param type="connRout" val="bend"/>
                        <dgm:param type="srcNode" val="rootConnector"/>
                        <dgm:param type="begPts" val="bCtr"/>
                        <dgm:param type="endPts" val="midR"/>
                      </dgm:alg>
                    </dgm:else>
                  </dgm:choose>
                  <dgm:shape xmlns:r="http://schemas.openxmlformats.org/officeDocument/2006/relationships" type="conn" r:blip="">
                    <dgm:adjLst/>
                  </dgm:shape>
                  <dgm:presOf axis="self"/>
                  <dgm:constrLst>
                    <dgm:constr type="begPad"/>
                    <dgm:constr type="endPad"/>
                  </dgm:constrLst>
                  <dgm:ruleLst/>
                </dgm:layoutNode>
              </dgm:forEach>
              <dgm:forEach name="Name17" axis="self" ptType="node">
                <dgm:layoutNode name="childText" styleLbl="bgAcc1">
                  <dgm:varLst>
                    <dgm:bulletEnabled val="1"/>
                  </dgm:varLst>
                  <dgm:alg type="tx"/>
                  <dgm:shape xmlns:r="http://schemas.openxmlformats.org/officeDocument/2006/relationships" type="roundRect" r:blip="">
                    <dgm:adjLst>
                      <dgm:adj idx="1" val="0.1"/>
                    </dgm:adjLst>
                  </dgm:shape>
                  <dgm:presOf axis="self desOrSelf" ptType="node node" st="1 1" cnt="1 0"/>
                  <dgm:constrLst>
                    <dgm:constr type="tMarg" refType="primFontSz" fact="0.1"/>
                    <dgm:constr type="bMarg" refType="primFontSz" fact="0.1"/>
                    <dgm:constr type="lMarg" refType="primFontSz" fact="0.15"/>
                    <dgm:constr type="rMarg" refType="primFontSz" fact="0.15"/>
                  </dgm:constrLst>
                  <dgm:ruleLst>
                    <dgm:rule type="primFontSz" val="5" fact="NaN" max="NaN"/>
                  </dgm:ruleLst>
                </dgm:layoutNode>
              </dgm:forEach>
            </dgm:forEach>
          </dgm:layoutNode>
        </dgm:layoutNode>
      </dgm:forEach>
    </dgm:forEach>
  </dgm:layoutNode>
</dgm:layoutDef>
</file>

<file path=ppt/diagrams/quickStyle1.xml><?xml version="1.0" encoding="utf-8"?>
<dgm:styleDef xmlns:dgm="http://schemas.openxmlformats.org/drawingml/2006/diagram" xmlns:a="http://schemas.openxmlformats.org/drawingml/2006/main" uniqueId="urn:microsoft.com/office/officeart/2005/8/quickstyle/simple1">
  <dgm:title val=""/>
  <dgm:desc val=""/>
  <dgm:catLst>
    <dgm:cat type="simple" pri="10100"/>
  </dgm:catLst>
  <dgm:scene3d>
    <a:camera prst="orthographicFront"/>
    <a:lightRig rig="threePt" dir="t"/>
  </dgm:scene3d>
  <dgm:styleLbl name="node0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ln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venn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tx1"/>
      </a:fontRef>
    </dgm:style>
  </dgm:styleLbl>
  <dgm:styleLbl name="align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node2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node3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node4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fgImgPlac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alignImgPlac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bgImgPlac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sibTrans2D1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fgSibTrans2D1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bgSibTrans2D1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sibTrans1D1">
    <dgm:scene3d>
      <a:camera prst="orthographicFront"/>
      <a:lightRig rig="threePt" dir="t"/>
    </dgm:scene3d>
    <dgm:sp3d/>
    <dgm:txPr/>
    <dgm:style>
      <a:lnRef idx="1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callout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asst0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asst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asst2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asst3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asst4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2D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2D2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2D3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2D4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1D1">
    <dgm:scene3d>
      <a:camera prst="orthographicFront"/>
      <a:lightRig rig="threePt" dir="t"/>
    </dgm:scene3d>
    <dgm:sp3d/>
    <dgm:txPr/>
    <dgm:style>
      <a:lnRef idx="2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parChTrans1D2">
    <dgm:scene3d>
      <a:camera prst="orthographicFront"/>
      <a:lightRig rig="threePt" dir="t"/>
    </dgm:scene3d>
    <dgm:sp3d/>
    <dgm:txPr/>
    <dgm:style>
      <a:lnRef idx="2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parChTrans1D3">
    <dgm:scene3d>
      <a:camera prst="orthographicFront"/>
      <a:lightRig rig="threePt" dir="t"/>
    </dgm:scene3d>
    <dgm:sp3d/>
    <dgm:txPr/>
    <dgm:style>
      <a:lnRef idx="2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parChTrans1D4">
    <dgm:scene3d>
      <a:camera prst="orthographicFront"/>
      <a:lightRig rig="threePt" dir="t"/>
    </dgm:scene3d>
    <dgm:sp3d/>
    <dgm:txPr/>
    <dgm:style>
      <a:lnRef idx="2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f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conF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align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trAlignAcc1">
    <dgm:scene3d>
      <a:camera prst="orthographicFront"/>
      <a:lightRig rig="threePt" dir="t"/>
    </dgm:scene3d>
    <dgm:sp3d/>
    <dgm:txPr/>
    <dgm:style>
      <a:lnRef idx="1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b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solidF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solidAlign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solidB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Follow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alignAccFollow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bgAccFollow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0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2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3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4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bgShp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dkBgShp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trBgShp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Shp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revTx">
    <dgm:scene3d>
      <a:camera prst="orthographicFront"/>
      <a:lightRig rig="threePt" dir="t"/>
    </dgm:scene3d>
    <dgm:sp3d/>
    <dgm:txPr/>
    <dgm:style>
      <a:lnRef idx="0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</dgm:styleDef>
</file>

<file path=ppt/diagrams/quickStyle2.xml><?xml version="1.0" encoding="utf-8"?>
<dgm:styleDef xmlns:dgm="http://schemas.openxmlformats.org/drawingml/2006/diagram" xmlns:a="http://schemas.openxmlformats.org/drawingml/2006/main" uniqueId="urn:microsoft.com/office/officeart/2005/8/quickstyle/simple1">
  <dgm:title val=""/>
  <dgm:desc val=""/>
  <dgm:catLst>
    <dgm:cat type="simple" pri="10100"/>
  </dgm:catLst>
  <dgm:scene3d>
    <a:camera prst="orthographicFront"/>
    <a:lightRig rig="threePt" dir="t"/>
  </dgm:scene3d>
  <dgm:styleLbl name="node0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ln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venn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tx1"/>
      </a:fontRef>
    </dgm:style>
  </dgm:styleLbl>
  <dgm:styleLbl name="align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node2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node3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node4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fgImgPlac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alignImgPlac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bgImgPlac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sibTrans2D1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fgSibTrans2D1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bgSibTrans2D1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sibTrans1D1">
    <dgm:scene3d>
      <a:camera prst="orthographicFront"/>
      <a:lightRig rig="threePt" dir="t"/>
    </dgm:scene3d>
    <dgm:sp3d/>
    <dgm:txPr/>
    <dgm:style>
      <a:lnRef idx="1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callout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asst0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asst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asst2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asst3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asst4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2D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2D2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2D3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2D4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1D1">
    <dgm:scene3d>
      <a:camera prst="orthographicFront"/>
      <a:lightRig rig="threePt" dir="t"/>
    </dgm:scene3d>
    <dgm:sp3d/>
    <dgm:txPr/>
    <dgm:style>
      <a:lnRef idx="2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parChTrans1D2">
    <dgm:scene3d>
      <a:camera prst="orthographicFront"/>
      <a:lightRig rig="threePt" dir="t"/>
    </dgm:scene3d>
    <dgm:sp3d/>
    <dgm:txPr/>
    <dgm:style>
      <a:lnRef idx="2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parChTrans1D3">
    <dgm:scene3d>
      <a:camera prst="orthographicFront"/>
      <a:lightRig rig="threePt" dir="t"/>
    </dgm:scene3d>
    <dgm:sp3d/>
    <dgm:txPr/>
    <dgm:style>
      <a:lnRef idx="2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parChTrans1D4">
    <dgm:scene3d>
      <a:camera prst="orthographicFront"/>
      <a:lightRig rig="threePt" dir="t"/>
    </dgm:scene3d>
    <dgm:sp3d/>
    <dgm:txPr/>
    <dgm:style>
      <a:lnRef idx="2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f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conF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align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trAlignAcc1">
    <dgm:scene3d>
      <a:camera prst="orthographicFront"/>
      <a:lightRig rig="threePt" dir="t"/>
    </dgm:scene3d>
    <dgm:sp3d/>
    <dgm:txPr/>
    <dgm:style>
      <a:lnRef idx="1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b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solidF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solidAlign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solidB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Follow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alignAccFollow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bgAccFollow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0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2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3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4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bgShp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dkBgShp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trBgShp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Shp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revTx">
    <dgm:scene3d>
      <a:camera prst="orthographicFront"/>
      <a:lightRig rig="threePt" dir="t"/>
    </dgm:scene3d>
    <dgm:sp3d/>
    <dgm:txPr/>
    <dgm:style>
      <a:lnRef idx="0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</dgm:styleDef>
</file>

<file path=ppt/diagrams/quickStyle3.xml><?xml version="1.0" encoding="utf-8"?>
<dgm:styleDef xmlns:dgm="http://schemas.openxmlformats.org/drawingml/2006/diagram" xmlns:a="http://schemas.openxmlformats.org/drawingml/2006/main" uniqueId="urn:microsoft.com/office/officeart/2005/8/quickstyle/simple2">
  <dgm:title val=""/>
  <dgm:desc val=""/>
  <dgm:catLst>
    <dgm:cat type="simple" pri="10200"/>
  </dgm:catLst>
  <dgm:scene3d>
    <a:camera prst="orthographicFront"/>
    <a:lightRig rig="threePt" dir="t"/>
  </dgm:scene3d>
  <dgm:styleLbl name="node0">
    <dgm:scene3d>
      <a:camera prst="orthographicFront"/>
      <a:lightRig rig="threePt" dir="t"/>
    </dgm:scene3d>
    <dgm:sp3d/>
    <dgm:txPr/>
    <dgm:style>
      <a:lnRef idx="3">
        <a:scrgbClr r="0" g="0" b="0"/>
      </a:lnRef>
      <a:fillRef idx="1">
        <a:scrgbClr r="0" g="0" b="0"/>
      </a:fillRef>
      <a:effectRef idx="1">
        <a:scrgbClr r="0" g="0" b="0"/>
      </a:effectRef>
      <a:fontRef idx="minor">
        <a:schemeClr val="lt1"/>
      </a:fontRef>
    </dgm:style>
  </dgm:styleLbl>
  <dgm:styleLbl name="lnNode1">
    <dgm:scene3d>
      <a:camera prst="orthographicFront"/>
      <a:lightRig rig="threePt" dir="t"/>
    </dgm:scene3d>
    <dgm:sp3d/>
    <dgm:txPr/>
    <dgm:style>
      <a:lnRef idx="3">
        <a:scrgbClr r="0" g="0" b="0"/>
      </a:lnRef>
      <a:fillRef idx="1">
        <a:scrgbClr r="0" g="0" b="0"/>
      </a:fillRef>
      <a:effectRef idx="1">
        <a:scrgbClr r="0" g="0" b="0"/>
      </a:effectRef>
      <a:fontRef idx="minor">
        <a:schemeClr val="lt1"/>
      </a:fontRef>
    </dgm:style>
  </dgm:styleLbl>
  <dgm:styleLbl name="vennNode1">
    <dgm:scene3d>
      <a:camera prst="orthographicFront"/>
      <a:lightRig rig="threePt" dir="t"/>
    </dgm:scene3d>
    <dgm:sp3d/>
    <dgm:txPr/>
    <dgm:style>
      <a:lnRef idx="3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tx1"/>
      </a:fontRef>
    </dgm:style>
  </dgm:styleLbl>
  <dgm:styleLbl name="align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1">
        <a:scrgbClr r="0" g="0" b="0"/>
      </a:effectRef>
      <a:fontRef idx="minor">
        <a:schemeClr val="lt1"/>
      </a:fontRef>
    </dgm:style>
  </dgm:styleLbl>
  <dgm:styleLbl name="node1">
    <dgm:scene3d>
      <a:camera prst="orthographicFront"/>
      <a:lightRig rig="threePt" dir="t"/>
    </dgm:scene3d>
    <dgm:sp3d/>
    <dgm:txPr/>
    <dgm:style>
      <a:lnRef idx="3">
        <a:scrgbClr r="0" g="0" b="0"/>
      </a:lnRef>
      <a:fillRef idx="1">
        <a:scrgbClr r="0" g="0" b="0"/>
      </a:fillRef>
      <a:effectRef idx="1">
        <a:scrgbClr r="0" g="0" b="0"/>
      </a:effectRef>
      <a:fontRef idx="minor">
        <a:schemeClr val="lt1"/>
      </a:fontRef>
    </dgm:style>
  </dgm:styleLbl>
  <dgm:styleLbl name="node2">
    <dgm:scene3d>
      <a:camera prst="orthographicFront"/>
      <a:lightRig rig="threePt" dir="t"/>
    </dgm:scene3d>
    <dgm:sp3d/>
    <dgm:txPr/>
    <dgm:style>
      <a:lnRef idx="3">
        <a:scrgbClr r="0" g="0" b="0"/>
      </a:lnRef>
      <a:fillRef idx="1">
        <a:scrgbClr r="0" g="0" b="0"/>
      </a:fillRef>
      <a:effectRef idx="1">
        <a:scrgbClr r="0" g="0" b="0"/>
      </a:effectRef>
      <a:fontRef idx="minor">
        <a:schemeClr val="lt1"/>
      </a:fontRef>
    </dgm:style>
  </dgm:styleLbl>
  <dgm:styleLbl name="node3">
    <dgm:scene3d>
      <a:camera prst="orthographicFront"/>
      <a:lightRig rig="threePt" dir="t"/>
    </dgm:scene3d>
    <dgm:sp3d/>
    <dgm:txPr/>
    <dgm:style>
      <a:lnRef idx="3">
        <a:scrgbClr r="0" g="0" b="0"/>
      </a:lnRef>
      <a:fillRef idx="1">
        <a:scrgbClr r="0" g="0" b="0"/>
      </a:fillRef>
      <a:effectRef idx="1">
        <a:scrgbClr r="0" g="0" b="0"/>
      </a:effectRef>
      <a:fontRef idx="minor">
        <a:schemeClr val="lt1"/>
      </a:fontRef>
    </dgm:style>
  </dgm:styleLbl>
  <dgm:styleLbl name="node4">
    <dgm:scene3d>
      <a:camera prst="orthographicFront"/>
      <a:lightRig rig="threePt" dir="t"/>
    </dgm:scene3d>
    <dgm:sp3d/>
    <dgm:txPr/>
    <dgm:style>
      <a:lnRef idx="3">
        <a:scrgbClr r="0" g="0" b="0"/>
      </a:lnRef>
      <a:fillRef idx="1">
        <a:scrgbClr r="0" g="0" b="0"/>
      </a:fillRef>
      <a:effectRef idx="1">
        <a:scrgbClr r="0" g="0" b="0"/>
      </a:effectRef>
      <a:fontRef idx="minor">
        <a:schemeClr val="lt1"/>
      </a:fontRef>
    </dgm:style>
  </dgm:styleLbl>
  <dgm:styleLbl name="fgImgPlace1">
    <dgm:scene3d>
      <a:camera prst="orthographicFront"/>
      <a:lightRig rig="threePt" dir="t"/>
    </dgm:scene3d>
    <dgm:sp3d/>
    <dgm:txPr/>
    <dgm:style>
      <a:lnRef idx="3">
        <a:scrgbClr r="0" g="0" b="0"/>
      </a:lnRef>
      <a:fillRef idx="1">
        <a:scrgbClr r="0" g="0" b="0"/>
      </a:fillRef>
      <a:effectRef idx="1">
        <a:scrgbClr r="0" g="0" b="0"/>
      </a:effectRef>
      <a:fontRef idx="minor"/>
    </dgm:style>
  </dgm:styleLbl>
  <dgm:styleLbl name="alignImgPlace1">
    <dgm:scene3d>
      <a:camera prst="orthographicFront"/>
      <a:lightRig rig="threePt" dir="t"/>
    </dgm:scene3d>
    <dgm:sp3d/>
    <dgm:txPr/>
    <dgm:style>
      <a:lnRef idx="3">
        <a:scrgbClr r="0" g="0" b="0"/>
      </a:lnRef>
      <a:fillRef idx="1">
        <a:scrgbClr r="0" g="0" b="0"/>
      </a:fillRef>
      <a:effectRef idx="1">
        <a:scrgbClr r="0" g="0" b="0"/>
      </a:effectRef>
      <a:fontRef idx="minor"/>
    </dgm:style>
  </dgm:styleLbl>
  <dgm:styleLbl name="bgImgPlace1">
    <dgm:scene3d>
      <a:camera prst="orthographicFront"/>
      <a:lightRig rig="threePt" dir="t"/>
    </dgm:scene3d>
    <dgm:sp3d/>
    <dgm:txPr/>
    <dgm:style>
      <a:lnRef idx="3">
        <a:scrgbClr r="0" g="0" b="0"/>
      </a:lnRef>
      <a:fillRef idx="1">
        <a:scrgbClr r="0" g="0" b="0"/>
      </a:fillRef>
      <a:effectRef idx="1">
        <a:scrgbClr r="0" g="0" b="0"/>
      </a:effectRef>
      <a:fontRef idx="minor"/>
    </dgm:style>
  </dgm:styleLbl>
  <dgm:styleLbl name="sibTrans2D1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1">
        <a:scrgbClr r="0" g="0" b="0"/>
      </a:effectRef>
      <a:fontRef idx="minor">
        <a:schemeClr val="lt1"/>
      </a:fontRef>
    </dgm:style>
  </dgm:styleLbl>
  <dgm:styleLbl name="fgSibTrans2D1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1">
        <a:scrgbClr r="0" g="0" b="0"/>
      </a:effectRef>
      <a:fontRef idx="minor">
        <a:schemeClr val="lt1"/>
      </a:fontRef>
    </dgm:style>
  </dgm:styleLbl>
  <dgm:styleLbl name="bgSibTrans2D1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1">
        <a:scrgbClr r="0" g="0" b="0"/>
      </a:effectRef>
      <a:fontRef idx="minor">
        <a:schemeClr val="lt1"/>
      </a:fontRef>
    </dgm:style>
  </dgm:styleLbl>
  <dgm:styleLbl name="sibTrans1D1">
    <dgm:scene3d>
      <a:camera prst="orthographicFront"/>
      <a:lightRig rig="threePt" dir="t"/>
    </dgm:scene3d>
    <dgm:sp3d/>
    <dgm:txPr/>
    <dgm:style>
      <a:lnRef idx="1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callout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1">
        <a:scrgbClr r="0" g="0" b="0"/>
      </a:effectRef>
      <a:fontRef idx="minor"/>
    </dgm:style>
  </dgm:styleLbl>
  <dgm:styleLbl name="asst0">
    <dgm:scene3d>
      <a:camera prst="orthographicFront"/>
      <a:lightRig rig="threePt" dir="t"/>
    </dgm:scene3d>
    <dgm:sp3d/>
    <dgm:txPr/>
    <dgm:style>
      <a:lnRef idx="3">
        <a:scrgbClr r="0" g="0" b="0"/>
      </a:lnRef>
      <a:fillRef idx="1">
        <a:scrgbClr r="0" g="0" b="0"/>
      </a:fillRef>
      <a:effectRef idx="1">
        <a:scrgbClr r="0" g="0" b="0"/>
      </a:effectRef>
      <a:fontRef idx="minor">
        <a:schemeClr val="lt1"/>
      </a:fontRef>
    </dgm:style>
  </dgm:styleLbl>
  <dgm:styleLbl name="asst1">
    <dgm:scene3d>
      <a:camera prst="orthographicFront"/>
      <a:lightRig rig="threePt" dir="t"/>
    </dgm:scene3d>
    <dgm:sp3d/>
    <dgm:txPr/>
    <dgm:style>
      <a:lnRef idx="3">
        <a:scrgbClr r="0" g="0" b="0"/>
      </a:lnRef>
      <a:fillRef idx="1">
        <a:scrgbClr r="0" g="0" b="0"/>
      </a:fillRef>
      <a:effectRef idx="1">
        <a:scrgbClr r="0" g="0" b="0"/>
      </a:effectRef>
      <a:fontRef idx="minor">
        <a:schemeClr val="lt1"/>
      </a:fontRef>
    </dgm:style>
  </dgm:styleLbl>
  <dgm:styleLbl name="asst2">
    <dgm:scene3d>
      <a:camera prst="orthographicFront"/>
      <a:lightRig rig="threePt" dir="t"/>
    </dgm:scene3d>
    <dgm:sp3d/>
    <dgm:txPr/>
    <dgm:style>
      <a:lnRef idx="3">
        <a:scrgbClr r="0" g="0" b="0"/>
      </a:lnRef>
      <a:fillRef idx="1">
        <a:scrgbClr r="0" g="0" b="0"/>
      </a:fillRef>
      <a:effectRef idx="1">
        <a:scrgbClr r="0" g="0" b="0"/>
      </a:effectRef>
      <a:fontRef idx="minor">
        <a:schemeClr val="lt1"/>
      </a:fontRef>
    </dgm:style>
  </dgm:styleLbl>
  <dgm:styleLbl name="asst3">
    <dgm:scene3d>
      <a:camera prst="orthographicFront"/>
      <a:lightRig rig="threePt" dir="t"/>
    </dgm:scene3d>
    <dgm:sp3d/>
    <dgm:txPr/>
    <dgm:style>
      <a:lnRef idx="3">
        <a:scrgbClr r="0" g="0" b="0"/>
      </a:lnRef>
      <a:fillRef idx="1">
        <a:scrgbClr r="0" g="0" b="0"/>
      </a:fillRef>
      <a:effectRef idx="1">
        <a:scrgbClr r="0" g="0" b="0"/>
      </a:effectRef>
      <a:fontRef idx="minor">
        <a:schemeClr val="lt1"/>
      </a:fontRef>
    </dgm:style>
  </dgm:styleLbl>
  <dgm:styleLbl name="asst4">
    <dgm:scene3d>
      <a:camera prst="orthographicFront"/>
      <a:lightRig rig="threePt" dir="t"/>
    </dgm:scene3d>
    <dgm:sp3d/>
    <dgm:txPr/>
    <dgm:style>
      <a:lnRef idx="3">
        <a:scrgbClr r="0" g="0" b="0"/>
      </a:lnRef>
      <a:fillRef idx="1">
        <a:scrgbClr r="0" g="0" b="0"/>
      </a:fillRef>
      <a:effectRef idx="1">
        <a:scrgbClr r="0" g="0" b="0"/>
      </a:effectRef>
      <a:fontRef idx="minor">
        <a:schemeClr val="lt1"/>
      </a:fontRef>
    </dgm:style>
  </dgm:styleLbl>
  <dgm:styleLbl name="parChTrans2D1">
    <dgm:scene3d>
      <a:camera prst="orthographicFront"/>
      <a:lightRig rig="threePt" dir="t"/>
    </dgm:scene3d>
    <dgm:sp3d/>
    <dgm:txPr/>
    <dgm:style>
      <a:lnRef idx="3">
        <a:scrgbClr r="0" g="0" b="0"/>
      </a:lnRef>
      <a:fillRef idx="1">
        <a:scrgbClr r="0" g="0" b="0"/>
      </a:fillRef>
      <a:effectRef idx="1">
        <a:scrgbClr r="0" g="0" b="0"/>
      </a:effectRef>
      <a:fontRef idx="minor">
        <a:schemeClr val="lt1"/>
      </a:fontRef>
    </dgm:style>
  </dgm:styleLbl>
  <dgm:styleLbl name="parChTrans2D2">
    <dgm:scene3d>
      <a:camera prst="orthographicFront"/>
      <a:lightRig rig="threePt" dir="t"/>
    </dgm:scene3d>
    <dgm:sp3d/>
    <dgm:txPr/>
    <dgm:style>
      <a:lnRef idx="3">
        <a:scrgbClr r="0" g="0" b="0"/>
      </a:lnRef>
      <a:fillRef idx="1">
        <a:scrgbClr r="0" g="0" b="0"/>
      </a:fillRef>
      <a:effectRef idx="1">
        <a:scrgbClr r="0" g="0" b="0"/>
      </a:effectRef>
      <a:fontRef idx="minor">
        <a:schemeClr val="lt1"/>
      </a:fontRef>
    </dgm:style>
  </dgm:styleLbl>
  <dgm:styleLbl name="parChTrans2D3">
    <dgm:scene3d>
      <a:camera prst="orthographicFront"/>
      <a:lightRig rig="threePt" dir="t"/>
    </dgm:scene3d>
    <dgm:sp3d/>
    <dgm:txPr/>
    <dgm:style>
      <a:lnRef idx="3">
        <a:scrgbClr r="0" g="0" b="0"/>
      </a:lnRef>
      <a:fillRef idx="1">
        <a:scrgbClr r="0" g="0" b="0"/>
      </a:fillRef>
      <a:effectRef idx="1">
        <a:scrgbClr r="0" g="0" b="0"/>
      </a:effectRef>
      <a:fontRef idx="minor">
        <a:schemeClr val="lt1"/>
      </a:fontRef>
    </dgm:style>
  </dgm:styleLbl>
  <dgm:styleLbl name="parChTrans2D4">
    <dgm:scene3d>
      <a:camera prst="orthographicFront"/>
      <a:lightRig rig="threePt" dir="t"/>
    </dgm:scene3d>
    <dgm:sp3d/>
    <dgm:txPr/>
    <dgm:style>
      <a:lnRef idx="3">
        <a:scrgbClr r="0" g="0" b="0"/>
      </a:lnRef>
      <a:fillRef idx="1">
        <a:scrgbClr r="0" g="0" b="0"/>
      </a:fillRef>
      <a:effectRef idx="1">
        <a:scrgbClr r="0" g="0" b="0"/>
      </a:effectRef>
      <a:fontRef idx="minor">
        <a:schemeClr val="lt1"/>
      </a:fontRef>
    </dgm:style>
  </dgm:styleLbl>
  <dgm:styleLbl name="parChTrans1D1">
    <dgm:scene3d>
      <a:camera prst="orthographicFront"/>
      <a:lightRig rig="threePt" dir="t"/>
    </dgm:scene3d>
    <dgm:sp3d/>
    <dgm:txPr/>
    <dgm:style>
      <a:lnRef idx="2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parChTrans1D2">
    <dgm:scene3d>
      <a:camera prst="orthographicFront"/>
      <a:lightRig rig="threePt" dir="t"/>
    </dgm:scene3d>
    <dgm:sp3d/>
    <dgm:txPr/>
    <dgm:style>
      <a:lnRef idx="2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parChTrans1D3">
    <dgm:scene3d>
      <a:camera prst="orthographicFront"/>
      <a:lightRig rig="threePt" dir="t"/>
    </dgm:scene3d>
    <dgm:sp3d/>
    <dgm:txPr/>
    <dgm:style>
      <a:lnRef idx="2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parChTrans1D4">
    <dgm:scene3d>
      <a:camera prst="orthographicFront"/>
      <a:lightRig rig="threePt" dir="t"/>
    </dgm:scene3d>
    <dgm:sp3d/>
    <dgm:txPr/>
    <dgm:style>
      <a:lnRef idx="2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f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conF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align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trAlignAcc1">
    <dgm:scene3d>
      <a:camera prst="orthographicFront"/>
      <a:lightRig rig="threePt" dir="t"/>
    </dgm:scene3d>
    <dgm:sp3d/>
    <dgm:txPr/>
    <dgm:style>
      <a:lnRef idx="1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b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solidF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solidAlign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solidB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Follow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alignAccFollow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bgAccFollow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0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2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3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4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bgShp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dkBgShp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trBgShp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Shp">
    <dgm:scene3d>
      <a:camera prst="orthographicFront"/>
      <a:lightRig rig="threePt" dir="t"/>
    </dgm:scene3d>
    <dgm:sp3d/>
    <dgm:txPr/>
    <dgm:style>
      <a:lnRef idx="3">
        <a:scrgbClr r="0" g="0" b="0"/>
      </a:lnRef>
      <a:fillRef idx="1">
        <a:scrgbClr r="0" g="0" b="0"/>
      </a:fillRef>
      <a:effectRef idx="1">
        <a:scrgbClr r="0" g="0" b="0"/>
      </a:effectRef>
      <a:fontRef idx="minor"/>
    </dgm:style>
  </dgm:styleLbl>
  <dgm:styleLbl name="revTx">
    <dgm:scene3d>
      <a:camera prst="orthographicFront"/>
      <a:lightRig rig="threePt" dir="t"/>
    </dgm:scene3d>
    <dgm:sp3d/>
    <dgm:txPr/>
    <dgm:style>
      <a:lnRef idx="0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</dgm:styleDef>
</file>

<file path=ppt/diagrams/quickStyle4.xml><?xml version="1.0" encoding="utf-8"?>
<dgm:styleDef xmlns:dgm="http://schemas.openxmlformats.org/drawingml/2006/diagram" xmlns:a="http://schemas.openxmlformats.org/drawingml/2006/main" uniqueId="urn:microsoft.com/office/officeart/2005/8/quickstyle/3d7">
  <dgm:title val=""/>
  <dgm:desc val=""/>
  <dgm:catLst>
    <dgm:cat type="3D" pri="11700"/>
  </dgm:catLst>
  <dgm:scene3d>
    <a:camera prst="perspectiveLeft" zoom="91000"/>
    <a:lightRig rig="threePt" dir="t">
      <a:rot lat="0" lon="0" rev="20640000"/>
    </a:lightRig>
  </dgm:scene3d>
  <dgm:styleLbl name="node0">
    <dgm:scene3d>
      <a:camera prst="orthographicFront"/>
      <a:lightRig rig="threePt" dir="t"/>
    </dgm:scene3d>
    <dgm:sp3d extrusionH="50600" prstMaterial="plastic">
      <a:bevelT w="101600" h="80600" prst="relaxedInset"/>
      <a:bevelB w="80600" h="80600" prst="relaxedInset"/>
    </dgm:sp3d>
    <dgm:txPr/>
    <dgm:style>
      <a:lnRef idx="0">
        <a:scrgbClr r="0" g="0" b="0"/>
      </a:lnRef>
      <a:fillRef idx="1">
        <a:scrgbClr r="0" g="0" b="0"/>
      </a:fillRef>
      <a:effectRef idx="1">
        <a:scrgbClr r="0" g="0" b="0"/>
      </a:effectRef>
      <a:fontRef idx="minor">
        <a:schemeClr val="dk1"/>
      </a:fontRef>
    </dgm:style>
  </dgm:styleLbl>
  <dgm:styleLbl name="lnNode1">
    <dgm:scene3d>
      <a:camera prst="orthographicFront"/>
      <a:lightRig rig="threePt" dir="t"/>
    </dgm:scene3d>
    <dgm:sp3d extrusionH="50600" prstMaterial="plastic">
      <a:bevelT w="101600" h="80600" prst="relaxedInset"/>
      <a:bevelB w="80600" h="80600" prst="relaxedInset"/>
    </dgm:sp3d>
    <dgm:txPr/>
    <dgm:style>
      <a:lnRef idx="0">
        <a:scrgbClr r="0" g="0" b="0"/>
      </a:lnRef>
      <a:fillRef idx="1">
        <a:scrgbClr r="0" g="0" b="0"/>
      </a:fillRef>
      <a:effectRef idx="1">
        <a:scrgbClr r="0" g="0" b="0"/>
      </a:effectRef>
      <a:fontRef idx="minor">
        <a:schemeClr val="dk1"/>
      </a:fontRef>
    </dgm:style>
  </dgm:styleLbl>
  <dgm:styleLbl name="vennNode1">
    <dgm:scene3d>
      <a:camera prst="orthographicFront"/>
      <a:lightRig rig="threePt" dir="t"/>
    </dgm:scene3d>
    <dgm:sp3d extrusionH="50600" prstMaterial="clear">
      <a:bevelT w="101600" h="80600" prst="relaxedInset"/>
      <a:bevelB w="80600" h="80600" prst="relaxedInset"/>
    </dgm:sp3d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tx1"/>
      </a:fontRef>
    </dgm:style>
  </dgm:styleLbl>
  <dgm:styleLbl name="alignNode1">
    <dgm:scene3d>
      <a:camera prst="orthographicFront"/>
      <a:lightRig rig="threePt" dir="t"/>
    </dgm:scene3d>
    <dgm:sp3d extrusionH="50600" prstMaterial="metal">
      <a:bevelT w="101600" h="80600" prst="relaxedInset"/>
      <a:bevelB w="80600" h="80600" prst="relaxedInset"/>
    </dgm:sp3d>
    <dgm:txPr/>
    <dgm:style>
      <a:lnRef idx="1">
        <a:scrgbClr r="0" g="0" b="0"/>
      </a:lnRef>
      <a:fillRef idx="1">
        <a:scrgbClr r="0" g="0" b="0"/>
      </a:fillRef>
      <a:effectRef idx="1">
        <a:scrgbClr r="0" g="0" b="0"/>
      </a:effectRef>
      <a:fontRef idx="minor">
        <a:schemeClr val="dk1"/>
      </a:fontRef>
    </dgm:style>
  </dgm:styleLbl>
  <dgm:styleLbl name="node1">
    <dgm:scene3d>
      <a:camera prst="orthographicFront"/>
      <a:lightRig rig="threePt" dir="t"/>
    </dgm:scene3d>
    <dgm:sp3d extrusionH="50600" prstMaterial="metal">
      <a:bevelT w="101600" h="80600" prst="relaxedInset"/>
      <a:bevelB w="80600" h="80600" prst="relaxedInset"/>
    </dgm:sp3d>
    <dgm:txPr/>
    <dgm:style>
      <a:lnRef idx="0">
        <a:scrgbClr r="0" g="0" b="0"/>
      </a:lnRef>
      <a:fillRef idx="1">
        <a:scrgbClr r="0" g="0" b="0"/>
      </a:fillRef>
      <a:effectRef idx="1">
        <a:scrgbClr r="0" g="0" b="0"/>
      </a:effectRef>
      <a:fontRef idx="minor">
        <a:schemeClr val="dk1"/>
      </a:fontRef>
    </dgm:style>
  </dgm:styleLbl>
  <dgm:styleLbl name="node2">
    <dgm:scene3d>
      <a:camera prst="orthographicFront"/>
      <a:lightRig rig="threePt" dir="t"/>
    </dgm:scene3d>
    <dgm:sp3d extrusionH="50600" prstMaterial="plastic">
      <a:bevelT w="101600" h="80600" prst="relaxedInset"/>
      <a:bevelB w="80600" h="80600" prst="relaxedInset"/>
    </dgm:sp3d>
    <dgm:txPr/>
    <dgm:style>
      <a:lnRef idx="0">
        <a:scrgbClr r="0" g="0" b="0"/>
      </a:lnRef>
      <a:fillRef idx="1">
        <a:scrgbClr r="0" g="0" b="0"/>
      </a:fillRef>
      <a:effectRef idx="1">
        <a:scrgbClr r="0" g="0" b="0"/>
      </a:effectRef>
      <a:fontRef idx="minor">
        <a:schemeClr val="dk1"/>
      </a:fontRef>
    </dgm:style>
  </dgm:styleLbl>
  <dgm:styleLbl name="node3">
    <dgm:scene3d>
      <a:camera prst="orthographicFront"/>
      <a:lightRig rig="threePt" dir="t"/>
    </dgm:scene3d>
    <dgm:sp3d extrusionH="50600" prstMaterial="plastic">
      <a:bevelT w="101600" h="80600" prst="relaxedInset"/>
      <a:bevelB w="80600" h="80600" prst="relaxedInset"/>
    </dgm:sp3d>
    <dgm:txPr/>
    <dgm:style>
      <a:lnRef idx="0">
        <a:scrgbClr r="0" g="0" b="0"/>
      </a:lnRef>
      <a:fillRef idx="1">
        <a:scrgbClr r="0" g="0" b="0"/>
      </a:fillRef>
      <a:effectRef idx="1">
        <a:scrgbClr r="0" g="0" b="0"/>
      </a:effectRef>
      <a:fontRef idx="minor">
        <a:schemeClr val="dk1"/>
      </a:fontRef>
    </dgm:style>
  </dgm:styleLbl>
  <dgm:styleLbl name="node4">
    <dgm:scene3d>
      <a:camera prst="orthographicFront"/>
      <a:lightRig rig="threePt" dir="t"/>
    </dgm:scene3d>
    <dgm:sp3d extrusionH="50600" prstMaterial="plastic">
      <a:bevelT w="101600" h="80600" prst="relaxedInset"/>
      <a:bevelB w="80600" h="80600" prst="relaxedInset"/>
    </dgm:sp3d>
    <dgm:txPr/>
    <dgm:style>
      <a:lnRef idx="0">
        <a:scrgbClr r="0" g="0" b="0"/>
      </a:lnRef>
      <a:fillRef idx="1">
        <a:scrgbClr r="0" g="0" b="0"/>
      </a:fillRef>
      <a:effectRef idx="1">
        <a:scrgbClr r="0" g="0" b="0"/>
      </a:effectRef>
      <a:fontRef idx="minor">
        <a:schemeClr val="dk1"/>
      </a:fontRef>
    </dgm:style>
  </dgm:styleLbl>
  <dgm:styleLbl name="fgImgPlace1">
    <dgm:scene3d>
      <a:camera prst="orthographicFront"/>
      <a:lightRig rig="threePt" dir="t"/>
    </dgm:scene3d>
    <dgm:sp3d z="57200" extrusionH="10600" prstMaterial="plastic">
      <a:bevelT w="101600" h="8600" prst="relaxedInset"/>
      <a:bevelB w="8600" h="8600" prst="relaxedInset"/>
    </dgm:sp3d>
    <dgm:txPr/>
    <dgm:style>
      <a:lnRef idx="0">
        <a:scrgbClr r="0" g="0" b="0"/>
      </a:lnRef>
      <a:fillRef idx="1">
        <a:scrgbClr r="0" g="0" b="0"/>
      </a:fillRef>
      <a:effectRef idx="1">
        <a:scrgbClr r="0" g="0" b="0"/>
      </a:effectRef>
      <a:fontRef idx="minor"/>
    </dgm:style>
  </dgm:styleLbl>
  <dgm:styleLbl name="alignImgPlace1">
    <dgm:scene3d>
      <a:camera prst="orthographicFront"/>
      <a:lightRig rig="threePt" dir="t"/>
    </dgm:scene3d>
    <dgm:sp3d extrusionH="50600" prstMaterial="plastic">
      <a:bevelT w="101600" h="80600" prst="relaxedInset"/>
      <a:bevelB w="80600" h="80600" prst="relaxedInset"/>
    </dgm:sp3d>
    <dgm:txPr/>
    <dgm:style>
      <a:lnRef idx="0">
        <a:scrgbClr r="0" g="0" b="0"/>
      </a:lnRef>
      <a:fillRef idx="1">
        <a:scrgbClr r="0" g="0" b="0"/>
      </a:fillRef>
      <a:effectRef idx="1">
        <a:scrgbClr r="0" g="0" b="0"/>
      </a:effectRef>
      <a:fontRef idx="minor"/>
    </dgm:style>
  </dgm:styleLbl>
  <dgm:styleLbl name="bgImgPlace1">
    <dgm:scene3d>
      <a:camera prst="orthographicFront"/>
      <a:lightRig rig="threePt" dir="t"/>
    </dgm:scene3d>
    <dgm:sp3d z="-211800" extrusionH="10600" prstMaterial="plastic">
      <a:bevelT w="101600" h="8600" prst="relaxedInset"/>
      <a:bevelB w="8600" h="8600" prst="relaxedInset"/>
    </dgm:sp3d>
    <dgm:txPr/>
    <dgm:style>
      <a:lnRef idx="0">
        <a:scrgbClr r="0" g="0" b="0"/>
      </a:lnRef>
      <a:fillRef idx="1">
        <a:scrgbClr r="0" g="0" b="0"/>
      </a:fillRef>
      <a:effectRef idx="1">
        <a:scrgbClr r="0" g="0" b="0"/>
      </a:effectRef>
      <a:fontRef idx="minor"/>
    </dgm:style>
  </dgm:styleLbl>
  <dgm:styleLbl name="sibTrans2D1">
    <dgm:scene3d>
      <a:camera prst="orthographicFront"/>
      <a:lightRig rig="threePt" dir="t"/>
    </dgm:scene3d>
    <dgm:sp3d z="-110000">
      <a:bevelT w="40600" h="20600" prst="relaxedInset"/>
    </dgm:sp3d>
    <dgm:txPr/>
    <dgm:style>
      <a:lnRef idx="0">
        <a:scrgbClr r="0" g="0" b="0"/>
      </a:lnRef>
      <a:fillRef idx="1">
        <a:scrgbClr r="0" g="0" b="0"/>
      </a:fillRef>
      <a:effectRef idx="2">
        <a:scrgbClr r="0" g="0" b="0"/>
      </a:effectRef>
      <a:fontRef idx="minor"/>
    </dgm:style>
  </dgm:styleLbl>
  <dgm:styleLbl name="fgSibTrans2D1">
    <dgm:scene3d>
      <a:camera prst="orthographicFront"/>
      <a:lightRig rig="threePt" dir="t"/>
    </dgm:scene3d>
    <dgm:sp3d z="10600">
      <a:bevelT w="40600" h="20600" prst="relaxedInset"/>
    </dgm:sp3d>
    <dgm:txPr/>
    <dgm:style>
      <a:lnRef idx="0">
        <a:scrgbClr r="0" g="0" b="0"/>
      </a:lnRef>
      <a:fillRef idx="1">
        <a:scrgbClr r="0" g="0" b="0"/>
      </a:fillRef>
      <a:effectRef idx="2">
        <a:scrgbClr r="0" g="0" b="0"/>
      </a:effectRef>
      <a:fontRef idx="minor"/>
    </dgm:style>
  </dgm:styleLbl>
  <dgm:styleLbl name="bgSibTrans2D1">
    <dgm:scene3d>
      <a:camera prst="orthographicFront"/>
      <a:lightRig rig="threePt" dir="t"/>
    </dgm:scene3d>
    <dgm:sp3d z="-211800">
      <a:bevelT w="40600" h="20600" prst="relaxedInset"/>
    </dgm:sp3d>
    <dgm:txPr/>
    <dgm:style>
      <a:lnRef idx="0">
        <a:scrgbClr r="0" g="0" b="0"/>
      </a:lnRef>
      <a:fillRef idx="1">
        <a:scrgbClr r="0" g="0" b="0"/>
      </a:fillRef>
      <a:effectRef idx="2">
        <a:scrgbClr r="0" g="0" b="0"/>
      </a:effectRef>
      <a:fontRef idx="minor"/>
    </dgm:style>
  </dgm:styleLbl>
  <dgm:styleLbl name="sibTrans1D1">
    <dgm:scene3d>
      <a:camera prst="orthographicFront"/>
      <a:lightRig rig="threePt" dir="t"/>
    </dgm:scene3d>
    <dgm:sp3d z="-110000"/>
    <dgm:txPr/>
    <dgm:style>
      <a:lnRef idx="1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callout">
    <dgm:scene3d>
      <a:camera prst="orthographicFront"/>
      <a:lightRig rig="threePt" dir="t"/>
    </dgm:scene3d>
    <dgm:sp3d z="10000"/>
    <dgm:txPr/>
    <dgm:style>
      <a:lnRef idx="1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asst0">
    <dgm:scene3d>
      <a:camera prst="orthographicFront"/>
      <a:lightRig rig="threePt" dir="t"/>
    </dgm:scene3d>
    <dgm:sp3d extrusionH="50600" prstMaterial="plastic">
      <a:bevelT w="101600" h="80600" prst="relaxedInset"/>
      <a:bevelB w="80600" h="80600" prst="relaxedInset"/>
    </dgm:sp3d>
    <dgm:txPr/>
    <dgm:style>
      <a:lnRef idx="0">
        <a:scrgbClr r="0" g="0" b="0"/>
      </a:lnRef>
      <a:fillRef idx="1">
        <a:scrgbClr r="0" g="0" b="0"/>
      </a:fillRef>
      <a:effectRef idx="1">
        <a:scrgbClr r="0" g="0" b="0"/>
      </a:effectRef>
      <a:fontRef idx="minor">
        <a:schemeClr val="dk1"/>
      </a:fontRef>
    </dgm:style>
  </dgm:styleLbl>
  <dgm:styleLbl name="asst1">
    <dgm:scene3d>
      <a:camera prst="orthographicFront"/>
      <a:lightRig rig="threePt" dir="t"/>
    </dgm:scene3d>
    <dgm:sp3d extrusionH="50600" prstMaterial="plastic">
      <a:bevelT w="101600" h="80600" prst="relaxedInset"/>
      <a:bevelB w="80600" h="80600" prst="relaxedInset"/>
    </dgm:sp3d>
    <dgm:txPr/>
    <dgm:style>
      <a:lnRef idx="0">
        <a:scrgbClr r="0" g="0" b="0"/>
      </a:lnRef>
      <a:fillRef idx="1">
        <a:scrgbClr r="0" g="0" b="0"/>
      </a:fillRef>
      <a:effectRef idx="1">
        <a:scrgbClr r="0" g="0" b="0"/>
      </a:effectRef>
      <a:fontRef idx="minor">
        <a:schemeClr val="dk1"/>
      </a:fontRef>
    </dgm:style>
  </dgm:styleLbl>
  <dgm:styleLbl name="asst2">
    <dgm:scene3d>
      <a:camera prst="orthographicFront"/>
      <a:lightRig rig="threePt" dir="t"/>
    </dgm:scene3d>
    <dgm:sp3d extrusionH="50600" prstMaterial="plastic">
      <a:bevelT w="101600" h="80600" prst="relaxedInset"/>
      <a:bevelB w="80600" h="80600" prst="relaxedInset"/>
    </dgm:sp3d>
    <dgm:txPr/>
    <dgm:style>
      <a:lnRef idx="0">
        <a:scrgbClr r="0" g="0" b="0"/>
      </a:lnRef>
      <a:fillRef idx="1">
        <a:scrgbClr r="0" g="0" b="0"/>
      </a:fillRef>
      <a:effectRef idx="1">
        <a:scrgbClr r="0" g="0" b="0"/>
      </a:effectRef>
      <a:fontRef idx="minor">
        <a:schemeClr val="dk1"/>
      </a:fontRef>
    </dgm:style>
  </dgm:styleLbl>
  <dgm:styleLbl name="asst3">
    <dgm:scene3d>
      <a:camera prst="orthographicFront"/>
      <a:lightRig rig="threePt" dir="t"/>
    </dgm:scene3d>
    <dgm:sp3d extrusionH="50600" prstMaterial="plastic">
      <a:bevelT w="101600" h="80600" prst="relaxedInset"/>
      <a:bevelB w="80600" h="80600" prst="relaxedInset"/>
    </dgm:sp3d>
    <dgm:txPr/>
    <dgm:style>
      <a:lnRef idx="0">
        <a:scrgbClr r="0" g="0" b="0"/>
      </a:lnRef>
      <a:fillRef idx="1">
        <a:scrgbClr r="0" g="0" b="0"/>
      </a:fillRef>
      <a:effectRef idx="1">
        <a:scrgbClr r="0" g="0" b="0"/>
      </a:effectRef>
      <a:fontRef idx="minor">
        <a:schemeClr val="dk1"/>
      </a:fontRef>
    </dgm:style>
  </dgm:styleLbl>
  <dgm:styleLbl name="asst4">
    <dgm:scene3d>
      <a:camera prst="orthographicFront"/>
      <a:lightRig rig="threePt" dir="t"/>
    </dgm:scene3d>
    <dgm:sp3d extrusionH="50600" prstMaterial="plastic">
      <a:bevelT w="101600" h="80600" prst="relaxedInset"/>
      <a:bevelB w="80600" h="80600" prst="relaxedInset"/>
    </dgm:sp3d>
    <dgm:txPr/>
    <dgm:style>
      <a:lnRef idx="0">
        <a:scrgbClr r="0" g="0" b="0"/>
      </a:lnRef>
      <a:fillRef idx="1">
        <a:scrgbClr r="0" g="0" b="0"/>
      </a:fillRef>
      <a:effectRef idx="1">
        <a:scrgbClr r="0" g="0" b="0"/>
      </a:effectRef>
      <a:fontRef idx="minor">
        <a:schemeClr val="dk1"/>
      </a:fontRef>
    </dgm:style>
  </dgm:styleLbl>
  <dgm:styleLbl name="parChTrans2D1">
    <dgm:scene3d>
      <a:camera prst="orthographicFront"/>
      <a:lightRig rig="threePt" dir="t"/>
    </dgm:scene3d>
    <dgm:sp3d z="-110000">
      <a:bevelT w="40600" h="20600" prst="relaxedInset"/>
    </dgm:sp3d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parChTrans2D2">
    <dgm:scene3d>
      <a:camera prst="orthographicFront"/>
      <a:lightRig rig="threePt" dir="t"/>
    </dgm:scene3d>
    <dgm:sp3d z="-110000">
      <a:bevelT w="40600" h="20600" prst="relaxedInset"/>
    </dgm:sp3d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parChTrans2D3">
    <dgm:scene3d>
      <a:camera prst="orthographicFront"/>
      <a:lightRig rig="threePt" dir="t"/>
    </dgm:scene3d>
    <dgm:sp3d z="-110000"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parChTrans2D4">
    <dgm:scene3d>
      <a:camera prst="orthographicFront"/>
      <a:lightRig rig="threePt" dir="t"/>
    </dgm:scene3d>
    <dgm:sp3d z="-110000"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parChTrans1D1">
    <dgm:scene3d>
      <a:camera prst="orthographicFront"/>
      <a:lightRig rig="threePt" dir="t"/>
    </dgm:scene3d>
    <dgm:sp3d z="-110000"/>
    <dgm:txPr/>
    <dgm:style>
      <a:lnRef idx="2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parChTrans1D2">
    <dgm:scene3d>
      <a:camera prst="orthographicFront"/>
      <a:lightRig rig="threePt" dir="t"/>
    </dgm:scene3d>
    <dgm:sp3d z="-110000"/>
    <dgm:txPr/>
    <dgm:style>
      <a:lnRef idx="2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parChTrans1D3">
    <dgm:scene3d>
      <a:camera prst="orthographicFront"/>
      <a:lightRig rig="threePt" dir="t"/>
    </dgm:scene3d>
    <dgm:sp3d z="-110000"/>
    <dgm:txPr/>
    <dgm:style>
      <a:lnRef idx="2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parChTrans1D4">
    <dgm:scene3d>
      <a:camera prst="orthographicFront"/>
      <a:lightRig rig="threePt" dir="t"/>
    </dgm:scene3d>
    <dgm:sp3d z="-110000"/>
    <dgm:txPr/>
    <dgm:style>
      <a:lnRef idx="2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fgAcc1">
    <dgm:scene3d>
      <a:camera prst="orthographicFront"/>
      <a:lightRig rig="threePt" dir="t"/>
    </dgm:scene3d>
    <dgm:sp3d z="57200" extrusionH="600" contourW="3000">
      <a:bevelT w="48600" h="18600" prst="relaxedInset"/>
      <a:bevelB w="48600" h="8600" prst="relaxedInset"/>
    </dgm:sp3d>
    <dgm:txPr/>
    <dgm:style>
      <a:lnRef idx="1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conFgAcc1">
    <dgm:scene3d>
      <a:camera prst="orthographicFront"/>
      <a:lightRig rig="threePt" dir="t"/>
    </dgm:scene3d>
    <dgm:sp3d z="-161800" extrusionH="10600" prstMaterial="matte">
      <a:bevelT w="90600" h="18600" prst="softRound"/>
      <a:bevelB w="48600" h="8600" prst="relaxedInset"/>
    </dgm:sp3d>
    <dgm:txPr/>
    <dgm:style>
      <a:lnRef idx="1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alignAcc1">
    <dgm:scene3d>
      <a:camera prst="orthographicFront"/>
      <a:lightRig rig="threePt" dir="t"/>
    </dgm:scene3d>
    <dgm:sp3d extrusionH="50600">
      <a:bevelT w="101600" h="80600"/>
      <a:bevelB w="80600" h="80600"/>
    </dgm:sp3d>
    <dgm:txPr/>
    <dgm:style>
      <a:lnRef idx="1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trAlignAcc1">
    <dgm:scene3d>
      <a:camera prst="orthographicFront"/>
      <a:lightRig rig="threePt" dir="t"/>
    </dgm:scene3d>
    <dgm:sp3d extrusionH="50600">
      <a:bevelT w="101600" h="80600"/>
    </dgm:sp3d>
    <dgm:txPr/>
    <dgm:style>
      <a:lnRef idx="1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bgAcc1">
    <dgm:scene3d>
      <a:camera prst="orthographicFront"/>
      <a:lightRig rig="threePt" dir="t"/>
    </dgm:scene3d>
    <dgm:sp3d z="-161800" extrusionH="10600" prstMaterial="matte">
      <a:bevelT w="90600" h="18600" prst="softRound"/>
      <a:bevelB w="48600" h="8600" prst="relaxedInset"/>
    </dgm:sp3d>
    <dgm:txPr/>
    <dgm:style>
      <a:lnRef idx="1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solidFgAcc1">
    <dgm:scene3d>
      <a:camera prst="orthographicFront"/>
      <a:lightRig rig="threePt" dir="t"/>
    </dgm:scene3d>
    <dgm:sp3d z="57200" extrusionH="600" contourW="3000">
      <a:bevelT w="48600" h="18600" prst="relaxedInset"/>
      <a:bevelB w="48600" h="8600" prst="relaxedInset"/>
    </dgm:sp3d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solidAlignAcc1">
    <dgm:scene3d>
      <a:camera prst="orthographicFront"/>
      <a:lightRig rig="threePt" dir="t"/>
    </dgm:scene3d>
    <dgm:sp3d extrusionH="50600" contourW="3000">
      <a:bevelT w="101600" h="80600" prst="relaxedInset"/>
      <a:bevelB w="80600" h="80600" prst="relaxedInset"/>
    </dgm:sp3d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solidBgAcc1">
    <dgm:scene3d>
      <a:camera prst="orthographicFront"/>
      <a:lightRig rig="threePt" dir="t"/>
    </dgm:scene3d>
    <dgm:sp3d z="-161800" extrusionH="10600" contourW="3000">
      <a:bevelT w="48600" h="8600" prst="softRound"/>
      <a:bevelB w="48600" h="8600" prst="relaxedInset"/>
    </dgm:sp3d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FollowNode1">
    <dgm:scene3d>
      <a:camera prst="orthographicFront"/>
      <a:lightRig rig="threePt" dir="t"/>
    </dgm:scene3d>
    <dgm:sp3d z="57200" extrusionH="600" contourW="3000">
      <a:bevelT w="48600" h="18600" prst="relaxedInset"/>
      <a:bevelB w="48600" h="8600" prst="relaxedInset"/>
    </dgm:sp3d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alignAccFollowNode1">
    <dgm:scene3d>
      <a:camera prst="orthographicFront"/>
      <a:lightRig rig="threePt" dir="t"/>
    </dgm:scene3d>
    <dgm:sp3d extrusionH="50600" contourW="3000">
      <a:bevelT w="101600" h="80600" prst="relaxedInset"/>
      <a:bevelB w="80600" h="80600" prst="relaxedInset"/>
    </dgm:sp3d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bgAccFollowNode1">
    <dgm:scene3d>
      <a:camera prst="orthographicFront"/>
      <a:lightRig rig="threePt" dir="t"/>
    </dgm:scene3d>
    <dgm:sp3d z="-161800" extrusionH="10600" contourW="3000">
      <a:bevelT w="48600" h="8600" prst="relaxedInset"/>
      <a:bevelB w="48600" h="8600" prst="relaxedInset"/>
    </dgm:sp3d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0">
    <dgm:scene3d>
      <a:camera prst="orthographicFront"/>
      <a:lightRig rig="threePt" dir="t"/>
    </dgm:scene3d>
    <dgm:sp3d z="57200" extrusionH="600" contourW="3000">
      <a:bevelT w="48600" h="18600" prst="relaxedInset"/>
      <a:bevelB w="48600" h="8600" prst="relaxedInset"/>
    </dgm:sp3d>
    <dgm:txPr/>
    <dgm:style>
      <a:lnRef idx="1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2">
    <dgm:scene3d>
      <a:camera prst="orthographicFront"/>
      <a:lightRig rig="threePt" dir="t"/>
    </dgm:scene3d>
    <dgm:sp3d z="57200" extrusionH="600" contourW="3000">
      <a:bevelT w="48600" h="18600" prst="relaxedInset"/>
      <a:bevelB w="48600" h="8600" prst="relaxedInset"/>
    </dgm:sp3d>
    <dgm:txPr/>
    <dgm:style>
      <a:lnRef idx="1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3">
    <dgm:scene3d>
      <a:camera prst="orthographicFront"/>
      <a:lightRig rig="threePt" dir="t"/>
    </dgm:scene3d>
    <dgm:sp3d z="57200" extrusionH="600" contourW="3000">
      <a:bevelT w="48600" h="18600" prst="relaxedInset"/>
      <a:bevelB w="48600" h="8600" prst="relaxedInset"/>
    </dgm:sp3d>
    <dgm:txPr/>
    <dgm:style>
      <a:lnRef idx="1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4">
    <dgm:scene3d>
      <a:camera prst="orthographicFront"/>
      <a:lightRig rig="threePt" dir="t"/>
    </dgm:scene3d>
    <dgm:sp3d z="57200" extrusionH="600" contourW="3000">
      <a:bevelT w="48600" h="18600" prst="relaxedInset"/>
      <a:bevelB w="48600" h="8600" prst="relaxedInset"/>
    </dgm:sp3d>
    <dgm:txPr/>
    <dgm:style>
      <a:lnRef idx="1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bgShp">
    <dgm:scene3d>
      <a:camera prst="orthographicFront"/>
      <a:lightRig rig="threePt" dir="t"/>
    </dgm:scene3d>
    <dgm:sp3d z="-161800" extrusionH="600" contourW="3000">
      <a:bevelT w="48600" h="18600" prst="relaxedInset"/>
      <a:bevelB w="48600" h="8600" prst="relaxedInset"/>
    </dgm:sp3d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dkBgShp">
    <dgm:scene3d>
      <a:camera prst="orthographicFront"/>
      <a:lightRig rig="threePt" dir="t"/>
    </dgm:scene3d>
    <dgm:sp3d extrusionH="50600">
      <a:bevelT w="80600" h="80600" prst="relaxedInset"/>
      <a:bevelB w="80600" h="80600" prst="relaxedInset"/>
    </dgm:sp3d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trBgShp">
    <dgm:scene3d>
      <a:camera prst="orthographicFront"/>
      <a:lightRig rig="threePt" dir="t"/>
    </dgm:scene3d>
    <dgm:sp3d z="-152400" prstMaterial="matte"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Shp">
    <dgm:scene3d>
      <a:camera prst="orthographicFront"/>
      <a:lightRig rig="threePt" dir="t"/>
    </dgm:scene3d>
    <dgm:sp3d z="57200" extrusionH="600" contourW="3000" prstMaterial="plastic">
      <a:bevelT w="80600" h="18600" prst="relaxedInset"/>
      <a:bevelB w="80600" h="8600" prst="relaxedInset"/>
    </dgm:sp3d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revTx">
    <dgm:scene3d>
      <a:camera prst="orthographicFront"/>
      <a:lightRig rig="threePt" dir="t"/>
    </dgm:scene3d>
    <dgm:sp3d/>
    <dgm:txPr/>
    <dgm:style>
      <a:lnRef idx="0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</dgm:styleDef>
</file>

<file path=ppt/diagrams/quickStyle5.xml><?xml version="1.0" encoding="utf-8"?>
<dgm:styleDef xmlns:dgm="http://schemas.openxmlformats.org/drawingml/2006/diagram" xmlns:a="http://schemas.openxmlformats.org/drawingml/2006/main" uniqueId="urn:microsoft.com/office/officeart/2005/8/quickstyle/3d6">
  <dgm:title val=""/>
  <dgm:desc val=""/>
  <dgm:catLst>
    <dgm:cat type="3D" pri="11600"/>
  </dgm:catLst>
  <dgm:scene3d>
    <a:camera prst="perspectiveRelaxedModerately" zoom="92000"/>
    <a:lightRig rig="balanced" dir="t">
      <a:rot lat="0" lon="0" rev="12700000"/>
    </a:lightRig>
  </dgm:scene3d>
  <dgm:styleLbl name="node0">
    <dgm:scene3d>
      <a:camera prst="orthographicFront"/>
      <a:lightRig rig="threePt" dir="t"/>
    </dgm:scene3d>
    <dgm:sp3d prstMaterial="plastic">
      <a:bevelT w="50800" h="50800"/>
      <a:bevelB w="50800" h="50800"/>
    </dgm:sp3d>
    <dgm:txPr/>
    <dgm:style>
      <a:lnRef idx="0">
        <a:scrgbClr r="0" g="0" b="0"/>
      </a:lnRef>
      <a:fillRef idx="1">
        <a:scrgbClr r="0" g="0" b="0"/>
      </a:fillRef>
      <a:effectRef idx="2">
        <a:scrgbClr r="0" g="0" b="0"/>
      </a:effectRef>
      <a:fontRef idx="minor">
        <a:schemeClr val="lt1"/>
      </a:fontRef>
    </dgm:style>
  </dgm:styleLbl>
  <dgm:styleLbl name="lnNode1">
    <dgm:scene3d>
      <a:camera prst="orthographicFront"/>
      <a:lightRig rig="threePt" dir="t"/>
    </dgm:scene3d>
    <dgm:sp3d prstMaterial="plastic">
      <a:bevelT w="50800" h="50800"/>
      <a:bevelB w="50800" h="50800"/>
    </dgm:sp3d>
    <dgm:txPr/>
    <dgm:style>
      <a:lnRef idx="0">
        <a:scrgbClr r="0" g="0" b="0"/>
      </a:lnRef>
      <a:fillRef idx="1">
        <a:scrgbClr r="0" g="0" b="0"/>
      </a:fillRef>
      <a:effectRef idx="2">
        <a:scrgbClr r="0" g="0" b="0"/>
      </a:effectRef>
      <a:fontRef idx="minor">
        <a:schemeClr val="lt1"/>
      </a:fontRef>
    </dgm:style>
  </dgm:styleLbl>
  <dgm:styleLbl name="vennNode1">
    <dgm:scene3d>
      <a:camera prst="orthographicFront"/>
      <a:lightRig rig="threePt" dir="t"/>
    </dgm:scene3d>
    <dgm:sp3d prstMaterial="plastic">
      <a:bevelT w="50800" h="50800"/>
      <a:bevelB w="50800" h="50800"/>
    </dgm:sp3d>
    <dgm:txPr/>
    <dgm:style>
      <a:lnRef idx="0">
        <a:scrgbClr r="0" g="0" b="0"/>
      </a:lnRef>
      <a:fillRef idx="1">
        <a:scrgbClr r="0" g="0" b="0"/>
      </a:fillRef>
      <a:effectRef idx="2">
        <a:scrgbClr r="0" g="0" b="0"/>
      </a:effectRef>
      <a:fontRef idx="minor">
        <a:schemeClr val="tx1"/>
      </a:fontRef>
    </dgm:style>
  </dgm:styleLbl>
  <dgm:styleLbl name="alignNode1">
    <dgm:scene3d>
      <a:camera prst="orthographicFront"/>
      <a:lightRig rig="threePt" dir="t"/>
    </dgm:scene3d>
    <dgm:sp3d prstMaterial="plastic">
      <a:bevelT w="50800" h="50800"/>
      <a:bevelB w="50800" h="50800"/>
    </dgm:sp3d>
    <dgm:txPr/>
    <dgm:style>
      <a:lnRef idx="1">
        <a:scrgbClr r="0" g="0" b="0"/>
      </a:lnRef>
      <a:fillRef idx="1">
        <a:scrgbClr r="0" g="0" b="0"/>
      </a:fillRef>
      <a:effectRef idx="2">
        <a:scrgbClr r="0" g="0" b="0"/>
      </a:effectRef>
      <a:fontRef idx="minor">
        <a:schemeClr val="lt1"/>
      </a:fontRef>
    </dgm:style>
  </dgm:styleLbl>
  <dgm:styleLbl name="node1">
    <dgm:scene3d>
      <a:camera prst="orthographicFront"/>
      <a:lightRig rig="threePt" dir="t"/>
    </dgm:scene3d>
    <dgm:sp3d prstMaterial="plastic">
      <a:bevelT w="50800" h="50800"/>
      <a:bevelB w="50800" h="50800"/>
    </dgm:sp3d>
    <dgm:txPr/>
    <dgm:style>
      <a:lnRef idx="0">
        <a:scrgbClr r="0" g="0" b="0"/>
      </a:lnRef>
      <a:fillRef idx="1">
        <a:scrgbClr r="0" g="0" b="0"/>
      </a:fillRef>
      <a:effectRef idx="2">
        <a:scrgbClr r="0" g="0" b="0"/>
      </a:effectRef>
      <a:fontRef idx="minor">
        <a:schemeClr val="lt1"/>
      </a:fontRef>
    </dgm:style>
  </dgm:styleLbl>
  <dgm:styleLbl name="node2">
    <dgm:scene3d>
      <a:camera prst="orthographicFront"/>
      <a:lightRig rig="threePt" dir="t"/>
    </dgm:scene3d>
    <dgm:sp3d prstMaterial="plastic">
      <a:bevelT w="50800" h="50800"/>
      <a:bevelB w="50800" h="50800"/>
    </dgm:sp3d>
    <dgm:txPr/>
    <dgm:style>
      <a:lnRef idx="0">
        <a:scrgbClr r="0" g="0" b="0"/>
      </a:lnRef>
      <a:fillRef idx="1">
        <a:scrgbClr r="0" g="0" b="0"/>
      </a:fillRef>
      <a:effectRef idx="2">
        <a:scrgbClr r="0" g="0" b="0"/>
      </a:effectRef>
      <a:fontRef idx="minor">
        <a:schemeClr val="lt1"/>
      </a:fontRef>
    </dgm:style>
  </dgm:styleLbl>
  <dgm:styleLbl name="node3">
    <dgm:scene3d>
      <a:camera prst="orthographicFront"/>
      <a:lightRig rig="threePt" dir="t"/>
    </dgm:scene3d>
    <dgm:sp3d prstMaterial="plastic">
      <a:bevelT w="50800" h="50800"/>
      <a:bevelB w="50800" h="50800"/>
    </dgm:sp3d>
    <dgm:txPr/>
    <dgm:style>
      <a:lnRef idx="0">
        <a:scrgbClr r="0" g="0" b="0"/>
      </a:lnRef>
      <a:fillRef idx="1">
        <a:scrgbClr r="0" g="0" b="0"/>
      </a:fillRef>
      <a:effectRef idx="2">
        <a:scrgbClr r="0" g="0" b="0"/>
      </a:effectRef>
      <a:fontRef idx="minor">
        <a:schemeClr val="lt1"/>
      </a:fontRef>
    </dgm:style>
  </dgm:styleLbl>
  <dgm:styleLbl name="node4">
    <dgm:scene3d>
      <a:camera prst="orthographicFront"/>
      <a:lightRig rig="threePt" dir="t"/>
    </dgm:scene3d>
    <dgm:sp3d prstMaterial="plastic">
      <a:bevelT w="50800" h="50800"/>
      <a:bevelB w="50800" h="50800"/>
    </dgm:sp3d>
    <dgm:txPr/>
    <dgm:style>
      <a:lnRef idx="0">
        <a:scrgbClr r="0" g="0" b="0"/>
      </a:lnRef>
      <a:fillRef idx="1">
        <a:scrgbClr r="0" g="0" b="0"/>
      </a:fillRef>
      <a:effectRef idx="2">
        <a:scrgbClr r="0" g="0" b="0"/>
      </a:effectRef>
      <a:fontRef idx="minor">
        <a:schemeClr val="lt1"/>
      </a:fontRef>
    </dgm:style>
  </dgm:styleLbl>
  <dgm:styleLbl name="fgImgPlace1">
    <dgm:scene3d>
      <a:camera prst="orthographicFront"/>
      <a:lightRig rig="threePt" dir="t"/>
    </dgm:scene3d>
    <dgm:sp3d z="50080" prstMaterial="plastic">
      <a:bevelT w="50800" h="50800"/>
      <a:bevelB w="50800" h="50800"/>
    </dgm:sp3d>
    <dgm:txPr/>
    <dgm:style>
      <a:lnRef idx="0">
        <a:scrgbClr r="0" g="0" b="0"/>
      </a:lnRef>
      <a:fillRef idx="1">
        <a:scrgbClr r="0" g="0" b="0"/>
      </a:fillRef>
      <a:effectRef idx="2">
        <a:scrgbClr r="0" g="0" b="0"/>
      </a:effectRef>
      <a:fontRef idx="minor"/>
    </dgm:style>
  </dgm:styleLbl>
  <dgm:styleLbl name="alignImgPlace1">
    <dgm:scene3d>
      <a:camera prst="orthographicFront"/>
      <a:lightRig rig="threePt" dir="t"/>
    </dgm:scene3d>
    <dgm:sp3d prstMaterial="plastic">
      <a:bevelT w="50800" h="50800"/>
      <a:bevelB w="50800" h="50800"/>
    </dgm:sp3d>
    <dgm:txPr/>
    <dgm:style>
      <a:lnRef idx="0">
        <a:scrgbClr r="0" g="0" b="0"/>
      </a:lnRef>
      <a:fillRef idx="1">
        <a:scrgbClr r="0" g="0" b="0"/>
      </a:fillRef>
      <a:effectRef idx="2">
        <a:scrgbClr r="0" g="0" b="0"/>
      </a:effectRef>
      <a:fontRef idx="minor"/>
    </dgm:style>
  </dgm:styleLbl>
  <dgm:styleLbl name="bgImgPlace1">
    <dgm:scene3d>
      <a:camera prst="orthographicFront"/>
      <a:lightRig rig="threePt" dir="t"/>
    </dgm:scene3d>
    <dgm:sp3d z="-54000" prstMaterial="plastic">
      <a:bevelT w="50800" h="50800"/>
      <a:bevelB w="50800" h="50800"/>
    </dgm:sp3d>
    <dgm:txPr/>
    <dgm:style>
      <a:lnRef idx="0">
        <a:scrgbClr r="0" g="0" b="0"/>
      </a:lnRef>
      <a:fillRef idx="1">
        <a:scrgbClr r="0" g="0" b="0"/>
      </a:fillRef>
      <a:effectRef idx="2">
        <a:scrgbClr r="0" g="0" b="0"/>
      </a:effectRef>
      <a:fontRef idx="minor"/>
    </dgm:style>
  </dgm:styleLbl>
  <dgm:styleLbl name="sibTrans2D1">
    <dgm:scene3d>
      <a:camera prst="orthographicFront"/>
      <a:lightRig rig="threePt" dir="t"/>
    </dgm:scene3d>
    <dgm:sp3d z="-25400" prstMaterial="plastic">
      <a:bevelT w="25400" h="25400"/>
      <a:bevelB w="25400" h="25400"/>
    </dgm:sp3d>
    <dgm:txPr/>
    <dgm:style>
      <a:lnRef idx="1">
        <a:scrgbClr r="0" g="0" b="0"/>
      </a:lnRef>
      <a:fillRef idx="1">
        <a:scrgbClr r="0" g="0" b="0"/>
      </a:fillRef>
      <a:effectRef idx="2">
        <a:scrgbClr r="0" g="0" b="0"/>
      </a:effectRef>
      <a:fontRef idx="minor">
        <a:schemeClr val="lt1"/>
      </a:fontRef>
    </dgm:style>
  </dgm:styleLbl>
  <dgm:styleLbl name="fgSibTrans2D1">
    <dgm:scene3d>
      <a:camera prst="orthographicFront"/>
      <a:lightRig rig="threePt" dir="t"/>
    </dgm:scene3d>
    <dgm:sp3d z="50080" prstMaterial="plastic">
      <a:bevelT w="25400" h="25400"/>
      <a:bevelB w="25400" h="25400"/>
    </dgm:sp3d>
    <dgm:txPr/>
    <dgm:style>
      <a:lnRef idx="1">
        <a:scrgbClr r="0" g="0" b="0"/>
      </a:lnRef>
      <a:fillRef idx="1">
        <a:scrgbClr r="0" g="0" b="0"/>
      </a:fillRef>
      <a:effectRef idx="2">
        <a:scrgbClr r="0" g="0" b="0"/>
      </a:effectRef>
      <a:fontRef idx="minor">
        <a:schemeClr val="lt1"/>
      </a:fontRef>
    </dgm:style>
  </dgm:styleLbl>
  <dgm:styleLbl name="bgSibTrans2D1">
    <dgm:scene3d>
      <a:camera prst="orthographicFront"/>
      <a:lightRig rig="threePt" dir="t"/>
    </dgm:scene3d>
    <dgm:sp3d z="-54080" prstMaterial="plastic">
      <a:bevelT w="25400" h="25400"/>
      <a:bevelB w="25400" h="25400"/>
    </dgm:sp3d>
    <dgm:txPr/>
    <dgm:style>
      <a:lnRef idx="1">
        <a:scrgbClr r="0" g="0" b="0"/>
      </a:lnRef>
      <a:fillRef idx="1">
        <a:scrgbClr r="0" g="0" b="0"/>
      </a:fillRef>
      <a:effectRef idx="2">
        <a:scrgbClr r="0" g="0" b="0"/>
      </a:effectRef>
      <a:fontRef idx="minor">
        <a:schemeClr val="lt1"/>
      </a:fontRef>
    </dgm:style>
  </dgm:styleLbl>
  <dgm:styleLbl name="sibTrans1D1">
    <dgm:scene3d>
      <a:camera prst="orthographicFront"/>
      <a:lightRig rig="threePt" dir="t"/>
    </dgm:scene3d>
    <dgm:sp3d z="-25400" prstMaterial="plastic"/>
    <dgm:txPr/>
    <dgm:style>
      <a:lnRef idx="1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callout">
    <dgm:scene3d>
      <a:camera prst="orthographicFront"/>
      <a:lightRig rig="threePt" dir="t"/>
    </dgm:scene3d>
    <dgm:sp3d z="75000" prstMaterial="plastic"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asst0">
    <dgm:scene3d>
      <a:camera prst="orthographicFront"/>
      <a:lightRig rig="threePt" dir="t"/>
    </dgm:scene3d>
    <dgm:sp3d prstMaterial="plastic">
      <a:bevelT w="50800" h="50800"/>
      <a:bevelB w="50800" h="50800"/>
    </dgm:sp3d>
    <dgm:txPr/>
    <dgm:style>
      <a:lnRef idx="0">
        <a:scrgbClr r="0" g="0" b="0"/>
      </a:lnRef>
      <a:fillRef idx="1">
        <a:scrgbClr r="0" g="0" b="0"/>
      </a:fillRef>
      <a:effectRef idx="2">
        <a:scrgbClr r="0" g="0" b="0"/>
      </a:effectRef>
      <a:fontRef idx="minor">
        <a:schemeClr val="lt1"/>
      </a:fontRef>
    </dgm:style>
  </dgm:styleLbl>
  <dgm:styleLbl name="asst1">
    <dgm:scene3d>
      <a:camera prst="orthographicFront"/>
      <a:lightRig rig="threePt" dir="t"/>
    </dgm:scene3d>
    <dgm:sp3d prstMaterial="plastic">
      <a:bevelT w="50800" h="50800"/>
      <a:bevelB w="50800" h="50800"/>
    </dgm:sp3d>
    <dgm:txPr/>
    <dgm:style>
      <a:lnRef idx="0">
        <a:scrgbClr r="0" g="0" b="0"/>
      </a:lnRef>
      <a:fillRef idx="1">
        <a:scrgbClr r="0" g="0" b="0"/>
      </a:fillRef>
      <a:effectRef idx="2">
        <a:scrgbClr r="0" g="0" b="0"/>
      </a:effectRef>
      <a:fontRef idx="minor">
        <a:schemeClr val="lt1"/>
      </a:fontRef>
    </dgm:style>
  </dgm:styleLbl>
  <dgm:styleLbl name="asst2">
    <dgm:scene3d>
      <a:camera prst="orthographicFront"/>
      <a:lightRig rig="threePt" dir="t"/>
    </dgm:scene3d>
    <dgm:sp3d prstMaterial="plastic">
      <a:bevelT w="50800" h="50800"/>
      <a:bevelB w="50800" h="50800"/>
    </dgm:sp3d>
    <dgm:txPr/>
    <dgm:style>
      <a:lnRef idx="0">
        <a:scrgbClr r="0" g="0" b="0"/>
      </a:lnRef>
      <a:fillRef idx="1">
        <a:scrgbClr r="0" g="0" b="0"/>
      </a:fillRef>
      <a:effectRef idx="2">
        <a:scrgbClr r="0" g="0" b="0"/>
      </a:effectRef>
      <a:fontRef idx="minor">
        <a:schemeClr val="lt1"/>
      </a:fontRef>
    </dgm:style>
  </dgm:styleLbl>
  <dgm:styleLbl name="asst3">
    <dgm:scene3d>
      <a:camera prst="orthographicFront"/>
      <a:lightRig rig="threePt" dir="t"/>
    </dgm:scene3d>
    <dgm:sp3d prstMaterial="plastic">
      <a:bevelT w="50800" h="50800"/>
      <a:bevelB w="50800" h="50800"/>
    </dgm:sp3d>
    <dgm:txPr/>
    <dgm:style>
      <a:lnRef idx="0">
        <a:scrgbClr r="0" g="0" b="0"/>
      </a:lnRef>
      <a:fillRef idx="1">
        <a:scrgbClr r="0" g="0" b="0"/>
      </a:fillRef>
      <a:effectRef idx="2">
        <a:scrgbClr r="0" g="0" b="0"/>
      </a:effectRef>
      <a:fontRef idx="minor">
        <a:schemeClr val="lt1"/>
      </a:fontRef>
    </dgm:style>
  </dgm:styleLbl>
  <dgm:styleLbl name="parChTrans2D1">
    <dgm:scene3d>
      <a:camera prst="orthographicFront"/>
      <a:lightRig rig="threePt" dir="t"/>
    </dgm:scene3d>
    <dgm:sp3d z="-25400" prstMaterial="plastic">
      <a:bevelT w="25400" h="25400"/>
      <a:bevelB w="25400" h="25400"/>
    </dgm:sp3d>
    <dgm:txPr/>
    <dgm:style>
      <a:lnRef idx="0">
        <a:scrgbClr r="0" g="0" b="0"/>
      </a:lnRef>
      <a:fillRef idx="1">
        <a:scrgbClr r="0" g="0" b="0"/>
      </a:fillRef>
      <a:effectRef idx="2">
        <a:scrgbClr r="0" g="0" b="0"/>
      </a:effectRef>
      <a:fontRef idx="minor">
        <a:schemeClr val="lt1"/>
      </a:fontRef>
    </dgm:style>
  </dgm:styleLbl>
  <dgm:styleLbl name="parChTrans2D2">
    <dgm:scene3d>
      <a:camera prst="orthographicFront"/>
      <a:lightRig rig="threePt" dir="t"/>
    </dgm:scene3d>
    <dgm:sp3d z="-25400" prstMaterial="plastic">
      <a:bevelT w="25400" h="25400"/>
      <a:bevelB w="25400" h="25400"/>
    </dgm:sp3d>
    <dgm:txPr/>
    <dgm:style>
      <a:lnRef idx="0">
        <a:scrgbClr r="0" g="0" b="0"/>
      </a:lnRef>
      <a:fillRef idx="1">
        <a:scrgbClr r="0" g="0" b="0"/>
      </a:fillRef>
      <a:effectRef idx="2">
        <a:scrgbClr r="0" g="0" b="0"/>
      </a:effectRef>
      <a:fontRef idx="minor">
        <a:schemeClr val="lt1"/>
      </a:fontRef>
    </dgm:style>
  </dgm:styleLbl>
  <dgm:styleLbl name="parChTrans2D3">
    <dgm:scene3d>
      <a:camera prst="orthographicFront"/>
      <a:lightRig rig="threePt" dir="t"/>
    </dgm:scene3d>
    <dgm:sp3d z="-25400" prstMaterial="plastic">
      <a:bevelT w="25400" h="25400"/>
      <a:bevelB w="25400" h="25400"/>
    </dgm:sp3d>
    <dgm:txPr/>
    <dgm:style>
      <a:lnRef idx="0">
        <a:scrgbClr r="0" g="0" b="0"/>
      </a:lnRef>
      <a:fillRef idx="1">
        <a:scrgbClr r="0" g="0" b="0"/>
      </a:fillRef>
      <a:effectRef idx="2">
        <a:scrgbClr r="0" g="0" b="0"/>
      </a:effectRef>
      <a:fontRef idx="minor">
        <a:schemeClr val="lt1"/>
      </a:fontRef>
    </dgm:style>
  </dgm:styleLbl>
  <dgm:styleLbl name="parChTrans2D4">
    <dgm:scene3d>
      <a:camera prst="orthographicFront"/>
      <a:lightRig rig="threePt" dir="t"/>
    </dgm:scene3d>
    <dgm:sp3d z="-25400" prstMaterial="plastic">
      <a:bevelT w="25400" h="25400"/>
      <a:bevelB w="25400" h="25400"/>
    </dgm:sp3d>
    <dgm:txPr/>
    <dgm:style>
      <a:lnRef idx="0">
        <a:scrgbClr r="0" g="0" b="0"/>
      </a:lnRef>
      <a:fillRef idx="1">
        <a:scrgbClr r="0" g="0" b="0"/>
      </a:fillRef>
      <a:effectRef idx="2">
        <a:scrgbClr r="0" g="0" b="0"/>
      </a:effectRef>
      <a:fontRef idx="minor">
        <a:schemeClr val="lt1"/>
      </a:fontRef>
    </dgm:style>
  </dgm:styleLbl>
  <dgm:styleLbl name="parChTrans1D1">
    <dgm:scene3d>
      <a:camera prst="orthographicFront"/>
      <a:lightRig rig="threePt" dir="t"/>
    </dgm:scene3d>
    <dgm:sp3d z="-25400" prstMaterial="plastic"/>
    <dgm:txPr/>
    <dgm:style>
      <a:lnRef idx="2">
        <a:scrgbClr r="0" g="0" b="0"/>
      </a:lnRef>
      <a:fillRef idx="0">
        <a:scrgbClr r="0" g="0" b="0"/>
      </a:fillRef>
      <a:effectRef idx="0">
        <a:scrgbClr r="0" g="0" b="0"/>
      </a:effectRef>
      <a:fontRef idx="minor">
        <a:schemeClr val="tx1"/>
      </a:fontRef>
    </dgm:style>
  </dgm:styleLbl>
  <dgm:styleLbl name="parChTrans1D2">
    <dgm:scene3d>
      <a:camera prst="orthographicFront"/>
      <a:lightRig rig="threePt" dir="t"/>
    </dgm:scene3d>
    <dgm:sp3d z="-25400" prstMaterial="plastic"/>
    <dgm:txPr/>
    <dgm:style>
      <a:lnRef idx="2">
        <a:scrgbClr r="0" g="0" b="0"/>
      </a:lnRef>
      <a:fillRef idx="0">
        <a:scrgbClr r="0" g="0" b="0"/>
      </a:fillRef>
      <a:effectRef idx="0">
        <a:scrgbClr r="0" g="0" b="0"/>
      </a:effectRef>
      <a:fontRef idx="minor">
        <a:schemeClr val="tx1"/>
      </a:fontRef>
    </dgm:style>
  </dgm:styleLbl>
  <dgm:styleLbl name="parChTrans1D3">
    <dgm:scene3d>
      <a:camera prst="orthographicFront"/>
      <a:lightRig rig="threePt" dir="t"/>
    </dgm:scene3d>
    <dgm:sp3d z="-25400" prstMaterial="plastic"/>
    <dgm:txPr/>
    <dgm:style>
      <a:lnRef idx="2">
        <a:scrgbClr r="0" g="0" b="0"/>
      </a:lnRef>
      <a:fillRef idx="0">
        <a:scrgbClr r="0" g="0" b="0"/>
      </a:fillRef>
      <a:effectRef idx="0">
        <a:scrgbClr r="0" g="0" b="0"/>
      </a:effectRef>
      <a:fontRef idx="minor">
        <a:schemeClr val="tx1"/>
      </a:fontRef>
    </dgm:style>
  </dgm:styleLbl>
  <dgm:styleLbl name="parChTrans1D4">
    <dgm:scene3d>
      <a:camera prst="orthographicFront"/>
      <a:lightRig rig="threePt" dir="t"/>
    </dgm:scene3d>
    <dgm:sp3d z="-25400" prstMaterial="plastic"/>
    <dgm:txPr/>
    <dgm:style>
      <a:lnRef idx="2">
        <a:scrgbClr r="0" g="0" b="0"/>
      </a:lnRef>
      <a:fillRef idx="0">
        <a:scrgbClr r="0" g="0" b="0"/>
      </a:fillRef>
      <a:effectRef idx="0">
        <a:scrgbClr r="0" g="0" b="0"/>
      </a:effectRef>
      <a:fontRef idx="minor">
        <a:schemeClr val="tx1"/>
      </a:fontRef>
    </dgm:style>
  </dgm:styleLbl>
  <dgm:styleLbl name="fgAcc1">
    <dgm:scene3d>
      <a:camera prst="orthographicFront"/>
      <a:lightRig rig="threePt" dir="t"/>
    </dgm:scene3d>
    <dgm:sp3d z="50080" prstMaterial="plastic">
      <a:bevelT w="25400" h="25400"/>
      <a:bevelB w="25400" h="25400"/>
    </dgm:sp3d>
    <dgm:txPr/>
    <dgm:style>
      <a:lnRef idx="1">
        <a:scrgbClr r="0" g="0" b="0"/>
      </a:lnRef>
      <a:fillRef idx="1">
        <a:scrgbClr r="0" g="0" b="0"/>
      </a:fillRef>
      <a:effectRef idx="2">
        <a:scrgbClr r="0" g="0" b="0"/>
      </a:effectRef>
      <a:fontRef idx="minor"/>
    </dgm:style>
  </dgm:styleLbl>
  <dgm:styleLbl name="conFgAcc1">
    <dgm:scene3d>
      <a:camera prst="orthographicFront"/>
      <a:lightRig rig="threePt" dir="t"/>
    </dgm:scene3d>
    <dgm:sp3d z="-152400" prstMaterial="plastic">
      <a:bevelT w="25400" h="25400"/>
      <a:bevelB w="25400" h="25400"/>
    </dgm:sp3d>
    <dgm:txPr/>
    <dgm:style>
      <a:lnRef idx="1">
        <a:scrgbClr r="0" g="0" b="0"/>
      </a:lnRef>
      <a:fillRef idx="1">
        <a:scrgbClr r="0" g="0" b="0"/>
      </a:fillRef>
      <a:effectRef idx="2">
        <a:scrgbClr r="0" g="0" b="0"/>
      </a:effectRef>
      <a:fontRef idx="minor"/>
    </dgm:style>
  </dgm:styleLbl>
  <dgm:styleLbl name="alignAcc1">
    <dgm:scene3d>
      <a:camera prst="orthographicFront"/>
      <a:lightRig rig="threePt" dir="t"/>
    </dgm:scene3d>
    <dgm:sp3d prstMaterial="plastic">
      <a:bevelT w="25400" h="25400"/>
      <a:bevelB w="25400" h="25400"/>
    </dgm:sp3d>
    <dgm:txPr/>
    <dgm:style>
      <a:lnRef idx="1">
        <a:scrgbClr r="0" g="0" b="0"/>
      </a:lnRef>
      <a:fillRef idx="1">
        <a:scrgbClr r="0" g="0" b="0"/>
      </a:fillRef>
      <a:effectRef idx="2">
        <a:scrgbClr r="0" g="0" b="0"/>
      </a:effectRef>
      <a:fontRef idx="minor"/>
    </dgm:style>
  </dgm:styleLbl>
  <dgm:styleLbl name="trAlignAcc1">
    <dgm:scene3d>
      <a:camera prst="orthographicFront"/>
      <a:lightRig rig="threePt" dir="t"/>
    </dgm:scene3d>
    <dgm:sp3d prstMaterial="plastic">
      <a:bevelT w="50800" h="50800"/>
      <a:bevelB w="50800" h="50800"/>
    </dgm:sp3d>
    <dgm:txPr/>
    <dgm:style>
      <a:lnRef idx="1">
        <a:scrgbClr r="0" g="0" b="0"/>
      </a:lnRef>
      <a:fillRef idx="1">
        <a:scrgbClr r="0" g="0" b="0"/>
      </a:fillRef>
      <a:effectRef idx="2">
        <a:scrgbClr r="0" g="0" b="0"/>
      </a:effectRef>
      <a:fontRef idx="minor"/>
    </dgm:style>
  </dgm:styleLbl>
  <dgm:styleLbl name="bgAcc1">
    <dgm:scene3d>
      <a:camera prst="orthographicFront"/>
      <a:lightRig rig="threePt" dir="t"/>
    </dgm:scene3d>
    <dgm:sp3d z="-152400" prstMaterial="plastic">
      <a:bevelT w="25400" h="25400"/>
      <a:bevelB w="25400" h="25400"/>
    </dgm:sp3d>
    <dgm:txPr/>
    <dgm:style>
      <a:lnRef idx="1">
        <a:scrgbClr r="0" g="0" b="0"/>
      </a:lnRef>
      <a:fillRef idx="1">
        <a:scrgbClr r="0" g="0" b="0"/>
      </a:fillRef>
      <a:effectRef idx="2">
        <a:scrgbClr r="0" g="0" b="0"/>
      </a:effectRef>
      <a:fontRef idx="minor"/>
    </dgm:style>
  </dgm:styleLbl>
  <dgm:styleLbl name="solidFgAcc1">
    <dgm:scene3d>
      <a:camera prst="orthographicFront"/>
      <a:lightRig rig="threePt" dir="t"/>
    </dgm:scene3d>
    <dgm:sp3d z="152400" prstMaterial="plastic">
      <a:bevelT w="25400" h="25400"/>
      <a:bevelB w="25400" h="25400"/>
    </dgm:sp3d>
    <dgm:txPr/>
    <dgm:style>
      <a:lnRef idx="1">
        <a:scrgbClr r="0" g="0" b="0"/>
      </a:lnRef>
      <a:fillRef idx="1">
        <a:scrgbClr r="0" g="0" b="0"/>
      </a:fillRef>
      <a:effectRef idx="2">
        <a:scrgbClr r="0" g="0" b="0"/>
      </a:effectRef>
      <a:fontRef idx="minor"/>
    </dgm:style>
  </dgm:styleLbl>
  <dgm:styleLbl name="solidAlignAcc1">
    <dgm:scene3d>
      <a:camera prst="orthographicFront"/>
      <a:lightRig rig="threePt" dir="t"/>
    </dgm:scene3d>
    <dgm:sp3d prstMaterial="plastic">
      <a:bevelT w="25400" h="25400"/>
      <a:bevelB w="25400" h="25400"/>
    </dgm:sp3d>
    <dgm:txPr/>
    <dgm:style>
      <a:lnRef idx="1">
        <a:scrgbClr r="0" g="0" b="0"/>
      </a:lnRef>
      <a:fillRef idx="1">
        <a:scrgbClr r="0" g="0" b="0"/>
      </a:fillRef>
      <a:effectRef idx="2">
        <a:scrgbClr r="0" g="0" b="0"/>
      </a:effectRef>
      <a:fontRef idx="minor"/>
    </dgm:style>
  </dgm:styleLbl>
  <dgm:styleLbl name="solidBgAcc1">
    <dgm:scene3d>
      <a:camera prst="orthographicFront"/>
      <a:lightRig rig="threePt" dir="t"/>
    </dgm:scene3d>
    <dgm:sp3d z="-152400" prstMaterial="plastic">
      <a:bevelT w="25400" h="25400"/>
      <a:bevelB w="25400" h="25400"/>
    </dgm:sp3d>
    <dgm:txPr/>
    <dgm:style>
      <a:lnRef idx="1">
        <a:scrgbClr r="0" g="0" b="0"/>
      </a:lnRef>
      <a:fillRef idx="1">
        <a:scrgbClr r="0" g="0" b="0"/>
      </a:fillRef>
      <a:effectRef idx="2">
        <a:scrgbClr r="0" g="0" b="0"/>
      </a:effectRef>
      <a:fontRef idx="minor"/>
    </dgm:style>
  </dgm:styleLbl>
  <dgm:styleLbl name="fgAccFollowNode1">
    <dgm:scene3d>
      <a:camera prst="orthographicFront"/>
      <a:lightRig rig="threePt" dir="t"/>
    </dgm:scene3d>
    <dgm:sp3d z="50080" prstMaterial="plastic">
      <a:bevelT w="25400" h="25400"/>
      <a:bevelB w="25400" h="25400"/>
    </dgm:sp3d>
    <dgm:txPr/>
    <dgm:style>
      <a:lnRef idx="0">
        <a:scrgbClr r="0" g="0" b="0"/>
      </a:lnRef>
      <a:fillRef idx="1">
        <a:scrgbClr r="0" g="0" b="0"/>
      </a:fillRef>
      <a:effectRef idx="2">
        <a:scrgbClr r="0" g="0" b="0"/>
      </a:effectRef>
      <a:fontRef idx="minor"/>
    </dgm:style>
  </dgm:styleLbl>
  <dgm:styleLbl name="alignAccFollowNode1">
    <dgm:scene3d>
      <a:camera prst="orthographicFront"/>
      <a:lightRig rig="threePt" dir="t"/>
    </dgm:scene3d>
    <dgm:sp3d prstMaterial="plastic">
      <a:bevelT w="25400" h="25400"/>
      <a:bevelB w="25400" h="25400"/>
    </dgm:sp3d>
    <dgm:txPr/>
    <dgm:style>
      <a:lnRef idx="0">
        <a:scrgbClr r="0" g="0" b="0"/>
      </a:lnRef>
      <a:fillRef idx="1">
        <a:scrgbClr r="0" g="0" b="0"/>
      </a:fillRef>
      <a:effectRef idx="2">
        <a:scrgbClr r="0" g="0" b="0"/>
      </a:effectRef>
      <a:fontRef idx="minor"/>
    </dgm:style>
  </dgm:styleLbl>
  <dgm:styleLbl name="bgAccFollowNode1">
    <dgm:scene3d>
      <a:camera prst="orthographicFront"/>
      <a:lightRig rig="threePt" dir="t"/>
    </dgm:scene3d>
    <dgm:sp3d z="-152400" prstMaterial="plastic">
      <a:bevelT w="25400" h="25400"/>
      <a:bevelB w="25400" h="25400"/>
    </dgm:sp3d>
    <dgm:txPr/>
    <dgm:style>
      <a:lnRef idx="0">
        <a:scrgbClr r="0" g="0" b="0"/>
      </a:lnRef>
      <a:fillRef idx="1">
        <a:scrgbClr r="0" g="0" b="0"/>
      </a:fillRef>
      <a:effectRef idx="2">
        <a:scrgbClr r="0" g="0" b="0"/>
      </a:effectRef>
      <a:fontRef idx="minor"/>
    </dgm:style>
  </dgm:styleLbl>
  <dgm:styleLbl name="fgAcc0">
    <dgm:scene3d>
      <a:camera prst="orthographicFront"/>
      <a:lightRig rig="threePt" dir="t"/>
    </dgm:scene3d>
    <dgm:sp3d z="50080" prstMaterial="plastic">
      <a:bevelT w="25400" h="25400"/>
      <a:bevelB w="25400" h="25400"/>
    </dgm:sp3d>
    <dgm:txPr/>
    <dgm:style>
      <a:lnRef idx="1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2">
    <dgm:scene3d>
      <a:camera prst="orthographicFront"/>
      <a:lightRig rig="threePt" dir="t"/>
    </dgm:scene3d>
    <dgm:sp3d z="50080" prstMaterial="plastic">
      <a:bevelT w="25400" h="25400"/>
      <a:bevelB w="25400" h="25400"/>
    </dgm:sp3d>
    <dgm:txPr/>
    <dgm:style>
      <a:lnRef idx="1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3">
    <dgm:scene3d>
      <a:camera prst="orthographicFront"/>
      <a:lightRig rig="threePt" dir="t"/>
    </dgm:scene3d>
    <dgm:sp3d z="50080" prstMaterial="plastic">
      <a:bevelT w="25400" h="25400"/>
      <a:bevelB w="25400" h="25400"/>
    </dgm:sp3d>
    <dgm:txPr/>
    <dgm:style>
      <a:lnRef idx="1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4">
    <dgm:scene3d>
      <a:camera prst="orthographicFront"/>
      <a:lightRig rig="threePt" dir="t"/>
    </dgm:scene3d>
    <dgm:sp3d z="50080" prstMaterial="plastic">
      <a:bevelT w="25400" h="25400"/>
      <a:bevelB w="25400" h="25400"/>
    </dgm:sp3d>
    <dgm:txPr/>
    <dgm:style>
      <a:lnRef idx="1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bgShp">
    <dgm:scene3d>
      <a:camera prst="orthographicFront"/>
      <a:lightRig rig="threePt" dir="t"/>
    </dgm:scene3d>
    <dgm:sp3d z="-152400" prstMaterial="plastic">
      <a:bevelT w="25400" h="25400"/>
      <a:bevelB w="25400" h="25400"/>
    </dgm:sp3d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dkBgShp">
    <dgm:scene3d>
      <a:camera prst="orthographicFront"/>
      <a:lightRig rig="threePt" dir="t"/>
    </dgm:scene3d>
    <dgm:sp3d prstMaterial="plastic">
      <a:bevelT w="50800" h="50800"/>
      <a:bevelB w="50800" h="50800"/>
    </dgm:sp3d>
    <dgm:txPr/>
    <dgm:style>
      <a:lnRef idx="0">
        <a:scrgbClr r="0" g="0" b="0"/>
      </a:lnRef>
      <a:fillRef idx="1">
        <a:scrgbClr r="0" g="0" b="0"/>
      </a:fillRef>
      <a:effectRef idx="2">
        <a:scrgbClr r="0" g="0" b="0"/>
      </a:effectRef>
      <a:fontRef idx="minor"/>
    </dgm:style>
  </dgm:styleLbl>
  <dgm:styleLbl name="trBgShp">
    <dgm:scene3d>
      <a:camera prst="orthographicFront"/>
      <a:lightRig rig="threePt" dir="t"/>
    </dgm:scene3d>
    <dgm:sp3d z="-10400" extrusionH="12700" prstMaterial="plastic"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Shp">
    <dgm:scene3d>
      <a:camera prst="orthographicFront"/>
      <a:lightRig rig="threePt" dir="t"/>
    </dgm:scene3d>
    <dgm:sp3d z="50080" prstMaterial="plastic">
      <a:bevelT w="50800" h="50800"/>
      <a:bevelB w="50800" h="50800"/>
    </dgm:sp3d>
    <dgm:txPr/>
    <dgm:style>
      <a:lnRef idx="0">
        <a:scrgbClr r="0" g="0" b="0"/>
      </a:lnRef>
      <a:fillRef idx="1">
        <a:scrgbClr r="0" g="0" b="0"/>
      </a:fillRef>
      <a:effectRef idx="2">
        <a:scrgbClr r="0" g="0" b="0"/>
      </a:effectRef>
      <a:fontRef idx="minor"/>
    </dgm:style>
  </dgm:styleLbl>
  <dgm:styleLbl name="revTx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</dgm:styleDef>
</file>

<file path=ppt/diagrams/quickStyle6.xml><?xml version="1.0" encoding="utf-8"?>
<dgm:styleDef xmlns:dgm="http://schemas.openxmlformats.org/drawingml/2006/diagram" xmlns:a="http://schemas.openxmlformats.org/drawingml/2006/main" uniqueId="urn:microsoft.com/office/officeart/2005/8/quickstyle/simple1">
  <dgm:title val=""/>
  <dgm:desc val=""/>
  <dgm:catLst>
    <dgm:cat type="simple" pri="10100"/>
  </dgm:catLst>
  <dgm:scene3d>
    <a:camera prst="orthographicFront"/>
    <a:lightRig rig="threePt" dir="t"/>
  </dgm:scene3d>
  <dgm:styleLbl name="node0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ln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venn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tx1"/>
      </a:fontRef>
    </dgm:style>
  </dgm:styleLbl>
  <dgm:styleLbl name="align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node2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node3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node4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fgImgPlac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alignImgPlac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bgImgPlac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sibTrans2D1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fgSibTrans2D1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bgSibTrans2D1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sibTrans1D1">
    <dgm:scene3d>
      <a:camera prst="orthographicFront"/>
      <a:lightRig rig="threePt" dir="t"/>
    </dgm:scene3d>
    <dgm:sp3d/>
    <dgm:txPr/>
    <dgm:style>
      <a:lnRef idx="1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callout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asst0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asst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asst2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asst3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asst4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2D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2D2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2D3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2D4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1D1">
    <dgm:scene3d>
      <a:camera prst="orthographicFront"/>
      <a:lightRig rig="threePt" dir="t"/>
    </dgm:scene3d>
    <dgm:sp3d/>
    <dgm:txPr/>
    <dgm:style>
      <a:lnRef idx="2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parChTrans1D2">
    <dgm:scene3d>
      <a:camera prst="orthographicFront"/>
      <a:lightRig rig="threePt" dir="t"/>
    </dgm:scene3d>
    <dgm:sp3d/>
    <dgm:txPr/>
    <dgm:style>
      <a:lnRef idx="2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parChTrans1D3">
    <dgm:scene3d>
      <a:camera prst="orthographicFront"/>
      <a:lightRig rig="threePt" dir="t"/>
    </dgm:scene3d>
    <dgm:sp3d/>
    <dgm:txPr/>
    <dgm:style>
      <a:lnRef idx="2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parChTrans1D4">
    <dgm:scene3d>
      <a:camera prst="orthographicFront"/>
      <a:lightRig rig="threePt" dir="t"/>
    </dgm:scene3d>
    <dgm:sp3d/>
    <dgm:txPr/>
    <dgm:style>
      <a:lnRef idx="2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f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conF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align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trAlignAcc1">
    <dgm:scene3d>
      <a:camera prst="orthographicFront"/>
      <a:lightRig rig="threePt" dir="t"/>
    </dgm:scene3d>
    <dgm:sp3d/>
    <dgm:txPr/>
    <dgm:style>
      <a:lnRef idx="1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b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solidF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solidAlign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solidB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Follow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alignAccFollow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bgAccFollow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0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2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3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4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bgShp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dkBgShp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trBgShp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Shp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revTx">
    <dgm:scene3d>
      <a:camera prst="orthographicFront"/>
      <a:lightRig rig="threePt" dir="t"/>
    </dgm:scene3d>
    <dgm:sp3d/>
    <dgm:txPr/>
    <dgm:style>
      <a:lnRef idx="0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</dgm:styleDef>
</file>

<file path=ppt/diagrams/quickStyle7.xml><?xml version="1.0" encoding="utf-8"?>
<dgm:styleDef xmlns:dgm="http://schemas.openxmlformats.org/drawingml/2006/diagram" xmlns:a="http://schemas.openxmlformats.org/drawingml/2006/main" uniqueId="urn:microsoft.com/office/officeart/2005/8/quickstyle/simple1">
  <dgm:title val=""/>
  <dgm:desc val=""/>
  <dgm:catLst>
    <dgm:cat type="simple" pri="10100"/>
  </dgm:catLst>
  <dgm:scene3d>
    <a:camera prst="orthographicFront"/>
    <a:lightRig rig="threePt" dir="t"/>
  </dgm:scene3d>
  <dgm:styleLbl name="node0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ln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venn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tx1"/>
      </a:fontRef>
    </dgm:style>
  </dgm:styleLbl>
  <dgm:styleLbl name="align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node2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node3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node4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fgImgPlac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alignImgPlac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bgImgPlac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sibTrans2D1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fgSibTrans2D1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bgSibTrans2D1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sibTrans1D1">
    <dgm:scene3d>
      <a:camera prst="orthographicFront"/>
      <a:lightRig rig="threePt" dir="t"/>
    </dgm:scene3d>
    <dgm:sp3d/>
    <dgm:txPr/>
    <dgm:style>
      <a:lnRef idx="1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callout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asst0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asst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asst2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asst3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asst4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2D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2D2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2D3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2D4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1D1">
    <dgm:scene3d>
      <a:camera prst="orthographicFront"/>
      <a:lightRig rig="threePt" dir="t"/>
    </dgm:scene3d>
    <dgm:sp3d/>
    <dgm:txPr/>
    <dgm:style>
      <a:lnRef idx="2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parChTrans1D2">
    <dgm:scene3d>
      <a:camera prst="orthographicFront"/>
      <a:lightRig rig="threePt" dir="t"/>
    </dgm:scene3d>
    <dgm:sp3d/>
    <dgm:txPr/>
    <dgm:style>
      <a:lnRef idx="2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parChTrans1D3">
    <dgm:scene3d>
      <a:camera prst="orthographicFront"/>
      <a:lightRig rig="threePt" dir="t"/>
    </dgm:scene3d>
    <dgm:sp3d/>
    <dgm:txPr/>
    <dgm:style>
      <a:lnRef idx="2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parChTrans1D4">
    <dgm:scene3d>
      <a:camera prst="orthographicFront"/>
      <a:lightRig rig="threePt" dir="t"/>
    </dgm:scene3d>
    <dgm:sp3d/>
    <dgm:txPr/>
    <dgm:style>
      <a:lnRef idx="2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f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conF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align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trAlignAcc1">
    <dgm:scene3d>
      <a:camera prst="orthographicFront"/>
      <a:lightRig rig="threePt" dir="t"/>
    </dgm:scene3d>
    <dgm:sp3d/>
    <dgm:txPr/>
    <dgm:style>
      <a:lnRef idx="1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b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solidF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solidAlign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solidB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Follow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alignAccFollow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bgAccFollow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0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2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3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4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bgShp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dkBgShp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trBgShp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Shp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revTx">
    <dgm:scene3d>
      <a:camera prst="orthographicFront"/>
      <a:lightRig rig="threePt" dir="t"/>
    </dgm:scene3d>
    <dgm:sp3d/>
    <dgm:txPr/>
    <dgm:style>
      <a:lnRef idx="0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</dgm:styleDef>
</file>

<file path=ppt/diagrams/quickStyle8.xml><?xml version="1.0" encoding="utf-8"?>
<dgm:styleDef xmlns:dgm="http://schemas.openxmlformats.org/drawingml/2006/diagram" xmlns:a="http://schemas.openxmlformats.org/drawingml/2006/main" uniqueId="urn:microsoft.com/office/officeart/2005/8/quickstyle/simple1">
  <dgm:title val=""/>
  <dgm:desc val=""/>
  <dgm:catLst>
    <dgm:cat type="simple" pri="10100"/>
  </dgm:catLst>
  <dgm:scene3d>
    <a:camera prst="orthographicFront"/>
    <a:lightRig rig="threePt" dir="t"/>
  </dgm:scene3d>
  <dgm:styleLbl name="node0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ln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venn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tx1"/>
      </a:fontRef>
    </dgm:style>
  </dgm:styleLbl>
  <dgm:styleLbl name="align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node2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node3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node4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fgImgPlac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alignImgPlac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bgImgPlac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sibTrans2D1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fgSibTrans2D1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bgSibTrans2D1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sibTrans1D1">
    <dgm:scene3d>
      <a:camera prst="orthographicFront"/>
      <a:lightRig rig="threePt" dir="t"/>
    </dgm:scene3d>
    <dgm:sp3d/>
    <dgm:txPr/>
    <dgm:style>
      <a:lnRef idx="1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callout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asst0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asst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asst2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asst3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asst4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2D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2D2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2D3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2D4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1D1">
    <dgm:scene3d>
      <a:camera prst="orthographicFront"/>
      <a:lightRig rig="threePt" dir="t"/>
    </dgm:scene3d>
    <dgm:sp3d/>
    <dgm:txPr/>
    <dgm:style>
      <a:lnRef idx="2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parChTrans1D2">
    <dgm:scene3d>
      <a:camera prst="orthographicFront"/>
      <a:lightRig rig="threePt" dir="t"/>
    </dgm:scene3d>
    <dgm:sp3d/>
    <dgm:txPr/>
    <dgm:style>
      <a:lnRef idx="2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parChTrans1D3">
    <dgm:scene3d>
      <a:camera prst="orthographicFront"/>
      <a:lightRig rig="threePt" dir="t"/>
    </dgm:scene3d>
    <dgm:sp3d/>
    <dgm:txPr/>
    <dgm:style>
      <a:lnRef idx="2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parChTrans1D4">
    <dgm:scene3d>
      <a:camera prst="orthographicFront"/>
      <a:lightRig rig="threePt" dir="t"/>
    </dgm:scene3d>
    <dgm:sp3d/>
    <dgm:txPr/>
    <dgm:style>
      <a:lnRef idx="2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f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conF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align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trAlignAcc1">
    <dgm:scene3d>
      <a:camera prst="orthographicFront"/>
      <a:lightRig rig="threePt" dir="t"/>
    </dgm:scene3d>
    <dgm:sp3d/>
    <dgm:txPr/>
    <dgm:style>
      <a:lnRef idx="1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b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solidF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solidAlign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solidB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Follow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alignAccFollow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bgAccFollow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0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2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3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4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bgShp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dkBgShp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trBgShp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Shp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revTx">
    <dgm:scene3d>
      <a:camera prst="orthographicFront"/>
      <a:lightRig rig="threePt" dir="t"/>
    </dgm:scene3d>
    <dgm:sp3d/>
    <dgm:txPr/>
    <dgm:style>
      <a:lnRef idx="0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</dgm:styleDef>
</file>

<file path=ppt/diagrams/quickStyle9.xml><?xml version="1.0" encoding="utf-8"?>
<dgm:styleDef xmlns:dgm="http://schemas.openxmlformats.org/drawingml/2006/diagram" xmlns:a="http://schemas.openxmlformats.org/drawingml/2006/main" uniqueId="urn:microsoft.com/office/officeart/2005/8/quickstyle/simple1">
  <dgm:title val=""/>
  <dgm:desc val=""/>
  <dgm:catLst>
    <dgm:cat type="simple" pri="10100"/>
  </dgm:catLst>
  <dgm:scene3d>
    <a:camera prst="orthographicFront"/>
    <a:lightRig rig="threePt" dir="t"/>
  </dgm:scene3d>
  <dgm:styleLbl name="node0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ln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venn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tx1"/>
      </a:fontRef>
    </dgm:style>
  </dgm:styleLbl>
  <dgm:styleLbl name="align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node2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node3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node4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fgImgPlac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alignImgPlac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bgImgPlac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sibTrans2D1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fgSibTrans2D1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bgSibTrans2D1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sibTrans1D1">
    <dgm:scene3d>
      <a:camera prst="orthographicFront"/>
      <a:lightRig rig="threePt" dir="t"/>
    </dgm:scene3d>
    <dgm:sp3d/>
    <dgm:txPr/>
    <dgm:style>
      <a:lnRef idx="1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callout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asst0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asst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asst2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asst3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asst4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2D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2D2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2D3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2D4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1D1">
    <dgm:scene3d>
      <a:camera prst="orthographicFront"/>
      <a:lightRig rig="threePt" dir="t"/>
    </dgm:scene3d>
    <dgm:sp3d/>
    <dgm:txPr/>
    <dgm:style>
      <a:lnRef idx="2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parChTrans1D2">
    <dgm:scene3d>
      <a:camera prst="orthographicFront"/>
      <a:lightRig rig="threePt" dir="t"/>
    </dgm:scene3d>
    <dgm:sp3d/>
    <dgm:txPr/>
    <dgm:style>
      <a:lnRef idx="2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parChTrans1D3">
    <dgm:scene3d>
      <a:camera prst="orthographicFront"/>
      <a:lightRig rig="threePt" dir="t"/>
    </dgm:scene3d>
    <dgm:sp3d/>
    <dgm:txPr/>
    <dgm:style>
      <a:lnRef idx="2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parChTrans1D4">
    <dgm:scene3d>
      <a:camera prst="orthographicFront"/>
      <a:lightRig rig="threePt" dir="t"/>
    </dgm:scene3d>
    <dgm:sp3d/>
    <dgm:txPr/>
    <dgm:style>
      <a:lnRef idx="2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f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conF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align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trAlignAcc1">
    <dgm:scene3d>
      <a:camera prst="orthographicFront"/>
      <a:lightRig rig="threePt" dir="t"/>
    </dgm:scene3d>
    <dgm:sp3d/>
    <dgm:txPr/>
    <dgm:style>
      <a:lnRef idx="1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b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solidF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solidAlign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solidB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Follow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alignAccFollow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bgAccFollow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0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2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3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4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bgShp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dkBgShp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trBgShp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Shp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revTx">
    <dgm:scene3d>
      <a:camera prst="orthographicFront"/>
      <a:lightRig rig="threePt" dir="t"/>
    </dgm:scene3d>
    <dgm:sp3d/>
    <dgm:txPr/>
    <dgm:style>
      <a:lnRef idx="0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</dgm:styleDef>
</file>

<file path=ppt/diagrams/quickStyle10.xml><?xml version="1.0" encoding="utf-8"?>
<dgm:styleDef xmlns:dgm="http://schemas.openxmlformats.org/drawingml/2006/diagram" xmlns:a="http://schemas.openxmlformats.org/drawingml/2006/main" uniqueId="urn:microsoft.com/office/officeart/2005/8/quickstyle/simple4">
  <dgm:title val=""/>
  <dgm:desc val=""/>
  <dgm:catLst>
    <dgm:cat type="simple" pri="10400"/>
  </dgm:catLst>
  <dgm:scene3d>
    <a:camera prst="orthographicFront"/>
    <a:lightRig rig="threePt" dir="t"/>
  </dgm:scene3d>
  <dgm:styleLbl name="node0">
    <dgm:scene3d>
      <a:camera prst="orthographicFront"/>
      <a:lightRig rig="threePt" dir="t"/>
    </dgm:scene3d>
    <dgm:sp3d/>
    <dgm:txPr/>
    <dgm:style>
      <a:lnRef idx="0">
        <a:scrgbClr r="0" g="0" b="0"/>
      </a:lnRef>
      <a:fillRef idx="3">
        <a:scrgbClr r="0" g="0" b="0"/>
      </a:fillRef>
      <a:effectRef idx="2">
        <a:scrgbClr r="0" g="0" b="0"/>
      </a:effectRef>
      <a:fontRef idx="minor">
        <a:schemeClr val="lt1"/>
      </a:fontRef>
    </dgm:style>
  </dgm:styleLbl>
  <dgm:styleLbl name="lnNode1">
    <dgm:scene3d>
      <a:camera prst="orthographicFront"/>
      <a:lightRig rig="threePt" dir="t"/>
    </dgm:scene3d>
    <dgm:sp3d/>
    <dgm:txPr/>
    <dgm:style>
      <a:lnRef idx="1">
        <a:scrgbClr r="0" g="0" b="0"/>
      </a:lnRef>
      <a:fillRef idx="3">
        <a:scrgbClr r="0" g="0" b="0"/>
      </a:fillRef>
      <a:effectRef idx="2">
        <a:scrgbClr r="0" g="0" b="0"/>
      </a:effectRef>
      <a:fontRef idx="minor">
        <a:schemeClr val="lt1"/>
      </a:fontRef>
    </dgm:style>
  </dgm:styleLbl>
  <dgm:styleLbl name="vennNode1">
    <dgm:scene3d>
      <a:camera prst="orthographicFront"/>
      <a:lightRig rig="threePt" dir="t"/>
    </dgm:scene3d>
    <dgm:sp3d/>
    <dgm:txPr/>
    <dgm:style>
      <a:lnRef idx="0">
        <a:scrgbClr r="0" g="0" b="0"/>
      </a:lnRef>
      <a:fillRef idx="3">
        <a:scrgbClr r="0" g="0" b="0"/>
      </a:fillRef>
      <a:effectRef idx="0">
        <a:scrgbClr r="0" g="0" b="0"/>
      </a:effectRef>
      <a:fontRef idx="minor">
        <a:schemeClr val="tx1"/>
      </a:fontRef>
    </dgm:style>
  </dgm:styleLbl>
  <dgm:styleLbl name="alignNode1">
    <dgm:scene3d>
      <a:camera prst="orthographicFront"/>
      <a:lightRig rig="threePt" dir="t"/>
    </dgm:scene3d>
    <dgm:sp3d/>
    <dgm:txPr/>
    <dgm:style>
      <a:lnRef idx="1">
        <a:scrgbClr r="0" g="0" b="0"/>
      </a:lnRef>
      <a:fillRef idx="3">
        <a:scrgbClr r="0" g="0" b="0"/>
      </a:fillRef>
      <a:effectRef idx="2">
        <a:scrgbClr r="0" g="0" b="0"/>
      </a:effectRef>
      <a:fontRef idx="minor">
        <a:schemeClr val="lt1"/>
      </a:fontRef>
    </dgm:style>
  </dgm:styleLbl>
  <dgm:styleLbl name="node1">
    <dgm:scene3d>
      <a:camera prst="orthographicFront"/>
      <a:lightRig rig="threePt" dir="t"/>
    </dgm:scene3d>
    <dgm:sp3d/>
    <dgm:txPr/>
    <dgm:style>
      <a:lnRef idx="0">
        <a:scrgbClr r="0" g="0" b="0"/>
      </a:lnRef>
      <a:fillRef idx="3">
        <a:scrgbClr r="0" g="0" b="0"/>
      </a:fillRef>
      <a:effectRef idx="2">
        <a:scrgbClr r="0" g="0" b="0"/>
      </a:effectRef>
      <a:fontRef idx="minor">
        <a:schemeClr val="lt1"/>
      </a:fontRef>
    </dgm:style>
  </dgm:styleLbl>
  <dgm:styleLbl name="node2">
    <dgm:scene3d>
      <a:camera prst="orthographicFront"/>
      <a:lightRig rig="threePt" dir="t"/>
    </dgm:scene3d>
    <dgm:sp3d/>
    <dgm:txPr/>
    <dgm:style>
      <a:lnRef idx="0">
        <a:scrgbClr r="0" g="0" b="0"/>
      </a:lnRef>
      <a:fillRef idx="3">
        <a:scrgbClr r="0" g="0" b="0"/>
      </a:fillRef>
      <a:effectRef idx="2">
        <a:scrgbClr r="0" g="0" b="0"/>
      </a:effectRef>
      <a:fontRef idx="minor">
        <a:schemeClr val="lt1"/>
      </a:fontRef>
    </dgm:style>
  </dgm:styleLbl>
  <dgm:styleLbl name="node3">
    <dgm:scene3d>
      <a:camera prst="orthographicFront"/>
      <a:lightRig rig="threePt" dir="t"/>
    </dgm:scene3d>
    <dgm:sp3d/>
    <dgm:txPr/>
    <dgm:style>
      <a:lnRef idx="0">
        <a:scrgbClr r="0" g="0" b="0"/>
      </a:lnRef>
      <a:fillRef idx="3">
        <a:scrgbClr r="0" g="0" b="0"/>
      </a:fillRef>
      <a:effectRef idx="2">
        <a:scrgbClr r="0" g="0" b="0"/>
      </a:effectRef>
      <a:fontRef idx="minor">
        <a:schemeClr val="lt1"/>
      </a:fontRef>
    </dgm:style>
  </dgm:styleLbl>
  <dgm:styleLbl name="node4">
    <dgm:scene3d>
      <a:camera prst="orthographicFront"/>
      <a:lightRig rig="threePt" dir="t"/>
    </dgm:scene3d>
    <dgm:sp3d/>
    <dgm:txPr/>
    <dgm:style>
      <a:lnRef idx="0">
        <a:scrgbClr r="0" g="0" b="0"/>
      </a:lnRef>
      <a:fillRef idx="3">
        <a:scrgbClr r="0" g="0" b="0"/>
      </a:fillRef>
      <a:effectRef idx="2">
        <a:scrgbClr r="0" g="0" b="0"/>
      </a:effectRef>
      <a:fontRef idx="minor">
        <a:schemeClr val="lt1"/>
      </a:fontRef>
    </dgm:style>
  </dgm:styleLbl>
  <dgm:styleLbl name="fgImgPlace1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2">
        <a:scrgbClr r="0" g="0" b="0"/>
      </a:effectRef>
      <a:fontRef idx="minor"/>
    </dgm:style>
  </dgm:styleLbl>
  <dgm:styleLbl name="alignImgPlace1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2">
        <a:scrgbClr r="0" g="0" b="0"/>
      </a:effectRef>
      <a:fontRef idx="minor"/>
    </dgm:style>
  </dgm:styleLbl>
  <dgm:styleLbl name="bgImgPlace1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2">
        <a:scrgbClr r="0" g="0" b="0"/>
      </a:effectRef>
      <a:fontRef idx="minor"/>
    </dgm:style>
  </dgm:styleLbl>
  <dgm:styleLbl name="sibTrans2D1">
    <dgm:scene3d>
      <a:camera prst="orthographicFront"/>
      <a:lightRig rig="threePt" dir="t"/>
    </dgm:scene3d>
    <dgm:sp3d/>
    <dgm:txPr/>
    <dgm:style>
      <a:lnRef idx="0">
        <a:scrgbClr r="0" g="0" b="0"/>
      </a:lnRef>
      <a:fillRef idx="3">
        <a:scrgbClr r="0" g="0" b="0"/>
      </a:fillRef>
      <a:effectRef idx="2">
        <a:scrgbClr r="0" g="0" b="0"/>
      </a:effectRef>
      <a:fontRef idx="minor">
        <a:schemeClr val="lt1"/>
      </a:fontRef>
    </dgm:style>
  </dgm:styleLbl>
  <dgm:styleLbl name="fgSibTrans2D1">
    <dgm:scene3d>
      <a:camera prst="orthographicFront"/>
      <a:lightRig rig="threePt" dir="t"/>
    </dgm:scene3d>
    <dgm:sp3d/>
    <dgm:txPr/>
    <dgm:style>
      <a:lnRef idx="0">
        <a:scrgbClr r="0" g="0" b="0"/>
      </a:lnRef>
      <a:fillRef idx="3">
        <a:scrgbClr r="0" g="0" b="0"/>
      </a:fillRef>
      <a:effectRef idx="2">
        <a:scrgbClr r="0" g="0" b="0"/>
      </a:effectRef>
      <a:fontRef idx="minor">
        <a:schemeClr val="lt1"/>
      </a:fontRef>
    </dgm:style>
  </dgm:styleLbl>
  <dgm:styleLbl name="bgSibTrans2D1">
    <dgm:scene3d>
      <a:camera prst="orthographicFront"/>
      <a:lightRig rig="threePt" dir="t"/>
    </dgm:scene3d>
    <dgm:sp3d/>
    <dgm:txPr/>
    <dgm:style>
      <a:lnRef idx="0">
        <a:scrgbClr r="0" g="0" b="0"/>
      </a:lnRef>
      <a:fillRef idx="3">
        <a:scrgbClr r="0" g="0" b="0"/>
      </a:fillRef>
      <a:effectRef idx="2">
        <a:scrgbClr r="0" g="0" b="0"/>
      </a:effectRef>
      <a:fontRef idx="minor">
        <a:schemeClr val="lt1"/>
      </a:fontRef>
    </dgm:style>
  </dgm:styleLbl>
  <dgm:styleLbl name="sibTrans1D1">
    <dgm:scene3d>
      <a:camera prst="orthographicFront"/>
      <a:lightRig rig="threePt" dir="t"/>
    </dgm:scene3d>
    <dgm:sp3d/>
    <dgm:txPr/>
    <dgm:style>
      <a:lnRef idx="1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callout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1">
        <a:scrgbClr r="0" g="0" b="0"/>
      </a:effectRef>
      <a:fontRef idx="minor"/>
    </dgm:style>
  </dgm:styleLbl>
  <dgm:styleLbl name="asst0">
    <dgm:scene3d>
      <a:camera prst="orthographicFront"/>
      <a:lightRig rig="threePt" dir="t"/>
    </dgm:scene3d>
    <dgm:sp3d/>
    <dgm:txPr/>
    <dgm:style>
      <a:lnRef idx="0">
        <a:scrgbClr r="0" g="0" b="0"/>
      </a:lnRef>
      <a:fillRef idx="3">
        <a:scrgbClr r="0" g="0" b="0"/>
      </a:fillRef>
      <a:effectRef idx="2">
        <a:scrgbClr r="0" g="0" b="0"/>
      </a:effectRef>
      <a:fontRef idx="minor">
        <a:schemeClr val="lt1"/>
      </a:fontRef>
    </dgm:style>
  </dgm:styleLbl>
  <dgm:styleLbl name="asst1">
    <dgm:scene3d>
      <a:camera prst="orthographicFront"/>
      <a:lightRig rig="threePt" dir="t"/>
    </dgm:scene3d>
    <dgm:sp3d/>
    <dgm:txPr/>
    <dgm:style>
      <a:lnRef idx="0">
        <a:scrgbClr r="0" g="0" b="0"/>
      </a:lnRef>
      <a:fillRef idx="3">
        <a:scrgbClr r="0" g="0" b="0"/>
      </a:fillRef>
      <a:effectRef idx="2">
        <a:scrgbClr r="0" g="0" b="0"/>
      </a:effectRef>
      <a:fontRef idx="minor">
        <a:schemeClr val="lt1"/>
      </a:fontRef>
    </dgm:style>
  </dgm:styleLbl>
  <dgm:styleLbl name="asst2">
    <dgm:scene3d>
      <a:camera prst="orthographicFront"/>
      <a:lightRig rig="threePt" dir="t"/>
    </dgm:scene3d>
    <dgm:sp3d/>
    <dgm:txPr/>
    <dgm:style>
      <a:lnRef idx="0">
        <a:scrgbClr r="0" g="0" b="0"/>
      </a:lnRef>
      <a:fillRef idx="3">
        <a:scrgbClr r="0" g="0" b="0"/>
      </a:fillRef>
      <a:effectRef idx="2">
        <a:scrgbClr r="0" g="0" b="0"/>
      </a:effectRef>
      <a:fontRef idx="minor">
        <a:schemeClr val="lt1"/>
      </a:fontRef>
    </dgm:style>
  </dgm:styleLbl>
  <dgm:styleLbl name="asst3">
    <dgm:scene3d>
      <a:camera prst="orthographicFront"/>
      <a:lightRig rig="threePt" dir="t"/>
    </dgm:scene3d>
    <dgm:sp3d/>
    <dgm:txPr/>
    <dgm:style>
      <a:lnRef idx="0">
        <a:scrgbClr r="0" g="0" b="0"/>
      </a:lnRef>
      <a:fillRef idx="3">
        <a:scrgbClr r="0" g="0" b="0"/>
      </a:fillRef>
      <a:effectRef idx="2">
        <a:scrgbClr r="0" g="0" b="0"/>
      </a:effectRef>
      <a:fontRef idx="minor">
        <a:schemeClr val="lt1"/>
      </a:fontRef>
    </dgm:style>
  </dgm:styleLbl>
  <dgm:styleLbl name="asst4">
    <dgm:scene3d>
      <a:camera prst="orthographicFront"/>
      <a:lightRig rig="threePt" dir="t"/>
    </dgm:scene3d>
    <dgm:sp3d/>
    <dgm:txPr/>
    <dgm:style>
      <a:lnRef idx="0">
        <a:scrgbClr r="0" g="0" b="0"/>
      </a:lnRef>
      <a:fillRef idx="3">
        <a:scrgbClr r="0" g="0" b="0"/>
      </a:fillRef>
      <a:effectRef idx="2">
        <a:scrgbClr r="0" g="0" b="0"/>
      </a:effectRef>
      <a:fontRef idx="minor">
        <a:schemeClr val="lt1"/>
      </a:fontRef>
    </dgm:style>
  </dgm:styleLbl>
  <dgm:styleLbl name="parChTrans2D1">
    <dgm:scene3d>
      <a:camera prst="orthographicFront"/>
      <a:lightRig rig="threePt" dir="t"/>
    </dgm:scene3d>
    <dgm:sp3d/>
    <dgm:txPr/>
    <dgm:style>
      <a:lnRef idx="0">
        <a:scrgbClr r="0" g="0" b="0"/>
      </a:lnRef>
      <a:fillRef idx="3">
        <a:scrgbClr r="0" g="0" b="0"/>
      </a:fillRef>
      <a:effectRef idx="2">
        <a:scrgbClr r="0" g="0" b="0"/>
      </a:effectRef>
      <a:fontRef idx="minor">
        <a:schemeClr val="lt1"/>
      </a:fontRef>
    </dgm:style>
  </dgm:styleLbl>
  <dgm:styleLbl name="parChTrans2D2">
    <dgm:scene3d>
      <a:camera prst="orthographicFront"/>
      <a:lightRig rig="threePt" dir="t"/>
    </dgm:scene3d>
    <dgm:sp3d/>
    <dgm:txPr/>
    <dgm:style>
      <a:lnRef idx="0">
        <a:scrgbClr r="0" g="0" b="0"/>
      </a:lnRef>
      <a:fillRef idx="3">
        <a:scrgbClr r="0" g="0" b="0"/>
      </a:fillRef>
      <a:effectRef idx="2">
        <a:scrgbClr r="0" g="0" b="0"/>
      </a:effectRef>
      <a:fontRef idx="minor">
        <a:schemeClr val="lt1"/>
      </a:fontRef>
    </dgm:style>
  </dgm:styleLbl>
  <dgm:styleLbl name="parChTrans2D3">
    <dgm:scene3d>
      <a:camera prst="orthographicFront"/>
      <a:lightRig rig="threePt" dir="t"/>
    </dgm:scene3d>
    <dgm:sp3d/>
    <dgm:txPr/>
    <dgm:style>
      <a:lnRef idx="1">
        <a:scrgbClr r="0" g="0" b="0"/>
      </a:lnRef>
      <a:fillRef idx="3">
        <a:scrgbClr r="0" g="0" b="0"/>
      </a:fillRef>
      <a:effectRef idx="2">
        <a:scrgbClr r="0" g="0" b="0"/>
      </a:effectRef>
      <a:fontRef idx="minor">
        <a:schemeClr val="lt1"/>
      </a:fontRef>
    </dgm:style>
  </dgm:styleLbl>
  <dgm:styleLbl name="parChTrans2D4">
    <dgm:scene3d>
      <a:camera prst="orthographicFront"/>
      <a:lightRig rig="threePt" dir="t"/>
    </dgm:scene3d>
    <dgm:sp3d/>
    <dgm:txPr/>
    <dgm:style>
      <a:lnRef idx="1">
        <a:scrgbClr r="0" g="0" b="0"/>
      </a:lnRef>
      <a:fillRef idx="3">
        <a:scrgbClr r="0" g="0" b="0"/>
      </a:fillRef>
      <a:effectRef idx="2">
        <a:scrgbClr r="0" g="0" b="0"/>
      </a:effectRef>
      <a:fontRef idx="minor">
        <a:schemeClr val="lt1"/>
      </a:fontRef>
    </dgm:style>
  </dgm:styleLbl>
  <dgm:styleLbl name="parChTrans1D1">
    <dgm:scene3d>
      <a:camera prst="orthographicFront"/>
      <a:lightRig rig="threePt" dir="t"/>
    </dgm:scene3d>
    <dgm:sp3d/>
    <dgm:txPr/>
    <dgm:style>
      <a:lnRef idx="1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parChTrans1D2">
    <dgm:scene3d>
      <a:camera prst="orthographicFront"/>
      <a:lightRig rig="threePt" dir="t"/>
    </dgm:scene3d>
    <dgm:sp3d/>
    <dgm:txPr/>
    <dgm:style>
      <a:lnRef idx="1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parChTrans1D3">
    <dgm:scene3d>
      <a:camera prst="orthographicFront"/>
      <a:lightRig rig="threePt" dir="t"/>
    </dgm:scene3d>
    <dgm:sp3d/>
    <dgm:txPr/>
    <dgm:style>
      <a:lnRef idx="1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parChTrans1D4">
    <dgm:scene3d>
      <a:camera prst="orthographicFront"/>
      <a:lightRig rig="threePt" dir="t"/>
    </dgm:scene3d>
    <dgm:sp3d/>
    <dgm:txPr/>
    <dgm:style>
      <a:lnRef idx="1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fgAcc1">
    <dgm:scene3d>
      <a:camera prst="orthographicFront"/>
      <a:lightRig rig="threePt" dir="t"/>
    </dgm:scene3d>
    <dgm:sp3d/>
    <dgm:txPr/>
    <dgm:style>
      <a:lnRef idx="1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conFgAcc1">
    <dgm:scene3d>
      <a:camera prst="orthographicFront"/>
      <a:lightRig rig="threePt" dir="t"/>
    </dgm:scene3d>
    <dgm:sp3d/>
    <dgm:txPr/>
    <dgm:style>
      <a:lnRef idx="1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alignAcc1">
    <dgm:scene3d>
      <a:camera prst="orthographicFront"/>
      <a:lightRig rig="threePt" dir="t"/>
    </dgm:scene3d>
    <dgm:sp3d/>
    <dgm:txPr/>
    <dgm:style>
      <a:lnRef idx="1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trAlignAcc1">
    <dgm:scene3d>
      <a:camera prst="orthographicFront"/>
      <a:lightRig rig="threePt" dir="t"/>
    </dgm:scene3d>
    <dgm:sp3d/>
    <dgm:txPr/>
    <dgm:style>
      <a:lnRef idx="1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bgAcc1">
    <dgm:scene3d>
      <a:camera prst="orthographicFront"/>
      <a:lightRig rig="threePt" dir="t"/>
    </dgm:scene3d>
    <dgm:sp3d/>
    <dgm:txPr/>
    <dgm:style>
      <a:lnRef idx="1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solidFgAcc1">
    <dgm:scene3d>
      <a:camera prst="orthographicFront"/>
      <a:lightRig rig="threePt" dir="t"/>
    </dgm:scene3d>
    <dgm:sp3d/>
    <dgm:txPr/>
    <dgm:style>
      <a:lnRef idx="1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solidAlignAcc1">
    <dgm:scene3d>
      <a:camera prst="orthographicFront"/>
      <a:lightRig rig="threePt" dir="t"/>
    </dgm:scene3d>
    <dgm:sp3d/>
    <dgm:txPr/>
    <dgm:style>
      <a:lnRef idx="1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solidBgAcc1">
    <dgm:scene3d>
      <a:camera prst="orthographicFront"/>
      <a:lightRig rig="threePt" dir="t"/>
    </dgm:scene3d>
    <dgm:sp3d/>
    <dgm:txPr/>
    <dgm:style>
      <a:lnRef idx="1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FollowNode1">
    <dgm:scene3d>
      <a:camera prst="orthographicFront"/>
      <a:lightRig rig="threePt" dir="t"/>
    </dgm:scene3d>
    <dgm:sp3d/>
    <dgm:txPr/>
    <dgm:style>
      <a:lnRef idx="1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alignAccFollowNode1">
    <dgm:scene3d>
      <a:camera prst="orthographicFront"/>
      <a:lightRig rig="threePt" dir="t"/>
    </dgm:scene3d>
    <dgm:sp3d/>
    <dgm:txPr/>
    <dgm:style>
      <a:lnRef idx="1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bgAccFollowNode1">
    <dgm:scene3d>
      <a:camera prst="orthographicFront"/>
      <a:lightRig rig="threePt" dir="t"/>
    </dgm:scene3d>
    <dgm:sp3d/>
    <dgm:txPr/>
    <dgm:style>
      <a:lnRef idx="1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0">
    <dgm:scene3d>
      <a:camera prst="orthographicFront"/>
      <a:lightRig rig="threePt" dir="t"/>
    </dgm:scene3d>
    <dgm:sp3d/>
    <dgm:txPr/>
    <dgm:style>
      <a:lnRef idx="1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2">
    <dgm:scene3d>
      <a:camera prst="orthographicFront"/>
      <a:lightRig rig="threePt" dir="t"/>
    </dgm:scene3d>
    <dgm:sp3d/>
    <dgm:txPr/>
    <dgm:style>
      <a:lnRef idx="1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3">
    <dgm:scene3d>
      <a:camera prst="orthographicFront"/>
      <a:lightRig rig="threePt" dir="t"/>
    </dgm:scene3d>
    <dgm:sp3d/>
    <dgm:txPr/>
    <dgm:style>
      <a:lnRef idx="1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4">
    <dgm:scene3d>
      <a:camera prst="orthographicFront"/>
      <a:lightRig rig="threePt" dir="t"/>
    </dgm:scene3d>
    <dgm:sp3d/>
    <dgm:txPr/>
    <dgm:style>
      <a:lnRef idx="1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bgShp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2">
        <a:scrgbClr r="0" g="0" b="0"/>
      </a:effectRef>
      <a:fontRef idx="minor"/>
    </dgm:style>
  </dgm:styleLbl>
  <dgm:styleLbl name="dkBgShp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2">
        <a:scrgbClr r="0" g="0" b="0"/>
      </a:effectRef>
      <a:fontRef idx="minor"/>
    </dgm:style>
  </dgm:styleLbl>
  <dgm:styleLbl name="trBgShp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Shp">
    <dgm:scene3d>
      <a:camera prst="orthographicFront"/>
      <a:lightRig rig="threePt" dir="t"/>
    </dgm:scene3d>
    <dgm:sp3d/>
    <dgm:txPr/>
    <dgm:style>
      <a:lnRef idx="0">
        <a:scrgbClr r="0" g="0" b="0"/>
      </a:lnRef>
      <a:fillRef idx="3">
        <a:scrgbClr r="0" g="0" b="0"/>
      </a:fillRef>
      <a:effectRef idx="2">
        <a:scrgbClr r="0" g="0" b="0"/>
      </a:effectRef>
      <a:fontRef idx="minor"/>
    </dgm:style>
  </dgm:styleLbl>
  <dgm:styleLbl name="revTx">
    <dgm:scene3d>
      <a:camera prst="orthographicFront"/>
      <a:lightRig rig="threePt" dir="t"/>
    </dgm:scene3d>
    <dgm:sp3d/>
    <dgm:txPr/>
    <dgm:style>
      <a:lnRef idx="0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</dgm:styleDef>
</file>

<file path=ppt/diagrams/quickStyle11.xml><?xml version="1.0" encoding="utf-8"?>
<dgm:styleDef xmlns:dgm="http://schemas.openxmlformats.org/drawingml/2006/diagram" xmlns:a="http://schemas.openxmlformats.org/drawingml/2006/main" uniqueId="urn:microsoft.com/office/officeart/2005/8/quickstyle/3D1">
  <dgm:title val=""/>
  <dgm:desc val=""/>
  <dgm:catLst>
    <dgm:cat type="3D" pri="11100"/>
  </dgm:catLst>
  <dgm:scene3d>
    <a:camera prst="orthographicFront"/>
    <a:lightRig rig="threePt" dir="t"/>
  </dgm:scene3d>
  <dgm:styleLbl name="node0">
    <dgm:scene3d>
      <a:camera prst="orthographicFront"/>
      <a:lightRig rig="flat" dir="t"/>
    </dgm:scene3d>
    <dgm:sp3d prstMaterial="plastic">
      <a:bevelT w="120900" h="88900"/>
      <a:bevelB w="88900" h="31750" prst="angle"/>
    </dgm:sp3d>
    <dgm:txPr/>
    <dgm:style>
      <a:lnRef idx="0">
        <a:scrgbClr r="0" g="0" b="0"/>
      </a:lnRef>
      <a:fillRef idx="3">
        <a:scrgbClr r="0" g="0" b="0"/>
      </a:fillRef>
      <a:effectRef idx="2">
        <a:scrgbClr r="0" g="0" b="0"/>
      </a:effectRef>
      <a:fontRef idx="minor">
        <a:schemeClr val="lt1"/>
      </a:fontRef>
    </dgm:style>
  </dgm:styleLbl>
  <dgm:styleLbl name="lnNode1">
    <dgm:scene3d>
      <a:camera prst="orthographicFront"/>
      <a:lightRig rig="flat" dir="t"/>
    </dgm:scene3d>
    <dgm:sp3d prstMaterial="plastic">
      <a:bevelT w="120900" h="88900"/>
      <a:bevelB w="88900" h="31750" prst="angle"/>
    </dgm:sp3d>
    <dgm:txPr/>
    <dgm:style>
      <a:lnRef idx="0">
        <a:scrgbClr r="0" g="0" b="0"/>
      </a:lnRef>
      <a:fillRef idx="3">
        <a:scrgbClr r="0" g="0" b="0"/>
      </a:fillRef>
      <a:effectRef idx="1">
        <a:scrgbClr r="0" g="0" b="0"/>
      </a:effectRef>
      <a:fontRef idx="minor">
        <a:schemeClr val="lt1"/>
      </a:fontRef>
    </dgm:style>
  </dgm:styleLbl>
  <dgm:styleLbl name="vennNode1">
    <dgm:scene3d>
      <a:camera prst="orthographicFront"/>
      <a:lightRig rig="flat" dir="t"/>
    </dgm:scene3d>
    <dgm:sp3d prstMaterial="plastic">
      <a:bevelT w="120900" h="88900"/>
      <a:bevelB w="88900" h="31750" prst="angle"/>
    </dgm:sp3d>
    <dgm:txPr/>
    <dgm:style>
      <a:lnRef idx="0">
        <a:scrgbClr r="0" g="0" b="0"/>
      </a:lnRef>
      <a:fillRef idx="1">
        <a:scrgbClr r="0" g="0" b="0"/>
      </a:fillRef>
      <a:effectRef idx="1">
        <a:scrgbClr r="0" g="0" b="0"/>
      </a:effectRef>
      <a:fontRef idx="minor">
        <a:schemeClr val="tx1"/>
      </a:fontRef>
    </dgm:style>
  </dgm:styleLbl>
  <dgm:styleLbl name="alignNode1">
    <dgm:scene3d>
      <a:camera prst="orthographicFront"/>
      <a:lightRig rig="flat" dir="t"/>
    </dgm:scene3d>
    <dgm:sp3d prstMaterial="plastic">
      <a:bevelT w="120900" h="88900"/>
      <a:bevelB w="88900" h="31750" prst="angle"/>
    </dgm:sp3d>
    <dgm:txPr/>
    <dgm:style>
      <a:lnRef idx="1">
        <a:scrgbClr r="0" g="0" b="0"/>
      </a:lnRef>
      <a:fillRef idx="3">
        <a:scrgbClr r="0" g="0" b="0"/>
      </a:fillRef>
      <a:effectRef idx="2">
        <a:scrgbClr r="0" g="0" b="0"/>
      </a:effectRef>
      <a:fontRef idx="minor">
        <a:schemeClr val="lt1"/>
      </a:fontRef>
    </dgm:style>
  </dgm:styleLbl>
  <dgm:styleLbl name="node1">
    <dgm:scene3d>
      <a:camera prst="orthographicFront"/>
      <a:lightRig rig="flat" dir="t"/>
    </dgm:scene3d>
    <dgm:sp3d prstMaterial="plastic">
      <a:bevelT w="120900" h="88900"/>
      <a:bevelB w="88900" h="31750" prst="angle"/>
    </dgm:sp3d>
    <dgm:txPr/>
    <dgm:style>
      <a:lnRef idx="0">
        <a:scrgbClr r="0" g="0" b="0"/>
      </a:lnRef>
      <a:fillRef idx="3">
        <a:scrgbClr r="0" g="0" b="0"/>
      </a:fillRef>
      <a:effectRef idx="2">
        <a:scrgbClr r="0" g="0" b="0"/>
      </a:effectRef>
      <a:fontRef idx="minor">
        <a:schemeClr val="lt1"/>
      </a:fontRef>
    </dgm:style>
  </dgm:styleLbl>
  <dgm:styleLbl name="node2">
    <dgm:scene3d>
      <a:camera prst="orthographicFront"/>
      <a:lightRig rig="flat" dir="t"/>
    </dgm:scene3d>
    <dgm:sp3d prstMaterial="plastic">
      <a:bevelT w="120900" h="88900"/>
      <a:bevelB w="88900" h="31750" prst="angle"/>
    </dgm:sp3d>
    <dgm:txPr/>
    <dgm:style>
      <a:lnRef idx="0">
        <a:scrgbClr r="0" g="0" b="0"/>
      </a:lnRef>
      <a:fillRef idx="3">
        <a:scrgbClr r="0" g="0" b="0"/>
      </a:fillRef>
      <a:effectRef idx="1">
        <a:scrgbClr r="0" g="0" b="0"/>
      </a:effectRef>
      <a:fontRef idx="minor">
        <a:schemeClr val="lt1"/>
      </a:fontRef>
    </dgm:style>
  </dgm:styleLbl>
  <dgm:styleLbl name="node3">
    <dgm:scene3d>
      <a:camera prst="orthographicFront"/>
      <a:lightRig rig="flat" dir="t"/>
    </dgm:scene3d>
    <dgm:sp3d prstMaterial="plastic">
      <a:bevelT w="120900" h="88900"/>
      <a:bevelB w="88900" h="31750" prst="angle"/>
    </dgm:sp3d>
    <dgm:txPr/>
    <dgm:style>
      <a:lnRef idx="0">
        <a:scrgbClr r="0" g="0" b="0"/>
      </a:lnRef>
      <a:fillRef idx="3">
        <a:scrgbClr r="0" g="0" b="0"/>
      </a:fillRef>
      <a:effectRef idx="1">
        <a:scrgbClr r="0" g="0" b="0"/>
      </a:effectRef>
      <a:fontRef idx="minor">
        <a:schemeClr val="lt1"/>
      </a:fontRef>
    </dgm:style>
  </dgm:styleLbl>
  <dgm:styleLbl name="node4">
    <dgm:scene3d>
      <a:camera prst="orthographicFront"/>
      <a:lightRig rig="flat" dir="t"/>
    </dgm:scene3d>
    <dgm:sp3d prstMaterial="plastic">
      <a:bevelT w="120900" h="88900"/>
      <a:bevelB w="88900" h="31750" prst="angle"/>
    </dgm:sp3d>
    <dgm:txPr/>
    <dgm:style>
      <a:lnRef idx="0">
        <a:scrgbClr r="0" g="0" b="0"/>
      </a:lnRef>
      <a:fillRef idx="3">
        <a:scrgbClr r="0" g="0" b="0"/>
      </a:fillRef>
      <a:effectRef idx="1">
        <a:scrgbClr r="0" g="0" b="0"/>
      </a:effectRef>
      <a:fontRef idx="minor">
        <a:schemeClr val="lt1"/>
      </a:fontRef>
    </dgm:style>
  </dgm:styleLbl>
  <dgm:styleLbl name="fgImgPlace1">
    <dgm:scene3d>
      <a:camera prst="orthographicFront"/>
      <a:lightRig rig="flat" dir="t"/>
    </dgm:scene3d>
    <dgm:sp3d z="127000" prstMaterial="plastic">
      <a:bevelT w="88900" h="88900"/>
      <a:bevelB w="88900" h="31750" prst="angle"/>
    </dgm:sp3d>
    <dgm:txPr/>
    <dgm:style>
      <a:lnRef idx="0">
        <a:scrgbClr r="0" g="0" b="0"/>
      </a:lnRef>
      <a:fillRef idx="3">
        <a:scrgbClr r="0" g="0" b="0"/>
      </a:fillRef>
      <a:effectRef idx="2">
        <a:scrgbClr r="0" g="0" b="0"/>
      </a:effectRef>
      <a:fontRef idx="minor"/>
    </dgm:style>
  </dgm:styleLbl>
  <dgm:styleLbl name="alignImgPlace1">
    <dgm:scene3d>
      <a:camera prst="orthographicFront"/>
      <a:lightRig rig="flat" dir="t"/>
    </dgm:scene3d>
    <dgm:sp3d prstMaterial="plastic">
      <a:bevelT w="88900" h="88900"/>
      <a:bevelB w="88900" h="31750" prst="angle"/>
    </dgm:sp3d>
    <dgm:txPr/>
    <dgm:style>
      <a:lnRef idx="0">
        <a:scrgbClr r="0" g="0" b="0"/>
      </a:lnRef>
      <a:fillRef idx="3">
        <a:scrgbClr r="0" g="0" b="0"/>
      </a:fillRef>
      <a:effectRef idx="2">
        <a:scrgbClr r="0" g="0" b="0"/>
      </a:effectRef>
      <a:fontRef idx="minor"/>
    </dgm:style>
  </dgm:styleLbl>
  <dgm:styleLbl name="bgImgPlace1">
    <dgm:scene3d>
      <a:camera prst="orthographicFront"/>
      <a:lightRig rig="flat" dir="t"/>
    </dgm:scene3d>
    <dgm:sp3d z="-190500" prstMaterial="plastic">
      <a:bevelT w="88900" h="88900"/>
      <a:bevelB w="88900" h="31750" prst="angle"/>
    </dgm:sp3d>
    <dgm:txPr/>
    <dgm:style>
      <a:lnRef idx="0">
        <a:scrgbClr r="0" g="0" b="0"/>
      </a:lnRef>
      <a:fillRef idx="3">
        <a:scrgbClr r="0" g="0" b="0"/>
      </a:fillRef>
      <a:effectRef idx="2">
        <a:scrgbClr r="0" g="0" b="0"/>
      </a:effectRef>
      <a:fontRef idx="minor"/>
    </dgm:style>
  </dgm:styleLbl>
  <dgm:styleLbl name="sibTrans2D1">
    <dgm:scene3d>
      <a:camera prst="orthographicFront"/>
      <a:lightRig rig="flat" dir="t"/>
    </dgm:scene3d>
    <dgm:sp3d z="-80000" prstMaterial="plastic">
      <a:bevelT w="50800" h="50800"/>
      <a:bevelB w="25400" h="25400" prst="angle"/>
    </dgm:sp3d>
    <dgm:txPr/>
    <dgm:style>
      <a:lnRef idx="0">
        <a:scrgbClr r="0" g="0" b="0"/>
      </a:lnRef>
      <a:fillRef idx="3">
        <a:scrgbClr r="0" g="0" b="0"/>
      </a:fillRef>
      <a:effectRef idx="2">
        <a:scrgbClr r="0" g="0" b="0"/>
      </a:effectRef>
      <a:fontRef idx="minor">
        <a:schemeClr val="lt1"/>
      </a:fontRef>
    </dgm:style>
  </dgm:styleLbl>
  <dgm:styleLbl name="fgSibTrans2D1">
    <dgm:scene3d>
      <a:camera prst="orthographicFront"/>
      <a:lightRig rig="flat" dir="t"/>
    </dgm:scene3d>
    <dgm:sp3d z="127000" prstMaterial="plastic">
      <a:bevelT w="50800" h="50800"/>
      <a:bevelB w="25400" h="25400" prst="angle"/>
    </dgm:sp3d>
    <dgm:txPr/>
    <dgm:style>
      <a:lnRef idx="0">
        <a:scrgbClr r="0" g="0" b="0"/>
      </a:lnRef>
      <a:fillRef idx="3">
        <a:scrgbClr r="0" g="0" b="0"/>
      </a:fillRef>
      <a:effectRef idx="2">
        <a:scrgbClr r="0" g="0" b="0"/>
      </a:effectRef>
      <a:fontRef idx="minor">
        <a:schemeClr val="lt1"/>
      </a:fontRef>
    </dgm:style>
  </dgm:styleLbl>
  <dgm:styleLbl name="bgSibTrans2D1">
    <dgm:scene3d>
      <a:camera prst="orthographicFront"/>
      <a:lightRig rig="flat" dir="t"/>
    </dgm:scene3d>
    <dgm:sp3d z="-190500" prstMaterial="plastic">
      <a:bevelT w="50800" h="50800"/>
      <a:bevelB w="25400" h="25400" prst="angle"/>
    </dgm:sp3d>
    <dgm:txPr/>
    <dgm:style>
      <a:lnRef idx="0">
        <a:scrgbClr r="0" g="0" b="0"/>
      </a:lnRef>
      <a:fillRef idx="3">
        <a:scrgbClr r="0" g="0" b="0"/>
      </a:fillRef>
      <a:effectRef idx="2">
        <a:scrgbClr r="0" g="0" b="0"/>
      </a:effectRef>
      <a:fontRef idx="minor">
        <a:schemeClr val="lt1"/>
      </a:fontRef>
    </dgm:style>
  </dgm:styleLbl>
  <dgm:styleLbl name="sibTrans1D1">
    <dgm:scene3d>
      <a:camera prst="orthographicFront"/>
      <a:lightRig rig="flat" dir="t"/>
    </dgm:scene3d>
    <dgm:sp3d z="-40000" prstMaterial="matte"/>
    <dgm:txPr/>
    <dgm:style>
      <a:lnRef idx="1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callout">
    <dgm:scene3d>
      <a:camera prst="orthographicFront"/>
      <a:lightRig rig="threePt" dir="t"/>
    </dgm:scene3d>
    <dgm:sp3d z="127000" prstMaterial="matte"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asst0">
    <dgm:scene3d>
      <a:camera prst="orthographicFront"/>
      <a:lightRig rig="flat" dir="t"/>
    </dgm:scene3d>
    <dgm:sp3d prstMaterial="plastic">
      <a:bevelT w="120900" h="88900"/>
      <a:bevelB w="88900" h="31750" prst="angle"/>
    </dgm:sp3d>
    <dgm:txPr/>
    <dgm:style>
      <a:lnRef idx="0">
        <a:scrgbClr r="0" g="0" b="0"/>
      </a:lnRef>
      <a:fillRef idx="3">
        <a:scrgbClr r="0" g="0" b="0"/>
      </a:fillRef>
      <a:effectRef idx="1">
        <a:scrgbClr r="0" g="0" b="0"/>
      </a:effectRef>
      <a:fontRef idx="minor">
        <a:schemeClr val="lt1"/>
      </a:fontRef>
    </dgm:style>
  </dgm:styleLbl>
  <dgm:styleLbl name="asst1">
    <dgm:scene3d>
      <a:camera prst="orthographicFront"/>
      <a:lightRig rig="flat" dir="t"/>
    </dgm:scene3d>
    <dgm:sp3d prstMaterial="plastic">
      <a:bevelT w="120900" h="88900"/>
      <a:bevelB w="88900" h="31750" prst="angle"/>
    </dgm:sp3d>
    <dgm:txPr/>
    <dgm:style>
      <a:lnRef idx="0">
        <a:scrgbClr r="0" g="0" b="0"/>
      </a:lnRef>
      <a:fillRef idx="3">
        <a:scrgbClr r="0" g="0" b="0"/>
      </a:fillRef>
      <a:effectRef idx="1">
        <a:scrgbClr r="0" g="0" b="0"/>
      </a:effectRef>
      <a:fontRef idx="minor">
        <a:schemeClr val="lt1"/>
      </a:fontRef>
    </dgm:style>
  </dgm:styleLbl>
  <dgm:styleLbl name="asst2">
    <dgm:scene3d>
      <a:camera prst="orthographicFront"/>
      <a:lightRig rig="flat" dir="t"/>
    </dgm:scene3d>
    <dgm:sp3d prstMaterial="plastic">
      <a:bevelT w="120900" h="88900"/>
      <a:bevelB w="88900" h="31750" prst="angle"/>
    </dgm:sp3d>
    <dgm:txPr/>
    <dgm:style>
      <a:lnRef idx="0">
        <a:scrgbClr r="0" g="0" b="0"/>
      </a:lnRef>
      <a:fillRef idx="3">
        <a:scrgbClr r="0" g="0" b="0"/>
      </a:fillRef>
      <a:effectRef idx="1">
        <a:scrgbClr r="0" g="0" b="0"/>
      </a:effectRef>
      <a:fontRef idx="minor">
        <a:schemeClr val="lt1"/>
      </a:fontRef>
    </dgm:style>
  </dgm:styleLbl>
  <dgm:styleLbl name="asst3">
    <dgm:scene3d>
      <a:camera prst="orthographicFront"/>
      <a:lightRig rig="flat" dir="t"/>
    </dgm:scene3d>
    <dgm:sp3d prstMaterial="plastic">
      <a:bevelT w="120900" h="88900"/>
      <a:bevelB w="88900" h="31750" prst="angle"/>
    </dgm:sp3d>
    <dgm:txPr/>
    <dgm:style>
      <a:lnRef idx="0">
        <a:scrgbClr r="0" g="0" b="0"/>
      </a:lnRef>
      <a:fillRef idx="3">
        <a:scrgbClr r="0" g="0" b="0"/>
      </a:fillRef>
      <a:effectRef idx="1">
        <a:scrgbClr r="0" g="0" b="0"/>
      </a:effectRef>
      <a:fontRef idx="minor">
        <a:schemeClr val="lt1"/>
      </a:fontRef>
    </dgm:style>
  </dgm:styleLbl>
  <dgm:styleLbl name="parChTrans2D1">
    <dgm:scene3d>
      <a:camera prst="orthographicFront"/>
      <a:lightRig rig="flat" dir="t"/>
    </dgm:scene3d>
    <dgm:sp3d z="-100000" prstMaterial="plastic">
      <a:bevelT w="120900" h="88900"/>
      <a:bevelB w="88900" h="31750" prst="angle"/>
    </dgm:sp3d>
    <dgm:txPr/>
    <dgm:style>
      <a:lnRef idx="0">
        <a:scrgbClr r="0" g="0" b="0"/>
      </a:lnRef>
      <a:fillRef idx="3">
        <a:scrgbClr r="0" g="0" b="0"/>
      </a:fillRef>
      <a:effectRef idx="1">
        <a:scrgbClr r="0" g="0" b="0"/>
      </a:effectRef>
      <a:fontRef idx="minor">
        <a:schemeClr val="lt1"/>
      </a:fontRef>
    </dgm:style>
  </dgm:styleLbl>
  <dgm:styleLbl name="parChTrans2D2">
    <dgm:scene3d>
      <a:camera prst="orthographicFront"/>
      <a:lightRig rig="flat" dir="t"/>
    </dgm:scene3d>
    <dgm:sp3d z="-60000" prstMaterial="plastic">
      <a:bevelT w="120900" h="88900"/>
      <a:bevelB w="88900" h="31750" prst="angle"/>
    </dgm:sp3d>
    <dgm:txPr/>
    <dgm:style>
      <a:lnRef idx="0">
        <a:scrgbClr r="0" g="0" b="0"/>
      </a:lnRef>
      <a:fillRef idx="3">
        <a:scrgbClr r="0" g="0" b="0"/>
      </a:fillRef>
      <a:effectRef idx="1">
        <a:scrgbClr r="0" g="0" b="0"/>
      </a:effectRef>
      <a:fontRef idx="minor">
        <a:schemeClr val="lt1"/>
      </a:fontRef>
    </dgm:style>
  </dgm:styleLbl>
  <dgm:styleLbl name="parChTrans2D3">
    <dgm:scene3d>
      <a:camera prst="orthographicFront"/>
      <a:lightRig rig="flat" dir="t"/>
    </dgm:scene3d>
    <dgm:sp3d z="-60000" prstMaterial="plastic">
      <a:bevelT w="120900" h="88900"/>
      <a:bevelB w="88900" h="31750" prst="angle"/>
    </dgm:sp3d>
    <dgm:txPr/>
    <dgm:style>
      <a:lnRef idx="0">
        <a:scrgbClr r="0" g="0" b="0"/>
      </a:lnRef>
      <a:fillRef idx="3">
        <a:scrgbClr r="0" g="0" b="0"/>
      </a:fillRef>
      <a:effectRef idx="1">
        <a:scrgbClr r="0" g="0" b="0"/>
      </a:effectRef>
      <a:fontRef idx="minor">
        <a:schemeClr val="lt1"/>
      </a:fontRef>
    </dgm:style>
  </dgm:styleLbl>
  <dgm:styleLbl name="parChTrans2D4">
    <dgm:scene3d>
      <a:camera prst="orthographicFront"/>
      <a:lightRig rig="flat" dir="t"/>
    </dgm:scene3d>
    <dgm:sp3d z="-60000" prstMaterial="plastic">
      <a:bevelT w="120900" h="88900"/>
      <a:bevelB w="88900" h="31750" prst="angle"/>
    </dgm:sp3d>
    <dgm:txPr/>
    <dgm:style>
      <a:lnRef idx="0">
        <a:scrgbClr r="0" g="0" b="0"/>
      </a:lnRef>
      <a:fillRef idx="3">
        <a:scrgbClr r="0" g="0" b="0"/>
      </a:fillRef>
      <a:effectRef idx="1">
        <a:scrgbClr r="0" g="0" b="0"/>
      </a:effectRef>
      <a:fontRef idx="minor">
        <a:schemeClr val="lt1"/>
      </a:fontRef>
    </dgm:style>
  </dgm:styleLbl>
  <dgm:styleLbl name="parChTrans1D1">
    <dgm:scene3d>
      <a:camera prst="orthographicFront"/>
      <a:lightRig rig="flat" dir="t"/>
    </dgm:scene3d>
    <dgm:sp3d prstMaterial="matte"/>
    <dgm:txPr/>
    <dgm:style>
      <a:lnRef idx="2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parChTrans1D2">
    <dgm:scene3d>
      <a:camera prst="orthographicFront"/>
      <a:lightRig rig="flat" dir="t"/>
    </dgm:scene3d>
    <dgm:sp3d prstMaterial="matte"/>
    <dgm:txPr/>
    <dgm:style>
      <a:lnRef idx="2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parChTrans1D3">
    <dgm:scene3d>
      <a:camera prst="orthographicFront"/>
      <a:lightRig rig="flat" dir="t"/>
    </dgm:scene3d>
    <dgm:sp3d prstMaterial="matte"/>
    <dgm:txPr/>
    <dgm:style>
      <a:lnRef idx="2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parChTrans1D4">
    <dgm:scene3d>
      <a:camera prst="orthographicFront"/>
      <a:lightRig rig="flat" dir="t"/>
    </dgm:scene3d>
    <dgm:sp3d prstMaterial="matte"/>
    <dgm:txPr/>
    <dgm:style>
      <a:lnRef idx="2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fgAcc1">
    <dgm:scene3d>
      <a:camera prst="orthographicFront"/>
      <a:lightRig rig="flat" dir="t"/>
    </dgm:scene3d>
    <dgm:sp3d z="190500" extrusionH="12700" prstMaterial="plastic">
      <a:bevelT w="50800" h="50800"/>
    </dgm:sp3d>
    <dgm:txPr/>
    <dgm:style>
      <a:lnRef idx="1">
        <a:scrgbClr r="0" g="0" b="0"/>
      </a:lnRef>
      <a:fillRef idx="1">
        <a:scrgbClr r="0" g="0" b="0"/>
      </a:fillRef>
      <a:effectRef idx="2">
        <a:scrgbClr r="0" g="0" b="0"/>
      </a:effectRef>
      <a:fontRef idx="minor"/>
    </dgm:style>
  </dgm:styleLbl>
  <dgm:styleLbl name="conFgAcc1">
    <dgm:scene3d>
      <a:camera prst="orthographicFront"/>
      <a:lightRig rig="flat" dir="t"/>
    </dgm:scene3d>
    <dgm:sp3d z="190500" extrusionH="12700" prstMaterial="plastic">
      <a:bevelT w="50800" h="50800"/>
    </dgm:sp3d>
    <dgm:txPr/>
    <dgm:style>
      <a:lnRef idx="1">
        <a:scrgbClr r="0" g="0" b="0"/>
      </a:lnRef>
      <a:fillRef idx="1">
        <a:scrgbClr r="0" g="0" b="0"/>
      </a:fillRef>
      <a:effectRef idx="2">
        <a:scrgbClr r="0" g="0" b="0"/>
      </a:effectRef>
      <a:fontRef idx="minor"/>
    </dgm:style>
  </dgm:styleLbl>
  <dgm:styleLbl name="alignAcc1">
    <dgm:scene3d>
      <a:camera prst="orthographicFront"/>
      <a:lightRig rig="flat" dir="t"/>
    </dgm:scene3d>
    <dgm:sp3d extrusionH="12700" prstMaterial="plastic">
      <a:bevelT w="50800" h="50800"/>
    </dgm:sp3d>
    <dgm:txPr/>
    <dgm:style>
      <a:lnRef idx="1">
        <a:scrgbClr r="0" g="0" b="0"/>
      </a:lnRef>
      <a:fillRef idx="1">
        <a:scrgbClr r="0" g="0" b="0"/>
      </a:fillRef>
      <a:effectRef idx="2">
        <a:scrgbClr r="0" g="0" b="0"/>
      </a:effectRef>
      <a:fontRef idx="minor"/>
    </dgm:style>
  </dgm:styleLbl>
  <dgm:styleLbl name="trAlignAcc1">
    <dgm:scene3d>
      <a:camera prst="orthographicFront"/>
      <a:lightRig rig="flat" dir="t"/>
    </dgm:scene3d>
    <dgm:sp3d extrusionH="12700" prstMaterial="plastic">
      <a:bevelT w="50800" h="50800"/>
    </dgm:sp3d>
    <dgm:txPr/>
    <dgm:style>
      <a:lnRef idx="1">
        <a:scrgbClr r="0" g="0" b="0"/>
      </a:lnRef>
      <a:fillRef idx="1">
        <a:scrgbClr r="0" g="0" b="0"/>
      </a:fillRef>
      <a:effectRef idx="2">
        <a:scrgbClr r="0" g="0" b="0"/>
      </a:effectRef>
      <a:fontRef idx="minor"/>
    </dgm:style>
  </dgm:styleLbl>
  <dgm:styleLbl name="bgAcc1">
    <dgm:scene3d>
      <a:camera prst="orthographicFront"/>
      <a:lightRig rig="flat" dir="t"/>
    </dgm:scene3d>
    <dgm:sp3d z="-190500" extrusionH="12700" prstMaterial="plastic">
      <a:bevelT w="50800" h="50800"/>
    </dgm:sp3d>
    <dgm:txPr/>
    <dgm:style>
      <a:lnRef idx="1">
        <a:scrgbClr r="0" g="0" b="0"/>
      </a:lnRef>
      <a:fillRef idx="1">
        <a:scrgbClr r="0" g="0" b="0"/>
      </a:fillRef>
      <a:effectRef idx="2">
        <a:scrgbClr r="0" g="0" b="0"/>
      </a:effectRef>
      <a:fontRef idx="minor"/>
    </dgm:style>
  </dgm:styleLbl>
  <dgm:styleLbl name="solidFgAcc1">
    <dgm:scene3d>
      <a:camera prst="orthographicFront"/>
      <a:lightRig rig="flat" dir="t"/>
    </dgm:scene3d>
    <dgm:sp3d z="190500" extrusionH="12700" prstMaterial="plastic">
      <a:bevelT w="50800" h="50800"/>
    </dgm:sp3d>
    <dgm:txPr/>
    <dgm:style>
      <a:lnRef idx="1">
        <a:scrgbClr r="0" g="0" b="0"/>
      </a:lnRef>
      <a:fillRef idx="1">
        <a:scrgbClr r="0" g="0" b="0"/>
      </a:fillRef>
      <a:effectRef idx="2">
        <a:scrgbClr r="0" g="0" b="0"/>
      </a:effectRef>
      <a:fontRef idx="minor"/>
    </dgm:style>
  </dgm:styleLbl>
  <dgm:styleLbl name="solidAlignAcc1">
    <dgm:scene3d>
      <a:camera prst="orthographicFront"/>
      <a:lightRig rig="flat" dir="t"/>
    </dgm:scene3d>
    <dgm:sp3d extrusionH="12700" prstMaterial="plastic">
      <a:bevelT w="50800" h="50800"/>
    </dgm:sp3d>
    <dgm:txPr/>
    <dgm:style>
      <a:lnRef idx="1">
        <a:scrgbClr r="0" g="0" b="0"/>
      </a:lnRef>
      <a:fillRef idx="1">
        <a:scrgbClr r="0" g="0" b="0"/>
      </a:fillRef>
      <a:effectRef idx="2">
        <a:scrgbClr r="0" g="0" b="0"/>
      </a:effectRef>
      <a:fontRef idx="minor"/>
    </dgm:style>
  </dgm:styleLbl>
  <dgm:styleLbl name="solidBgAcc1">
    <dgm:scene3d>
      <a:camera prst="orthographicFront"/>
      <a:lightRig rig="flat" dir="t"/>
    </dgm:scene3d>
    <dgm:sp3d z="-190500" extrusionH="12700" prstMaterial="plastic">
      <a:bevelT w="50800" h="50800"/>
    </dgm:sp3d>
    <dgm:txPr/>
    <dgm:style>
      <a:lnRef idx="1">
        <a:scrgbClr r="0" g="0" b="0"/>
      </a:lnRef>
      <a:fillRef idx="1">
        <a:scrgbClr r="0" g="0" b="0"/>
      </a:fillRef>
      <a:effectRef idx="2">
        <a:scrgbClr r="0" g="0" b="0"/>
      </a:effectRef>
      <a:fontRef idx="minor"/>
    </dgm:style>
  </dgm:styleLbl>
  <dgm:styleLbl name="fgAccFollowNode1">
    <dgm:scene3d>
      <a:camera prst="orthographicFront"/>
      <a:lightRig rig="flat" dir="t"/>
    </dgm:scene3d>
    <dgm:sp3d z="190500" extrusionH="12700" prstMaterial="plastic">
      <a:bevelT w="50800" h="50800"/>
    </dgm:sp3d>
    <dgm:txPr/>
    <dgm:style>
      <a:lnRef idx="1">
        <a:scrgbClr r="0" g="0" b="0"/>
      </a:lnRef>
      <a:fillRef idx="1">
        <a:scrgbClr r="0" g="0" b="0"/>
      </a:fillRef>
      <a:effectRef idx="2">
        <a:scrgbClr r="0" g="0" b="0"/>
      </a:effectRef>
      <a:fontRef idx="minor"/>
    </dgm:style>
  </dgm:styleLbl>
  <dgm:styleLbl name="alignAccFollowNode1">
    <dgm:scene3d>
      <a:camera prst="orthographicFront"/>
      <a:lightRig rig="flat" dir="t"/>
    </dgm:scene3d>
    <dgm:sp3d extrusionH="12700" prstMaterial="plastic">
      <a:bevelT w="50800" h="50800"/>
    </dgm:sp3d>
    <dgm:txPr/>
    <dgm:style>
      <a:lnRef idx="1">
        <a:scrgbClr r="0" g="0" b="0"/>
      </a:lnRef>
      <a:fillRef idx="1">
        <a:scrgbClr r="0" g="0" b="0"/>
      </a:fillRef>
      <a:effectRef idx="2">
        <a:scrgbClr r="0" g="0" b="0"/>
      </a:effectRef>
      <a:fontRef idx="minor"/>
    </dgm:style>
  </dgm:styleLbl>
  <dgm:styleLbl name="bgAccFollowNode1">
    <dgm:scene3d>
      <a:camera prst="orthographicFront"/>
      <a:lightRig rig="flat" dir="t"/>
    </dgm:scene3d>
    <dgm:sp3d z="-190500" extrusionH="12700" prstMaterial="plastic">
      <a:bevelT w="50800" h="50800"/>
    </dgm:sp3d>
    <dgm:txPr/>
    <dgm:style>
      <a:lnRef idx="1">
        <a:scrgbClr r="0" g="0" b="0"/>
      </a:lnRef>
      <a:fillRef idx="1">
        <a:scrgbClr r="0" g="0" b="0"/>
      </a:fillRef>
      <a:effectRef idx="2">
        <a:scrgbClr r="0" g="0" b="0"/>
      </a:effectRef>
      <a:fontRef idx="minor"/>
    </dgm:style>
  </dgm:styleLbl>
  <dgm:styleLbl name="fgAcc0">
    <dgm:scene3d>
      <a:camera prst="orthographicFront"/>
      <a:lightRig rig="flat" dir="t"/>
    </dgm:scene3d>
    <dgm:sp3d z="190500" extrusionH="12700" prstMaterial="plastic">
      <a:bevelT w="50800" h="50800"/>
    </dgm:sp3d>
    <dgm:txPr/>
    <dgm:style>
      <a:lnRef idx="1">
        <a:scrgbClr r="0" g="0" b="0"/>
      </a:lnRef>
      <a:fillRef idx="1">
        <a:scrgbClr r="0" g="0" b="0"/>
      </a:fillRef>
      <a:effectRef idx="2">
        <a:scrgbClr r="0" g="0" b="0"/>
      </a:effectRef>
      <a:fontRef idx="minor"/>
    </dgm:style>
  </dgm:styleLbl>
  <dgm:styleLbl name="fgAcc2">
    <dgm:scene3d>
      <a:camera prst="orthographicFront"/>
      <a:lightRig rig="flat" dir="t"/>
    </dgm:scene3d>
    <dgm:sp3d z="190500" extrusionH="12700" prstMaterial="plastic">
      <a:bevelT w="50800" h="50800"/>
    </dgm:sp3d>
    <dgm:txPr/>
    <dgm:style>
      <a:lnRef idx="1">
        <a:scrgbClr r="0" g="0" b="0"/>
      </a:lnRef>
      <a:fillRef idx="1">
        <a:scrgbClr r="0" g="0" b="0"/>
      </a:fillRef>
      <a:effectRef idx="2">
        <a:scrgbClr r="0" g="0" b="0"/>
      </a:effectRef>
      <a:fontRef idx="minor"/>
    </dgm:style>
  </dgm:styleLbl>
  <dgm:styleLbl name="fgAcc3">
    <dgm:scene3d>
      <a:camera prst="orthographicFront"/>
      <a:lightRig rig="flat" dir="t"/>
    </dgm:scene3d>
    <dgm:sp3d z="190500" extrusionH="12700" prstMaterial="plastic">
      <a:bevelT w="50800" h="50800"/>
    </dgm:sp3d>
    <dgm:txPr/>
    <dgm:style>
      <a:lnRef idx="1">
        <a:scrgbClr r="0" g="0" b="0"/>
      </a:lnRef>
      <a:fillRef idx="1">
        <a:scrgbClr r="0" g="0" b="0"/>
      </a:fillRef>
      <a:effectRef idx="2">
        <a:scrgbClr r="0" g="0" b="0"/>
      </a:effectRef>
      <a:fontRef idx="minor"/>
    </dgm:style>
  </dgm:styleLbl>
  <dgm:styleLbl name="fgAcc4">
    <dgm:scene3d>
      <a:camera prst="orthographicFront"/>
      <a:lightRig rig="flat" dir="t"/>
    </dgm:scene3d>
    <dgm:sp3d z="190500" extrusionH="12700" prstMaterial="plastic">
      <a:bevelT w="50800" h="50800"/>
    </dgm:sp3d>
    <dgm:txPr/>
    <dgm:style>
      <a:lnRef idx="1">
        <a:scrgbClr r="0" g="0" b="0"/>
      </a:lnRef>
      <a:fillRef idx="1">
        <a:scrgbClr r="0" g="0" b="0"/>
      </a:fillRef>
      <a:effectRef idx="2">
        <a:scrgbClr r="0" g="0" b="0"/>
      </a:effectRef>
      <a:fontRef idx="minor"/>
    </dgm:style>
  </dgm:styleLbl>
  <dgm:styleLbl name="bgShp">
    <dgm:scene3d>
      <a:camera prst="orthographicFront"/>
      <a:lightRig rig="flat" dir="t"/>
    </dgm:scene3d>
    <dgm:sp3d z="-190500" extrusionH="12700" prstMaterial="plastic">
      <a:bevelT w="50800" h="50800"/>
    </dgm:sp3d>
    <dgm:txPr/>
    <dgm:style>
      <a:lnRef idx="0">
        <a:scrgbClr r="0" g="0" b="0"/>
      </a:lnRef>
      <a:fillRef idx="3">
        <a:scrgbClr r="0" g="0" b="0"/>
      </a:fillRef>
      <a:effectRef idx="0">
        <a:scrgbClr r="0" g="0" b="0"/>
      </a:effectRef>
      <a:fontRef idx="minor"/>
    </dgm:style>
  </dgm:styleLbl>
  <dgm:styleLbl name="dkBgShp">
    <dgm:scene3d>
      <a:camera prst="orthographicFront"/>
      <a:lightRig rig="flat" dir="t"/>
    </dgm:scene3d>
    <dgm:sp3d z="-190500" extrusionH="12700" prstMaterial="plastic">
      <a:bevelT w="50800" h="50800"/>
    </dgm:sp3d>
    <dgm:txPr/>
    <dgm:style>
      <a:lnRef idx="0">
        <a:scrgbClr r="0" g="0" b="0"/>
      </a:lnRef>
      <a:fillRef idx="2">
        <a:scrgbClr r="0" g="0" b="0"/>
      </a:fillRef>
      <a:effectRef idx="0">
        <a:scrgbClr r="0" g="0" b="0"/>
      </a:effectRef>
      <a:fontRef idx="minor"/>
    </dgm:style>
  </dgm:styleLbl>
  <dgm:styleLbl name="trBgShp">
    <dgm:scene3d>
      <a:camera prst="orthographicFront"/>
      <a:lightRig rig="flat" dir="t"/>
    </dgm:scene3d>
    <dgm:sp3d z="-190500" extrusionH="12700" prstMaterial="matte"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Shp">
    <dgm:scene3d>
      <a:camera prst="orthographicFront"/>
      <a:lightRig rig="flat" dir="t"/>
    </dgm:scene3d>
    <dgm:sp3d z="190500" prstMaterial="plastic">
      <a:bevelT w="120900" h="88900"/>
      <a:bevelB w="88900" h="31750" prst="angle"/>
    </dgm:sp3d>
    <dgm:txPr/>
    <dgm:style>
      <a:lnRef idx="0">
        <a:scrgbClr r="0" g="0" b="0"/>
      </a:lnRef>
      <a:fillRef idx="1">
        <a:scrgbClr r="0" g="0" b="0"/>
      </a:fillRef>
      <a:effectRef idx="3">
        <a:scrgbClr r="0" g="0" b="0"/>
      </a:effectRef>
      <a:fontRef idx="minor">
        <a:schemeClr val="lt1"/>
      </a:fontRef>
    </dgm:style>
  </dgm:styleLbl>
  <dgm:styleLbl name="revTx">
    <dgm:scene3d>
      <a:camera prst="orthographicFront"/>
      <a:lightRig rig="threePt" dir="t"/>
    </dgm:scene3d>
    <dgm:sp3d/>
    <dgm:txPr/>
    <dgm:style>
      <a:lnRef idx="0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</dgm:styleDef>
</file>

<file path=ppt/diagrams/quickStyle12.xml><?xml version="1.0" encoding="utf-8"?>
<dgm:styleDef xmlns:dgm="http://schemas.openxmlformats.org/drawingml/2006/diagram" xmlns:a="http://schemas.openxmlformats.org/drawingml/2006/main" uniqueId="urn:microsoft.com/office/officeart/2005/8/quickstyle/3d3">
  <dgm:title val=""/>
  <dgm:desc val=""/>
  <dgm:catLst>
    <dgm:cat type="3D" pri="11300"/>
  </dgm:catLst>
  <dgm:scene3d>
    <a:camera prst="orthographicFront"/>
    <a:lightRig rig="threePt" dir="t"/>
  </dgm:scene3d>
  <dgm:styleLbl name="node0">
    <dgm:scene3d>
      <a:camera prst="orthographicFront">
        <a:rot lat="0" lon="0" rev="0"/>
      </a:camera>
      <a:lightRig rig="contrasting" dir="t">
        <a:rot lat="0" lon="0" rev="1200000"/>
      </a:lightRig>
    </dgm:scene3d>
    <dgm:sp3d contourW="19050" prstMaterial="metal">
      <a:bevelT w="88900" h="203200"/>
      <a:bevelB w="165100" h="254000"/>
    </dgm:sp3d>
    <dgm:txPr/>
    <dgm:style>
      <a:lnRef idx="0">
        <a:scrgbClr r="0" g="0" b="0"/>
      </a:lnRef>
      <a:fillRef idx="1">
        <a:scrgbClr r="0" g="0" b="0"/>
      </a:fillRef>
      <a:effectRef idx="1">
        <a:scrgbClr r="0" g="0" b="0"/>
      </a:effectRef>
      <a:fontRef idx="minor">
        <a:schemeClr val="lt1"/>
      </a:fontRef>
    </dgm:style>
  </dgm:styleLbl>
  <dgm:styleLbl name="lnNode1">
    <dgm:scene3d>
      <a:camera prst="orthographicFront">
        <a:rot lat="0" lon="0" rev="0"/>
      </a:camera>
      <a:lightRig rig="contrasting" dir="t">
        <a:rot lat="0" lon="0" rev="1200000"/>
      </a:lightRig>
    </dgm:scene3d>
    <dgm:sp3d contourW="19050" prstMaterial="metal">
      <a:bevelT w="88900" h="203200"/>
      <a:bevelB w="165100" h="254000"/>
    </dgm:sp3d>
    <dgm:txPr/>
    <dgm:style>
      <a:lnRef idx="0">
        <a:scrgbClr r="0" g="0" b="0"/>
      </a:lnRef>
      <a:fillRef idx="1">
        <a:scrgbClr r="0" g="0" b="0"/>
      </a:fillRef>
      <a:effectRef idx="1">
        <a:scrgbClr r="0" g="0" b="0"/>
      </a:effectRef>
      <a:fontRef idx="minor">
        <a:schemeClr val="lt1"/>
      </a:fontRef>
    </dgm:style>
  </dgm:styleLbl>
  <dgm:styleLbl name="vennNode1">
    <dgm:scene3d>
      <a:camera prst="orthographicFront">
        <a:rot lat="0" lon="0" rev="0"/>
      </a:camera>
      <a:lightRig rig="contrasting" dir="t">
        <a:rot lat="0" lon="0" rev="1200000"/>
      </a:lightRig>
    </dgm:scene3d>
    <dgm:sp3d contourW="12700" prstMaterial="clear">
      <a:bevelT w="177800" h="254000"/>
      <a:bevelB w="152400"/>
    </dgm:sp3d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tx1"/>
      </a:fontRef>
    </dgm:style>
  </dgm:styleLbl>
  <dgm:styleLbl name="alignNode1">
    <dgm:scene3d>
      <a:camera prst="orthographicFront">
        <a:rot lat="0" lon="0" rev="0"/>
      </a:camera>
      <a:lightRig rig="contrasting" dir="t">
        <a:rot lat="0" lon="0" rev="1200000"/>
      </a:lightRig>
    </dgm:scene3d>
    <dgm:sp3d contourW="19050" prstMaterial="metal">
      <a:bevelT w="88900" h="203200"/>
      <a:bevelB w="165100" h="254000"/>
    </dgm:sp3d>
    <dgm:txPr/>
    <dgm:style>
      <a:lnRef idx="0">
        <a:scrgbClr r="0" g="0" b="0"/>
      </a:lnRef>
      <a:fillRef idx="1">
        <a:scrgbClr r="0" g="0" b="0"/>
      </a:fillRef>
      <a:effectRef idx="2">
        <a:scrgbClr r="0" g="0" b="0"/>
      </a:effectRef>
      <a:fontRef idx="minor">
        <a:schemeClr val="lt1"/>
      </a:fontRef>
    </dgm:style>
  </dgm:styleLbl>
  <dgm:styleLbl name="node1">
    <dgm:scene3d>
      <a:camera prst="orthographicFront">
        <a:rot lat="0" lon="0" rev="0"/>
      </a:camera>
      <a:lightRig rig="contrasting" dir="t">
        <a:rot lat="0" lon="0" rev="1200000"/>
      </a:lightRig>
    </dgm:scene3d>
    <dgm:sp3d contourW="19050" prstMaterial="metal">
      <a:bevelT w="88900" h="203200"/>
      <a:bevelB w="165100" h="254000"/>
    </dgm:sp3d>
    <dgm:txPr/>
    <dgm:style>
      <a:lnRef idx="0">
        <a:scrgbClr r="0" g="0" b="0"/>
      </a:lnRef>
      <a:fillRef idx="1">
        <a:scrgbClr r="0" g="0" b="0"/>
      </a:fillRef>
      <a:effectRef idx="2">
        <a:scrgbClr r="0" g="0" b="0"/>
      </a:effectRef>
      <a:fontRef idx="minor">
        <a:schemeClr val="lt1"/>
      </a:fontRef>
    </dgm:style>
  </dgm:styleLbl>
  <dgm:styleLbl name="node2">
    <dgm:scene3d>
      <a:camera prst="orthographicFront">
        <a:rot lat="0" lon="0" rev="0"/>
      </a:camera>
      <a:lightRig rig="contrasting" dir="t">
        <a:rot lat="0" lon="0" rev="1200000"/>
      </a:lightRig>
    </dgm:scene3d>
    <dgm:sp3d contourW="19050" prstMaterial="metal">
      <a:bevelT w="88900" h="203200"/>
      <a:bevelB w="165100" h="254000"/>
    </dgm:sp3d>
    <dgm:txPr/>
    <dgm:style>
      <a:lnRef idx="0">
        <a:scrgbClr r="0" g="0" b="0"/>
      </a:lnRef>
      <a:fillRef idx="1">
        <a:scrgbClr r="0" g="0" b="0"/>
      </a:fillRef>
      <a:effectRef idx="1">
        <a:scrgbClr r="0" g="0" b="0"/>
      </a:effectRef>
      <a:fontRef idx="minor">
        <a:schemeClr val="lt1"/>
      </a:fontRef>
    </dgm:style>
  </dgm:styleLbl>
  <dgm:styleLbl name="node3">
    <dgm:scene3d>
      <a:camera prst="orthographicFront">
        <a:rot lat="0" lon="0" rev="0"/>
      </a:camera>
      <a:lightRig rig="contrasting" dir="t">
        <a:rot lat="0" lon="0" rev="1200000"/>
      </a:lightRig>
    </dgm:scene3d>
    <dgm:sp3d contourW="19050" prstMaterial="metal">
      <a:bevelT w="88900" h="203200"/>
      <a:bevelB w="165100" h="254000"/>
    </dgm:sp3d>
    <dgm:txPr/>
    <dgm:style>
      <a:lnRef idx="0">
        <a:scrgbClr r="0" g="0" b="0"/>
      </a:lnRef>
      <a:fillRef idx="1">
        <a:scrgbClr r="0" g="0" b="0"/>
      </a:fillRef>
      <a:effectRef idx="1">
        <a:scrgbClr r="0" g="0" b="0"/>
      </a:effectRef>
      <a:fontRef idx="minor">
        <a:schemeClr val="lt1"/>
      </a:fontRef>
    </dgm:style>
  </dgm:styleLbl>
  <dgm:styleLbl name="node4">
    <dgm:scene3d>
      <a:camera prst="orthographicFront">
        <a:rot lat="0" lon="0" rev="0"/>
      </a:camera>
      <a:lightRig rig="contrasting" dir="t">
        <a:rot lat="0" lon="0" rev="1200000"/>
      </a:lightRig>
    </dgm:scene3d>
    <dgm:sp3d contourW="19050" prstMaterial="metal">
      <a:bevelT w="88900" h="203200"/>
      <a:bevelB w="165100" h="254000"/>
    </dgm:sp3d>
    <dgm:txPr/>
    <dgm:style>
      <a:lnRef idx="0">
        <a:scrgbClr r="0" g="0" b="0"/>
      </a:lnRef>
      <a:fillRef idx="1">
        <a:scrgbClr r="0" g="0" b="0"/>
      </a:fillRef>
      <a:effectRef idx="1">
        <a:scrgbClr r="0" g="0" b="0"/>
      </a:effectRef>
      <a:fontRef idx="minor">
        <a:schemeClr val="lt1"/>
      </a:fontRef>
    </dgm:style>
  </dgm:styleLbl>
  <dgm:styleLbl name="fgImgPlace1">
    <dgm:scene3d>
      <a:camera prst="orthographicFront">
        <a:rot lat="0" lon="0" rev="0"/>
      </a:camera>
      <a:lightRig rig="contrasting" dir="t">
        <a:rot lat="0" lon="0" rev="1200000"/>
      </a:lightRig>
    </dgm:scene3d>
    <dgm:sp3d z="300000" contourW="19050" prstMaterial="metal">
      <a:bevelT w="88900" h="203200"/>
      <a:bevelB w="165100" h="254000"/>
    </dgm:sp3d>
    <dgm:txPr/>
    <dgm:style>
      <a:lnRef idx="0">
        <a:scrgbClr r="0" g="0" b="0"/>
      </a:lnRef>
      <a:fillRef idx="1">
        <a:scrgbClr r="0" g="0" b="0"/>
      </a:fillRef>
      <a:effectRef idx="1">
        <a:scrgbClr r="0" g="0" b="0"/>
      </a:effectRef>
      <a:fontRef idx="minor"/>
    </dgm:style>
  </dgm:styleLbl>
  <dgm:styleLbl name="alignImgPlace1">
    <dgm:scene3d>
      <a:camera prst="orthographicFront">
        <a:rot lat="0" lon="0" rev="0"/>
      </a:camera>
      <a:lightRig rig="contrasting" dir="t">
        <a:rot lat="0" lon="0" rev="1200000"/>
      </a:lightRig>
    </dgm:scene3d>
    <dgm:sp3d contourW="12700" prstMaterial="flat">
      <a:bevelT w="177800" h="254000"/>
      <a:bevelB w="152400"/>
    </dgm:sp3d>
    <dgm:txPr/>
    <dgm:style>
      <a:lnRef idx="0">
        <a:scrgbClr r="0" g="0" b="0"/>
      </a:lnRef>
      <a:fillRef idx="1">
        <a:scrgbClr r="0" g="0" b="0"/>
      </a:fillRef>
      <a:effectRef idx="1">
        <a:scrgbClr r="0" g="0" b="0"/>
      </a:effectRef>
      <a:fontRef idx="minor"/>
    </dgm:style>
  </dgm:styleLbl>
  <dgm:styleLbl name="bgImgPlace1">
    <dgm:scene3d>
      <a:camera prst="orthographicFront">
        <a:rot lat="0" lon="0" rev="0"/>
      </a:camera>
      <a:lightRig rig="contrasting" dir="t">
        <a:rot lat="0" lon="0" rev="1200000"/>
      </a:lightRig>
    </dgm:scene3d>
    <dgm:sp3d z="-300000" contourW="19050" prstMaterial="metal">
      <a:bevelT w="88900" h="203200"/>
      <a:bevelB w="165100" h="254000"/>
    </dgm:sp3d>
    <dgm:txPr/>
    <dgm:style>
      <a:lnRef idx="0">
        <a:scrgbClr r="0" g="0" b="0"/>
      </a:lnRef>
      <a:fillRef idx="1">
        <a:scrgbClr r="0" g="0" b="0"/>
      </a:fillRef>
      <a:effectRef idx="1">
        <a:scrgbClr r="0" g="0" b="0"/>
      </a:effectRef>
      <a:fontRef idx="minor"/>
    </dgm:style>
  </dgm:styleLbl>
  <dgm:styleLbl name="sibTrans2D1">
    <dgm:scene3d>
      <a:camera prst="orthographicFront">
        <a:rot lat="0" lon="0" rev="0"/>
      </a:camera>
      <a:lightRig rig="contrasting" dir="t">
        <a:rot lat="0" lon="0" rev="1200000"/>
      </a:lightRig>
    </dgm:scene3d>
    <dgm:sp3d z="-182000" contourW="19050" prstMaterial="metal">
      <a:bevelT w="88900" h="203200"/>
      <a:bevelB w="165100" h="254000"/>
    </dgm:sp3d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fgSibTrans2D1">
    <dgm:scene3d>
      <a:camera prst="orthographicFront">
        <a:rot lat="0" lon="0" rev="0"/>
      </a:camera>
      <a:lightRig rig="contrasting" dir="t">
        <a:rot lat="0" lon="0" rev="1200000"/>
      </a:lightRig>
    </dgm:scene3d>
    <dgm:sp3d z="300000" contourW="19050" prstMaterial="metal">
      <a:bevelT w="88900" h="203200"/>
      <a:bevelB w="165100" h="254000"/>
    </dgm:sp3d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bgSibTrans2D1">
    <dgm:scene3d>
      <a:camera prst="orthographicFront">
        <a:rot lat="0" lon="0" rev="0"/>
      </a:camera>
      <a:lightRig rig="contrasting" dir="t">
        <a:rot lat="0" lon="0" rev="1200000"/>
      </a:lightRig>
    </dgm:scene3d>
    <dgm:sp3d z="-300000" contourW="19050" prstMaterial="metal">
      <a:bevelT w="88900" h="203200"/>
      <a:bevelB w="165100" h="254000"/>
    </dgm:sp3d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sibTrans1D1">
    <dgm:scene3d>
      <a:camera prst="orthographicFront">
        <a:rot lat="0" lon="0" rev="0"/>
      </a:camera>
      <a:lightRig rig="contrasting" dir="t">
        <a:rot lat="0" lon="0" rev="1200000"/>
      </a:lightRig>
    </dgm:scene3d>
    <dgm:sp3d z="-110000"/>
    <dgm:txPr/>
    <dgm:style>
      <a:lnRef idx="1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callout">
    <dgm:scene3d>
      <a:camera prst="orthographicFront">
        <a:rot lat="0" lon="0" rev="0"/>
      </a:camera>
      <a:lightRig rig="contrasting" dir="t">
        <a:rot lat="0" lon="0" rev="1200000"/>
      </a:lightRig>
    </dgm:scene3d>
    <dgm:sp3d z="10000"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asst0">
    <dgm:scene3d>
      <a:camera prst="orthographicFront">
        <a:rot lat="0" lon="0" rev="0"/>
      </a:camera>
      <a:lightRig rig="contrasting" dir="t">
        <a:rot lat="0" lon="0" rev="1200000"/>
      </a:lightRig>
    </dgm:scene3d>
    <dgm:sp3d contourW="19050" prstMaterial="metal">
      <a:bevelT w="88900" h="203200"/>
      <a:bevelB w="165100" h="254000"/>
    </dgm:sp3d>
    <dgm:txPr/>
    <dgm:style>
      <a:lnRef idx="0">
        <a:scrgbClr r="0" g="0" b="0"/>
      </a:lnRef>
      <a:fillRef idx="1">
        <a:scrgbClr r="0" g="0" b="0"/>
      </a:fillRef>
      <a:effectRef idx="1">
        <a:scrgbClr r="0" g="0" b="0"/>
      </a:effectRef>
      <a:fontRef idx="minor">
        <a:schemeClr val="lt1"/>
      </a:fontRef>
    </dgm:style>
  </dgm:styleLbl>
  <dgm:styleLbl name="asst1">
    <dgm:scene3d>
      <a:camera prst="orthographicFront">
        <a:rot lat="0" lon="0" rev="0"/>
      </a:camera>
      <a:lightRig rig="contrasting" dir="t">
        <a:rot lat="0" lon="0" rev="1200000"/>
      </a:lightRig>
    </dgm:scene3d>
    <dgm:sp3d contourW="19050" prstMaterial="metal">
      <a:bevelT w="88900" h="203200"/>
      <a:bevelB w="165100" h="254000"/>
    </dgm:sp3d>
    <dgm:txPr/>
    <dgm:style>
      <a:lnRef idx="0">
        <a:scrgbClr r="0" g="0" b="0"/>
      </a:lnRef>
      <a:fillRef idx="1">
        <a:scrgbClr r="0" g="0" b="0"/>
      </a:fillRef>
      <a:effectRef idx="1">
        <a:scrgbClr r="0" g="0" b="0"/>
      </a:effectRef>
      <a:fontRef idx="minor">
        <a:schemeClr val="lt1"/>
      </a:fontRef>
    </dgm:style>
  </dgm:styleLbl>
  <dgm:styleLbl name="asst2">
    <dgm:scene3d>
      <a:camera prst="orthographicFront">
        <a:rot lat="0" lon="0" rev="0"/>
      </a:camera>
      <a:lightRig rig="contrasting" dir="t">
        <a:rot lat="0" lon="0" rev="1200000"/>
      </a:lightRig>
    </dgm:scene3d>
    <dgm:sp3d contourW="19050" prstMaterial="metal">
      <a:bevelT w="88900" h="203200"/>
      <a:bevelB w="165100" h="254000"/>
    </dgm:sp3d>
    <dgm:txPr/>
    <dgm:style>
      <a:lnRef idx="0">
        <a:scrgbClr r="0" g="0" b="0"/>
      </a:lnRef>
      <a:fillRef idx="1">
        <a:scrgbClr r="0" g="0" b="0"/>
      </a:fillRef>
      <a:effectRef idx="1">
        <a:scrgbClr r="0" g="0" b="0"/>
      </a:effectRef>
      <a:fontRef idx="minor">
        <a:schemeClr val="lt1"/>
      </a:fontRef>
    </dgm:style>
  </dgm:styleLbl>
  <dgm:styleLbl name="asst3">
    <dgm:scene3d>
      <a:camera prst="orthographicFront">
        <a:rot lat="0" lon="0" rev="0"/>
      </a:camera>
      <a:lightRig rig="contrasting" dir="t">
        <a:rot lat="0" lon="0" rev="1200000"/>
      </a:lightRig>
    </dgm:scene3d>
    <dgm:sp3d contourW="19050" prstMaterial="metal">
      <a:bevelT w="88900" h="203200"/>
      <a:bevelB w="165100" h="254000"/>
    </dgm:sp3d>
    <dgm:txPr/>
    <dgm:style>
      <a:lnRef idx="0">
        <a:scrgbClr r="0" g="0" b="0"/>
      </a:lnRef>
      <a:fillRef idx="1">
        <a:scrgbClr r="0" g="0" b="0"/>
      </a:fillRef>
      <a:effectRef idx="1">
        <a:scrgbClr r="0" g="0" b="0"/>
      </a:effectRef>
      <a:fontRef idx="minor">
        <a:schemeClr val="lt1"/>
      </a:fontRef>
    </dgm:style>
  </dgm:styleLbl>
  <dgm:styleLbl name="asst4">
    <dgm:scene3d>
      <a:camera prst="orthographicFront"/>
      <a:lightRig rig="threePt" dir="t"/>
    </dgm:scene3d>
    <dgm:sp3d contourW="19050" prstMaterial="metal">
      <a:bevelT w="88900" h="203200"/>
      <a:bevelB w="165100" h="254000"/>
    </dgm:sp3d>
    <dgm:txPr/>
    <dgm:style>
      <a:lnRef idx="0">
        <a:scrgbClr r="0" g="0" b="0"/>
      </a:lnRef>
      <a:fillRef idx="1">
        <a:scrgbClr r="0" g="0" b="0"/>
      </a:fillRef>
      <a:effectRef idx="1">
        <a:scrgbClr r="0" g="0" b="0"/>
      </a:effectRef>
      <a:fontRef idx="minor">
        <a:schemeClr val="lt1"/>
      </a:fontRef>
    </dgm:style>
  </dgm:styleLbl>
  <dgm:styleLbl name="parChTrans2D1">
    <dgm:scene3d>
      <a:camera prst="orthographicFront">
        <a:rot lat="0" lon="0" rev="0"/>
      </a:camera>
      <a:lightRig rig="contrasting" dir="t">
        <a:rot lat="0" lon="0" rev="1200000"/>
      </a:lightRig>
    </dgm:scene3d>
    <dgm:sp3d contourW="19050" prstMaterial="metal">
      <a:bevelT w="88900" h="203200"/>
      <a:bevelB w="165100" h="254000"/>
    </dgm:sp3d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parChTrans2D2">
    <dgm:scene3d>
      <a:camera prst="orthographicFront">
        <a:rot lat="0" lon="0" rev="0"/>
      </a:camera>
      <a:lightRig rig="contrasting" dir="t">
        <a:rot lat="0" lon="0" rev="1200000"/>
      </a:lightRig>
    </dgm:scene3d>
    <dgm:sp3d contourW="19050" prstMaterial="metal">
      <a:bevelT w="88900" h="203200"/>
      <a:bevelB w="165100" h="254000"/>
    </dgm:sp3d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parChTrans2D3">
    <dgm:scene3d>
      <a:camera prst="orthographicFront">
        <a:rot lat="0" lon="0" rev="0"/>
      </a:camera>
      <a:lightRig rig="contrasting" dir="t">
        <a:rot lat="0" lon="0" rev="1200000"/>
      </a:lightRig>
    </dgm:scene3d>
    <dgm:sp3d contourW="19050" prstMaterial="metal">
      <a:bevelT w="88900" h="203200"/>
      <a:bevelB w="165100" h="254000"/>
    </dgm:sp3d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parChTrans2D4">
    <dgm:scene3d>
      <a:camera prst="orthographicFront">
        <a:rot lat="0" lon="0" rev="0"/>
      </a:camera>
      <a:lightRig rig="contrasting" dir="t">
        <a:rot lat="0" lon="0" rev="1200000"/>
      </a:lightRig>
    </dgm:scene3d>
    <dgm:sp3d contourW="19050" prstMaterial="metal">
      <a:bevelT w="88900" h="203200"/>
      <a:bevelB w="165100" h="254000"/>
    </dgm:sp3d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parChTrans1D1">
    <dgm:scene3d>
      <a:camera prst="orthographicFront">
        <a:rot lat="0" lon="0" rev="0"/>
      </a:camera>
      <a:lightRig rig="contrasting" dir="t">
        <a:rot lat="0" lon="0" rev="1200000"/>
      </a:lightRig>
    </dgm:scene3d>
    <dgm:sp3d z="-110000"/>
    <dgm:txPr/>
    <dgm:style>
      <a:lnRef idx="2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parChTrans1D2">
    <dgm:scene3d>
      <a:camera prst="orthographicFront">
        <a:rot lat="0" lon="0" rev="0"/>
      </a:camera>
      <a:lightRig rig="contrasting" dir="t">
        <a:rot lat="0" lon="0" rev="1200000"/>
      </a:lightRig>
    </dgm:scene3d>
    <dgm:sp3d z="-110000"/>
    <dgm:txPr/>
    <dgm:style>
      <a:lnRef idx="2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parChTrans1D3">
    <dgm:scene3d>
      <a:camera prst="orthographicFront">
        <a:rot lat="0" lon="0" rev="0"/>
      </a:camera>
      <a:lightRig rig="contrasting" dir="t">
        <a:rot lat="0" lon="0" rev="1200000"/>
      </a:lightRig>
    </dgm:scene3d>
    <dgm:sp3d z="-110000"/>
    <dgm:txPr/>
    <dgm:style>
      <a:lnRef idx="2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parChTrans1D4">
    <dgm:scene3d>
      <a:camera prst="orthographicFront">
        <a:rot lat="0" lon="0" rev="0"/>
      </a:camera>
      <a:lightRig rig="contrasting" dir="t">
        <a:rot lat="0" lon="0" rev="1200000"/>
      </a:lightRig>
    </dgm:scene3d>
    <dgm:sp3d z="-110000"/>
    <dgm:txPr/>
    <dgm:style>
      <a:lnRef idx="2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fgAcc1">
    <dgm:scene3d>
      <a:camera prst="orthographicFront">
        <a:rot lat="0" lon="0" rev="0"/>
      </a:camera>
      <a:lightRig rig="contrasting" dir="t">
        <a:rot lat="0" lon="0" rev="1200000"/>
      </a:lightRig>
    </dgm:scene3d>
    <dgm:sp3d z="300000" contourW="19050" prstMaterial="metal">
      <a:bevelT w="88900" h="203200"/>
      <a:bevelB w="165100" h="254000"/>
    </dgm:sp3d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conFgAcc1">
    <dgm:scene3d>
      <a:camera prst="orthographicFront">
        <a:rot lat="0" lon="0" rev="0"/>
      </a:camera>
      <a:lightRig rig="contrasting" dir="t">
        <a:rot lat="0" lon="0" rev="1200000"/>
      </a:lightRig>
    </dgm:scene3d>
    <dgm:sp3d z="300000" contourW="19050" prstMaterial="metal">
      <a:bevelT w="88900" h="203200"/>
      <a:bevelB w="165100" h="254000"/>
    </dgm:sp3d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alignAcc1">
    <dgm:scene3d>
      <a:camera prst="orthographicFront">
        <a:rot lat="0" lon="0" rev="0"/>
      </a:camera>
      <a:lightRig rig="contrasting" dir="t">
        <a:rot lat="0" lon="0" rev="1200000"/>
      </a:lightRig>
    </dgm:scene3d>
    <dgm:sp3d contourW="19050" prstMaterial="metal">
      <a:bevelT w="88900" h="203200"/>
      <a:bevelB w="165100" h="254000"/>
    </dgm:sp3d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trAlignAcc1">
    <dgm:scene3d>
      <a:camera prst="orthographicFront">
        <a:rot lat="0" lon="0" rev="0"/>
      </a:camera>
      <a:lightRig rig="contrasting" dir="t">
        <a:rot lat="0" lon="0" rev="1200000"/>
      </a:lightRig>
    </dgm:scene3d>
    <dgm:sp3d contourW="19050" prstMaterial="metal">
      <a:bevelT w="88900" h="203200"/>
      <a:bevelB w="165100" h="254000"/>
    </dgm:sp3d>
    <dgm:txPr/>
    <dgm:style>
      <a:lnRef idx="0">
        <a:scrgbClr r="0" g="0" b="0"/>
      </a:lnRef>
      <a:fillRef idx="1">
        <a:scrgbClr r="0" g="0" b="0"/>
      </a:fillRef>
      <a:effectRef idx="1">
        <a:scrgbClr r="0" g="0" b="0"/>
      </a:effectRef>
      <a:fontRef idx="minor"/>
    </dgm:style>
  </dgm:styleLbl>
  <dgm:styleLbl name="bgAcc1">
    <dgm:scene3d>
      <a:camera prst="orthographicFront">
        <a:rot lat="0" lon="0" rev="0"/>
      </a:camera>
      <a:lightRig rig="contrasting" dir="t">
        <a:rot lat="0" lon="0" rev="1200000"/>
      </a:lightRig>
    </dgm:scene3d>
    <dgm:sp3d z="-300000" contourW="19050" prstMaterial="metal">
      <a:bevelT w="88900" h="203200"/>
      <a:bevelB w="165100" h="254000"/>
    </dgm:sp3d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solidFgAcc1">
    <dgm:scene3d>
      <a:camera prst="orthographicFront">
        <a:rot lat="0" lon="0" rev="0"/>
      </a:camera>
      <a:lightRig rig="contrasting" dir="t">
        <a:rot lat="0" lon="0" rev="1200000"/>
      </a:lightRig>
    </dgm:scene3d>
    <dgm:sp3d z="300000" contourW="12700" prstMaterial="flat">
      <a:bevelT w="177800" h="254000"/>
      <a:bevelB w="152400"/>
    </dgm:sp3d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solidAlignAcc1">
    <dgm:scene3d>
      <a:camera prst="orthographicFront">
        <a:rot lat="0" lon="0" rev="0"/>
      </a:camera>
      <a:lightRig rig="contrasting" dir="t">
        <a:rot lat="0" lon="0" rev="1200000"/>
      </a:lightRig>
    </dgm:scene3d>
    <dgm:sp3d contourW="19050" prstMaterial="metal">
      <a:bevelT w="88900" h="203200"/>
      <a:bevelB w="165100" h="254000"/>
    </dgm:sp3d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solidBgAcc1">
    <dgm:scene3d>
      <a:camera prst="orthographicFront">
        <a:rot lat="0" lon="0" rev="0"/>
      </a:camera>
      <a:lightRig rig="contrasting" dir="t">
        <a:rot lat="0" lon="0" rev="1200000"/>
      </a:lightRig>
    </dgm:scene3d>
    <dgm:sp3d z="-300000" contourW="19050" prstMaterial="metal">
      <a:bevelT w="88900" h="203200"/>
      <a:bevelB w="165100" h="254000"/>
    </dgm:sp3d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FollowNode1">
    <dgm:scene3d>
      <a:camera prst="orthographicFront">
        <a:rot lat="0" lon="0" rev="0"/>
      </a:camera>
      <a:lightRig rig="contrasting" dir="t">
        <a:rot lat="0" lon="0" rev="1200000"/>
      </a:lightRig>
    </dgm:scene3d>
    <dgm:sp3d z="300000" contourW="19050" prstMaterial="metal">
      <a:bevelT w="88900" h="203200"/>
      <a:bevelB w="165100" h="254000"/>
    </dgm:sp3d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alignAccFollowNode1">
    <dgm:scene3d>
      <a:camera prst="orthographicFront">
        <a:rot lat="0" lon="0" rev="0"/>
      </a:camera>
      <a:lightRig rig="contrasting" dir="t">
        <a:rot lat="0" lon="0" rev="1200000"/>
      </a:lightRig>
    </dgm:scene3d>
    <dgm:sp3d contourW="19050" prstMaterial="metal">
      <a:bevelT w="88900" h="203200"/>
      <a:bevelB w="165100" h="254000"/>
    </dgm:sp3d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bgAccFollowNode1">
    <dgm:scene3d>
      <a:camera prst="orthographicFront">
        <a:rot lat="0" lon="0" rev="0"/>
      </a:camera>
      <a:lightRig rig="contrasting" dir="t">
        <a:rot lat="0" lon="0" rev="1200000"/>
      </a:lightRig>
    </dgm:scene3d>
    <dgm:sp3d z="-300000" contourW="19050" prstMaterial="metal">
      <a:bevelT w="88900" h="203200"/>
      <a:bevelB w="165100" h="254000"/>
    </dgm:sp3d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0">
    <dgm:scene3d>
      <a:camera prst="orthographicFront">
        <a:rot lat="0" lon="0" rev="0"/>
      </a:camera>
      <a:lightRig rig="contrasting" dir="t">
        <a:rot lat="0" lon="0" rev="1200000"/>
      </a:lightRig>
    </dgm:scene3d>
    <dgm:sp3d z="300000" contourW="19050" prstMaterial="metal">
      <a:bevelT w="88900" h="203200"/>
      <a:bevelB w="165100" h="254000"/>
    </dgm:sp3d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2">
    <dgm:scene3d>
      <a:camera prst="orthographicFront">
        <a:rot lat="0" lon="0" rev="0"/>
      </a:camera>
      <a:lightRig rig="contrasting" dir="t">
        <a:rot lat="0" lon="0" rev="1200000"/>
      </a:lightRig>
    </dgm:scene3d>
    <dgm:sp3d z="300000" contourW="19050" prstMaterial="metal">
      <a:bevelT w="88900" h="203200"/>
      <a:bevelB w="165100" h="254000"/>
    </dgm:sp3d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3">
    <dgm:scene3d>
      <a:camera prst="orthographicFront">
        <a:rot lat="0" lon="0" rev="0"/>
      </a:camera>
      <a:lightRig rig="contrasting" dir="t">
        <a:rot lat="0" lon="0" rev="1200000"/>
      </a:lightRig>
    </dgm:scene3d>
    <dgm:sp3d z="300000" contourW="19050" prstMaterial="metal">
      <a:bevelT w="88900" h="203200"/>
      <a:bevelB w="165100" h="254000"/>
    </dgm:sp3d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4">
    <dgm:scene3d>
      <a:camera prst="orthographicFront">
        <a:rot lat="0" lon="0" rev="0"/>
      </a:camera>
      <a:lightRig rig="contrasting" dir="t">
        <a:rot lat="0" lon="0" rev="1200000"/>
      </a:lightRig>
    </dgm:scene3d>
    <dgm:sp3d z="300000" contourW="19050" prstMaterial="metal">
      <a:bevelT w="88900" h="203200"/>
      <a:bevelB w="165100" h="254000"/>
    </dgm:sp3d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bgShp">
    <dgm:scene3d>
      <a:camera prst="orthographicFront">
        <a:rot lat="0" lon="0" rev="0"/>
      </a:camera>
      <a:lightRig rig="contrasting" dir="t">
        <a:rot lat="0" lon="0" rev="1200000"/>
      </a:lightRig>
    </dgm:scene3d>
    <dgm:sp3d z="-300000" prstMaterial="plastic"/>
    <dgm:txPr/>
    <dgm:style>
      <a:lnRef idx="1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dkBgShp">
    <dgm:scene3d>
      <a:camera prst="orthographicFront">
        <a:rot lat="0" lon="0" rev="0"/>
      </a:camera>
      <a:lightRig rig="contrasting" dir="t">
        <a:rot lat="0" lon="0" rev="1200000"/>
      </a:lightRig>
    </dgm:scene3d>
    <dgm:sp3d contourW="12700" prstMaterial="flat">
      <a:bevelT w="100800" h="154000"/>
      <a:bevelB w="152400"/>
    </dgm:sp3d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trBgShp">
    <dgm:scene3d>
      <a:camera prst="orthographicFront">
        <a:rot lat="0" lon="0" rev="0"/>
      </a:camera>
      <a:lightRig rig="contrasting" dir="t">
        <a:rot lat="0" lon="0" rev="1200000"/>
      </a:lightRig>
    </dgm:scene3d>
    <dgm:sp3d z="-152400" prstMaterial="matte"/>
    <dgm:txPr/>
    <dgm:style>
      <a:lnRef idx="1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Shp">
    <dgm:scene3d>
      <a:camera prst="orthographicFront">
        <a:rot lat="0" lon="0" rev="0"/>
      </a:camera>
      <a:lightRig rig="contrasting" dir="t">
        <a:rot lat="0" lon="0" rev="1200000"/>
      </a:lightRig>
    </dgm:scene3d>
    <dgm:sp3d z="300000" contourW="19050" prstMaterial="metal">
      <a:bevelT w="88900" h="203200"/>
      <a:bevelB w="165100" h="254000"/>
    </dgm:sp3d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revTx">
    <dgm:scene3d>
      <a:camera prst="orthographicFront"/>
      <a:lightRig rig="threePt" dir="t"/>
    </dgm:scene3d>
    <dgm:sp3d/>
    <dgm:txPr/>
    <dgm:style>
      <a:lnRef idx="1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</dgm:styleDef>
</file>

<file path=ppt/diagrams/quickStyle13.xml><?xml version="1.0" encoding="utf-8"?>
<dgm:styleDef xmlns:dgm="http://schemas.openxmlformats.org/drawingml/2006/diagram" xmlns:a="http://schemas.openxmlformats.org/drawingml/2006/main" uniqueId="urn:microsoft.com/office/officeart/2005/8/quickstyle/simple1">
  <dgm:title val=""/>
  <dgm:desc val=""/>
  <dgm:catLst>
    <dgm:cat type="simple" pri="10100"/>
  </dgm:catLst>
  <dgm:scene3d>
    <a:camera prst="orthographicFront"/>
    <a:lightRig rig="threePt" dir="t"/>
  </dgm:scene3d>
  <dgm:styleLbl name="node0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ln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venn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tx1"/>
      </a:fontRef>
    </dgm:style>
  </dgm:styleLbl>
  <dgm:styleLbl name="align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node2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node3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node4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fgImgPlac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alignImgPlac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bgImgPlac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sibTrans2D1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fgSibTrans2D1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bgSibTrans2D1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sibTrans1D1">
    <dgm:scene3d>
      <a:camera prst="orthographicFront"/>
      <a:lightRig rig="threePt" dir="t"/>
    </dgm:scene3d>
    <dgm:sp3d/>
    <dgm:txPr/>
    <dgm:style>
      <a:lnRef idx="1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callout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asst0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asst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asst2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asst3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asst4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2D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2D2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2D3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2D4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1D1">
    <dgm:scene3d>
      <a:camera prst="orthographicFront"/>
      <a:lightRig rig="threePt" dir="t"/>
    </dgm:scene3d>
    <dgm:sp3d/>
    <dgm:txPr/>
    <dgm:style>
      <a:lnRef idx="2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parChTrans1D2">
    <dgm:scene3d>
      <a:camera prst="orthographicFront"/>
      <a:lightRig rig="threePt" dir="t"/>
    </dgm:scene3d>
    <dgm:sp3d/>
    <dgm:txPr/>
    <dgm:style>
      <a:lnRef idx="2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parChTrans1D3">
    <dgm:scene3d>
      <a:camera prst="orthographicFront"/>
      <a:lightRig rig="threePt" dir="t"/>
    </dgm:scene3d>
    <dgm:sp3d/>
    <dgm:txPr/>
    <dgm:style>
      <a:lnRef idx="2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parChTrans1D4">
    <dgm:scene3d>
      <a:camera prst="orthographicFront"/>
      <a:lightRig rig="threePt" dir="t"/>
    </dgm:scene3d>
    <dgm:sp3d/>
    <dgm:txPr/>
    <dgm:style>
      <a:lnRef idx="2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f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conF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align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trAlignAcc1">
    <dgm:scene3d>
      <a:camera prst="orthographicFront"/>
      <a:lightRig rig="threePt" dir="t"/>
    </dgm:scene3d>
    <dgm:sp3d/>
    <dgm:txPr/>
    <dgm:style>
      <a:lnRef idx="1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b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solidF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solidAlign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solidB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Follow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alignAccFollow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bgAccFollow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0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2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3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4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bgShp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dkBgShp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trBgShp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Shp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revTx">
    <dgm:scene3d>
      <a:camera prst="orthographicFront"/>
      <a:lightRig rig="threePt" dir="t"/>
    </dgm:scene3d>
    <dgm:sp3d/>
    <dgm:txPr/>
    <dgm:style>
      <a:lnRef idx="0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</dgm:styleDef>
</file>

<file path=ppt/diagrams/quickStyle14.xml><?xml version="1.0" encoding="utf-8"?>
<dgm:styleDef xmlns:dgm="http://schemas.openxmlformats.org/drawingml/2006/diagram" xmlns:a="http://schemas.openxmlformats.org/drawingml/2006/main" uniqueId="urn:microsoft.com/office/officeart/2005/8/quickstyle/simple4">
  <dgm:title val=""/>
  <dgm:desc val=""/>
  <dgm:catLst>
    <dgm:cat type="simple" pri="10400"/>
  </dgm:catLst>
  <dgm:scene3d>
    <a:camera prst="orthographicFront"/>
    <a:lightRig rig="threePt" dir="t"/>
  </dgm:scene3d>
  <dgm:styleLbl name="node0">
    <dgm:scene3d>
      <a:camera prst="orthographicFront"/>
      <a:lightRig rig="threePt" dir="t"/>
    </dgm:scene3d>
    <dgm:sp3d/>
    <dgm:txPr/>
    <dgm:style>
      <a:lnRef idx="0">
        <a:scrgbClr r="0" g="0" b="0"/>
      </a:lnRef>
      <a:fillRef idx="3">
        <a:scrgbClr r="0" g="0" b="0"/>
      </a:fillRef>
      <a:effectRef idx="2">
        <a:scrgbClr r="0" g="0" b="0"/>
      </a:effectRef>
      <a:fontRef idx="minor">
        <a:schemeClr val="lt1"/>
      </a:fontRef>
    </dgm:style>
  </dgm:styleLbl>
  <dgm:styleLbl name="lnNode1">
    <dgm:scene3d>
      <a:camera prst="orthographicFront"/>
      <a:lightRig rig="threePt" dir="t"/>
    </dgm:scene3d>
    <dgm:sp3d/>
    <dgm:txPr/>
    <dgm:style>
      <a:lnRef idx="1">
        <a:scrgbClr r="0" g="0" b="0"/>
      </a:lnRef>
      <a:fillRef idx="3">
        <a:scrgbClr r="0" g="0" b="0"/>
      </a:fillRef>
      <a:effectRef idx="2">
        <a:scrgbClr r="0" g="0" b="0"/>
      </a:effectRef>
      <a:fontRef idx="minor">
        <a:schemeClr val="lt1"/>
      </a:fontRef>
    </dgm:style>
  </dgm:styleLbl>
  <dgm:styleLbl name="vennNode1">
    <dgm:scene3d>
      <a:camera prst="orthographicFront"/>
      <a:lightRig rig="threePt" dir="t"/>
    </dgm:scene3d>
    <dgm:sp3d/>
    <dgm:txPr/>
    <dgm:style>
      <a:lnRef idx="0">
        <a:scrgbClr r="0" g="0" b="0"/>
      </a:lnRef>
      <a:fillRef idx="3">
        <a:scrgbClr r="0" g="0" b="0"/>
      </a:fillRef>
      <a:effectRef idx="0">
        <a:scrgbClr r="0" g="0" b="0"/>
      </a:effectRef>
      <a:fontRef idx="minor">
        <a:schemeClr val="tx1"/>
      </a:fontRef>
    </dgm:style>
  </dgm:styleLbl>
  <dgm:styleLbl name="alignNode1">
    <dgm:scene3d>
      <a:camera prst="orthographicFront"/>
      <a:lightRig rig="threePt" dir="t"/>
    </dgm:scene3d>
    <dgm:sp3d/>
    <dgm:txPr/>
    <dgm:style>
      <a:lnRef idx="1">
        <a:scrgbClr r="0" g="0" b="0"/>
      </a:lnRef>
      <a:fillRef idx="3">
        <a:scrgbClr r="0" g="0" b="0"/>
      </a:fillRef>
      <a:effectRef idx="2">
        <a:scrgbClr r="0" g="0" b="0"/>
      </a:effectRef>
      <a:fontRef idx="minor">
        <a:schemeClr val="lt1"/>
      </a:fontRef>
    </dgm:style>
  </dgm:styleLbl>
  <dgm:styleLbl name="node1">
    <dgm:scene3d>
      <a:camera prst="orthographicFront"/>
      <a:lightRig rig="threePt" dir="t"/>
    </dgm:scene3d>
    <dgm:sp3d/>
    <dgm:txPr/>
    <dgm:style>
      <a:lnRef idx="0">
        <a:scrgbClr r="0" g="0" b="0"/>
      </a:lnRef>
      <a:fillRef idx="3">
        <a:scrgbClr r="0" g="0" b="0"/>
      </a:fillRef>
      <a:effectRef idx="2">
        <a:scrgbClr r="0" g="0" b="0"/>
      </a:effectRef>
      <a:fontRef idx="minor">
        <a:schemeClr val="lt1"/>
      </a:fontRef>
    </dgm:style>
  </dgm:styleLbl>
  <dgm:styleLbl name="node2">
    <dgm:scene3d>
      <a:camera prst="orthographicFront"/>
      <a:lightRig rig="threePt" dir="t"/>
    </dgm:scene3d>
    <dgm:sp3d/>
    <dgm:txPr/>
    <dgm:style>
      <a:lnRef idx="0">
        <a:scrgbClr r="0" g="0" b="0"/>
      </a:lnRef>
      <a:fillRef idx="3">
        <a:scrgbClr r="0" g="0" b="0"/>
      </a:fillRef>
      <a:effectRef idx="2">
        <a:scrgbClr r="0" g="0" b="0"/>
      </a:effectRef>
      <a:fontRef idx="minor">
        <a:schemeClr val="lt1"/>
      </a:fontRef>
    </dgm:style>
  </dgm:styleLbl>
  <dgm:styleLbl name="node3">
    <dgm:scene3d>
      <a:camera prst="orthographicFront"/>
      <a:lightRig rig="threePt" dir="t"/>
    </dgm:scene3d>
    <dgm:sp3d/>
    <dgm:txPr/>
    <dgm:style>
      <a:lnRef idx="0">
        <a:scrgbClr r="0" g="0" b="0"/>
      </a:lnRef>
      <a:fillRef idx="3">
        <a:scrgbClr r="0" g="0" b="0"/>
      </a:fillRef>
      <a:effectRef idx="2">
        <a:scrgbClr r="0" g="0" b="0"/>
      </a:effectRef>
      <a:fontRef idx="minor">
        <a:schemeClr val="lt1"/>
      </a:fontRef>
    </dgm:style>
  </dgm:styleLbl>
  <dgm:styleLbl name="node4">
    <dgm:scene3d>
      <a:camera prst="orthographicFront"/>
      <a:lightRig rig="threePt" dir="t"/>
    </dgm:scene3d>
    <dgm:sp3d/>
    <dgm:txPr/>
    <dgm:style>
      <a:lnRef idx="0">
        <a:scrgbClr r="0" g="0" b="0"/>
      </a:lnRef>
      <a:fillRef idx="3">
        <a:scrgbClr r="0" g="0" b="0"/>
      </a:fillRef>
      <a:effectRef idx="2">
        <a:scrgbClr r="0" g="0" b="0"/>
      </a:effectRef>
      <a:fontRef idx="minor">
        <a:schemeClr val="lt1"/>
      </a:fontRef>
    </dgm:style>
  </dgm:styleLbl>
  <dgm:styleLbl name="fgImgPlace1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2">
        <a:scrgbClr r="0" g="0" b="0"/>
      </a:effectRef>
      <a:fontRef idx="minor"/>
    </dgm:style>
  </dgm:styleLbl>
  <dgm:styleLbl name="alignImgPlace1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2">
        <a:scrgbClr r="0" g="0" b="0"/>
      </a:effectRef>
      <a:fontRef idx="minor"/>
    </dgm:style>
  </dgm:styleLbl>
  <dgm:styleLbl name="bgImgPlace1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2">
        <a:scrgbClr r="0" g="0" b="0"/>
      </a:effectRef>
      <a:fontRef idx="minor"/>
    </dgm:style>
  </dgm:styleLbl>
  <dgm:styleLbl name="sibTrans2D1">
    <dgm:scene3d>
      <a:camera prst="orthographicFront"/>
      <a:lightRig rig="threePt" dir="t"/>
    </dgm:scene3d>
    <dgm:sp3d/>
    <dgm:txPr/>
    <dgm:style>
      <a:lnRef idx="0">
        <a:scrgbClr r="0" g="0" b="0"/>
      </a:lnRef>
      <a:fillRef idx="3">
        <a:scrgbClr r="0" g="0" b="0"/>
      </a:fillRef>
      <a:effectRef idx="2">
        <a:scrgbClr r="0" g="0" b="0"/>
      </a:effectRef>
      <a:fontRef idx="minor">
        <a:schemeClr val="lt1"/>
      </a:fontRef>
    </dgm:style>
  </dgm:styleLbl>
  <dgm:styleLbl name="fgSibTrans2D1">
    <dgm:scene3d>
      <a:camera prst="orthographicFront"/>
      <a:lightRig rig="threePt" dir="t"/>
    </dgm:scene3d>
    <dgm:sp3d/>
    <dgm:txPr/>
    <dgm:style>
      <a:lnRef idx="0">
        <a:scrgbClr r="0" g="0" b="0"/>
      </a:lnRef>
      <a:fillRef idx="3">
        <a:scrgbClr r="0" g="0" b="0"/>
      </a:fillRef>
      <a:effectRef idx="2">
        <a:scrgbClr r="0" g="0" b="0"/>
      </a:effectRef>
      <a:fontRef idx="minor">
        <a:schemeClr val="lt1"/>
      </a:fontRef>
    </dgm:style>
  </dgm:styleLbl>
  <dgm:styleLbl name="bgSibTrans2D1">
    <dgm:scene3d>
      <a:camera prst="orthographicFront"/>
      <a:lightRig rig="threePt" dir="t"/>
    </dgm:scene3d>
    <dgm:sp3d/>
    <dgm:txPr/>
    <dgm:style>
      <a:lnRef idx="0">
        <a:scrgbClr r="0" g="0" b="0"/>
      </a:lnRef>
      <a:fillRef idx="3">
        <a:scrgbClr r="0" g="0" b="0"/>
      </a:fillRef>
      <a:effectRef idx="2">
        <a:scrgbClr r="0" g="0" b="0"/>
      </a:effectRef>
      <a:fontRef idx="minor">
        <a:schemeClr val="lt1"/>
      </a:fontRef>
    </dgm:style>
  </dgm:styleLbl>
  <dgm:styleLbl name="sibTrans1D1">
    <dgm:scene3d>
      <a:camera prst="orthographicFront"/>
      <a:lightRig rig="threePt" dir="t"/>
    </dgm:scene3d>
    <dgm:sp3d/>
    <dgm:txPr/>
    <dgm:style>
      <a:lnRef idx="1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callout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1">
        <a:scrgbClr r="0" g="0" b="0"/>
      </a:effectRef>
      <a:fontRef idx="minor"/>
    </dgm:style>
  </dgm:styleLbl>
  <dgm:styleLbl name="asst0">
    <dgm:scene3d>
      <a:camera prst="orthographicFront"/>
      <a:lightRig rig="threePt" dir="t"/>
    </dgm:scene3d>
    <dgm:sp3d/>
    <dgm:txPr/>
    <dgm:style>
      <a:lnRef idx="0">
        <a:scrgbClr r="0" g="0" b="0"/>
      </a:lnRef>
      <a:fillRef idx="3">
        <a:scrgbClr r="0" g="0" b="0"/>
      </a:fillRef>
      <a:effectRef idx="2">
        <a:scrgbClr r="0" g="0" b="0"/>
      </a:effectRef>
      <a:fontRef idx="minor">
        <a:schemeClr val="lt1"/>
      </a:fontRef>
    </dgm:style>
  </dgm:styleLbl>
  <dgm:styleLbl name="asst1">
    <dgm:scene3d>
      <a:camera prst="orthographicFront"/>
      <a:lightRig rig="threePt" dir="t"/>
    </dgm:scene3d>
    <dgm:sp3d/>
    <dgm:txPr/>
    <dgm:style>
      <a:lnRef idx="0">
        <a:scrgbClr r="0" g="0" b="0"/>
      </a:lnRef>
      <a:fillRef idx="3">
        <a:scrgbClr r="0" g="0" b="0"/>
      </a:fillRef>
      <a:effectRef idx="2">
        <a:scrgbClr r="0" g="0" b="0"/>
      </a:effectRef>
      <a:fontRef idx="minor">
        <a:schemeClr val="lt1"/>
      </a:fontRef>
    </dgm:style>
  </dgm:styleLbl>
  <dgm:styleLbl name="asst2">
    <dgm:scene3d>
      <a:camera prst="orthographicFront"/>
      <a:lightRig rig="threePt" dir="t"/>
    </dgm:scene3d>
    <dgm:sp3d/>
    <dgm:txPr/>
    <dgm:style>
      <a:lnRef idx="0">
        <a:scrgbClr r="0" g="0" b="0"/>
      </a:lnRef>
      <a:fillRef idx="3">
        <a:scrgbClr r="0" g="0" b="0"/>
      </a:fillRef>
      <a:effectRef idx="2">
        <a:scrgbClr r="0" g="0" b="0"/>
      </a:effectRef>
      <a:fontRef idx="minor">
        <a:schemeClr val="lt1"/>
      </a:fontRef>
    </dgm:style>
  </dgm:styleLbl>
  <dgm:styleLbl name="asst3">
    <dgm:scene3d>
      <a:camera prst="orthographicFront"/>
      <a:lightRig rig="threePt" dir="t"/>
    </dgm:scene3d>
    <dgm:sp3d/>
    <dgm:txPr/>
    <dgm:style>
      <a:lnRef idx="0">
        <a:scrgbClr r="0" g="0" b="0"/>
      </a:lnRef>
      <a:fillRef idx="3">
        <a:scrgbClr r="0" g="0" b="0"/>
      </a:fillRef>
      <a:effectRef idx="2">
        <a:scrgbClr r="0" g="0" b="0"/>
      </a:effectRef>
      <a:fontRef idx="minor">
        <a:schemeClr val="lt1"/>
      </a:fontRef>
    </dgm:style>
  </dgm:styleLbl>
  <dgm:styleLbl name="asst4">
    <dgm:scene3d>
      <a:camera prst="orthographicFront"/>
      <a:lightRig rig="threePt" dir="t"/>
    </dgm:scene3d>
    <dgm:sp3d/>
    <dgm:txPr/>
    <dgm:style>
      <a:lnRef idx="0">
        <a:scrgbClr r="0" g="0" b="0"/>
      </a:lnRef>
      <a:fillRef idx="3">
        <a:scrgbClr r="0" g="0" b="0"/>
      </a:fillRef>
      <a:effectRef idx="2">
        <a:scrgbClr r="0" g="0" b="0"/>
      </a:effectRef>
      <a:fontRef idx="minor">
        <a:schemeClr val="lt1"/>
      </a:fontRef>
    </dgm:style>
  </dgm:styleLbl>
  <dgm:styleLbl name="parChTrans2D1">
    <dgm:scene3d>
      <a:camera prst="orthographicFront"/>
      <a:lightRig rig="threePt" dir="t"/>
    </dgm:scene3d>
    <dgm:sp3d/>
    <dgm:txPr/>
    <dgm:style>
      <a:lnRef idx="0">
        <a:scrgbClr r="0" g="0" b="0"/>
      </a:lnRef>
      <a:fillRef idx="3">
        <a:scrgbClr r="0" g="0" b="0"/>
      </a:fillRef>
      <a:effectRef idx="2">
        <a:scrgbClr r="0" g="0" b="0"/>
      </a:effectRef>
      <a:fontRef idx="minor">
        <a:schemeClr val="lt1"/>
      </a:fontRef>
    </dgm:style>
  </dgm:styleLbl>
  <dgm:styleLbl name="parChTrans2D2">
    <dgm:scene3d>
      <a:camera prst="orthographicFront"/>
      <a:lightRig rig="threePt" dir="t"/>
    </dgm:scene3d>
    <dgm:sp3d/>
    <dgm:txPr/>
    <dgm:style>
      <a:lnRef idx="0">
        <a:scrgbClr r="0" g="0" b="0"/>
      </a:lnRef>
      <a:fillRef idx="3">
        <a:scrgbClr r="0" g="0" b="0"/>
      </a:fillRef>
      <a:effectRef idx="2">
        <a:scrgbClr r="0" g="0" b="0"/>
      </a:effectRef>
      <a:fontRef idx="minor">
        <a:schemeClr val="lt1"/>
      </a:fontRef>
    </dgm:style>
  </dgm:styleLbl>
  <dgm:styleLbl name="parChTrans2D3">
    <dgm:scene3d>
      <a:camera prst="orthographicFront"/>
      <a:lightRig rig="threePt" dir="t"/>
    </dgm:scene3d>
    <dgm:sp3d/>
    <dgm:txPr/>
    <dgm:style>
      <a:lnRef idx="1">
        <a:scrgbClr r="0" g="0" b="0"/>
      </a:lnRef>
      <a:fillRef idx="3">
        <a:scrgbClr r="0" g="0" b="0"/>
      </a:fillRef>
      <a:effectRef idx="2">
        <a:scrgbClr r="0" g="0" b="0"/>
      </a:effectRef>
      <a:fontRef idx="minor">
        <a:schemeClr val="lt1"/>
      </a:fontRef>
    </dgm:style>
  </dgm:styleLbl>
  <dgm:styleLbl name="parChTrans2D4">
    <dgm:scene3d>
      <a:camera prst="orthographicFront"/>
      <a:lightRig rig="threePt" dir="t"/>
    </dgm:scene3d>
    <dgm:sp3d/>
    <dgm:txPr/>
    <dgm:style>
      <a:lnRef idx="1">
        <a:scrgbClr r="0" g="0" b="0"/>
      </a:lnRef>
      <a:fillRef idx="3">
        <a:scrgbClr r="0" g="0" b="0"/>
      </a:fillRef>
      <a:effectRef idx="2">
        <a:scrgbClr r="0" g="0" b="0"/>
      </a:effectRef>
      <a:fontRef idx="minor">
        <a:schemeClr val="lt1"/>
      </a:fontRef>
    </dgm:style>
  </dgm:styleLbl>
  <dgm:styleLbl name="parChTrans1D1">
    <dgm:scene3d>
      <a:camera prst="orthographicFront"/>
      <a:lightRig rig="threePt" dir="t"/>
    </dgm:scene3d>
    <dgm:sp3d/>
    <dgm:txPr/>
    <dgm:style>
      <a:lnRef idx="1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parChTrans1D2">
    <dgm:scene3d>
      <a:camera prst="orthographicFront"/>
      <a:lightRig rig="threePt" dir="t"/>
    </dgm:scene3d>
    <dgm:sp3d/>
    <dgm:txPr/>
    <dgm:style>
      <a:lnRef idx="1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parChTrans1D3">
    <dgm:scene3d>
      <a:camera prst="orthographicFront"/>
      <a:lightRig rig="threePt" dir="t"/>
    </dgm:scene3d>
    <dgm:sp3d/>
    <dgm:txPr/>
    <dgm:style>
      <a:lnRef idx="1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parChTrans1D4">
    <dgm:scene3d>
      <a:camera prst="orthographicFront"/>
      <a:lightRig rig="threePt" dir="t"/>
    </dgm:scene3d>
    <dgm:sp3d/>
    <dgm:txPr/>
    <dgm:style>
      <a:lnRef idx="1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fgAcc1">
    <dgm:scene3d>
      <a:camera prst="orthographicFront"/>
      <a:lightRig rig="threePt" dir="t"/>
    </dgm:scene3d>
    <dgm:sp3d/>
    <dgm:txPr/>
    <dgm:style>
      <a:lnRef idx="1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conFgAcc1">
    <dgm:scene3d>
      <a:camera prst="orthographicFront"/>
      <a:lightRig rig="threePt" dir="t"/>
    </dgm:scene3d>
    <dgm:sp3d/>
    <dgm:txPr/>
    <dgm:style>
      <a:lnRef idx="1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alignAcc1">
    <dgm:scene3d>
      <a:camera prst="orthographicFront"/>
      <a:lightRig rig="threePt" dir="t"/>
    </dgm:scene3d>
    <dgm:sp3d/>
    <dgm:txPr/>
    <dgm:style>
      <a:lnRef idx="1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trAlignAcc1">
    <dgm:scene3d>
      <a:camera prst="orthographicFront"/>
      <a:lightRig rig="threePt" dir="t"/>
    </dgm:scene3d>
    <dgm:sp3d/>
    <dgm:txPr/>
    <dgm:style>
      <a:lnRef idx="1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bgAcc1">
    <dgm:scene3d>
      <a:camera prst="orthographicFront"/>
      <a:lightRig rig="threePt" dir="t"/>
    </dgm:scene3d>
    <dgm:sp3d/>
    <dgm:txPr/>
    <dgm:style>
      <a:lnRef idx="1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solidFgAcc1">
    <dgm:scene3d>
      <a:camera prst="orthographicFront"/>
      <a:lightRig rig="threePt" dir="t"/>
    </dgm:scene3d>
    <dgm:sp3d/>
    <dgm:txPr/>
    <dgm:style>
      <a:lnRef idx="1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solidAlignAcc1">
    <dgm:scene3d>
      <a:camera prst="orthographicFront"/>
      <a:lightRig rig="threePt" dir="t"/>
    </dgm:scene3d>
    <dgm:sp3d/>
    <dgm:txPr/>
    <dgm:style>
      <a:lnRef idx="1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solidBgAcc1">
    <dgm:scene3d>
      <a:camera prst="orthographicFront"/>
      <a:lightRig rig="threePt" dir="t"/>
    </dgm:scene3d>
    <dgm:sp3d/>
    <dgm:txPr/>
    <dgm:style>
      <a:lnRef idx="1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FollowNode1">
    <dgm:scene3d>
      <a:camera prst="orthographicFront"/>
      <a:lightRig rig="threePt" dir="t"/>
    </dgm:scene3d>
    <dgm:sp3d/>
    <dgm:txPr/>
    <dgm:style>
      <a:lnRef idx="1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alignAccFollowNode1">
    <dgm:scene3d>
      <a:camera prst="orthographicFront"/>
      <a:lightRig rig="threePt" dir="t"/>
    </dgm:scene3d>
    <dgm:sp3d/>
    <dgm:txPr/>
    <dgm:style>
      <a:lnRef idx="1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bgAccFollowNode1">
    <dgm:scene3d>
      <a:camera prst="orthographicFront"/>
      <a:lightRig rig="threePt" dir="t"/>
    </dgm:scene3d>
    <dgm:sp3d/>
    <dgm:txPr/>
    <dgm:style>
      <a:lnRef idx="1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0">
    <dgm:scene3d>
      <a:camera prst="orthographicFront"/>
      <a:lightRig rig="threePt" dir="t"/>
    </dgm:scene3d>
    <dgm:sp3d/>
    <dgm:txPr/>
    <dgm:style>
      <a:lnRef idx="1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2">
    <dgm:scene3d>
      <a:camera prst="orthographicFront"/>
      <a:lightRig rig="threePt" dir="t"/>
    </dgm:scene3d>
    <dgm:sp3d/>
    <dgm:txPr/>
    <dgm:style>
      <a:lnRef idx="1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3">
    <dgm:scene3d>
      <a:camera prst="orthographicFront"/>
      <a:lightRig rig="threePt" dir="t"/>
    </dgm:scene3d>
    <dgm:sp3d/>
    <dgm:txPr/>
    <dgm:style>
      <a:lnRef idx="1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4">
    <dgm:scene3d>
      <a:camera prst="orthographicFront"/>
      <a:lightRig rig="threePt" dir="t"/>
    </dgm:scene3d>
    <dgm:sp3d/>
    <dgm:txPr/>
    <dgm:style>
      <a:lnRef idx="1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bgShp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2">
        <a:scrgbClr r="0" g="0" b="0"/>
      </a:effectRef>
      <a:fontRef idx="minor"/>
    </dgm:style>
  </dgm:styleLbl>
  <dgm:styleLbl name="dkBgShp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2">
        <a:scrgbClr r="0" g="0" b="0"/>
      </a:effectRef>
      <a:fontRef idx="minor"/>
    </dgm:style>
  </dgm:styleLbl>
  <dgm:styleLbl name="trBgShp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Shp">
    <dgm:scene3d>
      <a:camera prst="orthographicFront"/>
      <a:lightRig rig="threePt" dir="t"/>
    </dgm:scene3d>
    <dgm:sp3d/>
    <dgm:txPr/>
    <dgm:style>
      <a:lnRef idx="0">
        <a:scrgbClr r="0" g="0" b="0"/>
      </a:lnRef>
      <a:fillRef idx="3">
        <a:scrgbClr r="0" g="0" b="0"/>
      </a:fillRef>
      <a:effectRef idx="2">
        <a:scrgbClr r="0" g="0" b="0"/>
      </a:effectRef>
      <a:fontRef idx="minor"/>
    </dgm:style>
  </dgm:styleLbl>
  <dgm:styleLbl name="revTx">
    <dgm:scene3d>
      <a:camera prst="orthographicFront"/>
      <a:lightRig rig="threePt" dir="t"/>
    </dgm:scene3d>
    <dgm:sp3d/>
    <dgm:txPr/>
    <dgm:style>
      <a:lnRef idx="0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</dgm:styleDef>
</file>

<file path=ppt/diagrams/quickStyle15.xml><?xml version="1.0" encoding="utf-8"?>
<dgm:styleDef xmlns:dgm="http://schemas.openxmlformats.org/drawingml/2006/diagram" xmlns:a="http://schemas.openxmlformats.org/drawingml/2006/main" uniqueId="urn:microsoft.com/office/officeart/2005/8/quickstyle/simple1">
  <dgm:title val=""/>
  <dgm:desc val=""/>
  <dgm:catLst>
    <dgm:cat type="simple" pri="10100"/>
  </dgm:catLst>
  <dgm:scene3d>
    <a:camera prst="orthographicFront"/>
    <a:lightRig rig="threePt" dir="t"/>
  </dgm:scene3d>
  <dgm:styleLbl name="node0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ln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venn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tx1"/>
      </a:fontRef>
    </dgm:style>
  </dgm:styleLbl>
  <dgm:styleLbl name="align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node2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node3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node4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fgImgPlac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alignImgPlac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bgImgPlac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sibTrans2D1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fgSibTrans2D1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bgSibTrans2D1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sibTrans1D1">
    <dgm:scene3d>
      <a:camera prst="orthographicFront"/>
      <a:lightRig rig="threePt" dir="t"/>
    </dgm:scene3d>
    <dgm:sp3d/>
    <dgm:txPr/>
    <dgm:style>
      <a:lnRef idx="1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callout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asst0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asst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asst2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asst3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asst4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2D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2D2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2D3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2D4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1D1">
    <dgm:scene3d>
      <a:camera prst="orthographicFront"/>
      <a:lightRig rig="threePt" dir="t"/>
    </dgm:scene3d>
    <dgm:sp3d/>
    <dgm:txPr/>
    <dgm:style>
      <a:lnRef idx="2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parChTrans1D2">
    <dgm:scene3d>
      <a:camera prst="orthographicFront"/>
      <a:lightRig rig="threePt" dir="t"/>
    </dgm:scene3d>
    <dgm:sp3d/>
    <dgm:txPr/>
    <dgm:style>
      <a:lnRef idx="2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parChTrans1D3">
    <dgm:scene3d>
      <a:camera prst="orthographicFront"/>
      <a:lightRig rig="threePt" dir="t"/>
    </dgm:scene3d>
    <dgm:sp3d/>
    <dgm:txPr/>
    <dgm:style>
      <a:lnRef idx="2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parChTrans1D4">
    <dgm:scene3d>
      <a:camera prst="orthographicFront"/>
      <a:lightRig rig="threePt" dir="t"/>
    </dgm:scene3d>
    <dgm:sp3d/>
    <dgm:txPr/>
    <dgm:style>
      <a:lnRef idx="2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f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conF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align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trAlignAcc1">
    <dgm:scene3d>
      <a:camera prst="orthographicFront"/>
      <a:lightRig rig="threePt" dir="t"/>
    </dgm:scene3d>
    <dgm:sp3d/>
    <dgm:txPr/>
    <dgm:style>
      <a:lnRef idx="1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b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solidF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solidAlign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solidB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Follow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alignAccFollow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bgAccFollow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0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2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3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4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bgShp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dkBgShp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trBgShp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Shp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revTx">
    <dgm:scene3d>
      <a:camera prst="orthographicFront"/>
      <a:lightRig rig="threePt" dir="t"/>
    </dgm:scene3d>
    <dgm:sp3d/>
    <dgm:txPr/>
    <dgm:style>
      <a:lnRef idx="0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</dgm:styleDef>
</file>

<file path=ppt/diagrams/quickStyle16.xml><?xml version="1.0" encoding="utf-8"?>
<dgm:styleDef xmlns:dgm="http://schemas.openxmlformats.org/drawingml/2006/diagram" xmlns:a="http://schemas.openxmlformats.org/drawingml/2006/main" uniqueId="urn:microsoft.com/office/officeart/2005/8/quickstyle/simple1">
  <dgm:title val=""/>
  <dgm:desc val=""/>
  <dgm:catLst>
    <dgm:cat type="simple" pri="10100"/>
  </dgm:catLst>
  <dgm:scene3d>
    <a:camera prst="orthographicFront"/>
    <a:lightRig rig="threePt" dir="t"/>
  </dgm:scene3d>
  <dgm:styleLbl name="node0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ln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venn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tx1"/>
      </a:fontRef>
    </dgm:style>
  </dgm:styleLbl>
  <dgm:styleLbl name="align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node2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node3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node4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fgImgPlac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alignImgPlac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bgImgPlac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sibTrans2D1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fgSibTrans2D1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bgSibTrans2D1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sibTrans1D1">
    <dgm:scene3d>
      <a:camera prst="orthographicFront"/>
      <a:lightRig rig="threePt" dir="t"/>
    </dgm:scene3d>
    <dgm:sp3d/>
    <dgm:txPr/>
    <dgm:style>
      <a:lnRef idx="1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callout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asst0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asst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asst2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asst3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asst4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2D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2D2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2D3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2D4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1D1">
    <dgm:scene3d>
      <a:camera prst="orthographicFront"/>
      <a:lightRig rig="threePt" dir="t"/>
    </dgm:scene3d>
    <dgm:sp3d/>
    <dgm:txPr/>
    <dgm:style>
      <a:lnRef idx="2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parChTrans1D2">
    <dgm:scene3d>
      <a:camera prst="orthographicFront"/>
      <a:lightRig rig="threePt" dir="t"/>
    </dgm:scene3d>
    <dgm:sp3d/>
    <dgm:txPr/>
    <dgm:style>
      <a:lnRef idx="2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parChTrans1D3">
    <dgm:scene3d>
      <a:camera prst="orthographicFront"/>
      <a:lightRig rig="threePt" dir="t"/>
    </dgm:scene3d>
    <dgm:sp3d/>
    <dgm:txPr/>
    <dgm:style>
      <a:lnRef idx="2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parChTrans1D4">
    <dgm:scene3d>
      <a:camera prst="orthographicFront"/>
      <a:lightRig rig="threePt" dir="t"/>
    </dgm:scene3d>
    <dgm:sp3d/>
    <dgm:txPr/>
    <dgm:style>
      <a:lnRef idx="2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f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conF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align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trAlignAcc1">
    <dgm:scene3d>
      <a:camera prst="orthographicFront"/>
      <a:lightRig rig="threePt" dir="t"/>
    </dgm:scene3d>
    <dgm:sp3d/>
    <dgm:txPr/>
    <dgm:style>
      <a:lnRef idx="1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b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solidF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solidAlign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solidB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Follow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alignAccFollow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bgAccFollow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0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2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3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4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bgShp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dkBgShp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trBgShp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Shp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revTx">
    <dgm:scene3d>
      <a:camera prst="orthographicFront"/>
      <a:lightRig rig="threePt" dir="t"/>
    </dgm:scene3d>
    <dgm:sp3d/>
    <dgm:txPr/>
    <dgm:style>
      <a:lnRef idx="0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</dgm:styleDef>
</file>

<file path=ppt/notesMasters/_rels/notesMaster1.xml.rels><?xml version="1.0" encoding="UTF-8"?>
<Relationships xmlns="http://schemas.openxmlformats.org/package/2006/relationships"><Relationship Id="rId1" Type="http://schemas.openxmlformats.org/officeDocument/2006/relationships/theme" Target="../theme/theme40.xml"/>
</Relationships>
</file>

<file path=ppt/notesMasters/notesMaster1.xml><?xml version="1.0" encoding="utf-8"?>
<p:notesMaster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2" name="PlaceHolder 1"/>
          <p:cNvSpPr>
            <a:spLocks noGrp="1"/>
          </p:cNvSpPr>
          <p:nvPr>
            <p:ph type="sldImg"/>
          </p:nvPr>
        </p:nvSpPr>
        <p:spPr>
          <a:xfrm>
            <a:off x="0" y="812520"/>
            <a:ext cx="0" cy="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ctr">
            <a:noAutofit/>
          </a:bodyPr>
          <a:p>
            <a:pPr algn="ctr"/>
            <a:r>
              <a:rPr b="0" lang="de-DE" sz="4400" strike="noStrike" u="none">
                <a:solidFill>
                  <a:srgbClr val="000000"/>
                </a:solidFill>
                <a:uFillTx/>
                <a:latin typeface="Arial"/>
              </a:rPr>
              <a:t>Folie mittels Klicken verschieben</a:t>
            </a:r>
            <a:endParaRPr b="0" lang="de-DE" sz="4400" strike="noStrike" u="none">
              <a:solidFill>
                <a:srgbClr val="000000"/>
              </a:solidFill>
              <a:uFillTx/>
              <a:latin typeface="Arial"/>
            </a:endParaRPr>
          </a:p>
        </p:txBody>
      </p:sp>
      <p:sp>
        <p:nvSpPr>
          <p:cNvPr id="143" name="PlaceHolder 2"/>
          <p:cNvSpPr>
            <a:spLocks noGrp="1"/>
          </p:cNvSpPr>
          <p:nvPr>
            <p:ph type="body"/>
          </p:nvPr>
        </p:nvSpPr>
        <p:spPr>
          <a:xfrm>
            <a:off x="756000" y="5078520"/>
            <a:ext cx="6047640" cy="48110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pPr marL="216000" indent="-216000">
              <a:buNone/>
            </a:pPr>
            <a:r>
              <a:rPr b="0" lang="de-DE" sz="2000" strike="noStrike" u="none">
                <a:solidFill>
                  <a:srgbClr val="000000"/>
                </a:solidFill>
                <a:uFillTx/>
                <a:latin typeface="Arial"/>
              </a:rPr>
              <a:t>Format der Notizen mittels Klicken bearbeiten</a:t>
            </a:r>
            <a:endParaRPr b="0" lang="de-DE" sz="2000" strike="noStrike" u="none">
              <a:solidFill>
                <a:srgbClr val="000000"/>
              </a:solidFill>
              <a:uFillTx/>
              <a:latin typeface="Arial"/>
            </a:endParaRPr>
          </a:p>
        </p:txBody>
      </p:sp>
      <p:sp>
        <p:nvSpPr>
          <p:cNvPr id="144" name="PlaceHolder 3"/>
          <p:cNvSpPr>
            <a:spLocks noGrp="1"/>
          </p:cNvSpPr>
          <p:nvPr>
            <p:ph type="hdr"/>
          </p:nvPr>
        </p:nvSpPr>
        <p:spPr>
          <a:xfrm>
            <a:off x="0" y="0"/>
            <a:ext cx="3280680" cy="5342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pPr indent="0">
              <a:buNone/>
            </a:pPr>
            <a:r>
              <a:rPr b="0" lang="de-DE" sz="1400" strike="noStrike" u="none">
                <a:solidFill>
                  <a:srgbClr val="000000"/>
                </a:solidFill>
                <a:uFillTx/>
                <a:latin typeface="Times New Roman"/>
              </a:rPr>
              <a:t> </a:t>
            </a:r>
            <a:endParaRPr b="0" lang="de-DE" sz="1400" strike="noStrike" u="none">
              <a:solidFill>
                <a:srgbClr val="000000"/>
              </a:solidFill>
              <a:uFillTx/>
              <a:latin typeface="Times New Roman"/>
            </a:endParaRPr>
          </a:p>
        </p:txBody>
      </p:sp>
      <p:sp>
        <p:nvSpPr>
          <p:cNvPr id="145" name="PlaceHolder 4"/>
          <p:cNvSpPr>
            <a:spLocks noGrp="1"/>
          </p:cNvSpPr>
          <p:nvPr>
            <p:ph type="dt" idx="64"/>
          </p:nvPr>
        </p:nvSpPr>
        <p:spPr>
          <a:xfrm>
            <a:off x="4278960" y="0"/>
            <a:ext cx="3280680" cy="5342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lstStyle>
            <a:lvl1pPr indent="0" algn="r">
              <a:buNone/>
              <a:defRPr b="0" lang="de-DE" sz="1400" strike="noStrike" u="none">
                <a:solidFill>
                  <a:srgbClr val="000000"/>
                </a:solidFill>
                <a:uFillTx/>
                <a:latin typeface="Times New Roman"/>
              </a:defRPr>
            </a:lvl1pPr>
          </a:lstStyle>
          <a:p>
            <a:pPr indent="0" algn="r">
              <a:buNone/>
            </a:pPr>
            <a:r>
              <a:rPr b="0" lang="de-DE" sz="1400" strike="noStrike" u="none">
                <a:solidFill>
                  <a:srgbClr val="000000"/>
                </a:solidFill>
                <a:uFillTx/>
                <a:latin typeface="Times New Roman"/>
              </a:rPr>
              <a:t> </a:t>
            </a:r>
            <a:endParaRPr b="0" lang="de-DE" sz="1400" strike="noStrike" u="none">
              <a:solidFill>
                <a:srgbClr val="000000"/>
              </a:solidFill>
              <a:uFillTx/>
              <a:latin typeface="Times New Roman"/>
            </a:endParaRPr>
          </a:p>
        </p:txBody>
      </p:sp>
      <p:sp>
        <p:nvSpPr>
          <p:cNvPr id="146" name="PlaceHolder 5"/>
          <p:cNvSpPr>
            <a:spLocks noGrp="1"/>
          </p:cNvSpPr>
          <p:nvPr>
            <p:ph type="ftr" idx="65"/>
          </p:nvPr>
        </p:nvSpPr>
        <p:spPr>
          <a:xfrm>
            <a:off x="0" y="10157400"/>
            <a:ext cx="3280680" cy="5342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b">
            <a:noAutofit/>
          </a:bodyPr>
          <a:lstStyle>
            <a:lvl1pPr indent="0">
              <a:buNone/>
              <a:defRPr b="0" lang="de-DE" sz="1400" strike="noStrike" u="none">
                <a:solidFill>
                  <a:srgbClr val="000000"/>
                </a:solidFill>
                <a:uFillTx/>
                <a:latin typeface="Times New Roman"/>
              </a:defRPr>
            </a:lvl1pPr>
          </a:lstStyle>
          <a:p>
            <a:pPr indent="0">
              <a:buNone/>
            </a:pPr>
            <a:r>
              <a:rPr b="0" lang="de-DE" sz="1400" strike="noStrike" u="none">
                <a:solidFill>
                  <a:srgbClr val="000000"/>
                </a:solidFill>
                <a:uFillTx/>
                <a:latin typeface="Times New Roman"/>
              </a:rPr>
              <a:t> </a:t>
            </a:r>
            <a:endParaRPr b="0" lang="de-DE" sz="1400" strike="noStrike" u="none">
              <a:solidFill>
                <a:srgbClr val="000000"/>
              </a:solidFill>
              <a:uFillTx/>
              <a:latin typeface="Times New Roman"/>
            </a:endParaRPr>
          </a:p>
        </p:txBody>
      </p:sp>
      <p:sp>
        <p:nvSpPr>
          <p:cNvPr id="147" name="PlaceHolder 6"/>
          <p:cNvSpPr>
            <a:spLocks noGrp="1"/>
          </p:cNvSpPr>
          <p:nvPr>
            <p:ph type="sldNum" idx="66"/>
          </p:nvPr>
        </p:nvSpPr>
        <p:spPr>
          <a:xfrm>
            <a:off x="4278960" y="10157400"/>
            <a:ext cx="3280680" cy="5342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b">
            <a:noAutofit/>
          </a:bodyPr>
          <a:lstStyle>
            <a:lvl1pPr indent="0" algn="r">
              <a:buNone/>
              <a:defRPr b="0" lang="de-DE" sz="1400" strike="noStrike" u="none">
                <a:solidFill>
                  <a:srgbClr val="000000"/>
                </a:solidFill>
                <a:uFillTx/>
                <a:latin typeface="Times New Roman"/>
              </a:defRPr>
            </a:lvl1pPr>
          </a:lstStyle>
          <a:p>
            <a:pPr indent="0" algn="r">
              <a:buNone/>
            </a:pPr>
            <a:fld id="{8C442188-6E73-41AB-81B7-4C074D05AE47}" type="slidenum">
              <a:rPr b="0" lang="de-DE" sz="1400" strike="noStrike" u="none">
                <a:solidFill>
                  <a:srgbClr val="000000"/>
                </a:solidFill>
                <a:uFillTx/>
                <a:latin typeface="Times New Roman"/>
              </a:rPr>
              <a:t>1</a:t>
            </a:fld>
            <a:endParaRPr b="0" lang="de-DE" sz="1400" strike="noStrike" u="none">
              <a:solidFill>
                <a:srgbClr val="000000"/>
              </a:solidFill>
              <a:uFillTx/>
              <a:latin typeface="Times New Roman"/>
            </a:endParaRPr>
          </a:p>
        </p:txBody>
      </p:sp>
    </p:spTree>
  </p:cSld>
  <p:clrMap bg1="lt1" bg2="lt2" tx1="dk1" tx2="dk2" accent1="accent1" accent2="accent2" accent3="accent3" accent4="accent4" accent5="accent5" accent6="accent6" hlink="hlink" folHlink="folHlink"/>
</p:notesMaster>
</file>

<file path=ppt/notesSlides/_rels/notesSlide1.xml.rels><?xml version="1.0" encoding="UTF-8"?>
<Relationships xmlns="http://schemas.openxmlformats.org/package/2006/relationships"><Relationship Id="rId1" Type="http://schemas.openxmlformats.org/officeDocument/2006/relationships/slide" Target="../slides/slide1.xml"/><Relationship Id="rId2" Type="http://schemas.openxmlformats.org/officeDocument/2006/relationships/notesMaster" Target="../notesMasters/notesMaster1.xml"/>
</Relationships>
</file>

<file path=ppt/notesSlides/_rels/notesSlide7.xml.rels><?xml version="1.0" encoding="UTF-8"?>
<Relationships xmlns="http://schemas.openxmlformats.org/package/2006/relationships"><Relationship Id="rId1" Type="http://schemas.openxmlformats.org/officeDocument/2006/relationships/slide" Target="../slides/slide7.xml"/><Relationship Id="rId2" Type="http://schemas.openxmlformats.org/officeDocument/2006/relationships/notesMaster" Target="../notesMasters/notesMaster1.xml"/>
</Relationships>
</file>

<file path=ppt/notesSlides/_rels/notesSlide10.xml.rels><?xml version="1.0" encoding="UTF-8"?>
<Relationships xmlns="http://schemas.openxmlformats.org/package/2006/relationships"><Relationship Id="rId1" Type="http://schemas.openxmlformats.org/officeDocument/2006/relationships/slide" Target="../slides/slide10.xml"/><Relationship Id="rId2" Type="http://schemas.openxmlformats.org/officeDocument/2006/relationships/notesMaster" Target="../notesMasters/notesMaster1.xml"/>
</Relationships>
</file>

<file path=ppt/notesSlides/_rels/notesSlide40.xml.rels><?xml version="1.0" encoding="UTF-8"?>
<Relationships xmlns="http://schemas.openxmlformats.org/package/2006/relationships"><Relationship Id="rId1" Type="http://schemas.openxmlformats.org/officeDocument/2006/relationships/slide" Target="../slides/slide40.xml"/><Relationship Id="rId2" Type="http://schemas.openxmlformats.org/officeDocument/2006/relationships/notesMaster" Target="../notesMasters/notesMaster1.xml"/>
</Relationships>
</file>

<file path=ppt/notesSlides/_rels/notesSlide43.xml.rels><?xml version="1.0" encoding="UTF-8"?>
<Relationships xmlns="http://schemas.openxmlformats.org/package/2006/relationships"><Relationship Id="rId1" Type="http://schemas.openxmlformats.org/officeDocument/2006/relationships/slide" Target="../slides/slide43.xml"/><Relationship Id="rId2" Type="http://schemas.openxmlformats.org/officeDocument/2006/relationships/notesMaster" Target="../notesMasters/notesMaster1.xml"/>
</Relationships>
</file>

<file path=ppt/notesSlides/_rels/notesSlide52.xml.rels><?xml version="1.0" encoding="UTF-8"?>
<Relationships xmlns="http://schemas.openxmlformats.org/package/2006/relationships"><Relationship Id="rId1" Type="http://schemas.openxmlformats.org/officeDocument/2006/relationships/slide" Target="../slides/slide52.xml"/><Relationship Id="rId2" Type="http://schemas.openxmlformats.org/officeDocument/2006/relationships/notesMaster" Target="../notesMasters/notesMaster1.xml"/>
</Relationships>
</file>

<file path=ppt/notesSlides/_rels/notesSlide57.xml.rels><?xml version="1.0" encoding="UTF-8"?>
<Relationships xmlns="http://schemas.openxmlformats.org/package/2006/relationships"><Relationship Id="rId1" Type="http://schemas.openxmlformats.org/officeDocument/2006/relationships/slide" Target="../slides/slide57.xml"/><Relationship Id="rId2" Type="http://schemas.openxmlformats.org/officeDocument/2006/relationships/notesMaster" Target="../notesMasters/notesMaster1.xml"/>
</Relationships>
</file>

<file path=ppt/notesSlides/_rels/notesSlide59.xml.rels><?xml version="1.0" encoding="UTF-8"?>
<Relationships xmlns="http://schemas.openxmlformats.org/package/2006/relationships"><Relationship Id="rId1" Type="http://schemas.openxmlformats.org/officeDocument/2006/relationships/slide" Target="../slides/slide59.xml"/><Relationship Id="rId2" Type="http://schemas.openxmlformats.org/officeDocument/2006/relationships/notesMaster" Target="../notesMasters/notesMaster1.xml"/>
</Relationships>
</file>

<file path=ppt/notesSlides/_rels/notesSlide81.xml.rels><?xml version="1.0" encoding="UTF-8"?>
<Relationships xmlns="http://schemas.openxmlformats.org/package/2006/relationships"><Relationship Id="rId1" Type="http://schemas.openxmlformats.org/officeDocument/2006/relationships/slide" Target="../slides/slide81.xml"/><Relationship Id="rId2" Type="http://schemas.openxmlformats.org/officeDocument/2006/relationships/notesMaster" Target="../notesMasters/notesMaster1.xml"/>
</Relationships>
</file>

<file path=ppt/notesSlides/_rels/notesSlide83.xml.rels><?xml version="1.0" encoding="UTF-8"?>
<Relationships xmlns="http://schemas.openxmlformats.org/package/2006/relationships"><Relationship Id="rId1" Type="http://schemas.openxmlformats.org/officeDocument/2006/relationships/slide" Target="../slides/slide83.xml"/><Relationship Id="rId2" Type="http://schemas.openxmlformats.org/officeDocument/2006/relationships/notesMaster" Target="../notesMasters/notesMaster1.xml"/>
</Relationships>
</file>

<file path=ppt/notesSlides/_rels/notesSlide96.xml.rels><?xml version="1.0" encoding="UTF-8"?>
<Relationships xmlns="http://schemas.openxmlformats.org/package/2006/relationships"><Relationship Id="rId1" Type="http://schemas.openxmlformats.org/officeDocument/2006/relationships/slide" Target="../slides/slide96.xml"/><Relationship Id="rId2" Type="http://schemas.openxmlformats.org/officeDocument/2006/relationships/notesMaster" Target="../notesMasters/notesMaster1.xml"/>
</Relationships>
</file>

<file path=ppt/notesSlides/_rels/notesSlide98.xml.rels><?xml version="1.0" encoding="UTF-8"?>
<Relationships xmlns="http://schemas.openxmlformats.org/package/2006/relationships"><Relationship Id="rId1" Type="http://schemas.openxmlformats.org/officeDocument/2006/relationships/slide" Target="../slides/slide98.xml"/><Relationship Id="rId2" Type="http://schemas.openxmlformats.org/officeDocument/2006/relationships/notesMaster" Target="../notesMasters/notesMaster1.xml"/>
</Relationships>
</file>

<file path=ppt/notesSlides/_rels/notesSlide131.xml.rels><?xml version="1.0" encoding="UTF-8"?>
<Relationships xmlns="http://schemas.openxmlformats.org/package/2006/relationships"><Relationship Id="rId1" Type="http://schemas.openxmlformats.org/officeDocument/2006/relationships/slide" Target="../slides/slide131.xml"/><Relationship Id="rId2" Type="http://schemas.openxmlformats.org/officeDocument/2006/relationships/notesMaster" Target="../notesMasters/notesMaster1.xml"/>
</Relationships>
</file>

<file path=ppt/notesSlides/_rels/notesSlide137.xml.rels><?xml version="1.0" encoding="UTF-8"?>
<Relationships xmlns="http://schemas.openxmlformats.org/package/2006/relationships"><Relationship Id="rId1" Type="http://schemas.openxmlformats.org/officeDocument/2006/relationships/slide" Target="../slides/slide137.xml"/><Relationship Id="rId2" Type="http://schemas.openxmlformats.org/officeDocument/2006/relationships/notesMaster" Target="../notesMasters/notesMaster1.xml"/>
</Relationships>
</file>

<file path=ppt/notesSlides/_rels/notesSlide156.xml.rels><?xml version="1.0" encoding="UTF-8"?>
<Relationships xmlns="http://schemas.openxmlformats.org/package/2006/relationships"><Relationship Id="rId1" Type="http://schemas.openxmlformats.org/officeDocument/2006/relationships/slide" Target="../slides/slide156.xml"/><Relationship Id="rId2" Type="http://schemas.openxmlformats.org/officeDocument/2006/relationships/notesMaster" Target="../notesMasters/notesMaster1.xml"/>
</Relationships>
</file>

<file path=ppt/notesSlides/_rels/notesSlide157.xml.rels><?xml version="1.0" encoding="UTF-8"?>
<Relationships xmlns="http://schemas.openxmlformats.org/package/2006/relationships"><Relationship Id="rId1" Type="http://schemas.openxmlformats.org/officeDocument/2006/relationships/slide" Target="../slides/slide157.xml"/><Relationship Id="rId2" Type="http://schemas.openxmlformats.org/officeDocument/2006/relationships/notesMaster" Target="../notesMasters/notesMaster1.xml"/>
</Relationships>
</file>

<file path=ppt/notesSlides/_rels/notesSlide168.xml.rels><?xml version="1.0" encoding="UTF-8"?>
<Relationships xmlns="http://schemas.openxmlformats.org/package/2006/relationships"><Relationship Id="rId1" Type="http://schemas.openxmlformats.org/officeDocument/2006/relationships/slide" Target="../slides/slide168.xml"/><Relationship Id="rId2" Type="http://schemas.openxmlformats.org/officeDocument/2006/relationships/notesMaster" Target="../notesMasters/notesMaster1.xml"/>
</Relationships>
</file>

<file path=ppt/notesSlides/_rels/notesSlide178.xml.rels><?xml version="1.0" encoding="UTF-8"?>
<Relationships xmlns="http://schemas.openxmlformats.org/package/2006/relationships"><Relationship Id="rId1" Type="http://schemas.openxmlformats.org/officeDocument/2006/relationships/slide" Target="../slides/slide178.xml"/><Relationship Id="rId2" Type="http://schemas.openxmlformats.org/officeDocument/2006/relationships/notesMaster" Target="../notesMasters/notesMaster1.xml"/>
</Relationships>
</file>

<file path=ppt/notesSlides/_rels/notesSlide183.xml.rels><?xml version="1.0" encoding="UTF-8"?>
<Relationships xmlns="http://schemas.openxmlformats.org/package/2006/relationships"><Relationship Id="rId1" Type="http://schemas.openxmlformats.org/officeDocument/2006/relationships/slide" Target="../slides/slide183.xml"/><Relationship Id="rId2" Type="http://schemas.openxmlformats.org/officeDocument/2006/relationships/notesMaster" Target="../notesMasters/notesMaster1.xml"/>
</Relationships>
</file>

<file path=ppt/notesSlides/_rels/notesSlide185.xml.rels><?xml version="1.0" encoding="UTF-8"?>
<Relationships xmlns="http://schemas.openxmlformats.org/package/2006/relationships"><Relationship Id="rId1" Type="http://schemas.openxmlformats.org/officeDocument/2006/relationships/slide" Target="../slides/slide185.xml"/><Relationship Id="rId2" Type="http://schemas.openxmlformats.org/officeDocument/2006/relationships/notesMaster" Target="../notesMasters/notesMaster1.xml"/>
</Relationships>
</file>

<file path=ppt/notesSlides/_rels/notesSlide190.xml.rels><?xml version="1.0" encoding="UTF-8"?>
<Relationships xmlns="http://schemas.openxmlformats.org/package/2006/relationships"><Relationship Id="rId1" Type="http://schemas.openxmlformats.org/officeDocument/2006/relationships/slide" Target="../slides/slide190.xml"/><Relationship Id="rId2" Type="http://schemas.openxmlformats.org/officeDocument/2006/relationships/notesMaster" Target="../notesMasters/notesMaster1.xml"/>
</Relationships>
</file>

<file path=ppt/notesSlides/_rels/notesSlide202.xml.rels><?xml version="1.0" encoding="UTF-8"?>
<Relationships xmlns="http://schemas.openxmlformats.org/package/2006/relationships"><Relationship Id="rId1" Type="http://schemas.openxmlformats.org/officeDocument/2006/relationships/slide" Target="../slides/slide202.xml"/><Relationship Id="rId2" Type="http://schemas.openxmlformats.org/officeDocument/2006/relationships/notesMaster" Target="../notesMasters/notesMaster1.xml"/>
</Relationships>
</file>

<file path=ppt/notesSlides/_rels/notesSlide203.xml.rels><?xml version="1.0" encoding="UTF-8"?>
<Relationships xmlns="http://schemas.openxmlformats.org/package/2006/relationships"><Relationship Id="rId1" Type="http://schemas.openxmlformats.org/officeDocument/2006/relationships/slide" Target="../slides/slide203.xml"/><Relationship Id="rId2" Type="http://schemas.openxmlformats.org/officeDocument/2006/relationships/notesMaster" Target="../notesMasters/notesMaster1.xml"/>
</Relationships>
</file>

<file path=ppt/notesSlides/_rels/notesSlide208.xml.rels><?xml version="1.0" encoding="UTF-8"?>
<Relationships xmlns="http://schemas.openxmlformats.org/package/2006/relationships"><Relationship Id="rId1" Type="http://schemas.openxmlformats.org/officeDocument/2006/relationships/slide" Target="../slides/slide208.xml"/><Relationship Id="rId2" Type="http://schemas.openxmlformats.org/officeDocument/2006/relationships/notesMaster" Target="../notesMasters/notesMaster1.xml"/>
</Relationships>
</file>

<file path=ppt/notesSlides/_rels/notesSlide211.xml.rels><?xml version="1.0" encoding="UTF-8"?>
<Relationships xmlns="http://schemas.openxmlformats.org/package/2006/relationships"><Relationship Id="rId1" Type="http://schemas.openxmlformats.org/officeDocument/2006/relationships/slide" Target="../slides/slide211.xml"/><Relationship Id="rId2" Type="http://schemas.openxmlformats.org/officeDocument/2006/relationships/notesMaster" Target="../notesMasters/notesMaster1.xml"/>
</Relationships>
</file>

<file path=ppt/notesSlides/_rels/notesSlide212.xml.rels><?xml version="1.0" encoding="UTF-8"?>
<Relationships xmlns="http://schemas.openxmlformats.org/package/2006/relationships"><Relationship Id="rId1" Type="http://schemas.openxmlformats.org/officeDocument/2006/relationships/slide" Target="../slides/slide212.xml"/><Relationship Id="rId2" Type="http://schemas.openxmlformats.org/officeDocument/2006/relationships/notesMaster" Target="../notesMasters/notesMaster1.xml"/>
</Relationships>
</file>

<file path=ppt/notesSlides/_rels/notesSlide235.xml.rels><?xml version="1.0" encoding="UTF-8"?>
<Relationships xmlns="http://schemas.openxmlformats.org/package/2006/relationships"><Relationship Id="rId1" Type="http://schemas.openxmlformats.org/officeDocument/2006/relationships/slide" Target="../slides/slide235.xml"/><Relationship Id="rId2" Type="http://schemas.openxmlformats.org/officeDocument/2006/relationships/notesMaster" Target="../notesMasters/notesMaster1.xml"/>
</Relationships>
</file>

<file path=ppt/notesSlides/_rels/notesSlide236.xml.rels><?xml version="1.0" encoding="UTF-8"?>
<Relationships xmlns="http://schemas.openxmlformats.org/package/2006/relationships"><Relationship Id="rId1" Type="http://schemas.openxmlformats.org/officeDocument/2006/relationships/slide" Target="../slides/slide236.xml"/><Relationship Id="rId2" Type="http://schemas.openxmlformats.org/officeDocument/2006/relationships/notesMaster" Target="../notesMasters/notesMaster1.xml"/>
</Relationships>
</file>

<file path=ppt/notesSlides/_rels/notesSlide237.xml.rels><?xml version="1.0" encoding="UTF-8"?>
<Relationships xmlns="http://schemas.openxmlformats.org/package/2006/relationships"><Relationship Id="rId1" Type="http://schemas.openxmlformats.org/officeDocument/2006/relationships/slide" Target="../slides/slide237.xml"/><Relationship Id="rId2" Type="http://schemas.openxmlformats.org/officeDocument/2006/relationships/notesMaster" Target="../notesMasters/notesMaster1.xml"/>
</Relationships>
</file>

<file path=ppt/notesSlides/_rels/notesSlide238.xml.rels><?xml version="1.0" encoding="UTF-8"?>
<Relationships xmlns="http://schemas.openxmlformats.org/package/2006/relationships"><Relationship Id="rId1" Type="http://schemas.openxmlformats.org/officeDocument/2006/relationships/slide" Target="../slides/slide238.xml"/><Relationship Id="rId2" Type="http://schemas.openxmlformats.org/officeDocument/2006/relationships/notesMaster" Target="../notesMasters/notesMaster1.xml"/>
</Relationships>
</file>

<file path=ppt/notesSlides/_rels/notesSlide239.xml.rels><?xml version="1.0" encoding="UTF-8"?>
<Relationships xmlns="http://schemas.openxmlformats.org/package/2006/relationships"><Relationship Id="rId1" Type="http://schemas.openxmlformats.org/officeDocument/2006/relationships/slide" Target="../slides/slide239.xml"/><Relationship Id="rId2" Type="http://schemas.openxmlformats.org/officeDocument/2006/relationships/notesMaster" Target="../notesMasters/notesMaster1.xml"/>
</Relationships>
</file>

<file path=ppt/notesSlides/notesSlide1.xml><?xml version="1.0" encoding="utf-8"?>
<p:notes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49" name="PlaceHolder 1"/>
          <p:cNvSpPr>
            <a:spLocks noGrp="1"/>
          </p:cNvSpPr>
          <p:nvPr>
            <p:ph type="sldImg"/>
          </p:nvPr>
        </p:nvSpPr>
        <p:spPr>
          <a:xfrm>
            <a:off x="685800" y="1143000"/>
            <a:ext cx="5485320" cy="3085200"/>
          </a:xfrm>
          <a:prstGeom prst="rect">
            <a:avLst/>
          </a:prstGeom>
          <a:ln w="0">
            <a:noFill/>
          </a:ln>
        </p:spPr>
      </p:sp>
      <p:sp>
        <p:nvSpPr>
          <p:cNvPr id="1250" name="PlaceHolder 2"/>
          <p:cNvSpPr>
            <a:spLocks noGrp="1"/>
          </p:cNvSpPr>
          <p:nvPr>
            <p:ph type="body"/>
          </p:nvPr>
        </p:nvSpPr>
        <p:spPr>
          <a:xfrm>
            <a:off x="685800" y="4400640"/>
            <a:ext cx="5485320" cy="359928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t">
            <a:noAutofit/>
          </a:bodyPr>
          <a:p>
            <a:pPr marL="216000" indent="-216000">
              <a:buNone/>
            </a:pPr>
            <a:endParaRPr b="0" lang="de-DE" sz="1800" strike="noStrike" u="none">
              <a:solidFill>
                <a:srgbClr val="000000"/>
              </a:solidFill>
              <a:uFillTx/>
              <a:latin typeface="Arial"/>
            </a:endParaRPr>
          </a:p>
        </p:txBody>
      </p:sp>
      <p:sp>
        <p:nvSpPr>
          <p:cNvPr id="1251" name="PlaceHolder 3"/>
          <p:cNvSpPr>
            <a:spLocks noGrp="1"/>
          </p:cNvSpPr>
          <p:nvPr>
            <p:ph type="sldNum" idx="67"/>
          </p:nvPr>
        </p:nvSpPr>
        <p:spPr>
          <a:xfrm>
            <a:off x="3884760" y="8685360"/>
            <a:ext cx="2970720" cy="45756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b">
            <a:noAutofit/>
          </a:bodyPr>
          <a:lstStyle>
            <a:lvl1pPr indent="0" algn="r">
              <a:lnSpc>
                <a:spcPct val="100000"/>
              </a:lnSpc>
              <a:buNone/>
              <a:tabLst>
                <a:tab algn="l" pos="0"/>
              </a:tabLst>
              <a:defRPr b="0" lang="de-DE" sz="1200" strike="noStrike" u="none">
                <a:solidFill>
                  <a:srgbClr val="000000"/>
                </a:solidFill>
                <a:uFillTx/>
                <a:latin typeface="Times New Roman"/>
              </a:defRPr>
            </a:lvl1pPr>
          </a:lstStyle>
          <a:p>
            <a:pPr indent="0" algn="r">
              <a:lnSpc>
                <a:spcPct val="100000"/>
              </a:lnSpc>
              <a:buNone/>
              <a:tabLst>
                <a:tab algn="l" pos="0"/>
              </a:tabLst>
            </a:pPr>
            <a:fld id="{6B472718-B7BA-4EC3-909C-5EC2BA2EB1DD}" type="slidenum">
              <a:rPr b="0" lang="de-DE" sz="1200" strike="noStrike" u="none">
                <a:solidFill>
                  <a:srgbClr val="000000"/>
                </a:solidFill>
                <a:uFillTx/>
                <a:latin typeface="Times New Roman"/>
              </a:rPr>
              <a:t>268</a:t>
            </a:fld>
            <a:endParaRPr b="0" lang="de-DE" sz="1200" strike="noStrike" u="none">
              <a:solidFill>
                <a:srgbClr val="000000"/>
              </a:solidFill>
              <a:uFillTx/>
              <a:latin typeface="Times New Roman"/>
            </a:endParaRPr>
          </a:p>
        </p:txBody>
      </p:sp>
    </p:spTree>
  </p:cSld>
</p:notes>
</file>

<file path=ppt/notesSlides/notesSlide7.xml><?xml version="1.0" encoding="utf-8"?>
<p:notes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52" name="PlaceHolder 1"/>
          <p:cNvSpPr>
            <a:spLocks noGrp="1"/>
          </p:cNvSpPr>
          <p:nvPr>
            <p:ph type="sldImg"/>
          </p:nvPr>
        </p:nvSpPr>
        <p:spPr>
          <a:xfrm>
            <a:off x="685800" y="1143000"/>
            <a:ext cx="5485320" cy="3085200"/>
          </a:xfrm>
          <a:prstGeom prst="rect">
            <a:avLst/>
          </a:prstGeom>
          <a:ln w="0">
            <a:noFill/>
          </a:ln>
        </p:spPr>
      </p:sp>
      <p:sp>
        <p:nvSpPr>
          <p:cNvPr id="1253" name="PlaceHolder 2"/>
          <p:cNvSpPr>
            <a:spLocks noGrp="1"/>
          </p:cNvSpPr>
          <p:nvPr>
            <p:ph type="body"/>
          </p:nvPr>
        </p:nvSpPr>
        <p:spPr>
          <a:xfrm>
            <a:off x="685800" y="4400640"/>
            <a:ext cx="5485320" cy="359928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t">
            <a:noAutofit/>
          </a:bodyPr>
          <a:p>
            <a:pPr marL="216000" indent="0">
              <a:lnSpc>
                <a:spcPct val="100000"/>
              </a:lnSpc>
              <a:buNone/>
              <a:tabLst>
                <a:tab algn="l" pos="0"/>
              </a:tabLst>
            </a:pPr>
            <a:r>
              <a:rPr b="0" lang="de-DE" sz="2000" strike="noStrike" u="none">
                <a:solidFill>
                  <a:srgbClr val="000000"/>
                </a:solidFill>
                <a:uFillTx/>
                <a:latin typeface="Arial"/>
              </a:rPr>
              <a:t>Javascript is Typescript .js Dateien zu .ts umbennen im Projekt werden auch mit“compiliert“</a:t>
            </a:r>
            <a:endParaRPr b="0" lang="de-DE" sz="2000" strike="noStrike" u="none">
              <a:solidFill>
                <a:srgbClr val="000000"/>
              </a:solidFill>
              <a:uFillTx/>
              <a:latin typeface="Arial"/>
            </a:endParaRPr>
          </a:p>
          <a:p>
            <a:pPr marL="216000" indent="0">
              <a:lnSpc>
                <a:spcPct val="100000"/>
              </a:lnSpc>
              <a:buNone/>
              <a:tabLst>
                <a:tab algn="l" pos="0"/>
              </a:tabLst>
            </a:pPr>
            <a:endParaRPr b="0" lang="de-DE" sz="2000" strike="noStrike" u="none">
              <a:solidFill>
                <a:srgbClr val="000000"/>
              </a:solidFill>
              <a:uFillTx/>
              <a:latin typeface="Arial"/>
            </a:endParaRPr>
          </a:p>
          <a:p>
            <a:pPr marL="216000" indent="0">
              <a:lnSpc>
                <a:spcPct val="100000"/>
              </a:lnSpc>
              <a:buNone/>
              <a:tabLst>
                <a:tab algn="l" pos="0"/>
              </a:tabLst>
            </a:pPr>
            <a:endParaRPr b="0" lang="de-DE" sz="2000" strike="noStrike" u="none">
              <a:solidFill>
                <a:srgbClr val="000000"/>
              </a:solidFill>
              <a:uFillTx/>
              <a:latin typeface="Arial"/>
            </a:endParaRPr>
          </a:p>
        </p:txBody>
      </p:sp>
      <p:sp>
        <p:nvSpPr>
          <p:cNvPr id="1254" name="PlaceHolder 3"/>
          <p:cNvSpPr>
            <a:spLocks noGrp="1"/>
          </p:cNvSpPr>
          <p:nvPr>
            <p:ph type="sldNum" idx="68"/>
          </p:nvPr>
        </p:nvSpPr>
        <p:spPr>
          <a:xfrm>
            <a:off x="3884760" y="8685360"/>
            <a:ext cx="2970720" cy="45756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b">
            <a:noAutofit/>
          </a:bodyPr>
          <a:lstStyle>
            <a:lvl1pPr indent="0" algn="r">
              <a:lnSpc>
                <a:spcPct val="100000"/>
              </a:lnSpc>
              <a:buNone/>
              <a:tabLst>
                <a:tab algn="l" pos="0"/>
              </a:tabLst>
              <a:defRPr b="0" lang="de-DE" sz="1200" strike="noStrike" u="none">
                <a:solidFill>
                  <a:srgbClr val="000000"/>
                </a:solidFill>
                <a:uFillTx/>
                <a:latin typeface="Times New Roman"/>
              </a:defRPr>
            </a:lvl1pPr>
          </a:lstStyle>
          <a:p>
            <a:pPr indent="0" algn="r">
              <a:lnSpc>
                <a:spcPct val="100000"/>
              </a:lnSpc>
              <a:buNone/>
              <a:tabLst>
                <a:tab algn="l" pos="0"/>
              </a:tabLst>
            </a:pPr>
            <a:fld id="{3033F8F1-4367-411B-B369-EF7BAD76574E}" type="slidenum">
              <a:rPr b="0" lang="de-DE" sz="1200" strike="noStrike" u="none">
                <a:solidFill>
                  <a:srgbClr val="000000"/>
                </a:solidFill>
                <a:uFillTx/>
                <a:latin typeface="Times New Roman"/>
              </a:rPr>
              <a:t>268</a:t>
            </a:fld>
            <a:endParaRPr b="0" lang="de-DE" sz="1200" strike="noStrike" u="none">
              <a:solidFill>
                <a:srgbClr val="000000"/>
              </a:solidFill>
              <a:uFillTx/>
              <a:latin typeface="Times New Roman"/>
            </a:endParaRPr>
          </a:p>
        </p:txBody>
      </p:sp>
    </p:spTree>
  </p:cSld>
</p:notes>
</file>

<file path=ppt/notesSlides/notesSlide10.xml><?xml version="1.0" encoding="utf-8"?>
<p:notes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55" name="PlaceHolder 1"/>
          <p:cNvSpPr>
            <a:spLocks noGrp="1"/>
          </p:cNvSpPr>
          <p:nvPr>
            <p:ph type="sldImg"/>
          </p:nvPr>
        </p:nvSpPr>
        <p:spPr>
          <a:xfrm>
            <a:off x="685800" y="1143000"/>
            <a:ext cx="5485320" cy="3085200"/>
          </a:xfrm>
          <a:prstGeom prst="rect">
            <a:avLst/>
          </a:prstGeom>
          <a:ln w="0">
            <a:noFill/>
          </a:ln>
        </p:spPr>
      </p:sp>
      <p:sp>
        <p:nvSpPr>
          <p:cNvPr id="1256" name="PlaceHolder 2"/>
          <p:cNvSpPr>
            <a:spLocks noGrp="1"/>
          </p:cNvSpPr>
          <p:nvPr>
            <p:ph type="body"/>
          </p:nvPr>
        </p:nvSpPr>
        <p:spPr>
          <a:xfrm>
            <a:off x="685800" y="4400640"/>
            <a:ext cx="5485320" cy="359928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t">
            <a:noAutofit/>
          </a:bodyPr>
          <a:p>
            <a:pPr marL="216000" indent="-216000">
              <a:buNone/>
            </a:pPr>
            <a:endParaRPr b="0" lang="de-DE" sz="1800" strike="noStrike" u="none">
              <a:solidFill>
                <a:srgbClr val="000000"/>
              </a:solidFill>
              <a:uFillTx/>
              <a:latin typeface="Arial"/>
            </a:endParaRPr>
          </a:p>
        </p:txBody>
      </p:sp>
      <p:sp>
        <p:nvSpPr>
          <p:cNvPr id="1257" name="PlaceHolder 3"/>
          <p:cNvSpPr>
            <a:spLocks noGrp="1"/>
          </p:cNvSpPr>
          <p:nvPr>
            <p:ph type="sldNum" idx="69"/>
          </p:nvPr>
        </p:nvSpPr>
        <p:spPr>
          <a:xfrm>
            <a:off x="3884760" y="8685360"/>
            <a:ext cx="2970720" cy="45756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b">
            <a:noAutofit/>
          </a:bodyPr>
          <a:lstStyle>
            <a:lvl1pPr indent="0" algn="r">
              <a:lnSpc>
                <a:spcPct val="100000"/>
              </a:lnSpc>
              <a:buNone/>
              <a:tabLst>
                <a:tab algn="l" pos="0"/>
              </a:tabLst>
              <a:defRPr b="0" lang="de-DE" sz="1200" strike="noStrike" u="none">
                <a:solidFill>
                  <a:srgbClr val="000000"/>
                </a:solidFill>
                <a:uFillTx/>
                <a:latin typeface="Times New Roman"/>
              </a:defRPr>
            </a:lvl1pPr>
          </a:lstStyle>
          <a:p>
            <a:pPr indent="0" algn="r">
              <a:lnSpc>
                <a:spcPct val="100000"/>
              </a:lnSpc>
              <a:buNone/>
              <a:tabLst>
                <a:tab algn="l" pos="0"/>
              </a:tabLst>
            </a:pPr>
            <a:fld id="{9153D636-15B9-4EF0-81F9-7F5C54339911}" type="slidenum">
              <a:rPr b="0" lang="de-DE" sz="1200" strike="noStrike" u="none">
                <a:solidFill>
                  <a:srgbClr val="000000"/>
                </a:solidFill>
                <a:uFillTx/>
                <a:latin typeface="Times New Roman"/>
              </a:rPr>
              <a:t>268</a:t>
            </a:fld>
            <a:endParaRPr b="0" lang="de-DE" sz="1200" strike="noStrike" u="none">
              <a:solidFill>
                <a:srgbClr val="000000"/>
              </a:solidFill>
              <a:uFillTx/>
              <a:latin typeface="Times New Roman"/>
            </a:endParaRPr>
          </a:p>
        </p:txBody>
      </p:sp>
    </p:spTree>
  </p:cSld>
</p:notes>
</file>

<file path=ppt/notesSlides/notesSlide40.xml><?xml version="1.0" encoding="utf-8"?>
<p:notes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58" name="PlaceHolder 1"/>
          <p:cNvSpPr>
            <a:spLocks noGrp="1"/>
          </p:cNvSpPr>
          <p:nvPr>
            <p:ph type="sldImg"/>
          </p:nvPr>
        </p:nvSpPr>
        <p:spPr>
          <a:xfrm>
            <a:off x="685800" y="1143000"/>
            <a:ext cx="5485320" cy="3085200"/>
          </a:xfrm>
          <a:prstGeom prst="rect">
            <a:avLst/>
          </a:prstGeom>
          <a:ln w="0">
            <a:noFill/>
          </a:ln>
        </p:spPr>
      </p:sp>
      <p:sp>
        <p:nvSpPr>
          <p:cNvPr id="1259" name="PlaceHolder 2"/>
          <p:cNvSpPr>
            <a:spLocks noGrp="1"/>
          </p:cNvSpPr>
          <p:nvPr>
            <p:ph type="body"/>
          </p:nvPr>
        </p:nvSpPr>
        <p:spPr>
          <a:xfrm>
            <a:off x="685800" y="4400640"/>
            <a:ext cx="5485320" cy="359928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t">
            <a:noAutofit/>
          </a:bodyPr>
          <a:p>
            <a:pPr marL="216000" indent="-216000">
              <a:buNone/>
            </a:pPr>
            <a:endParaRPr b="0" lang="de-DE" sz="1800" strike="noStrike" u="none">
              <a:solidFill>
                <a:srgbClr val="000000"/>
              </a:solidFill>
              <a:uFillTx/>
              <a:latin typeface="Arial"/>
            </a:endParaRPr>
          </a:p>
        </p:txBody>
      </p:sp>
      <p:sp>
        <p:nvSpPr>
          <p:cNvPr id="1260" name="PlaceHolder 3"/>
          <p:cNvSpPr>
            <a:spLocks noGrp="1"/>
          </p:cNvSpPr>
          <p:nvPr>
            <p:ph type="sldNum" idx="70"/>
          </p:nvPr>
        </p:nvSpPr>
        <p:spPr>
          <a:xfrm>
            <a:off x="3884760" y="8685360"/>
            <a:ext cx="2970720" cy="45756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b">
            <a:noAutofit/>
          </a:bodyPr>
          <a:lstStyle>
            <a:lvl1pPr indent="0" algn="r">
              <a:lnSpc>
                <a:spcPct val="100000"/>
              </a:lnSpc>
              <a:buNone/>
              <a:tabLst>
                <a:tab algn="l" pos="0"/>
              </a:tabLst>
              <a:defRPr b="0" lang="de-DE" sz="1200" strike="noStrike" u="none">
                <a:solidFill>
                  <a:schemeClr val="dk1"/>
                </a:solidFill>
                <a:uFillTx/>
                <a:latin typeface="Arial"/>
              </a:defRPr>
            </a:lvl1pPr>
          </a:lstStyle>
          <a:p>
            <a:pPr indent="0" algn="r">
              <a:lnSpc>
                <a:spcPct val="100000"/>
              </a:lnSpc>
              <a:buNone/>
              <a:tabLst>
                <a:tab algn="l" pos="0"/>
              </a:tabLst>
            </a:pPr>
            <a:fld id="{5339E7A7-68EB-4CBA-B9AB-A344F8A8D0CB}" type="slidenum">
              <a:rPr b="0" lang="de-DE" sz="1200" strike="noStrike" u="none">
                <a:solidFill>
                  <a:schemeClr val="dk1"/>
                </a:solidFill>
                <a:uFillTx/>
                <a:latin typeface="Arial"/>
              </a:rPr>
              <a:t>268</a:t>
            </a:fld>
            <a:endParaRPr b="0" lang="de-DE" sz="1200" strike="noStrike" u="none">
              <a:solidFill>
                <a:srgbClr val="000000"/>
              </a:solidFill>
              <a:uFillTx/>
              <a:latin typeface="Times New Roman"/>
            </a:endParaRPr>
          </a:p>
        </p:txBody>
      </p:sp>
    </p:spTree>
  </p:cSld>
</p:notes>
</file>

<file path=ppt/notesSlides/notesSlide43.xml><?xml version="1.0" encoding="utf-8"?>
<p:notes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61" name="PlaceHolder 1"/>
          <p:cNvSpPr>
            <a:spLocks noGrp="1"/>
          </p:cNvSpPr>
          <p:nvPr>
            <p:ph type="sldImg"/>
          </p:nvPr>
        </p:nvSpPr>
        <p:spPr>
          <a:xfrm>
            <a:off x="685800" y="1143000"/>
            <a:ext cx="5485320" cy="3085200"/>
          </a:xfrm>
          <a:prstGeom prst="rect">
            <a:avLst/>
          </a:prstGeom>
          <a:ln w="0">
            <a:noFill/>
          </a:ln>
        </p:spPr>
      </p:sp>
      <p:sp>
        <p:nvSpPr>
          <p:cNvPr id="1262" name="PlaceHolder 2"/>
          <p:cNvSpPr>
            <a:spLocks noGrp="1"/>
          </p:cNvSpPr>
          <p:nvPr>
            <p:ph type="body"/>
          </p:nvPr>
        </p:nvSpPr>
        <p:spPr>
          <a:xfrm>
            <a:off x="685800" y="4400640"/>
            <a:ext cx="5485320" cy="359928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t">
            <a:noAutofit/>
          </a:bodyPr>
          <a:p>
            <a:pPr marL="216000" indent="-216000">
              <a:buNone/>
            </a:pPr>
            <a:endParaRPr b="0" lang="de-DE" sz="1800" strike="noStrike" u="none">
              <a:solidFill>
                <a:srgbClr val="000000"/>
              </a:solidFill>
              <a:uFillTx/>
              <a:latin typeface="Arial"/>
            </a:endParaRPr>
          </a:p>
        </p:txBody>
      </p:sp>
      <p:sp>
        <p:nvSpPr>
          <p:cNvPr id="1263" name="PlaceHolder 3"/>
          <p:cNvSpPr>
            <a:spLocks noGrp="1"/>
          </p:cNvSpPr>
          <p:nvPr>
            <p:ph type="sldNum" idx="71"/>
          </p:nvPr>
        </p:nvSpPr>
        <p:spPr>
          <a:xfrm>
            <a:off x="3884760" y="8685360"/>
            <a:ext cx="2970720" cy="45756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b">
            <a:noAutofit/>
          </a:bodyPr>
          <a:lstStyle>
            <a:lvl1pPr indent="0" algn="r">
              <a:lnSpc>
                <a:spcPct val="100000"/>
              </a:lnSpc>
              <a:buNone/>
              <a:tabLst>
                <a:tab algn="l" pos="0"/>
              </a:tabLst>
              <a:defRPr b="0" lang="de-DE" sz="1200" strike="noStrike" u="none">
                <a:solidFill>
                  <a:schemeClr val="dk1"/>
                </a:solidFill>
                <a:uFillTx/>
                <a:latin typeface="Arial"/>
              </a:defRPr>
            </a:lvl1pPr>
          </a:lstStyle>
          <a:p>
            <a:pPr indent="0" algn="r">
              <a:lnSpc>
                <a:spcPct val="100000"/>
              </a:lnSpc>
              <a:buNone/>
              <a:tabLst>
                <a:tab algn="l" pos="0"/>
              </a:tabLst>
            </a:pPr>
            <a:fld id="{2D2D928F-2324-423D-AB24-C9C94638F1B2}" type="slidenum">
              <a:rPr b="0" lang="de-DE" sz="1200" strike="noStrike" u="none">
                <a:solidFill>
                  <a:schemeClr val="dk1"/>
                </a:solidFill>
                <a:uFillTx/>
                <a:latin typeface="Arial"/>
              </a:rPr>
              <a:t>268</a:t>
            </a:fld>
            <a:endParaRPr b="0" lang="de-DE" sz="1200" strike="noStrike" u="none">
              <a:solidFill>
                <a:srgbClr val="000000"/>
              </a:solidFill>
              <a:uFillTx/>
              <a:latin typeface="Times New Roman"/>
            </a:endParaRPr>
          </a:p>
        </p:txBody>
      </p:sp>
    </p:spTree>
  </p:cSld>
</p:notes>
</file>

<file path=ppt/notesSlides/notesSlide52.xml><?xml version="1.0" encoding="utf-8"?>
<p:notes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64" name="PlaceHolder 1"/>
          <p:cNvSpPr>
            <a:spLocks noGrp="1"/>
          </p:cNvSpPr>
          <p:nvPr>
            <p:ph type="sldImg"/>
          </p:nvPr>
        </p:nvSpPr>
        <p:spPr>
          <a:xfrm>
            <a:off x="685800" y="1143000"/>
            <a:ext cx="5485320" cy="3085200"/>
          </a:xfrm>
          <a:prstGeom prst="rect">
            <a:avLst/>
          </a:prstGeom>
          <a:ln w="0">
            <a:noFill/>
          </a:ln>
        </p:spPr>
      </p:sp>
      <p:sp>
        <p:nvSpPr>
          <p:cNvPr id="1265" name="PlaceHolder 2"/>
          <p:cNvSpPr>
            <a:spLocks noGrp="1"/>
          </p:cNvSpPr>
          <p:nvPr>
            <p:ph type="body"/>
          </p:nvPr>
        </p:nvSpPr>
        <p:spPr>
          <a:xfrm>
            <a:off x="685800" y="4400640"/>
            <a:ext cx="5485320" cy="359928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t">
            <a:noAutofit/>
          </a:bodyPr>
          <a:p>
            <a:pPr marL="216000" indent="-216000">
              <a:buNone/>
            </a:pPr>
            <a:endParaRPr b="0" lang="de-DE" sz="1800" strike="noStrike" u="none">
              <a:solidFill>
                <a:srgbClr val="000000"/>
              </a:solidFill>
              <a:uFillTx/>
              <a:latin typeface="Arial"/>
            </a:endParaRPr>
          </a:p>
        </p:txBody>
      </p:sp>
      <p:sp>
        <p:nvSpPr>
          <p:cNvPr id="1266" name="PlaceHolder 3"/>
          <p:cNvSpPr>
            <a:spLocks noGrp="1"/>
          </p:cNvSpPr>
          <p:nvPr>
            <p:ph type="sldNum" idx="72"/>
          </p:nvPr>
        </p:nvSpPr>
        <p:spPr>
          <a:xfrm>
            <a:off x="3884760" y="8685360"/>
            <a:ext cx="2970720" cy="45756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b">
            <a:noAutofit/>
          </a:bodyPr>
          <a:lstStyle>
            <a:lvl1pPr indent="0" algn="r">
              <a:lnSpc>
                <a:spcPct val="100000"/>
              </a:lnSpc>
              <a:buNone/>
              <a:tabLst>
                <a:tab algn="l" pos="0"/>
              </a:tabLst>
              <a:defRPr b="0" lang="de-DE" sz="1200" strike="noStrike" u="none">
                <a:solidFill>
                  <a:schemeClr val="dk1"/>
                </a:solidFill>
                <a:uFillTx/>
                <a:latin typeface="Arial"/>
              </a:defRPr>
            </a:lvl1pPr>
          </a:lstStyle>
          <a:p>
            <a:pPr indent="0" algn="r">
              <a:lnSpc>
                <a:spcPct val="100000"/>
              </a:lnSpc>
              <a:buNone/>
              <a:tabLst>
                <a:tab algn="l" pos="0"/>
              </a:tabLst>
            </a:pPr>
            <a:fld id="{C885A3EB-1968-4233-AD7E-F7FB316EE987}" type="slidenum">
              <a:rPr b="0" lang="de-DE" sz="1200" strike="noStrike" u="none">
                <a:solidFill>
                  <a:schemeClr val="dk1"/>
                </a:solidFill>
                <a:uFillTx/>
                <a:latin typeface="Arial"/>
              </a:rPr>
              <a:t>268</a:t>
            </a:fld>
            <a:endParaRPr b="0" lang="de-DE" sz="1200" strike="noStrike" u="none">
              <a:solidFill>
                <a:srgbClr val="000000"/>
              </a:solidFill>
              <a:uFillTx/>
              <a:latin typeface="Times New Roman"/>
            </a:endParaRPr>
          </a:p>
        </p:txBody>
      </p:sp>
    </p:spTree>
  </p:cSld>
</p:notes>
</file>

<file path=ppt/notesSlides/notesSlide57.xml><?xml version="1.0" encoding="utf-8"?>
<p:notes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67" name="PlaceHolder 1"/>
          <p:cNvSpPr>
            <a:spLocks noGrp="1"/>
          </p:cNvSpPr>
          <p:nvPr>
            <p:ph type="sldImg"/>
          </p:nvPr>
        </p:nvSpPr>
        <p:spPr>
          <a:xfrm>
            <a:off x="685800" y="1143000"/>
            <a:ext cx="5485320" cy="3085200"/>
          </a:xfrm>
          <a:prstGeom prst="rect">
            <a:avLst/>
          </a:prstGeom>
          <a:ln w="0">
            <a:noFill/>
          </a:ln>
        </p:spPr>
      </p:sp>
      <p:sp>
        <p:nvSpPr>
          <p:cNvPr id="1268" name="PlaceHolder 2"/>
          <p:cNvSpPr>
            <a:spLocks noGrp="1"/>
          </p:cNvSpPr>
          <p:nvPr>
            <p:ph type="body"/>
          </p:nvPr>
        </p:nvSpPr>
        <p:spPr>
          <a:xfrm>
            <a:off x="685800" y="4400640"/>
            <a:ext cx="5485320" cy="359928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t">
            <a:noAutofit/>
          </a:bodyPr>
          <a:p>
            <a:pPr marL="216000" indent="-216000">
              <a:buNone/>
            </a:pPr>
            <a:endParaRPr b="0" lang="de-DE" sz="1800" strike="noStrike" u="none">
              <a:solidFill>
                <a:srgbClr val="000000"/>
              </a:solidFill>
              <a:uFillTx/>
              <a:latin typeface="Arial"/>
            </a:endParaRPr>
          </a:p>
        </p:txBody>
      </p:sp>
      <p:sp>
        <p:nvSpPr>
          <p:cNvPr id="1269" name="PlaceHolder 3"/>
          <p:cNvSpPr>
            <a:spLocks noGrp="1"/>
          </p:cNvSpPr>
          <p:nvPr>
            <p:ph type="sldNum" idx="73"/>
          </p:nvPr>
        </p:nvSpPr>
        <p:spPr>
          <a:xfrm>
            <a:off x="3884760" y="8685360"/>
            <a:ext cx="2970720" cy="45756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b">
            <a:noAutofit/>
          </a:bodyPr>
          <a:lstStyle>
            <a:lvl1pPr indent="0" algn="r">
              <a:lnSpc>
                <a:spcPct val="100000"/>
              </a:lnSpc>
              <a:buNone/>
              <a:tabLst>
                <a:tab algn="l" pos="0"/>
              </a:tabLst>
              <a:defRPr b="0" lang="de-DE" sz="1200" strike="noStrike" u="none">
                <a:solidFill>
                  <a:schemeClr val="dk1"/>
                </a:solidFill>
                <a:uFillTx/>
                <a:latin typeface="Arial"/>
              </a:defRPr>
            </a:lvl1pPr>
          </a:lstStyle>
          <a:p>
            <a:pPr indent="0" algn="r">
              <a:lnSpc>
                <a:spcPct val="100000"/>
              </a:lnSpc>
              <a:buNone/>
              <a:tabLst>
                <a:tab algn="l" pos="0"/>
              </a:tabLst>
            </a:pPr>
            <a:fld id="{B4651CCE-123E-48DE-928F-BE84320F2008}" type="slidenum">
              <a:rPr b="0" lang="de-DE" sz="1200" strike="noStrike" u="none">
                <a:solidFill>
                  <a:schemeClr val="dk1"/>
                </a:solidFill>
                <a:uFillTx/>
                <a:latin typeface="Arial"/>
              </a:rPr>
              <a:t>268</a:t>
            </a:fld>
            <a:endParaRPr b="0" lang="de-DE" sz="1200" strike="noStrike" u="none">
              <a:solidFill>
                <a:srgbClr val="000000"/>
              </a:solidFill>
              <a:uFillTx/>
              <a:latin typeface="Times New Roman"/>
            </a:endParaRPr>
          </a:p>
        </p:txBody>
      </p:sp>
    </p:spTree>
  </p:cSld>
</p:notes>
</file>

<file path=ppt/notesSlides/notesSlide59.xml><?xml version="1.0" encoding="utf-8"?>
<p:notes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70" name="PlaceHolder 1"/>
          <p:cNvSpPr>
            <a:spLocks noGrp="1"/>
          </p:cNvSpPr>
          <p:nvPr>
            <p:ph type="sldImg"/>
          </p:nvPr>
        </p:nvSpPr>
        <p:spPr>
          <a:xfrm>
            <a:off x="685800" y="1143000"/>
            <a:ext cx="5485320" cy="3085200"/>
          </a:xfrm>
          <a:prstGeom prst="rect">
            <a:avLst/>
          </a:prstGeom>
          <a:ln w="0">
            <a:noFill/>
          </a:ln>
        </p:spPr>
      </p:sp>
      <p:sp>
        <p:nvSpPr>
          <p:cNvPr id="1271" name="PlaceHolder 2"/>
          <p:cNvSpPr>
            <a:spLocks noGrp="1"/>
          </p:cNvSpPr>
          <p:nvPr>
            <p:ph type="body"/>
          </p:nvPr>
        </p:nvSpPr>
        <p:spPr>
          <a:xfrm>
            <a:off x="685800" y="4400640"/>
            <a:ext cx="5485320" cy="359928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t">
            <a:noAutofit/>
          </a:bodyPr>
          <a:p>
            <a:pPr marL="216000" indent="-216000">
              <a:buNone/>
            </a:pPr>
            <a:endParaRPr b="0" lang="de-DE" sz="1800" strike="noStrike" u="none">
              <a:solidFill>
                <a:srgbClr val="000000"/>
              </a:solidFill>
              <a:uFillTx/>
              <a:latin typeface="Arial"/>
            </a:endParaRPr>
          </a:p>
        </p:txBody>
      </p:sp>
      <p:sp>
        <p:nvSpPr>
          <p:cNvPr id="1272" name="PlaceHolder 3"/>
          <p:cNvSpPr>
            <a:spLocks noGrp="1"/>
          </p:cNvSpPr>
          <p:nvPr>
            <p:ph type="sldNum" idx="74"/>
          </p:nvPr>
        </p:nvSpPr>
        <p:spPr>
          <a:xfrm>
            <a:off x="3884760" y="8685360"/>
            <a:ext cx="2970720" cy="45756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b">
            <a:noAutofit/>
          </a:bodyPr>
          <a:lstStyle>
            <a:lvl1pPr indent="0" algn="r">
              <a:lnSpc>
                <a:spcPct val="100000"/>
              </a:lnSpc>
              <a:buNone/>
              <a:tabLst>
                <a:tab algn="l" pos="0"/>
              </a:tabLst>
              <a:defRPr b="0" lang="de-DE" sz="1200" strike="noStrike" u="none">
                <a:solidFill>
                  <a:schemeClr val="dk1"/>
                </a:solidFill>
                <a:uFillTx/>
                <a:latin typeface="Arial"/>
              </a:defRPr>
            </a:lvl1pPr>
          </a:lstStyle>
          <a:p>
            <a:pPr indent="0" algn="r">
              <a:lnSpc>
                <a:spcPct val="100000"/>
              </a:lnSpc>
              <a:buNone/>
              <a:tabLst>
                <a:tab algn="l" pos="0"/>
              </a:tabLst>
            </a:pPr>
            <a:fld id="{4BF8ED17-CE6C-4B56-85FE-3D16941D9555}" type="slidenum">
              <a:rPr b="0" lang="de-DE" sz="1200" strike="noStrike" u="none">
                <a:solidFill>
                  <a:schemeClr val="dk1"/>
                </a:solidFill>
                <a:uFillTx/>
                <a:latin typeface="Arial"/>
              </a:rPr>
              <a:t>268</a:t>
            </a:fld>
            <a:endParaRPr b="0" lang="de-DE" sz="1200" strike="noStrike" u="none">
              <a:solidFill>
                <a:srgbClr val="000000"/>
              </a:solidFill>
              <a:uFillTx/>
              <a:latin typeface="Times New Roman"/>
            </a:endParaRPr>
          </a:p>
        </p:txBody>
      </p:sp>
    </p:spTree>
  </p:cSld>
</p:notes>
</file>

<file path=ppt/notesSlides/notesSlide81.xml><?xml version="1.0" encoding="utf-8"?>
<p:notes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73" name="PlaceHolder 1"/>
          <p:cNvSpPr>
            <a:spLocks noGrp="1"/>
          </p:cNvSpPr>
          <p:nvPr>
            <p:ph type="sldImg"/>
          </p:nvPr>
        </p:nvSpPr>
        <p:spPr>
          <a:xfrm>
            <a:off x="685800" y="1143000"/>
            <a:ext cx="5485320" cy="3085200"/>
          </a:xfrm>
          <a:prstGeom prst="rect">
            <a:avLst/>
          </a:prstGeom>
          <a:ln w="0">
            <a:noFill/>
          </a:ln>
        </p:spPr>
      </p:sp>
      <p:sp>
        <p:nvSpPr>
          <p:cNvPr id="1274" name="PlaceHolder 2"/>
          <p:cNvSpPr>
            <a:spLocks noGrp="1"/>
          </p:cNvSpPr>
          <p:nvPr>
            <p:ph type="body"/>
          </p:nvPr>
        </p:nvSpPr>
        <p:spPr>
          <a:xfrm>
            <a:off x="685800" y="4400640"/>
            <a:ext cx="5485320" cy="359928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t">
            <a:noAutofit/>
          </a:bodyPr>
          <a:p>
            <a:pPr marL="216000" indent="-216000">
              <a:buNone/>
            </a:pPr>
            <a:endParaRPr b="0" lang="de-DE" sz="1800" strike="noStrike" u="none">
              <a:solidFill>
                <a:srgbClr val="000000"/>
              </a:solidFill>
              <a:uFillTx/>
              <a:latin typeface="Arial"/>
            </a:endParaRPr>
          </a:p>
        </p:txBody>
      </p:sp>
      <p:sp>
        <p:nvSpPr>
          <p:cNvPr id="1275" name="PlaceHolder 3"/>
          <p:cNvSpPr>
            <a:spLocks noGrp="1"/>
          </p:cNvSpPr>
          <p:nvPr>
            <p:ph type="sldNum" idx="75"/>
          </p:nvPr>
        </p:nvSpPr>
        <p:spPr>
          <a:xfrm>
            <a:off x="3884760" y="8685360"/>
            <a:ext cx="2970720" cy="45756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b">
            <a:noAutofit/>
          </a:bodyPr>
          <a:lstStyle>
            <a:lvl1pPr indent="0" algn="r">
              <a:lnSpc>
                <a:spcPct val="100000"/>
              </a:lnSpc>
              <a:buNone/>
              <a:tabLst>
                <a:tab algn="l" pos="0"/>
              </a:tabLst>
              <a:defRPr b="0" lang="de-DE" sz="1200" strike="noStrike" u="none">
                <a:solidFill>
                  <a:srgbClr val="000000"/>
                </a:solidFill>
                <a:uFillTx/>
                <a:latin typeface="Times New Roman"/>
              </a:defRPr>
            </a:lvl1pPr>
          </a:lstStyle>
          <a:p>
            <a:pPr indent="0" algn="r">
              <a:lnSpc>
                <a:spcPct val="100000"/>
              </a:lnSpc>
              <a:buNone/>
              <a:tabLst>
                <a:tab algn="l" pos="0"/>
              </a:tabLst>
            </a:pPr>
            <a:fld id="{B0CE64B5-4352-4AED-BA47-EFCBA46ADF43}" type="slidenum">
              <a:rPr b="0" lang="de-DE" sz="1200" strike="noStrike" u="none">
                <a:solidFill>
                  <a:srgbClr val="000000"/>
                </a:solidFill>
                <a:uFillTx/>
                <a:latin typeface="Times New Roman"/>
              </a:rPr>
              <a:t>268</a:t>
            </a:fld>
            <a:endParaRPr b="0" lang="de-DE" sz="1200" strike="noStrike" u="none">
              <a:solidFill>
                <a:srgbClr val="000000"/>
              </a:solidFill>
              <a:uFillTx/>
              <a:latin typeface="Times New Roman"/>
            </a:endParaRPr>
          </a:p>
        </p:txBody>
      </p:sp>
    </p:spTree>
  </p:cSld>
</p:notes>
</file>

<file path=ppt/notesSlides/notesSlide83.xml><?xml version="1.0" encoding="utf-8"?>
<p:notes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76" name="PlaceHolder 1"/>
          <p:cNvSpPr>
            <a:spLocks noGrp="1"/>
          </p:cNvSpPr>
          <p:nvPr>
            <p:ph type="sldImg"/>
          </p:nvPr>
        </p:nvSpPr>
        <p:spPr>
          <a:xfrm>
            <a:off x="685800" y="1143000"/>
            <a:ext cx="5485320" cy="3085200"/>
          </a:xfrm>
          <a:prstGeom prst="rect">
            <a:avLst/>
          </a:prstGeom>
          <a:ln w="0">
            <a:noFill/>
          </a:ln>
        </p:spPr>
      </p:sp>
      <p:sp>
        <p:nvSpPr>
          <p:cNvPr id="1277" name="PlaceHolder 2"/>
          <p:cNvSpPr>
            <a:spLocks noGrp="1"/>
          </p:cNvSpPr>
          <p:nvPr>
            <p:ph type="body"/>
          </p:nvPr>
        </p:nvSpPr>
        <p:spPr>
          <a:xfrm>
            <a:off x="685800" y="4400640"/>
            <a:ext cx="5485320" cy="359928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t">
            <a:noAutofit/>
          </a:bodyPr>
          <a:p>
            <a:pPr marL="216000" indent="-216000">
              <a:buNone/>
            </a:pPr>
            <a:endParaRPr b="0" lang="de-DE" sz="1800" strike="noStrike" u="none">
              <a:solidFill>
                <a:srgbClr val="000000"/>
              </a:solidFill>
              <a:uFillTx/>
              <a:latin typeface="Arial"/>
            </a:endParaRPr>
          </a:p>
        </p:txBody>
      </p:sp>
      <p:sp>
        <p:nvSpPr>
          <p:cNvPr id="1278" name="PlaceHolder 3"/>
          <p:cNvSpPr>
            <a:spLocks noGrp="1"/>
          </p:cNvSpPr>
          <p:nvPr>
            <p:ph type="sldNum" idx="76"/>
          </p:nvPr>
        </p:nvSpPr>
        <p:spPr>
          <a:xfrm>
            <a:off x="3884760" y="8685360"/>
            <a:ext cx="2970720" cy="45756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b">
            <a:noAutofit/>
          </a:bodyPr>
          <a:lstStyle>
            <a:lvl1pPr indent="0" algn="r">
              <a:lnSpc>
                <a:spcPct val="100000"/>
              </a:lnSpc>
              <a:buNone/>
              <a:tabLst>
                <a:tab algn="l" pos="0"/>
              </a:tabLst>
              <a:defRPr b="0" lang="de-DE" sz="1200" strike="noStrike" u="none">
                <a:solidFill>
                  <a:srgbClr val="000000"/>
                </a:solidFill>
                <a:uFillTx/>
                <a:latin typeface="Times New Roman"/>
              </a:defRPr>
            </a:lvl1pPr>
          </a:lstStyle>
          <a:p>
            <a:pPr indent="0" algn="r">
              <a:lnSpc>
                <a:spcPct val="100000"/>
              </a:lnSpc>
              <a:buNone/>
              <a:tabLst>
                <a:tab algn="l" pos="0"/>
              </a:tabLst>
            </a:pPr>
            <a:fld id="{DA42A306-E13C-4311-8D9E-F0A0B4967366}" type="slidenum">
              <a:rPr b="0" lang="de-DE" sz="1200" strike="noStrike" u="none">
                <a:solidFill>
                  <a:srgbClr val="000000"/>
                </a:solidFill>
                <a:uFillTx/>
                <a:latin typeface="Times New Roman"/>
              </a:rPr>
              <a:t>268</a:t>
            </a:fld>
            <a:endParaRPr b="0" lang="de-DE" sz="1200" strike="noStrike" u="none">
              <a:solidFill>
                <a:srgbClr val="000000"/>
              </a:solidFill>
              <a:uFillTx/>
              <a:latin typeface="Times New Roman"/>
            </a:endParaRPr>
          </a:p>
        </p:txBody>
      </p:sp>
    </p:spTree>
  </p:cSld>
</p:notes>
</file>

<file path=ppt/notesSlides/notesSlide96.xml><?xml version="1.0" encoding="utf-8"?>
<p:notes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79" name="PlaceHolder 1"/>
          <p:cNvSpPr>
            <a:spLocks noGrp="1"/>
          </p:cNvSpPr>
          <p:nvPr>
            <p:ph type="sldImg"/>
          </p:nvPr>
        </p:nvSpPr>
        <p:spPr>
          <a:xfrm>
            <a:off x="685800" y="1143000"/>
            <a:ext cx="5485320" cy="3085200"/>
          </a:xfrm>
          <a:prstGeom prst="rect">
            <a:avLst/>
          </a:prstGeom>
          <a:ln w="0">
            <a:noFill/>
          </a:ln>
        </p:spPr>
      </p:sp>
      <p:sp>
        <p:nvSpPr>
          <p:cNvPr id="1280" name="PlaceHolder 2"/>
          <p:cNvSpPr>
            <a:spLocks noGrp="1"/>
          </p:cNvSpPr>
          <p:nvPr>
            <p:ph type="body"/>
          </p:nvPr>
        </p:nvSpPr>
        <p:spPr>
          <a:xfrm>
            <a:off x="685800" y="4400640"/>
            <a:ext cx="5485320" cy="359928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t">
            <a:noAutofit/>
          </a:bodyPr>
          <a:p>
            <a:pPr marL="216000" indent="-216000">
              <a:buNone/>
            </a:pPr>
            <a:endParaRPr b="0" lang="de-DE" sz="1800" strike="noStrike" u="none">
              <a:solidFill>
                <a:srgbClr val="000000"/>
              </a:solidFill>
              <a:uFillTx/>
              <a:latin typeface="Arial"/>
            </a:endParaRPr>
          </a:p>
        </p:txBody>
      </p:sp>
      <p:sp>
        <p:nvSpPr>
          <p:cNvPr id="1281" name="PlaceHolder 3"/>
          <p:cNvSpPr>
            <a:spLocks noGrp="1"/>
          </p:cNvSpPr>
          <p:nvPr>
            <p:ph type="sldNum" idx="77"/>
          </p:nvPr>
        </p:nvSpPr>
        <p:spPr>
          <a:xfrm>
            <a:off x="3884760" y="8685360"/>
            <a:ext cx="2970720" cy="45756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b">
            <a:noAutofit/>
          </a:bodyPr>
          <a:lstStyle>
            <a:lvl1pPr indent="0" algn="r">
              <a:lnSpc>
                <a:spcPct val="100000"/>
              </a:lnSpc>
              <a:buNone/>
              <a:tabLst>
                <a:tab algn="l" pos="0"/>
              </a:tabLst>
              <a:defRPr b="0" lang="de-DE" sz="1200" strike="noStrike" u="none">
                <a:solidFill>
                  <a:srgbClr val="000000"/>
                </a:solidFill>
                <a:uFillTx/>
                <a:latin typeface="Times New Roman"/>
              </a:defRPr>
            </a:lvl1pPr>
          </a:lstStyle>
          <a:p>
            <a:pPr indent="0" algn="r">
              <a:lnSpc>
                <a:spcPct val="100000"/>
              </a:lnSpc>
              <a:buNone/>
              <a:tabLst>
                <a:tab algn="l" pos="0"/>
              </a:tabLst>
            </a:pPr>
            <a:fld id="{FE7DD2A4-BDC4-416E-BCBC-E5A44E536D71}" type="slidenum">
              <a:rPr b="0" lang="de-DE" sz="1200" strike="noStrike" u="none">
                <a:solidFill>
                  <a:srgbClr val="000000"/>
                </a:solidFill>
                <a:uFillTx/>
                <a:latin typeface="Times New Roman"/>
              </a:rPr>
              <a:t>268</a:t>
            </a:fld>
            <a:endParaRPr b="0" lang="de-DE" sz="1200" strike="noStrike" u="none">
              <a:solidFill>
                <a:srgbClr val="000000"/>
              </a:solidFill>
              <a:uFillTx/>
              <a:latin typeface="Times New Roman"/>
            </a:endParaRPr>
          </a:p>
        </p:txBody>
      </p:sp>
    </p:spTree>
  </p:cSld>
</p:notes>
</file>

<file path=ppt/notesSlides/notesSlide98.xml><?xml version="1.0" encoding="utf-8"?>
<p:notes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82" name="PlaceHolder 1"/>
          <p:cNvSpPr>
            <a:spLocks noGrp="1"/>
          </p:cNvSpPr>
          <p:nvPr>
            <p:ph type="sldImg"/>
          </p:nvPr>
        </p:nvSpPr>
        <p:spPr>
          <a:xfrm>
            <a:off x="685800" y="1143000"/>
            <a:ext cx="5485320" cy="3085200"/>
          </a:xfrm>
          <a:prstGeom prst="rect">
            <a:avLst/>
          </a:prstGeom>
          <a:ln w="0">
            <a:noFill/>
          </a:ln>
        </p:spPr>
      </p:sp>
      <p:sp>
        <p:nvSpPr>
          <p:cNvPr id="1283" name="PlaceHolder 2"/>
          <p:cNvSpPr>
            <a:spLocks noGrp="1"/>
          </p:cNvSpPr>
          <p:nvPr>
            <p:ph type="body"/>
          </p:nvPr>
        </p:nvSpPr>
        <p:spPr>
          <a:xfrm>
            <a:off x="685800" y="4400640"/>
            <a:ext cx="5485320" cy="359928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t">
            <a:noAutofit/>
          </a:bodyPr>
          <a:p>
            <a:pPr marL="216000" indent="-216000">
              <a:buNone/>
            </a:pPr>
            <a:endParaRPr b="0" lang="de-DE" sz="1800" strike="noStrike" u="none">
              <a:solidFill>
                <a:srgbClr val="000000"/>
              </a:solidFill>
              <a:uFillTx/>
              <a:latin typeface="Arial"/>
            </a:endParaRPr>
          </a:p>
        </p:txBody>
      </p:sp>
      <p:sp>
        <p:nvSpPr>
          <p:cNvPr id="1284" name="PlaceHolder 3"/>
          <p:cNvSpPr>
            <a:spLocks noGrp="1"/>
          </p:cNvSpPr>
          <p:nvPr>
            <p:ph type="sldNum" idx="78"/>
          </p:nvPr>
        </p:nvSpPr>
        <p:spPr>
          <a:xfrm>
            <a:off x="3884760" y="8685360"/>
            <a:ext cx="2970720" cy="45756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b">
            <a:noAutofit/>
          </a:bodyPr>
          <a:lstStyle>
            <a:lvl1pPr indent="0" algn="r">
              <a:lnSpc>
                <a:spcPct val="100000"/>
              </a:lnSpc>
              <a:buNone/>
              <a:tabLst>
                <a:tab algn="l" pos="0"/>
              </a:tabLst>
              <a:defRPr b="0" lang="de-DE" sz="1200" strike="noStrike" u="none">
                <a:solidFill>
                  <a:srgbClr val="000000"/>
                </a:solidFill>
                <a:uFillTx/>
                <a:latin typeface="Times New Roman"/>
              </a:defRPr>
            </a:lvl1pPr>
          </a:lstStyle>
          <a:p>
            <a:pPr indent="0" algn="r">
              <a:lnSpc>
                <a:spcPct val="100000"/>
              </a:lnSpc>
              <a:buNone/>
              <a:tabLst>
                <a:tab algn="l" pos="0"/>
              </a:tabLst>
            </a:pPr>
            <a:fld id="{398A0854-4E5E-4CE2-9B7D-7B8BA5844BE0}" type="slidenum">
              <a:rPr b="0" lang="de-DE" sz="1200" strike="noStrike" u="none">
                <a:solidFill>
                  <a:srgbClr val="000000"/>
                </a:solidFill>
                <a:uFillTx/>
                <a:latin typeface="Times New Roman"/>
              </a:rPr>
              <a:t>268</a:t>
            </a:fld>
            <a:endParaRPr b="0" lang="de-DE" sz="1200" strike="noStrike" u="none">
              <a:solidFill>
                <a:srgbClr val="000000"/>
              </a:solidFill>
              <a:uFillTx/>
              <a:latin typeface="Times New Roman"/>
            </a:endParaRPr>
          </a:p>
        </p:txBody>
      </p:sp>
    </p:spTree>
  </p:cSld>
</p:notes>
</file>

<file path=ppt/notesSlides/notesSlide131.xml><?xml version="1.0" encoding="utf-8"?>
<p:notes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85" name="PlaceHolder 1"/>
          <p:cNvSpPr>
            <a:spLocks noGrp="1"/>
          </p:cNvSpPr>
          <p:nvPr>
            <p:ph type="sldImg"/>
          </p:nvPr>
        </p:nvSpPr>
        <p:spPr>
          <a:xfrm>
            <a:off x="685800" y="1143000"/>
            <a:ext cx="5485320" cy="3085200"/>
          </a:xfrm>
          <a:prstGeom prst="rect">
            <a:avLst/>
          </a:prstGeom>
          <a:ln w="0">
            <a:noFill/>
          </a:ln>
        </p:spPr>
      </p:sp>
      <p:sp>
        <p:nvSpPr>
          <p:cNvPr id="1286" name="PlaceHolder 2"/>
          <p:cNvSpPr>
            <a:spLocks noGrp="1"/>
          </p:cNvSpPr>
          <p:nvPr>
            <p:ph type="body"/>
          </p:nvPr>
        </p:nvSpPr>
        <p:spPr>
          <a:xfrm>
            <a:off x="685800" y="4400640"/>
            <a:ext cx="5485320" cy="359928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t">
            <a:noAutofit/>
          </a:bodyPr>
          <a:p>
            <a:pPr marL="216000" indent="0">
              <a:lnSpc>
                <a:spcPct val="100000"/>
              </a:lnSpc>
              <a:buNone/>
              <a:tabLst>
                <a:tab algn="l" pos="0"/>
              </a:tabLst>
            </a:pPr>
            <a:r>
              <a:rPr b="0" lang="de-DE" sz="2000" strike="noStrike" u="none">
                <a:solidFill>
                  <a:srgbClr val="000000"/>
                </a:solidFill>
                <a:uFillTx/>
                <a:latin typeface="Arial"/>
              </a:rPr>
              <a:t>^</a:t>
            </a:r>
            <a:endParaRPr b="0" lang="de-DE" sz="2000" strike="noStrike" u="none">
              <a:solidFill>
                <a:srgbClr val="000000"/>
              </a:solidFill>
              <a:uFillTx/>
              <a:latin typeface="Arial"/>
            </a:endParaRPr>
          </a:p>
        </p:txBody>
      </p:sp>
      <p:sp>
        <p:nvSpPr>
          <p:cNvPr id="1287" name="PlaceHolder 3"/>
          <p:cNvSpPr>
            <a:spLocks noGrp="1"/>
          </p:cNvSpPr>
          <p:nvPr>
            <p:ph type="sldNum" idx="79"/>
          </p:nvPr>
        </p:nvSpPr>
        <p:spPr>
          <a:xfrm>
            <a:off x="3884760" y="8685360"/>
            <a:ext cx="2970720" cy="45756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b">
            <a:noAutofit/>
          </a:bodyPr>
          <a:lstStyle>
            <a:lvl1pPr indent="0" algn="r">
              <a:lnSpc>
                <a:spcPct val="100000"/>
              </a:lnSpc>
              <a:buNone/>
              <a:tabLst>
                <a:tab algn="l" pos="0"/>
              </a:tabLst>
              <a:defRPr b="0" lang="de-DE" sz="1200" strike="noStrike" u="none">
                <a:solidFill>
                  <a:srgbClr val="000000"/>
                </a:solidFill>
                <a:uFillTx/>
                <a:latin typeface="Times New Roman"/>
              </a:defRPr>
            </a:lvl1pPr>
          </a:lstStyle>
          <a:p>
            <a:pPr indent="0" algn="r">
              <a:lnSpc>
                <a:spcPct val="100000"/>
              </a:lnSpc>
              <a:buNone/>
              <a:tabLst>
                <a:tab algn="l" pos="0"/>
              </a:tabLst>
            </a:pPr>
            <a:fld id="{A801DA7B-9124-4159-8170-B3553601836A}" type="slidenum">
              <a:rPr b="0" lang="de-DE" sz="1200" strike="noStrike" u="none">
                <a:solidFill>
                  <a:srgbClr val="000000"/>
                </a:solidFill>
                <a:uFillTx/>
                <a:latin typeface="Times New Roman"/>
              </a:rPr>
              <a:t>268</a:t>
            </a:fld>
            <a:endParaRPr b="0" lang="de-DE" sz="1200" strike="noStrike" u="none">
              <a:solidFill>
                <a:srgbClr val="000000"/>
              </a:solidFill>
              <a:uFillTx/>
              <a:latin typeface="Times New Roman"/>
            </a:endParaRPr>
          </a:p>
        </p:txBody>
      </p:sp>
    </p:spTree>
  </p:cSld>
</p:notes>
</file>

<file path=ppt/notesSlides/notesSlide137.xml><?xml version="1.0" encoding="utf-8"?>
<p:notes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88" name="PlaceHolder 1"/>
          <p:cNvSpPr>
            <a:spLocks noGrp="1"/>
          </p:cNvSpPr>
          <p:nvPr>
            <p:ph type="sldImg"/>
          </p:nvPr>
        </p:nvSpPr>
        <p:spPr>
          <a:xfrm>
            <a:off x="685800" y="1143000"/>
            <a:ext cx="5485320" cy="3085200"/>
          </a:xfrm>
          <a:prstGeom prst="rect">
            <a:avLst/>
          </a:prstGeom>
          <a:ln w="0">
            <a:noFill/>
          </a:ln>
        </p:spPr>
      </p:sp>
      <p:sp>
        <p:nvSpPr>
          <p:cNvPr id="1289" name="PlaceHolder 2"/>
          <p:cNvSpPr>
            <a:spLocks noGrp="1"/>
          </p:cNvSpPr>
          <p:nvPr>
            <p:ph type="body"/>
          </p:nvPr>
        </p:nvSpPr>
        <p:spPr>
          <a:xfrm>
            <a:off x="685800" y="4400640"/>
            <a:ext cx="5485320" cy="359928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t">
            <a:noAutofit/>
          </a:bodyPr>
          <a:p>
            <a:pPr marL="216000" indent="-216000">
              <a:buNone/>
            </a:pPr>
            <a:endParaRPr b="0" lang="de-DE" sz="1800" strike="noStrike" u="none">
              <a:solidFill>
                <a:srgbClr val="000000"/>
              </a:solidFill>
              <a:uFillTx/>
              <a:latin typeface="Arial"/>
            </a:endParaRPr>
          </a:p>
        </p:txBody>
      </p:sp>
      <p:sp>
        <p:nvSpPr>
          <p:cNvPr id="1290" name="PlaceHolder 3"/>
          <p:cNvSpPr>
            <a:spLocks noGrp="1"/>
          </p:cNvSpPr>
          <p:nvPr>
            <p:ph type="sldNum" idx="80"/>
          </p:nvPr>
        </p:nvSpPr>
        <p:spPr>
          <a:xfrm>
            <a:off x="3884760" y="8685360"/>
            <a:ext cx="2970720" cy="45756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b">
            <a:noAutofit/>
          </a:bodyPr>
          <a:lstStyle>
            <a:lvl1pPr indent="0" algn="r">
              <a:lnSpc>
                <a:spcPct val="100000"/>
              </a:lnSpc>
              <a:buNone/>
              <a:tabLst>
                <a:tab algn="l" pos="0"/>
              </a:tabLst>
              <a:defRPr b="0" lang="de-DE" sz="1200" strike="noStrike" u="none">
                <a:solidFill>
                  <a:srgbClr val="000000"/>
                </a:solidFill>
                <a:uFillTx/>
                <a:latin typeface="Times New Roman"/>
              </a:defRPr>
            </a:lvl1pPr>
          </a:lstStyle>
          <a:p>
            <a:pPr indent="0" algn="r">
              <a:lnSpc>
                <a:spcPct val="100000"/>
              </a:lnSpc>
              <a:buNone/>
              <a:tabLst>
                <a:tab algn="l" pos="0"/>
              </a:tabLst>
            </a:pPr>
            <a:fld id="{22243CA9-3477-4474-9661-5236BC1CB53E}" type="slidenum">
              <a:rPr b="0" lang="de-DE" sz="1200" strike="noStrike" u="none">
                <a:solidFill>
                  <a:srgbClr val="000000"/>
                </a:solidFill>
                <a:uFillTx/>
                <a:latin typeface="Times New Roman"/>
              </a:rPr>
              <a:t>268</a:t>
            </a:fld>
            <a:endParaRPr b="0" lang="de-DE" sz="1200" strike="noStrike" u="none">
              <a:solidFill>
                <a:srgbClr val="000000"/>
              </a:solidFill>
              <a:uFillTx/>
              <a:latin typeface="Times New Roman"/>
            </a:endParaRPr>
          </a:p>
        </p:txBody>
      </p:sp>
    </p:spTree>
  </p:cSld>
</p:notes>
</file>

<file path=ppt/notesSlides/notesSlide156.xml><?xml version="1.0" encoding="utf-8"?>
<p:notes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91" name="PlaceHolder 1"/>
          <p:cNvSpPr>
            <a:spLocks noGrp="1"/>
          </p:cNvSpPr>
          <p:nvPr>
            <p:ph type="sldImg"/>
          </p:nvPr>
        </p:nvSpPr>
        <p:spPr>
          <a:xfrm>
            <a:off x="685800" y="1143000"/>
            <a:ext cx="5485320" cy="3085200"/>
          </a:xfrm>
          <a:prstGeom prst="rect">
            <a:avLst/>
          </a:prstGeom>
          <a:ln w="0">
            <a:noFill/>
          </a:ln>
        </p:spPr>
      </p:sp>
      <p:sp>
        <p:nvSpPr>
          <p:cNvPr id="1292" name="PlaceHolder 2"/>
          <p:cNvSpPr>
            <a:spLocks noGrp="1"/>
          </p:cNvSpPr>
          <p:nvPr>
            <p:ph type="body"/>
          </p:nvPr>
        </p:nvSpPr>
        <p:spPr>
          <a:xfrm>
            <a:off x="685800" y="4400640"/>
            <a:ext cx="5485320" cy="359928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t">
            <a:noAutofit/>
          </a:bodyPr>
          <a:p>
            <a:pPr marL="216000" indent="0">
              <a:lnSpc>
                <a:spcPct val="100000"/>
              </a:lnSpc>
              <a:buNone/>
              <a:tabLst>
                <a:tab algn="l" pos="0"/>
              </a:tabLst>
            </a:pPr>
            <a:r>
              <a:rPr b="0" lang="de-DE" sz="2000" strike="noStrike" u="none">
                <a:solidFill>
                  <a:srgbClr val="000000"/>
                </a:solidFill>
                <a:uFillTx/>
                <a:latin typeface="Arial"/>
              </a:rPr>
              <a:t>Erzeugung an einer zentralen Stelle im Code</a:t>
            </a:r>
            <a:endParaRPr b="0" lang="de-DE" sz="2000" strike="noStrike" u="none">
              <a:solidFill>
                <a:srgbClr val="000000"/>
              </a:solidFill>
              <a:uFillTx/>
              <a:latin typeface="Arial"/>
            </a:endParaRPr>
          </a:p>
          <a:p>
            <a:pPr marL="216000" indent="0">
              <a:lnSpc>
                <a:spcPct val="100000"/>
              </a:lnSpc>
              <a:buNone/>
              <a:tabLst>
                <a:tab algn="l" pos="0"/>
              </a:tabLst>
            </a:pPr>
            <a:r>
              <a:rPr b="0" lang="de-DE" sz="2000" strike="noStrike" u="none">
                <a:solidFill>
                  <a:srgbClr val="000000"/>
                </a:solidFill>
                <a:uFillTx/>
                <a:latin typeface="Arial"/>
              </a:rPr>
              <a:t>Rückgabe von Subklassen möglich</a:t>
            </a:r>
            <a:endParaRPr b="0" lang="de-DE" sz="2000" strike="noStrike" u="none">
              <a:solidFill>
                <a:srgbClr val="000000"/>
              </a:solidFill>
              <a:uFillTx/>
              <a:latin typeface="Arial"/>
            </a:endParaRPr>
          </a:p>
          <a:p>
            <a:pPr marL="216000" indent="0">
              <a:lnSpc>
                <a:spcPct val="100000"/>
              </a:lnSpc>
              <a:buNone/>
              <a:tabLst>
                <a:tab algn="l" pos="0"/>
              </a:tabLst>
            </a:pPr>
            <a:r>
              <a:rPr b="0" lang="de-DE" sz="2000" strike="noStrike" u="none">
                <a:solidFill>
                  <a:srgbClr val="000000"/>
                </a:solidFill>
                <a:uFillTx/>
                <a:latin typeface="Arial"/>
              </a:rPr>
              <a:t>Für Tests ist der Einsatz von Mock Objekten denkbar</a:t>
            </a:r>
            <a:endParaRPr b="0" lang="de-DE" sz="2000" strike="noStrike" u="none">
              <a:solidFill>
                <a:srgbClr val="000000"/>
              </a:solidFill>
              <a:uFillTx/>
              <a:latin typeface="Arial"/>
            </a:endParaRPr>
          </a:p>
          <a:p>
            <a:pPr marL="216000" indent="0">
              <a:lnSpc>
                <a:spcPct val="100000"/>
              </a:lnSpc>
              <a:buNone/>
              <a:tabLst>
                <a:tab algn="l" pos="0"/>
              </a:tabLst>
            </a:pPr>
            <a:r>
              <a:rPr b="0" lang="de-DE" sz="2000" strike="noStrike" u="none">
                <a:solidFill>
                  <a:srgbClr val="000000"/>
                </a:solidFill>
                <a:uFillTx/>
                <a:latin typeface="Arial"/>
              </a:rPr>
              <a:t>Umgehung der Factory möglich</a:t>
            </a:r>
            <a:endParaRPr b="0" lang="de-DE" sz="2000" strike="noStrike" u="none">
              <a:solidFill>
                <a:srgbClr val="000000"/>
              </a:solidFill>
              <a:uFillTx/>
              <a:latin typeface="Arial"/>
            </a:endParaRPr>
          </a:p>
          <a:p>
            <a:pPr marL="216000" indent="0">
              <a:lnSpc>
                <a:spcPct val="100000"/>
              </a:lnSpc>
              <a:buNone/>
              <a:tabLst>
                <a:tab algn="l" pos="0"/>
              </a:tabLst>
            </a:pPr>
            <a:endParaRPr b="0" lang="de-DE" sz="2000" strike="noStrike" u="none">
              <a:solidFill>
                <a:srgbClr val="000000"/>
              </a:solidFill>
              <a:uFillTx/>
              <a:latin typeface="Arial"/>
            </a:endParaRPr>
          </a:p>
        </p:txBody>
      </p:sp>
      <p:sp>
        <p:nvSpPr>
          <p:cNvPr id="1293" name="PlaceHolder 3"/>
          <p:cNvSpPr>
            <a:spLocks noGrp="1"/>
          </p:cNvSpPr>
          <p:nvPr>
            <p:ph type="sldNum" idx="81"/>
          </p:nvPr>
        </p:nvSpPr>
        <p:spPr>
          <a:xfrm>
            <a:off x="3884760" y="8685360"/>
            <a:ext cx="2970720" cy="45756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b">
            <a:noAutofit/>
          </a:bodyPr>
          <a:lstStyle>
            <a:lvl1pPr indent="0" algn="r" defTabSz="914400">
              <a:lnSpc>
                <a:spcPct val="100000"/>
              </a:lnSpc>
              <a:buNone/>
              <a:tabLst>
                <a:tab algn="l" pos="0"/>
              </a:tabLst>
              <a:defRPr b="0" lang="de-DE" sz="1200" strike="noStrike" u="none">
                <a:solidFill>
                  <a:schemeClr val="dk1"/>
                </a:solidFill>
                <a:uFillTx/>
                <a:latin typeface="+mn-lt"/>
                <a:ea typeface="+mn-ea"/>
              </a:defRPr>
            </a:lvl1pPr>
          </a:lstStyle>
          <a:p>
            <a:pPr indent="0" algn="r" defTabSz="914400">
              <a:lnSpc>
                <a:spcPct val="100000"/>
              </a:lnSpc>
              <a:buNone/>
              <a:tabLst>
                <a:tab algn="l" pos="0"/>
              </a:tabLst>
            </a:pPr>
            <a:fld id="{9140F23C-0CCA-4765-AA9B-B79C5DA48AF9}" type="slidenum">
              <a:rPr b="0" lang="de-DE" sz="1200" strike="noStrike" u="none">
                <a:solidFill>
                  <a:schemeClr val="dk1"/>
                </a:solidFill>
                <a:uFillTx/>
                <a:latin typeface="+mn-lt"/>
                <a:ea typeface="+mn-ea"/>
              </a:rPr>
              <a:t>268</a:t>
            </a:fld>
            <a:endParaRPr b="0" lang="de-DE" sz="1200" strike="noStrike" u="none">
              <a:solidFill>
                <a:srgbClr val="000000"/>
              </a:solidFill>
              <a:uFillTx/>
              <a:latin typeface="Times New Roman"/>
            </a:endParaRPr>
          </a:p>
        </p:txBody>
      </p:sp>
    </p:spTree>
  </p:cSld>
</p:notes>
</file>

<file path=ppt/notesSlides/notesSlide157.xml><?xml version="1.0" encoding="utf-8"?>
<p:notes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94" name="PlaceHolder 1"/>
          <p:cNvSpPr>
            <a:spLocks noGrp="1"/>
          </p:cNvSpPr>
          <p:nvPr>
            <p:ph type="sldImg"/>
          </p:nvPr>
        </p:nvSpPr>
        <p:spPr>
          <a:xfrm>
            <a:off x="685800" y="1143000"/>
            <a:ext cx="5485320" cy="3085200"/>
          </a:xfrm>
          <a:prstGeom prst="rect">
            <a:avLst/>
          </a:prstGeom>
          <a:ln w="0">
            <a:noFill/>
          </a:ln>
        </p:spPr>
      </p:sp>
      <p:sp>
        <p:nvSpPr>
          <p:cNvPr id="1295" name="PlaceHolder 2"/>
          <p:cNvSpPr>
            <a:spLocks noGrp="1"/>
          </p:cNvSpPr>
          <p:nvPr>
            <p:ph type="body"/>
          </p:nvPr>
        </p:nvSpPr>
        <p:spPr>
          <a:xfrm>
            <a:off x="685800" y="4400640"/>
            <a:ext cx="5485320" cy="359928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t">
            <a:noAutofit/>
          </a:bodyPr>
          <a:p>
            <a:pPr marL="216000" indent="0">
              <a:lnSpc>
                <a:spcPct val="100000"/>
              </a:lnSpc>
              <a:buNone/>
              <a:tabLst>
                <a:tab algn="l" pos="0"/>
              </a:tabLst>
            </a:pPr>
            <a:r>
              <a:rPr b="0" lang="de-DE" sz="2000" strike="noStrike" u="none">
                <a:solidFill>
                  <a:srgbClr val="000000"/>
                </a:solidFill>
                <a:uFillTx/>
                <a:latin typeface="Arial"/>
              </a:rPr>
              <a:t>Objekte werden zur Laufzeit „injiziert“.</a:t>
            </a:r>
            <a:endParaRPr b="0" lang="de-DE" sz="2000" strike="noStrike" u="none">
              <a:solidFill>
                <a:srgbClr val="000000"/>
              </a:solidFill>
              <a:uFillTx/>
              <a:latin typeface="Arial"/>
            </a:endParaRPr>
          </a:p>
          <a:p>
            <a:pPr marL="216000" indent="0">
              <a:lnSpc>
                <a:spcPct val="100000"/>
              </a:lnSpc>
              <a:buNone/>
              <a:tabLst>
                <a:tab algn="l" pos="0"/>
              </a:tabLst>
            </a:pPr>
            <a:r>
              <a:rPr b="0" lang="de-DE" sz="2000" strike="noStrike" u="none">
                <a:solidFill>
                  <a:srgbClr val="000000"/>
                </a:solidFill>
                <a:uFillTx/>
                <a:latin typeface="Arial"/>
              </a:rPr>
              <a:t>Objekte werden passiv, statt sie zum Beispiel mit einer Factory aktiv zu erzeugen.</a:t>
            </a:r>
            <a:endParaRPr b="0" lang="de-DE" sz="2000" strike="noStrike" u="none">
              <a:solidFill>
                <a:srgbClr val="000000"/>
              </a:solidFill>
              <a:uFillTx/>
              <a:latin typeface="Arial"/>
            </a:endParaRPr>
          </a:p>
          <a:p>
            <a:pPr marL="216000" indent="0">
              <a:lnSpc>
                <a:spcPct val="100000"/>
              </a:lnSpc>
              <a:buNone/>
              <a:tabLst>
                <a:tab algn="l" pos="0"/>
              </a:tabLst>
            </a:pPr>
            <a:r>
              <a:rPr b="0" lang="de-DE" sz="2000" strike="noStrike" u="none">
                <a:solidFill>
                  <a:srgbClr val="000000"/>
                </a:solidFill>
                <a:uFillTx/>
                <a:latin typeface="Arial"/>
              </a:rPr>
              <a:t>Abhängigkeiten sind explizit an der Schnittstelle durch entsprechende set-Methoden zu erkennen.</a:t>
            </a:r>
            <a:endParaRPr b="0" lang="de-DE" sz="2000" strike="noStrike" u="none">
              <a:solidFill>
                <a:srgbClr val="000000"/>
              </a:solidFill>
              <a:uFillTx/>
              <a:latin typeface="Arial"/>
            </a:endParaRPr>
          </a:p>
          <a:p>
            <a:pPr marL="216000" indent="0">
              <a:lnSpc>
                <a:spcPct val="100000"/>
              </a:lnSpc>
              <a:buNone/>
              <a:tabLst>
                <a:tab algn="l" pos="0"/>
              </a:tabLst>
            </a:pPr>
            <a:r>
              <a:rPr b="0" lang="de-DE" sz="2000" strike="noStrike" u="none">
                <a:solidFill>
                  <a:srgbClr val="000000"/>
                </a:solidFill>
                <a:uFillTx/>
                <a:latin typeface="Arial"/>
              </a:rPr>
              <a:t>Es können beliebige andere Objekte zugewiesen werden(z.B. Mocks / an Bedürfnisse angepasste Objekte).</a:t>
            </a:r>
            <a:endParaRPr b="0" lang="de-DE" sz="2000" strike="noStrike" u="none">
              <a:solidFill>
                <a:srgbClr val="000000"/>
              </a:solidFill>
              <a:uFillTx/>
              <a:latin typeface="Arial"/>
            </a:endParaRPr>
          </a:p>
          <a:p>
            <a:pPr marL="216000" indent="0">
              <a:lnSpc>
                <a:spcPct val="100000"/>
              </a:lnSpc>
              <a:buNone/>
              <a:tabLst>
                <a:tab algn="l" pos="0"/>
              </a:tabLst>
            </a:pPr>
            <a:r>
              <a:rPr b="0" lang="de-DE" sz="2000" strike="noStrike" u="none">
                <a:solidFill>
                  <a:srgbClr val="000000"/>
                </a:solidFill>
                <a:uFillTx/>
                <a:latin typeface="Arial"/>
              </a:rPr>
              <a:t>Sehr flexibel wenn Objekte nur noch von Interfaces abhängen.</a:t>
            </a:r>
            <a:endParaRPr b="0" lang="de-DE" sz="2000" strike="noStrike" u="none">
              <a:solidFill>
                <a:srgbClr val="000000"/>
              </a:solidFill>
              <a:uFillTx/>
              <a:latin typeface="Arial"/>
            </a:endParaRPr>
          </a:p>
          <a:p>
            <a:pPr marL="216000" indent="0">
              <a:lnSpc>
                <a:spcPct val="100000"/>
              </a:lnSpc>
              <a:buNone/>
              <a:tabLst>
                <a:tab algn="l" pos="0"/>
              </a:tabLst>
            </a:pPr>
            <a:r>
              <a:rPr b="0" lang="de-DE" sz="2000" strike="noStrike" u="none">
                <a:solidFill>
                  <a:srgbClr val="000000"/>
                </a:solidFill>
                <a:uFillTx/>
                <a:latin typeface="Arial"/>
              </a:rPr>
              <a:t>Externe Konfiguration der Beziehungen zwischen Objekten.</a:t>
            </a:r>
            <a:endParaRPr b="0" lang="de-DE" sz="2000" strike="noStrike" u="none">
              <a:solidFill>
                <a:srgbClr val="000000"/>
              </a:solidFill>
              <a:uFillTx/>
              <a:latin typeface="Arial"/>
            </a:endParaRPr>
          </a:p>
          <a:p>
            <a:pPr marL="216000" indent="0">
              <a:lnSpc>
                <a:spcPct val="100000"/>
              </a:lnSpc>
              <a:buNone/>
              <a:tabLst>
                <a:tab algn="l" pos="0"/>
              </a:tabLst>
            </a:pPr>
            <a:r>
              <a:rPr b="0" lang="de-DE" sz="2000" strike="noStrike" u="none">
                <a:solidFill>
                  <a:srgbClr val="000000"/>
                </a:solidFill>
                <a:uFillTx/>
                <a:latin typeface="Arial"/>
              </a:rPr>
              <a:t>Objekte bekommen ihre abhängigen Objekte statt sie selbst zu suchen</a:t>
            </a:r>
            <a:endParaRPr b="0" lang="de-DE" sz="2000" strike="noStrike" u="none">
              <a:solidFill>
                <a:srgbClr val="000000"/>
              </a:solidFill>
              <a:uFillTx/>
              <a:latin typeface="Arial"/>
            </a:endParaRPr>
          </a:p>
        </p:txBody>
      </p:sp>
      <p:sp>
        <p:nvSpPr>
          <p:cNvPr id="1296" name="PlaceHolder 3"/>
          <p:cNvSpPr>
            <a:spLocks noGrp="1"/>
          </p:cNvSpPr>
          <p:nvPr>
            <p:ph type="sldNum" idx="82"/>
          </p:nvPr>
        </p:nvSpPr>
        <p:spPr>
          <a:xfrm>
            <a:off x="3884760" y="8685360"/>
            <a:ext cx="2970720" cy="45756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b">
            <a:noAutofit/>
          </a:bodyPr>
          <a:lstStyle>
            <a:lvl1pPr indent="0" algn="r" defTabSz="914400">
              <a:lnSpc>
                <a:spcPct val="100000"/>
              </a:lnSpc>
              <a:buNone/>
              <a:tabLst>
                <a:tab algn="l" pos="0"/>
              </a:tabLst>
              <a:defRPr b="0" lang="de-DE" sz="1200" strike="noStrike" u="none">
                <a:solidFill>
                  <a:schemeClr val="dk1"/>
                </a:solidFill>
                <a:uFillTx/>
                <a:latin typeface="+mn-lt"/>
                <a:ea typeface="+mn-ea"/>
              </a:defRPr>
            </a:lvl1pPr>
          </a:lstStyle>
          <a:p>
            <a:pPr indent="0" algn="r" defTabSz="914400">
              <a:lnSpc>
                <a:spcPct val="100000"/>
              </a:lnSpc>
              <a:buNone/>
              <a:tabLst>
                <a:tab algn="l" pos="0"/>
              </a:tabLst>
            </a:pPr>
            <a:fld id="{009E959F-4CEB-40E8-9B2A-DFA08E391A5C}" type="slidenum">
              <a:rPr b="0" lang="de-DE" sz="1200" strike="noStrike" u="none">
                <a:solidFill>
                  <a:schemeClr val="dk1"/>
                </a:solidFill>
                <a:uFillTx/>
                <a:latin typeface="+mn-lt"/>
                <a:ea typeface="+mn-ea"/>
              </a:rPr>
              <a:t>268</a:t>
            </a:fld>
            <a:endParaRPr b="0" lang="de-DE" sz="1200" strike="noStrike" u="none">
              <a:solidFill>
                <a:srgbClr val="000000"/>
              </a:solidFill>
              <a:uFillTx/>
              <a:latin typeface="Times New Roman"/>
            </a:endParaRPr>
          </a:p>
        </p:txBody>
      </p:sp>
    </p:spTree>
  </p:cSld>
</p:notes>
</file>

<file path=ppt/notesSlides/notesSlide168.xml><?xml version="1.0" encoding="utf-8"?>
<p:notes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97" name="PlaceHolder 1"/>
          <p:cNvSpPr>
            <a:spLocks noGrp="1"/>
          </p:cNvSpPr>
          <p:nvPr>
            <p:ph type="sldImg"/>
          </p:nvPr>
        </p:nvSpPr>
        <p:spPr>
          <a:xfrm>
            <a:off x="685800" y="1143000"/>
            <a:ext cx="5485320" cy="3085200"/>
          </a:xfrm>
          <a:prstGeom prst="rect">
            <a:avLst/>
          </a:prstGeom>
          <a:ln w="0">
            <a:noFill/>
          </a:ln>
        </p:spPr>
      </p:sp>
      <p:sp>
        <p:nvSpPr>
          <p:cNvPr id="1298" name="PlaceHolder 2"/>
          <p:cNvSpPr>
            <a:spLocks noGrp="1"/>
          </p:cNvSpPr>
          <p:nvPr>
            <p:ph type="body"/>
          </p:nvPr>
        </p:nvSpPr>
        <p:spPr>
          <a:xfrm>
            <a:off x="685800" y="4400640"/>
            <a:ext cx="5485320" cy="359928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t">
            <a:noAutofit/>
          </a:bodyPr>
          <a:p>
            <a:pPr marL="216000" indent="-216000">
              <a:buNone/>
            </a:pPr>
            <a:endParaRPr b="0" lang="de-DE" sz="1800" strike="noStrike" u="none">
              <a:solidFill>
                <a:srgbClr val="000000"/>
              </a:solidFill>
              <a:uFillTx/>
              <a:latin typeface="Arial"/>
            </a:endParaRPr>
          </a:p>
        </p:txBody>
      </p:sp>
      <p:sp>
        <p:nvSpPr>
          <p:cNvPr id="1299" name="PlaceHolder 3"/>
          <p:cNvSpPr>
            <a:spLocks noGrp="1"/>
          </p:cNvSpPr>
          <p:nvPr>
            <p:ph type="sldNum" idx="83"/>
          </p:nvPr>
        </p:nvSpPr>
        <p:spPr>
          <a:xfrm>
            <a:off x="3884760" y="8685360"/>
            <a:ext cx="2970720" cy="45756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b">
            <a:noAutofit/>
          </a:bodyPr>
          <a:lstStyle>
            <a:lvl1pPr indent="0" algn="r">
              <a:lnSpc>
                <a:spcPct val="100000"/>
              </a:lnSpc>
              <a:buNone/>
              <a:tabLst>
                <a:tab algn="l" pos="0"/>
              </a:tabLst>
              <a:defRPr b="0" lang="de-DE" sz="1200" strike="noStrike" u="none">
                <a:solidFill>
                  <a:srgbClr val="000000"/>
                </a:solidFill>
                <a:uFillTx/>
                <a:latin typeface="Times New Roman"/>
              </a:defRPr>
            </a:lvl1pPr>
          </a:lstStyle>
          <a:p>
            <a:pPr indent="0" algn="r">
              <a:lnSpc>
                <a:spcPct val="100000"/>
              </a:lnSpc>
              <a:buNone/>
              <a:tabLst>
                <a:tab algn="l" pos="0"/>
              </a:tabLst>
            </a:pPr>
            <a:fld id="{61591DF7-AD8A-4887-8C28-8EDC6F57B1DA}" type="slidenum">
              <a:rPr b="0" lang="de-DE" sz="1200" strike="noStrike" u="none">
                <a:solidFill>
                  <a:srgbClr val="000000"/>
                </a:solidFill>
                <a:uFillTx/>
                <a:latin typeface="Times New Roman"/>
              </a:rPr>
              <a:t>268</a:t>
            </a:fld>
            <a:endParaRPr b="0" lang="de-DE" sz="1200" strike="noStrike" u="none">
              <a:solidFill>
                <a:srgbClr val="000000"/>
              </a:solidFill>
              <a:uFillTx/>
              <a:latin typeface="Times New Roman"/>
            </a:endParaRPr>
          </a:p>
        </p:txBody>
      </p:sp>
    </p:spTree>
  </p:cSld>
</p:notes>
</file>

<file path=ppt/notesSlides/notesSlide178.xml><?xml version="1.0" encoding="utf-8"?>
<p:notes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00" name="PlaceHolder 1"/>
          <p:cNvSpPr>
            <a:spLocks noGrp="1"/>
          </p:cNvSpPr>
          <p:nvPr>
            <p:ph type="sldImg"/>
          </p:nvPr>
        </p:nvSpPr>
        <p:spPr>
          <a:xfrm>
            <a:off x="685800" y="1143000"/>
            <a:ext cx="5485320" cy="3085200"/>
          </a:xfrm>
          <a:prstGeom prst="rect">
            <a:avLst/>
          </a:prstGeom>
          <a:ln w="0">
            <a:noFill/>
          </a:ln>
        </p:spPr>
      </p:sp>
      <p:sp>
        <p:nvSpPr>
          <p:cNvPr id="1301" name="PlaceHolder 2"/>
          <p:cNvSpPr>
            <a:spLocks noGrp="1"/>
          </p:cNvSpPr>
          <p:nvPr>
            <p:ph type="body"/>
          </p:nvPr>
        </p:nvSpPr>
        <p:spPr>
          <a:xfrm>
            <a:off x="685800" y="4400640"/>
            <a:ext cx="5485320" cy="359928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t">
            <a:noAutofit/>
          </a:bodyPr>
          <a:p>
            <a:pPr marL="216000" indent="-216000">
              <a:buNone/>
            </a:pPr>
            <a:endParaRPr b="0" lang="de-DE" sz="1800" strike="noStrike" u="none">
              <a:solidFill>
                <a:srgbClr val="000000"/>
              </a:solidFill>
              <a:uFillTx/>
              <a:latin typeface="Arial"/>
            </a:endParaRPr>
          </a:p>
        </p:txBody>
      </p:sp>
      <p:sp>
        <p:nvSpPr>
          <p:cNvPr id="1302" name="PlaceHolder 3"/>
          <p:cNvSpPr>
            <a:spLocks noGrp="1"/>
          </p:cNvSpPr>
          <p:nvPr>
            <p:ph type="sldNum" idx="84"/>
          </p:nvPr>
        </p:nvSpPr>
        <p:spPr>
          <a:xfrm>
            <a:off x="3884760" y="8685360"/>
            <a:ext cx="2970720" cy="45756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b">
            <a:noAutofit/>
          </a:bodyPr>
          <a:lstStyle>
            <a:lvl1pPr indent="0" algn="r">
              <a:lnSpc>
                <a:spcPct val="100000"/>
              </a:lnSpc>
              <a:buNone/>
              <a:tabLst>
                <a:tab algn="l" pos="0"/>
              </a:tabLst>
              <a:defRPr b="0" lang="de-DE" sz="1200" strike="noStrike" u="none">
                <a:solidFill>
                  <a:srgbClr val="000000"/>
                </a:solidFill>
                <a:uFillTx/>
                <a:latin typeface="Times New Roman"/>
              </a:defRPr>
            </a:lvl1pPr>
          </a:lstStyle>
          <a:p>
            <a:pPr indent="0" algn="r">
              <a:lnSpc>
                <a:spcPct val="100000"/>
              </a:lnSpc>
              <a:buNone/>
              <a:tabLst>
                <a:tab algn="l" pos="0"/>
              </a:tabLst>
            </a:pPr>
            <a:fld id="{459E3878-E8B2-4D29-83D6-0B456E15E1C5}" type="slidenum">
              <a:rPr b="0" lang="de-DE" sz="1200" strike="noStrike" u="none">
                <a:solidFill>
                  <a:srgbClr val="000000"/>
                </a:solidFill>
                <a:uFillTx/>
                <a:latin typeface="Times New Roman"/>
              </a:rPr>
              <a:t>268</a:t>
            </a:fld>
            <a:endParaRPr b="0" lang="de-DE" sz="1200" strike="noStrike" u="none">
              <a:solidFill>
                <a:srgbClr val="000000"/>
              </a:solidFill>
              <a:uFillTx/>
              <a:latin typeface="Times New Roman"/>
            </a:endParaRPr>
          </a:p>
        </p:txBody>
      </p:sp>
    </p:spTree>
  </p:cSld>
</p:notes>
</file>

<file path=ppt/notesSlides/notesSlide183.xml><?xml version="1.0" encoding="utf-8"?>
<p:notes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03" name="PlaceHolder 1"/>
          <p:cNvSpPr>
            <a:spLocks noGrp="1"/>
          </p:cNvSpPr>
          <p:nvPr>
            <p:ph type="sldImg"/>
          </p:nvPr>
        </p:nvSpPr>
        <p:spPr>
          <a:xfrm>
            <a:off x="685800" y="1143000"/>
            <a:ext cx="5485320" cy="3085200"/>
          </a:xfrm>
          <a:prstGeom prst="rect">
            <a:avLst/>
          </a:prstGeom>
          <a:ln w="0">
            <a:noFill/>
          </a:ln>
        </p:spPr>
      </p:sp>
      <p:sp>
        <p:nvSpPr>
          <p:cNvPr id="1304" name="PlaceHolder 2"/>
          <p:cNvSpPr>
            <a:spLocks noGrp="1"/>
          </p:cNvSpPr>
          <p:nvPr>
            <p:ph type="body"/>
          </p:nvPr>
        </p:nvSpPr>
        <p:spPr>
          <a:xfrm>
            <a:off x="685800" y="4400640"/>
            <a:ext cx="5485320" cy="359928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t">
            <a:noAutofit/>
          </a:bodyPr>
          <a:p>
            <a:pPr marL="216000" indent="-216000">
              <a:buNone/>
            </a:pPr>
            <a:endParaRPr b="0" lang="de-DE" sz="1800" strike="noStrike" u="none">
              <a:solidFill>
                <a:srgbClr val="000000"/>
              </a:solidFill>
              <a:uFillTx/>
              <a:latin typeface="Arial"/>
            </a:endParaRPr>
          </a:p>
        </p:txBody>
      </p:sp>
      <p:sp>
        <p:nvSpPr>
          <p:cNvPr id="1305" name="PlaceHolder 3"/>
          <p:cNvSpPr>
            <a:spLocks noGrp="1"/>
          </p:cNvSpPr>
          <p:nvPr>
            <p:ph type="sldNum" idx="85"/>
          </p:nvPr>
        </p:nvSpPr>
        <p:spPr>
          <a:xfrm>
            <a:off x="3884760" y="8685360"/>
            <a:ext cx="2970720" cy="45756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b">
            <a:noAutofit/>
          </a:bodyPr>
          <a:lstStyle>
            <a:lvl1pPr indent="0" algn="r">
              <a:lnSpc>
                <a:spcPct val="100000"/>
              </a:lnSpc>
              <a:buNone/>
              <a:tabLst>
                <a:tab algn="l" pos="0"/>
              </a:tabLst>
              <a:defRPr b="0" lang="de-DE" sz="1200" strike="noStrike" u="none">
                <a:solidFill>
                  <a:srgbClr val="000000"/>
                </a:solidFill>
                <a:uFillTx/>
                <a:latin typeface="Times New Roman"/>
              </a:defRPr>
            </a:lvl1pPr>
          </a:lstStyle>
          <a:p>
            <a:pPr indent="0" algn="r">
              <a:lnSpc>
                <a:spcPct val="100000"/>
              </a:lnSpc>
              <a:buNone/>
              <a:tabLst>
                <a:tab algn="l" pos="0"/>
              </a:tabLst>
            </a:pPr>
            <a:fld id="{9AA67B17-62C8-4AF4-85D9-FEF143EC1BAE}" type="slidenum">
              <a:rPr b="0" lang="de-DE" sz="1200" strike="noStrike" u="none">
                <a:solidFill>
                  <a:srgbClr val="000000"/>
                </a:solidFill>
                <a:uFillTx/>
                <a:latin typeface="Times New Roman"/>
              </a:rPr>
              <a:t>268</a:t>
            </a:fld>
            <a:endParaRPr b="0" lang="de-DE" sz="1200" strike="noStrike" u="none">
              <a:solidFill>
                <a:srgbClr val="000000"/>
              </a:solidFill>
              <a:uFillTx/>
              <a:latin typeface="Times New Roman"/>
            </a:endParaRPr>
          </a:p>
        </p:txBody>
      </p:sp>
    </p:spTree>
  </p:cSld>
</p:notes>
</file>

<file path=ppt/notesSlides/notesSlide185.xml><?xml version="1.0" encoding="utf-8"?>
<p:notes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06" name="PlaceHolder 1"/>
          <p:cNvSpPr>
            <a:spLocks noGrp="1"/>
          </p:cNvSpPr>
          <p:nvPr>
            <p:ph type="sldImg"/>
          </p:nvPr>
        </p:nvSpPr>
        <p:spPr>
          <a:xfrm>
            <a:off x="685800" y="1143000"/>
            <a:ext cx="5485320" cy="3085200"/>
          </a:xfrm>
          <a:prstGeom prst="rect">
            <a:avLst/>
          </a:prstGeom>
          <a:ln w="0">
            <a:noFill/>
          </a:ln>
        </p:spPr>
      </p:sp>
      <p:sp>
        <p:nvSpPr>
          <p:cNvPr id="1307" name="PlaceHolder 2"/>
          <p:cNvSpPr>
            <a:spLocks noGrp="1"/>
          </p:cNvSpPr>
          <p:nvPr>
            <p:ph type="body"/>
          </p:nvPr>
        </p:nvSpPr>
        <p:spPr>
          <a:xfrm>
            <a:off x="685800" y="4400640"/>
            <a:ext cx="5485320" cy="359928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t">
            <a:noAutofit/>
          </a:bodyPr>
          <a:p>
            <a:pPr marL="216000" indent="-216000">
              <a:buNone/>
            </a:pPr>
            <a:endParaRPr b="0" lang="de-DE" sz="1800" strike="noStrike" u="none">
              <a:solidFill>
                <a:srgbClr val="000000"/>
              </a:solidFill>
              <a:uFillTx/>
              <a:latin typeface="Arial"/>
            </a:endParaRPr>
          </a:p>
        </p:txBody>
      </p:sp>
      <p:sp>
        <p:nvSpPr>
          <p:cNvPr id="1308" name="PlaceHolder 3"/>
          <p:cNvSpPr>
            <a:spLocks noGrp="1"/>
          </p:cNvSpPr>
          <p:nvPr>
            <p:ph type="sldNum" idx="86"/>
          </p:nvPr>
        </p:nvSpPr>
        <p:spPr>
          <a:xfrm>
            <a:off x="3884760" y="8685360"/>
            <a:ext cx="2970720" cy="45756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b">
            <a:noAutofit/>
          </a:bodyPr>
          <a:lstStyle>
            <a:lvl1pPr indent="0" algn="r">
              <a:lnSpc>
                <a:spcPct val="100000"/>
              </a:lnSpc>
              <a:buNone/>
              <a:tabLst>
                <a:tab algn="l" pos="0"/>
              </a:tabLst>
              <a:defRPr b="0" lang="de-DE" sz="1200" strike="noStrike" u="none">
                <a:solidFill>
                  <a:srgbClr val="000000"/>
                </a:solidFill>
                <a:uFillTx/>
                <a:latin typeface="Times New Roman"/>
              </a:defRPr>
            </a:lvl1pPr>
          </a:lstStyle>
          <a:p>
            <a:pPr indent="0" algn="r">
              <a:lnSpc>
                <a:spcPct val="100000"/>
              </a:lnSpc>
              <a:buNone/>
              <a:tabLst>
                <a:tab algn="l" pos="0"/>
              </a:tabLst>
            </a:pPr>
            <a:fld id="{59B93F6C-9CA7-4D80-9CC2-BDA63F8A1AF1}" type="slidenum">
              <a:rPr b="0" lang="de-DE" sz="1200" strike="noStrike" u="none">
                <a:solidFill>
                  <a:srgbClr val="000000"/>
                </a:solidFill>
                <a:uFillTx/>
                <a:latin typeface="Times New Roman"/>
              </a:rPr>
              <a:t>268</a:t>
            </a:fld>
            <a:endParaRPr b="0" lang="de-DE" sz="1200" strike="noStrike" u="none">
              <a:solidFill>
                <a:srgbClr val="000000"/>
              </a:solidFill>
              <a:uFillTx/>
              <a:latin typeface="Times New Roman"/>
            </a:endParaRPr>
          </a:p>
        </p:txBody>
      </p:sp>
    </p:spTree>
  </p:cSld>
</p:notes>
</file>

<file path=ppt/notesSlides/notesSlide190.xml><?xml version="1.0" encoding="utf-8"?>
<p:notes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09" name="PlaceHolder 1"/>
          <p:cNvSpPr>
            <a:spLocks noGrp="1"/>
          </p:cNvSpPr>
          <p:nvPr>
            <p:ph type="sldImg"/>
          </p:nvPr>
        </p:nvSpPr>
        <p:spPr>
          <a:xfrm>
            <a:off x="685800" y="1143000"/>
            <a:ext cx="5485320" cy="3085200"/>
          </a:xfrm>
          <a:prstGeom prst="rect">
            <a:avLst/>
          </a:prstGeom>
          <a:ln w="0">
            <a:noFill/>
          </a:ln>
        </p:spPr>
      </p:sp>
      <p:sp>
        <p:nvSpPr>
          <p:cNvPr id="1310" name="PlaceHolder 2"/>
          <p:cNvSpPr>
            <a:spLocks noGrp="1"/>
          </p:cNvSpPr>
          <p:nvPr>
            <p:ph type="body"/>
          </p:nvPr>
        </p:nvSpPr>
        <p:spPr>
          <a:xfrm>
            <a:off x="685800" y="4400640"/>
            <a:ext cx="5485320" cy="359928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t">
            <a:noAutofit/>
          </a:bodyPr>
          <a:p>
            <a:pPr marL="216000" indent="-216000">
              <a:buNone/>
            </a:pPr>
            <a:endParaRPr b="0" lang="de-DE" sz="1800" strike="noStrike" u="none">
              <a:solidFill>
                <a:srgbClr val="000000"/>
              </a:solidFill>
              <a:uFillTx/>
              <a:latin typeface="Arial"/>
            </a:endParaRPr>
          </a:p>
        </p:txBody>
      </p:sp>
      <p:sp>
        <p:nvSpPr>
          <p:cNvPr id="1311" name="PlaceHolder 3"/>
          <p:cNvSpPr>
            <a:spLocks noGrp="1"/>
          </p:cNvSpPr>
          <p:nvPr>
            <p:ph type="sldNum" idx="87"/>
          </p:nvPr>
        </p:nvSpPr>
        <p:spPr>
          <a:xfrm>
            <a:off x="3884760" y="8685360"/>
            <a:ext cx="2970720" cy="45756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b">
            <a:noAutofit/>
          </a:bodyPr>
          <a:lstStyle>
            <a:lvl1pPr indent="0" algn="r">
              <a:lnSpc>
                <a:spcPct val="100000"/>
              </a:lnSpc>
              <a:buNone/>
              <a:tabLst>
                <a:tab algn="l" pos="0"/>
              </a:tabLst>
              <a:defRPr b="0" lang="de-DE" sz="1200" strike="noStrike" u="none">
                <a:solidFill>
                  <a:srgbClr val="000000"/>
                </a:solidFill>
                <a:uFillTx/>
                <a:latin typeface="Times New Roman"/>
              </a:defRPr>
            </a:lvl1pPr>
          </a:lstStyle>
          <a:p>
            <a:pPr indent="0" algn="r">
              <a:lnSpc>
                <a:spcPct val="100000"/>
              </a:lnSpc>
              <a:buNone/>
              <a:tabLst>
                <a:tab algn="l" pos="0"/>
              </a:tabLst>
            </a:pPr>
            <a:fld id="{6E74914F-B42F-48CA-9174-1639514E23FE}" type="slidenum">
              <a:rPr b="0" lang="de-DE" sz="1200" strike="noStrike" u="none">
                <a:solidFill>
                  <a:srgbClr val="000000"/>
                </a:solidFill>
                <a:uFillTx/>
                <a:latin typeface="Times New Roman"/>
              </a:rPr>
              <a:t>268</a:t>
            </a:fld>
            <a:endParaRPr b="0" lang="de-DE" sz="1200" strike="noStrike" u="none">
              <a:solidFill>
                <a:srgbClr val="000000"/>
              </a:solidFill>
              <a:uFillTx/>
              <a:latin typeface="Times New Roman"/>
            </a:endParaRPr>
          </a:p>
        </p:txBody>
      </p:sp>
    </p:spTree>
  </p:cSld>
</p:notes>
</file>

<file path=ppt/notesSlides/notesSlide202.xml><?xml version="1.0" encoding="utf-8"?>
<p:notes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12" name="PlaceHolder 1"/>
          <p:cNvSpPr>
            <a:spLocks noGrp="1"/>
          </p:cNvSpPr>
          <p:nvPr>
            <p:ph type="sldImg"/>
          </p:nvPr>
        </p:nvSpPr>
        <p:spPr>
          <a:xfrm>
            <a:off x="685800" y="1143000"/>
            <a:ext cx="5485320" cy="3085200"/>
          </a:xfrm>
          <a:prstGeom prst="rect">
            <a:avLst/>
          </a:prstGeom>
          <a:ln w="0">
            <a:noFill/>
          </a:ln>
        </p:spPr>
      </p:sp>
      <p:sp>
        <p:nvSpPr>
          <p:cNvPr id="1313" name="PlaceHolder 2"/>
          <p:cNvSpPr>
            <a:spLocks noGrp="1"/>
          </p:cNvSpPr>
          <p:nvPr>
            <p:ph type="body"/>
          </p:nvPr>
        </p:nvSpPr>
        <p:spPr>
          <a:xfrm>
            <a:off x="685800" y="4400640"/>
            <a:ext cx="5485320" cy="359928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t">
            <a:noAutofit/>
          </a:bodyPr>
          <a:p>
            <a:pPr marL="216000" indent="-216000">
              <a:buNone/>
            </a:pPr>
            <a:endParaRPr b="0" lang="de-DE" sz="1800" strike="noStrike" u="none">
              <a:solidFill>
                <a:srgbClr val="000000"/>
              </a:solidFill>
              <a:uFillTx/>
              <a:latin typeface="Arial"/>
            </a:endParaRPr>
          </a:p>
        </p:txBody>
      </p:sp>
      <p:sp>
        <p:nvSpPr>
          <p:cNvPr id="1314" name="PlaceHolder 3"/>
          <p:cNvSpPr>
            <a:spLocks noGrp="1"/>
          </p:cNvSpPr>
          <p:nvPr>
            <p:ph type="sldNum" idx="88"/>
          </p:nvPr>
        </p:nvSpPr>
        <p:spPr>
          <a:xfrm>
            <a:off x="3884760" y="8685360"/>
            <a:ext cx="2970720" cy="45756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b">
            <a:noAutofit/>
          </a:bodyPr>
          <a:lstStyle>
            <a:lvl1pPr indent="0" algn="r">
              <a:lnSpc>
                <a:spcPct val="100000"/>
              </a:lnSpc>
              <a:buNone/>
              <a:tabLst>
                <a:tab algn="l" pos="0"/>
              </a:tabLst>
              <a:defRPr b="0" lang="de-DE" sz="1200" strike="noStrike" u="none">
                <a:solidFill>
                  <a:srgbClr val="000000"/>
                </a:solidFill>
                <a:uFillTx/>
                <a:latin typeface="Times New Roman"/>
              </a:defRPr>
            </a:lvl1pPr>
          </a:lstStyle>
          <a:p>
            <a:pPr indent="0" algn="r">
              <a:lnSpc>
                <a:spcPct val="100000"/>
              </a:lnSpc>
              <a:buNone/>
              <a:tabLst>
                <a:tab algn="l" pos="0"/>
              </a:tabLst>
            </a:pPr>
            <a:fld id="{40B5798D-27AC-4637-A93B-ADD24879B9ED}" type="slidenum">
              <a:rPr b="0" lang="de-DE" sz="1200" strike="noStrike" u="none">
                <a:solidFill>
                  <a:srgbClr val="000000"/>
                </a:solidFill>
                <a:uFillTx/>
                <a:latin typeface="Times New Roman"/>
              </a:rPr>
              <a:t>&lt;Foliennummer&gt;</a:t>
            </a:fld>
            <a:endParaRPr b="0" lang="de-DE" sz="1200" strike="noStrike" u="none">
              <a:solidFill>
                <a:srgbClr val="000000"/>
              </a:solidFill>
              <a:uFillTx/>
              <a:latin typeface="Times New Roman"/>
            </a:endParaRPr>
          </a:p>
        </p:txBody>
      </p:sp>
    </p:spTree>
  </p:cSld>
</p:notes>
</file>

<file path=ppt/notesSlides/notesSlide203.xml><?xml version="1.0" encoding="utf-8"?>
<p:notes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15" name="PlaceHolder 1"/>
          <p:cNvSpPr>
            <a:spLocks noGrp="1"/>
          </p:cNvSpPr>
          <p:nvPr>
            <p:ph type="sldImg"/>
          </p:nvPr>
        </p:nvSpPr>
        <p:spPr>
          <a:xfrm>
            <a:off x="685800" y="1143000"/>
            <a:ext cx="5485320" cy="3085200"/>
          </a:xfrm>
          <a:prstGeom prst="rect">
            <a:avLst/>
          </a:prstGeom>
          <a:ln w="0">
            <a:noFill/>
          </a:ln>
        </p:spPr>
      </p:sp>
      <p:sp>
        <p:nvSpPr>
          <p:cNvPr id="1316" name="PlaceHolder 2"/>
          <p:cNvSpPr>
            <a:spLocks noGrp="1"/>
          </p:cNvSpPr>
          <p:nvPr>
            <p:ph type="body"/>
          </p:nvPr>
        </p:nvSpPr>
        <p:spPr>
          <a:xfrm>
            <a:off x="685800" y="4400640"/>
            <a:ext cx="5485320" cy="359928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t">
            <a:noAutofit/>
          </a:bodyPr>
          <a:p>
            <a:pPr marL="216000" indent="-216000">
              <a:buNone/>
            </a:pPr>
            <a:endParaRPr b="0" lang="de-DE" sz="1800" strike="noStrike" u="none">
              <a:solidFill>
                <a:srgbClr val="000000"/>
              </a:solidFill>
              <a:uFillTx/>
              <a:latin typeface="Arial"/>
            </a:endParaRPr>
          </a:p>
        </p:txBody>
      </p:sp>
      <p:sp>
        <p:nvSpPr>
          <p:cNvPr id="1317" name="PlaceHolder 3"/>
          <p:cNvSpPr>
            <a:spLocks noGrp="1"/>
          </p:cNvSpPr>
          <p:nvPr>
            <p:ph type="sldNum" idx="89"/>
          </p:nvPr>
        </p:nvSpPr>
        <p:spPr>
          <a:xfrm>
            <a:off x="3884760" y="8685360"/>
            <a:ext cx="2970720" cy="45756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b">
            <a:noAutofit/>
          </a:bodyPr>
          <a:lstStyle>
            <a:lvl1pPr indent="0" algn="r">
              <a:lnSpc>
                <a:spcPct val="100000"/>
              </a:lnSpc>
              <a:buNone/>
              <a:tabLst>
                <a:tab algn="l" pos="0"/>
              </a:tabLst>
              <a:defRPr b="0" lang="de-DE" sz="1200" strike="noStrike" u="none">
                <a:solidFill>
                  <a:srgbClr val="000000"/>
                </a:solidFill>
                <a:uFillTx/>
                <a:latin typeface="Times New Roman"/>
              </a:defRPr>
            </a:lvl1pPr>
          </a:lstStyle>
          <a:p>
            <a:pPr indent="0" algn="r">
              <a:lnSpc>
                <a:spcPct val="100000"/>
              </a:lnSpc>
              <a:buNone/>
              <a:tabLst>
                <a:tab algn="l" pos="0"/>
              </a:tabLst>
            </a:pPr>
            <a:fld id="{1D4BCF2C-C6E1-4A2F-ACB6-4FACAE560EBF}" type="slidenum">
              <a:rPr b="0" lang="de-DE" sz="1200" strike="noStrike" u="none">
                <a:solidFill>
                  <a:srgbClr val="000000"/>
                </a:solidFill>
                <a:uFillTx/>
                <a:latin typeface="Times New Roman"/>
              </a:rPr>
              <a:t>&lt;Foliennummer&gt;</a:t>
            </a:fld>
            <a:endParaRPr b="0" lang="de-DE" sz="1200" strike="noStrike" u="none">
              <a:solidFill>
                <a:srgbClr val="000000"/>
              </a:solidFill>
              <a:uFillTx/>
              <a:latin typeface="Times New Roman"/>
            </a:endParaRPr>
          </a:p>
        </p:txBody>
      </p:sp>
    </p:spTree>
  </p:cSld>
</p:notes>
</file>

<file path=ppt/notesSlides/notesSlide208.xml><?xml version="1.0" encoding="utf-8"?>
<p:notes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18" name="PlaceHolder 1"/>
          <p:cNvSpPr>
            <a:spLocks noGrp="1"/>
          </p:cNvSpPr>
          <p:nvPr>
            <p:ph type="sldImg"/>
          </p:nvPr>
        </p:nvSpPr>
        <p:spPr>
          <a:xfrm>
            <a:off x="685800" y="1143000"/>
            <a:ext cx="5485320" cy="3085200"/>
          </a:xfrm>
          <a:prstGeom prst="rect">
            <a:avLst/>
          </a:prstGeom>
          <a:ln w="0">
            <a:noFill/>
          </a:ln>
        </p:spPr>
      </p:sp>
      <p:sp>
        <p:nvSpPr>
          <p:cNvPr id="1319" name="PlaceHolder 2"/>
          <p:cNvSpPr>
            <a:spLocks noGrp="1"/>
          </p:cNvSpPr>
          <p:nvPr>
            <p:ph type="body"/>
          </p:nvPr>
        </p:nvSpPr>
        <p:spPr>
          <a:xfrm>
            <a:off x="685800" y="4400640"/>
            <a:ext cx="5485320" cy="359928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t">
            <a:noAutofit/>
          </a:bodyPr>
          <a:p>
            <a:pPr marL="216000" indent="-216000">
              <a:buNone/>
            </a:pPr>
            <a:endParaRPr b="0" lang="de-DE" sz="1800" strike="noStrike" u="none">
              <a:solidFill>
                <a:srgbClr val="000000"/>
              </a:solidFill>
              <a:uFillTx/>
              <a:latin typeface="Arial"/>
            </a:endParaRPr>
          </a:p>
        </p:txBody>
      </p:sp>
      <p:sp>
        <p:nvSpPr>
          <p:cNvPr id="1320" name="PlaceHolder 3"/>
          <p:cNvSpPr>
            <a:spLocks noGrp="1"/>
          </p:cNvSpPr>
          <p:nvPr>
            <p:ph type="sldNum" idx="90"/>
          </p:nvPr>
        </p:nvSpPr>
        <p:spPr>
          <a:xfrm>
            <a:off x="3884760" y="8685360"/>
            <a:ext cx="2970720" cy="45756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b">
            <a:noAutofit/>
          </a:bodyPr>
          <a:lstStyle>
            <a:lvl1pPr indent="0" algn="r">
              <a:lnSpc>
                <a:spcPct val="100000"/>
              </a:lnSpc>
              <a:buNone/>
              <a:tabLst>
                <a:tab algn="l" pos="0"/>
              </a:tabLst>
              <a:defRPr b="0" lang="de-DE" sz="1200" strike="noStrike" u="none">
                <a:solidFill>
                  <a:srgbClr val="000000"/>
                </a:solidFill>
                <a:uFillTx/>
                <a:latin typeface="Times New Roman"/>
              </a:defRPr>
            </a:lvl1pPr>
          </a:lstStyle>
          <a:p>
            <a:pPr indent="0" algn="r">
              <a:lnSpc>
                <a:spcPct val="100000"/>
              </a:lnSpc>
              <a:buNone/>
              <a:tabLst>
                <a:tab algn="l" pos="0"/>
              </a:tabLst>
            </a:pPr>
            <a:fld id="{BA356530-659C-4529-A581-460BD3B72FFE}" type="slidenum">
              <a:rPr b="0" lang="de-DE" sz="1200" strike="noStrike" u="none">
                <a:solidFill>
                  <a:srgbClr val="000000"/>
                </a:solidFill>
                <a:uFillTx/>
                <a:latin typeface="Times New Roman"/>
              </a:rPr>
              <a:t>&lt;Foliennummer&gt;</a:t>
            </a:fld>
            <a:endParaRPr b="0" lang="de-DE" sz="1200" strike="noStrike" u="none">
              <a:solidFill>
                <a:srgbClr val="000000"/>
              </a:solidFill>
              <a:uFillTx/>
              <a:latin typeface="Times New Roman"/>
            </a:endParaRPr>
          </a:p>
        </p:txBody>
      </p:sp>
    </p:spTree>
  </p:cSld>
</p:notes>
</file>

<file path=ppt/notesSlides/notesSlide211.xml><?xml version="1.0" encoding="utf-8"?>
<p:notes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21" name="PlaceHolder 1"/>
          <p:cNvSpPr>
            <a:spLocks noGrp="1"/>
          </p:cNvSpPr>
          <p:nvPr>
            <p:ph type="sldImg"/>
          </p:nvPr>
        </p:nvSpPr>
        <p:spPr>
          <a:xfrm>
            <a:off x="685800" y="1143000"/>
            <a:ext cx="5485320" cy="3085200"/>
          </a:xfrm>
          <a:prstGeom prst="rect">
            <a:avLst/>
          </a:prstGeom>
          <a:ln w="0">
            <a:noFill/>
          </a:ln>
        </p:spPr>
      </p:sp>
      <p:sp>
        <p:nvSpPr>
          <p:cNvPr id="1322" name="PlaceHolder 2"/>
          <p:cNvSpPr>
            <a:spLocks noGrp="1"/>
          </p:cNvSpPr>
          <p:nvPr>
            <p:ph type="body"/>
          </p:nvPr>
        </p:nvSpPr>
        <p:spPr>
          <a:xfrm>
            <a:off x="685800" y="4400640"/>
            <a:ext cx="5485320" cy="359928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t">
            <a:noAutofit/>
          </a:bodyPr>
          <a:p>
            <a:pPr marL="216000" indent="-216000">
              <a:buNone/>
            </a:pPr>
            <a:endParaRPr b="0" lang="de-DE" sz="1800" strike="noStrike" u="none">
              <a:solidFill>
                <a:srgbClr val="000000"/>
              </a:solidFill>
              <a:uFillTx/>
              <a:latin typeface="Arial"/>
            </a:endParaRPr>
          </a:p>
        </p:txBody>
      </p:sp>
      <p:sp>
        <p:nvSpPr>
          <p:cNvPr id="1323" name="PlaceHolder 3"/>
          <p:cNvSpPr>
            <a:spLocks noGrp="1"/>
          </p:cNvSpPr>
          <p:nvPr>
            <p:ph type="sldNum" idx="91"/>
          </p:nvPr>
        </p:nvSpPr>
        <p:spPr>
          <a:xfrm>
            <a:off x="3884760" y="8685360"/>
            <a:ext cx="2970720" cy="45756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b">
            <a:noAutofit/>
          </a:bodyPr>
          <a:lstStyle>
            <a:lvl1pPr indent="0" algn="r">
              <a:lnSpc>
                <a:spcPct val="100000"/>
              </a:lnSpc>
              <a:buNone/>
              <a:tabLst>
                <a:tab algn="l" pos="0"/>
              </a:tabLst>
              <a:defRPr b="0" lang="de-DE" sz="1200" strike="noStrike" u="none">
                <a:solidFill>
                  <a:srgbClr val="000000"/>
                </a:solidFill>
                <a:uFillTx/>
                <a:latin typeface="Times New Roman"/>
              </a:defRPr>
            </a:lvl1pPr>
          </a:lstStyle>
          <a:p>
            <a:pPr indent="0" algn="r">
              <a:lnSpc>
                <a:spcPct val="100000"/>
              </a:lnSpc>
              <a:buNone/>
              <a:tabLst>
                <a:tab algn="l" pos="0"/>
              </a:tabLst>
            </a:pPr>
            <a:fld id="{4F0B7BF0-40C9-4921-B89C-E08F2902E0FE}" type="slidenum">
              <a:rPr b="0" lang="de-DE" sz="1200" strike="noStrike" u="none">
                <a:solidFill>
                  <a:srgbClr val="000000"/>
                </a:solidFill>
                <a:uFillTx/>
                <a:latin typeface="Times New Roman"/>
              </a:rPr>
              <a:t>&lt;Foliennummer&gt;</a:t>
            </a:fld>
            <a:endParaRPr b="0" lang="de-DE" sz="1200" strike="noStrike" u="none">
              <a:solidFill>
                <a:srgbClr val="000000"/>
              </a:solidFill>
              <a:uFillTx/>
              <a:latin typeface="Times New Roman"/>
            </a:endParaRPr>
          </a:p>
        </p:txBody>
      </p:sp>
    </p:spTree>
  </p:cSld>
</p:notes>
</file>

<file path=ppt/notesSlides/notesSlide212.xml><?xml version="1.0" encoding="utf-8"?>
<p:notes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24" name="PlaceHolder 1"/>
          <p:cNvSpPr>
            <a:spLocks noGrp="1"/>
          </p:cNvSpPr>
          <p:nvPr>
            <p:ph type="sldImg"/>
          </p:nvPr>
        </p:nvSpPr>
        <p:spPr>
          <a:xfrm>
            <a:off x="685800" y="1143000"/>
            <a:ext cx="5485320" cy="3085200"/>
          </a:xfrm>
          <a:prstGeom prst="rect">
            <a:avLst/>
          </a:prstGeom>
          <a:ln w="0">
            <a:noFill/>
          </a:ln>
        </p:spPr>
      </p:sp>
      <p:sp>
        <p:nvSpPr>
          <p:cNvPr id="1325" name="PlaceHolder 2"/>
          <p:cNvSpPr>
            <a:spLocks noGrp="1"/>
          </p:cNvSpPr>
          <p:nvPr>
            <p:ph type="body"/>
          </p:nvPr>
        </p:nvSpPr>
        <p:spPr>
          <a:xfrm>
            <a:off x="685800" y="4400640"/>
            <a:ext cx="5485320" cy="359928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t">
            <a:noAutofit/>
          </a:bodyPr>
          <a:p>
            <a:pPr marL="216000" indent="-216000">
              <a:buNone/>
            </a:pPr>
            <a:endParaRPr b="0" lang="de-DE" sz="1800" strike="noStrike" u="none">
              <a:solidFill>
                <a:srgbClr val="000000"/>
              </a:solidFill>
              <a:uFillTx/>
              <a:latin typeface="Arial"/>
            </a:endParaRPr>
          </a:p>
        </p:txBody>
      </p:sp>
      <p:sp>
        <p:nvSpPr>
          <p:cNvPr id="1326" name="PlaceHolder 3"/>
          <p:cNvSpPr>
            <a:spLocks noGrp="1"/>
          </p:cNvSpPr>
          <p:nvPr>
            <p:ph type="sldNum" idx="92"/>
          </p:nvPr>
        </p:nvSpPr>
        <p:spPr>
          <a:xfrm>
            <a:off x="3884760" y="8685360"/>
            <a:ext cx="2970720" cy="45756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b">
            <a:noAutofit/>
          </a:bodyPr>
          <a:lstStyle>
            <a:lvl1pPr indent="0" algn="r">
              <a:lnSpc>
                <a:spcPct val="100000"/>
              </a:lnSpc>
              <a:buNone/>
              <a:tabLst>
                <a:tab algn="l" pos="0"/>
              </a:tabLst>
              <a:defRPr b="0" lang="de-DE" sz="1200" strike="noStrike" u="none">
                <a:solidFill>
                  <a:srgbClr val="000000"/>
                </a:solidFill>
                <a:uFillTx/>
                <a:latin typeface="Times New Roman"/>
              </a:defRPr>
            </a:lvl1pPr>
          </a:lstStyle>
          <a:p>
            <a:pPr indent="0" algn="r">
              <a:lnSpc>
                <a:spcPct val="100000"/>
              </a:lnSpc>
              <a:buNone/>
              <a:tabLst>
                <a:tab algn="l" pos="0"/>
              </a:tabLst>
            </a:pPr>
            <a:fld id="{BCFB9A7E-9896-410E-8361-A61468BF6CF4}" type="slidenum">
              <a:rPr b="0" lang="de-DE" sz="1200" strike="noStrike" u="none">
                <a:solidFill>
                  <a:srgbClr val="000000"/>
                </a:solidFill>
                <a:uFillTx/>
                <a:latin typeface="Times New Roman"/>
              </a:rPr>
              <a:t>&lt;Foliennummer&gt;</a:t>
            </a:fld>
            <a:endParaRPr b="0" lang="de-DE" sz="1200" strike="noStrike" u="none">
              <a:solidFill>
                <a:srgbClr val="000000"/>
              </a:solidFill>
              <a:uFillTx/>
              <a:latin typeface="Times New Roman"/>
            </a:endParaRPr>
          </a:p>
        </p:txBody>
      </p:sp>
    </p:spTree>
  </p:cSld>
</p:notes>
</file>

<file path=ppt/notesSlides/notesSlide235.xml><?xml version="1.0" encoding="utf-8"?>
<p:notes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27" name="PlaceHolder 1"/>
          <p:cNvSpPr>
            <a:spLocks noGrp="1"/>
          </p:cNvSpPr>
          <p:nvPr>
            <p:ph type="sldNum" idx="93"/>
          </p:nvPr>
        </p:nvSpPr>
        <p:spPr>
          <a:xfrm>
            <a:off x="4021200" y="9721800"/>
            <a:ext cx="3075480" cy="51012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b">
            <a:noAutofit/>
          </a:bodyPr>
          <a:lstStyle>
            <a:lvl1pPr indent="0" algn="r" defTabSz="914400">
              <a:lnSpc>
                <a:spcPct val="100000"/>
              </a:lnSpc>
              <a:buNone/>
              <a:tabLst>
                <a:tab algn="l" pos="0"/>
              </a:tabLst>
              <a:defRPr b="0" lang="de-DE" sz="1200" strike="noStrike" u="none">
                <a:solidFill>
                  <a:schemeClr val="dk1"/>
                </a:solidFill>
                <a:uFillTx/>
                <a:latin typeface="+mn-lt"/>
                <a:ea typeface="+mn-ea"/>
              </a:defRPr>
            </a:lvl1pPr>
          </a:lstStyle>
          <a:p>
            <a:pPr indent="0" algn="r" defTabSz="914400">
              <a:lnSpc>
                <a:spcPct val="100000"/>
              </a:lnSpc>
              <a:buNone/>
              <a:tabLst>
                <a:tab algn="l" pos="0"/>
              </a:tabLst>
            </a:pPr>
            <a:r>
              <a:rPr b="0" lang="de-DE" sz="1200" strike="noStrike" u="none">
                <a:solidFill>
                  <a:schemeClr val="dk1"/>
                </a:solidFill>
                <a:uFillTx/>
                <a:latin typeface="+mn-lt"/>
                <a:ea typeface="+mn-ea"/>
              </a:rPr>
              <a:t>Kapitel 1, </a:t>
            </a:r>
            <a:fld id="{57FC90D3-6AEF-4768-840D-98423E300168}" type="slidenum">
              <a:rPr b="0" lang="de-DE" sz="1200" strike="noStrike" u="none">
                <a:solidFill>
                  <a:schemeClr val="dk1"/>
                </a:solidFill>
                <a:uFillTx/>
                <a:latin typeface="+mn-lt"/>
                <a:ea typeface="+mn-ea"/>
              </a:rPr>
              <a:t>&lt;Foliennummer&gt;</a:t>
            </a:fld>
            <a:endParaRPr b="0" lang="de-DE" sz="1200" strike="noStrike" u="none">
              <a:solidFill>
                <a:srgbClr val="000000"/>
              </a:solidFill>
              <a:uFillTx/>
              <a:latin typeface="Times New Roman"/>
            </a:endParaRPr>
          </a:p>
        </p:txBody>
      </p:sp>
      <p:sp>
        <p:nvSpPr>
          <p:cNvPr id="1328" name="PlaceHolder 2"/>
          <p:cNvSpPr>
            <a:spLocks noGrp="1"/>
          </p:cNvSpPr>
          <p:nvPr>
            <p:ph type="sldImg"/>
          </p:nvPr>
        </p:nvSpPr>
        <p:spPr>
          <a:xfrm>
            <a:off x="-263520" y="617400"/>
            <a:ext cx="7611120" cy="4281840"/>
          </a:xfrm>
          <a:prstGeom prst="rect">
            <a:avLst/>
          </a:prstGeom>
          <a:ln w="0">
            <a:noFill/>
          </a:ln>
        </p:spPr>
      </p:sp>
      <p:sp>
        <p:nvSpPr>
          <p:cNvPr id="1329" name="PlaceHolder 3"/>
          <p:cNvSpPr>
            <a:spLocks noGrp="1"/>
          </p:cNvSpPr>
          <p:nvPr>
            <p:ph type="body"/>
          </p:nvPr>
        </p:nvSpPr>
        <p:spPr>
          <a:xfrm>
            <a:off x="709560" y="4861080"/>
            <a:ext cx="5679000" cy="460440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t">
            <a:noAutofit/>
          </a:bodyPr>
          <a:p>
            <a:pPr marL="216000" indent="-216000">
              <a:buNone/>
            </a:pPr>
            <a:endParaRPr b="0" lang="de-DE" sz="1800" strike="noStrike" u="none">
              <a:solidFill>
                <a:srgbClr val="000000"/>
              </a:solidFill>
              <a:uFillTx/>
              <a:latin typeface="Arial"/>
            </a:endParaRPr>
          </a:p>
        </p:txBody>
      </p:sp>
    </p:spTree>
  </p:cSld>
</p:notes>
</file>

<file path=ppt/notesSlides/notesSlide236.xml><?xml version="1.0" encoding="utf-8"?>
<p:notes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30" name="PlaceHolder 1"/>
          <p:cNvSpPr>
            <a:spLocks noGrp="1"/>
          </p:cNvSpPr>
          <p:nvPr>
            <p:ph type="sldNum" idx="94"/>
          </p:nvPr>
        </p:nvSpPr>
        <p:spPr>
          <a:xfrm>
            <a:off x="4021200" y="9721800"/>
            <a:ext cx="3075480" cy="51012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b">
            <a:noAutofit/>
          </a:bodyPr>
          <a:lstStyle>
            <a:lvl1pPr indent="0" algn="r" defTabSz="914400">
              <a:lnSpc>
                <a:spcPct val="100000"/>
              </a:lnSpc>
              <a:buNone/>
              <a:tabLst>
                <a:tab algn="l" pos="0"/>
              </a:tabLst>
              <a:defRPr b="0" lang="de-DE" sz="1200" strike="noStrike" u="none">
                <a:solidFill>
                  <a:schemeClr val="dk1"/>
                </a:solidFill>
                <a:uFillTx/>
                <a:latin typeface="+mn-lt"/>
                <a:ea typeface="+mn-ea"/>
              </a:defRPr>
            </a:lvl1pPr>
          </a:lstStyle>
          <a:p>
            <a:pPr indent="0" algn="r" defTabSz="914400">
              <a:lnSpc>
                <a:spcPct val="100000"/>
              </a:lnSpc>
              <a:buNone/>
              <a:tabLst>
                <a:tab algn="l" pos="0"/>
              </a:tabLst>
            </a:pPr>
            <a:r>
              <a:rPr b="0" lang="de-DE" sz="1200" strike="noStrike" u="none">
                <a:solidFill>
                  <a:schemeClr val="dk1"/>
                </a:solidFill>
                <a:uFillTx/>
                <a:latin typeface="+mn-lt"/>
                <a:ea typeface="+mn-ea"/>
              </a:rPr>
              <a:t>Kapitel 1, </a:t>
            </a:r>
            <a:fld id="{77DA9502-435F-43D6-9FB3-40614F567DCC}" type="slidenum">
              <a:rPr b="0" lang="de-DE" sz="1200" strike="noStrike" u="none">
                <a:solidFill>
                  <a:schemeClr val="dk1"/>
                </a:solidFill>
                <a:uFillTx/>
                <a:latin typeface="+mn-lt"/>
                <a:ea typeface="+mn-ea"/>
              </a:rPr>
              <a:t>&lt;Foliennummer&gt;</a:t>
            </a:fld>
            <a:endParaRPr b="0" lang="de-DE" sz="1200" strike="noStrike" u="none">
              <a:solidFill>
                <a:srgbClr val="000000"/>
              </a:solidFill>
              <a:uFillTx/>
              <a:latin typeface="Times New Roman"/>
            </a:endParaRPr>
          </a:p>
        </p:txBody>
      </p:sp>
      <p:sp>
        <p:nvSpPr>
          <p:cNvPr id="1331" name="PlaceHolder 2"/>
          <p:cNvSpPr>
            <a:spLocks noGrp="1"/>
          </p:cNvSpPr>
          <p:nvPr>
            <p:ph type="sldImg"/>
          </p:nvPr>
        </p:nvSpPr>
        <p:spPr>
          <a:xfrm>
            <a:off x="-263520" y="617400"/>
            <a:ext cx="7611120" cy="4281840"/>
          </a:xfrm>
          <a:prstGeom prst="rect">
            <a:avLst/>
          </a:prstGeom>
          <a:ln w="0">
            <a:noFill/>
          </a:ln>
        </p:spPr>
      </p:sp>
      <p:sp>
        <p:nvSpPr>
          <p:cNvPr id="1332" name="PlaceHolder 3"/>
          <p:cNvSpPr>
            <a:spLocks noGrp="1"/>
          </p:cNvSpPr>
          <p:nvPr>
            <p:ph type="body"/>
          </p:nvPr>
        </p:nvSpPr>
        <p:spPr>
          <a:xfrm>
            <a:off x="709560" y="4861080"/>
            <a:ext cx="5679000" cy="460440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t">
            <a:noAutofit/>
          </a:bodyPr>
          <a:p>
            <a:pPr marL="216000" indent="-216000">
              <a:buNone/>
            </a:pPr>
            <a:endParaRPr b="0" lang="de-DE" sz="1800" strike="noStrike" u="none">
              <a:solidFill>
                <a:srgbClr val="000000"/>
              </a:solidFill>
              <a:uFillTx/>
              <a:latin typeface="Arial"/>
            </a:endParaRPr>
          </a:p>
        </p:txBody>
      </p:sp>
    </p:spTree>
  </p:cSld>
</p:notes>
</file>

<file path=ppt/notesSlides/notesSlide237.xml><?xml version="1.0" encoding="utf-8"?>
<p:notes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33" name="PlaceHolder 1"/>
          <p:cNvSpPr>
            <a:spLocks noGrp="1"/>
          </p:cNvSpPr>
          <p:nvPr>
            <p:ph type="sldNum" idx="95"/>
          </p:nvPr>
        </p:nvSpPr>
        <p:spPr>
          <a:xfrm>
            <a:off x="4021200" y="9721800"/>
            <a:ext cx="3075480" cy="51012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b">
            <a:noAutofit/>
          </a:bodyPr>
          <a:lstStyle>
            <a:lvl1pPr indent="0" algn="r" defTabSz="914400">
              <a:lnSpc>
                <a:spcPct val="100000"/>
              </a:lnSpc>
              <a:buNone/>
              <a:tabLst>
                <a:tab algn="l" pos="0"/>
              </a:tabLst>
              <a:defRPr b="0" lang="de-DE" sz="1200" strike="noStrike" u="none">
                <a:solidFill>
                  <a:schemeClr val="dk1"/>
                </a:solidFill>
                <a:uFillTx/>
                <a:latin typeface="+mn-lt"/>
                <a:ea typeface="+mn-ea"/>
              </a:defRPr>
            </a:lvl1pPr>
          </a:lstStyle>
          <a:p>
            <a:pPr indent="0" algn="r" defTabSz="914400">
              <a:lnSpc>
                <a:spcPct val="100000"/>
              </a:lnSpc>
              <a:buNone/>
              <a:tabLst>
                <a:tab algn="l" pos="0"/>
              </a:tabLst>
            </a:pPr>
            <a:r>
              <a:rPr b="0" lang="de-DE" sz="1200" strike="noStrike" u="none">
                <a:solidFill>
                  <a:schemeClr val="dk1"/>
                </a:solidFill>
                <a:uFillTx/>
                <a:latin typeface="+mn-lt"/>
                <a:ea typeface="+mn-ea"/>
              </a:rPr>
              <a:t>Kapitel 1, </a:t>
            </a:r>
            <a:fld id="{AAFF65A3-D530-47FC-A624-8BBE051FD13F}" type="slidenum">
              <a:rPr b="0" lang="de-DE" sz="1200" strike="noStrike" u="none">
                <a:solidFill>
                  <a:schemeClr val="dk1"/>
                </a:solidFill>
                <a:uFillTx/>
                <a:latin typeface="+mn-lt"/>
                <a:ea typeface="+mn-ea"/>
              </a:rPr>
              <a:t>&lt;Foliennummer&gt;</a:t>
            </a:fld>
            <a:endParaRPr b="0" lang="de-DE" sz="1200" strike="noStrike" u="none">
              <a:solidFill>
                <a:srgbClr val="000000"/>
              </a:solidFill>
              <a:uFillTx/>
              <a:latin typeface="Times New Roman"/>
            </a:endParaRPr>
          </a:p>
        </p:txBody>
      </p:sp>
      <p:sp>
        <p:nvSpPr>
          <p:cNvPr id="1334" name="PlaceHolder 2"/>
          <p:cNvSpPr>
            <a:spLocks noGrp="1"/>
          </p:cNvSpPr>
          <p:nvPr>
            <p:ph type="sldImg"/>
          </p:nvPr>
        </p:nvSpPr>
        <p:spPr>
          <a:xfrm>
            <a:off x="-263520" y="617400"/>
            <a:ext cx="7611120" cy="4281840"/>
          </a:xfrm>
          <a:prstGeom prst="rect">
            <a:avLst/>
          </a:prstGeom>
          <a:ln w="0">
            <a:noFill/>
          </a:ln>
        </p:spPr>
      </p:sp>
      <p:sp>
        <p:nvSpPr>
          <p:cNvPr id="1335" name="PlaceHolder 3"/>
          <p:cNvSpPr>
            <a:spLocks noGrp="1"/>
          </p:cNvSpPr>
          <p:nvPr>
            <p:ph type="body"/>
          </p:nvPr>
        </p:nvSpPr>
        <p:spPr>
          <a:xfrm>
            <a:off x="709560" y="4861080"/>
            <a:ext cx="5679000" cy="460440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t">
            <a:noAutofit/>
          </a:bodyPr>
          <a:p>
            <a:pPr marL="216000" indent="-216000">
              <a:buNone/>
            </a:pPr>
            <a:endParaRPr b="0" lang="de-DE" sz="1800" strike="noStrike" u="none">
              <a:solidFill>
                <a:srgbClr val="000000"/>
              </a:solidFill>
              <a:uFillTx/>
              <a:latin typeface="Arial"/>
            </a:endParaRPr>
          </a:p>
        </p:txBody>
      </p:sp>
    </p:spTree>
  </p:cSld>
</p:notes>
</file>

<file path=ppt/notesSlides/notesSlide238.xml><?xml version="1.0" encoding="utf-8"?>
<p:notes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36" name="PlaceHolder 1"/>
          <p:cNvSpPr>
            <a:spLocks noGrp="1"/>
          </p:cNvSpPr>
          <p:nvPr>
            <p:ph type="sldNum" idx="96"/>
          </p:nvPr>
        </p:nvSpPr>
        <p:spPr>
          <a:xfrm>
            <a:off x="4021200" y="9721800"/>
            <a:ext cx="3075480" cy="51012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b">
            <a:noAutofit/>
          </a:bodyPr>
          <a:lstStyle>
            <a:lvl1pPr indent="0" algn="r" defTabSz="914400">
              <a:lnSpc>
                <a:spcPct val="100000"/>
              </a:lnSpc>
              <a:buNone/>
              <a:tabLst>
                <a:tab algn="l" pos="0"/>
              </a:tabLst>
              <a:defRPr b="0" lang="de-DE" sz="1200" strike="noStrike" u="none">
                <a:solidFill>
                  <a:schemeClr val="dk1"/>
                </a:solidFill>
                <a:uFillTx/>
                <a:latin typeface="+mn-lt"/>
                <a:ea typeface="+mn-ea"/>
              </a:defRPr>
            </a:lvl1pPr>
          </a:lstStyle>
          <a:p>
            <a:pPr indent="0" algn="r" defTabSz="914400">
              <a:lnSpc>
                <a:spcPct val="100000"/>
              </a:lnSpc>
              <a:buNone/>
              <a:tabLst>
                <a:tab algn="l" pos="0"/>
              </a:tabLst>
            </a:pPr>
            <a:r>
              <a:rPr b="0" lang="de-DE" sz="1200" strike="noStrike" u="none">
                <a:solidFill>
                  <a:schemeClr val="dk1"/>
                </a:solidFill>
                <a:uFillTx/>
                <a:latin typeface="+mn-lt"/>
                <a:ea typeface="+mn-ea"/>
              </a:rPr>
              <a:t>Kapitel 1, </a:t>
            </a:r>
            <a:fld id="{13C51246-71E3-4F59-992D-B5D77D8684DC}" type="slidenum">
              <a:rPr b="0" lang="de-DE" sz="1200" strike="noStrike" u="none">
                <a:solidFill>
                  <a:schemeClr val="dk1"/>
                </a:solidFill>
                <a:uFillTx/>
                <a:latin typeface="+mn-lt"/>
                <a:ea typeface="+mn-ea"/>
              </a:rPr>
              <a:t>&lt;Foliennummer&gt;</a:t>
            </a:fld>
            <a:endParaRPr b="0" lang="de-DE" sz="1200" strike="noStrike" u="none">
              <a:solidFill>
                <a:srgbClr val="000000"/>
              </a:solidFill>
              <a:uFillTx/>
              <a:latin typeface="Times New Roman"/>
            </a:endParaRPr>
          </a:p>
        </p:txBody>
      </p:sp>
      <p:sp>
        <p:nvSpPr>
          <p:cNvPr id="1337" name="PlaceHolder 2"/>
          <p:cNvSpPr>
            <a:spLocks noGrp="1"/>
          </p:cNvSpPr>
          <p:nvPr>
            <p:ph type="sldImg"/>
          </p:nvPr>
        </p:nvSpPr>
        <p:spPr>
          <a:xfrm>
            <a:off x="-263520" y="617400"/>
            <a:ext cx="7611120" cy="4281840"/>
          </a:xfrm>
          <a:prstGeom prst="rect">
            <a:avLst/>
          </a:prstGeom>
          <a:ln w="0">
            <a:noFill/>
          </a:ln>
        </p:spPr>
      </p:sp>
      <p:sp>
        <p:nvSpPr>
          <p:cNvPr id="1338" name="PlaceHolder 3"/>
          <p:cNvSpPr>
            <a:spLocks noGrp="1"/>
          </p:cNvSpPr>
          <p:nvPr>
            <p:ph type="body"/>
          </p:nvPr>
        </p:nvSpPr>
        <p:spPr>
          <a:xfrm>
            <a:off x="709560" y="4861080"/>
            <a:ext cx="5679000" cy="460440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t">
            <a:noAutofit/>
          </a:bodyPr>
          <a:p>
            <a:pPr marL="216000" indent="-216000">
              <a:buNone/>
            </a:pPr>
            <a:endParaRPr b="0" lang="de-DE" sz="1800" strike="noStrike" u="none">
              <a:solidFill>
                <a:srgbClr val="000000"/>
              </a:solidFill>
              <a:uFillTx/>
              <a:latin typeface="Arial"/>
            </a:endParaRPr>
          </a:p>
        </p:txBody>
      </p:sp>
    </p:spTree>
  </p:cSld>
</p:notes>
</file>

<file path=ppt/notesSlides/notesSlide239.xml><?xml version="1.0" encoding="utf-8"?>
<p:notes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39" name="PlaceHolder 1"/>
          <p:cNvSpPr>
            <a:spLocks noGrp="1"/>
          </p:cNvSpPr>
          <p:nvPr>
            <p:ph type="sldNum" idx="97"/>
          </p:nvPr>
        </p:nvSpPr>
        <p:spPr>
          <a:xfrm>
            <a:off x="4021200" y="9721800"/>
            <a:ext cx="3075480" cy="51012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b">
            <a:noAutofit/>
          </a:bodyPr>
          <a:lstStyle>
            <a:lvl1pPr indent="0" algn="r" defTabSz="914400">
              <a:lnSpc>
                <a:spcPct val="100000"/>
              </a:lnSpc>
              <a:buNone/>
              <a:tabLst>
                <a:tab algn="l" pos="0"/>
              </a:tabLst>
              <a:defRPr b="0" lang="de-DE" sz="1200" strike="noStrike" u="none">
                <a:solidFill>
                  <a:schemeClr val="dk1"/>
                </a:solidFill>
                <a:uFillTx/>
                <a:latin typeface="+mn-lt"/>
                <a:ea typeface="+mn-ea"/>
              </a:defRPr>
            </a:lvl1pPr>
          </a:lstStyle>
          <a:p>
            <a:pPr indent="0" algn="r" defTabSz="914400">
              <a:lnSpc>
                <a:spcPct val="100000"/>
              </a:lnSpc>
              <a:buNone/>
              <a:tabLst>
                <a:tab algn="l" pos="0"/>
              </a:tabLst>
            </a:pPr>
            <a:r>
              <a:rPr b="0" lang="de-DE" sz="1200" strike="noStrike" u="none">
                <a:solidFill>
                  <a:schemeClr val="dk1"/>
                </a:solidFill>
                <a:uFillTx/>
                <a:latin typeface="+mn-lt"/>
                <a:ea typeface="+mn-ea"/>
              </a:rPr>
              <a:t>Kapitel 1, </a:t>
            </a:r>
            <a:fld id="{ACA0FAA8-906A-4786-8FE8-9F98A4704ECD}" type="slidenum">
              <a:rPr b="0" lang="de-DE" sz="1200" strike="noStrike" u="none">
                <a:solidFill>
                  <a:schemeClr val="dk1"/>
                </a:solidFill>
                <a:uFillTx/>
                <a:latin typeface="+mn-lt"/>
                <a:ea typeface="+mn-ea"/>
              </a:rPr>
              <a:t>&lt;Foliennummer&gt;</a:t>
            </a:fld>
            <a:endParaRPr b="0" lang="de-DE" sz="1200" strike="noStrike" u="none">
              <a:solidFill>
                <a:srgbClr val="000000"/>
              </a:solidFill>
              <a:uFillTx/>
              <a:latin typeface="Times New Roman"/>
            </a:endParaRPr>
          </a:p>
        </p:txBody>
      </p:sp>
      <p:sp>
        <p:nvSpPr>
          <p:cNvPr id="1340" name="PlaceHolder 2"/>
          <p:cNvSpPr>
            <a:spLocks noGrp="1"/>
          </p:cNvSpPr>
          <p:nvPr>
            <p:ph type="sldImg"/>
          </p:nvPr>
        </p:nvSpPr>
        <p:spPr>
          <a:xfrm>
            <a:off x="-263520" y="617400"/>
            <a:ext cx="7611120" cy="4281840"/>
          </a:xfrm>
          <a:prstGeom prst="rect">
            <a:avLst/>
          </a:prstGeom>
          <a:ln w="0">
            <a:noFill/>
          </a:ln>
        </p:spPr>
      </p:sp>
      <p:sp>
        <p:nvSpPr>
          <p:cNvPr id="1341" name="PlaceHolder 3"/>
          <p:cNvSpPr>
            <a:spLocks noGrp="1"/>
          </p:cNvSpPr>
          <p:nvPr>
            <p:ph type="body"/>
          </p:nvPr>
        </p:nvSpPr>
        <p:spPr>
          <a:xfrm>
            <a:off x="709560" y="4861080"/>
            <a:ext cx="5679000" cy="460440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t">
            <a:noAutofit/>
          </a:bodyPr>
          <a:p>
            <a:pPr marL="216000" indent="-216000">
              <a:buNone/>
            </a:pPr>
            <a:endParaRPr b="0" lang="de-DE" sz="1800" strike="noStrike" u="none">
              <a:solidFill>
                <a:srgbClr val="000000"/>
              </a:solidFill>
              <a:uFillTx/>
              <a:latin typeface="Arial"/>
            </a:endParaRPr>
          </a:p>
        </p:txBody>
      </p:sp>
    </p:spTree>
  </p:cSld>
</p:notes>
</file>

<file path=ppt/slideLayouts/_rels/slideLayout1.xml.rels><?xml version="1.0" encoding="UTF-8"?>
<Relationships xmlns="http://schemas.openxmlformats.org/package/2006/relationships"><Relationship Id="rId1" Type="http://schemas.openxmlformats.org/officeDocument/2006/relationships/slideMaster" Target="../slideMasters/slideMaster1.xml"/>
</Relationships>
</file>

<file path=ppt/slideLayouts/_rels/slideLayout2.xml.rels><?xml version="1.0" encoding="UTF-8"?>
<Relationships xmlns="http://schemas.openxmlformats.org/package/2006/relationships"><Relationship Id="rId1" Type="http://schemas.openxmlformats.org/officeDocument/2006/relationships/slideMaster" Target="../slideMasters/slideMaster2.xml"/>
</Relationships>
</file>

<file path=ppt/slideLayouts/_rels/slideLayout3.xml.rels><?xml version="1.0" encoding="UTF-8"?>
<Relationships xmlns="http://schemas.openxmlformats.org/package/2006/relationships"><Relationship Id="rId1" Type="http://schemas.openxmlformats.org/officeDocument/2006/relationships/slideMaster" Target="../slideMasters/slideMaster3.xml"/>
</Relationships>
</file>

<file path=ppt/slideLayouts/_rels/slideLayout4.xml.rels><?xml version="1.0" encoding="UTF-8"?>
<Relationships xmlns="http://schemas.openxmlformats.org/package/2006/relationships"><Relationship Id="rId1" Type="http://schemas.openxmlformats.org/officeDocument/2006/relationships/slideMaster" Target="../slideMasters/slideMaster4.xml"/>
</Relationships>
</file>

<file path=ppt/slideLayouts/_rels/slideLayout5.xml.rels><?xml version="1.0" encoding="UTF-8"?>
<Relationships xmlns="http://schemas.openxmlformats.org/package/2006/relationships"><Relationship Id="rId1" Type="http://schemas.openxmlformats.org/officeDocument/2006/relationships/slideMaster" Target="../slideMasters/slideMaster5.xml"/>
</Relationships>
</file>

<file path=ppt/slideLayouts/_rels/slideLayout6.xml.rels><?xml version="1.0" encoding="UTF-8"?>
<Relationships xmlns="http://schemas.openxmlformats.org/package/2006/relationships"><Relationship Id="rId1" Type="http://schemas.openxmlformats.org/officeDocument/2006/relationships/slideMaster" Target="../slideMasters/slideMaster6.xml"/>
</Relationships>
</file>

<file path=ppt/slideLayouts/_rels/slideLayout7.xml.rels><?xml version="1.0" encoding="UTF-8"?>
<Relationships xmlns="http://schemas.openxmlformats.org/package/2006/relationships"><Relationship Id="rId1" Type="http://schemas.openxmlformats.org/officeDocument/2006/relationships/slideMaster" Target="../slideMasters/slideMaster7.xml"/>
</Relationships>
</file>

<file path=ppt/slideLayouts/_rels/slideLayout8.xml.rels><?xml version="1.0" encoding="UTF-8"?>
<Relationships xmlns="http://schemas.openxmlformats.org/package/2006/relationships"><Relationship Id="rId1" Type="http://schemas.openxmlformats.org/officeDocument/2006/relationships/slideMaster" Target="../slideMasters/slideMaster8.xml"/>
</Relationships>
</file>

<file path=ppt/slideLayouts/_rels/slideLayout9.xml.rels><?xml version="1.0" encoding="UTF-8"?>
<Relationships xmlns="http://schemas.openxmlformats.org/package/2006/relationships"><Relationship Id="rId1" Type="http://schemas.openxmlformats.org/officeDocument/2006/relationships/slideMaster" Target="../slideMasters/slideMaster9.xml"/>
</Relationships>
</file>

<file path=ppt/slideLayouts/_rels/slideLayout10.xml.rels><?xml version="1.0" encoding="UTF-8"?>
<Relationships xmlns="http://schemas.openxmlformats.org/package/2006/relationships"><Relationship Id="rId1" Type="http://schemas.openxmlformats.org/officeDocument/2006/relationships/slideMaster" Target="../slideMasters/slideMaster10.xml"/>
</Relationships>
</file>

<file path=ppt/slideLayouts/_rels/slideLayout11.xml.rels><?xml version="1.0" encoding="UTF-8"?>
<Relationships xmlns="http://schemas.openxmlformats.org/package/2006/relationships"><Relationship Id="rId1" Type="http://schemas.openxmlformats.org/officeDocument/2006/relationships/slideMaster" Target="../slideMasters/slideMaster11.xml"/>
</Relationships>
</file>

<file path=ppt/slideLayouts/_rels/slideLayout12.xml.rels><?xml version="1.0" encoding="UTF-8"?>
<Relationships xmlns="http://schemas.openxmlformats.org/package/2006/relationships"><Relationship Id="rId1" Type="http://schemas.openxmlformats.org/officeDocument/2006/relationships/slideMaster" Target="../slideMasters/slideMaster12.xml"/>
</Relationships>
</file>

<file path=ppt/slideLayouts/_rels/slideLayout13.xml.rels><?xml version="1.0" encoding="UTF-8"?>
<Relationships xmlns="http://schemas.openxmlformats.org/package/2006/relationships"><Relationship Id="rId1" Type="http://schemas.openxmlformats.org/officeDocument/2006/relationships/slideMaster" Target="../slideMasters/slideMaster13.xml"/>
</Relationships>
</file>

<file path=ppt/slideLayouts/_rels/slideLayout14.xml.rels><?xml version="1.0" encoding="UTF-8"?>
<Relationships xmlns="http://schemas.openxmlformats.org/package/2006/relationships"><Relationship Id="rId1" Type="http://schemas.openxmlformats.org/officeDocument/2006/relationships/slideMaster" Target="../slideMasters/slideMaster14.xml"/>
</Relationships>
</file>

<file path=ppt/slideLayouts/_rels/slideLayout15.xml.rels><?xml version="1.0" encoding="UTF-8"?>
<Relationships xmlns="http://schemas.openxmlformats.org/package/2006/relationships"><Relationship Id="rId1" Type="http://schemas.openxmlformats.org/officeDocument/2006/relationships/slideMaster" Target="../slideMasters/slideMaster15.xml"/>
</Relationships>
</file>

<file path=ppt/slideLayouts/_rels/slideLayout16.xml.rels><?xml version="1.0" encoding="UTF-8"?>
<Relationships xmlns="http://schemas.openxmlformats.org/package/2006/relationships"><Relationship Id="rId1" Type="http://schemas.openxmlformats.org/officeDocument/2006/relationships/slideMaster" Target="../slideMasters/slideMaster16.xml"/>
</Relationships>
</file>

<file path=ppt/slideLayouts/_rels/slideLayout17.xml.rels><?xml version="1.0" encoding="UTF-8"?>
<Relationships xmlns="http://schemas.openxmlformats.org/package/2006/relationships"><Relationship Id="rId1" Type="http://schemas.openxmlformats.org/officeDocument/2006/relationships/slideMaster" Target="../slideMasters/slideMaster17.xml"/>
</Relationships>
</file>

<file path=ppt/slideLayouts/_rels/slideLayout18.xml.rels><?xml version="1.0" encoding="UTF-8"?>
<Relationships xmlns="http://schemas.openxmlformats.org/package/2006/relationships"><Relationship Id="rId1" Type="http://schemas.openxmlformats.org/officeDocument/2006/relationships/slideMaster" Target="../slideMasters/slideMaster18.xml"/>
</Relationships>
</file>

<file path=ppt/slideLayouts/_rels/slideLayout19.xml.rels><?xml version="1.0" encoding="UTF-8"?>
<Relationships xmlns="http://schemas.openxmlformats.org/package/2006/relationships"><Relationship Id="rId1" Type="http://schemas.openxmlformats.org/officeDocument/2006/relationships/slideMaster" Target="../slideMasters/slideMaster19.xml"/>
</Relationships>
</file>

<file path=ppt/slideLayouts/_rels/slideLayout20.xml.rels><?xml version="1.0" encoding="UTF-8"?>
<Relationships xmlns="http://schemas.openxmlformats.org/package/2006/relationships"><Relationship Id="rId1" Type="http://schemas.openxmlformats.org/officeDocument/2006/relationships/slideMaster" Target="../slideMasters/slideMaster20.xml"/>
</Relationships>
</file>

<file path=ppt/slideLayouts/_rels/slideLayout21.xml.rels><?xml version="1.0" encoding="UTF-8"?>
<Relationships xmlns="http://schemas.openxmlformats.org/package/2006/relationships"><Relationship Id="rId1" Type="http://schemas.openxmlformats.org/officeDocument/2006/relationships/slideMaster" Target="../slideMasters/slideMaster21.xml"/>
</Relationships>
</file>

<file path=ppt/slideLayouts/_rels/slideLayout22.xml.rels><?xml version="1.0" encoding="UTF-8"?>
<Relationships xmlns="http://schemas.openxmlformats.org/package/2006/relationships"><Relationship Id="rId1" Type="http://schemas.openxmlformats.org/officeDocument/2006/relationships/slideMaster" Target="../slideMasters/slideMaster22.xml"/>
</Relationships>
</file>

<file path=ppt/slideLayouts/_rels/slideLayout23.xml.rels><?xml version="1.0" encoding="UTF-8"?>
<Relationships xmlns="http://schemas.openxmlformats.org/package/2006/relationships"><Relationship Id="rId1" Type="http://schemas.openxmlformats.org/officeDocument/2006/relationships/slideMaster" Target="../slideMasters/slideMaster23.xml"/>
</Relationships>
</file>

<file path=ppt/slideLayouts/_rels/slideLayout24.xml.rels><?xml version="1.0" encoding="UTF-8"?>
<Relationships xmlns="http://schemas.openxmlformats.org/package/2006/relationships"><Relationship Id="rId1" Type="http://schemas.openxmlformats.org/officeDocument/2006/relationships/slideMaster" Target="../slideMasters/slideMaster24.xml"/>
</Relationships>
</file>

<file path=ppt/slideLayouts/_rels/slideLayout25.xml.rels><?xml version="1.0" encoding="UTF-8"?>
<Relationships xmlns="http://schemas.openxmlformats.org/package/2006/relationships"><Relationship Id="rId1" Type="http://schemas.openxmlformats.org/officeDocument/2006/relationships/slideMaster" Target="../slideMasters/slideMaster25.xml"/>
</Relationships>
</file>

<file path=ppt/slideLayouts/_rels/slideLayout26.xml.rels><?xml version="1.0" encoding="UTF-8"?>
<Relationships xmlns="http://schemas.openxmlformats.org/package/2006/relationships"><Relationship Id="rId1" Type="http://schemas.openxmlformats.org/officeDocument/2006/relationships/slideMaster" Target="../slideMasters/slideMaster26.xml"/>
</Relationships>
</file>

<file path=ppt/slideLayouts/_rels/slideLayout27.xml.rels><?xml version="1.0" encoding="UTF-8"?>
<Relationships xmlns="http://schemas.openxmlformats.org/package/2006/relationships"><Relationship Id="rId1" Type="http://schemas.openxmlformats.org/officeDocument/2006/relationships/slideMaster" Target="../slideMasters/slideMaster27.xml"/>
</Relationships>
</file>

<file path=ppt/slideLayouts/_rels/slideLayout28.xml.rels><?xml version="1.0" encoding="UTF-8"?>
<Relationships xmlns="http://schemas.openxmlformats.org/package/2006/relationships"><Relationship Id="rId1" Type="http://schemas.openxmlformats.org/officeDocument/2006/relationships/slideMaster" Target="../slideMasters/slideMaster28.xml"/>
</Relationships>
</file>

<file path=ppt/slideLayouts/_rels/slideLayout29.xml.rels><?xml version="1.0" encoding="UTF-8"?>
<Relationships xmlns="http://schemas.openxmlformats.org/package/2006/relationships"><Relationship Id="rId1" Type="http://schemas.openxmlformats.org/officeDocument/2006/relationships/slideMaster" Target="../slideMasters/slideMaster29.xml"/>
</Relationships>
</file>

<file path=ppt/slideLayouts/_rels/slideLayout30.xml.rels><?xml version="1.0" encoding="UTF-8"?>
<Relationships xmlns="http://schemas.openxmlformats.org/package/2006/relationships"><Relationship Id="rId1" Type="http://schemas.openxmlformats.org/officeDocument/2006/relationships/slideMaster" Target="../slideMasters/slideMaster30.xml"/>
</Relationships>
</file>

<file path=ppt/slideLayouts/_rels/slideLayout31.xml.rels><?xml version="1.0" encoding="UTF-8"?>
<Relationships xmlns="http://schemas.openxmlformats.org/package/2006/relationships"><Relationship Id="rId1" Type="http://schemas.openxmlformats.org/officeDocument/2006/relationships/slideMaster" Target="../slideMasters/slideMaster31.xml"/>
</Relationships>
</file>

<file path=ppt/slideLayouts/_rels/slideLayout32.xml.rels><?xml version="1.0" encoding="UTF-8"?>
<Relationships xmlns="http://schemas.openxmlformats.org/package/2006/relationships"><Relationship Id="rId1" Type="http://schemas.openxmlformats.org/officeDocument/2006/relationships/slideMaster" Target="../slideMasters/slideMaster32.xml"/>
</Relationships>
</file>

<file path=ppt/slideLayouts/_rels/slideLayout33.xml.rels><?xml version="1.0" encoding="UTF-8"?>
<Relationships xmlns="http://schemas.openxmlformats.org/package/2006/relationships"><Relationship Id="rId1" Type="http://schemas.openxmlformats.org/officeDocument/2006/relationships/slideMaster" Target="../slideMasters/slideMaster32.xml"/>
</Relationships>
</file>

<file path=ppt/slideLayouts/_rels/slideLayout34.xml.rels><?xml version="1.0" encoding="UTF-8"?>
<Relationships xmlns="http://schemas.openxmlformats.org/package/2006/relationships"><Relationship Id="rId1" Type="http://schemas.openxmlformats.org/officeDocument/2006/relationships/slideMaster" Target="../slideMasters/slideMaster32.xml"/>
</Relationships>
</file>

<file path=ppt/slideLayouts/_rels/slideLayout35.xml.rels><?xml version="1.0" encoding="UTF-8"?>
<Relationships xmlns="http://schemas.openxmlformats.org/package/2006/relationships"><Relationship Id="rId1" Type="http://schemas.openxmlformats.org/officeDocument/2006/relationships/slideMaster" Target="../slideMasters/slideMaster32.xml"/>
</Relationships>
</file>

<file path=ppt/slideLayouts/_rels/slideLayout36.xml.rels><?xml version="1.0" encoding="UTF-8"?>
<Relationships xmlns="http://schemas.openxmlformats.org/package/2006/relationships"><Relationship Id="rId1" Type="http://schemas.openxmlformats.org/officeDocument/2006/relationships/slideMaster" Target="../slideMasters/slideMaster32.xml"/>
</Relationships>
</file>

<file path=ppt/slideLayouts/_rels/slideLayout37.xml.rels><?xml version="1.0" encoding="UTF-8"?>
<Relationships xmlns="http://schemas.openxmlformats.org/package/2006/relationships"><Relationship Id="rId1" Type="http://schemas.openxmlformats.org/officeDocument/2006/relationships/slideMaster" Target="../slideMasters/slideMaster32.xml"/>
</Relationships>
</file>

<file path=ppt/slideLayouts/_rels/slideLayout38.xml.rels><?xml version="1.0" encoding="UTF-8"?>
<Relationships xmlns="http://schemas.openxmlformats.org/package/2006/relationships"><Relationship Id="rId1" Type="http://schemas.openxmlformats.org/officeDocument/2006/relationships/slideMaster" Target="../slideMasters/slideMaster32.xml"/>
</Relationships>
</file>

<file path=ppt/slideLayouts/_rels/slideLayout39.xml.rels><?xml version="1.0" encoding="UTF-8"?>
<Relationships xmlns="http://schemas.openxmlformats.org/package/2006/relationships"><Relationship Id="rId1" Type="http://schemas.openxmlformats.org/officeDocument/2006/relationships/slideMaster" Target="../slideMasters/slideMaster32.xml"/>
</Relationships>
</file>

<file path=ppt/slideLayouts/_rels/slideLayout40.xml.rels><?xml version="1.0" encoding="UTF-8"?>
<Relationships xmlns="http://schemas.openxmlformats.org/package/2006/relationships"><Relationship Id="rId1" Type="http://schemas.openxmlformats.org/officeDocument/2006/relationships/slideMaster" Target="../slideMasters/slideMaster33.xml"/>
</Relationships>
</file>

<file path=ppt/slideLayouts/_rels/slideLayout41.xml.rels><?xml version="1.0" encoding="UTF-8"?>
<Relationships xmlns="http://schemas.openxmlformats.org/package/2006/relationships"><Relationship Id="rId1" Type="http://schemas.openxmlformats.org/officeDocument/2006/relationships/slideMaster" Target="../slideMasters/slideMaster34.xml"/>
</Relationships>
</file>

<file path=ppt/slideLayouts/_rels/slideLayout42.xml.rels><?xml version="1.0" encoding="UTF-8"?>
<Relationships xmlns="http://schemas.openxmlformats.org/package/2006/relationships"><Relationship Id="rId1" Type="http://schemas.openxmlformats.org/officeDocument/2006/relationships/slideMaster" Target="../slideMasters/slideMaster35.xml"/>
</Relationships>
</file>

<file path=ppt/slideLayouts/_rels/slideLayout43.xml.rels><?xml version="1.0" encoding="UTF-8"?>
<Relationships xmlns="http://schemas.openxmlformats.org/package/2006/relationships"><Relationship Id="rId1" Type="http://schemas.openxmlformats.org/officeDocument/2006/relationships/slideMaster" Target="../slideMasters/slideMaster36.xml"/>
</Relationships>
</file>

<file path=ppt/slideLayouts/_rels/slideLayout44.xml.rels><?xml version="1.0" encoding="UTF-8"?>
<Relationships xmlns="http://schemas.openxmlformats.org/package/2006/relationships"><Relationship Id="rId1" Type="http://schemas.openxmlformats.org/officeDocument/2006/relationships/slideMaster" Target="../slideMasters/slideMaster37.xml"/>
</Relationships>
</file>

<file path=ppt/slideLayouts/_rels/slideLayout45.xml.rels><?xml version="1.0" encoding="UTF-8"?>
<Relationships xmlns="http://schemas.openxmlformats.org/package/2006/relationships"><Relationship Id="rId1" Type="http://schemas.openxmlformats.org/officeDocument/2006/relationships/slideMaster" Target="../slideMasters/slideMaster38.xml"/>
</Relationships>
</file>

<file path=ppt/slideLayouts/_rels/slideLayout46.xml.rels><?xml version="1.0" encoding="UTF-8"?>
<Relationships xmlns="http://schemas.openxmlformats.org/package/2006/relationships"><Relationship Id="rId1" Type="http://schemas.openxmlformats.org/officeDocument/2006/relationships/slideMaster" Target="../slideMasters/slideMaster39.xml"/>
</Relationships>
</file>

<file path=ppt/slideLayouts/slideLayout1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title" preserve="1">
  <p:cSld name="Titelfoli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PlaceHolder 1"/>
          <p:cNvSpPr>
            <a:spLocks noGrp="1"/>
          </p:cNvSpPr>
          <p:nvPr>
            <p:ph type="title"/>
          </p:nvPr>
        </p:nvSpPr>
        <p:spPr>
          <a:xfrm>
            <a:off x="838080" y="365040"/>
            <a:ext cx="10514520" cy="13244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ctr">
            <a:noAutofit/>
          </a:bodyPr>
          <a:p>
            <a:pPr indent="0" algn="ctr">
              <a:buNone/>
            </a:pPr>
            <a:endParaRPr b="0" lang="de-DE" sz="4400" strike="noStrike" u="none">
              <a:solidFill>
                <a:srgbClr val="000000"/>
              </a:solidFill>
              <a:uFillTx/>
              <a:latin typeface="Arial"/>
            </a:endParaRPr>
          </a:p>
        </p:txBody>
      </p:sp>
      <p:sp>
        <p:nvSpPr>
          <p:cNvPr id="5" name="PlaceHolder 2"/>
          <p:cNvSpPr>
            <a:spLocks noGrp="1"/>
          </p:cNvSpPr>
          <p:nvPr>
            <p:ph type="subTitle"/>
          </p:nvPr>
        </p:nvSpPr>
        <p:spPr>
          <a:xfrm>
            <a:off x="838080" y="1825560"/>
            <a:ext cx="10514520" cy="43502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ctr">
            <a:noAutofit/>
          </a:bodyPr>
          <a:p>
            <a:pPr indent="0" algn="ctr">
              <a:buNone/>
            </a:pPr>
            <a:endParaRPr b="0" lang="de-DE" sz="3200" strike="noStrike" u="none">
              <a:solidFill>
                <a:srgbClr val="000000"/>
              </a:solidFill>
              <a:uFillTx/>
              <a:latin typeface="Arial"/>
            </a:endParaRPr>
          </a:p>
        </p:txBody>
      </p:sp>
      <p:sp>
        <p:nvSpPr>
          <p:cNvPr id="4" name="PlaceHolder 3"/>
          <p:cNvSpPr>
            <a:spLocks noGrp="1"/>
          </p:cNvSpPr>
          <p:nvPr>
            <p:ph type="ftr" idx="1"/>
          </p:nvPr>
        </p:nvSpPr>
        <p:spPr/>
        <p:txBody>
          <a:bodyPr/>
          <a:p>
            <a:r>
              <a:t>Footer</a:t>
            </a:r>
          </a:p>
        </p:txBody>
      </p:sp>
      <p:sp>
        <p:nvSpPr>
          <p:cNvPr id="5" name="PlaceHolder 4"/>
          <p:cNvSpPr>
            <a:spLocks noGrp="1"/>
          </p:cNvSpPr>
          <p:nvPr>
            <p:ph type="sldNum" idx="2"/>
          </p:nvPr>
        </p:nvSpPr>
        <p:spPr/>
        <p:txBody>
          <a:bodyPr/>
          <a:p>
            <a:fld id="{F31BDF07-1A8B-4C2F-9791-49CA1F67FBE6}" type="slidenum">
              <a:t>&lt;#&gt;</a:t>
            </a:fld>
          </a:p>
        </p:txBody>
      </p:sp>
      <p:sp>
        <p:nvSpPr>
          <p:cNvPr id="6" name="PlaceHolder 5"/>
          <p:cNvSpPr>
            <a:spLocks noGrp="1"/>
          </p:cNvSpPr>
          <p:nvPr>
            <p:ph type="dt" idx="3"/>
          </p:nvPr>
        </p:nvSpPr>
        <p:spPr/>
        <p:txBody>
          <a:bodyPr/>
          <a:p>
            <a:r>
              <a:rPr lang="de-DE"/>
              <a:t/>
            </a:r>
          </a:p>
        </p:txBody>
      </p:sp>
    </p:spTree>
  </p:cSld>
</p:sldLayout>
</file>

<file path=ppt/slideLayouts/slideLayout2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vertTx" preserve="1">
  <p:cSld name="Titel und vertikaler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PlaceHolder 1"/>
          <p:cNvSpPr>
            <a:spLocks noGrp="1"/>
          </p:cNvSpPr>
          <p:nvPr>
            <p:ph type="ftr" idx="4"/>
          </p:nvPr>
        </p:nvSpPr>
        <p:spPr/>
        <p:txBody>
          <a:bodyPr/>
          <a:p>
            <a:r>
              <a:t>Footer</a:t>
            </a:r>
          </a:p>
        </p:txBody>
      </p:sp>
      <p:sp>
        <p:nvSpPr>
          <p:cNvPr id="3" name="PlaceHolder 2"/>
          <p:cNvSpPr>
            <a:spLocks noGrp="1"/>
          </p:cNvSpPr>
          <p:nvPr>
            <p:ph type="sldNum" idx="5"/>
          </p:nvPr>
        </p:nvSpPr>
        <p:spPr/>
        <p:txBody>
          <a:bodyPr/>
          <a:p>
            <a:fld id="{8A54A60D-932F-4A70-BB90-DEF84BA2D88D}" type="slidenum">
              <a:t>&lt;#&gt;</a:t>
            </a:fld>
          </a:p>
        </p:txBody>
      </p:sp>
      <p:sp>
        <p:nvSpPr>
          <p:cNvPr id="4" name="PlaceHolder 3"/>
          <p:cNvSpPr>
            <a:spLocks noGrp="1"/>
          </p:cNvSpPr>
          <p:nvPr>
            <p:ph type="dt" idx="6"/>
          </p:nvPr>
        </p:nvSpPr>
        <p:spPr/>
        <p:txBody>
          <a:bodyPr/>
          <a:p>
            <a:r>
              <a:rPr lang="de-DE"/>
              <a:t/>
            </a:r>
          </a:p>
        </p:txBody>
      </p:sp>
    </p:spTree>
  </p:cSld>
</p:sldLayout>
</file>

<file path=ppt/slideLayouts/slideLayout3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vertTitleAndTx" preserve="1">
  <p:cSld name="Vertikaler Titel u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PlaceHolder 1"/>
          <p:cNvSpPr>
            <a:spLocks noGrp="1"/>
          </p:cNvSpPr>
          <p:nvPr>
            <p:ph type="ftr" idx="7"/>
          </p:nvPr>
        </p:nvSpPr>
        <p:spPr/>
        <p:txBody>
          <a:bodyPr/>
          <a:p>
            <a:r>
              <a:t>Footer</a:t>
            </a:r>
          </a:p>
        </p:txBody>
      </p:sp>
      <p:sp>
        <p:nvSpPr>
          <p:cNvPr id="3" name="PlaceHolder 2"/>
          <p:cNvSpPr>
            <a:spLocks noGrp="1"/>
          </p:cNvSpPr>
          <p:nvPr>
            <p:ph type="sldNum" idx="8"/>
          </p:nvPr>
        </p:nvSpPr>
        <p:spPr/>
        <p:txBody>
          <a:bodyPr/>
          <a:p>
            <a:fld id="{5D1D410E-8750-4665-90F8-6D7C498EA63A}" type="slidenum">
              <a:t>&lt;#&gt;</a:t>
            </a:fld>
          </a:p>
        </p:txBody>
      </p:sp>
      <p:sp>
        <p:nvSpPr>
          <p:cNvPr id="4" name="PlaceHolder 3"/>
          <p:cNvSpPr>
            <a:spLocks noGrp="1"/>
          </p:cNvSpPr>
          <p:nvPr>
            <p:ph type="dt" idx="9"/>
          </p:nvPr>
        </p:nvSpPr>
        <p:spPr/>
        <p:txBody>
          <a:bodyPr/>
          <a:p>
            <a:r>
              <a:rPr lang="de-DE"/>
              <a:t/>
            </a:r>
          </a:p>
        </p:txBody>
      </p:sp>
    </p:spTree>
  </p:cSld>
</p:sldLayout>
</file>

<file path=ppt/slideLayouts/slideLayout4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obj" preserve="1">
  <p:cSld name="Titel und Inhal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" name="PlaceHolder 1"/>
          <p:cNvSpPr>
            <a:spLocks noGrp="1"/>
          </p:cNvSpPr>
          <p:nvPr>
            <p:ph type="title"/>
          </p:nvPr>
        </p:nvSpPr>
        <p:spPr>
          <a:xfrm>
            <a:off x="838080" y="365040"/>
            <a:ext cx="10514520" cy="13244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ctr">
            <a:noAutofit/>
          </a:bodyPr>
          <a:p>
            <a:pPr indent="0" algn="ctr">
              <a:buNone/>
            </a:pPr>
            <a:endParaRPr b="0" lang="de-DE" sz="4400" strike="noStrike" u="none">
              <a:solidFill>
                <a:srgbClr val="000000"/>
              </a:solidFill>
              <a:uFillTx/>
              <a:latin typeface="Arial"/>
            </a:endParaRPr>
          </a:p>
        </p:txBody>
      </p:sp>
      <p:sp>
        <p:nvSpPr>
          <p:cNvPr id="18" name="PlaceHolder 2"/>
          <p:cNvSpPr>
            <a:spLocks noGrp="1"/>
          </p:cNvSpPr>
          <p:nvPr>
            <p:ph/>
          </p:nvPr>
        </p:nvSpPr>
        <p:spPr>
          <a:xfrm>
            <a:off x="838080" y="1825560"/>
            <a:ext cx="10514520" cy="43502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indent="0">
              <a:spcBef>
                <a:spcPts val="1417"/>
              </a:spcBef>
              <a:buNone/>
            </a:pPr>
            <a:endParaRPr b="0" lang="de-DE" sz="3200" strike="noStrike" u="none">
              <a:solidFill>
                <a:srgbClr val="000000"/>
              </a:solidFill>
              <a:uFillTx/>
              <a:latin typeface="Arial"/>
            </a:endParaRPr>
          </a:p>
        </p:txBody>
      </p:sp>
      <p:sp>
        <p:nvSpPr>
          <p:cNvPr id="4" name="PlaceHolder 3"/>
          <p:cNvSpPr>
            <a:spLocks noGrp="1"/>
          </p:cNvSpPr>
          <p:nvPr>
            <p:ph type="ftr" idx="10"/>
          </p:nvPr>
        </p:nvSpPr>
        <p:spPr/>
        <p:txBody>
          <a:bodyPr/>
          <a:p>
            <a:r>
              <a:t>Footer</a:t>
            </a:r>
          </a:p>
        </p:txBody>
      </p:sp>
      <p:sp>
        <p:nvSpPr>
          <p:cNvPr id="5" name="PlaceHolder 4"/>
          <p:cNvSpPr>
            <a:spLocks noGrp="1"/>
          </p:cNvSpPr>
          <p:nvPr>
            <p:ph type="sldNum" idx="11"/>
          </p:nvPr>
        </p:nvSpPr>
        <p:spPr/>
        <p:txBody>
          <a:bodyPr/>
          <a:p>
            <a:fld id="{5BECF062-917F-44A2-8D2D-309A0A23A46D}" type="slidenum">
              <a:t>&lt;#&gt;</a:t>
            </a:fld>
          </a:p>
        </p:txBody>
      </p:sp>
      <p:sp>
        <p:nvSpPr>
          <p:cNvPr id="6" name="PlaceHolder 5"/>
          <p:cNvSpPr>
            <a:spLocks noGrp="1"/>
          </p:cNvSpPr>
          <p:nvPr>
            <p:ph type="dt" idx="12"/>
          </p:nvPr>
        </p:nvSpPr>
        <p:spPr/>
        <p:txBody>
          <a:bodyPr/>
          <a:p>
            <a:r>
              <a:rPr lang="de-DE"/>
              <a:t/>
            </a:r>
          </a:p>
        </p:txBody>
      </p:sp>
    </p:spTree>
  </p:cSld>
</p:sldLayout>
</file>

<file path=ppt/slideLayouts/slideLayout5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blank" preserve="1">
  <p:cSld name="Abschnitts-&#10;überschrif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PlaceHolder 1"/>
          <p:cNvSpPr>
            <a:spLocks noGrp="1"/>
          </p:cNvSpPr>
          <p:nvPr>
            <p:ph type="ftr" idx="13"/>
          </p:nvPr>
        </p:nvSpPr>
        <p:spPr/>
        <p:txBody>
          <a:bodyPr/>
          <a:p>
            <a:r>
              <a:t>Footer</a:t>
            </a:r>
          </a:p>
        </p:txBody>
      </p:sp>
      <p:sp>
        <p:nvSpPr>
          <p:cNvPr id="3" name="PlaceHolder 2"/>
          <p:cNvSpPr>
            <a:spLocks noGrp="1"/>
          </p:cNvSpPr>
          <p:nvPr>
            <p:ph type="sldNum" idx="14"/>
          </p:nvPr>
        </p:nvSpPr>
        <p:spPr/>
        <p:txBody>
          <a:bodyPr/>
          <a:p>
            <a:fld id="{C3747A27-A341-4ABF-9121-67C26034357B}" type="slidenum">
              <a:t>&lt;#&gt;</a:t>
            </a:fld>
          </a:p>
        </p:txBody>
      </p:sp>
      <p:sp>
        <p:nvSpPr>
          <p:cNvPr id="4" name="PlaceHolder 3"/>
          <p:cNvSpPr>
            <a:spLocks noGrp="1"/>
          </p:cNvSpPr>
          <p:nvPr>
            <p:ph type="dt" idx="15"/>
          </p:nvPr>
        </p:nvSpPr>
        <p:spPr/>
        <p:txBody>
          <a:bodyPr/>
          <a:p>
            <a:r>
              <a:rPr lang="de-DE"/>
              <a:t/>
            </a:r>
          </a:p>
        </p:txBody>
      </p:sp>
    </p:spTree>
  </p:cSld>
</p:sldLayout>
</file>

<file path=ppt/slideLayouts/slideLayout6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twoObj" preserve="1">
  <p:cSld name="Zwei Inhalt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8" name="PlaceHolder 1"/>
          <p:cNvSpPr>
            <a:spLocks noGrp="1"/>
          </p:cNvSpPr>
          <p:nvPr>
            <p:ph type="title"/>
          </p:nvPr>
        </p:nvSpPr>
        <p:spPr>
          <a:xfrm>
            <a:off x="838080" y="365040"/>
            <a:ext cx="10514520" cy="13244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ctr">
            <a:noAutofit/>
          </a:bodyPr>
          <a:p>
            <a:pPr indent="0" algn="ctr">
              <a:buNone/>
            </a:pPr>
            <a:endParaRPr b="0" lang="de-DE" sz="4400" strike="noStrike" u="none">
              <a:solidFill>
                <a:srgbClr val="000000"/>
              </a:solidFill>
              <a:uFillTx/>
              <a:latin typeface="Arial"/>
            </a:endParaRPr>
          </a:p>
        </p:txBody>
      </p:sp>
      <p:sp>
        <p:nvSpPr>
          <p:cNvPr id="29" name="PlaceHolder 2"/>
          <p:cNvSpPr>
            <a:spLocks noGrp="1"/>
          </p:cNvSpPr>
          <p:nvPr>
            <p:ph/>
          </p:nvPr>
        </p:nvSpPr>
        <p:spPr>
          <a:xfrm>
            <a:off x="838080" y="1825560"/>
            <a:ext cx="5131080" cy="43502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indent="0">
              <a:spcBef>
                <a:spcPts val="1417"/>
              </a:spcBef>
              <a:buNone/>
            </a:pPr>
            <a:endParaRPr b="0" lang="de-DE" sz="3200" strike="noStrike" u="none">
              <a:solidFill>
                <a:srgbClr val="000000"/>
              </a:solidFill>
              <a:uFillTx/>
              <a:latin typeface="Arial"/>
            </a:endParaRPr>
          </a:p>
        </p:txBody>
      </p:sp>
      <p:sp>
        <p:nvSpPr>
          <p:cNvPr id="30" name="PlaceHolder 3"/>
          <p:cNvSpPr>
            <a:spLocks noGrp="1"/>
          </p:cNvSpPr>
          <p:nvPr>
            <p:ph/>
          </p:nvPr>
        </p:nvSpPr>
        <p:spPr>
          <a:xfrm>
            <a:off x="6226200" y="1825560"/>
            <a:ext cx="5131080" cy="43502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indent="0">
              <a:spcBef>
                <a:spcPts val="1417"/>
              </a:spcBef>
              <a:buNone/>
            </a:pPr>
            <a:endParaRPr b="0" lang="de-DE" sz="3200" strike="noStrike" u="none">
              <a:solidFill>
                <a:srgbClr val="000000"/>
              </a:solidFill>
              <a:uFillTx/>
              <a:latin typeface="Arial"/>
            </a:endParaRPr>
          </a:p>
        </p:txBody>
      </p:sp>
      <p:sp>
        <p:nvSpPr>
          <p:cNvPr id="5" name="PlaceHolder 4"/>
          <p:cNvSpPr>
            <a:spLocks noGrp="1"/>
          </p:cNvSpPr>
          <p:nvPr>
            <p:ph type="ftr" idx="16"/>
          </p:nvPr>
        </p:nvSpPr>
        <p:spPr/>
        <p:txBody>
          <a:bodyPr/>
          <a:p>
            <a:r>
              <a:t>Footer</a:t>
            </a:r>
          </a:p>
        </p:txBody>
      </p:sp>
      <p:sp>
        <p:nvSpPr>
          <p:cNvPr id="6" name="PlaceHolder 5"/>
          <p:cNvSpPr>
            <a:spLocks noGrp="1"/>
          </p:cNvSpPr>
          <p:nvPr>
            <p:ph type="sldNum" idx="17"/>
          </p:nvPr>
        </p:nvSpPr>
        <p:spPr/>
        <p:txBody>
          <a:bodyPr/>
          <a:p>
            <a:fld id="{9A6B1A4E-1522-4069-9157-031177E9F916}" type="slidenum">
              <a:t>&lt;#&gt;</a:t>
            </a:fld>
          </a:p>
        </p:txBody>
      </p:sp>
      <p:sp>
        <p:nvSpPr>
          <p:cNvPr id="7" name="PlaceHolder 6"/>
          <p:cNvSpPr>
            <a:spLocks noGrp="1"/>
          </p:cNvSpPr>
          <p:nvPr>
            <p:ph type="dt" idx="18"/>
          </p:nvPr>
        </p:nvSpPr>
        <p:spPr/>
        <p:txBody>
          <a:bodyPr/>
          <a:p>
            <a:r>
              <a:rPr lang="de-DE"/>
              <a:t/>
            </a:r>
          </a:p>
        </p:txBody>
      </p:sp>
    </p:spTree>
  </p:cSld>
</p:sldLayout>
</file>

<file path=ppt/slideLayouts/slideLayout7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blank" preserve="1">
  <p:cSld name="Vergleich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PlaceHolder 1"/>
          <p:cNvSpPr>
            <a:spLocks noGrp="1"/>
          </p:cNvSpPr>
          <p:nvPr>
            <p:ph type="ftr" idx="19"/>
          </p:nvPr>
        </p:nvSpPr>
        <p:spPr/>
        <p:txBody>
          <a:bodyPr/>
          <a:p>
            <a:r>
              <a:t>Footer</a:t>
            </a:r>
          </a:p>
        </p:txBody>
      </p:sp>
      <p:sp>
        <p:nvSpPr>
          <p:cNvPr id="3" name="PlaceHolder 2"/>
          <p:cNvSpPr>
            <a:spLocks noGrp="1"/>
          </p:cNvSpPr>
          <p:nvPr>
            <p:ph type="sldNum" idx="20"/>
          </p:nvPr>
        </p:nvSpPr>
        <p:spPr/>
        <p:txBody>
          <a:bodyPr/>
          <a:p>
            <a:fld id="{C369E110-D1E5-486D-A442-81E5B9BE7AD3}" type="slidenum">
              <a:t>&lt;#&gt;</a:t>
            </a:fld>
          </a:p>
        </p:txBody>
      </p:sp>
      <p:sp>
        <p:nvSpPr>
          <p:cNvPr id="4" name="PlaceHolder 3"/>
          <p:cNvSpPr>
            <a:spLocks noGrp="1"/>
          </p:cNvSpPr>
          <p:nvPr>
            <p:ph type="dt" idx="21"/>
          </p:nvPr>
        </p:nvSpPr>
        <p:spPr/>
        <p:txBody>
          <a:bodyPr/>
          <a:p>
            <a:r>
              <a:rPr lang="de-DE"/>
              <a:t/>
            </a:r>
          </a:p>
        </p:txBody>
      </p:sp>
    </p:spTree>
  </p:cSld>
</p:sldLayout>
</file>

<file path=ppt/slideLayouts/slideLayout8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titleOnly" preserve="1">
  <p:cSld name="Nur Titel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8" name="PlaceHolder 1"/>
          <p:cNvSpPr>
            <a:spLocks noGrp="1"/>
          </p:cNvSpPr>
          <p:nvPr>
            <p:ph type="title"/>
          </p:nvPr>
        </p:nvSpPr>
        <p:spPr>
          <a:xfrm>
            <a:off x="838080" y="365040"/>
            <a:ext cx="10514520" cy="13244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ctr">
            <a:noAutofit/>
          </a:bodyPr>
          <a:p>
            <a:pPr indent="0" algn="ctr">
              <a:buNone/>
            </a:pPr>
            <a:endParaRPr b="0" lang="de-DE" sz="4400" strike="noStrike" u="none">
              <a:solidFill>
                <a:srgbClr val="000000"/>
              </a:solidFill>
              <a:uFillTx/>
              <a:latin typeface="Arial"/>
            </a:endParaRPr>
          </a:p>
        </p:txBody>
      </p:sp>
      <p:sp>
        <p:nvSpPr>
          <p:cNvPr id="3" name="PlaceHolder 2"/>
          <p:cNvSpPr>
            <a:spLocks noGrp="1"/>
          </p:cNvSpPr>
          <p:nvPr>
            <p:ph type="ftr" idx="22"/>
          </p:nvPr>
        </p:nvSpPr>
        <p:spPr/>
        <p:txBody>
          <a:bodyPr/>
          <a:p>
            <a:r>
              <a:t>Footer</a:t>
            </a:r>
          </a:p>
        </p:txBody>
      </p:sp>
      <p:sp>
        <p:nvSpPr>
          <p:cNvPr id="4" name="PlaceHolder 3"/>
          <p:cNvSpPr>
            <a:spLocks noGrp="1"/>
          </p:cNvSpPr>
          <p:nvPr>
            <p:ph type="sldNum" idx="23"/>
          </p:nvPr>
        </p:nvSpPr>
        <p:spPr/>
        <p:txBody>
          <a:bodyPr/>
          <a:p>
            <a:fld id="{EF2EC24F-C037-422F-A5E5-CEF870CE2BB6}" type="slidenum">
              <a:t>&lt;#&gt;</a:t>
            </a:fld>
          </a:p>
        </p:txBody>
      </p:sp>
      <p:sp>
        <p:nvSpPr>
          <p:cNvPr id="5" name="PlaceHolder 4"/>
          <p:cNvSpPr>
            <a:spLocks noGrp="1"/>
          </p:cNvSpPr>
          <p:nvPr>
            <p:ph type="dt" idx="24"/>
          </p:nvPr>
        </p:nvSpPr>
        <p:spPr/>
        <p:txBody>
          <a:bodyPr/>
          <a:p>
            <a:r>
              <a:rPr lang="de-DE"/>
              <a:t/>
            </a:r>
          </a:p>
        </p:txBody>
      </p:sp>
    </p:spTree>
  </p:cSld>
</p:sldLayout>
</file>

<file path=ppt/slideLayouts/slideLayout9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blank" preserve="1">
  <p:cSld name="Le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PlaceHolder 1"/>
          <p:cNvSpPr>
            <a:spLocks noGrp="1"/>
          </p:cNvSpPr>
          <p:nvPr>
            <p:ph type="ftr" idx="25"/>
          </p:nvPr>
        </p:nvSpPr>
        <p:spPr/>
        <p:txBody>
          <a:bodyPr/>
          <a:p>
            <a:r>
              <a:t>Footer</a:t>
            </a:r>
          </a:p>
        </p:txBody>
      </p:sp>
      <p:sp>
        <p:nvSpPr>
          <p:cNvPr id="3" name="PlaceHolder 2"/>
          <p:cNvSpPr>
            <a:spLocks noGrp="1"/>
          </p:cNvSpPr>
          <p:nvPr>
            <p:ph type="sldNum" idx="26"/>
          </p:nvPr>
        </p:nvSpPr>
        <p:spPr/>
        <p:txBody>
          <a:bodyPr/>
          <a:p>
            <a:fld id="{57115025-CF68-47D6-B2F3-EAFBA32FFE28}" type="slidenum">
              <a:t>&lt;#&gt;</a:t>
            </a:fld>
          </a:p>
        </p:txBody>
      </p:sp>
      <p:sp>
        <p:nvSpPr>
          <p:cNvPr id="4" name="PlaceHolder 3"/>
          <p:cNvSpPr>
            <a:spLocks noGrp="1"/>
          </p:cNvSpPr>
          <p:nvPr>
            <p:ph type="dt" idx="27"/>
          </p:nvPr>
        </p:nvSpPr>
        <p:spPr/>
        <p:txBody>
          <a:bodyPr/>
          <a:p>
            <a:r>
              <a:rPr lang="de-DE"/>
              <a:t/>
            </a:r>
          </a:p>
        </p:txBody>
      </p:sp>
    </p:spTree>
  </p:cSld>
</p:sldLayout>
</file>

<file path=ppt/slideLayouts/slideLayout10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blank" preserve="1">
  <p:cSld name="Inhalt mit Überschrif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PlaceHolder 1"/>
          <p:cNvSpPr>
            <a:spLocks noGrp="1"/>
          </p:cNvSpPr>
          <p:nvPr>
            <p:ph type="ftr" idx="28"/>
          </p:nvPr>
        </p:nvSpPr>
        <p:spPr/>
        <p:txBody>
          <a:bodyPr/>
          <a:p>
            <a:r>
              <a:t>Footer</a:t>
            </a:r>
          </a:p>
        </p:txBody>
      </p:sp>
      <p:sp>
        <p:nvSpPr>
          <p:cNvPr id="3" name="PlaceHolder 2"/>
          <p:cNvSpPr>
            <a:spLocks noGrp="1"/>
          </p:cNvSpPr>
          <p:nvPr>
            <p:ph type="sldNum" idx="29"/>
          </p:nvPr>
        </p:nvSpPr>
        <p:spPr/>
        <p:txBody>
          <a:bodyPr/>
          <a:p>
            <a:fld id="{C2A38F68-5698-4629-9E40-6A30B263AF0D}" type="slidenum">
              <a:t>&lt;#&gt;</a:t>
            </a:fld>
          </a:p>
        </p:txBody>
      </p:sp>
      <p:sp>
        <p:nvSpPr>
          <p:cNvPr id="4" name="PlaceHolder 3"/>
          <p:cNvSpPr>
            <a:spLocks noGrp="1"/>
          </p:cNvSpPr>
          <p:nvPr>
            <p:ph type="dt" idx="30"/>
          </p:nvPr>
        </p:nvSpPr>
        <p:spPr/>
        <p:txBody>
          <a:bodyPr/>
          <a:p>
            <a:r>
              <a:rPr lang="de-DE"/>
              <a:t/>
            </a:r>
          </a:p>
        </p:txBody>
      </p:sp>
    </p:spTree>
  </p:cSld>
</p:sldLayout>
</file>

<file path=ppt/slideLayouts/slideLayout11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blank" preserve="1">
  <p:cSld name="Bild mit Überschrif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PlaceHolder 1"/>
          <p:cNvSpPr>
            <a:spLocks noGrp="1"/>
          </p:cNvSpPr>
          <p:nvPr>
            <p:ph type="ftr" idx="31"/>
          </p:nvPr>
        </p:nvSpPr>
        <p:spPr/>
        <p:txBody>
          <a:bodyPr/>
          <a:p>
            <a:r>
              <a:t>Footer</a:t>
            </a:r>
          </a:p>
        </p:txBody>
      </p:sp>
      <p:sp>
        <p:nvSpPr>
          <p:cNvPr id="3" name="PlaceHolder 2"/>
          <p:cNvSpPr>
            <a:spLocks noGrp="1"/>
          </p:cNvSpPr>
          <p:nvPr>
            <p:ph type="sldNum" idx="32"/>
          </p:nvPr>
        </p:nvSpPr>
        <p:spPr/>
        <p:txBody>
          <a:bodyPr/>
          <a:p>
            <a:fld id="{B78F12D4-AF99-4177-A943-1E5A92B6368F}" type="slidenum">
              <a:t>&lt;#&gt;</a:t>
            </a:fld>
          </a:p>
        </p:txBody>
      </p:sp>
      <p:sp>
        <p:nvSpPr>
          <p:cNvPr id="4" name="PlaceHolder 3"/>
          <p:cNvSpPr>
            <a:spLocks noGrp="1"/>
          </p:cNvSpPr>
          <p:nvPr>
            <p:ph type="dt" idx="33"/>
          </p:nvPr>
        </p:nvSpPr>
        <p:spPr/>
        <p:txBody>
          <a:bodyPr/>
          <a:p>
            <a:r>
              <a:rPr lang="de-DE"/>
              <a:t/>
            </a:r>
          </a:p>
        </p:txBody>
      </p:sp>
    </p:spTree>
  </p:cSld>
</p:sldLayout>
</file>

<file path=ppt/slideLayouts/slideLayout12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title" preserve="1">
  <p:cSld name="Standard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5" name="PlaceHolder 1"/>
          <p:cNvSpPr>
            <a:spLocks noGrp="1"/>
          </p:cNvSpPr>
          <p:nvPr>
            <p:ph type="title"/>
          </p:nvPr>
        </p:nvSpPr>
        <p:spPr>
          <a:xfrm>
            <a:off x="838080" y="365040"/>
            <a:ext cx="10514520" cy="13244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ctr">
            <a:noAutofit/>
          </a:bodyPr>
          <a:p>
            <a:pPr indent="0" algn="ctr">
              <a:buNone/>
            </a:pPr>
            <a:endParaRPr b="0" lang="de-DE" sz="4400" strike="noStrike" u="none">
              <a:solidFill>
                <a:srgbClr val="000000"/>
              </a:solidFill>
              <a:uFillTx/>
              <a:latin typeface="Arial"/>
            </a:endParaRPr>
          </a:p>
        </p:txBody>
      </p:sp>
      <p:sp>
        <p:nvSpPr>
          <p:cNvPr id="56" name="PlaceHolder 2"/>
          <p:cNvSpPr>
            <a:spLocks noGrp="1"/>
          </p:cNvSpPr>
          <p:nvPr>
            <p:ph type="subTitle"/>
          </p:nvPr>
        </p:nvSpPr>
        <p:spPr>
          <a:xfrm>
            <a:off x="838080" y="1825560"/>
            <a:ext cx="10514520" cy="43502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ctr">
            <a:noAutofit/>
          </a:bodyPr>
          <a:p>
            <a:pPr indent="0" algn="ctr">
              <a:buNone/>
            </a:pPr>
            <a:endParaRPr b="0" lang="de-DE" sz="3200" strike="noStrike" u="none">
              <a:solidFill>
                <a:srgbClr val="000000"/>
              </a:solidFill>
              <a:uFillTx/>
              <a:latin typeface="Arial"/>
            </a:endParaRPr>
          </a:p>
        </p:txBody>
      </p:sp>
      <p:sp>
        <p:nvSpPr>
          <p:cNvPr id="4" name="PlaceHolder 3"/>
          <p:cNvSpPr>
            <a:spLocks noGrp="1"/>
          </p:cNvSpPr>
          <p:nvPr>
            <p:ph type="ftr" idx="34"/>
          </p:nvPr>
        </p:nvSpPr>
        <p:spPr/>
        <p:txBody>
          <a:bodyPr/>
          <a:p>
            <a:r>
              <a:t>Footer</a:t>
            </a:r>
          </a:p>
        </p:txBody>
      </p:sp>
      <p:sp>
        <p:nvSpPr>
          <p:cNvPr id="5" name="PlaceHolder 4"/>
          <p:cNvSpPr>
            <a:spLocks noGrp="1"/>
          </p:cNvSpPr>
          <p:nvPr>
            <p:ph type="sldNum" idx="35"/>
          </p:nvPr>
        </p:nvSpPr>
        <p:spPr/>
        <p:txBody>
          <a:bodyPr/>
          <a:p>
            <a:fld id="{9C313C8A-982B-4806-B60B-F8AFD7E8AC3B}" type="slidenum">
              <a:t>&lt;#&gt;</a:t>
            </a:fld>
          </a:p>
        </p:txBody>
      </p:sp>
      <p:sp>
        <p:nvSpPr>
          <p:cNvPr id="6" name="PlaceHolder 5"/>
          <p:cNvSpPr>
            <a:spLocks noGrp="1"/>
          </p:cNvSpPr>
          <p:nvPr>
            <p:ph type="dt" idx="36"/>
          </p:nvPr>
        </p:nvSpPr>
        <p:spPr/>
        <p:txBody>
          <a:bodyPr/>
          <a:p>
            <a:r>
              <a:rPr lang="de-DE"/>
              <a:t/>
            </a:r>
          </a:p>
        </p:txBody>
      </p:sp>
    </p:spTree>
  </p:cSld>
</p:sldLayout>
</file>

<file path=ppt/slideLayouts/slideLayout13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vertTx" preserve="1">
  <p:cSld name="Standard 1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PlaceHolder 1"/>
          <p:cNvSpPr>
            <a:spLocks noGrp="1"/>
          </p:cNvSpPr>
          <p:nvPr>
            <p:ph type="ftr" idx="37"/>
          </p:nvPr>
        </p:nvSpPr>
        <p:spPr/>
        <p:txBody>
          <a:bodyPr/>
          <a:p>
            <a:r>
              <a:t>Footer</a:t>
            </a:r>
          </a:p>
        </p:txBody>
      </p:sp>
      <p:sp>
        <p:nvSpPr>
          <p:cNvPr id="3" name="PlaceHolder 2"/>
          <p:cNvSpPr>
            <a:spLocks noGrp="1"/>
          </p:cNvSpPr>
          <p:nvPr>
            <p:ph type="sldNum" idx="38"/>
          </p:nvPr>
        </p:nvSpPr>
        <p:spPr/>
        <p:txBody>
          <a:bodyPr/>
          <a:p>
            <a:fld id="{34AD1913-E33D-4FDE-BD10-3ED6C1200B52}" type="slidenum">
              <a:t>&lt;#&gt;</a:t>
            </a:fld>
          </a:p>
        </p:txBody>
      </p:sp>
      <p:sp>
        <p:nvSpPr>
          <p:cNvPr id="4" name="PlaceHolder 3"/>
          <p:cNvSpPr>
            <a:spLocks noGrp="1"/>
          </p:cNvSpPr>
          <p:nvPr>
            <p:ph type="dt" idx="39"/>
          </p:nvPr>
        </p:nvSpPr>
        <p:spPr/>
        <p:txBody>
          <a:bodyPr/>
          <a:p>
            <a:r>
              <a:rPr lang="de-DE"/>
              <a:t/>
            </a:r>
          </a:p>
        </p:txBody>
      </p:sp>
    </p:spTree>
  </p:cSld>
</p:sldLayout>
</file>

<file path=ppt/slideLayouts/slideLayout14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vertTitleAndTx" preserve="1">
  <p:cSld name="Standard 2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PlaceHolder 1"/>
          <p:cNvSpPr>
            <a:spLocks noGrp="1"/>
          </p:cNvSpPr>
          <p:nvPr>
            <p:ph type="ftr" idx="40"/>
          </p:nvPr>
        </p:nvSpPr>
        <p:spPr/>
        <p:txBody>
          <a:bodyPr/>
          <a:p>
            <a:r>
              <a:t>Footer</a:t>
            </a:r>
          </a:p>
        </p:txBody>
      </p:sp>
      <p:sp>
        <p:nvSpPr>
          <p:cNvPr id="3" name="PlaceHolder 2"/>
          <p:cNvSpPr>
            <a:spLocks noGrp="1"/>
          </p:cNvSpPr>
          <p:nvPr>
            <p:ph type="sldNum" idx="41"/>
          </p:nvPr>
        </p:nvSpPr>
        <p:spPr/>
        <p:txBody>
          <a:bodyPr/>
          <a:p>
            <a:fld id="{F0D4E1D7-398F-4AF6-B60E-C5A1FA68238E}" type="slidenum">
              <a:t>&lt;#&gt;</a:t>
            </a:fld>
          </a:p>
        </p:txBody>
      </p:sp>
      <p:sp>
        <p:nvSpPr>
          <p:cNvPr id="4" name="PlaceHolder 3"/>
          <p:cNvSpPr>
            <a:spLocks noGrp="1"/>
          </p:cNvSpPr>
          <p:nvPr>
            <p:ph type="dt" idx="42"/>
          </p:nvPr>
        </p:nvSpPr>
        <p:spPr/>
        <p:txBody>
          <a:bodyPr/>
          <a:p>
            <a:r>
              <a:rPr lang="de-DE"/>
              <a:t/>
            </a:r>
          </a:p>
        </p:txBody>
      </p:sp>
    </p:spTree>
  </p:cSld>
</p:sldLayout>
</file>

<file path=ppt/slideLayouts/slideLayout15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blank" preserve="1">
  <p:cSld name="Inhal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</p:sldLayout>
</file>

<file path=ppt/slideLayouts/slideLayout16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blank" preserve="1">
  <p:cSld name="1_Titelfoli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</p:sldLayout>
</file>

<file path=ppt/slideLayouts/slideLayout17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blank" preserve="1">
  <p:cSld name="1_Titel und Inhal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</p:sldLayout>
</file>

<file path=ppt/slideLayouts/slideLayout18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titleOnly" preserve="1">
  <p:cSld name="Standard 3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7" name="PlaceHolder 1"/>
          <p:cNvSpPr>
            <a:spLocks noGrp="1"/>
          </p:cNvSpPr>
          <p:nvPr>
            <p:ph type="title"/>
          </p:nvPr>
        </p:nvSpPr>
        <p:spPr>
          <a:xfrm>
            <a:off x="838080" y="365040"/>
            <a:ext cx="10514520" cy="13244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ctr">
            <a:noAutofit/>
          </a:bodyPr>
          <a:p>
            <a:pPr indent="0" algn="ctr">
              <a:buNone/>
            </a:pPr>
            <a:endParaRPr b="0" lang="de-DE" sz="4400" strike="noStrike" u="none">
              <a:solidFill>
                <a:srgbClr val="000000"/>
              </a:solidFill>
              <a:uFillTx/>
              <a:latin typeface="Arial"/>
            </a:endParaRPr>
          </a:p>
        </p:txBody>
      </p:sp>
    </p:spTree>
  </p:cSld>
</p:sldLayout>
</file>

<file path=ppt/slideLayouts/slideLayout19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twoObj" preserve="1">
  <p:cSld name="Standard 4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1" name="PlaceHolder 1"/>
          <p:cNvSpPr>
            <a:spLocks noGrp="1"/>
          </p:cNvSpPr>
          <p:nvPr>
            <p:ph type="title"/>
          </p:nvPr>
        </p:nvSpPr>
        <p:spPr>
          <a:xfrm>
            <a:off x="838080" y="365040"/>
            <a:ext cx="10514520" cy="13244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ctr">
            <a:noAutofit/>
          </a:bodyPr>
          <a:p>
            <a:pPr indent="0" algn="ctr">
              <a:buNone/>
            </a:pPr>
            <a:endParaRPr b="0" lang="de-DE" sz="4400" strike="noStrike" u="none">
              <a:solidFill>
                <a:srgbClr val="000000"/>
              </a:solidFill>
              <a:uFillTx/>
              <a:latin typeface="Arial"/>
            </a:endParaRPr>
          </a:p>
        </p:txBody>
      </p:sp>
      <p:sp>
        <p:nvSpPr>
          <p:cNvPr id="72" name="PlaceHolder 2"/>
          <p:cNvSpPr>
            <a:spLocks noGrp="1"/>
          </p:cNvSpPr>
          <p:nvPr>
            <p:ph/>
          </p:nvPr>
        </p:nvSpPr>
        <p:spPr>
          <a:xfrm>
            <a:off x="838080" y="1825560"/>
            <a:ext cx="5131080" cy="43502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indent="0">
              <a:spcBef>
                <a:spcPts val="1417"/>
              </a:spcBef>
              <a:buNone/>
            </a:pPr>
            <a:endParaRPr b="0" lang="de-DE" sz="3200" strike="noStrike" u="none">
              <a:solidFill>
                <a:srgbClr val="000000"/>
              </a:solidFill>
              <a:uFillTx/>
              <a:latin typeface="Arial"/>
            </a:endParaRPr>
          </a:p>
        </p:txBody>
      </p:sp>
      <p:sp>
        <p:nvSpPr>
          <p:cNvPr id="73" name="PlaceHolder 3"/>
          <p:cNvSpPr>
            <a:spLocks noGrp="1"/>
          </p:cNvSpPr>
          <p:nvPr>
            <p:ph/>
          </p:nvPr>
        </p:nvSpPr>
        <p:spPr>
          <a:xfrm>
            <a:off x="6226200" y="1825560"/>
            <a:ext cx="5131080" cy="43502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indent="0">
              <a:spcBef>
                <a:spcPts val="1417"/>
              </a:spcBef>
              <a:buNone/>
            </a:pPr>
            <a:endParaRPr b="0" lang="de-DE" sz="3200" strike="noStrike" u="none">
              <a:solidFill>
                <a:srgbClr val="000000"/>
              </a:solidFill>
              <a:uFillTx/>
              <a:latin typeface="Arial"/>
            </a:endParaRPr>
          </a:p>
        </p:txBody>
      </p:sp>
    </p:spTree>
  </p:cSld>
</p:sldLayout>
</file>

<file path=ppt/slideLayouts/slideLayout20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blank" preserve="1">
  <p:cSld name="Standard 5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</p:sldLayout>
</file>

<file path=ppt/slideLayouts/slideLayout21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tx" preserve="1">
  <p:cSld name="Standard 6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6" name="PlaceHolder 1"/>
          <p:cNvSpPr>
            <a:spLocks noGrp="1"/>
          </p:cNvSpPr>
          <p:nvPr>
            <p:ph type="title"/>
          </p:nvPr>
        </p:nvSpPr>
        <p:spPr>
          <a:xfrm>
            <a:off x="838080" y="365040"/>
            <a:ext cx="10514520" cy="13244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ctr">
            <a:noAutofit/>
          </a:bodyPr>
          <a:p>
            <a:pPr indent="0" algn="ctr">
              <a:buNone/>
            </a:pPr>
            <a:endParaRPr b="0" lang="de-DE" sz="4400" strike="noStrike" u="none">
              <a:solidFill>
                <a:srgbClr val="000000"/>
              </a:solidFill>
              <a:uFillTx/>
              <a:latin typeface="Arial"/>
            </a:endParaRPr>
          </a:p>
        </p:txBody>
      </p:sp>
      <p:sp>
        <p:nvSpPr>
          <p:cNvPr id="77" name="PlaceHolder 2"/>
          <p:cNvSpPr>
            <a:spLocks noGrp="1"/>
          </p:cNvSpPr>
          <p:nvPr>
            <p:ph/>
          </p:nvPr>
        </p:nvSpPr>
        <p:spPr>
          <a:xfrm>
            <a:off x="838080" y="1825560"/>
            <a:ext cx="10514520" cy="43502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indent="0">
              <a:spcBef>
                <a:spcPts val="1417"/>
              </a:spcBef>
              <a:buNone/>
            </a:pPr>
            <a:endParaRPr b="0" lang="de-DE" sz="3200" strike="noStrike" u="none">
              <a:solidFill>
                <a:srgbClr val="000000"/>
              </a:solidFill>
              <a:uFillTx/>
              <a:latin typeface="Arial"/>
            </a:endParaRPr>
          </a:p>
        </p:txBody>
      </p:sp>
    </p:spTree>
  </p:cSld>
</p:sldLayout>
</file>

<file path=ppt/slideLayouts/slideLayout22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vertTitleAndTx" preserve="1">
  <p:cSld name="Standard 7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</p:sldLayout>
</file>

<file path=ppt/slideLayouts/slideLayout23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vertTx" preserve="1">
  <p:cSld name="Standard 8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</p:sldLayout>
</file>

<file path=ppt/slideLayouts/slideLayout24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title" preserve="1">
  <p:cSld name="Standard 9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9" name="PlaceHolder 1"/>
          <p:cNvSpPr>
            <a:spLocks noGrp="1"/>
          </p:cNvSpPr>
          <p:nvPr>
            <p:ph type="title"/>
          </p:nvPr>
        </p:nvSpPr>
        <p:spPr>
          <a:xfrm>
            <a:off x="838080" y="365040"/>
            <a:ext cx="10514520" cy="13244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ctr">
            <a:noAutofit/>
          </a:bodyPr>
          <a:p>
            <a:pPr indent="0" algn="ctr">
              <a:buNone/>
            </a:pPr>
            <a:endParaRPr b="0" lang="de-DE" sz="4400" strike="noStrike" u="none">
              <a:solidFill>
                <a:srgbClr val="000000"/>
              </a:solidFill>
              <a:uFillTx/>
              <a:latin typeface="Arial"/>
            </a:endParaRPr>
          </a:p>
        </p:txBody>
      </p:sp>
      <p:sp>
        <p:nvSpPr>
          <p:cNvPr id="80" name="PlaceHolder 2"/>
          <p:cNvSpPr>
            <a:spLocks noGrp="1"/>
          </p:cNvSpPr>
          <p:nvPr>
            <p:ph type="subTitle"/>
          </p:nvPr>
        </p:nvSpPr>
        <p:spPr>
          <a:xfrm>
            <a:off x="838080" y="1825560"/>
            <a:ext cx="10514520" cy="43502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ctr">
            <a:noAutofit/>
          </a:bodyPr>
          <a:p>
            <a:pPr indent="0" algn="ctr">
              <a:buNone/>
            </a:pPr>
            <a:endParaRPr b="0" lang="de-DE" sz="3200" strike="noStrike" u="none">
              <a:solidFill>
                <a:srgbClr val="000000"/>
              </a:solidFill>
              <a:uFillTx/>
              <a:latin typeface="Arial"/>
            </a:endParaRPr>
          </a:p>
        </p:txBody>
      </p:sp>
    </p:spTree>
  </p:cSld>
</p:sldLayout>
</file>

<file path=ppt/slideLayouts/slideLayout25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titleOnly" preserve="1">
  <p:cSld name="Standard 10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2" name="PlaceHolder 1"/>
          <p:cNvSpPr>
            <a:spLocks noGrp="1"/>
          </p:cNvSpPr>
          <p:nvPr>
            <p:ph type="title"/>
          </p:nvPr>
        </p:nvSpPr>
        <p:spPr>
          <a:xfrm>
            <a:off x="838080" y="365040"/>
            <a:ext cx="10514520" cy="13244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ctr">
            <a:noAutofit/>
          </a:bodyPr>
          <a:p>
            <a:pPr indent="0" algn="ctr">
              <a:buNone/>
            </a:pPr>
            <a:endParaRPr b="0" lang="de-DE" sz="4400" strike="noStrike" u="none">
              <a:solidFill>
                <a:srgbClr val="000000"/>
              </a:solidFill>
              <a:uFillTx/>
              <a:latin typeface="Arial"/>
            </a:endParaRPr>
          </a:p>
        </p:txBody>
      </p:sp>
    </p:spTree>
  </p:cSld>
</p:sldLayout>
</file>

<file path=ppt/slideLayouts/slideLayout26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twoObj" preserve="1">
  <p:cSld name="Standard 11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6" name="PlaceHolder 1"/>
          <p:cNvSpPr>
            <a:spLocks noGrp="1"/>
          </p:cNvSpPr>
          <p:nvPr>
            <p:ph type="title"/>
          </p:nvPr>
        </p:nvSpPr>
        <p:spPr>
          <a:xfrm>
            <a:off x="838080" y="365040"/>
            <a:ext cx="10514520" cy="13244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ctr">
            <a:noAutofit/>
          </a:bodyPr>
          <a:p>
            <a:pPr indent="0" algn="ctr">
              <a:buNone/>
            </a:pPr>
            <a:endParaRPr b="0" lang="de-DE" sz="4400" strike="noStrike" u="none">
              <a:solidFill>
                <a:srgbClr val="000000"/>
              </a:solidFill>
              <a:uFillTx/>
              <a:latin typeface="Arial"/>
            </a:endParaRPr>
          </a:p>
        </p:txBody>
      </p:sp>
      <p:sp>
        <p:nvSpPr>
          <p:cNvPr id="87" name="PlaceHolder 2"/>
          <p:cNvSpPr>
            <a:spLocks noGrp="1"/>
          </p:cNvSpPr>
          <p:nvPr>
            <p:ph/>
          </p:nvPr>
        </p:nvSpPr>
        <p:spPr>
          <a:xfrm>
            <a:off x="838080" y="1825560"/>
            <a:ext cx="5131080" cy="43502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indent="0">
              <a:spcBef>
                <a:spcPts val="1417"/>
              </a:spcBef>
              <a:buNone/>
            </a:pPr>
            <a:endParaRPr b="0" lang="de-DE" sz="3200" strike="noStrike" u="none">
              <a:solidFill>
                <a:srgbClr val="000000"/>
              </a:solidFill>
              <a:uFillTx/>
              <a:latin typeface="Arial"/>
            </a:endParaRPr>
          </a:p>
        </p:txBody>
      </p:sp>
      <p:sp>
        <p:nvSpPr>
          <p:cNvPr id="88" name="PlaceHolder 3"/>
          <p:cNvSpPr>
            <a:spLocks noGrp="1"/>
          </p:cNvSpPr>
          <p:nvPr>
            <p:ph/>
          </p:nvPr>
        </p:nvSpPr>
        <p:spPr>
          <a:xfrm>
            <a:off x="6226200" y="1825560"/>
            <a:ext cx="5131080" cy="43502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indent="0">
              <a:spcBef>
                <a:spcPts val="1417"/>
              </a:spcBef>
              <a:buNone/>
            </a:pPr>
            <a:endParaRPr b="0" lang="de-DE" sz="3200" strike="noStrike" u="none">
              <a:solidFill>
                <a:srgbClr val="000000"/>
              </a:solidFill>
              <a:uFillTx/>
              <a:latin typeface="Arial"/>
            </a:endParaRPr>
          </a:p>
        </p:txBody>
      </p:sp>
    </p:spTree>
  </p:cSld>
</p:sldLayout>
</file>

<file path=ppt/slideLayouts/slideLayout27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blank" preserve="1">
  <p:cSld name="Standard 12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</p:sldLayout>
</file>

<file path=ppt/slideLayouts/slideLayout28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tx" preserve="1">
  <p:cSld name="Standard 13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1" name="PlaceHolder 1"/>
          <p:cNvSpPr>
            <a:spLocks noGrp="1"/>
          </p:cNvSpPr>
          <p:nvPr>
            <p:ph type="title"/>
          </p:nvPr>
        </p:nvSpPr>
        <p:spPr>
          <a:xfrm>
            <a:off x="838080" y="365040"/>
            <a:ext cx="10514520" cy="13244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ctr">
            <a:noAutofit/>
          </a:bodyPr>
          <a:p>
            <a:pPr indent="0" algn="ctr">
              <a:buNone/>
            </a:pPr>
            <a:endParaRPr b="0" lang="de-DE" sz="4400" strike="noStrike" u="none">
              <a:solidFill>
                <a:srgbClr val="000000"/>
              </a:solidFill>
              <a:uFillTx/>
              <a:latin typeface="Arial"/>
            </a:endParaRPr>
          </a:p>
        </p:txBody>
      </p:sp>
      <p:sp>
        <p:nvSpPr>
          <p:cNvPr id="92" name="PlaceHolder 2"/>
          <p:cNvSpPr>
            <a:spLocks noGrp="1"/>
          </p:cNvSpPr>
          <p:nvPr>
            <p:ph/>
          </p:nvPr>
        </p:nvSpPr>
        <p:spPr>
          <a:xfrm>
            <a:off x="838080" y="1825560"/>
            <a:ext cx="10514520" cy="43502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indent="0">
              <a:spcBef>
                <a:spcPts val="1417"/>
              </a:spcBef>
              <a:buNone/>
            </a:pPr>
            <a:endParaRPr b="0" lang="de-DE" sz="3200" strike="noStrike" u="none">
              <a:solidFill>
                <a:srgbClr val="000000"/>
              </a:solidFill>
              <a:uFillTx/>
              <a:latin typeface="Arial"/>
            </a:endParaRPr>
          </a:p>
        </p:txBody>
      </p:sp>
    </p:spTree>
  </p:cSld>
</p:sldLayout>
</file>

<file path=ppt/slideLayouts/slideLayout29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vertTitleAndTx" preserve="1">
  <p:cSld name="Standard 14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</p:sldLayout>
</file>

<file path=ppt/slideLayouts/slideLayout30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vertTx" preserve="1">
  <p:cSld name="Standard 15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</p:sldLayout>
</file>

<file path=ppt/slideLayouts/slideLayout31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title" preserve="1">
  <p:cSld name="Standard 16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4" name="PlaceHolder 1"/>
          <p:cNvSpPr>
            <a:spLocks noGrp="1"/>
          </p:cNvSpPr>
          <p:nvPr>
            <p:ph type="title"/>
          </p:nvPr>
        </p:nvSpPr>
        <p:spPr>
          <a:xfrm>
            <a:off x="838080" y="365040"/>
            <a:ext cx="10514520" cy="13244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ctr">
            <a:noAutofit/>
          </a:bodyPr>
          <a:p>
            <a:pPr indent="0" algn="ctr">
              <a:buNone/>
            </a:pPr>
            <a:endParaRPr b="0" lang="de-DE" sz="4400" strike="noStrike" u="none">
              <a:solidFill>
                <a:srgbClr val="000000"/>
              </a:solidFill>
              <a:uFillTx/>
              <a:latin typeface="Arial"/>
            </a:endParaRPr>
          </a:p>
        </p:txBody>
      </p:sp>
      <p:sp>
        <p:nvSpPr>
          <p:cNvPr id="95" name="PlaceHolder 2"/>
          <p:cNvSpPr>
            <a:spLocks noGrp="1"/>
          </p:cNvSpPr>
          <p:nvPr>
            <p:ph type="subTitle"/>
          </p:nvPr>
        </p:nvSpPr>
        <p:spPr>
          <a:xfrm>
            <a:off x="838080" y="1825560"/>
            <a:ext cx="10514520" cy="43502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ctr">
            <a:noAutofit/>
          </a:bodyPr>
          <a:p>
            <a:pPr indent="0" algn="ctr">
              <a:buNone/>
            </a:pPr>
            <a:endParaRPr b="0" lang="de-DE" sz="3200" strike="noStrike" u="none">
              <a:solidFill>
                <a:srgbClr val="000000"/>
              </a:solidFill>
              <a:uFillTx/>
              <a:latin typeface="Arial"/>
            </a:endParaRPr>
          </a:p>
        </p:txBody>
      </p:sp>
    </p:spTree>
  </p:cSld>
</p:sldLayout>
</file>

<file path=ppt/slideLayouts/slideLayout32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titleOnly" preserve="1">
  <p:cSld name="Standard 17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8" name="PlaceHolder 1"/>
          <p:cNvSpPr>
            <a:spLocks noGrp="1"/>
          </p:cNvSpPr>
          <p:nvPr>
            <p:ph type="title"/>
          </p:nvPr>
        </p:nvSpPr>
        <p:spPr>
          <a:xfrm>
            <a:off x="838080" y="365040"/>
            <a:ext cx="10514520" cy="13244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ctr">
            <a:noAutofit/>
          </a:bodyPr>
          <a:p>
            <a:pPr indent="0" algn="ctr">
              <a:buNone/>
            </a:pPr>
            <a:endParaRPr b="0" lang="de-DE" sz="4400" strike="noStrike" u="none">
              <a:solidFill>
                <a:srgbClr val="000000"/>
              </a:solidFill>
              <a:uFillTx/>
              <a:latin typeface="Arial"/>
            </a:endParaRPr>
          </a:p>
        </p:txBody>
      </p:sp>
    </p:spTree>
  </p:cSld>
</p:sldLayout>
</file>

<file path=ppt/slideLayouts/slideLayout33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twoObj" preserve="1">
  <p:cSld name="Standard 17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9" name="PlaceHolder 1"/>
          <p:cNvSpPr>
            <a:spLocks noGrp="1"/>
          </p:cNvSpPr>
          <p:nvPr>
            <p:ph type="title"/>
          </p:nvPr>
        </p:nvSpPr>
        <p:spPr>
          <a:xfrm>
            <a:off x="838080" y="365040"/>
            <a:ext cx="10514520" cy="13244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ctr">
            <a:noAutofit/>
          </a:bodyPr>
          <a:p>
            <a:pPr indent="0" algn="ctr">
              <a:buNone/>
            </a:pPr>
            <a:endParaRPr b="0" lang="de-DE" sz="4400" strike="noStrike" u="none">
              <a:solidFill>
                <a:srgbClr val="000000"/>
              </a:solidFill>
              <a:uFillTx/>
              <a:latin typeface="Arial"/>
            </a:endParaRPr>
          </a:p>
        </p:txBody>
      </p:sp>
      <p:sp>
        <p:nvSpPr>
          <p:cNvPr id="100" name="PlaceHolder 2"/>
          <p:cNvSpPr>
            <a:spLocks noGrp="1"/>
          </p:cNvSpPr>
          <p:nvPr>
            <p:ph/>
          </p:nvPr>
        </p:nvSpPr>
        <p:spPr>
          <a:xfrm>
            <a:off x="838080" y="1825560"/>
            <a:ext cx="5131080" cy="43502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indent="0">
              <a:spcBef>
                <a:spcPts val="1417"/>
              </a:spcBef>
              <a:buNone/>
            </a:pPr>
            <a:endParaRPr b="0" lang="de-DE" sz="3200" strike="noStrike" u="none">
              <a:solidFill>
                <a:srgbClr val="000000"/>
              </a:solidFill>
              <a:uFillTx/>
              <a:latin typeface="Arial"/>
            </a:endParaRPr>
          </a:p>
        </p:txBody>
      </p:sp>
      <p:sp>
        <p:nvSpPr>
          <p:cNvPr id="101" name="PlaceHolder 3"/>
          <p:cNvSpPr>
            <a:spLocks noGrp="1"/>
          </p:cNvSpPr>
          <p:nvPr>
            <p:ph/>
          </p:nvPr>
        </p:nvSpPr>
        <p:spPr>
          <a:xfrm>
            <a:off x="6226200" y="1825560"/>
            <a:ext cx="5131080" cy="43502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indent="0">
              <a:spcBef>
                <a:spcPts val="1417"/>
              </a:spcBef>
              <a:buNone/>
            </a:pPr>
            <a:endParaRPr b="0" lang="de-DE" sz="3200" strike="noStrike" u="none">
              <a:solidFill>
                <a:srgbClr val="000000"/>
              </a:solidFill>
              <a:uFillTx/>
              <a:latin typeface="Arial"/>
            </a:endParaRPr>
          </a:p>
        </p:txBody>
      </p:sp>
    </p:spTree>
  </p:cSld>
</p:sldLayout>
</file>

<file path=ppt/slideLayouts/slideLayout34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blank" preserve="1">
  <p:cSld name="Standard 17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</p:sldLayout>
</file>

<file path=ppt/slideLayouts/slideLayout35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tx" preserve="1">
  <p:cSld name="Standard 17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2" name="PlaceHolder 1"/>
          <p:cNvSpPr>
            <a:spLocks noGrp="1"/>
          </p:cNvSpPr>
          <p:nvPr>
            <p:ph type="title"/>
          </p:nvPr>
        </p:nvSpPr>
        <p:spPr>
          <a:xfrm>
            <a:off x="838080" y="365040"/>
            <a:ext cx="10514520" cy="13244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ctr">
            <a:noAutofit/>
          </a:bodyPr>
          <a:p>
            <a:pPr indent="0" algn="ctr">
              <a:buNone/>
            </a:pPr>
            <a:endParaRPr b="0" lang="de-DE" sz="4400" strike="noStrike" u="none">
              <a:solidFill>
                <a:srgbClr val="000000"/>
              </a:solidFill>
              <a:uFillTx/>
              <a:latin typeface="Arial"/>
            </a:endParaRPr>
          </a:p>
        </p:txBody>
      </p:sp>
      <p:sp>
        <p:nvSpPr>
          <p:cNvPr id="103" name="PlaceHolder 2"/>
          <p:cNvSpPr>
            <a:spLocks noGrp="1"/>
          </p:cNvSpPr>
          <p:nvPr>
            <p:ph/>
          </p:nvPr>
        </p:nvSpPr>
        <p:spPr>
          <a:xfrm>
            <a:off x="838080" y="1825560"/>
            <a:ext cx="10514520" cy="43502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indent="0">
              <a:spcBef>
                <a:spcPts val="1417"/>
              </a:spcBef>
              <a:buNone/>
            </a:pPr>
            <a:endParaRPr b="0" lang="de-DE" sz="3200" strike="noStrike" u="none">
              <a:solidFill>
                <a:srgbClr val="000000"/>
              </a:solidFill>
              <a:uFillTx/>
              <a:latin typeface="Arial"/>
            </a:endParaRPr>
          </a:p>
        </p:txBody>
      </p:sp>
    </p:spTree>
  </p:cSld>
</p:sldLayout>
</file>

<file path=ppt/slideLayouts/slideLayout36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vertTitleAndTx" preserve="1">
  <p:cSld name="Standard 17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</p:sldLayout>
</file>

<file path=ppt/slideLayouts/slideLayout37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vertTx" preserve="1">
  <p:cSld name="Standard 17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</p:sldLayout>
</file>

<file path=ppt/slideLayouts/slideLayout38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title" preserve="1">
  <p:cSld name="Standard 17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4" name="PlaceHolder 1"/>
          <p:cNvSpPr>
            <a:spLocks noGrp="1"/>
          </p:cNvSpPr>
          <p:nvPr>
            <p:ph type="title"/>
          </p:nvPr>
        </p:nvSpPr>
        <p:spPr>
          <a:xfrm>
            <a:off x="838080" y="365040"/>
            <a:ext cx="10514520" cy="13244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ctr">
            <a:noAutofit/>
          </a:bodyPr>
          <a:p>
            <a:pPr indent="0" algn="ctr">
              <a:buNone/>
            </a:pPr>
            <a:endParaRPr b="0" lang="de-DE" sz="4400" strike="noStrike" u="none">
              <a:solidFill>
                <a:srgbClr val="000000"/>
              </a:solidFill>
              <a:uFillTx/>
              <a:latin typeface="Arial"/>
            </a:endParaRPr>
          </a:p>
        </p:txBody>
      </p:sp>
      <p:sp>
        <p:nvSpPr>
          <p:cNvPr id="105" name="PlaceHolder 2"/>
          <p:cNvSpPr>
            <a:spLocks noGrp="1"/>
          </p:cNvSpPr>
          <p:nvPr>
            <p:ph type="subTitle"/>
          </p:nvPr>
        </p:nvSpPr>
        <p:spPr>
          <a:xfrm>
            <a:off x="838080" y="1825560"/>
            <a:ext cx="10514520" cy="43502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ctr">
            <a:noAutofit/>
          </a:bodyPr>
          <a:p>
            <a:pPr indent="0" algn="ctr">
              <a:buNone/>
            </a:pPr>
            <a:endParaRPr b="0" lang="de-DE" sz="3200" strike="noStrike" u="none">
              <a:solidFill>
                <a:srgbClr val="000000"/>
              </a:solidFill>
              <a:uFillTx/>
              <a:latin typeface="Arial"/>
            </a:endParaRPr>
          </a:p>
        </p:txBody>
      </p:sp>
    </p:spTree>
  </p:cSld>
</p:sldLayout>
</file>

<file path=ppt/slideLayouts/slideLayout39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obj" preserve="1">
  <p:cSld name="Standard 17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6" name="PlaceHolder 1"/>
          <p:cNvSpPr>
            <a:spLocks noGrp="1"/>
          </p:cNvSpPr>
          <p:nvPr>
            <p:ph type="title"/>
          </p:nvPr>
        </p:nvSpPr>
        <p:spPr>
          <a:xfrm>
            <a:off x="838080" y="365040"/>
            <a:ext cx="10514520" cy="13244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ctr">
            <a:noAutofit/>
          </a:bodyPr>
          <a:p>
            <a:pPr indent="0" algn="ctr">
              <a:buNone/>
            </a:pPr>
            <a:endParaRPr b="0" lang="de-DE" sz="4400" strike="noStrike" u="none">
              <a:solidFill>
                <a:srgbClr val="000000"/>
              </a:solidFill>
              <a:uFillTx/>
              <a:latin typeface="Arial"/>
            </a:endParaRPr>
          </a:p>
        </p:txBody>
      </p:sp>
      <p:sp>
        <p:nvSpPr>
          <p:cNvPr id="107" name="PlaceHolder 2"/>
          <p:cNvSpPr>
            <a:spLocks noGrp="1"/>
          </p:cNvSpPr>
          <p:nvPr>
            <p:ph/>
          </p:nvPr>
        </p:nvSpPr>
        <p:spPr>
          <a:xfrm>
            <a:off x="838080" y="1825560"/>
            <a:ext cx="10514520" cy="43502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indent="0">
              <a:spcBef>
                <a:spcPts val="1417"/>
              </a:spcBef>
              <a:buNone/>
            </a:pPr>
            <a:endParaRPr b="0" lang="de-DE" sz="3200" strike="noStrike" u="none">
              <a:solidFill>
                <a:srgbClr val="000000"/>
              </a:solidFill>
              <a:uFillTx/>
              <a:latin typeface="Arial"/>
            </a:endParaRPr>
          </a:p>
        </p:txBody>
      </p:sp>
    </p:spTree>
  </p:cSld>
</p:sldLayout>
</file>

<file path=ppt/slideLayouts/slideLayout40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blank" preserve="1">
  <p:cSld name="Standard 18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PlaceHolder 1"/>
          <p:cNvSpPr>
            <a:spLocks noGrp="1"/>
          </p:cNvSpPr>
          <p:nvPr>
            <p:ph type="ftr" idx="43"/>
          </p:nvPr>
        </p:nvSpPr>
        <p:spPr/>
        <p:txBody>
          <a:bodyPr/>
          <a:p>
            <a:r>
              <a:t>Footer</a:t>
            </a:r>
          </a:p>
        </p:txBody>
      </p:sp>
      <p:sp>
        <p:nvSpPr>
          <p:cNvPr id="3" name="PlaceHolder 2"/>
          <p:cNvSpPr>
            <a:spLocks noGrp="1"/>
          </p:cNvSpPr>
          <p:nvPr>
            <p:ph type="sldNum" idx="44"/>
          </p:nvPr>
        </p:nvSpPr>
        <p:spPr/>
        <p:txBody>
          <a:bodyPr/>
          <a:p>
            <a:fld id="{E805DC79-CEB7-4EE1-B8F8-C83EAF1E9C0D}" type="slidenum">
              <a:t>&lt;#&gt;</a:t>
            </a:fld>
          </a:p>
        </p:txBody>
      </p:sp>
      <p:sp>
        <p:nvSpPr>
          <p:cNvPr id="4" name="PlaceHolder 3"/>
          <p:cNvSpPr>
            <a:spLocks noGrp="1"/>
          </p:cNvSpPr>
          <p:nvPr>
            <p:ph type="dt" idx="45"/>
          </p:nvPr>
        </p:nvSpPr>
        <p:spPr/>
        <p:txBody>
          <a:bodyPr/>
          <a:p>
            <a:r>
              <a:rPr lang="de-DE"/>
              <a:t/>
            </a:r>
          </a:p>
        </p:txBody>
      </p:sp>
    </p:spTree>
  </p:cSld>
</p:sldLayout>
</file>

<file path=ppt/slideLayouts/slideLayout41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twoObj" preserve="1">
  <p:cSld name="Standard 19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9" name="PlaceHolder 1"/>
          <p:cNvSpPr>
            <a:spLocks noGrp="1"/>
          </p:cNvSpPr>
          <p:nvPr>
            <p:ph type="title"/>
          </p:nvPr>
        </p:nvSpPr>
        <p:spPr>
          <a:xfrm>
            <a:off x="838080" y="365040"/>
            <a:ext cx="10514520" cy="13244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ctr">
            <a:noAutofit/>
          </a:bodyPr>
          <a:p>
            <a:pPr indent="0" algn="ctr">
              <a:buNone/>
            </a:pPr>
            <a:endParaRPr b="0" lang="de-DE" sz="4400" strike="noStrike" u="none">
              <a:solidFill>
                <a:srgbClr val="000000"/>
              </a:solidFill>
              <a:uFillTx/>
              <a:latin typeface="Arial"/>
            </a:endParaRPr>
          </a:p>
        </p:txBody>
      </p:sp>
      <p:sp>
        <p:nvSpPr>
          <p:cNvPr id="120" name="PlaceHolder 2"/>
          <p:cNvSpPr>
            <a:spLocks noGrp="1"/>
          </p:cNvSpPr>
          <p:nvPr>
            <p:ph/>
          </p:nvPr>
        </p:nvSpPr>
        <p:spPr>
          <a:xfrm>
            <a:off x="838080" y="1825560"/>
            <a:ext cx="5131080" cy="43502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indent="0">
              <a:spcBef>
                <a:spcPts val="1417"/>
              </a:spcBef>
              <a:buNone/>
            </a:pPr>
            <a:endParaRPr b="0" lang="de-DE" sz="3200" strike="noStrike" u="none">
              <a:solidFill>
                <a:srgbClr val="000000"/>
              </a:solidFill>
              <a:uFillTx/>
              <a:latin typeface="Arial"/>
            </a:endParaRPr>
          </a:p>
        </p:txBody>
      </p:sp>
      <p:sp>
        <p:nvSpPr>
          <p:cNvPr id="121" name="PlaceHolder 3"/>
          <p:cNvSpPr>
            <a:spLocks noGrp="1"/>
          </p:cNvSpPr>
          <p:nvPr>
            <p:ph/>
          </p:nvPr>
        </p:nvSpPr>
        <p:spPr>
          <a:xfrm>
            <a:off x="6226200" y="1825560"/>
            <a:ext cx="5131080" cy="43502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indent="0">
              <a:spcBef>
                <a:spcPts val="1417"/>
              </a:spcBef>
              <a:buNone/>
            </a:pPr>
            <a:endParaRPr b="0" lang="de-DE" sz="3200" strike="noStrike" u="none">
              <a:solidFill>
                <a:srgbClr val="000000"/>
              </a:solidFill>
              <a:uFillTx/>
              <a:latin typeface="Arial"/>
            </a:endParaRPr>
          </a:p>
        </p:txBody>
      </p:sp>
      <p:sp>
        <p:nvSpPr>
          <p:cNvPr id="5" name="PlaceHolder 4"/>
          <p:cNvSpPr>
            <a:spLocks noGrp="1"/>
          </p:cNvSpPr>
          <p:nvPr>
            <p:ph type="ftr" idx="46"/>
          </p:nvPr>
        </p:nvSpPr>
        <p:spPr/>
        <p:txBody>
          <a:bodyPr/>
          <a:p>
            <a:r>
              <a:t>Footer</a:t>
            </a:r>
          </a:p>
        </p:txBody>
      </p:sp>
      <p:sp>
        <p:nvSpPr>
          <p:cNvPr id="6" name="PlaceHolder 5"/>
          <p:cNvSpPr>
            <a:spLocks noGrp="1"/>
          </p:cNvSpPr>
          <p:nvPr>
            <p:ph type="sldNum" idx="47"/>
          </p:nvPr>
        </p:nvSpPr>
        <p:spPr/>
        <p:txBody>
          <a:bodyPr/>
          <a:p>
            <a:fld id="{256ABAF5-6D56-4D57-B8EA-6F54154F4AD1}" type="slidenum">
              <a:t>&lt;#&gt;</a:t>
            </a:fld>
          </a:p>
        </p:txBody>
      </p:sp>
      <p:sp>
        <p:nvSpPr>
          <p:cNvPr id="7" name="PlaceHolder 6"/>
          <p:cNvSpPr>
            <a:spLocks noGrp="1"/>
          </p:cNvSpPr>
          <p:nvPr>
            <p:ph type="dt" idx="48"/>
          </p:nvPr>
        </p:nvSpPr>
        <p:spPr/>
        <p:txBody>
          <a:bodyPr/>
          <a:p>
            <a:r>
              <a:rPr lang="de-DE"/>
              <a:t/>
            </a:r>
          </a:p>
        </p:txBody>
      </p:sp>
    </p:spTree>
  </p:cSld>
</p:sldLayout>
</file>

<file path=ppt/slideLayouts/slideLayout42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blank" preserve="1">
  <p:cSld name="Standard 20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PlaceHolder 1"/>
          <p:cNvSpPr>
            <a:spLocks noGrp="1"/>
          </p:cNvSpPr>
          <p:nvPr>
            <p:ph type="ftr" idx="49"/>
          </p:nvPr>
        </p:nvSpPr>
        <p:spPr/>
        <p:txBody>
          <a:bodyPr/>
          <a:p>
            <a:r>
              <a:t>Footer</a:t>
            </a:r>
          </a:p>
        </p:txBody>
      </p:sp>
      <p:sp>
        <p:nvSpPr>
          <p:cNvPr id="3" name="PlaceHolder 2"/>
          <p:cNvSpPr>
            <a:spLocks noGrp="1"/>
          </p:cNvSpPr>
          <p:nvPr>
            <p:ph type="sldNum" idx="50"/>
          </p:nvPr>
        </p:nvSpPr>
        <p:spPr/>
        <p:txBody>
          <a:bodyPr/>
          <a:p>
            <a:fld id="{55BF17FC-9CFD-4E5D-B586-36ADB0B8969C}" type="slidenum">
              <a:t>&lt;#&gt;</a:t>
            </a:fld>
          </a:p>
        </p:txBody>
      </p:sp>
      <p:sp>
        <p:nvSpPr>
          <p:cNvPr id="4" name="PlaceHolder 3"/>
          <p:cNvSpPr>
            <a:spLocks noGrp="1"/>
          </p:cNvSpPr>
          <p:nvPr>
            <p:ph type="dt" idx="51"/>
          </p:nvPr>
        </p:nvSpPr>
        <p:spPr/>
        <p:txBody>
          <a:bodyPr/>
          <a:p>
            <a:r>
              <a:rPr lang="de-DE"/>
              <a:t/>
            </a:r>
          </a:p>
        </p:txBody>
      </p:sp>
    </p:spTree>
  </p:cSld>
</p:sldLayout>
</file>

<file path=ppt/slideLayouts/slideLayout43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titleOnly" preserve="1">
  <p:cSld name="Standard 21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0" name="PlaceHolder 1"/>
          <p:cNvSpPr>
            <a:spLocks noGrp="1"/>
          </p:cNvSpPr>
          <p:nvPr>
            <p:ph type="title"/>
          </p:nvPr>
        </p:nvSpPr>
        <p:spPr>
          <a:xfrm>
            <a:off x="838080" y="365040"/>
            <a:ext cx="10514520" cy="13244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ctr">
            <a:noAutofit/>
          </a:bodyPr>
          <a:p>
            <a:pPr indent="0" algn="ctr">
              <a:buNone/>
            </a:pPr>
            <a:endParaRPr b="0" lang="de-DE" sz="4400" strike="noStrike" u="none">
              <a:solidFill>
                <a:srgbClr val="000000"/>
              </a:solidFill>
              <a:uFillTx/>
              <a:latin typeface="Arial"/>
            </a:endParaRPr>
          </a:p>
        </p:txBody>
      </p:sp>
      <p:sp>
        <p:nvSpPr>
          <p:cNvPr id="3" name="PlaceHolder 2"/>
          <p:cNvSpPr>
            <a:spLocks noGrp="1"/>
          </p:cNvSpPr>
          <p:nvPr>
            <p:ph type="ftr" idx="52"/>
          </p:nvPr>
        </p:nvSpPr>
        <p:spPr/>
        <p:txBody>
          <a:bodyPr/>
          <a:p>
            <a:r>
              <a:t>Footer</a:t>
            </a:r>
          </a:p>
        </p:txBody>
      </p:sp>
      <p:sp>
        <p:nvSpPr>
          <p:cNvPr id="4" name="PlaceHolder 3"/>
          <p:cNvSpPr>
            <a:spLocks noGrp="1"/>
          </p:cNvSpPr>
          <p:nvPr>
            <p:ph type="sldNum" idx="53"/>
          </p:nvPr>
        </p:nvSpPr>
        <p:spPr/>
        <p:txBody>
          <a:bodyPr/>
          <a:p>
            <a:fld id="{69264E6E-F1A3-47A1-A8FA-FE372F163FD4}" type="slidenum">
              <a:t>&lt;#&gt;</a:t>
            </a:fld>
          </a:p>
        </p:txBody>
      </p:sp>
      <p:sp>
        <p:nvSpPr>
          <p:cNvPr id="5" name="PlaceHolder 4"/>
          <p:cNvSpPr>
            <a:spLocks noGrp="1"/>
          </p:cNvSpPr>
          <p:nvPr>
            <p:ph type="dt" idx="54"/>
          </p:nvPr>
        </p:nvSpPr>
        <p:spPr/>
        <p:txBody>
          <a:bodyPr/>
          <a:p>
            <a:r>
              <a:rPr lang="de-DE"/>
              <a:t/>
            </a:r>
          </a:p>
        </p:txBody>
      </p:sp>
    </p:spTree>
  </p:cSld>
</p:sldLayout>
</file>

<file path=ppt/slideLayouts/slideLayout44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blank" preserve="1">
  <p:cSld name="Standard 22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PlaceHolder 1"/>
          <p:cNvSpPr>
            <a:spLocks noGrp="1"/>
          </p:cNvSpPr>
          <p:nvPr>
            <p:ph type="ftr" idx="55"/>
          </p:nvPr>
        </p:nvSpPr>
        <p:spPr/>
        <p:txBody>
          <a:bodyPr/>
          <a:p>
            <a:r>
              <a:t>Footer</a:t>
            </a:r>
          </a:p>
        </p:txBody>
      </p:sp>
      <p:sp>
        <p:nvSpPr>
          <p:cNvPr id="3" name="PlaceHolder 2"/>
          <p:cNvSpPr>
            <a:spLocks noGrp="1"/>
          </p:cNvSpPr>
          <p:nvPr>
            <p:ph type="sldNum" idx="56"/>
          </p:nvPr>
        </p:nvSpPr>
        <p:spPr/>
        <p:txBody>
          <a:bodyPr/>
          <a:p>
            <a:fld id="{6DE5944B-4418-4F31-A84E-35A55043DEE5}" type="slidenum">
              <a:t>&lt;#&gt;</a:t>
            </a:fld>
          </a:p>
        </p:txBody>
      </p:sp>
      <p:sp>
        <p:nvSpPr>
          <p:cNvPr id="4" name="PlaceHolder 3"/>
          <p:cNvSpPr>
            <a:spLocks noGrp="1"/>
          </p:cNvSpPr>
          <p:nvPr>
            <p:ph type="dt" idx="57"/>
          </p:nvPr>
        </p:nvSpPr>
        <p:spPr/>
        <p:txBody>
          <a:bodyPr/>
          <a:p>
            <a:r>
              <a:rPr lang="de-DE"/>
              <a:t/>
            </a:r>
          </a:p>
        </p:txBody>
      </p:sp>
    </p:spTree>
  </p:cSld>
</p:sldLayout>
</file>

<file path=ppt/slideLayouts/slideLayout45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blank" preserve="1">
  <p:cSld name="Standard 23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PlaceHolder 1"/>
          <p:cNvSpPr>
            <a:spLocks noGrp="1"/>
          </p:cNvSpPr>
          <p:nvPr>
            <p:ph type="ftr" idx="58"/>
          </p:nvPr>
        </p:nvSpPr>
        <p:spPr/>
        <p:txBody>
          <a:bodyPr/>
          <a:p>
            <a:r>
              <a:t>Footer</a:t>
            </a:r>
          </a:p>
        </p:txBody>
      </p:sp>
      <p:sp>
        <p:nvSpPr>
          <p:cNvPr id="3" name="PlaceHolder 2"/>
          <p:cNvSpPr>
            <a:spLocks noGrp="1"/>
          </p:cNvSpPr>
          <p:nvPr>
            <p:ph type="sldNum" idx="59"/>
          </p:nvPr>
        </p:nvSpPr>
        <p:spPr/>
        <p:txBody>
          <a:bodyPr/>
          <a:p>
            <a:fld id="{76418A57-0FCE-4782-8CAD-E48CDEEBF9F8}" type="slidenum">
              <a:t>&lt;#&gt;</a:t>
            </a:fld>
          </a:p>
        </p:txBody>
      </p:sp>
      <p:sp>
        <p:nvSpPr>
          <p:cNvPr id="4" name="PlaceHolder 3"/>
          <p:cNvSpPr>
            <a:spLocks noGrp="1"/>
          </p:cNvSpPr>
          <p:nvPr>
            <p:ph type="dt" idx="60"/>
          </p:nvPr>
        </p:nvSpPr>
        <p:spPr/>
        <p:txBody>
          <a:bodyPr/>
          <a:p>
            <a:r>
              <a:rPr lang="de-DE"/>
              <a:t/>
            </a:r>
          </a:p>
        </p:txBody>
      </p:sp>
    </p:spTree>
  </p:cSld>
</p:sldLayout>
</file>

<file path=ppt/slideLayouts/slideLayout46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blank" preserve="1">
  <p:cSld name="Standard 24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PlaceHolder 1"/>
          <p:cNvSpPr>
            <a:spLocks noGrp="1"/>
          </p:cNvSpPr>
          <p:nvPr>
            <p:ph type="ftr" idx="61"/>
          </p:nvPr>
        </p:nvSpPr>
        <p:spPr/>
        <p:txBody>
          <a:bodyPr/>
          <a:p>
            <a:r>
              <a:t>Footer</a:t>
            </a:r>
          </a:p>
        </p:txBody>
      </p:sp>
      <p:sp>
        <p:nvSpPr>
          <p:cNvPr id="3" name="PlaceHolder 2"/>
          <p:cNvSpPr>
            <a:spLocks noGrp="1"/>
          </p:cNvSpPr>
          <p:nvPr>
            <p:ph type="sldNum" idx="62"/>
          </p:nvPr>
        </p:nvSpPr>
        <p:spPr/>
        <p:txBody>
          <a:bodyPr/>
          <a:p>
            <a:fld id="{1DABAC92-3312-470A-809C-1BDF03EAC8FD}" type="slidenum">
              <a:t>&lt;#&gt;</a:t>
            </a:fld>
          </a:p>
        </p:txBody>
      </p:sp>
      <p:sp>
        <p:nvSpPr>
          <p:cNvPr id="4" name="PlaceHolder 3"/>
          <p:cNvSpPr>
            <a:spLocks noGrp="1"/>
          </p:cNvSpPr>
          <p:nvPr>
            <p:ph type="dt" idx="63"/>
          </p:nvPr>
        </p:nvSpPr>
        <p:spPr/>
        <p:txBody>
          <a:bodyPr/>
          <a:p>
            <a:r>
              <a:rPr lang="de-DE"/>
              <a:t/>
            </a:r>
          </a:p>
        </p:txBody>
      </p:sp>
    </p:spTree>
  </p:cSld>
</p:sldLayout>
</file>

<file path=ppt/slideMasters/_rels/slideMaster1.xml.rels><?xml version="1.0" encoding="UTF-8"?>
<Relationships xmlns="http://schemas.openxmlformats.org/package/2006/relationships"><Relationship Id="rId1" Type="http://schemas.openxmlformats.org/officeDocument/2006/relationships/theme" Target="../theme/theme1.xml"/><Relationship Id="rId2" Type="http://schemas.openxmlformats.org/officeDocument/2006/relationships/slideLayout" Target="../slideLayouts/slideLayout1.xml"/>
</Relationships>
</file>

<file path=ppt/slideMasters/_rels/slideMaster2.xml.rels><?xml version="1.0" encoding="UTF-8"?>
<Relationships xmlns="http://schemas.openxmlformats.org/package/2006/relationships"><Relationship Id="rId1" Type="http://schemas.openxmlformats.org/officeDocument/2006/relationships/theme" Target="../theme/theme2.xml"/><Relationship Id="rId2" Type="http://schemas.openxmlformats.org/officeDocument/2006/relationships/slideLayout" Target="../slideLayouts/slideLayout2.xml"/>
</Relationships>
</file>

<file path=ppt/slideMasters/_rels/slideMaster3.xml.rels><?xml version="1.0" encoding="UTF-8"?>
<Relationships xmlns="http://schemas.openxmlformats.org/package/2006/relationships"><Relationship Id="rId1" Type="http://schemas.openxmlformats.org/officeDocument/2006/relationships/theme" Target="../theme/theme3.xml"/><Relationship Id="rId2" Type="http://schemas.openxmlformats.org/officeDocument/2006/relationships/slideLayout" Target="../slideLayouts/slideLayout3.xml"/>
</Relationships>
</file>

<file path=ppt/slideMasters/_rels/slideMaster4.xml.rels><?xml version="1.0" encoding="UTF-8"?>
<Relationships xmlns="http://schemas.openxmlformats.org/package/2006/relationships"><Relationship Id="rId1" Type="http://schemas.openxmlformats.org/officeDocument/2006/relationships/theme" Target="../theme/theme4.xml"/><Relationship Id="rId2" Type="http://schemas.openxmlformats.org/officeDocument/2006/relationships/slideLayout" Target="../slideLayouts/slideLayout4.xml"/>
</Relationships>
</file>

<file path=ppt/slideMasters/_rels/slideMaster5.xml.rels><?xml version="1.0" encoding="UTF-8"?>
<Relationships xmlns="http://schemas.openxmlformats.org/package/2006/relationships"><Relationship Id="rId1" Type="http://schemas.openxmlformats.org/officeDocument/2006/relationships/theme" Target="../theme/theme5.xml"/><Relationship Id="rId2" Type="http://schemas.openxmlformats.org/officeDocument/2006/relationships/slideLayout" Target="../slideLayouts/slideLayout5.xml"/>
</Relationships>
</file>

<file path=ppt/slideMasters/_rels/slideMaster6.xml.rels><?xml version="1.0" encoding="UTF-8"?>
<Relationships xmlns="http://schemas.openxmlformats.org/package/2006/relationships"><Relationship Id="rId1" Type="http://schemas.openxmlformats.org/officeDocument/2006/relationships/theme" Target="../theme/theme6.xml"/><Relationship Id="rId2" Type="http://schemas.openxmlformats.org/officeDocument/2006/relationships/slideLayout" Target="../slideLayouts/slideLayout6.xml"/>
</Relationships>
</file>

<file path=ppt/slideMasters/_rels/slideMaster7.xml.rels><?xml version="1.0" encoding="UTF-8"?>
<Relationships xmlns="http://schemas.openxmlformats.org/package/2006/relationships"><Relationship Id="rId1" Type="http://schemas.openxmlformats.org/officeDocument/2006/relationships/theme" Target="../theme/theme7.xml"/><Relationship Id="rId2" Type="http://schemas.openxmlformats.org/officeDocument/2006/relationships/slideLayout" Target="../slideLayouts/slideLayout7.xml"/>
</Relationships>
</file>

<file path=ppt/slideMasters/_rels/slideMaster8.xml.rels><?xml version="1.0" encoding="UTF-8"?>
<Relationships xmlns="http://schemas.openxmlformats.org/package/2006/relationships"><Relationship Id="rId1" Type="http://schemas.openxmlformats.org/officeDocument/2006/relationships/theme" Target="../theme/theme8.xml"/><Relationship Id="rId2" Type="http://schemas.openxmlformats.org/officeDocument/2006/relationships/slideLayout" Target="../slideLayouts/slideLayout8.xml"/>
</Relationships>
</file>

<file path=ppt/slideMasters/_rels/slideMaster9.xml.rels><?xml version="1.0" encoding="UTF-8"?>
<Relationships xmlns="http://schemas.openxmlformats.org/package/2006/relationships"><Relationship Id="rId1" Type="http://schemas.openxmlformats.org/officeDocument/2006/relationships/theme" Target="../theme/theme9.xml"/><Relationship Id="rId2" Type="http://schemas.openxmlformats.org/officeDocument/2006/relationships/slideLayout" Target="../slideLayouts/slideLayout9.xml"/>
</Relationships>
</file>

<file path=ppt/slideMasters/_rels/slideMaster10.xml.rels><?xml version="1.0" encoding="UTF-8"?>
<Relationships xmlns="http://schemas.openxmlformats.org/package/2006/relationships"><Relationship Id="rId1" Type="http://schemas.openxmlformats.org/officeDocument/2006/relationships/theme" Target="../theme/theme10.xml"/><Relationship Id="rId2" Type="http://schemas.openxmlformats.org/officeDocument/2006/relationships/slideLayout" Target="../slideLayouts/slideLayout10.xml"/>
</Relationships>
</file>

<file path=ppt/slideMasters/_rels/slideMaster11.xml.rels><?xml version="1.0" encoding="UTF-8"?>
<Relationships xmlns="http://schemas.openxmlformats.org/package/2006/relationships"><Relationship Id="rId1" Type="http://schemas.openxmlformats.org/officeDocument/2006/relationships/theme" Target="../theme/theme11.xml"/><Relationship Id="rId2" Type="http://schemas.openxmlformats.org/officeDocument/2006/relationships/slideLayout" Target="../slideLayouts/slideLayout11.xml"/>
</Relationships>
</file>

<file path=ppt/slideMasters/_rels/slideMaster12.xml.rels><?xml version="1.0" encoding="UTF-8"?>
<Relationships xmlns="http://schemas.openxmlformats.org/package/2006/relationships"><Relationship Id="rId1" Type="http://schemas.openxmlformats.org/officeDocument/2006/relationships/theme" Target="../theme/theme12.xml"/><Relationship Id="rId2" Type="http://schemas.openxmlformats.org/officeDocument/2006/relationships/slideLayout" Target="../slideLayouts/slideLayout12.xml"/>
</Relationships>
</file>

<file path=ppt/slideMasters/_rels/slideMaster13.xml.rels><?xml version="1.0" encoding="UTF-8"?>
<Relationships xmlns="http://schemas.openxmlformats.org/package/2006/relationships"><Relationship Id="rId1" Type="http://schemas.openxmlformats.org/officeDocument/2006/relationships/theme" Target="../theme/theme13.xml"/><Relationship Id="rId2" Type="http://schemas.openxmlformats.org/officeDocument/2006/relationships/slideLayout" Target="../slideLayouts/slideLayout13.xml"/>
</Relationships>
</file>

<file path=ppt/slideMasters/_rels/slideMaster14.xml.rels><?xml version="1.0" encoding="UTF-8"?>
<Relationships xmlns="http://schemas.openxmlformats.org/package/2006/relationships"><Relationship Id="rId1" Type="http://schemas.openxmlformats.org/officeDocument/2006/relationships/theme" Target="../theme/theme14.xml"/><Relationship Id="rId2" Type="http://schemas.openxmlformats.org/officeDocument/2006/relationships/slideLayout" Target="../slideLayouts/slideLayout14.xml"/>
</Relationships>
</file>

<file path=ppt/slideMasters/_rels/slideMaster15.xml.rels><?xml version="1.0" encoding="UTF-8"?>
<Relationships xmlns="http://schemas.openxmlformats.org/package/2006/relationships"><Relationship Id="rId1" Type="http://schemas.openxmlformats.org/officeDocument/2006/relationships/theme" Target="../theme/theme15.xml"/><Relationship Id="rId2" Type="http://schemas.openxmlformats.org/officeDocument/2006/relationships/slideLayout" Target="../slideLayouts/slideLayout15.xml"/>
</Relationships>
</file>

<file path=ppt/slideMasters/_rels/slideMaster16.xml.rels><?xml version="1.0" encoding="UTF-8"?>
<Relationships xmlns="http://schemas.openxmlformats.org/package/2006/relationships"><Relationship Id="rId1" Type="http://schemas.openxmlformats.org/officeDocument/2006/relationships/theme" Target="../theme/theme16.xml"/><Relationship Id="rId2" Type="http://schemas.openxmlformats.org/officeDocument/2006/relationships/image" Target="../media/image1.wmf"/><Relationship Id="rId3" Type="http://schemas.openxmlformats.org/officeDocument/2006/relationships/slideLayout" Target="../slideLayouts/slideLayout16.xml"/>
</Relationships>
</file>

<file path=ppt/slideMasters/_rels/slideMaster17.xml.rels><?xml version="1.0" encoding="UTF-8"?>
<Relationships xmlns="http://schemas.openxmlformats.org/package/2006/relationships"><Relationship Id="rId1" Type="http://schemas.openxmlformats.org/officeDocument/2006/relationships/theme" Target="../theme/theme17.xml"/><Relationship Id="rId2" Type="http://schemas.openxmlformats.org/officeDocument/2006/relationships/slideLayout" Target="../slideLayouts/slideLayout17.xml"/>
</Relationships>
</file>

<file path=ppt/slideMasters/_rels/slideMaster18.xml.rels><?xml version="1.0" encoding="UTF-8"?>
<Relationships xmlns="http://schemas.openxmlformats.org/package/2006/relationships"><Relationship Id="rId1" Type="http://schemas.openxmlformats.org/officeDocument/2006/relationships/theme" Target="../theme/theme18.xml"/><Relationship Id="rId2" Type="http://schemas.openxmlformats.org/officeDocument/2006/relationships/slideLayout" Target="../slideLayouts/slideLayout18.xml"/>
</Relationships>
</file>

<file path=ppt/slideMasters/_rels/slideMaster19.xml.rels><?xml version="1.0" encoding="UTF-8"?>
<Relationships xmlns="http://schemas.openxmlformats.org/package/2006/relationships"><Relationship Id="rId1" Type="http://schemas.openxmlformats.org/officeDocument/2006/relationships/theme" Target="../theme/theme19.xml"/><Relationship Id="rId2" Type="http://schemas.openxmlformats.org/officeDocument/2006/relationships/slideLayout" Target="../slideLayouts/slideLayout19.xml"/>
</Relationships>
</file>

<file path=ppt/slideMasters/_rels/slideMaster20.xml.rels><?xml version="1.0" encoding="UTF-8"?>
<Relationships xmlns="http://schemas.openxmlformats.org/package/2006/relationships"><Relationship Id="rId1" Type="http://schemas.openxmlformats.org/officeDocument/2006/relationships/theme" Target="../theme/theme20.xml"/><Relationship Id="rId2" Type="http://schemas.openxmlformats.org/officeDocument/2006/relationships/slideLayout" Target="../slideLayouts/slideLayout20.xml"/>
</Relationships>
</file>

<file path=ppt/slideMasters/_rels/slideMaster21.xml.rels><?xml version="1.0" encoding="UTF-8"?>
<Relationships xmlns="http://schemas.openxmlformats.org/package/2006/relationships"><Relationship Id="rId1" Type="http://schemas.openxmlformats.org/officeDocument/2006/relationships/theme" Target="../theme/theme21.xml"/><Relationship Id="rId2" Type="http://schemas.openxmlformats.org/officeDocument/2006/relationships/slideLayout" Target="../slideLayouts/slideLayout21.xml"/>
</Relationships>
</file>

<file path=ppt/slideMasters/_rels/slideMaster22.xml.rels><?xml version="1.0" encoding="UTF-8"?>
<Relationships xmlns="http://schemas.openxmlformats.org/package/2006/relationships"><Relationship Id="rId1" Type="http://schemas.openxmlformats.org/officeDocument/2006/relationships/theme" Target="../theme/theme22.xml"/><Relationship Id="rId2" Type="http://schemas.openxmlformats.org/officeDocument/2006/relationships/slideLayout" Target="../slideLayouts/slideLayout22.xml"/>
</Relationships>
</file>

<file path=ppt/slideMasters/_rels/slideMaster23.xml.rels><?xml version="1.0" encoding="UTF-8"?>
<Relationships xmlns="http://schemas.openxmlformats.org/package/2006/relationships"><Relationship Id="rId1" Type="http://schemas.openxmlformats.org/officeDocument/2006/relationships/theme" Target="../theme/theme23.xml"/><Relationship Id="rId2" Type="http://schemas.openxmlformats.org/officeDocument/2006/relationships/slideLayout" Target="../slideLayouts/slideLayout23.xml"/>
</Relationships>
</file>

<file path=ppt/slideMasters/_rels/slideMaster24.xml.rels><?xml version="1.0" encoding="UTF-8"?>
<Relationships xmlns="http://schemas.openxmlformats.org/package/2006/relationships"><Relationship Id="rId1" Type="http://schemas.openxmlformats.org/officeDocument/2006/relationships/theme" Target="../theme/theme24.xml"/><Relationship Id="rId2" Type="http://schemas.openxmlformats.org/officeDocument/2006/relationships/slideLayout" Target="../slideLayouts/slideLayout24.xml"/>
</Relationships>
</file>

<file path=ppt/slideMasters/_rels/slideMaster25.xml.rels><?xml version="1.0" encoding="UTF-8"?>
<Relationships xmlns="http://schemas.openxmlformats.org/package/2006/relationships"><Relationship Id="rId1" Type="http://schemas.openxmlformats.org/officeDocument/2006/relationships/theme" Target="../theme/theme25.xml"/><Relationship Id="rId2" Type="http://schemas.openxmlformats.org/officeDocument/2006/relationships/slideLayout" Target="../slideLayouts/slideLayout25.xml"/>
</Relationships>
</file>

<file path=ppt/slideMasters/_rels/slideMaster26.xml.rels><?xml version="1.0" encoding="UTF-8"?>
<Relationships xmlns="http://schemas.openxmlformats.org/package/2006/relationships"><Relationship Id="rId1" Type="http://schemas.openxmlformats.org/officeDocument/2006/relationships/theme" Target="../theme/theme26.xml"/><Relationship Id="rId2" Type="http://schemas.openxmlformats.org/officeDocument/2006/relationships/slideLayout" Target="../slideLayouts/slideLayout26.xml"/>
</Relationships>
</file>

<file path=ppt/slideMasters/_rels/slideMaster27.xml.rels><?xml version="1.0" encoding="UTF-8"?>
<Relationships xmlns="http://schemas.openxmlformats.org/package/2006/relationships"><Relationship Id="rId1" Type="http://schemas.openxmlformats.org/officeDocument/2006/relationships/theme" Target="../theme/theme27.xml"/><Relationship Id="rId2" Type="http://schemas.openxmlformats.org/officeDocument/2006/relationships/slideLayout" Target="../slideLayouts/slideLayout27.xml"/>
</Relationships>
</file>

<file path=ppt/slideMasters/_rels/slideMaster28.xml.rels><?xml version="1.0" encoding="UTF-8"?>
<Relationships xmlns="http://schemas.openxmlformats.org/package/2006/relationships"><Relationship Id="rId1" Type="http://schemas.openxmlformats.org/officeDocument/2006/relationships/theme" Target="../theme/theme28.xml"/><Relationship Id="rId2" Type="http://schemas.openxmlformats.org/officeDocument/2006/relationships/slideLayout" Target="../slideLayouts/slideLayout28.xml"/>
</Relationships>
</file>

<file path=ppt/slideMasters/_rels/slideMaster29.xml.rels><?xml version="1.0" encoding="UTF-8"?>
<Relationships xmlns="http://schemas.openxmlformats.org/package/2006/relationships"><Relationship Id="rId1" Type="http://schemas.openxmlformats.org/officeDocument/2006/relationships/theme" Target="../theme/theme29.xml"/><Relationship Id="rId2" Type="http://schemas.openxmlformats.org/officeDocument/2006/relationships/slideLayout" Target="../slideLayouts/slideLayout29.xml"/>
</Relationships>
</file>

<file path=ppt/slideMasters/_rels/slideMaster30.xml.rels><?xml version="1.0" encoding="UTF-8"?>
<Relationships xmlns="http://schemas.openxmlformats.org/package/2006/relationships"><Relationship Id="rId1" Type="http://schemas.openxmlformats.org/officeDocument/2006/relationships/theme" Target="../theme/theme30.xml"/><Relationship Id="rId2" Type="http://schemas.openxmlformats.org/officeDocument/2006/relationships/slideLayout" Target="../slideLayouts/slideLayout30.xml"/>
</Relationships>
</file>

<file path=ppt/slideMasters/_rels/slideMaster31.xml.rels><?xml version="1.0" encoding="UTF-8"?>
<Relationships xmlns="http://schemas.openxmlformats.org/package/2006/relationships"><Relationship Id="rId1" Type="http://schemas.openxmlformats.org/officeDocument/2006/relationships/theme" Target="../theme/theme31.xml"/><Relationship Id="rId2" Type="http://schemas.openxmlformats.org/officeDocument/2006/relationships/slideLayout" Target="../slideLayouts/slideLayout31.xml"/>
</Relationships>
</file>

<file path=ppt/slideMasters/_rels/slideMaster32.xml.rels><?xml version="1.0" encoding="UTF-8"?>
<Relationships xmlns="http://schemas.openxmlformats.org/package/2006/relationships"><Relationship Id="rId1" Type="http://schemas.openxmlformats.org/officeDocument/2006/relationships/theme" Target="../theme/theme32.xml"/><Relationship Id="rId2" Type="http://schemas.openxmlformats.org/officeDocument/2006/relationships/slideLayout" Target="../slideLayouts/slideLayout32.xml"/><Relationship Id="rId3" Type="http://schemas.openxmlformats.org/officeDocument/2006/relationships/slideLayout" Target="../slideLayouts/slideLayout33.xml"/><Relationship Id="rId4" Type="http://schemas.openxmlformats.org/officeDocument/2006/relationships/slideLayout" Target="../slideLayouts/slideLayout34.xml"/><Relationship Id="rId5" Type="http://schemas.openxmlformats.org/officeDocument/2006/relationships/slideLayout" Target="../slideLayouts/slideLayout35.xml"/><Relationship Id="rId6" Type="http://schemas.openxmlformats.org/officeDocument/2006/relationships/slideLayout" Target="../slideLayouts/slideLayout36.xml"/><Relationship Id="rId7" Type="http://schemas.openxmlformats.org/officeDocument/2006/relationships/slideLayout" Target="../slideLayouts/slideLayout37.xml"/><Relationship Id="rId8" Type="http://schemas.openxmlformats.org/officeDocument/2006/relationships/slideLayout" Target="../slideLayouts/slideLayout38.xml"/><Relationship Id="rId9" Type="http://schemas.openxmlformats.org/officeDocument/2006/relationships/slideLayout" Target="../slideLayouts/slideLayout39.xml"/>
</Relationships>
</file>

<file path=ppt/slideMasters/_rels/slideMaster33.xml.rels><?xml version="1.0" encoding="UTF-8"?>
<Relationships xmlns="http://schemas.openxmlformats.org/package/2006/relationships"><Relationship Id="rId1" Type="http://schemas.openxmlformats.org/officeDocument/2006/relationships/theme" Target="../theme/theme33.xml"/><Relationship Id="rId2" Type="http://schemas.openxmlformats.org/officeDocument/2006/relationships/slideLayout" Target="../slideLayouts/slideLayout40.xml"/>
</Relationships>
</file>

<file path=ppt/slideMasters/_rels/slideMaster34.xml.rels><?xml version="1.0" encoding="UTF-8"?>
<Relationships xmlns="http://schemas.openxmlformats.org/package/2006/relationships"><Relationship Id="rId1" Type="http://schemas.openxmlformats.org/officeDocument/2006/relationships/theme" Target="../theme/theme34.xml"/><Relationship Id="rId2" Type="http://schemas.openxmlformats.org/officeDocument/2006/relationships/slideLayout" Target="../slideLayouts/slideLayout41.xml"/>
</Relationships>
</file>

<file path=ppt/slideMasters/_rels/slideMaster35.xml.rels><?xml version="1.0" encoding="UTF-8"?>
<Relationships xmlns="http://schemas.openxmlformats.org/package/2006/relationships"><Relationship Id="rId1" Type="http://schemas.openxmlformats.org/officeDocument/2006/relationships/theme" Target="../theme/theme35.xml"/><Relationship Id="rId2" Type="http://schemas.openxmlformats.org/officeDocument/2006/relationships/slideLayout" Target="../slideLayouts/slideLayout42.xml"/>
</Relationships>
</file>

<file path=ppt/slideMasters/_rels/slideMaster36.xml.rels><?xml version="1.0" encoding="UTF-8"?>
<Relationships xmlns="http://schemas.openxmlformats.org/package/2006/relationships"><Relationship Id="rId1" Type="http://schemas.openxmlformats.org/officeDocument/2006/relationships/theme" Target="../theme/theme36.xml"/><Relationship Id="rId2" Type="http://schemas.openxmlformats.org/officeDocument/2006/relationships/slideLayout" Target="../slideLayouts/slideLayout43.xml"/>
</Relationships>
</file>

<file path=ppt/slideMasters/_rels/slideMaster37.xml.rels><?xml version="1.0" encoding="UTF-8"?>
<Relationships xmlns="http://schemas.openxmlformats.org/package/2006/relationships"><Relationship Id="rId1" Type="http://schemas.openxmlformats.org/officeDocument/2006/relationships/theme" Target="../theme/theme37.xml"/><Relationship Id="rId2" Type="http://schemas.openxmlformats.org/officeDocument/2006/relationships/slideLayout" Target="../slideLayouts/slideLayout44.xml"/>
</Relationships>
</file>

<file path=ppt/slideMasters/_rels/slideMaster38.xml.rels><?xml version="1.0" encoding="UTF-8"?>
<Relationships xmlns="http://schemas.openxmlformats.org/package/2006/relationships"><Relationship Id="rId1" Type="http://schemas.openxmlformats.org/officeDocument/2006/relationships/theme" Target="../theme/theme38.xml"/><Relationship Id="rId2" Type="http://schemas.openxmlformats.org/officeDocument/2006/relationships/slideLayout" Target="../slideLayouts/slideLayout45.xml"/>
</Relationships>
</file>

<file path=ppt/slideMasters/_rels/slideMaster39.xml.rels><?xml version="1.0" encoding="UTF-8"?>
<Relationships xmlns="http://schemas.openxmlformats.org/package/2006/relationships"><Relationship Id="rId1" Type="http://schemas.openxmlformats.org/officeDocument/2006/relationships/theme" Target="../theme/theme39.xml"/><Relationship Id="rId2" Type="http://schemas.openxmlformats.org/officeDocument/2006/relationships/slideLayout" Target="../slideLayouts/slideLayout46.xml"/>
</Relationships>
</file>

<file path=ppt/slideMasters/slideMaster1.xml><?xml version="1.0" encoding="utf-8"?>
<p:sldMaster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0" name="PlaceHolder 1"/>
          <p:cNvSpPr>
            <a:spLocks noGrp="1"/>
          </p:cNvSpPr>
          <p:nvPr>
            <p:ph type="title"/>
          </p:nvPr>
        </p:nvSpPr>
        <p:spPr>
          <a:xfrm>
            <a:off x="838080" y="365040"/>
            <a:ext cx="10514520" cy="13244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ctr">
            <a:noAutofit/>
          </a:bodyPr>
          <a:p>
            <a:pPr indent="0">
              <a:buNone/>
            </a:pPr>
            <a:r>
              <a:rPr b="0" lang="de-DE" sz="1800" strike="noStrike" u="none">
                <a:solidFill>
                  <a:srgbClr val="000000"/>
                </a:solidFill>
                <a:uFillTx/>
                <a:latin typeface="Arial"/>
              </a:rPr>
              <a:t>Format des Titeltextes durch Klicken bearbeiten</a:t>
            </a:r>
            <a:endParaRPr b="0" lang="de-DE" sz="1800" strike="noStrike" u="none">
              <a:solidFill>
                <a:srgbClr val="000000"/>
              </a:solidFill>
              <a:uFillTx/>
              <a:latin typeface="Arial"/>
            </a:endParaRPr>
          </a:p>
        </p:txBody>
      </p:sp>
      <p:sp>
        <p:nvSpPr>
          <p:cNvPr id="1" name="PlaceHolder 2"/>
          <p:cNvSpPr>
            <a:spLocks noGrp="1"/>
          </p:cNvSpPr>
          <p:nvPr>
            <p:ph type="ftr" idx="1"/>
          </p:nvPr>
        </p:nvSpPr>
        <p:spPr>
          <a:xfrm>
            <a:off x="4038480" y="6356520"/>
            <a:ext cx="4113720" cy="363960"/>
          </a:xfrm>
          <a:prstGeom prst="rect">
            <a:avLst/>
          </a:prstGeom>
          <a:noFill/>
          <a:ln w="0">
            <a:noFill/>
          </a:ln>
        </p:spPr>
        <p:txBody>
          <a:bodyPr lIns="90000" rIns="90000" tIns="45000" bIns="45000" anchor="t">
            <a:noAutofit/>
          </a:bodyPr>
          <a:lstStyle>
            <a:lvl1pPr indent="0" algn="ctr">
              <a:lnSpc>
                <a:spcPct val="100000"/>
              </a:lnSpc>
              <a:buNone/>
              <a:tabLst>
                <a:tab algn="l" pos="0"/>
              </a:tabLst>
              <a:defRPr b="0" lang="de-DE" sz="1400" strike="noStrike" u="none">
                <a:solidFill>
                  <a:srgbClr val="000000"/>
                </a:solidFill>
                <a:uFillTx/>
                <a:latin typeface="Times New Roman"/>
              </a:defRPr>
            </a:lvl1pPr>
          </a:lstStyle>
          <a:p>
            <a:pPr indent="0" algn="ctr">
              <a:lnSpc>
                <a:spcPct val="100000"/>
              </a:lnSpc>
              <a:buNone/>
              <a:tabLst>
                <a:tab algn="l" pos="0"/>
              </a:tabLst>
            </a:pPr>
            <a:r>
              <a:rPr b="0" lang="de-DE" sz="1400" strike="noStrike" u="none">
                <a:solidFill>
                  <a:srgbClr val="000000"/>
                </a:solidFill>
                <a:uFillTx/>
                <a:latin typeface="Times New Roman"/>
              </a:rPr>
              <a:t>&lt;Fußzeile&gt;</a:t>
            </a:r>
            <a:endParaRPr b="0" lang="de-DE" sz="1400" strike="noStrike" u="none">
              <a:solidFill>
                <a:srgbClr val="000000"/>
              </a:solidFill>
              <a:uFillTx/>
              <a:latin typeface="Times New Roman"/>
            </a:endParaRPr>
          </a:p>
        </p:txBody>
      </p:sp>
      <p:sp>
        <p:nvSpPr>
          <p:cNvPr id="2" name="PlaceHolder 3"/>
          <p:cNvSpPr>
            <a:spLocks noGrp="1"/>
          </p:cNvSpPr>
          <p:nvPr>
            <p:ph type="sldNum" idx="2"/>
          </p:nvPr>
        </p:nvSpPr>
        <p:spPr>
          <a:xfrm>
            <a:off x="8610480" y="6356520"/>
            <a:ext cx="2742120" cy="36396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ctr">
            <a:noAutofit/>
          </a:bodyPr>
          <a:lstStyle>
            <a:lvl1pPr indent="0" algn="r" defTabSz="914400">
              <a:lnSpc>
                <a:spcPct val="100000"/>
              </a:lnSpc>
              <a:buNone/>
              <a:tabLst>
                <a:tab algn="l" pos="0"/>
              </a:tabLst>
              <a:defRPr b="0" lang="de-DE" sz="1200" strike="noStrike" u="none">
                <a:solidFill>
                  <a:schemeClr val="dk1">
                    <a:tint val="75000"/>
                  </a:schemeClr>
                </a:solidFill>
                <a:uFillTx/>
                <a:latin typeface="Calibri"/>
              </a:defRPr>
            </a:lvl1pPr>
          </a:lstStyle>
          <a:p>
            <a:pPr indent="0" algn="r" defTabSz="914400">
              <a:lnSpc>
                <a:spcPct val="100000"/>
              </a:lnSpc>
              <a:buNone/>
              <a:tabLst>
                <a:tab algn="l" pos="0"/>
              </a:tabLst>
            </a:pPr>
            <a:fld id="{49B453B7-C411-4C23-9FB1-DD01C3D16FA9}" type="slidenum">
              <a:rPr b="0" lang="de-DE" sz="1200" strike="noStrike" u="none">
                <a:solidFill>
                  <a:schemeClr val="dk1">
                    <a:tint val="75000"/>
                  </a:schemeClr>
                </a:solidFill>
                <a:uFillTx/>
                <a:latin typeface="Calibri"/>
              </a:rPr>
              <a:t>&lt;Foliennummer&gt;</a:t>
            </a:fld>
            <a:endParaRPr b="0" lang="de-DE" sz="1200" strike="noStrike" u="none">
              <a:solidFill>
                <a:srgbClr val="000000"/>
              </a:solidFill>
              <a:uFillTx/>
              <a:latin typeface="Times New Roman"/>
            </a:endParaRPr>
          </a:p>
        </p:txBody>
      </p:sp>
      <p:sp>
        <p:nvSpPr>
          <p:cNvPr id="3" name="PlaceHolder 4"/>
          <p:cNvSpPr>
            <a:spLocks noGrp="1"/>
          </p:cNvSpPr>
          <p:nvPr>
            <p:ph type="dt" idx="3"/>
          </p:nvPr>
        </p:nvSpPr>
        <p:spPr>
          <a:xfrm>
            <a:off x="838080" y="6356520"/>
            <a:ext cx="2742120" cy="36396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ctr">
            <a:noAutofit/>
          </a:bodyPr>
          <a:lstStyle>
            <a:lvl1pPr indent="0">
              <a:buNone/>
              <a:defRPr b="0" lang="de-DE" sz="1400" strike="noStrike" u="none">
                <a:solidFill>
                  <a:srgbClr val="000000"/>
                </a:solidFill>
                <a:uFillTx/>
                <a:latin typeface="Times New Roman"/>
              </a:defRPr>
            </a:lvl1pPr>
          </a:lstStyle>
          <a:p>
            <a:pPr indent="0">
              <a:buNone/>
            </a:pPr>
            <a:r>
              <a:rPr b="0" lang="de-DE" sz="1400" strike="noStrike" u="none">
                <a:solidFill>
                  <a:srgbClr val="000000"/>
                </a:solidFill>
                <a:uFillTx/>
                <a:latin typeface="Times New Roman"/>
              </a:rPr>
              <a:t>&lt;Datum/Uhrzeit&gt;</a:t>
            </a:r>
            <a:endParaRPr b="0" lang="de-DE" sz="1400" strike="noStrike" u="none">
              <a:solidFill>
                <a:srgbClr val="000000"/>
              </a:solidFill>
              <a:uFillTx/>
              <a:latin typeface="Times New Roman"/>
            </a:endParaRPr>
          </a:p>
        </p:txBody>
      </p:sp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2"/>
  </p:sldLayoutIdLst>
</p:sldMaster>
</file>

<file path=ppt/slideMasters/slideMaster2.xml><?xml version="1.0" encoding="utf-8"?>
<p:sldMaster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" name="PlaceHolder 1"/>
          <p:cNvSpPr>
            <a:spLocks noGrp="1"/>
          </p:cNvSpPr>
          <p:nvPr>
            <p:ph type="ftr" idx="4"/>
          </p:nvPr>
        </p:nvSpPr>
        <p:spPr>
          <a:xfrm>
            <a:off x="4038480" y="6356520"/>
            <a:ext cx="4113720" cy="363960"/>
          </a:xfrm>
          <a:prstGeom prst="rect">
            <a:avLst/>
          </a:prstGeom>
          <a:noFill/>
          <a:ln w="0">
            <a:noFill/>
          </a:ln>
        </p:spPr>
        <p:txBody>
          <a:bodyPr lIns="90000" rIns="90000" tIns="45000" bIns="45000" anchor="t">
            <a:noAutofit/>
          </a:bodyPr>
          <a:lstStyle>
            <a:lvl1pPr indent="0" algn="ctr">
              <a:lnSpc>
                <a:spcPct val="100000"/>
              </a:lnSpc>
              <a:buNone/>
              <a:tabLst>
                <a:tab algn="l" pos="0"/>
              </a:tabLst>
              <a:defRPr b="0" lang="de-DE" sz="1400" strike="noStrike" u="none">
                <a:solidFill>
                  <a:srgbClr val="000000"/>
                </a:solidFill>
                <a:uFillTx/>
                <a:latin typeface="Times New Roman"/>
              </a:defRPr>
            </a:lvl1pPr>
          </a:lstStyle>
          <a:p>
            <a:pPr indent="0" algn="ctr">
              <a:lnSpc>
                <a:spcPct val="100000"/>
              </a:lnSpc>
              <a:buNone/>
              <a:tabLst>
                <a:tab algn="l" pos="0"/>
              </a:tabLst>
            </a:pPr>
            <a:r>
              <a:rPr b="0" lang="de-DE" sz="1400" strike="noStrike" u="none">
                <a:solidFill>
                  <a:srgbClr val="000000"/>
                </a:solidFill>
                <a:uFillTx/>
                <a:latin typeface="Times New Roman"/>
              </a:rPr>
              <a:t> </a:t>
            </a:r>
            <a:endParaRPr b="0" lang="de-DE" sz="1400" strike="noStrike" u="none">
              <a:solidFill>
                <a:srgbClr val="000000"/>
              </a:solidFill>
              <a:uFillTx/>
              <a:latin typeface="Times New Roman"/>
            </a:endParaRPr>
          </a:p>
        </p:txBody>
      </p:sp>
      <p:sp>
        <p:nvSpPr>
          <p:cNvPr id="7" name="PlaceHolder 2"/>
          <p:cNvSpPr>
            <a:spLocks noGrp="1"/>
          </p:cNvSpPr>
          <p:nvPr>
            <p:ph type="sldNum" idx="5"/>
          </p:nvPr>
        </p:nvSpPr>
        <p:spPr>
          <a:xfrm>
            <a:off x="8610480" y="6356520"/>
            <a:ext cx="2742120" cy="36396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ctr">
            <a:noAutofit/>
          </a:bodyPr>
          <a:lstStyle>
            <a:lvl1pPr indent="0" algn="r" defTabSz="914400">
              <a:lnSpc>
                <a:spcPct val="100000"/>
              </a:lnSpc>
              <a:buNone/>
              <a:tabLst>
                <a:tab algn="l" pos="0"/>
              </a:tabLst>
              <a:defRPr b="0" lang="de-DE" sz="1200" strike="noStrike" u="none">
                <a:solidFill>
                  <a:schemeClr val="dk1">
                    <a:tint val="75000"/>
                  </a:schemeClr>
                </a:solidFill>
                <a:uFillTx/>
                <a:latin typeface="Calibri"/>
              </a:defRPr>
            </a:lvl1pPr>
          </a:lstStyle>
          <a:p>
            <a:pPr indent="0" algn="r" defTabSz="914400">
              <a:lnSpc>
                <a:spcPct val="100000"/>
              </a:lnSpc>
              <a:buNone/>
              <a:tabLst>
                <a:tab algn="l" pos="0"/>
              </a:tabLst>
            </a:pPr>
            <a:fld id="{0B9686A7-92B3-4979-98E0-74D4DD9755F2}" type="slidenum">
              <a:rPr b="0" lang="de-DE" sz="1200" strike="noStrike" u="none">
                <a:solidFill>
                  <a:schemeClr val="dk1">
                    <a:tint val="75000"/>
                  </a:schemeClr>
                </a:solidFill>
                <a:uFillTx/>
                <a:latin typeface="Calibri"/>
              </a:rPr>
              <a:t>1</a:t>
            </a:fld>
            <a:endParaRPr b="0" lang="de-DE" sz="1200" strike="noStrike" u="none">
              <a:solidFill>
                <a:srgbClr val="000000"/>
              </a:solidFill>
              <a:uFillTx/>
              <a:latin typeface="Times New Roman"/>
            </a:endParaRPr>
          </a:p>
        </p:txBody>
      </p:sp>
      <p:sp>
        <p:nvSpPr>
          <p:cNvPr id="8" name="PlaceHolder 3"/>
          <p:cNvSpPr>
            <a:spLocks noGrp="1"/>
          </p:cNvSpPr>
          <p:nvPr>
            <p:ph type="dt" idx="6"/>
          </p:nvPr>
        </p:nvSpPr>
        <p:spPr>
          <a:xfrm>
            <a:off x="838080" y="6356520"/>
            <a:ext cx="2742120" cy="36396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ctr">
            <a:noAutofit/>
          </a:bodyPr>
          <a:lstStyle>
            <a:lvl1pPr indent="0">
              <a:buNone/>
              <a:defRPr b="0" lang="de-DE" sz="1400" strike="noStrike" u="none">
                <a:solidFill>
                  <a:srgbClr val="000000"/>
                </a:solidFill>
                <a:uFillTx/>
                <a:latin typeface="Times New Roman"/>
              </a:defRPr>
            </a:lvl1pPr>
          </a:lstStyle>
          <a:p>
            <a:pPr indent="0">
              <a:buNone/>
            </a:pPr>
            <a:r>
              <a:rPr b="0" lang="de-DE" sz="1400" strike="noStrike" u="none">
                <a:solidFill>
                  <a:srgbClr val="000000"/>
                </a:solidFill>
                <a:uFillTx/>
                <a:latin typeface="Times New Roman"/>
              </a:rPr>
              <a:t> </a:t>
            </a:r>
            <a:endParaRPr b="0" lang="de-DE" sz="1400" strike="noStrike" u="none">
              <a:solidFill>
                <a:srgbClr val="000000"/>
              </a:solidFill>
              <a:uFillTx/>
              <a:latin typeface="Times New Roman"/>
            </a:endParaRPr>
          </a:p>
        </p:txBody>
      </p:sp>
    </p:spTree>
  </p:cSld>
  <p:clrMap bg1="lt1" tx1="dk1" bg2="lt2" tx2="dk2" accent1="accent1" accent2="accent2" accent3="accent3" accent4="accent4" accent5="accent5" accent6="accent6" hlink="hlink" folHlink="folHlink"/>
  <p:sldLayoutIdLst>
    <p:sldLayoutId id="2147483651" r:id="rId2"/>
  </p:sldLayoutIdLst>
</p:sldMaster>
</file>

<file path=ppt/slideMasters/slideMaster3.xml><?xml version="1.0" encoding="utf-8"?>
<p:sldMaster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" name="PlaceHolder 1"/>
          <p:cNvSpPr>
            <a:spLocks noGrp="1"/>
          </p:cNvSpPr>
          <p:nvPr>
            <p:ph type="ftr" idx="7"/>
          </p:nvPr>
        </p:nvSpPr>
        <p:spPr>
          <a:xfrm>
            <a:off x="4038480" y="6356520"/>
            <a:ext cx="4113720" cy="363960"/>
          </a:xfrm>
          <a:prstGeom prst="rect">
            <a:avLst/>
          </a:prstGeom>
          <a:noFill/>
          <a:ln w="0">
            <a:noFill/>
          </a:ln>
        </p:spPr>
        <p:txBody>
          <a:bodyPr lIns="90000" rIns="90000" tIns="45000" bIns="45000" anchor="t">
            <a:noAutofit/>
          </a:bodyPr>
          <a:lstStyle>
            <a:lvl1pPr indent="0" algn="ctr">
              <a:lnSpc>
                <a:spcPct val="100000"/>
              </a:lnSpc>
              <a:buNone/>
              <a:tabLst>
                <a:tab algn="l" pos="0"/>
              </a:tabLst>
              <a:defRPr b="0" lang="de-DE" sz="1400" strike="noStrike" u="none">
                <a:solidFill>
                  <a:srgbClr val="000000"/>
                </a:solidFill>
                <a:uFillTx/>
                <a:latin typeface="Times New Roman"/>
              </a:defRPr>
            </a:lvl1pPr>
          </a:lstStyle>
          <a:p>
            <a:pPr indent="0" algn="ctr">
              <a:lnSpc>
                <a:spcPct val="100000"/>
              </a:lnSpc>
              <a:buNone/>
              <a:tabLst>
                <a:tab algn="l" pos="0"/>
              </a:tabLst>
            </a:pPr>
            <a:r>
              <a:rPr b="0" lang="de-DE" sz="1400" strike="noStrike" u="none">
                <a:solidFill>
                  <a:srgbClr val="000000"/>
                </a:solidFill>
                <a:uFillTx/>
                <a:latin typeface="Times New Roman"/>
              </a:rPr>
              <a:t> </a:t>
            </a:r>
            <a:endParaRPr b="0" lang="de-DE" sz="1400" strike="noStrike" u="none">
              <a:solidFill>
                <a:srgbClr val="000000"/>
              </a:solidFill>
              <a:uFillTx/>
              <a:latin typeface="Times New Roman"/>
            </a:endParaRPr>
          </a:p>
        </p:txBody>
      </p:sp>
      <p:sp>
        <p:nvSpPr>
          <p:cNvPr id="10" name="PlaceHolder 2"/>
          <p:cNvSpPr>
            <a:spLocks noGrp="1"/>
          </p:cNvSpPr>
          <p:nvPr>
            <p:ph type="sldNum" idx="8"/>
          </p:nvPr>
        </p:nvSpPr>
        <p:spPr>
          <a:xfrm>
            <a:off x="8610480" y="6356520"/>
            <a:ext cx="2742120" cy="36396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ctr">
            <a:noAutofit/>
          </a:bodyPr>
          <a:lstStyle>
            <a:lvl1pPr indent="0" algn="r" defTabSz="914400">
              <a:lnSpc>
                <a:spcPct val="100000"/>
              </a:lnSpc>
              <a:buNone/>
              <a:tabLst>
                <a:tab algn="l" pos="0"/>
              </a:tabLst>
              <a:defRPr b="0" lang="de-DE" sz="1200" strike="noStrike" u="none">
                <a:solidFill>
                  <a:schemeClr val="dk1">
                    <a:tint val="75000"/>
                  </a:schemeClr>
                </a:solidFill>
                <a:uFillTx/>
                <a:latin typeface="Calibri"/>
              </a:defRPr>
            </a:lvl1pPr>
          </a:lstStyle>
          <a:p>
            <a:pPr indent="0" algn="r" defTabSz="914400">
              <a:lnSpc>
                <a:spcPct val="100000"/>
              </a:lnSpc>
              <a:buNone/>
              <a:tabLst>
                <a:tab algn="l" pos="0"/>
              </a:tabLst>
            </a:pPr>
            <a:fld id="{4211156A-4CF9-4EFF-B8CA-E058E125B193}" type="slidenum">
              <a:rPr b="0" lang="de-DE" sz="1200" strike="noStrike" u="none">
                <a:solidFill>
                  <a:schemeClr val="dk1">
                    <a:tint val="75000"/>
                  </a:schemeClr>
                </a:solidFill>
                <a:uFillTx/>
                <a:latin typeface="Calibri"/>
              </a:rPr>
              <a:t>1</a:t>
            </a:fld>
            <a:endParaRPr b="0" lang="de-DE" sz="1200" strike="noStrike" u="none">
              <a:solidFill>
                <a:srgbClr val="000000"/>
              </a:solidFill>
              <a:uFillTx/>
              <a:latin typeface="Times New Roman"/>
            </a:endParaRPr>
          </a:p>
        </p:txBody>
      </p:sp>
      <p:sp>
        <p:nvSpPr>
          <p:cNvPr id="11" name="PlaceHolder 3"/>
          <p:cNvSpPr>
            <a:spLocks noGrp="1"/>
          </p:cNvSpPr>
          <p:nvPr>
            <p:ph type="dt" idx="9"/>
          </p:nvPr>
        </p:nvSpPr>
        <p:spPr>
          <a:xfrm>
            <a:off x="838080" y="6356520"/>
            <a:ext cx="2742120" cy="36396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ctr">
            <a:noAutofit/>
          </a:bodyPr>
          <a:lstStyle>
            <a:lvl1pPr indent="0">
              <a:buNone/>
              <a:defRPr b="0" lang="de-DE" sz="1400" strike="noStrike" u="none">
                <a:solidFill>
                  <a:srgbClr val="000000"/>
                </a:solidFill>
                <a:uFillTx/>
                <a:latin typeface="Times New Roman"/>
              </a:defRPr>
            </a:lvl1pPr>
          </a:lstStyle>
          <a:p>
            <a:pPr indent="0">
              <a:buNone/>
            </a:pPr>
            <a:r>
              <a:rPr b="0" lang="de-DE" sz="1400" strike="noStrike" u="none">
                <a:solidFill>
                  <a:srgbClr val="000000"/>
                </a:solidFill>
                <a:uFillTx/>
                <a:latin typeface="Times New Roman"/>
              </a:rPr>
              <a:t> </a:t>
            </a:r>
            <a:endParaRPr b="0" lang="de-DE" sz="1400" strike="noStrike" u="none">
              <a:solidFill>
                <a:srgbClr val="000000"/>
              </a:solidFill>
              <a:uFillTx/>
              <a:latin typeface="Times New Roman"/>
            </a:endParaRPr>
          </a:p>
        </p:txBody>
      </p:sp>
    </p:spTree>
  </p:cSld>
  <p:clrMap bg1="lt1" tx1="dk1" bg2="lt2" tx2="dk2" accent1="accent1" accent2="accent2" accent3="accent3" accent4="accent4" accent5="accent5" accent6="accent6" hlink="hlink" folHlink="folHlink"/>
  <p:sldLayoutIdLst>
    <p:sldLayoutId id="2147483653" r:id="rId2"/>
  </p:sldLayoutIdLst>
</p:sldMaster>
</file>

<file path=ppt/slideMasters/slideMaster4.xml><?xml version="1.0" encoding="utf-8"?>
<p:sldMaster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" name="PlaceHolder 1"/>
          <p:cNvSpPr>
            <a:spLocks noGrp="1"/>
          </p:cNvSpPr>
          <p:nvPr>
            <p:ph type="title"/>
          </p:nvPr>
        </p:nvSpPr>
        <p:spPr>
          <a:xfrm>
            <a:off x="838080" y="365040"/>
            <a:ext cx="10514520" cy="13244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ctr">
            <a:noAutofit/>
          </a:bodyPr>
          <a:p>
            <a:pPr indent="0">
              <a:buNone/>
            </a:pPr>
            <a:r>
              <a:rPr b="0" lang="de-DE" sz="1800" strike="noStrike" u="none">
                <a:solidFill>
                  <a:srgbClr val="000000"/>
                </a:solidFill>
                <a:uFillTx/>
                <a:latin typeface="Arial"/>
              </a:rPr>
              <a:t>Format des Titeltextes durch Klicken bearbeiten</a:t>
            </a:r>
            <a:endParaRPr b="0" lang="de-DE" sz="1800" strike="noStrike" u="none">
              <a:solidFill>
                <a:srgbClr val="000000"/>
              </a:solidFill>
              <a:uFillTx/>
              <a:latin typeface="Arial"/>
            </a:endParaRPr>
          </a:p>
        </p:txBody>
      </p:sp>
      <p:sp>
        <p:nvSpPr>
          <p:cNvPr id="13" name="PlaceHolder 2"/>
          <p:cNvSpPr>
            <a:spLocks noGrp="1"/>
          </p:cNvSpPr>
          <p:nvPr>
            <p:ph type="body"/>
          </p:nvPr>
        </p:nvSpPr>
        <p:spPr>
          <a:xfrm>
            <a:off x="838080" y="1825560"/>
            <a:ext cx="10514520" cy="43502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marL="432000" indent="-324000">
              <a:spcBef>
                <a:spcPts val="1417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de-DE" sz="1800" strike="noStrike" u="none">
                <a:solidFill>
                  <a:srgbClr val="000000"/>
                </a:solidFill>
                <a:uFillTx/>
                <a:latin typeface="Arial"/>
              </a:rPr>
              <a:t>Format des Gliederungstextes durch Klicken bearbeiten</a:t>
            </a:r>
            <a:endParaRPr b="0" lang="de-DE" sz="1800" strike="noStrike" u="none">
              <a:solidFill>
                <a:srgbClr val="000000"/>
              </a:solidFill>
              <a:uFillTx/>
              <a:latin typeface="Arial"/>
            </a:endParaRPr>
          </a:p>
          <a:p>
            <a:pPr lvl="1" marL="864000" indent="-324000">
              <a:spcBef>
                <a:spcPts val="1134"/>
              </a:spcBef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b="0" lang="de-DE" sz="1800" strike="noStrike" u="none">
                <a:solidFill>
                  <a:srgbClr val="000000"/>
                </a:solidFill>
                <a:uFillTx/>
                <a:latin typeface="Arial"/>
              </a:rPr>
              <a:t>Zweite Gliederungsebene</a:t>
            </a:r>
            <a:endParaRPr b="0" lang="de-DE" sz="1800" strike="noStrike" u="none">
              <a:solidFill>
                <a:srgbClr val="000000"/>
              </a:solidFill>
              <a:uFillTx/>
              <a:latin typeface="Arial"/>
            </a:endParaRPr>
          </a:p>
          <a:p>
            <a:pPr lvl="2" marL="1296000" indent="-288000">
              <a:spcBef>
                <a:spcPts val="850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de-DE" sz="1800" strike="noStrike" u="none">
                <a:solidFill>
                  <a:srgbClr val="000000"/>
                </a:solidFill>
                <a:uFillTx/>
                <a:latin typeface="Arial"/>
              </a:rPr>
              <a:t>Dritte Gliederungsebene</a:t>
            </a:r>
            <a:endParaRPr b="0" lang="de-DE" sz="1800" strike="noStrike" u="none">
              <a:solidFill>
                <a:srgbClr val="000000"/>
              </a:solidFill>
              <a:uFillTx/>
              <a:latin typeface="Arial"/>
            </a:endParaRPr>
          </a:p>
          <a:p>
            <a:pPr lvl="3" marL="1728000" indent="-216000">
              <a:spcBef>
                <a:spcPts val="567"/>
              </a:spcBef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b="0" lang="de-DE" sz="1800" strike="noStrike" u="none">
                <a:solidFill>
                  <a:srgbClr val="000000"/>
                </a:solidFill>
                <a:uFillTx/>
                <a:latin typeface="Arial"/>
              </a:rPr>
              <a:t>Vierte Gliederungsebene</a:t>
            </a:r>
            <a:endParaRPr b="0" lang="de-DE" sz="1800" strike="noStrike" u="none">
              <a:solidFill>
                <a:srgbClr val="000000"/>
              </a:solidFill>
              <a:uFillTx/>
              <a:latin typeface="Arial"/>
            </a:endParaRPr>
          </a:p>
          <a:p>
            <a:pPr lvl="4" marL="2160000" indent="-216000"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de-DE" sz="1800" strike="noStrike" u="none">
                <a:solidFill>
                  <a:srgbClr val="000000"/>
                </a:solidFill>
                <a:uFillTx/>
                <a:latin typeface="Arial"/>
              </a:rPr>
              <a:t>Fünfte Gliederungsebene</a:t>
            </a:r>
            <a:endParaRPr b="0" lang="de-DE" sz="1800" strike="noStrike" u="none">
              <a:solidFill>
                <a:srgbClr val="000000"/>
              </a:solidFill>
              <a:uFillTx/>
              <a:latin typeface="Arial"/>
            </a:endParaRPr>
          </a:p>
          <a:p>
            <a:pPr lvl="5" marL="2592000" indent="-216000"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de-DE" sz="1800" strike="noStrike" u="none">
                <a:solidFill>
                  <a:srgbClr val="000000"/>
                </a:solidFill>
                <a:uFillTx/>
                <a:latin typeface="Arial"/>
              </a:rPr>
              <a:t>Sechste Gliederungsebene</a:t>
            </a:r>
            <a:endParaRPr b="0" lang="de-DE" sz="1800" strike="noStrike" u="none">
              <a:solidFill>
                <a:srgbClr val="000000"/>
              </a:solidFill>
              <a:uFillTx/>
              <a:latin typeface="Arial"/>
            </a:endParaRPr>
          </a:p>
          <a:p>
            <a:pPr lvl="6" marL="3024000" indent="-216000"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de-DE" sz="1800" strike="noStrike" u="none">
                <a:solidFill>
                  <a:srgbClr val="000000"/>
                </a:solidFill>
                <a:uFillTx/>
                <a:latin typeface="Arial"/>
              </a:rPr>
              <a:t>Siebte Gliederungsebene</a:t>
            </a:r>
            <a:endParaRPr b="0" lang="de-DE" sz="1800" strike="noStrike" u="none">
              <a:solidFill>
                <a:srgbClr val="000000"/>
              </a:solidFill>
              <a:uFillTx/>
              <a:latin typeface="Arial"/>
            </a:endParaRPr>
          </a:p>
        </p:txBody>
      </p:sp>
      <p:sp>
        <p:nvSpPr>
          <p:cNvPr id="14" name="PlaceHolder 3"/>
          <p:cNvSpPr>
            <a:spLocks noGrp="1"/>
          </p:cNvSpPr>
          <p:nvPr>
            <p:ph type="ftr" idx="10"/>
          </p:nvPr>
        </p:nvSpPr>
        <p:spPr>
          <a:xfrm>
            <a:off x="4038480" y="6356520"/>
            <a:ext cx="4113720" cy="363960"/>
          </a:xfrm>
          <a:prstGeom prst="rect">
            <a:avLst/>
          </a:prstGeom>
          <a:noFill/>
          <a:ln w="0">
            <a:noFill/>
          </a:ln>
        </p:spPr>
        <p:txBody>
          <a:bodyPr lIns="90000" rIns="90000" tIns="45000" bIns="45000" anchor="t">
            <a:noAutofit/>
          </a:bodyPr>
          <a:lstStyle>
            <a:lvl1pPr indent="0" algn="ctr">
              <a:lnSpc>
                <a:spcPct val="100000"/>
              </a:lnSpc>
              <a:buNone/>
              <a:tabLst>
                <a:tab algn="l" pos="0"/>
              </a:tabLst>
              <a:defRPr b="0" lang="de-DE" sz="1400" strike="noStrike" u="none">
                <a:solidFill>
                  <a:srgbClr val="000000"/>
                </a:solidFill>
                <a:uFillTx/>
                <a:latin typeface="Times New Roman"/>
              </a:defRPr>
            </a:lvl1pPr>
          </a:lstStyle>
          <a:p>
            <a:pPr indent="0" algn="ctr">
              <a:lnSpc>
                <a:spcPct val="100000"/>
              </a:lnSpc>
              <a:buNone/>
              <a:tabLst>
                <a:tab algn="l" pos="0"/>
              </a:tabLst>
            </a:pPr>
            <a:r>
              <a:rPr b="0" lang="de-DE" sz="1400" strike="noStrike" u="none">
                <a:solidFill>
                  <a:srgbClr val="000000"/>
                </a:solidFill>
                <a:uFillTx/>
                <a:latin typeface="Times New Roman"/>
              </a:rPr>
              <a:t>&lt;Fußzeile&gt;</a:t>
            </a:r>
            <a:endParaRPr b="0" lang="de-DE" sz="1400" strike="noStrike" u="none">
              <a:solidFill>
                <a:srgbClr val="000000"/>
              </a:solidFill>
              <a:uFillTx/>
              <a:latin typeface="Times New Roman"/>
            </a:endParaRPr>
          </a:p>
        </p:txBody>
      </p:sp>
      <p:sp>
        <p:nvSpPr>
          <p:cNvPr id="15" name="PlaceHolder 4"/>
          <p:cNvSpPr>
            <a:spLocks noGrp="1"/>
          </p:cNvSpPr>
          <p:nvPr>
            <p:ph type="sldNum" idx="11"/>
          </p:nvPr>
        </p:nvSpPr>
        <p:spPr>
          <a:xfrm>
            <a:off x="8610480" y="6356520"/>
            <a:ext cx="2742120" cy="36396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ctr">
            <a:noAutofit/>
          </a:bodyPr>
          <a:lstStyle>
            <a:lvl1pPr indent="0" algn="r" defTabSz="914400">
              <a:lnSpc>
                <a:spcPct val="100000"/>
              </a:lnSpc>
              <a:buNone/>
              <a:tabLst>
                <a:tab algn="l" pos="0"/>
              </a:tabLst>
              <a:defRPr b="0" lang="de-DE" sz="1200" strike="noStrike" u="none">
                <a:solidFill>
                  <a:schemeClr val="dk1">
                    <a:tint val="75000"/>
                  </a:schemeClr>
                </a:solidFill>
                <a:uFillTx/>
                <a:latin typeface="Calibri"/>
              </a:defRPr>
            </a:lvl1pPr>
          </a:lstStyle>
          <a:p>
            <a:pPr indent="0" algn="r" defTabSz="914400">
              <a:lnSpc>
                <a:spcPct val="100000"/>
              </a:lnSpc>
              <a:buNone/>
              <a:tabLst>
                <a:tab algn="l" pos="0"/>
              </a:tabLst>
            </a:pPr>
            <a:fld id="{146BE937-B7C2-4E9E-9F59-38D33252C745}" type="slidenum">
              <a:rPr b="0" lang="de-DE" sz="1200" strike="noStrike" u="none">
                <a:solidFill>
                  <a:schemeClr val="dk1">
                    <a:tint val="75000"/>
                  </a:schemeClr>
                </a:solidFill>
                <a:uFillTx/>
                <a:latin typeface="Calibri"/>
              </a:rPr>
              <a:t>&lt;Foliennummer&gt;</a:t>
            </a:fld>
            <a:endParaRPr b="0" lang="de-DE" sz="1200" strike="noStrike" u="none">
              <a:solidFill>
                <a:srgbClr val="000000"/>
              </a:solidFill>
              <a:uFillTx/>
              <a:latin typeface="Times New Roman"/>
            </a:endParaRPr>
          </a:p>
        </p:txBody>
      </p:sp>
      <p:sp>
        <p:nvSpPr>
          <p:cNvPr id="16" name="PlaceHolder 5"/>
          <p:cNvSpPr>
            <a:spLocks noGrp="1"/>
          </p:cNvSpPr>
          <p:nvPr>
            <p:ph type="dt" idx="12"/>
          </p:nvPr>
        </p:nvSpPr>
        <p:spPr>
          <a:xfrm>
            <a:off x="838080" y="6356520"/>
            <a:ext cx="2742120" cy="36396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ctr">
            <a:noAutofit/>
          </a:bodyPr>
          <a:lstStyle>
            <a:lvl1pPr indent="0">
              <a:buNone/>
              <a:defRPr b="0" lang="de-DE" sz="1400" strike="noStrike" u="none">
                <a:solidFill>
                  <a:srgbClr val="000000"/>
                </a:solidFill>
                <a:uFillTx/>
                <a:latin typeface="Times New Roman"/>
              </a:defRPr>
            </a:lvl1pPr>
          </a:lstStyle>
          <a:p>
            <a:pPr indent="0">
              <a:buNone/>
            </a:pPr>
            <a:r>
              <a:rPr b="0" lang="de-DE" sz="1400" strike="noStrike" u="none">
                <a:solidFill>
                  <a:srgbClr val="000000"/>
                </a:solidFill>
                <a:uFillTx/>
                <a:latin typeface="Times New Roman"/>
              </a:rPr>
              <a:t>&lt;Datum/Uhrzeit&gt;</a:t>
            </a:r>
            <a:endParaRPr b="0" lang="de-DE" sz="1400" strike="noStrike" u="none">
              <a:solidFill>
                <a:srgbClr val="000000"/>
              </a:solidFill>
              <a:uFillTx/>
              <a:latin typeface="Times New Roman"/>
            </a:endParaRPr>
          </a:p>
        </p:txBody>
      </p:sp>
    </p:spTree>
  </p:cSld>
  <p:clrMap bg1="lt1" tx1="dk1" bg2="lt2" tx2="dk2" accent1="accent1" accent2="accent2" accent3="accent3" accent4="accent4" accent5="accent5" accent6="accent6" hlink="hlink" folHlink="folHlink"/>
  <p:sldLayoutIdLst>
    <p:sldLayoutId id="2147483655" r:id="rId2"/>
  </p:sldLayoutIdLst>
</p:sldMaster>
</file>

<file path=ppt/slideMasters/slideMaster5.xml><?xml version="1.0" encoding="utf-8"?>
<p:sldMaster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" name="PlaceHolder 1"/>
          <p:cNvSpPr>
            <a:spLocks noGrp="1"/>
          </p:cNvSpPr>
          <p:nvPr>
            <p:ph type="ftr" idx="13"/>
          </p:nvPr>
        </p:nvSpPr>
        <p:spPr>
          <a:xfrm>
            <a:off x="4038480" y="6356520"/>
            <a:ext cx="4113720" cy="363960"/>
          </a:xfrm>
          <a:prstGeom prst="rect">
            <a:avLst/>
          </a:prstGeom>
          <a:noFill/>
          <a:ln w="0">
            <a:noFill/>
          </a:ln>
        </p:spPr>
        <p:txBody>
          <a:bodyPr lIns="90000" rIns="90000" tIns="45000" bIns="45000" anchor="t">
            <a:noAutofit/>
          </a:bodyPr>
          <a:lstStyle>
            <a:lvl1pPr indent="0" algn="ctr">
              <a:lnSpc>
                <a:spcPct val="100000"/>
              </a:lnSpc>
              <a:buNone/>
              <a:tabLst>
                <a:tab algn="l" pos="0"/>
              </a:tabLst>
              <a:defRPr b="0" lang="de-DE" sz="1400" strike="noStrike" u="none">
                <a:solidFill>
                  <a:srgbClr val="000000"/>
                </a:solidFill>
                <a:uFillTx/>
                <a:latin typeface="Times New Roman"/>
              </a:defRPr>
            </a:lvl1pPr>
          </a:lstStyle>
          <a:p>
            <a:pPr indent="0" algn="ctr">
              <a:lnSpc>
                <a:spcPct val="100000"/>
              </a:lnSpc>
              <a:buNone/>
              <a:tabLst>
                <a:tab algn="l" pos="0"/>
              </a:tabLst>
            </a:pPr>
            <a:r>
              <a:rPr b="0" lang="de-DE" sz="1400" strike="noStrike" u="none">
                <a:solidFill>
                  <a:srgbClr val="000000"/>
                </a:solidFill>
                <a:uFillTx/>
                <a:latin typeface="Times New Roman"/>
              </a:rPr>
              <a:t> </a:t>
            </a:r>
            <a:endParaRPr b="0" lang="de-DE" sz="1400" strike="noStrike" u="none">
              <a:solidFill>
                <a:srgbClr val="000000"/>
              </a:solidFill>
              <a:uFillTx/>
              <a:latin typeface="Times New Roman"/>
            </a:endParaRPr>
          </a:p>
        </p:txBody>
      </p:sp>
      <p:sp>
        <p:nvSpPr>
          <p:cNvPr id="20" name="PlaceHolder 2"/>
          <p:cNvSpPr>
            <a:spLocks noGrp="1"/>
          </p:cNvSpPr>
          <p:nvPr>
            <p:ph type="sldNum" idx="14"/>
          </p:nvPr>
        </p:nvSpPr>
        <p:spPr>
          <a:xfrm>
            <a:off x="8610480" y="6356520"/>
            <a:ext cx="2742120" cy="36396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ctr">
            <a:noAutofit/>
          </a:bodyPr>
          <a:lstStyle>
            <a:lvl1pPr indent="0" algn="r" defTabSz="914400">
              <a:lnSpc>
                <a:spcPct val="100000"/>
              </a:lnSpc>
              <a:buNone/>
              <a:tabLst>
                <a:tab algn="l" pos="0"/>
              </a:tabLst>
              <a:defRPr b="0" lang="de-DE" sz="1200" strike="noStrike" u="none">
                <a:solidFill>
                  <a:schemeClr val="dk1">
                    <a:tint val="75000"/>
                  </a:schemeClr>
                </a:solidFill>
                <a:uFillTx/>
                <a:latin typeface="Calibri"/>
              </a:defRPr>
            </a:lvl1pPr>
          </a:lstStyle>
          <a:p>
            <a:pPr indent="0" algn="r" defTabSz="914400">
              <a:lnSpc>
                <a:spcPct val="100000"/>
              </a:lnSpc>
              <a:buNone/>
              <a:tabLst>
                <a:tab algn="l" pos="0"/>
              </a:tabLst>
            </a:pPr>
            <a:fld id="{C95BC9F5-0532-4423-B2B0-3C4DBB5FB7C8}" type="slidenum">
              <a:rPr b="0" lang="de-DE" sz="1200" strike="noStrike" u="none">
                <a:solidFill>
                  <a:schemeClr val="dk1">
                    <a:tint val="75000"/>
                  </a:schemeClr>
                </a:solidFill>
                <a:uFillTx/>
                <a:latin typeface="Calibri"/>
              </a:rPr>
              <a:t>1</a:t>
            </a:fld>
            <a:endParaRPr b="0" lang="de-DE" sz="1200" strike="noStrike" u="none">
              <a:solidFill>
                <a:srgbClr val="000000"/>
              </a:solidFill>
              <a:uFillTx/>
              <a:latin typeface="Times New Roman"/>
            </a:endParaRPr>
          </a:p>
        </p:txBody>
      </p:sp>
      <p:sp>
        <p:nvSpPr>
          <p:cNvPr id="21" name="PlaceHolder 3"/>
          <p:cNvSpPr>
            <a:spLocks noGrp="1"/>
          </p:cNvSpPr>
          <p:nvPr>
            <p:ph type="dt" idx="15"/>
          </p:nvPr>
        </p:nvSpPr>
        <p:spPr>
          <a:xfrm>
            <a:off x="838080" y="6356520"/>
            <a:ext cx="2742120" cy="36396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ctr">
            <a:noAutofit/>
          </a:bodyPr>
          <a:lstStyle>
            <a:lvl1pPr indent="0">
              <a:buNone/>
              <a:defRPr b="0" lang="de-DE" sz="1400" strike="noStrike" u="none">
                <a:solidFill>
                  <a:srgbClr val="000000"/>
                </a:solidFill>
                <a:uFillTx/>
                <a:latin typeface="Times New Roman"/>
              </a:defRPr>
            </a:lvl1pPr>
          </a:lstStyle>
          <a:p>
            <a:pPr indent="0">
              <a:buNone/>
            </a:pPr>
            <a:r>
              <a:rPr b="0" lang="de-DE" sz="1400" strike="noStrike" u="none">
                <a:solidFill>
                  <a:srgbClr val="000000"/>
                </a:solidFill>
                <a:uFillTx/>
                <a:latin typeface="Times New Roman"/>
              </a:rPr>
              <a:t> </a:t>
            </a:r>
            <a:endParaRPr b="0" lang="de-DE" sz="1400" strike="noStrike" u="none">
              <a:solidFill>
                <a:srgbClr val="000000"/>
              </a:solidFill>
              <a:uFillTx/>
              <a:latin typeface="Times New Roman"/>
            </a:endParaRPr>
          </a:p>
        </p:txBody>
      </p:sp>
    </p:spTree>
  </p:cSld>
  <p:clrMap bg1="lt1" tx1="dk1" bg2="lt2" tx2="dk2" accent1="accent1" accent2="accent2" accent3="accent3" accent4="accent4" accent5="accent5" accent6="accent6" hlink="hlink" folHlink="folHlink"/>
  <p:sldLayoutIdLst>
    <p:sldLayoutId id="2147483657" r:id="rId2"/>
  </p:sldLayoutIdLst>
</p:sldMaster>
</file>

<file path=ppt/slideMasters/slideMaster6.xml><?xml version="1.0" encoding="utf-8"?>
<p:sldMaster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" name="PlaceHolder 1"/>
          <p:cNvSpPr>
            <a:spLocks noGrp="1"/>
          </p:cNvSpPr>
          <p:nvPr>
            <p:ph type="title"/>
          </p:nvPr>
        </p:nvSpPr>
        <p:spPr>
          <a:xfrm>
            <a:off x="838080" y="365040"/>
            <a:ext cx="10514520" cy="13244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ctr">
            <a:noAutofit/>
          </a:bodyPr>
          <a:p>
            <a:pPr indent="0">
              <a:buNone/>
            </a:pPr>
            <a:r>
              <a:rPr b="0" lang="de-DE" sz="1800" strike="noStrike" u="none">
                <a:solidFill>
                  <a:srgbClr val="000000"/>
                </a:solidFill>
                <a:uFillTx/>
                <a:latin typeface="Arial"/>
              </a:rPr>
              <a:t>Format des Titeltextes durch Klicken bearbeiten</a:t>
            </a:r>
            <a:endParaRPr b="0" lang="de-DE" sz="1800" strike="noStrike" u="none">
              <a:solidFill>
                <a:srgbClr val="000000"/>
              </a:solidFill>
              <a:uFillTx/>
              <a:latin typeface="Arial"/>
            </a:endParaRPr>
          </a:p>
        </p:txBody>
      </p:sp>
      <p:sp>
        <p:nvSpPr>
          <p:cNvPr id="23" name="PlaceHolder 2"/>
          <p:cNvSpPr>
            <a:spLocks noGrp="1"/>
          </p:cNvSpPr>
          <p:nvPr>
            <p:ph type="body"/>
          </p:nvPr>
        </p:nvSpPr>
        <p:spPr>
          <a:xfrm>
            <a:off x="838080" y="1825560"/>
            <a:ext cx="5130720" cy="43502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marL="432000" indent="-324000">
              <a:spcBef>
                <a:spcPts val="1417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de-DE" sz="1800" strike="noStrike" u="none">
                <a:solidFill>
                  <a:srgbClr val="000000"/>
                </a:solidFill>
                <a:uFillTx/>
                <a:latin typeface="Arial"/>
              </a:rPr>
              <a:t>Format des Gliederungstextes durch Klicken bearbeiten</a:t>
            </a:r>
            <a:endParaRPr b="0" lang="de-DE" sz="1800" strike="noStrike" u="none">
              <a:solidFill>
                <a:srgbClr val="000000"/>
              </a:solidFill>
              <a:uFillTx/>
              <a:latin typeface="Arial"/>
            </a:endParaRPr>
          </a:p>
          <a:p>
            <a:pPr lvl="1" marL="864000" indent="-324000">
              <a:spcBef>
                <a:spcPts val="1134"/>
              </a:spcBef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b="0" lang="de-DE" sz="1800" strike="noStrike" u="none">
                <a:solidFill>
                  <a:srgbClr val="000000"/>
                </a:solidFill>
                <a:uFillTx/>
                <a:latin typeface="Arial"/>
              </a:rPr>
              <a:t>Zweite Gliederungsebene</a:t>
            </a:r>
            <a:endParaRPr b="0" lang="de-DE" sz="1800" strike="noStrike" u="none">
              <a:solidFill>
                <a:srgbClr val="000000"/>
              </a:solidFill>
              <a:uFillTx/>
              <a:latin typeface="Arial"/>
            </a:endParaRPr>
          </a:p>
          <a:p>
            <a:pPr lvl="2" marL="1296000" indent="-288000">
              <a:spcBef>
                <a:spcPts val="850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de-DE" sz="1800" strike="noStrike" u="none">
                <a:solidFill>
                  <a:srgbClr val="000000"/>
                </a:solidFill>
                <a:uFillTx/>
                <a:latin typeface="Arial"/>
              </a:rPr>
              <a:t>Dritte Gliederungsebene</a:t>
            </a:r>
            <a:endParaRPr b="0" lang="de-DE" sz="1800" strike="noStrike" u="none">
              <a:solidFill>
                <a:srgbClr val="000000"/>
              </a:solidFill>
              <a:uFillTx/>
              <a:latin typeface="Arial"/>
            </a:endParaRPr>
          </a:p>
          <a:p>
            <a:pPr lvl="3" marL="1728000" indent="-216000">
              <a:spcBef>
                <a:spcPts val="567"/>
              </a:spcBef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b="0" lang="de-DE" sz="1800" strike="noStrike" u="none">
                <a:solidFill>
                  <a:srgbClr val="000000"/>
                </a:solidFill>
                <a:uFillTx/>
                <a:latin typeface="Arial"/>
              </a:rPr>
              <a:t>Vierte Gliederungsebene</a:t>
            </a:r>
            <a:endParaRPr b="0" lang="de-DE" sz="1800" strike="noStrike" u="none">
              <a:solidFill>
                <a:srgbClr val="000000"/>
              </a:solidFill>
              <a:uFillTx/>
              <a:latin typeface="Arial"/>
            </a:endParaRPr>
          </a:p>
          <a:p>
            <a:pPr lvl="4" marL="2160000" indent="-216000"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de-DE" sz="1800" strike="noStrike" u="none">
                <a:solidFill>
                  <a:srgbClr val="000000"/>
                </a:solidFill>
                <a:uFillTx/>
                <a:latin typeface="Arial"/>
              </a:rPr>
              <a:t>Fünfte Gliederungsebene</a:t>
            </a:r>
            <a:endParaRPr b="0" lang="de-DE" sz="1800" strike="noStrike" u="none">
              <a:solidFill>
                <a:srgbClr val="000000"/>
              </a:solidFill>
              <a:uFillTx/>
              <a:latin typeface="Arial"/>
            </a:endParaRPr>
          </a:p>
          <a:p>
            <a:pPr lvl="5" marL="2592000" indent="-216000"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de-DE" sz="1800" strike="noStrike" u="none">
                <a:solidFill>
                  <a:srgbClr val="000000"/>
                </a:solidFill>
                <a:uFillTx/>
                <a:latin typeface="Arial"/>
              </a:rPr>
              <a:t>Sechste Gliederungsebene</a:t>
            </a:r>
            <a:endParaRPr b="0" lang="de-DE" sz="1800" strike="noStrike" u="none">
              <a:solidFill>
                <a:srgbClr val="000000"/>
              </a:solidFill>
              <a:uFillTx/>
              <a:latin typeface="Arial"/>
            </a:endParaRPr>
          </a:p>
          <a:p>
            <a:pPr lvl="6" marL="3024000" indent="-216000"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de-DE" sz="1800" strike="noStrike" u="none">
                <a:solidFill>
                  <a:srgbClr val="000000"/>
                </a:solidFill>
                <a:uFillTx/>
                <a:latin typeface="Arial"/>
              </a:rPr>
              <a:t>Siebte Gliederungsebene</a:t>
            </a:r>
            <a:endParaRPr b="0" lang="de-DE" sz="1800" strike="noStrike" u="none">
              <a:solidFill>
                <a:srgbClr val="000000"/>
              </a:solidFill>
              <a:uFillTx/>
              <a:latin typeface="Arial"/>
            </a:endParaRPr>
          </a:p>
        </p:txBody>
      </p:sp>
      <p:sp>
        <p:nvSpPr>
          <p:cNvPr id="24" name="PlaceHolder 3"/>
          <p:cNvSpPr>
            <a:spLocks noGrp="1"/>
          </p:cNvSpPr>
          <p:nvPr>
            <p:ph type="body"/>
          </p:nvPr>
        </p:nvSpPr>
        <p:spPr>
          <a:xfrm>
            <a:off x="6226200" y="1825560"/>
            <a:ext cx="5130720" cy="43502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marL="432000" indent="-324000">
              <a:spcBef>
                <a:spcPts val="1417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de-DE" sz="1800" strike="noStrike" u="none">
                <a:solidFill>
                  <a:srgbClr val="000000"/>
                </a:solidFill>
                <a:uFillTx/>
                <a:latin typeface="Arial"/>
              </a:rPr>
              <a:t>Format des Gliederungstextes durch Klicken bearbeiten</a:t>
            </a:r>
            <a:endParaRPr b="0" lang="de-DE" sz="1800" strike="noStrike" u="none">
              <a:solidFill>
                <a:srgbClr val="000000"/>
              </a:solidFill>
              <a:uFillTx/>
              <a:latin typeface="Arial"/>
            </a:endParaRPr>
          </a:p>
          <a:p>
            <a:pPr lvl="1" marL="864000" indent="-324000">
              <a:spcBef>
                <a:spcPts val="1134"/>
              </a:spcBef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b="0" lang="de-DE" sz="1800" strike="noStrike" u="none">
                <a:solidFill>
                  <a:srgbClr val="000000"/>
                </a:solidFill>
                <a:uFillTx/>
                <a:latin typeface="Arial"/>
              </a:rPr>
              <a:t>Zweite Gliederungsebene</a:t>
            </a:r>
            <a:endParaRPr b="0" lang="de-DE" sz="1800" strike="noStrike" u="none">
              <a:solidFill>
                <a:srgbClr val="000000"/>
              </a:solidFill>
              <a:uFillTx/>
              <a:latin typeface="Arial"/>
            </a:endParaRPr>
          </a:p>
          <a:p>
            <a:pPr lvl="2" marL="1296000" indent="-288000">
              <a:spcBef>
                <a:spcPts val="850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de-DE" sz="1800" strike="noStrike" u="none">
                <a:solidFill>
                  <a:srgbClr val="000000"/>
                </a:solidFill>
                <a:uFillTx/>
                <a:latin typeface="Arial"/>
              </a:rPr>
              <a:t>Dritte Gliederungsebene</a:t>
            </a:r>
            <a:endParaRPr b="0" lang="de-DE" sz="1800" strike="noStrike" u="none">
              <a:solidFill>
                <a:srgbClr val="000000"/>
              </a:solidFill>
              <a:uFillTx/>
              <a:latin typeface="Arial"/>
            </a:endParaRPr>
          </a:p>
          <a:p>
            <a:pPr lvl="3" marL="1728000" indent="-216000">
              <a:spcBef>
                <a:spcPts val="567"/>
              </a:spcBef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b="0" lang="de-DE" sz="1800" strike="noStrike" u="none">
                <a:solidFill>
                  <a:srgbClr val="000000"/>
                </a:solidFill>
                <a:uFillTx/>
                <a:latin typeface="Arial"/>
              </a:rPr>
              <a:t>Vierte Gliederungsebene</a:t>
            </a:r>
            <a:endParaRPr b="0" lang="de-DE" sz="1800" strike="noStrike" u="none">
              <a:solidFill>
                <a:srgbClr val="000000"/>
              </a:solidFill>
              <a:uFillTx/>
              <a:latin typeface="Arial"/>
            </a:endParaRPr>
          </a:p>
          <a:p>
            <a:pPr lvl="4" marL="2160000" indent="-216000"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de-DE" sz="1800" strike="noStrike" u="none">
                <a:solidFill>
                  <a:srgbClr val="000000"/>
                </a:solidFill>
                <a:uFillTx/>
                <a:latin typeface="Arial"/>
              </a:rPr>
              <a:t>Fünfte Gliederungsebene</a:t>
            </a:r>
            <a:endParaRPr b="0" lang="de-DE" sz="1800" strike="noStrike" u="none">
              <a:solidFill>
                <a:srgbClr val="000000"/>
              </a:solidFill>
              <a:uFillTx/>
              <a:latin typeface="Arial"/>
            </a:endParaRPr>
          </a:p>
          <a:p>
            <a:pPr lvl="5" marL="2592000" indent="-216000"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de-DE" sz="1800" strike="noStrike" u="none">
                <a:solidFill>
                  <a:srgbClr val="000000"/>
                </a:solidFill>
                <a:uFillTx/>
                <a:latin typeface="Arial"/>
              </a:rPr>
              <a:t>Sechste Gliederungsebene</a:t>
            </a:r>
            <a:endParaRPr b="0" lang="de-DE" sz="1800" strike="noStrike" u="none">
              <a:solidFill>
                <a:srgbClr val="000000"/>
              </a:solidFill>
              <a:uFillTx/>
              <a:latin typeface="Arial"/>
            </a:endParaRPr>
          </a:p>
          <a:p>
            <a:pPr lvl="6" marL="3024000" indent="-216000"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de-DE" sz="1800" strike="noStrike" u="none">
                <a:solidFill>
                  <a:srgbClr val="000000"/>
                </a:solidFill>
                <a:uFillTx/>
                <a:latin typeface="Arial"/>
              </a:rPr>
              <a:t>Siebte Gliederungsebene</a:t>
            </a:r>
            <a:endParaRPr b="0" lang="de-DE" sz="1800" strike="noStrike" u="none">
              <a:solidFill>
                <a:srgbClr val="000000"/>
              </a:solidFill>
              <a:uFillTx/>
              <a:latin typeface="Arial"/>
            </a:endParaRPr>
          </a:p>
        </p:txBody>
      </p:sp>
      <p:sp>
        <p:nvSpPr>
          <p:cNvPr id="25" name="PlaceHolder 4"/>
          <p:cNvSpPr>
            <a:spLocks noGrp="1"/>
          </p:cNvSpPr>
          <p:nvPr>
            <p:ph type="ftr" idx="16"/>
          </p:nvPr>
        </p:nvSpPr>
        <p:spPr>
          <a:xfrm>
            <a:off x="4038480" y="6356520"/>
            <a:ext cx="4113720" cy="363960"/>
          </a:xfrm>
          <a:prstGeom prst="rect">
            <a:avLst/>
          </a:prstGeom>
          <a:noFill/>
          <a:ln w="0">
            <a:noFill/>
          </a:ln>
        </p:spPr>
        <p:txBody>
          <a:bodyPr lIns="90000" rIns="90000" tIns="45000" bIns="45000" anchor="t">
            <a:noAutofit/>
          </a:bodyPr>
          <a:lstStyle>
            <a:lvl1pPr indent="0" algn="ctr">
              <a:lnSpc>
                <a:spcPct val="100000"/>
              </a:lnSpc>
              <a:buNone/>
              <a:tabLst>
                <a:tab algn="l" pos="0"/>
              </a:tabLst>
              <a:defRPr b="0" lang="de-DE" sz="1400" strike="noStrike" u="none">
                <a:solidFill>
                  <a:srgbClr val="000000"/>
                </a:solidFill>
                <a:uFillTx/>
                <a:latin typeface="Times New Roman"/>
              </a:defRPr>
            </a:lvl1pPr>
          </a:lstStyle>
          <a:p>
            <a:pPr indent="0" algn="ctr">
              <a:lnSpc>
                <a:spcPct val="100000"/>
              </a:lnSpc>
              <a:buNone/>
              <a:tabLst>
                <a:tab algn="l" pos="0"/>
              </a:tabLst>
            </a:pPr>
            <a:r>
              <a:rPr b="0" lang="de-DE" sz="1400" strike="noStrike" u="none">
                <a:solidFill>
                  <a:srgbClr val="000000"/>
                </a:solidFill>
                <a:uFillTx/>
                <a:latin typeface="Times New Roman"/>
              </a:rPr>
              <a:t>&lt;Fußzeile&gt;</a:t>
            </a:r>
            <a:endParaRPr b="0" lang="de-DE" sz="1400" strike="noStrike" u="none">
              <a:solidFill>
                <a:srgbClr val="000000"/>
              </a:solidFill>
              <a:uFillTx/>
              <a:latin typeface="Times New Roman"/>
            </a:endParaRPr>
          </a:p>
        </p:txBody>
      </p:sp>
      <p:sp>
        <p:nvSpPr>
          <p:cNvPr id="26" name="PlaceHolder 5"/>
          <p:cNvSpPr>
            <a:spLocks noGrp="1"/>
          </p:cNvSpPr>
          <p:nvPr>
            <p:ph type="sldNum" idx="17"/>
          </p:nvPr>
        </p:nvSpPr>
        <p:spPr>
          <a:xfrm>
            <a:off x="8610480" y="6356520"/>
            <a:ext cx="2742120" cy="36396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ctr">
            <a:noAutofit/>
          </a:bodyPr>
          <a:lstStyle>
            <a:lvl1pPr indent="0" algn="r" defTabSz="914400">
              <a:lnSpc>
                <a:spcPct val="100000"/>
              </a:lnSpc>
              <a:buNone/>
              <a:tabLst>
                <a:tab algn="l" pos="0"/>
              </a:tabLst>
              <a:defRPr b="0" lang="de-DE" sz="1200" strike="noStrike" u="none">
                <a:solidFill>
                  <a:schemeClr val="dk1">
                    <a:tint val="75000"/>
                  </a:schemeClr>
                </a:solidFill>
                <a:uFillTx/>
                <a:latin typeface="Calibri"/>
              </a:defRPr>
            </a:lvl1pPr>
          </a:lstStyle>
          <a:p>
            <a:pPr indent="0" algn="r" defTabSz="914400">
              <a:lnSpc>
                <a:spcPct val="100000"/>
              </a:lnSpc>
              <a:buNone/>
              <a:tabLst>
                <a:tab algn="l" pos="0"/>
              </a:tabLst>
            </a:pPr>
            <a:fld id="{B4F91039-0CA7-4085-ADA1-4B4E6BBF1117}" type="slidenum">
              <a:rPr b="0" lang="de-DE" sz="1200" strike="noStrike" u="none">
                <a:solidFill>
                  <a:schemeClr val="dk1">
                    <a:tint val="75000"/>
                  </a:schemeClr>
                </a:solidFill>
                <a:uFillTx/>
                <a:latin typeface="Calibri"/>
              </a:rPr>
              <a:t>&lt;Foliennummer&gt;</a:t>
            </a:fld>
            <a:endParaRPr b="0" lang="de-DE" sz="1200" strike="noStrike" u="none">
              <a:solidFill>
                <a:srgbClr val="000000"/>
              </a:solidFill>
              <a:uFillTx/>
              <a:latin typeface="Times New Roman"/>
            </a:endParaRPr>
          </a:p>
        </p:txBody>
      </p:sp>
      <p:sp>
        <p:nvSpPr>
          <p:cNvPr id="27" name="PlaceHolder 6"/>
          <p:cNvSpPr>
            <a:spLocks noGrp="1"/>
          </p:cNvSpPr>
          <p:nvPr>
            <p:ph type="dt" idx="18"/>
          </p:nvPr>
        </p:nvSpPr>
        <p:spPr>
          <a:xfrm>
            <a:off x="838080" y="6356520"/>
            <a:ext cx="2742120" cy="36396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ctr">
            <a:noAutofit/>
          </a:bodyPr>
          <a:lstStyle>
            <a:lvl1pPr indent="0">
              <a:buNone/>
              <a:defRPr b="0" lang="de-DE" sz="1400" strike="noStrike" u="none">
                <a:solidFill>
                  <a:srgbClr val="000000"/>
                </a:solidFill>
                <a:uFillTx/>
                <a:latin typeface="Times New Roman"/>
              </a:defRPr>
            </a:lvl1pPr>
          </a:lstStyle>
          <a:p>
            <a:pPr indent="0">
              <a:buNone/>
            </a:pPr>
            <a:r>
              <a:rPr b="0" lang="de-DE" sz="1400" strike="noStrike" u="none">
                <a:solidFill>
                  <a:srgbClr val="000000"/>
                </a:solidFill>
                <a:uFillTx/>
                <a:latin typeface="Times New Roman"/>
              </a:rPr>
              <a:t>&lt;Datum/Uhrzeit&gt;</a:t>
            </a:r>
            <a:endParaRPr b="0" lang="de-DE" sz="1400" strike="noStrike" u="none">
              <a:solidFill>
                <a:srgbClr val="000000"/>
              </a:solidFill>
              <a:uFillTx/>
              <a:latin typeface="Times New Roman"/>
            </a:endParaRPr>
          </a:p>
        </p:txBody>
      </p:sp>
    </p:spTree>
  </p:cSld>
  <p:clrMap bg1="lt1" tx1="dk1" bg2="lt2" tx2="dk2" accent1="accent1" accent2="accent2" accent3="accent3" accent4="accent4" accent5="accent5" accent6="accent6" hlink="hlink" folHlink="folHlink"/>
  <p:sldLayoutIdLst>
    <p:sldLayoutId id="2147483659" r:id="rId2"/>
  </p:sldLayoutIdLst>
</p:sldMaster>
</file>

<file path=ppt/slideMasters/slideMaster7.xml><?xml version="1.0" encoding="utf-8"?>
<p:sldMaster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" name="PlaceHolder 1"/>
          <p:cNvSpPr>
            <a:spLocks noGrp="1"/>
          </p:cNvSpPr>
          <p:nvPr>
            <p:ph type="ftr" idx="19"/>
          </p:nvPr>
        </p:nvSpPr>
        <p:spPr>
          <a:xfrm>
            <a:off x="4038480" y="6356520"/>
            <a:ext cx="4113720" cy="363960"/>
          </a:xfrm>
          <a:prstGeom prst="rect">
            <a:avLst/>
          </a:prstGeom>
          <a:noFill/>
          <a:ln w="0">
            <a:noFill/>
          </a:ln>
        </p:spPr>
        <p:txBody>
          <a:bodyPr lIns="90000" rIns="90000" tIns="45000" bIns="45000" anchor="t">
            <a:noAutofit/>
          </a:bodyPr>
          <a:lstStyle>
            <a:lvl1pPr indent="0" algn="ctr">
              <a:lnSpc>
                <a:spcPct val="100000"/>
              </a:lnSpc>
              <a:buNone/>
              <a:tabLst>
                <a:tab algn="l" pos="0"/>
              </a:tabLst>
              <a:defRPr b="0" lang="de-DE" sz="1400" strike="noStrike" u="none">
                <a:solidFill>
                  <a:srgbClr val="000000"/>
                </a:solidFill>
                <a:uFillTx/>
                <a:latin typeface="Times New Roman"/>
              </a:defRPr>
            </a:lvl1pPr>
          </a:lstStyle>
          <a:p>
            <a:pPr indent="0" algn="ctr">
              <a:lnSpc>
                <a:spcPct val="100000"/>
              </a:lnSpc>
              <a:buNone/>
              <a:tabLst>
                <a:tab algn="l" pos="0"/>
              </a:tabLst>
            </a:pPr>
            <a:r>
              <a:rPr b="0" lang="de-DE" sz="1400" strike="noStrike" u="none">
                <a:solidFill>
                  <a:srgbClr val="000000"/>
                </a:solidFill>
                <a:uFillTx/>
                <a:latin typeface="Times New Roman"/>
              </a:rPr>
              <a:t> </a:t>
            </a:r>
            <a:endParaRPr b="0" lang="de-DE" sz="1400" strike="noStrike" u="none">
              <a:solidFill>
                <a:srgbClr val="000000"/>
              </a:solidFill>
              <a:uFillTx/>
              <a:latin typeface="Times New Roman"/>
            </a:endParaRPr>
          </a:p>
        </p:txBody>
      </p:sp>
      <p:sp>
        <p:nvSpPr>
          <p:cNvPr id="32" name="PlaceHolder 2"/>
          <p:cNvSpPr>
            <a:spLocks noGrp="1"/>
          </p:cNvSpPr>
          <p:nvPr>
            <p:ph type="sldNum" idx="20"/>
          </p:nvPr>
        </p:nvSpPr>
        <p:spPr>
          <a:xfrm>
            <a:off x="8610480" y="6356520"/>
            <a:ext cx="2742120" cy="36396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ctr">
            <a:noAutofit/>
          </a:bodyPr>
          <a:lstStyle>
            <a:lvl1pPr indent="0" algn="r" defTabSz="914400">
              <a:lnSpc>
                <a:spcPct val="100000"/>
              </a:lnSpc>
              <a:buNone/>
              <a:tabLst>
                <a:tab algn="l" pos="0"/>
              </a:tabLst>
              <a:defRPr b="0" lang="de-DE" sz="1200" strike="noStrike" u="none">
                <a:solidFill>
                  <a:schemeClr val="dk1">
                    <a:tint val="75000"/>
                  </a:schemeClr>
                </a:solidFill>
                <a:uFillTx/>
                <a:latin typeface="Calibri"/>
              </a:defRPr>
            </a:lvl1pPr>
          </a:lstStyle>
          <a:p>
            <a:pPr indent="0" algn="r" defTabSz="914400">
              <a:lnSpc>
                <a:spcPct val="100000"/>
              </a:lnSpc>
              <a:buNone/>
              <a:tabLst>
                <a:tab algn="l" pos="0"/>
              </a:tabLst>
            </a:pPr>
            <a:fld id="{18AE5B20-3869-4F30-8253-27FBFBE3DEC4}" type="slidenum">
              <a:rPr b="0" lang="de-DE" sz="1200" strike="noStrike" u="none">
                <a:solidFill>
                  <a:schemeClr val="dk1">
                    <a:tint val="75000"/>
                  </a:schemeClr>
                </a:solidFill>
                <a:uFillTx/>
                <a:latin typeface="Calibri"/>
              </a:rPr>
              <a:t>1</a:t>
            </a:fld>
            <a:endParaRPr b="0" lang="de-DE" sz="1200" strike="noStrike" u="none">
              <a:solidFill>
                <a:srgbClr val="000000"/>
              </a:solidFill>
              <a:uFillTx/>
              <a:latin typeface="Times New Roman"/>
            </a:endParaRPr>
          </a:p>
        </p:txBody>
      </p:sp>
      <p:sp>
        <p:nvSpPr>
          <p:cNvPr id="33" name="PlaceHolder 3"/>
          <p:cNvSpPr>
            <a:spLocks noGrp="1"/>
          </p:cNvSpPr>
          <p:nvPr>
            <p:ph type="dt" idx="21"/>
          </p:nvPr>
        </p:nvSpPr>
        <p:spPr>
          <a:xfrm>
            <a:off x="838080" y="6356520"/>
            <a:ext cx="2742120" cy="36396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ctr">
            <a:noAutofit/>
          </a:bodyPr>
          <a:lstStyle>
            <a:lvl1pPr indent="0">
              <a:buNone/>
              <a:defRPr b="0" lang="de-DE" sz="1400" strike="noStrike" u="none">
                <a:solidFill>
                  <a:srgbClr val="000000"/>
                </a:solidFill>
                <a:uFillTx/>
                <a:latin typeface="Times New Roman"/>
              </a:defRPr>
            </a:lvl1pPr>
          </a:lstStyle>
          <a:p>
            <a:pPr indent="0">
              <a:buNone/>
            </a:pPr>
            <a:r>
              <a:rPr b="0" lang="de-DE" sz="1400" strike="noStrike" u="none">
                <a:solidFill>
                  <a:srgbClr val="000000"/>
                </a:solidFill>
                <a:uFillTx/>
                <a:latin typeface="Times New Roman"/>
              </a:rPr>
              <a:t> </a:t>
            </a:r>
            <a:endParaRPr b="0" lang="de-DE" sz="1400" strike="noStrike" u="none">
              <a:solidFill>
                <a:srgbClr val="000000"/>
              </a:solidFill>
              <a:uFillTx/>
              <a:latin typeface="Times New Roman"/>
            </a:endParaRPr>
          </a:p>
        </p:txBody>
      </p:sp>
    </p:spTree>
  </p:cSld>
  <p:clrMap bg1="lt1" tx1="dk1" bg2="lt2" tx2="dk2" accent1="accent1" accent2="accent2" accent3="accent3" accent4="accent4" accent5="accent5" accent6="accent6" hlink="hlink" folHlink="folHlink"/>
  <p:sldLayoutIdLst>
    <p:sldLayoutId id="2147483661" r:id="rId2"/>
  </p:sldLayoutIdLst>
</p:sldMaster>
</file>

<file path=ppt/slideMasters/slideMaster8.xml><?xml version="1.0" encoding="utf-8"?>
<p:sldMaster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4" name="PlaceHolder 1"/>
          <p:cNvSpPr>
            <a:spLocks noGrp="1"/>
          </p:cNvSpPr>
          <p:nvPr>
            <p:ph type="title"/>
          </p:nvPr>
        </p:nvSpPr>
        <p:spPr>
          <a:xfrm>
            <a:off x="838080" y="365040"/>
            <a:ext cx="10514520" cy="13244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ctr">
            <a:noAutofit/>
          </a:bodyPr>
          <a:p>
            <a:pPr indent="0">
              <a:buNone/>
            </a:pPr>
            <a:r>
              <a:rPr b="0" lang="de-DE" sz="1800" strike="noStrike" u="none">
                <a:solidFill>
                  <a:srgbClr val="000000"/>
                </a:solidFill>
                <a:uFillTx/>
                <a:latin typeface="Arial"/>
              </a:rPr>
              <a:t>Format des Titeltextes durch Klicken bearbeiten</a:t>
            </a:r>
            <a:endParaRPr b="0" lang="de-DE" sz="1800" strike="noStrike" u="none">
              <a:solidFill>
                <a:srgbClr val="000000"/>
              </a:solidFill>
              <a:uFillTx/>
              <a:latin typeface="Arial"/>
            </a:endParaRPr>
          </a:p>
        </p:txBody>
      </p:sp>
      <p:sp>
        <p:nvSpPr>
          <p:cNvPr id="35" name="PlaceHolder 2"/>
          <p:cNvSpPr>
            <a:spLocks noGrp="1"/>
          </p:cNvSpPr>
          <p:nvPr>
            <p:ph type="ftr" idx="22"/>
          </p:nvPr>
        </p:nvSpPr>
        <p:spPr>
          <a:xfrm>
            <a:off x="4038480" y="6356520"/>
            <a:ext cx="4113720" cy="363960"/>
          </a:xfrm>
          <a:prstGeom prst="rect">
            <a:avLst/>
          </a:prstGeom>
          <a:noFill/>
          <a:ln w="0">
            <a:noFill/>
          </a:ln>
        </p:spPr>
        <p:txBody>
          <a:bodyPr lIns="90000" rIns="90000" tIns="45000" bIns="45000" anchor="t">
            <a:noAutofit/>
          </a:bodyPr>
          <a:lstStyle>
            <a:lvl1pPr indent="0" algn="ctr">
              <a:lnSpc>
                <a:spcPct val="100000"/>
              </a:lnSpc>
              <a:buNone/>
              <a:tabLst>
                <a:tab algn="l" pos="0"/>
              </a:tabLst>
              <a:defRPr b="0" lang="de-DE" sz="1400" strike="noStrike" u="none">
                <a:solidFill>
                  <a:srgbClr val="000000"/>
                </a:solidFill>
                <a:uFillTx/>
                <a:latin typeface="Times New Roman"/>
              </a:defRPr>
            </a:lvl1pPr>
          </a:lstStyle>
          <a:p>
            <a:pPr indent="0" algn="ctr">
              <a:lnSpc>
                <a:spcPct val="100000"/>
              </a:lnSpc>
              <a:buNone/>
              <a:tabLst>
                <a:tab algn="l" pos="0"/>
              </a:tabLst>
            </a:pPr>
            <a:r>
              <a:rPr b="0" lang="de-DE" sz="1400" strike="noStrike" u="none">
                <a:solidFill>
                  <a:srgbClr val="000000"/>
                </a:solidFill>
                <a:uFillTx/>
                <a:latin typeface="Times New Roman"/>
              </a:rPr>
              <a:t> </a:t>
            </a:r>
            <a:endParaRPr b="0" lang="de-DE" sz="1400" strike="noStrike" u="none">
              <a:solidFill>
                <a:srgbClr val="000000"/>
              </a:solidFill>
              <a:uFillTx/>
              <a:latin typeface="Times New Roman"/>
            </a:endParaRPr>
          </a:p>
        </p:txBody>
      </p:sp>
      <p:sp>
        <p:nvSpPr>
          <p:cNvPr id="36" name="PlaceHolder 3"/>
          <p:cNvSpPr>
            <a:spLocks noGrp="1"/>
          </p:cNvSpPr>
          <p:nvPr>
            <p:ph type="sldNum" idx="23"/>
          </p:nvPr>
        </p:nvSpPr>
        <p:spPr>
          <a:xfrm>
            <a:off x="8610480" y="6356520"/>
            <a:ext cx="2742120" cy="36396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ctr">
            <a:noAutofit/>
          </a:bodyPr>
          <a:lstStyle>
            <a:lvl1pPr indent="0" algn="r" defTabSz="914400">
              <a:lnSpc>
                <a:spcPct val="100000"/>
              </a:lnSpc>
              <a:buNone/>
              <a:tabLst>
                <a:tab algn="l" pos="0"/>
              </a:tabLst>
              <a:defRPr b="0" lang="de-DE" sz="1200" strike="noStrike" u="none">
                <a:solidFill>
                  <a:schemeClr val="dk1">
                    <a:tint val="75000"/>
                  </a:schemeClr>
                </a:solidFill>
                <a:uFillTx/>
                <a:latin typeface="Calibri"/>
              </a:defRPr>
            </a:lvl1pPr>
          </a:lstStyle>
          <a:p>
            <a:pPr indent="0" algn="r" defTabSz="914400">
              <a:lnSpc>
                <a:spcPct val="100000"/>
              </a:lnSpc>
              <a:buNone/>
              <a:tabLst>
                <a:tab algn="l" pos="0"/>
              </a:tabLst>
            </a:pPr>
            <a:fld id="{0F949BBD-8DA5-4DD8-B1B3-99534D498209}" type="slidenum">
              <a:rPr b="0" lang="de-DE" sz="1200" strike="noStrike" u="none">
                <a:solidFill>
                  <a:schemeClr val="dk1">
                    <a:tint val="75000"/>
                  </a:schemeClr>
                </a:solidFill>
                <a:uFillTx/>
                <a:latin typeface="Calibri"/>
              </a:rPr>
              <a:t>1</a:t>
            </a:fld>
            <a:endParaRPr b="0" lang="de-DE" sz="1200" strike="noStrike" u="none">
              <a:solidFill>
                <a:srgbClr val="000000"/>
              </a:solidFill>
              <a:uFillTx/>
              <a:latin typeface="Times New Roman"/>
            </a:endParaRPr>
          </a:p>
        </p:txBody>
      </p:sp>
      <p:sp>
        <p:nvSpPr>
          <p:cNvPr id="37" name="PlaceHolder 4"/>
          <p:cNvSpPr>
            <a:spLocks noGrp="1"/>
          </p:cNvSpPr>
          <p:nvPr>
            <p:ph type="dt" idx="24"/>
          </p:nvPr>
        </p:nvSpPr>
        <p:spPr>
          <a:xfrm>
            <a:off x="838080" y="6356520"/>
            <a:ext cx="2742120" cy="36396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ctr">
            <a:noAutofit/>
          </a:bodyPr>
          <a:lstStyle>
            <a:lvl1pPr indent="0">
              <a:buNone/>
              <a:defRPr b="0" lang="de-DE" sz="1400" strike="noStrike" u="none">
                <a:solidFill>
                  <a:srgbClr val="000000"/>
                </a:solidFill>
                <a:uFillTx/>
                <a:latin typeface="Times New Roman"/>
              </a:defRPr>
            </a:lvl1pPr>
          </a:lstStyle>
          <a:p>
            <a:pPr indent="0">
              <a:buNone/>
            </a:pPr>
            <a:r>
              <a:rPr b="0" lang="de-DE" sz="1400" strike="noStrike" u="none">
                <a:solidFill>
                  <a:srgbClr val="000000"/>
                </a:solidFill>
                <a:uFillTx/>
                <a:latin typeface="Times New Roman"/>
              </a:rPr>
              <a:t> </a:t>
            </a:r>
            <a:endParaRPr b="0" lang="de-DE" sz="1400" strike="noStrike" u="none">
              <a:solidFill>
                <a:srgbClr val="000000"/>
              </a:solidFill>
              <a:uFillTx/>
              <a:latin typeface="Times New Roman"/>
            </a:endParaRPr>
          </a:p>
        </p:txBody>
      </p:sp>
    </p:spTree>
  </p:cSld>
  <p:clrMap bg1="lt1" tx1="dk1" bg2="lt2" tx2="dk2" accent1="accent1" accent2="accent2" accent3="accent3" accent4="accent4" accent5="accent5" accent6="accent6" hlink="hlink" folHlink="folHlink"/>
  <p:sldLayoutIdLst>
    <p:sldLayoutId id="2147483663" r:id="rId2"/>
  </p:sldLayoutIdLst>
</p:sldMaster>
</file>

<file path=ppt/slideMasters/slideMaster9.xml><?xml version="1.0" encoding="utf-8"?>
<p:sldMaster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9" name="PlaceHolder 1"/>
          <p:cNvSpPr>
            <a:spLocks noGrp="1"/>
          </p:cNvSpPr>
          <p:nvPr>
            <p:ph type="ftr" idx="25"/>
          </p:nvPr>
        </p:nvSpPr>
        <p:spPr>
          <a:xfrm>
            <a:off x="4038480" y="6356520"/>
            <a:ext cx="4113720" cy="363960"/>
          </a:xfrm>
          <a:prstGeom prst="rect">
            <a:avLst/>
          </a:prstGeom>
          <a:noFill/>
          <a:ln w="0">
            <a:noFill/>
          </a:ln>
        </p:spPr>
        <p:txBody>
          <a:bodyPr lIns="90000" rIns="90000" tIns="45000" bIns="45000" anchor="t">
            <a:noAutofit/>
          </a:bodyPr>
          <a:lstStyle>
            <a:lvl1pPr indent="0" algn="ctr">
              <a:lnSpc>
                <a:spcPct val="100000"/>
              </a:lnSpc>
              <a:buNone/>
              <a:tabLst>
                <a:tab algn="l" pos="0"/>
              </a:tabLst>
              <a:defRPr b="0" lang="de-DE" sz="1400" strike="noStrike" u="none">
                <a:solidFill>
                  <a:srgbClr val="000000"/>
                </a:solidFill>
                <a:uFillTx/>
                <a:latin typeface="Times New Roman"/>
              </a:defRPr>
            </a:lvl1pPr>
          </a:lstStyle>
          <a:p>
            <a:pPr indent="0" algn="ctr">
              <a:lnSpc>
                <a:spcPct val="100000"/>
              </a:lnSpc>
              <a:buNone/>
              <a:tabLst>
                <a:tab algn="l" pos="0"/>
              </a:tabLst>
            </a:pPr>
            <a:r>
              <a:rPr b="0" lang="de-DE" sz="1400" strike="noStrike" u="none">
                <a:solidFill>
                  <a:srgbClr val="000000"/>
                </a:solidFill>
                <a:uFillTx/>
                <a:latin typeface="Times New Roman"/>
              </a:rPr>
              <a:t> </a:t>
            </a:r>
            <a:endParaRPr b="0" lang="de-DE" sz="1400" strike="noStrike" u="none">
              <a:solidFill>
                <a:srgbClr val="000000"/>
              </a:solidFill>
              <a:uFillTx/>
              <a:latin typeface="Times New Roman"/>
            </a:endParaRPr>
          </a:p>
        </p:txBody>
      </p:sp>
      <p:sp>
        <p:nvSpPr>
          <p:cNvPr id="40" name="PlaceHolder 2"/>
          <p:cNvSpPr>
            <a:spLocks noGrp="1"/>
          </p:cNvSpPr>
          <p:nvPr>
            <p:ph type="sldNum" idx="26"/>
          </p:nvPr>
        </p:nvSpPr>
        <p:spPr>
          <a:xfrm>
            <a:off x="8610480" y="6356520"/>
            <a:ext cx="2742120" cy="36396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ctr">
            <a:noAutofit/>
          </a:bodyPr>
          <a:lstStyle>
            <a:lvl1pPr indent="0" algn="r" defTabSz="914400">
              <a:lnSpc>
                <a:spcPct val="100000"/>
              </a:lnSpc>
              <a:buNone/>
              <a:tabLst>
                <a:tab algn="l" pos="0"/>
              </a:tabLst>
              <a:defRPr b="0" lang="de-DE" sz="1200" strike="noStrike" u="none">
                <a:solidFill>
                  <a:schemeClr val="dk1">
                    <a:tint val="75000"/>
                  </a:schemeClr>
                </a:solidFill>
                <a:uFillTx/>
                <a:latin typeface="Calibri"/>
              </a:defRPr>
            </a:lvl1pPr>
          </a:lstStyle>
          <a:p>
            <a:pPr indent="0" algn="r" defTabSz="914400">
              <a:lnSpc>
                <a:spcPct val="100000"/>
              </a:lnSpc>
              <a:buNone/>
              <a:tabLst>
                <a:tab algn="l" pos="0"/>
              </a:tabLst>
            </a:pPr>
            <a:fld id="{2B0BF4A9-6685-4E0B-95EE-736C5B0D8059}" type="slidenum">
              <a:rPr b="0" lang="de-DE" sz="1200" strike="noStrike" u="none">
                <a:solidFill>
                  <a:schemeClr val="dk1">
                    <a:tint val="75000"/>
                  </a:schemeClr>
                </a:solidFill>
                <a:uFillTx/>
                <a:latin typeface="Calibri"/>
              </a:rPr>
              <a:t>1</a:t>
            </a:fld>
            <a:endParaRPr b="0" lang="de-DE" sz="1200" strike="noStrike" u="none">
              <a:solidFill>
                <a:srgbClr val="000000"/>
              </a:solidFill>
              <a:uFillTx/>
              <a:latin typeface="Times New Roman"/>
            </a:endParaRPr>
          </a:p>
        </p:txBody>
      </p:sp>
      <p:sp>
        <p:nvSpPr>
          <p:cNvPr id="41" name="PlaceHolder 3"/>
          <p:cNvSpPr>
            <a:spLocks noGrp="1"/>
          </p:cNvSpPr>
          <p:nvPr>
            <p:ph type="dt" idx="27"/>
          </p:nvPr>
        </p:nvSpPr>
        <p:spPr>
          <a:xfrm>
            <a:off x="838080" y="6356520"/>
            <a:ext cx="2742120" cy="36396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ctr">
            <a:noAutofit/>
          </a:bodyPr>
          <a:lstStyle>
            <a:lvl1pPr indent="0">
              <a:buNone/>
              <a:defRPr b="0" lang="de-DE" sz="1400" strike="noStrike" u="none">
                <a:solidFill>
                  <a:srgbClr val="000000"/>
                </a:solidFill>
                <a:uFillTx/>
                <a:latin typeface="Times New Roman"/>
              </a:defRPr>
            </a:lvl1pPr>
          </a:lstStyle>
          <a:p>
            <a:pPr indent="0">
              <a:buNone/>
            </a:pPr>
            <a:r>
              <a:rPr b="0" lang="de-DE" sz="1400" strike="noStrike" u="none">
                <a:solidFill>
                  <a:srgbClr val="000000"/>
                </a:solidFill>
                <a:uFillTx/>
                <a:latin typeface="Times New Roman"/>
              </a:rPr>
              <a:t> </a:t>
            </a:r>
            <a:endParaRPr b="0" lang="de-DE" sz="1400" strike="noStrike" u="none">
              <a:solidFill>
                <a:srgbClr val="000000"/>
              </a:solidFill>
              <a:uFillTx/>
              <a:latin typeface="Times New Roman"/>
            </a:endParaRPr>
          </a:p>
        </p:txBody>
      </p:sp>
      <p:sp>
        <p:nvSpPr>
          <p:cNvPr id="42" name="PlaceHolder 4"/>
          <p:cNvSpPr>
            <a:spLocks noGrp="1"/>
          </p:cNvSpPr>
          <p:nvPr>
            <p:ph type="title"/>
          </p:nvPr>
        </p:nvSpPr>
        <p:spPr>
          <a:xfrm>
            <a:off x="609480" y="273600"/>
            <a:ext cx="10972440" cy="114480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ctr">
            <a:noAutofit/>
          </a:bodyPr>
          <a:p>
            <a:pPr indent="0" algn="ctr">
              <a:buNone/>
            </a:pPr>
            <a:r>
              <a:rPr b="0" lang="de-DE" sz="4400" strike="noStrike" u="none">
                <a:solidFill>
                  <a:srgbClr val="000000"/>
                </a:solidFill>
                <a:uFillTx/>
                <a:latin typeface="Arial"/>
              </a:rPr>
              <a:t>Format des Titeltextes durch Klicken bearbeiten</a:t>
            </a:r>
            <a:endParaRPr b="0" lang="de-DE" sz="4400" strike="noStrike" u="none">
              <a:solidFill>
                <a:srgbClr val="000000"/>
              </a:solidFill>
              <a:uFillTx/>
              <a:latin typeface="Arial"/>
            </a:endParaRPr>
          </a:p>
        </p:txBody>
      </p:sp>
      <p:sp>
        <p:nvSpPr>
          <p:cNvPr id="43" name="PlaceHolder 5"/>
          <p:cNvSpPr>
            <a:spLocks noGrp="1"/>
          </p:cNvSpPr>
          <p:nvPr>
            <p:ph type="body"/>
          </p:nvPr>
        </p:nvSpPr>
        <p:spPr>
          <a:xfrm>
            <a:off x="609480" y="1604520"/>
            <a:ext cx="10972440" cy="397728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marL="432000" indent="-324000">
              <a:spcBef>
                <a:spcPts val="1417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de-DE" sz="3200" strike="noStrike" u="none">
                <a:solidFill>
                  <a:srgbClr val="000000"/>
                </a:solidFill>
                <a:uFillTx/>
                <a:latin typeface="Arial"/>
              </a:rPr>
              <a:t>Format des Gliederungstextes durch Klicken bearbeiten</a:t>
            </a:r>
            <a:endParaRPr b="0" lang="de-DE" sz="3200" strike="noStrike" u="none">
              <a:solidFill>
                <a:srgbClr val="000000"/>
              </a:solidFill>
              <a:uFillTx/>
              <a:latin typeface="Arial"/>
            </a:endParaRPr>
          </a:p>
          <a:p>
            <a:pPr lvl="1" marL="864000" indent="-324000">
              <a:spcBef>
                <a:spcPts val="1134"/>
              </a:spcBef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b="0" lang="de-DE" sz="2800" strike="noStrike" u="none">
                <a:solidFill>
                  <a:srgbClr val="000000"/>
                </a:solidFill>
                <a:uFillTx/>
                <a:latin typeface="Arial"/>
              </a:rPr>
              <a:t>Zweite Gliederungsebene</a:t>
            </a:r>
            <a:endParaRPr b="0" lang="de-DE" sz="2800" strike="noStrike" u="none">
              <a:solidFill>
                <a:srgbClr val="000000"/>
              </a:solidFill>
              <a:uFillTx/>
              <a:latin typeface="Arial"/>
            </a:endParaRPr>
          </a:p>
          <a:p>
            <a:pPr lvl="2" marL="1296000" indent="-288000">
              <a:spcBef>
                <a:spcPts val="850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de-DE" sz="2400" strike="noStrike" u="none">
                <a:solidFill>
                  <a:srgbClr val="000000"/>
                </a:solidFill>
                <a:uFillTx/>
                <a:latin typeface="Arial"/>
              </a:rPr>
              <a:t>Dritte Gliederungsebene</a:t>
            </a:r>
            <a:endParaRPr b="0" lang="de-DE" sz="2400" strike="noStrike" u="none">
              <a:solidFill>
                <a:srgbClr val="000000"/>
              </a:solidFill>
              <a:uFillTx/>
              <a:latin typeface="Arial"/>
            </a:endParaRPr>
          </a:p>
          <a:p>
            <a:pPr lvl="3" marL="1728000" indent="-216000">
              <a:spcBef>
                <a:spcPts val="567"/>
              </a:spcBef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b="0" lang="de-DE" sz="2000" strike="noStrike" u="none">
                <a:solidFill>
                  <a:srgbClr val="000000"/>
                </a:solidFill>
                <a:uFillTx/>
                <a:latin typeface="Arial"/>
              </a:rPr>
              <a:t>Vierte Gliederungsebene</a:t>
            </a:r>
            <a:endParaRPr b="0" lang="de-DE" sz="2000" strike="noStrike" u="none">
              <a:solidFill>
                <a:srgbClr val="000000"/>
              </a:solidFill>
              <a:uFillTx/>
              <a:latin typeface="Arial"/>
            </a:endParaRPr>
          </a:p>
          <a:p>
            <a:pPr lvl="4" marL="2160000" indent="-216000"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de-DE" sz="2000" strike="noStrike" u="none">
                <a:solidFill>
                  <a:srgbClr val="000000"/>
                </a:solidFill>
                <a:uFillTx/>
                <a:latin typeface="Arial"/>
              </a:rPr>
              <a:t>Fünfte Gliederungsebene</a:t>
            </a:r>
            <a:endParaRPr b="0" lang="de-DE" sz="2000" strike="noStrike" u="none">
              <a:solidFill>
                <a:srgbClr val="000000"/>
              </a:solidFill>
              <a:uFillTx/>
              <a:latin typeface="Arial"/>
            </a:endParaRPr>
          </a:p>
          <a:p>
            <a:pPr lvl="5" marL="2592000" indent="-216000"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de-DE" sz="2000" strike="noStrike" u="none">
                <a:solidFill>
                  <a:srgbClr val="000000"/>
                </a:solidFill>
                <a:uFillTx/>
                <a:latin typeface="Arial"/>
              </a:rPr>
              <a:t>Sechste Gliederungsebene</a:t>
            </a:r>
            <a:endParaRPr b="0" lang="de-DE" sz="2000" strike="noStrike" u="none">
              <a:solidFill>
                <a:srgbClr val="000000"/>
              </a:solidFill>
              <a:uFillTx/>
              <a:latin typeface="Arial"/>
            </a:endParaRPr>
          </a:p>
          <a:p>
            <a:pPr lvl="6" marL="3024000" indent="-216000"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de-DE" sz="2000" strike="noStrike" u="none">
                <a:solidFill>
                  <a:srgbClr val="000000"/>
                </a:solidFill>
                <a:uFillTx/>
                <a:latin typeface="Arial"/>
              </a:rPr>
              <a:t>Siebte Gliederungsebene</a:t>
            </a:r>
            <a:endParaRPr b="0" lang="de-DE" sz="2000" strike="noStrike" u="none">
              <a:solidFill>
                <a:srgbClr val="000000"/>
              </a:solidFill>
              <a:uFillTx/>
              <a:latin typeface="Arial"/>
            </a:endParaRPr>
          </a:p>
        </p:txBody>
      </p:sp>
    </p:spTree>
  </p:cSld>
  <p:clrMap bg1="lt1" tx1="dk1" bg2="lt2" tx2="dk2" accent1="accent1" accent2="accent2" accent3="accent3" accent4="accent4" accent5="accent5" accent6="accent6" hlink="hlink" folHlink="folHlink"/>
  <p:sldLayoutIdLst>
    <p:sldLayoutId id="2147483665" r:id="rId2"/>
  </p:sldLayoutIdLst>
</p:sldMaster>
</file>

<file path=ppt/slideMasters/slideMaster10.xml><?xml version="1.0" encoding="utf-8"?>
<p:sldMaster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4" name="PlaceHolder 1"/>
          <p:cNvSpPr>
            <a:spLocks noGrp="1"/>
          </p:cNvSpPr>
          <p:nvPr>
            <p:ph type="ftr" idx="28"/>
          </p:nvPr>
        </p:nvSpPr>
        <p:spPr>
          <a:xfrm>
            <a:off x="4038480" y="6356520"/>
            <a:ext cx="4113720" cy="363960"/>
          </a:xfrm>
          <a:prstGeom prst="rect">
            <a:avLst/>
          </a:prstGeom>
          <a:noFill/>
          <a:ln w="0">
            <a:noFill/>
          </a:ln>
        </p:spPr>
        <p:txBody>
          <a:bodyPr lIns="90000" rIns="90000" tIns="45000" bIns="45000" anchor="t">
            <a:noAutofit/>
          </a:bodyPr>
          <a:lstStyle>
            <a:lvl1pPr indent="0" algn="ctr">
              <a:lnSpc>
                <a:spcPct val="100000"/>
              </a:lnSpc>
              <a:buNone/>
              <a:tabLst>
                <a:tab algn="l" pos="0"/>
              </a:tabLst>
              <a:defRPr b="0" lang="de-DE" sz="1400" strike="noStrike" u="none">
                <a:solidFill>
                  <a:srgbClr val="000000"/>
                </a:solidFill>
                <a:uFillTx/>
                <a:latin typeface="Times New Roman"/>
              </a:defRPr>
            </a:lvl1pPr>
          </a:lstStyle>
          <a:p>
            <a:pPr indent="0" algn="ctr">
              <a:lnSpc>
                <a:spcPct val="100000"/>
              </a:lnSpc>
              <a:buNone/>
              <a:tabLst>
                <a:tab algn="l" pos="0"/>
              </a:tabLst>
            </a:pPr>
            <a:r>
              <a:rPr b="0" lang="de-DE" sz="1400" strike="noStrike" u="none">
                <a:solidFill>
                  <a:srgbClr val="000000"/>
                </a:solidFill>
                <a:uFillTx/>
                <a:latin typeface="Times New Roman"/>
              </a:rPr>
              <a:t> </a:t>
            </a:r>
            <a:endParaRPr b="0" lang="de-DE" sz="1400" strike="noStrike" u="none">
              <a:solidFill>
                <a:srgbClr val="000000"/>
              </a:solidFill>
              <a:uFillTx/>
              <a:latin typeface="Times New Roman"/>
            </a:endParaRPr>
          </a:p>
        </p:txBody>
      </p:sp>
      <p:sp>
        <p:nvSpPr>
          <p:cNvPr id="45" name="PlaceHolder 2"/>
          <p:cNvSpPr>
            <a:spLocks noGrp="1"/>
          </p:cNvSpPr>
          <p:nvPr>
            <p:ph type="sldNum" idx="29"/>
          </p:nvPr>
        </p:nvSpPr>
        <p:spPr>
          <a:xfrm>
            <a:off x="8610480" y="6356520"/>
            <a:ext cx="2742120" cy="36396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ctr">
            <a:noAutofit/>
          </a:bodyPr>
          <a:lstStyle>
            <a:lvl1pPr indent="0" algn="r" defTabSz="914400">
              <a:lnSpc>
                <a:spcPct val="100000"/>
              </a:lnSpc>
              <a:buNone/>
              <a:tabLst>
                <a:tab algn="l" pos="0"/>
              </a:tabLst>
              <a:defRPr b="0" lang="de-DE" sz="1200" strike="noStrike" u="none">
                <a:solidFill>
                  <a:schemeClr val="dk1">
                    <a:tint val="75000"/>
                  </a:schemeClr>
                </a:solidFill>
                <a:uFillTx/>
                <a:latin typeface="Calibri"/>
              </a:defRPr>
            </a:lvl1pPr>
          </a:lstStyle>
          <a:p>
            <a:pPr indent="0" algn="r" defTabSz="914400">
              <a:lnSpc>
                <a:spcPct val="100000"/>
              </a:lnSpc>
              <a:buNone/>
              <a:tabLst>
                <a:tab algn="l" pos="0"/>
              </a:tabLst>
            </a:pPr>
            <a:fld id="{100A63D8-4370-49C6-AEE8-54D74090E7B1}" type="slidenum">
              <a:rPr b="0" lang="de-DE" sz="1200" strike="noStrike" u="none">
                <a:solidFill>
                  <a:schemeClr val="dk1">
                    <a:tint val="75000"/>
                  </a:schemeClr>
                </a:solidFill>
                <a:uFillTx/>
                <a:latin typeface="Calibri"/>
              </a:rPr>
              <a:t>1</a:t>
            </a:fld>
            <a:endParaRPr b="0" lang="de-DE" sz="1200" strike="noStrike" u="none">
              <a:solidFill>
                <a:srgbClr val="000000"/>
              </a:solidFill>
              <a:uFillTx/>
              <a:latin typeface="Times New Roman"/>
            </a:endParaRPr>
          </a:p>
        </p:txBody>
      </p:sp>
      <p:sp>
        <p:nvSpPr>
          <p:cNvPr id="46" name="PlaceHolder 3"/>
          <p:cNvSpPr>
            <a:spLocks noGrp="1"/>
          </p:cNvSpPr>
          <p:nvPr>
            <p:ph type="dt" idx="30"/>
          </p:nvPr>
        </p:nvSpPr>
        <p:spPr>
          <a:xfrm>
            <a:off x="838080" y="6356520"/>
            <a:ext cx="2742120" cy="36396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ctr">
            <a:noAutofit/>
          </a:bodyPr>
          <a:lstStyle>
            <a:lvl1pPr indent="0">
              <a:buNone/>
              <a:defRPr b="0" lang="de-DE" sz="1400" strike="noStrike" u="none">
                <a:solidFill>
                  <a:srgbClr val="000000"/>
                </a:solidFill>
                <a:uFillTx/>
                <a:latin typeface="Times New Roman"/>
              </a:defRPr>
            </a:lvl1pPr>
          </a:lstStyle>
          <a:p>
            <a:pPr indent="0">
              <a:buNone/>
            </a:pPr>
            <a:r>
              <a:rPr b="0" lang="de-DE" sz="1400" strike="noStrike" u="none">
                <a:solidFill>
                  <a:srgbClr val="000000"/>
                </a:solidFill>
                <a:uFillTx/>
                <a:latin typeface="Times New Roman"/>
              </a:rPr>
              <a:t> </a:t>
            </a:r>
            <a:endParaRPr b="0" lang="de-DE" sz="1400" strike="noStrike" u="none">
              <a:solidFill>
                <a:srgbClr val="000000"/>
              </a:solidFill>
              <a:uFillTx/>
              <a:latin typeface="Times New Roman"/>
            </a:endParaRPr>
          </a:p>
        </p:txBody>
      </p:sp>
    </p:spTree>
  </p:cSld>
  <p:clrMap bg1="lt1" tx1="dk1" bg2="lt2" tx2="dk2" accent1="accent1" accent2="accent2" accent3="accent3" accent4="accent4" accent5="accent5" accent6="accent6" hlink="hlink" folHlink="folHlink"/>
  <p:sldLayoutIdLst>
    <p:sldLayoutId id="2147483667" r:id="rId2"/>
  </p:sldLayoutIdLst>
</p:sldMaster>
</file>

<file path=ppt/slideMasters/slideMaster11.xml><?xml version="1.0" encoding="utf-8"?>
<p:sldMaster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7" name="PlaceHolder 1"/>
          <p:cNvSpPr>
            <a:spLocks noGrp="1"/>
          </p:cNvSpPr>
          <p:nvPr>
            <p:ph type="ftr" idx="31"/>
          </p:nvPr>
        </p:nvSpPr>
        <p:spPr>
          <a:xfrm>
            <a:off x="4038480" y="6356520"/>
            <a:ext cx="4113720" cy="363960"/>
          </a:xfrm>
          <a:prstGeom prst="rect">
            <a:avLst/>
          </a:prstGeom>
          <a:noFill/>
          <a:ln w="0">
            <a:noFill/>
          </a:ln>
        </p:spPr>
        <p:txBody>
          <a:bodyPr lIns="90000" rIns="90000" tIns="45000" bIns="45000" anchor="t">
            <a:noAutofit/>
          </a:bodyPr>
          <a:lstStyle>
            <a:lvl1pPr indent="0" algn="ctr">
              <a:lnSpc>
                <a:spcPct val="100000"/>
              </a:lnSpc>
              <a:buNone/>
              <a:tabLst>
                <a:tab algn="l" pos="0"/>
              </a:tabLst>
              <a:defRPr b="0" lang="de-DE" sz="1400" strike="noStrike" u="none">
                <a:solidFill>
                  <a:srgbClr val="000000"/>
                </a:solidFill>
                <a:uFillTx/>
                <a:latin typeface="Times New Roman"/>
              </a:defRPr>
            </a:lvl1pPr>
          </a:lstStyle>
          <a:p>
            <a:pPr indent="0" algn="ctr">
              <a:lnSpc>
                <a:spcPct val="100000"/>
              </a:lnSpc>
              <a:buNone/>
              <a:tabLst>
                <a:tab algn="l" pos="0"/>
              </a:tabLst>
            </a:pPr>
            <a:r>
              <a:rPr b="0" lang="de-DE" sz="1400" strike="noStrike" u="none">
                <a:solidFill>
                  <a:srgbClr val="000000"/>
                </a:solidFill>
                <a:uFillTx/>
                <a:latin typeface="Times New Roman"/>
              </a:rPr>
              <a:t> </a:t>
            </a:r>
            <a:endParaRPr b="0" lang="de-DE" sz="1400" strike="noStrike" u="none">
              <a:solidFill>
                <a:srgbClr val="000000"/>
              </a:solidFill>
              <a:uFillTx/>
              <a:latin typeface="Times New Roman"/>
            </a:endParaRPr>
          </a:p>
        </p:txBody>
      </p:sp>
      <p:sp>
        <p:nvSpPr>
          <p:cNvPr id="48" name="PlaceHolder 2"/>
          <p:cNvSpPr>
            <a:spLocks noGrp="1"/>
          </p:cNvSpPr>
          <p:nvPr>
            <p:ph type="sldNum" idx="32"/>
          </p:nvPr>
        </p:nvSpPr>
        <p:spPr>
          <a:xfrm>
            <a:off x="8610480" y="6356520"/>
            <a:ext cx="2742120" cy="36396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ctr">
            <a:noAutofit/>
          </a:bodyPr>
          <a:lstStyle>
            <a:lvl1pPr indent="0" algn="r" defTabSz="914400">
              <a:lnSpc>
                <a:spcPct val="100000"/>
              </a:lnSpc>
              <a:buNone/>
              <a:tabLst>
                <a:tab algn="l" pos="0"/>
              </a:tabLst>
              <a:defRPr b="0" lang="de-DE" sz="1200" strike="noStrike" u="none">
                <a:solidFill>
                  <a:schemeClr val="dk1">
                    <a:tint val="75000"/>
                  </a:schemeClr>
                </a:solidFill>
                <a:uFillTx/>
                <a:latin typeface="Calibri"/>
              </a:defRPr>
            </a:lvl1pPr>
          </a:lstStyle>
          <a:p>
            <a:pPr indent="0" algn="r" defTabSz="914400">
              <a:lnSpc>
                <a:spcPct val="100000"/>
              </a:lnSpc>
              <a:buNone/>
              <a:tabLst>
                <a:tab algn="l" pos="0"/>
              </a:tabLst>
            </a:pPr>
            <a:fld id="{03EF3421-DE7C-450E-8CD9-660B2B44DAE8}" type="slidenum">
              <a:rPr b="0" lang="de-DE" sz="1200" strike="noStrike" u="none">
                <a:solidFill>
                  <a:schemeClr val="dk1">
                    <a:tint val="75000"/>
                  </a:schemeClr>
                </a:solidFill>
                <a:uFillTx/>
                <a:latin typeface="Calibri"/>
              </a:rPr>
              <a:t>1</a:t>
            </a:fld>
            <a:endParaRPr b="0" lang="de-DE" sz="1200" strike="noStrike" u="none">
              <a:solidFill>
                <a:srgbClr val="000000"/>
              </a:solidFill>
              <a:uFillTx/>
              <a:latin typeface="Times New Roman"/>
            </a:endParaRPr>
          </a:p>
        </p:txBody>
      </p:sp>
      <p:sp>
        <p:nvSpPr>
          <p:cNvPr id="49" name="PlaceHolder 3"/>
          <p:cNvSpPr>
            <a:spLocks noGrp="1"/>
          </p:cNvSpPr>
          <p:nvPr>
            <p:ph type="dt" idx="33"/>
          </p:nvPr>
        </p:nvSpPr>
        <p:spPr>
          <a:xfrm>
            <a:off x="838080" y="6356520"/>
            <a:ext cx="2742120" cy="36396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ctr">
            <a:noAutofit/>
          </a:bodyPr>
          <a:lstStyle>
            <a:lvl1pPr indent="0">
              <a:buNone/>
              <a:defRPr b="0" lang="de-DE" sz="1400" strike="noStrike" u="none">
                <a:solidFill>
                  <a:srgbClr val="000000"/>
                </a:solidFill>
                <a:uFillTx/>
                <a:latin typeface="Times New Roman"/>
              </a:defRPr>
            </a:lvl1pPr>
          </a:lstStyle>
          <a:p>
            <a:pPr indent="0">
              <a:buNone/>
            </a:pPr>
            <a:r>
              <a:rPr b="0" lang="de-DE" sz="1400" strike="noStrike" u="none">
                <a:solidFill>
                  <a:srgbClr val="000000"/>
                </a:solidFill>
                <a:uFillTx/>
                <a:latin typeface="Times New Roman"/>
              </a:rPr>
              <a:t> </a:t>
            </a:r>
            <a:endParaRPr b="0" lang="de-DE" sz="1400" strike="noStrike" u="none">
              <a:solidFill>
                <a:srgbClr val="000000"/>
              </a:solidFill>
              <a:uFillTx/>
              <a:latin typeface="Times New Roman"/>
            </a:endParaRPr>
          </a:p>
        </p:txBody>
      </p:sp>
    </p:spTree>
  </p:cSld>
  <p:clrMap bg1="lt1" tx1="dk1" bg2="lt2" tx2="dk2" accent1="accent1" accent2="accent2" accent3="accent3" accent4="accent4" accent5="accent5" accent6="accent6" hlink="hlink" folHlink="folHlink"/>
  <p:sldLayoutIdLst>
    <p:sldLayoutId id="2147483669" r:id="rId2"/>
  </p:sldLayoutIdLst>
</p:sldMaster>
</file>

<file path=ppt/slideMasters/slideMaster12.xml><?xml version="1.0" encoding="utf-8"?>
<p:sldMaster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0" name="PlaceHolder 1"/>
          <p:cNvSpPr>
            <a:spLocks noGrp="1"/>
          </p:cNvSpPr>
          <p:nvPr>
            <p:ph type="title"/>
          </p:nvPr>
        </p:nvSpPr>
        <p:spPr>
          <a:xfrm>
            <a:off x="838080" y="365040"/>
            <a:ext cx="10514520" cy="13244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ctr">
            <a:noAutofit/>
          </a:bodyPr>
          <a:p>
            <a:pPr indent="0">
              <a:buNone/>
            </a:pPr>
            <a:r>
              <a:rPr b="0" lang="de-DE" sz="1800" strike="noStrike" u="none">
                <a:solidFill>
                  <a:srgbClr val="000000"/>
                </a:solidFill>
                <a:uFillTx/>
                <a:latin typeface="Arial"/>
              </a:rPr>
              <a:t>Format des Titeltextes durch Klicken bearbeiten</a:t>
            </a:r>
            <a:endParaRPr b="0" lang="de-DE" sz="1800" strike="noStrike" u="none">
              <a:solidFill>
                <a:srgbClr val="000000"/>
              </a:solidFill>
              <a:uFillTx/>
              <a:latin typeface="Arial"/>
            </a:endParaRPr>
          </a:p>
        </p:txBody>
      </p:sp>
      <p:sp>
        <p:nvSpPr>
          <p:cNvPr id="51" name="PlaceHolder 2"/>
          <p:cNvSpPr>
            <a:spLocks noGrp="1"/>
          </p:cNvSpPr>
          <p:nvPr>
            <p:ph type="ftr" idx="34"/>
          </p:nvPr>
        </p:nvSpPr>
        <p:spPr>
          <a:xfrm>
            <a:off x="4038480" y="6356520"/>
            <a:ext cx="4113720" cy="36396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ctr">
            <a:noAutofit/>
          </a:bodyPr>
          <a:lstStyle>
            <a:lvl1pPr indent="0" algn="ctr">
              <a:lnSpc>
                <a:spcPct val="100000"/>
              </a:lnSpc>
              <a:buNone/>
              <a:tabLst>
                <a:tab algn="l" pos="0"/>
              </a:tabLst>
              <a:defRPr b="0" lang="de-DE" sz="1400" strike="noStrike" u="none">
                <a:solidFill>
                  <a:srgbClr val="000000"/>
                </a:solidFill>
                <a:uFillTx/>
                <a:latin typeface="Times New Roman"/>
              </a:defRPr>
            </a:lvl1pPr>
          </a:lstStyle>
          <a:p>
            <a:pPr indent="0" algn="ctr">
              <a:lnSpc>
                <a:spcPct val="100000"/>
              </a:lnSpc>
              <a:buNone/>
              <a:tabLst>
                <a:tab algn="l" pos="0"/>
              </a:tabLst>
            </a:pPr>
            <a:r>
              <a:rPr b="0" lang="de-DE" sz="1400" strike="noStrike" u="none">
                <a:solidFill>
                  <a:srgbClr val="000000"/>
                </a:solidFill>
                <a:uFillTx/>
                <a:latin typeface="Times New Roman"/>
              </a:rPr>
              <a:t> </a:t>
            </a:r>
            <a:endParaRPr b="0" lang="de-DE" sz="1400" strike="noStrike" u="none">
              <a:solidFill>
                <a:srgbClr val="000000"/>
              </a:solidFill>
              <a:uFillTx/>
              <a:latin typeface="Times New Roman"/>
            </a:endParaRPr>
          </a:p>
        </p:txBody>
      </p:sp>
      <p:sp>
        <p:nvSpPr>
          <p:cNvPr id="52" name="PlaceHolder 3"/>
          <p:cNvSpPr>
            <a:spLocks noGrp="1"/>
          </p:cNvSpPr>
          <p:nvPr>
            <p:ph type="sldNum" idx="35"/>
          </p:nvPr>
        </p:nvSpPr>
        <p:spPr>
          <a:xfrm>
            <a:off x="8610480" y="6356520"/>
            <a:ext cx="2742120" cy="36396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ctr">
            <a:noAutofit/>
          </a:bodyPr>
          <a:lstStyle>
            <a:lvl1pPr indent="0" algn="r" defTabSz="914400">
              <a:lnSpc>
                <a:spcPct val="100000"/>
              </a:lnSpc>
              <a:buNone/>
              <a:tabLst>
                <a:tab algn="l" pos="0"/>
              </a:tabLst>
              <a:defRPr b="0" lang="de-DE" sz="1200" strike="noStrike" u="none">
                <a:solidFill>
                  <a:schemeClr val="dk1">
                    <a:tint val="75000"/>
                  </a:schemeClr>
                </a:solidFill>
                <a:uFillTx/>
                <a:latin typeface="Calibri"/>
              </a:defRPr>
            </a:lvl1pPr>
          </a:lstStyle>
          <a:p>
            <a:pPr indent="0" algn="r" defTabSz="914400">
              <a:lnSpc>
                <a:spcPct val="100000"/>
              </a:lnSpc>
              <a:buNone/>
              <a:tabLst>
                <a:tab algn="l" pos="0"/>
              </a:tabLst>
            </a:pPr>
            <a:fld id="{7AC4B4E2-18D2-4929-A0C6-84D73B5F66B1}" type="slidenum">
              <a:rPr b="0" lang="de-DE" sz="1200" strike="noStrike" u="none">
                <a:solidFill>
                  <a:schemeClr val="dk1">
                    <a:tint val="75000"/>
                  </a:schemeClr>
                </a:solidFill>
                <a:uFillTx/>
                <a:latin typeface="Calibri"/>
              </a:rPr>
              <a:t>1</a:t>
            </a:fld>
            <a:endParaRPr b="0" lang="de-DE" sz="1200" strike="noStrike" u="none">
              <a:solidFill>
                <a:srgbClr val="000000"/>
              </a:solidFill>
              <a:uFillTx/>
              <a:latin typeface="Times New Roman"/>
            </a:endParaRPr>
          </a:p>
        </p:txBody>
      </p:sp>
      <p:sp>
        <p:nvSpPr>
          <p:cNvPr id="53" name="PlaceHolder 4"/>
          <p:cNvSpPr>
            <a:spLocks noGrp="1"/>
          </p:cNvSpPr>
          <p:nvPr>
            <p:ph type="dt" idx="36"/>
          </p:nvPr>
        </p:nvSpPr>
        <p:spPr>
          <a:xfrm>
            <a:off x="838080" y="6356520"/>
            <a:ext cx="2742120" cy="36396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ctr">
            <a:noAutofit/>
          </a:bodyPr>
          <a:lstStyle>
            <a:lvl1pPr indent="0">
              <a:buNone/>
              <a:defRPr b="0" lang="de-DE" sz="1400" strike="noStrike" u="none">
                <a:solidFill>
                  <a:srgbClr val="000000"/>
                </a:solidFill>
                <a:uFillTx/>
                <a:latin typeface="Times New Roman"/>
              </a:defRPr>
            </a:lvl1pPr>
          </a:lstStyle>
          <a:p>
            <a:pPr indent="0">
              <a:buNone/>
            </a:pPr>
            <a:r>
              <a:rPr b="0" lang="de-DE" sz="1400" strike="noStrike" u="none">
                <a:solidFill>
                  <a:srgbClr val="000000"/>
                </a:solidFill>
                <a:uFillTx/>
                <a:latin typeface="Times New Roman"/>
              </a:rPr>
              <a:t> </a:t>
            </a:r>
            <a:endParaRPr b="0" lang="de-DE" sz="1400" strike="noStrike" u="none">
              <a:solidFill>
                <a:srgbClr val="000000"/>
              </a:solidFill>
              <a:uFillTx/>
              <a:latin typeface="Times New Roman"/>
            </a:endParaRPr>
          </a:p>
        </p:txBody>
      </p:sp>
      <p:sp>
        <p:nvSpPr>
          <p:cNvPr id="54" name="PlaceHolder 5"/>
          <p:cNvSpPr>
            <a:spLocks noGrp="1"/>
          </p:cNvSpPr>
          <p:nvPr>
            <p:ph type="body"/>
          </p:nvPr>
        </p:nvSpPr>
        <p:spPr>
          <a:xfrm>
            <a:off x="609480" y="1604520"/>
            <a:ext cx="10972440" cy="397728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marL="432000" indent="-324000">
              <a:spcBef>
                <a:spcPts val="1417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de-DE" sz="3200" strike="noStrike" u="none">
                <a:solidFill>
                  <a:srgbClr val="000000"/>
                </a:solidFill>
                <a:uFillTx/>
                <a:latin typeface="Arial"/>
              </a:rPr>
              <a:t>Format des Gliederungstextes durch Klicken bearbeiten</a:t>
            </a:r>
            <a:endParaRPr b="0" lang="de-DE" sz="3200" strike="noStrike" u="none">
              <a:solidFill>
                <a:srgbClr val="000000"/>
              </a:solidFill>
              <a:uFillTx/>
              <a:latin typeface="Arial"/>
            </a:endParaRPr>
          </a:p>
          <a:p>
            <a:pPr lvl="1" marL="864000" indent="-324000">
              <a:spcBef>
                <a:spcPts val="1134"/>
              </a:spcBef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b="0" lang="de-DE" sz="2800" strike="noStrike" u="none">
                <a:solidFill>
                  <a:srgbClr val="000000"/>
                </a:solidFill>
                <a:uFillTx/>
                <a:latin typeface="Arial"/>
              </a:rPr>
              <a:t>Zweite Gliederungsebene</a:t>
            </a:r>
            <a:endParaRPr b="0" lang="de-DE" sz="2800" strike="noStrike" u="none">
              <a:solidFill>
                <a:srgbClr val="000000"/>
              </a:solidFill>
              <a:uFillTx/>
              <a:latin typeface="Arial"/>
            </a:endParaRPr>
          </a:p>
          <a:p>
            <a:pPr lvl="2" marL="1296000" indent="-288000">
              <a:spcBef>
                <a:spcPts val="850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de-DE" sz="2400" strike="noStrike" u="none">
                <a:solidFill>
                  <a:srgbClr val="000000"/>
                </a:solidFill>
                <a:uFillTx/>
                <a:latin typeface="Arial"/>
              </a:rPr>
              <a:t>Dritte Gliederungsebene</a:t>
            </a:r>
            <a:endParaRPr b="0" lang="de-DE" sz="2400" strike="noStrike" u="none">
              <a:solidFill>
                <a:srgbClr val="000000"/>
              </a:solidFill>
              <a:uFillTx/>
              <a:latin typeface="Arial"/>
            </a:endParaRPr>
          </a:p>
          <a:p>
            <a:pPr lvl="3" marL="1728000" indent="-216000">
              <a:spcBef>
                <a:spcPts val="567"/>
              </a:spcBef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b="0" lang="de-DE" sz="2000" strike="noStrike" u="none">
                <a:solidFill>
                  <a:srgbClr val="000000"/>
                </a:solidFill>
                <a:uFillTx/>
                <a:latin typeface="Arial"/>
              </a:rPr>
              <a:t>Vierte Gliederungsebene</a:t>
            </a:r>
            <a:endParaRPr b="0" lang="de-DE" sz="2000" strike="noStrike" u="none">
              <a:solidFill>
                <a:srgbClr val="000000"/>
              </a:solidFill>
              <a:uFillTx/>
              <a:latin typeface="Arial"/>
            </a:endParaRPr>
          </a:p>
          <a:p>
            <a:pPr lvl="4" marL="2160000" indent="-216000"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de-DE" sz="2000" strike="noStrike" u="none">
                <a:solidFill>
                  <a:srgbClr val="000000"/>
                </a:solidFill>
                <a:uFillTx/>
                <a:latin typeface="Arial"/>
              </a:rPr>
              <a:t>Fünfte Gliederungsebene</a:t>
            </a:r>
            <a:endParaRPr b="0" lang="de-DE" sz="2000" strike="noStrike" u="none">
              <a:solidFill>
                <a:srgbClr val="000000"/>
              </a:solidFill>
              <a:uFillTx/>
              <a:latin typeface="Arial"/>
            </a:endParaRPr>
          </a:p>
          <a:p>
            <a:pPr lvl="5" marL="2592000" indent="-216000"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de-DE" sz="2000" strike="noStrike" u="none">
                <a:solidFill>
                  <a:srgbClr val="000000"/>
                </a:solidFill>
                <a:uFillTx/>
                <a:latin typeface="Arial"/>
              </a:rPr>
              <a:t>Sechste Gliederungsebene</a:t>
            </a:r>
            <a:endParaRPr b="0" lang="de-DE" sz="2000" strike="noStrike" u="none">
              <a:solidFill>
                <a:srgbClr val="000000"/>
              </a:solidFill>
              <a:uFillTx/>
              <a:latin typeface="Arial"/>
            </a:endParaRPr>
          </a:p>
          <a:p>
            <a:pPr lvl="6" marL="3024000" indent="-216000"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de-DE" sz="2000" strike="noStrike" u="none">
                <a:solidFill>
                  <a:srgbClr val="000000"/>
                </a:solidFill>
                <a:uFillTx/>
                <a:latin typeface="Arial"/>
              </a:rPr>
              <a:t>Siebte Gliederungsebene</a:t>
            </a:r>
            <a:endParaRPr b="0" lang="de-DE" sz="2000" strike="noStrike" u="none">
              <a:solidFill>
                <a:srgbClr val="000000"/>
              </a:solidFill>
              <a:uFillTx/>
              <a:latin typeface="Arial"/>
            </a:endParaRPr>
          </a:p>
        </p:txBody>
      </p:sp>
    </p:spTree>
  </p:cSld>
  <p:clrMap bg1="lt1" tx1="dk1" bg2="lt2" tx2="dk2" accent1="accent1" accent2="accent2" accent3="accent3" accent4="accent4" accent5="accent5" accent6="accent6" hlink="hlink" folHlink="folHlink"/>
  <p:sldLayoutIdLst>
    <p:sldLayoutId id="2147483671" r:id="rId2"/>
  </p:sldLayoutIdLst>
</p:sldMaster>
</file>

<file path=ppt/slideMasters/slideMaster13.xml><?xml version="1.0" encoding="utf-8"?>
<p:sldMaster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7" name="PlaceHolder 1"/>
          <p:cNvSpPr>
            <a:spLocks noGrp="1"/>
          </p:cNvSpPr>
          <p:nvPr>
            <p:ph type="ftr" idx="37"/>
          </p:nvPr>
        </p:nvSpPr>
        <p:spPr>
          <a:xfrm>
            <a:off x="4038480" y="6356520"/>
            <a:ext cx="4113720" cy="36396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ctr">
            <a:noAutofit/>
          </a:bodyPr>
          <a:lstStyle>
            <a:lvl1pPr indent="0" algn="ctr">
              <a:lnSpc>
                <a:spcPct val="100000"/>
              </a:lnSpc>
              <a:buNone/>
              <a:tabLst>
                <a:tab algn="l" pos="0"/>
              </a:tabLst>
              <a:defRPr b="0" lang="de-DE" sz="1400" strike="noStrike" u="none">
                <a:solidFill>
                  <a:srgbClr val="000000"/>
                </a:solidFill>
                <a:uFillTx/>
                <a:latin typeface="Times New Roman"/>
              </a:defRPr>
            </a:lvl1pPr>
          </a:lstStyle>
          <a:p>
            <a:pPr indent="0" algn="ctr">
              <a:lnSpc>
                <a:spcPct val="100000"/>
              </a:lnSpc>
              <a:buNone/>
              <a:tabLst>
                <a:tab algn="l" pos="0"/>
              </a:tabLst>
            </a:pPr>
            <a:r>
              <a:rPr b="0" lang="de-DE" sz="1400" strike="noStrike" u="none">
                <a:solidFill>
                  <a:srgbClr val="000000"/>
                </a:solidFill>
                <a:uFillTx/>
                <a:latin typeface="Times New Roman"/>
              </a:rPr>
              <a:t> </a:t>
            </a:r>
            <a:endParaRPr b="0" lang="de-DE" sz="1400" strike="noStrike" u="none">
              <a:solidFill>
                <a:srgbClr val="000000"/>
              </a:solidFill>
              <a:uFillTx/>
              <a:latin typeface="Times New Roman"/>
            </a:endParaRPr>
          </a:p>
        </p:txBody>
      </p:sp>
      <p:sp>
        <p:nvSpPr>
          <p:cNvPr id="58" name="PlaceHolder 2"/>
          <p:cNvSpPr>
            <a:spLocks noGrp="1"/>
          </p:cNvSpPr>
          <p:nvPr>
            <p:ph type="sldNum" idx="38"/>
          </p:nvPr>
        </p:nvSpPr>
        <p:spPr>
          <a:xfrm>
            <a:off x="8610480" y="6356520"/>
            <a:ext cx="2742120" cy="36396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ctr">
            <a:noAutofit/>
          </a:bodyPr>
          <a:lstStyle>
            <a:lvl1pPr indent="0" algn="r" defTabSz="914400">
              <a:lnSpc>
                <a:spcPct val="100000"/>
              </a:lnSpc>
              <a:buNone/>
              <a:tabLst>
                <a:tab algn="l" pos="0"/>
              </a:tabLst>
              <a:defRPr b="0" lang="de-DE" sz="1200" strike="noStrike" u="none">
                <a:solidFill>
                  <a:schemeClr val="dk1">
                    <a:tint val="75000"/>
                  </a:schemeClr>
                </a:solidFill>
                <a:uFillTx/>
                <a:latin typeface="Calibri"/>
              </a:defRPr>
            </a:lvl1pPr>
          </a:lstStyle>
          <a:p>
            <a:pPr indent="0" algn="r" defTabSz="914400">
              <a:lnSpc>
                <a:spcPct val="100000"/>
              </a:lnSpc>
              <a:buNone/>
              <a:tabLst>
                <a:tab algn="l" pos="0"/>
              </a:tabLst>
            </a:pPr>
            <a:fld id="{CCF940C7-6F6A-45F3-81B1-DFE0E1AC7DF9}" type="slidenum">
              <a:rPr b="0" lang="de-DE" sz="1200" strike="noStrike" u="none">
                <a:solidFill>
                  <a:schemeClr val="dk1">
                    <a:tint val="75000"/>
                  </a:schemeClr>
                </a:solidFill>
                <a:uFillTx/>
                <a:latin typeface="Calibri"/>
              </a:rPr>
              <a:t>1</a:t>
            </a:fld>
            <a:endParaRPr b="0" lang="de-DE" sz="1200" strike="noStrike" u="none">
              <a:solidFill>
                <a:srgbClr val="000000"/>
              </a:solidFill>
              <a:uFillTx/>
              <a:latin typeface="Times New Roman"/>
            </a:endParaRPr>
          </a:p>
        </p:txBody>
      </p:sp>
      <p:sp>
        <p:nvSpPr>
          <p:cNvPr id="59" name="PlaceHolder 3"/>
          <p:cNvSpPr>
            <a:spLocks noGrp="1"/>
          </p:cNvSpPr>
          <p:nvPr>
            <p:ph type="dt" idx="39"/>
          </p:nvPr>
        </p:nvSpPr>
        <p:spPr>
          <a:xfrm>
            <a:off x="838080" y="6356520"/>
            <a:ext cx="2742120" cy="36396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ctr">
            <a:noAutofit/>
          </a:bodyPr>
          <a:lstStyle>
            <a:lvl1pPr indent="0">
              <a:buNone/>
              <a:defRPr b="0" lang="de-DE" sz="1400" strike="noStrike" u="none">
                <a:solidFill>
                  <a:srgbClr val="000000"/>
                </a:solidFill>
                <a:uFillTx/>
                <a:latin typeface="Times New Roman"/>
              </a:defRPr>
            </a:lvl1pPr>
          </a:lstStyle>
          <a:p>
            <a:pPr indent="0">
              <a:buNone/>
            </a:pPr>
            <a:r>
              <a:rPr b="0" lang="de-DE" sz="1400" strike="noStrike" u="none">
                <a:solidFill>
                  <a:srgbClr val="000000"/>
                </a:solidFill>
                <a:uFillTx/>
                <a:latin typeface="Times New Roman"/>
              </a:rPr>
              <a:t> </a:t>
            </a:r>
            <a:endParaRPr b="0" lang="de-DE" sz="1400" strike="noStrike" u="none">
              <a:solidFill>
                <a:srgbClr val="000000"/>
              </a:solidFill>
              <a:uFillTx/>
              <a:latin typeface="Times New Roman"/>
            </a:endParaRPr>
          </a:p>
        </p:txBody>
      </p:sp>
    </p:spTree>
  </p:cSld>
  <p:clrMap bg1="lt1" tx1="dk1" bg2="lt2" tx2="dk2" accent1="accent1" accent2="accent2" accent3="accent3" accent4="accent4" accent5="accent5" accent6="accent6" hlink="hlink" folHlink="folHlink"/>
  <p:sldLayoutIdLst>
    <p:sldLayoutId id="2147483673" r:id="rId2"/>
  </p:sldLayoutIdLst>
</p:sldMaster>
</file>

<file path=ppt/slideMasters/slideMaster14.xml><?xml version="1.0" encoding="utf-8"?>
<p:sldMaster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0" name="PlaceHolder 1"/>
          <p:cNvSpPr>
            <a:spLocks noGrp="1"/>
          </p:cNvSpPr>
          <p:nvPr>
            <p:ph type="ftr" idx="40"/>
          </p:nvPr>
        </p:nvSpPr>
        <p:spPr>
          <a:xfrm>
            <a:off x="4038480" y="6356520"/>
            <a:ext cx="4113720" cy="36396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ctr">
            <a:noAutofit/>
          </a:bodyPr>
          <a:lstStyle>
            <a:lvl1pPr indent="0" algn="ctr">
              <a:lnSpc>
                <a:spcPct val="100000"/>
              </a:lnSpc>
              <a:buNone/>
              <a:tabLst>
                <a:tab algn="l" pos="0"/>
              </a:tabLst>
              <a:defRPr b="0" lang="de-DE" sz="1400" strike="noStrike" u="none">
                <a:solidFill>
                  <a:srgbClr val="000000"/>
                </a:solidFill>
                <a:uFillTx/>
                <a:latin typeface="Times New Roman"/>
              </a:defRPr>
            </a:lvl1pPr>
          </a:lstStyle>
          <a:p>
            <a:pPr indent="0" algn="ctr">
              <a:lnSpc>
                <a:spcPct val="100000"/>
              </a:lnSpc>
              <a:buNone/>
              <a:tabLst>
                <a:tab algn="l" pos="0"/>
              </a:tabLst>
            </a:pPr>
            <a:r>
              <a:rPr b="0" lang="de-DE" sz="1400" strike="noStrike" u="none">
                <a:solidFill>
                  <a:srgbClr val="000000"/>
                </a:solidFill>
                <a:uFillTx/>
                <a:latin typeface="Times New Roman"/>
              </a:rPr>
              <a:t> </a:t>
            </a:r>
            <a:endParaRPr b="0" lang="de-DE" sz="1400" strike="noStrike" u="none">
              <a:solidFill>
                <a:srgbClr val="000000"/>
              </a:solidFill>
              <a:uFillTx/>
              <a:latin typeface="Times New Roman"/>
            </a:endParaRPr>
          </a:p>
        </p:txBody>
      </p:sp>
      <p:sp>
        <p:nvSpPr>
          <p:cNvPr id="61" name="PlaceHolder 2"/>
          <p:cNvSpPr>
            <a:spLocks noGrp="1"/>
          </p:cNvSpPr>
          <p:nvPr>
            <p:ph type="sldNum" idx="41"/>
          </p:nvPr>
        </p:nvSpPr>
        <p:spPr>
          <a:xfrm>
            <a:off x="8610480" y="6356520"/>
            <a:ext cx="2742120" cy="36396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ctr">
            <a:noAutofit/>
          </a:bodyPr>
          <a:lstStyle>
            <a:lvl1pPr indent="0" algn="r" defTabSz="914400">
              <a:lnSpc>
                <a:spcPct val="100000"/>
              </a:lnSpc>
              <a:buNone/>
              <a:tabLst>
                <a:tab algn="l" pos="0"/>
              </a:tabLst>
              <a:defRPr b="0" lang="de-DE" sz="1200" strike="noStrike" u="none">
                <a:solidFill>
                  <a:schemeClr val="dk1">
                    <a:tint val="75000"/>
                  </a:schemeClr>
                </a:solidFill>
                <a:uFillTx/>
                <a:latin typeface="Calibri"/>
              </a:defRPr>
            </a:lvl1pPr>
          </a:lstStyle>
          <a:p>
            <a:pPr indent="0" algn="r" defTabSz="914400">
              <a:lnSpc>
                <a:spcPct val="100000"/>
              </a:lnSpc>
              <a:buNone/>
              <a:tabLst>
                <a:tab algn="l" pos="0"/>
              </a:tabLst>
            </a:pPr>
            <a:fld id="{20918A2E-BDCC-4D5B-A1C4-C33F9CB2D417}" type="slidenum">
              <a:rPr b="0" lang="de-DE" sz="1200" strike="noStrike" u="none">
                <a:solidFill>
                  <a:schemeClr val="dk1">
                    <a:tint val="75000"/>
                  </a:schemeClr>
                </a:solidFill>
                <a:uFillTx/>
                <a:latin typeface="Calibri"/>
              </a:rPr>
              <a:t>1</a:t>
            </a:fld>
            <a:endParaRPr b="0" lang="de-DE" sz="1200" strike="noStrike" u="none">
              <a:solidFill>
                <a:srgbClr val="000000"/>
              </a:solidFill>
              <a:uFillTx/>
              <a:latin typeface="Times New Roman"/>
            </a:endParaRPr>
          </a:p>
        </p:txBody>
      </p:sp>
      <p:sp>
        <p:nvSpPr>
          <p:cNvPr id="62" name="PlaceHolder 3"/>
          <p:cNvSpPr>
            <a:spLocks noGrp="1"/>
          </p:cNvSpPr>
          <p:nvPr>
            <p:ph type="dt" idx="42"/>
          </p:nvPr>
        </p:nvSpPr>
        <p:spPr>
          <a:xfrm>
            <a:off x="838080" y="6356520"/>
            <a:ext cx="2742120" cy="36396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ctr">
            <a:noAutofit/>
          </a:bodyPr>
          <a:lstStyle>
            <a:lvl1pPr indent="0">
              <a:buNone/>
              <a:defRPr b="0" lang="de-DE" sz="1400" strike="noStrike" u="none">
                <a:solidFill>
                  <a:srgbClr val="000000"/>
                </a:solidFill>
                <a:uFillTx/>
                <a:latin typeface="Times New Roman"/>
              </a:defRPr>
            </a:lvl1pPr>
          </a:lstStyle>
          <a:p>
            <a:pPr indent="0">
              <a:buNone/>
            </a:pPr>
            <a:r>
              <a:rPr b="0" lang="de-DE" sz="1400" strike="noStrike" u="none">
                <a:solidFill>
                  <a:srgbClr val="000000"/>
                </a:solidFill>
                <a:uFillTx/>
                <a:latin typeface="Times New Roman"/>
              </a:rPr>
              <a:t> </a:t>
            </a:r>
            <a:endParaRPr b="0" lang="de-DE" sz="1400" strike="noStrike" u="none">
              <a:solidFill>
                <a:srgbClr val="000000"/>
              </a:solidFill>
              <a:uFillTx/>
              <a:latin typeface="Times New Roman"/>
            </a:endParaRPr>
          </a:p>
        </p:txBody>
      </p:sp>
    </p:spTree>
  </p:cSld>
  <p:clrMap bg1="lt1" tx1="dk1" bg2="lt2" tx2="dk2" accent1="accent1" accent2="accent2" accent3="accent3" accent4="accent4" accent5="accent5" accent6="accent6" hlink="hlink" folHlink="folHlink"/>
  <p:sldLayoutIdLst>
    <p:sldLayoutId id="2147483675" r:id="rId2"/>
  </p:sldLayoutIdLst>
</p:sldMaster>
</file>

<file path=ppt/slideMasters/slideMaster15.xml><?xml version="1.0" encoding="utf-8"?>
<p:sldMaster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3" name="PlaceHolder 1"/>
          <p:cNvSpPr>
            <a:spLocks noGrp="1"/>
          </p:cNvSpPr>
          <p:nvPr>
            <p:ph type="title"/>
          </p:nvPr>
        </p:nvSpPr>
        <p:spPr>
          <a:xfrm>
            <a:off x="609480" y="273600"/>
            <a:ext cx="10972440" cy="114480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ctr">
            <a:noAutofit/>
          </a:bodyPr>
          <a:p>
            <a:pPr indent="0" algn="ctr">
              <a:buNone/>
            </a:pPr>
            <a:r>
              <a:rPr b="0" lang="de-DE" sz="4400" strike="noStrike" u="none">
                <a:solidFill>
                  <a:srgbClr val="000000"/>
                </a:solidFill>
                <a:uFillTx/>
                <a:latin typeface="Arial"/>
              </a:rPr>
              <a:t>Format des Titeltextes durch Klicken bearbeiten</a:t>
            </a:r>
            <a:endParaRPr b="0" lang="de-DE" sz="4400" strike="noStrike" u="none">
              <a:solidFill>
                <a:srgbClr val="000000"/>
              </a:solidFill>
              <a:uFillTx/>
              <a:latin typeface="Arial"/>
            </a:endParaRPr>
          </a:p>
        </p:txBody>
      </p:sp>
      <p:sp>
        <p:nvSpPr>
          <p:cNvPr id="64" name="PlaceHolder 2"/>
          <p:cNvSpPr>
            <a:spLocks noGrp="1"/>
          </p:cNvSpPr>
          <p:nvPr>
            <p:ph type="body"/>
          </p:nvPr>
        </p:nvSpPr>
        <p:spPr>
          <a:xfrm>
            <a:off x="609480" y="1604520"/>
            <a:ext cx="10972440" cy="397728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marL="432000" indent="-324000">
              <a:spcBef>
                <a:spcPts val="1417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de-DE" sz="3200" strike="noStrike" u="none">
                <a:solidFill>
                  <a:srgbClr val="000000"/>
                </a:solidFill>
                <a:uFillTx/>
                <a:latin typeface="Arial"/>
              </a:rPr>
              <a:t>Format des Gliederungstextes durch Klicken bearbeiten</a:t>
            </a:r>
            <a:endParaRPr b="0" lang="de-DE" sz="3200" strike="noStrike" u="none">
              <a:solidFill>
                <a:srgbClr val="000000"/>
              </a:solidFill>
              <a:uFillTx/>
              <a:latin typeface="Arial"/>
            </a:endParaRPr>
          </a:p>
          <a:p>
            <a:pPr lvl="1" marL="864000" indent="-324000">
              <a:spcBef>
                <a:spcPts val="1134"/>
              </a:spcBef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b="0" lang="de-DE" sz="2800" strike="noStrike" u="none">
                <a:solidFill>
                  <a:srgbClr val="000000"/>
                </a:solidFill>
                <a:uFillTx/>
                <a:latin typeface="Arial"/>
              </a:rPr>
              <a:t>Zweite Gliederungsebene</a:t>
            </a:r>
            <a:endParaRPr b="0" lang="de-DE" sz="2800" strike="noStrike" u="none">
              <a:solidFill>
                <a:srgbClr val="000000"/>
              </a:solidFill>
              <a:uFillTx/>
              <a:latin typeface="Arial"/>
            </a:endParaRPr>
          </a:p>
          <a:p>
            <a:pPr lvl="2" marL="1296000" indent="-288000">
              <a:spcBef>
                <a:spcPts val="850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de-DE" sz="2400" strike="noStrike" u="none">
                <a:solidFill>
                  <a:srgbClr val="000000"/>
                </a:solidFill>
                <a:uFillTx/>
                <a:latin typeface="Arial"/>
              </a:rPr>
              <a:t>Dritte Gliederungsebene</a:t>
            </a:r>
            <a:endParaRPr b="0" lang="de-DE" sz="2400" strike="noStrike" u="none">
              <a:solidFill>
                <a:srgbClr val="000000"/>
              </a:solidFill>
              <a:uFillTx/>
              <a:latin typeface="Arial"/>
            </a:endParaRPr>
          </a:p>
          <a:p>
            <a:pPr lvl="3" marL="1728000" indent="-216000">
              <a:spcBef>
                <a:spcPts val="567"/>
              </a:spcBef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b="0" lang="de-DE" sz="2000" strike="noStrike" u="none">
                <a:solidFill>
                  <a:srgbClr val="000000"/>
                </a:solidFill>
                <a:uFillTx/>
                <a:latin typeface="Arial"/>
              </a:rPr>
              <a:t>Vierte Gliederungsebene</a:t>
            </a:r>
            <a:endParaRPr b="0" lang="de-DE" sz="2000" strike="noStrike" u="none">
              <a:solidFill>
                <a:srgbClr val="000000"/>
              </a:solidFill>
              <a:uFillTx/>
              <a:latin typeface="Arial"/>
            </a:endParaRPr>
          </a:p>
          <a:p>
            <a:pPr lvl="4" marL="2160000" indent="-216000"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de-DE" sz="2000" strike="noStrike" u="none">
                <a:solidFill>
                  <a:srgbClr val="000000"/>
                </a:solidFill>
                <a:uFillTx/>
                <a:latin typeface="Arial"/>
              </a:rPr>
              <a:t>Fünfte Gliederungsebene</a:t>
            </a:r>
            <a:endParaRPr b="0" lang="de-DE" sz="2000" strike="noStrike" u="none">
              <a:solidFill>
                <a:srgbClr val="000000"/>
              </a:solidFill>
              <a:uFillTx/>
              <a:latin typeface="Arial"/>
            </a:endParaRPr>
          </a:p>
          <a:p>
            <a:pPr lvl="5" marL="2592000" indent="-216000"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de-DE" sz="2000" strike="noStrike" u="none">
                <a:solidFill>
                  <a:srgbClr val="000000"/>
                </a:solidFill>
                <a:uFillTx/>
                <a:latin typeface="Arial"/>
              </a:rPr>
              <a:t>Sechste Gliederungsebene</a:t>
            </a:r>
            <a:endParaRPr b="0" lang="de-DE" sz="2000" strike="noStrike" u="none">
              <a:solidFill>
                <a:srgbClr val="000000"/>
              </a:solidFill>
              <a:uFillTx/>
              <a:latin typeface="Arial"/>
            </a:endParaRPr>
          </a:p>
          <a:p>
            <a:pPr lvl="6" marL="3024000" indent="-216000"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de-DE" sz="2000" strike="noStrike" u="none">
                <a:solidFill>
                  <a:srgbClr val="000000"/>
                </a:solidFill>
                <a:uFillTx/>
                <a:latin typeface="Arial"/>
              </a:rPr>
              <a:t>Siebte Gliederungsebene</a:t>
            </a:r>
            <a:endParaRPr b="0" lang="de-DE" sz="2000" strike="noStrike" u="none">
              <a:solidFill>
                <a:srgbClr val="000000"/>
              </a:solidFill>
              <a:uFillTx/>
              <a:latin typeface="Arial"/>
            </a:endParaRPr>
          </a:p>
        </p:txBody>
      </p:sp>
    </p:spTree>
  </p:cSld>
  <p:clrMap bg1="lt1" tx1="dk1" bg2="lt2" tx2="dk2" accent1="accent1" accent2="accent2" accent3="accent3" accent4="accent4" accent5="accent5" accent6="accent6" hlink="hlink" folHlink="folHlink"/>
  <p:sldLayoutIdLst>
    <p:sldLayoutId id="2147483677" r:id="rId2"/>
  </p:sldLayoutIdLst>
</p:sldMaster>
</file>

<file path=ppt/slideMasters/slideMaster16.xml><?xml version="1.0" encoding="utf-8"?>
<p:sldMaster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65" name="Bild 12" descr=""/>
          <p:cNvPicPr/>
          <p:nvPr/>
        </p:nvPicPr>
        <p:blipFill>
          <a:blip r:embed="rId2"/>
          <a:stretch/>
        </p:blipFill>
        <p:spPr>
          <a:xfrm>
            <a:off x="7247520" y="333360"/>
            <a:ext cx="4376160" cy="842040"/>
          </a:xfrm>
          <a:prstGeom prst="rect">
            <a:avLst/>
          </a:prstGeom>
          <a:noFill/>
          <a:ln w="0">
            <a:noFill/>
          </a:ln>
        </p:spPr>
      </p:pic>
    </p:spTree>
  </p:cSld>
  <p:clrMap bg1="lt1" tx1="dk1" bg2="lt2" tx2="dk2" accent1="accent1" accent2="accent2" accent3="accent3" accent4="accent4" accent5="accent5" accent6="accent6" hlink="hlink" folHlink="folHlink"/>
  <p:sldLayoutIdLst>
    <p:sldLayoutId id="2147483679" r:id="rId3"/>
  </p:sldLayoutIdLst>
</p:sldMaster>
</file>

<file path=ppt/slideMasters/slideMaster17.xml><?xml version="1.0" encoding="utf-8"?>
<p:sldMaster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81" r:id="rId2"/>
  </p:sldLayoutIdLst>
</p:sldMaster>
</file>

<file path=ppt/slideMasters/slideMaster18.xml><?xml version="1.0" encoding="utf-8"?>
<p:sldMaster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6" name="PlaceHolder 1"/>
          <p:cNvSpPr>
            <a:spLocks noGrp="1"/>
          </p:cNvSpPr>
          <p:nvPr>
            <p:ph type="title"/>
          </p:nvPr>
        </p:nvSpPr>
        <p:spPr>
          <a:xfrm>
            <a:off x="838080" y="365040"/>
            <a:ext cx="10514520" cy="13244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ctr">
            <a:noAutofit/>
          </a:bodyPr>
          <a:p>
            <a:pPr indent="0">
              <a:buNone/>
            </a:pPr>
            <a:r>
              <a:rPr b="0" lang="de-DE" sz="1800" strike="noStrike" u="none">
                <a:solidFill>
                  <a:srgbClr val="000000"/>
                </a:solidFill>
                <a:uFillTx/>
                <a:latin typeface="Arial"/>
              </a:rPr>
              <a:t>Format des Titeltextes durch Klicken bearbeiten</a:t>
            </a:r>
            <a:endParaRPr b="0" lang="de-DE" sz="1800" strike="noStrike" u="none">
              <a:solidFill>
                <a:srgbClr val="000000"/>
              </a:solidFill>
              <a:uFillTx/>
              <a:latin typeface="Arial"/>
            </a:endParaRPr>
          </a:p>
        </p:txBody>
      </p:sp>
    </p:spTree>
  </p:cSld>
  <p:clrMap bg1="lt1" tx1="dk1" bg2="lt2" tx2="dk2" accent1="accent1" accent2="accent2" accent3="accent3" accent4="accent4" accent5="accent5" accent6="accent6" hlink="hlink" folHlink="folHlink"/>
  <p:sldLayoutIdLst>
    <p:sldLayoutId id="2147483683" r:id="rId2"/>
  </p:sldLayoutIdLst>
</p:sldMaster>
</file>

<file path=ppt/slideMasters/slideMaster19.xml><?xml version="1.0" encoding="utf-8"?>
<p:sldMaster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8" name="PlaceHolder 1"/>
          <p:cNvSpPr>
            <a:spLocks noGrp="1"/>
          </p:cNvSpPr>
          <p:nvPr>
            <p:ph type="title"/>
          </p:nvPr>
        </p:nvSpPr>
        <p:spPr>
          <a:xfrm>
            <a:off x="838080" y="365040"/>
            <a:ext cx="10514520" cy="13244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ctr">
            <a:noAutofit/>
          </a:bodyPr>
          <a:p>
            <a:pPr indent="0">
              <a:buNone/>
            </a:pPr>
            <a:r>
              <a:rPr b="0" lang="de-DE" sz="1800" strike="noStrike" u="none">
                <a:solidFill>
                  <a:srgbClr val="000000"/>
                </a:solidFill>
                <a:uFillTx/>
                <a:latin typeface="Arial"/>
              </a:rPr>
              <a:t>Format des Titeltextes durch Klicken bearbeiten</a:t>
            </a:r>
            <a:endParaRPr b="0" lang="de-DE" sz="1800" strike="noStrike" u="none">
              <a:solidFill>
                <a:srgbClr val="000000"/>
              </a:solidFill>
              <a:uFillTx/>
              <a:latin typeface="Arial"/>
            </a:endParaRPr>
          </a:p>
        </p:txBody>
      </p:sp>
      <p:sp>
        <p:nvSpPr>
          <p:cNvPr id="69" name="PlaceHolder 2"/>
          <p:cNvSpPr>
            <a:spLocks noGrp="1"/>
          </p:cNvSpPr>
          <p:nvPr>
            <p:ph type="body"/>
          </p:nvPr>
        </p:nvSpPr>
        <p:spPr>
          <a:xfrm>
            <a:off x="838080" y="1825560"/>
            <a:ext cx="5130720" cy="43502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marL="432000" indent="-324000">
              <a:spcBef>
                <a:spcPts val="1417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de-DE" sz="1800" strike="noStrike" u="none">
                <a:solidFill>
                  <a:srgbClr val="000000"/>
                </a:solidFill>
                <a:uFillTx/>
                <a:latin typeface="Arial"/>
              </a:rPr>
              <a:t>Format des Gliederungstextes durch Klicken bearbeiten</a:t>
            </a:r>
            <a:endParaRPr b="0" lang="de-DE" sz="1800" strike="noStrike" u="none">
              <a:solidFill>
                <a:srgbClr val="000000"/>
              </a:solidFill>
              <a:uFillTx/>
              <a:latin typeface="Arial"/>
            </a:endParaRPr>
          </a:p>
          <a:p>
            <a:pPr lvl="1" marL="864000" indent="-324000">
              <a:spcBef>
                <a:spcPts val="1134"/>
              </a:spcBef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b="0" lang="de-DE" sz="1800" strike="noStrike" u="none">
                <a:solidFill>
                  <a:srgbClr val="000000"/>
                </a:solidFill>
                <a:uFillTx/>
                <a:latin typeface="Arial"/>
              </a:rPr>
              <a:t>Zweite Gliederungsebene</a:t>
            </a:r>
            <a:endParaRPr b="0" lang="de-DE" sz="1800" strike="noStrike" u="none">
              <a:solidFill>
                <a:srgbClr val="000000"/>
              </a:solidFill>
              <a:uFillTx/>
              <a:latin typeface="Arial"/>
            </a:endParaRPr>
          </a:p>
          <a:p>
            <a:pPr lvl="2" marL="1296000" indent="-288000">
              <a:spcBef>
                <a:spcPts val="850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de-DE" sz="1800" strike="noStrike" u="none">
                <a:solidFill>
                  <a:srgbClr val="000000"/>
                </a:solidFill>
                <a:uFillTx/>
                <a:latin typeface="Arial"/>
              </a:rPr>
              <a:t>Dritte Gliederungsebene</a:t>
            </a:r>
            <a:endParaRPr b="0" lang="de-DE" sz="1800" strike="noStrike" u="none">
              <a:solidFill>
                <a:srgbClr val="000000"/>
              </a:solidFill>
              <a:uFillTx/>
              <a:latin typeface="Arial"/>
            </a:endParaRPr>
          </a:p>
          <a:p>
            <a:pPr lvl="3" marL="1728000" indent="-216000">
              <a:spcBef>
                <a:spcPts val="567"/>
              </a:spcBef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b="0" lang="de-DE" sz="1800" strike="noStrike" u="none">
                <a:solidFill>
                  <a:srgbClr val="000000"/>
                </a:solidFill>
                <a:uFillTx/>
                <a:latin typeface="Arial"/>
              </a:rPr>
              <a:t>Vierte Gliederungsebene</a:t>
            </a:r>
            <a:endParaRPr b="0" lang="de-DE" sz="1800" strike="noStrike" u="none">
              <a:solidFill>
                <a:srgbClr val="000000"/>
              </a:solidFill>
              <a:uFillTx/>
              <a:latin typeface="Arial"/>
            </a:endParaRPr>
          </a:p>
          <a:p>
            <a:pPr lvl="4" marL="2160000" indent="-216000"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de-DE" sz="1800" strike="noStrike" u="none">
                <a:solidFill>
                  <a:srgbClr val="000000"/>
                </a:solidFill>
                <a:uFillTx/>
                <a:latin typeface="Arial"/>
              </a:rPr>
              <a:t>Fünfte Gliederungsebene</a:t>
            </a:r>
            <a:endParaRPr b="0" lang="de-DE" sz="1800" strike="noStrike" u="none">
              <a:solidFill>
                <a:srgbClr val="000000"/>
              </a:solidFill>
              <a:uFillTx/>
              <a:latin typeface="Arial"/>
            </a:endParaRPr>
          </a:p>
          <a:p>
            <a:pPr lvl="5" marL="2592000" indent="-216000"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de-DE" sz="1800" strike="noStrike" u="none">
                <a:solidFill>
                  <a:srgbClr val="000000"/>
                </a:solidFill>
                <a:uFillTx/>
                <a:latin typeface="Arial"/>
              </a:rPr>
              <a:t>Sechste Gliederungsebene</a:t>
            </a:r>
            <a:endParaRPr b="0" lang="de-DE" sz="1800" strike="noStrike" u="none">
              <a:solidFill>
                <a:srgbClr val="000000"/>
              </a:solidFill>
              <a:uFillTx/>
              <a:latin typeface="Arial"/>
            </a:endParaRPr>
          </a:p>
          <a:p>
            <a:pPr lvl="6" marL="3024000" indent="-216000"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de-DE" sz="1800" strike="noStrike" u="none">
                <a:solidFill>
                  <a:srgbClr val="000000"/>
                </a:solidFill>
                <a:uFillTx/>
                <a:latin typeface="Arial"/>
              </a:rPr>
              <a:t>Siebte Gliederungsebene</a:t>
            </a:r>
            <a:endParaRPr b="0" lang="de-DE" sz="1800" strike="noStrike" u="none">
              <a:solidFill>
                <a:srgbClr val="000000"/>
              </a:solidFill>
              <a:uFillTx/>
              <a:latin typeface="Arial"/>
            </a:endParaRPr>
          </a:p>
        </p:txBody>
      </p:sp>
      <p:sp>
        <p:nvSpPr>
          <p:cNvPr id="70" name="PlaceHolder 3"/>
          <p:cNvSpPr>
            <a:spLocks noGrp="1"/>
          </p:cNvSpPr>
          <p:nvPr>
            <p:ph type="body"/>
          </p:nvPr>
        </p:nvSpPr>
        <p:spPr>
          <a:xfrm>
            <a:off x="6226200" y="1825560"/>
            <a:ext cx="5130720" cy="43502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marL="432000" indent="-324000">
              <a:spcBef>
                <a:spcPts val="1417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de-DE" sz="1800" strike="noStrike" u="none">
                <a:solidFill>
                  <a:srgbClr val="000000"/>
                </a:solidFill>
                <a:uFillTx/>
                <a:latin typeface="Arial"/>
              </a:rPr>
              <a:t>Format des Gliederungstextes durch Klicken bearbeiten</a:t>
            </a:r>
            <a:endParaRPr b="0" lang="de-DE" sz="1800" strike="noStrike" u="none">
              <a:solidFill>
                <a:srgbClr val="000000"/>
              </a:solidFill>
              <a:uFillTx/>
              <a:latin typeface="Arial"/>
            </a:endParaRPr>
          </a:p>
          <a:p>
            <a:pPr lvl="1" marL="864000" indent="-324000">
              <a:spcBef>
                <a:spcPts val="1134"/>
              </a:spcBef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b="0" lang="de-DE" sz="1800" strike="noStrike" u="none">
                <a:solidFill>
                  <a:srgbClr val="000000"/>
                </a:solidFill>
                <a:uFillTx/>
                <a:latin typeface="Arial"/>
              </a:rPr>
              <a:t>Zweite Gliederungsebene</a:t>
            </a:r>
            <a:endParaRPr b="0" lang="de-DE" sz="1800" strike="noStrike" u="none">
              <a:solidFill>
                <a:srgbClr val="000000"/>
              </a:solidFill>
              <a:uFillTx/>
              <a:latin typeface="Arial"/>
            </a:endParaRPr>
          </a:p>
          <a:p>
            <a:pPr lvl="2" marL="1296000" indent="-288000">
              <a:spcBef>
                <a:spcPts val="850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de-DE" sz="1800" strike="noStrike" u="none">
                <a:solidFill>
                  <a:srgbClr val="000000"/>
                </a:solidFill>
                <a:uFillTx/>
                <a:latin typeface="Arial"/>
              </a:rPr>
              <a:t>Dritte Gliederungsebene</a:t>
            </a:r>
            <a:endParaRPr b="0" lang="de-DE" sz="1800" strike="noStrike" u="none">
              <a:solidFill>
                <a:srgbClr val="000000"/>
              </a:solidFill>
              <a:uFillTx/>
              <a:latin typeface="Arial"/>
            </a:endParaRPr>
          </a:p>
          <a:p>
            <a:pPr lvl="3" marL="1728000" indent="-216000">
              <a:spcBef>
                <a:spcPts val="567"/>
              </a:spcBef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b="0" lang="de-DE" sz="1800" strike="noStrike" u="none">
                <a:solidFill>
                  <a:srgbClr val="000000"/>
                </a:solidFill>
                <a:uFillTx/>
                <a:latin typeface="Arial"/>
              </a:rPr>
              <a:t>Vierte Gliederungsebene</a:t>
            </a:r>
            <a:endParaRPr b="0" lang="de-DE" sz="1800" strike="noStrike" u="none">
              <a:solidFill>
                <a:srgbClr val="000000"/>
              </a:solidFill>
              <a:uFillTx/>
              <a:latin typeface="Arial"/>
            </a:endParaRPr>
          </a:p>
          <a:p>
            <a:pPr lvl="4" marL="2160000" indent="-216000"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de-DE" sz="1800" strike="noStrike" u="none">
                <a:solidFill>
                  <a:srgbClr val="000000"/>
                </a:solidFill>
                <a:uFillTx/>
                <a:latin typeface="Arial"/>
              </a:rPr>
              <a:t>Fünfte Gliederungsebene</a:t>
            </a:r>
            <a:endParaRPr b="0" lang="de-DE" sz="1800" strike="noStrike" u="none">
              <a:solidFill>
                <a:srgbClr val="000000"/>
              </a:solidFill>
              <a:uFillTx/>
              <a:latin typeface="Arial"/>
            </a:endParaRPr>
          </a:p>
          <a:p>
            <a:pPr lvl="5" marL="2592000" indent="-216000"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de-DE" sz="1800" strike="noStrike" u="none">
                <a:solidFill>
                  <a:srgbClr val="000000"/>
                </a:solidFill>
                <a:uFillTx/>
                <a:latin typeface="Arial"/>
              </a:rPr>
              <a:t>Sechste Gliederungsebene</a:t>
            </a:r>
            <a:endParaRPr b="0" lang="de-DE" sz="1800" strike="noStrike" u="none">
              <a:solidFill>
                <a:srgbClr val="000000"/>
              </a:solidFill>
              <a:uFillTx/>
              <a:latin typeface="Arial"/>
            </a:endParaRPr>
          </a:p>
          <a:p>
            <a:pPr lvl="6" marL="3024000" indent="-216000"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de-DE" sz="1800" strike="noStrike" u="none">
                <a:solidFill>
                  <a:srgbClr val="000000"/>
                </a:solidFill>
                <a:uFillTx/>
                <a:latin typeface="Arial"/>
              </a:rPr>
              <a:t>Siebte Gliederungsebene</a:t>
            </a:r>
            <a:endParaRPr b="0" lang="de-DE" sz="1800" strike="noStrike" u="none">
              <a:solidFill>
                <a:srgbClr val="000000"/>
              </a:solidFill>
              <a:uFillTx/>
              <a:latin typeface="Arial"/>
            </a:endParaRPr>
          </a:p>
        </p:txBody>
      </p:sp>
    </p:spTree>
  </p:cSld>
  <p:clrMap bg1="lt1" tx1="dk1" bg2="lt2" tx2="dk2" accent1="accent1" accent2="accent2" accent3="accent3" accent4="accent4" accent5="accent5" accent6="accent6" hlink="hlink" folHlink="folHlink"/>
  <p:sldLayoutIdLst>
    <p:sldLayoutId id="2147483685" r:id="rId2"/>
  </p:sldLayoutIdLst>
</p:sldMaster>
</file>

<file path=ppt/slideMasters/slideMaster20.xml><?xml version="1.0" encoding="utf-8"?>
<p:sldMaster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87" r:id="rId2"/>
  </p:sldLayoutIdLst>
</p:sldMaster>
</file>

<file path=ppt/slideMasters/slideMaster21.xml><?xml version="1.0" encoding="utf-8"?>
<p:sldMaster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4" name="PlaceHolder 1"/>
          <p:cNvSpPr>
            <a:spLocks noGrp="1"/>
          </p:cNvSpPr>
          <p:nvPr>
            <p:ph type="title"/>
          </p:nvPr>
        </p:nvSpPr>
        <p:spPr>
          <a:xfrm>
            <a:off x="838080" y="365040"/>
            <a:ext cx="10514520" cy="13244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ctr">
            <a:noAutofit/>
          </a:bodyPr>
          <a:p>
            <a:pPr indent="0">
              <a:buNone/>
            </a:pPr>
            <a:r>
              <a:rPr b="0" lang="de-DE" sz="1800" strike="noStrike" u="none">
                <a:solidFill>
                  <a:srgbClr val="000000"/>
                </a:solidFill>
                <a:uFillTx/>
                <a:latin typeface="Arial"/>
              </a:rPr>
              <a:t>Format des Titeltextes durch Klicken bearbeiten</a:t>
            </a:r>
            <a:endParaRPr b="0" lang="de-DE" sz="1800" strike="noStrike" u="none">
              <a:solidFill>
                <a:srgbClr val="000000"/>
              </a:solidFill>
              <a:uFillTx/>
              <a:latin typeface="Arial"/>
            </a:endParaRPr>
          </a:p>
        </p:txBody>
      </p:sp>
      <p:sp>
        <p:nvSpPr>
          <p:cNvPr id="75" name="PlaceHolder 2"/>
          <p:cNvSpPr>
            <a:spLocks noGrp="1"/>
          </p:cNvSpPr>
          <p:nvPr>
            <p:ph type="body"/>
          </p:nvPr>
        </p:nvSpPr>
        <p:spPr>
          <a:xfrm>
            <a:off x="838080" y="1825560"/>
            <a:ext cx="10514520" cy="43502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marL="432000" indent="-324000">
              <a:spcBef>
                <a:spcPts val="1417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de-DE" sz="1800" strike="noStrike" u="none">
                <a:solidFill>
                  <a:srgbClr val="000000"/>
                </a:solidFill>
                <a:uFillTx/>
                <a:latin typeface="Arial"/>
              </a:rPr>
              <a:t>Format des Gliederungstextes durch Klicken bearbeiten</a:t>
            </a:r>
            <a:endParaRPr b="0" lang="de-DE" sz="1800" strike="noStrike" u="none">
              <a:solidFill>
                <a:srgbClr val="000000"/>
              </a:solidFill>
              <a:uFillTx/>
              <a:latin typeface="Arial"/>
            </a:endParaRPr>
          </a:p>
          <a:p>
            <a:pPr lvl="1" marL="864000" indent="-324000">
              <a:spcBef>
                <a:spcPts val="1134"/>
              </a:spcBef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b="0" lang="de-DE" sz="1800" strike="noStrike" u="none">
                <a:solidFill>
                  <a:srgbClr val="000000"/>
                </a:solidFill>
                <a:uFillTx/>
                <a:latin typeface="Arial"/>
              </a:rPr>
              <a:t>Zweite Gliederungsebene</a:t>
            </a:r>
            <a:endParaRPr b="0" lang="de-DE" sz="1800" strike="noStrike" u="none">
              <a:solidFill>
                <a:srgbClr val="000000"/>
              </a:solidFill>
              <a:uFillTx/>
              <a:latin typeface="Arial"/>
            </a:endParaRPr>
          </a:p>
          <a:p>
            <a:pPr lvl="2" marL="1296000" indent="-288000">
              <a:spcBef>
                <a:spcPts val="850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de-DE" sz="1800" strike="noStrike" u="none">
                <a:solidFill>
                  <a:srgbClr val="000000"/>
                </a:solidFill>
                <a:uFillTx/>
                <a:latin typeface="Arial"/>
              </a:rPr>
              <a:t>Dritte Gliederungsebene</a:t>
            </a:r>
            <a:endParaRPr b="0" lang="de-DE" sz="1800" strike="noStrike" u="none">
              <a:solidFill>
                <a:srgbClr val="000000"/>
              </a:solidFill>
              <a:uFillTx/>
              <a:latin typeface="Arial"/>
            </a:endParaRPr>
          </a:p>
          <a:p>
            <a:pPr lvl="3" marL="1728000" indent="-216000">
              <a:spcBef>
                <a:spcPts val="567"/>
              </a:spcBef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b="0" lang="de-DE" sz="1800" strike="noStrike" u="none">
                <a:solidFill>
                  <a:srgbClr val="000000"/>
                </a:solidFill>
                <a:uFillTx/>
                <a:latin typeface="Arial"/>
              </a:rPr>
              <a:t>Vierte Gliederungsebene</a:t>
            </a:r>
            <a:endParaRPr b="0" lang="de-DE" sz="1800" strike="noStrike" u="none">
              <a:solidFill>
                <a:srgbClr val="000000"/>
              </a:solidFill>
              <a:uFillTx/>
              <a:latin typeface="Arial"/>
            </a:endParaRPr>
          </a:p>
          <a:p>
            <a:pPr lvl="4" marL="2160000" indent="-216000"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de-DE" sz="1800" strike="noStrike" u="none">
                <a:solidFill>
                  <a:srgbClr val="000000"/>
                </a:solidFill>
                <a:uFillTx/>
                <a:latin typeface="Arial"/>
              </a:rPr>
              <a:t>Fünfte Gliederungsebene</a:t>
            </a:r>
            <a:endParaRPr b="0" lang="de-DE" sz="1800" strike="noStrike" u="none">
              <a:solidFill>
                <a:srgbClr val="000000"/>
              </a:solidFill>
              <a:uFillTx/>
              <a:latin typeface="Arial"/>
            </a:endParaRPr>
          </a:p>
          <a:p>
            <a:pPr lvl="5" marL="2592000" indent="-216000"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de-DE" sz="1800" strike="noStrike" u="none">
                <a:solidFill>
                  <a:srgbClr val="000000"/>
                </a:solidFill>
                <a:uFillTx/>
                <a:latin typeface="Arial"/>
              </a:rPr>
              <a:t>Sechste Gliederungsebene</a:t>
            </a:r>
            <a:endParaRPr b="0" lang="de-DE" sz="1800" strike="noStrike" u="none">
              <a:solidFill>
                <a:srgbClr val="000000"/>
              </a:solidFill>
              <a:uFillTx/>
              <a:latin typeface="Arial"/>
            </a:endParaRPr>
          </a:p>
          <a:p>
            <a:pPr lvl="6" marL="3024000" indent="-216000"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de-DE" sz="1800" strike="noStrike" u="none">
                <a:solidFill>
                  <a:srgbClr val="000000"/>
                </a:solidFill>
                <a:uFillTx/>
                <a:latin typeface="Arial"/>
              </a:rPr>
              <a:t>Siebte Gliederungsebene</a:t>
            </a:r>
            <a:endParaRPr b="0" lang="de-DE" sz="1800" strike="noStrike" u="none">
              <a:solidFill>
                <a:srgbClr val="000000"/>
              </a:solidFill>
              <a:uFillTx/>
              <a:latin typeface="Arial"/>
            </a:endParaRPr>
          </a:p>
        </p:txBody>
      </p:sp>
    </p:spTree>
  </p:cSld>
  <p:clrMap bg1="lt1" tx1="dk1" bg2="lt2" tx2="dk2" accent1="accent1" accent2="accent2" accent3="accent3" accent4="accent4" accent5="accent5" accent6="accent6" hlink="hlink" folHlink="folHlink"/>
  <p:sldLayoutIdLst>
    <p:sldLayoutId id="2147483689" r:id="rId2"/>
  </p:sldLayoutIdLst>
</p:sldMaster>
</file>

<file path=ppt/slideMasters/slideMaster22.xml><?xml version="1.0" encoding="utf-8"?>
<p:sldMaster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91" r:id="rId2"/>
  </p:sldLayoutIdLst>
</p:sldMaster>
</file>

<file path=ppt/slideMasters/slideMaster23.xml><?xml version="1.0" encoding="utf-8"?>
<p:sldMaster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93" r:id="rId2"/>
  </p:sldLayoutIdLst>
</p:sldMaster>
</file>

<file path=ppt/slideMasters/slideMaster24.xml><?xml version="1.0" encoding="utf-8"?>
<p:sldMaster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8" name="PlaceHolder 1"/>
          <p:cNvSpPr>
            <a:spLocks noGrp="1"/>
          </p:cNvSpPr>
          <p:nvPr>
            <p:ph type="title"/>
          </p:nvPr>
        </p:nvSpPr>
        <p:spPr>
          <a:xfrm>
            <a:off x="838080" y="365040"/>
            <a:ext cx="10514520" cy="13244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ctr">
            <a:noAutofit/>
          </a:bodyPr>
          <a:p>
            <a:pPr indent="0">
              <a:buNone/>
            </a:pPr>
            <a:r>
              <a:rPr b="0" lang="de-DE" sz="1800" strike="noStrike" u="none">
                <a:solidFill>
                  <a:srgbClr val="000000"/>
                </a:solidFill>
                <a:uFillTx/>
                <a:latin typeface="Arial"/>
              </a:rPr>
              <a:t>Format des Titeltextes durch Klicken bearbeiten</a:t>
            </a:r>
            <a:endParaRPr b="0" lang="de-DE" sz="1800" strike="noStrike" u="none">
              <a:solidFill>
                <a:srgbClr val="000000"/>
              </a:solidFill>
              <a:uFillTx/>
              <a:latin typeface="Arial"/>
            </a:endParaRPr>
          </a:p>
        </p:txBody>
      </p:sp>
    </p:spTree>
  </p:cSld>
  <p:clrMap bg1="lt1" tx1="dk1" bg2="lt2" tx2="dk2" accent1="accent1" accent2="accent2" accent3="accent3" accent4="accent4" accent5="accent5" accent6="accent6" hlink="hlink" folHlink="folHlink"/>
  <p:sldLayoutIdLst>
    <p:sldLayoutId id="2147483695" r:id="rId2"/>
  </p:sldLayoutIdLst>
</p:sldMaster>
</file>

<file path=ppt/slideMasters/slideMaster25.xml><?xml version="1.0" encoding="utf-8"?>
<p:sldMaster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1" name="PlaceHolder 1"/>
          <p:cNvSpPr>
            <a:spLocks noGrp="1"/>
          </p:cNvSpPr>
          <p:nvPr>
            <p:ph type="title"/>
          </p:nvPr>
        </p:nvSpPr>
        <p:spPr>
          <a:xfrm>
            <a:off x="838080" y="365040"/>
            <a:ext cx="10514520" cy="13244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ctr">
            <a:noAutofit/>
          </a:bodyPr>
          <a:p>
            <a:pPr indent="0">
              <a:buNone/>
            </a:pPr>
            <a:r>
              <a:rPr b="0" lang="de-DE" sz="1800" strike="noStrike" u="none">
                <a:solidFill>
                  <a:srgbClr val="000000"/>
                </a:solidFill>
                <a:uFillTx/>
                <a:latin typeface="Arial"/>
              </a:rPr>
              <a:t>Format des Titeltextes durch Klicken bearbeiten</a:t>
            </a:r>
            <a:endParaRPr b="0" lang="de-DE" sz="1800" strike="noStrike" u="none">
              <a:solidFill>
                <a:srgbClr val="000000"/>
              </a:solidFill>
              <a:uFillTx/>
              <a:latin typeface="Arial"/>
            </a:endParaRPr>
          </a:p>
        </p:txBody>
      </p:sp>
    </p:spTree>
  </p:cSld>
  <p:clrMap bg1="lt1" tx1="dk1" bg2="lt2" tx2="dk2" accent1="accent1" accent2="accent2" accent3="accent3" accent4="accent4" accent5="accent5" accent6="accent6" hlink="hlink" folHlink="folHlink"/>
  <p:sldLayoutIdLst>
    <p:sldLayoutId id="2147483697" r:id="rId2"/>
  </p:sldLayoutIdLst>
</p:sldMaster>
</file>

<file path=ppt/slideMasters/slideMaster26.xml><?xml version="1.0" encoding="utf-8"?>
<p:sldMaster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3" name="PlaceHolder 1"/>
          <p:cNvSpPr>
            <a:spLocks noGrp="1"/>
          </p:cNvSpPr>
          <p:nvPr>
            <p:ph type="title"/>
          </p:nvPr>
        </p:nvSpPr>
        <p:spPr>
          <a:xfrm>
            <a:off x="838080" y="365040"/>
            <a:ext cx="10514520" cy="13244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ctr">
            <a:noAutofit/>
          </a:bodyPr>
          <a:p>
            <a:pPr indent="0">
              <a:buNone/>
            </a:pPr>
            <a:r>
              <a:rPr b="0" lang="de-DE" sz="1800" strike="noStrike" u="none">
                <a:solidFill>
                  <a:srgbClr val="000000"/>
                </a:solidFill>
                <a:uFillTx/>
                <a:latin typeface="Arial"/>
              </a:rPr>
              <a:t>Format des Titeltextes durch Klicken bearbeiten</a:t>
            </a:r>
            <a:endParaRPr b="0" lang="de-DE" sz="1800" strike="noStrike" u="none">
              <a:solidFill>
                <a:srgbClr val="000000"/>
              </a:solidFill>
              <a:uFillTx/>
              <a:latin typeface="Arial"/>
            </a:endParaRPr>
          </a:p>
        </p:txBody>
      </p:sp>
      <p:sp>
        <p:nvSpPr>
          <p:cNvPr id="84" name="PlaceHolder 2"/>
          <p:cNvSpPr>
            <a:spLocks noGrp="1"/>
          </p:cNvSpPr>
          <p:nvPr>
            <p:ph type="body"/>
          </p:nvPr>
        </p:nvSpPr>
        <p:spPr>
          <a:xfrm>
            <a:off x="838080" y="1825560"/>
            <a:ext cx="5130720" cy="43502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marL="432000" indent="-324000">
              <a:spcBef>
                <a:spcPts val="1417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de-DE" sz="1800" strike="noStrike" u="none">
                <a:solidFill>
                  <a:srgbClr val="000000"/>
                </a:solidFill>
                <a:uFillTx/>
                <a:latin typeface="Arial"/>
              </a:rPr>
              <a:t>Format des Gliederungstextes durch Klicken bearbeiten</a:t>
            </a:r>
            <a:endParaRPr b="0" lang="de-DE" sz="1800" strike="noStrike" u="none">
              <a:solidFill>
                <a:srgbClr val="000000"/>
              </a:solidFill>
              <a:uFillTx/>
              <a:latin typeface="Arial"/>
            </a:endParaRPr>
          </a:p>
          <a:p>
            <a:pPr lvl="1" marL="864000" indent="-324000">
              <a:spcBef>
                <a:spcPts val="1134"/>
              </a:spcBef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b="0" lang="de-DE" sz="1800" strike="noStrike" u="none">
                <a:solidFill>
                  <a:srgbClr val="000000"/>
                </a:solidFill>
                <a:uFillTx/>
                <a:latin typeface="Arial"/>
              </a:rPr>
              <a:t>Zweite Gliederungsebene</a:t>
            </a:r>
            <a:endParaRPr b="0" lang="de-DE" sz="1800" strike="noStrike" u="none">
              <a:solidFill>
                <a:srgbClr val="000000"/>
              </a:solidFill>
              <a:uFillTx/>
              <a:latin typeface="Arial"/>
            </a:endParaRPr>
          </a:p>
          <a:p>
            <a:pPr lvl="2" marL="1296000" indent="-288000">
              <a:spcBef>
                <a:spcPts val="850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de-DE" sz="1800" strike="noStrike" u="none">
                <a:solidFill>
                  <a:srgbClr val="000000"/>
                </a:solidFill>
                <a:uFillTx/>
                <a:latin typeface="Arial"/>
              </a:rPr>
              <a:t>Dritte Gliederungsebene</a:t>
            </a:r>
            <a:endParaRPr b="0" lang="de-DE" sz="1800" strike="noStrike" u="none">
              <a:solidFill>
                <a:srgbClr val="000000"/>
              </a:solidFill>
              <a:uFillTx/>
              <a:latin typeface="Arial"/>
            </a:endParaRPr>
          </a:p>
          <a:p>
            <a:pPr lvl="3" marL="1728000" indent="-216000">
              <a:spcBef>
                <a:spcPts val="567"/>
              </a:spcBef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b="0" lang="de-DE" sz="1800" strike="noStrike" u="none">
                <a:solidFill>
                  <a:srgbClr val="000000"/>
                </a:solidFill>
                <a:uFillTx/>
                <a:latin typeface="Arial"/>
              </a:rPr>
              <a:t>Vierte Gliederungsebene</a:t>
            </a:r>
            <a:endParaRPr b="0" lang="de-DE" sz="1800" strike="noStrike" u="none">
              <a:solidFill>
                <a:srgbClr val="000000"/>
              </a:solidFill>
              <a:uFillTx/>
              <a:latin typeface="Arial"/>
            </a:endParaRPr>
          </a:p>
          <a:p>
            <a:pPr lvl="4" marL="2160000" indent="-216000"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de-DE" sz="1800" strike="noStrike" u="none">
                <a:solidFill>
                  <a:srgbClr val="000000"/>
                </a:solidFill>
                <a:uFillTx/>
                <a:latin typeface="Arial"/>
              </a:rPr>
              <a:t>Fünfte Gliederungsebene</a:t>
            </a:r>
            <a:endParaRPr b="0" lang="de-DE" sz="1800" strike="noStrike" u="none">
              <a:solidFill>
                <a:srgbClr val="000000"/>
              </a:solidFill>
              <a:uFillTx/>
              <a:latin typeface="Arial"/>
            </a:endParaRPr>
          </a:p>
          <a:p>
            <a:pPr lvl="5" marL="2592000" indent="-216000"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de-DE" sz="1800" strike="noStrike" u="none">
                <a:solidFill>
                  <a:srgbClr val="000000"/>
                </a:solidFill>
                <a:uFillTx/>
                <a:latin typeface="Arial"/>
              </a:rPr>
              <a:t>Sechste Gliederungsebene</a:t>
            </a:r>
            <a:endParaRPr b="0" lang="de-DE" sz="1800" strike="noStrike" u="none">
              <a:solidFill>
                <a:srgbClr val="000000"/>
              </a:solidFill>
              <a:uFillTx/>
              <a:latin typeface="Arial"/>
            </a:endParaRPr>
          </a:p>
          <a:p>
            <a:pPr lvl="6" marL="3024000" indent="-216000"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de-DE" sz="1800" strike="noStrike" u="none">
                <a:solidFill>
                  <a:srgbClr val="000000"/>
                </a:solidFill>
                <a:uFillTx/>
                <a:latin typeface="Arial"/>
              </a:rPr>
              <a:t>Siebte Gliederungsebene</a:t>
            </a:r>
            <a:endParaRPr b="0" lang="de-DE" sz="1800" strike="noStrike" u="none">
              <a:solidFill>
                <a:srgbClr val="000000"/>
              </a:solidFill>
              <a:uFillTx/>
              <a:latin typeface="Arial"/>
            </a:endParaRPr>
          </a:p>
        </p:txBody>
      </p:sp>
      <p:sp>
        <p:nvSpPr>
          <p:cNvPr id="85" name="PlaceHolder 3"/>
          <p:cNvSpPr>
            <a:spLocks noGrp="1"/>
          </p:cNvSpPr>
          <p:nvPr>
            <p:ph type="body"/>
          </p:nvPr>
        </p:nvSpPr>
        <p:spPr>
          <a:xfrm>
            <a:off x="6226200" y="1825560"/>
            <a:ext cx="5130720" cy="43502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marL="432000" indent="-324000">
              <a:spcBef>
                <a:spcPts val="1417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de-DE" sz="1800" strike="noStrike" u="none">
                <a:solidFill>
                  <a:srgbClr val="000000"/>
                </a:solidFill>
                <a:uFillTx/>
                <a:latin typeface="Arial"/>
              </a:rPr>
              <a:t>Format des Gliederungstextes durch Klicken bearbeiten</a:t>
            </a:r>
            <a:endParaRPr b="0" lang="de-DE" sz="1800" strike="noStrike" u="none">
              <a:solidFill>
                <a:srgbClr val="000000"/>
              </a:solidFill>
              <a:uFillTx/>
              <a:latin typeface="Arial"/>
            </a:endParaRPr>
          </a:p>
          <a:p>
            <a:pPr lvl="1" marL="864000" indent="-324000">
              <a:spcBef>
                <a:spcPts val="1134"/>
              </a:spcBef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b="0" lang="de-DE" sz="1800" strike="noStrike" u="none">
                <a:solidFill>
                  <a:srgbClr val="000000"/>
                </a:solidFill>
                <a:uFillTx/>
                <a:latin typeface="Arial"/>
              </a:rPr>
              <a:t>Zweite Gliederungsebene</a:t>
            </a:r>
            <a:endParaRPr b="0" lang="de-DE" sz="1800" strike="noStrike" u="none">
              <a:solidFill>
                <a:srgbClr val="000000"/>
              </a:solidFill>
              <a:uFillTx/>
              <a:latin typeface="Arial"/>
            </a:endParaRPr>
          </a:p>
          <a:p>
            <a:pPr lvl="2" marL="1296000" indent="-288000">
              <a:spcBef>
                <a:spcPts val="850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de-DE" sz="1800" strike="noStrike" u="none">
                <a:solidFill>
                  <a:srgbClr val="000000"/>
                </a:solidFill>
                <a:uFillTx/>
                <a:latin typeface="Arial"/>
              </a:rPr>
              <a:t>Dritte Gliederungsebene</a:t>
            </a:r>
            <a:endParaRPr b="0" lang="de-DE" sz="1800" strike="noStrike" u="none">
              <a:solidFill>
                <a:srgbClr val="000000"/>
              </a:solidFill>
              <a:uFillTx/>
              <a:latin typeface="Arial"/>
            </a:endParaRPr>
          </a:p>
          <a:p>
            <a:pPr lvl="3" marL="1728000" indent="-216000">
              <a:spcBef>
                <a:spcPts val="567"/>
              </a:spcBef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b="0" lang="de-DE" sz="1800" strike="noStrike" u="none">
                <a:solidFill>
                  <a:srgbClr val="000000"/>
                </a:solidFill>
                <a:uFillTx/>
                <a:latin typeface="Arial"/>
              </a:rPr>
              <a:t>Vierte Gliederungsebene</a:t>
            </a:r>
            <a:endParaRPr b="0" lang="de-DE" sz="1800" strike="noStrike" u="none">
              <a:solidFill>
                <a:srgbClr val="000000"/>
              </a:solidFill>
              <a:uFillTx/>
              <a:latin typeface="Arial"/>
            </a:endParaRPr>
          </a:p>
          <a:p>
            <a:pPr lvl="4" marL="2160000" indent="-216000"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de-DE" sz="1800" strike="noStrike" u="none">
                <a:solidFill>
                  <a:srgbClr val="000000"/>
                </a:solidFill>
                <a:uFillTx/>
                <a:latin typeface="Arial"/>
              </a:rPr>
              <a:t>Fünfte Gliederungsebene</a:t>
            </a:r>
            <a:endParaRPr b="0" lang="de-DE" sz="1800" strike="noStrike" u="none">
              <a:solidFill>
                <a:srgbClr val="000000"/>
              </a:solidFill>
              <a:uFillTx/>
              <a:latin typeface="Arial"/>
            </a:endParaRPr>
          </a:p>
          <a:p>
            <a:pPr lvl="5" marL="2592000" indent="-216000"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de-DE" sz="1800" strike="noStrike" u="none">
                <a:solidFill>
                  <a:srgbClr val="000000"/>
                </a:solidFill>
                <a:uFillTx/>
                <a:latin typeface="Arial"/>
              </a:rPr>
              <a:t>Sechste Gliederungsebene</a:t>
            </a:r>
            <a:endParaRPr b="0" lang="de-DE" sz="1800" strike="noStrike" u="none">
              <a:solidFill>
                <a:srgbClr val="000000"/>
              </a:solidFill>
              <a:uFillTx/>
              <a:latin typeface="Arial"/>
            </a:endParaRPr>
          </a:p>
          <a:p>
            <a:pPr lvl="6" marL="3024000" indent="-216000"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de-DE" sz="1800" strike="noStrike" u="none">
                <a:solidFill>
                  <a:srgbClr val="000000"/>
                </a:solidFill>
                <a:uFillTx/>
                <a:latin typeface="Arial"/>
              </a:rPr>
              <a:t>Siebte Gliederungsebene</a:t>
            </a:r>
            <a:endParaRPr b="0" lang="de-DE" sz="1800" strike="noStrike" u="none">
              <a:solidFill>
                <a:srgbClr val="000000"/>
              </a:solidFill>
              <a:uFillTx/>
              <a:latin typeface="Arial"/>
            </a:endParaRPr>
          </a:p>
        </p:txBody>
      </p:sp>
    </p:spTree>
  </p:cSld>
  <p:clrMap bg1="lt1" tx1="dk1" bg2="lt2" tx2="dk2" accent1="accent1" accent2="accent2" accent3="accent3" accent4="accent4" accent5="accent5" accent6="accent6" hlink="hlink" folHlink="folHlink"/>
  <p:sldLayoutIdLst>
    <p:sldLayoutId id="2147483699" r:id="rId2"/>
  </p:sldLayoutIdLst>
</p:sldMaster>
</file>

<file path=ppt/slideMasters/slideMaster27.xml><?xml version="1.0" encoding="utf-8"?>
<p:sldMaster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701" r:id="rId2"/>
  </p:sldLayoutIdLst>
</p:sldMaster>
</file>

<file path=ppt/slideMasters/slideMaster28.xml><?xml version="1.0" encoding="utf-8"?>
<p:sldMaster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9" name="PlaceHolder 1"/>
          <p:cNvSpPr>
            <a:spLocks noGrp="1"/>
          </p:cNvSpPr>
          <p:nvPr>
            <p:ph type="title"/>
          </p:nvPr>
        </p:nvSpPr>
        <p:spPr>
          <a:xfrm>
            <a:off x="838080" y="365040"/>
            <a:ext cx="10514520" cy="13244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ctr">
            <a:noAutofit/>
          </a:bodyPr>
          <a:p>
            <a:pPr indent="0">
              <a:buNone/>
            </a:pPr>
            <a:r>
              <a:rPr b="0" lang="de-DE" sz="1800" strike="noStrike" u="none">
                <a:solidFill>
                  <a:srgbClr val="000000"/>
                </a:solidFill>
                <a:uFillTx/>
                <a:latin typeface="Arial"/>
              </a:rPr>
              <a:t>Format des Titeltextes durch Klicken bearbeiten</a:t>
            </a:r>
            <a:endParaRPr b="0" lang="de-DE" sz="1800" strike="noStrike" u="none">
              <a:solidFill>
                <a:srgbClr val="000000"/>
              </a:solidFill>
              <a:uFillTx/>
              <a:latin typeface="Arial"/>
            </a:endParaRPr>
          </a:p>
        </p:txBody>
      </p:sp>
      <p:sp>
        <p:nvSpPr>
          <p:cNvPr id="90" name="PlaceHolder 2"/>
          <p:cNvSpPr>
            <a:spLocks noGrp="1"/>
          </p:cNvSpPr>
          <p:nvPr>
            <p:ph type="body"/>
          </p:nvPr>
        </p:nvSpPr>
        <p:spPr>
          <a:xfrm>
            <a:off x="838080" y="1825560"/>
            <a:ext cx="10514520" cy="43502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marL="432000" indent="-324000">
              <a:spcBef>
                <a:spcPts val="1417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de-DE" sz="1800" strike="noStrike" u="none">
                <a:solidFill>
                  <a:srgbClr val="000000"/>
                </a:solidFill>
                <a:uFillTx/>
                <a:latin typeface="Arial"/>
              </a:rPr>
              <a:t>Format des Gliederungstextes durch Klicken bearbeiten</a:t>
            </a:r>
            <a:endParaRPr b="0" lang="de-DE" sz="1800" strike="noStrike" u="none">
              <a:solidFill>
                <a:srgbClr val="000000"/>
              </a:solidFill>
              <a:uFillTx/>
              <a:latin typeface="Arial"/>
            </a:endParaRPr>
          </a:p>
          <a:p>
            <a:pPr lvl="1" marL="864000" indent="-324000">
              <a:spcBef>
                <a:spcPts val="1134"/>
              </a:spcBef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b="0" lang="de-DE" sz="1800" strike="noStrike" u="none">
                <a:solidFill>
                  <a:srgbClr val="000000"/>
                </a:solidFill>
                <a:uFillTx/>
                <a:latin typeface="Arial"/>
              </a:rPr>
              <a:t>Zweite Gliederungsebene</a:t>
            </a:r>
            <a:endParaRPr b="0" lang="de-DE" sz="1800" strike="noStrike" u="none">
              <a:solidFill>
                <a:srgbClr val="000000"/>
              </a:solidFill>
              <a:uFillTx/>
              <a:latin typeface="Arial"/>
            </a:endParaRPr>
          </a:p>
          <a:p>
            <a:pPr lvl="2" marL="1296000" indent="-288000">
              <a:spcBef>
                <a:spcPts val="850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de-DE" sz="1800" strike="noStrike" u="none">
                <a:solidFill>
                  <a:srgbClr val="000000"/>
                </a:solidFill>
                <a:uFillTx/>
                <a:latin typeface="Arial"/>
              </a:rPr>
              <a:t>Dritte Gliederungsebene</a:t>
            </a:r>
            <a:endParaRPr b="0" lang="de-DE" sz="1800" strike="noStrike" u="none">
              <a:solidFill>
                <a:srgbClr val="000000"/>
              </a:solidFill>
              <a:uFillTx/>
              <a:latin typeface="Arial"/>
            </a:endParaRPr>
          </a:p>
          <a:p>
            <a:pPr lvl="3" marL="1728000" indent="-216000">
              <a:spcBef>
                <a:spcPts val="567"/>
              </a:spcBef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b="0" lang="de-DE" sz="1800" strike="noStrike" u="none">
                <a:solidFill>
                  <a:srgbClr val="000000"/>
                </a:solidFill>
                <a:uFillTx/>
                <a:latin typeface="Arial"/>
              </a:rPr>
              <a:t>Vierte Gliederungsebene</a:t>
            </a:r>
            <a:endParaRPr b="0" lang="de-DE" sz="1800" strike="noStrike" u="none">
              <a:solidFill>
                <a:srgbClr val="000000"/>
              </a:solidFill>
              <a:uFillTx/>
              <a:latin typeface="Arial"/>
            </a:endParaRPr>
          </a:p>
          <a:p>
            <a:pPr lvl="4" marL="2160000" indent="-216000"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de-DE" sz="1800" strike="noStrike" u="none">
                <a:solidFill>
                  <a:srgbClr val="000000"/>
                </a:solidFill>
                <a:uFillTx/>
                <a:latin typeface="Arial"/>
              </a:rPr>
              <a:t>Fünfte Gliederungsebene</a:t>
            </a:r>
            <a:endParaRPr b="0" lang="de-DE" sz="1800" strike="noStrike" u="none">
              <a:solidFill>
                <a:srgbClr val="000000"/>
              </a:solidFill>
              <a:uFillTx/>
              <a:latin typeface="Arial"/>
            </a:endParaRPr>
          </a:p>
          <a:p>
            <a:pPr lvl="5" marL="2592000" indent="-216000"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de-DE" sz="1800" strike="noStrike" u="none">
                <a:solidFill>
                  <a:srgbClr val="000000"/>
                </a:solidFill>
                <a:uFillTx/>
                <a:latin typeface="Arial"/>
              </a:rPr>
              <a:t>Sechste Gliederungsebene</a:t>
            </a:r>
            <a:endParaRPr b="0" lang="de-DE" sz="1800" strike="noStrike" u="none">
              <a:solidFill>
                <a:srgbClr val="000000"/>
              </a:solidFill>
              <a:uFillTx/>
              <a:latin typeface="Arial"/>
            </a:endParaRPr>
          </a:p>
          <a:p>
            <a:pPr lvl="6" marL="3024000" indent="-216000"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de-DE" sz="1800" strike="noStrike" u="none">
                <a:solidFill>
                  <a:srgbClr val="000000"/>
                </a:solidFill>
                <a:uFillTx/>
                <a:latin typeface="Arial"/>
              </a:rPr>
              <a:t>Siebte Gliederungsebene</a:t>
            </a:r>
            <a:endParaRPr b="0" lang="de-DE" sz="1800" strike="noStrike" u="none">
              <a:solidFill>
                <a:srgbClr val="000000"/>
              </a:solidFill>
              <a:uFillTx/>
              <a:latin typeface="Arial"/>
            </a:endParaRPr>
          </a:p>
        </p:txBody>
      </p:sp>
    </p:spTree>
  </p:cSld>
  <p:clrMap bg1="lt1" tx1="dk1" bg2="lt2" tx2="dk2" accent1="accent1" accent2="accent2" accent3="accent3" accent4="accent4" accent5="accent5" accent6="accent6" hlink="hlink" folHlink="folHlink"/>
  <p:sldLayoutIdLst>
    <p:sldLayoutId id="2147483703" r:id="rId2"/>
  </p:sldLayoutIdLst>
</p:sldMaster>
</file>

<file path=ppt/slideMasters/slideMaster29.xml><?xml version="1.0" encoding="utf-8"?>
<p:sldMaster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705" r:id="rId2"/>
  </p:sldLayoutIdLst>
</p:sldMaster>
</file>

<file path=ppt/slideMasters/slideMaster30.xml><?xml version="1.0" encoding="utf-8"?>
<p:sldMaster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707" r:id="rId2"/>
  </p:sldLayoutIdLst>
</p:sldMaster>
</file>

<file path=ppt/slideMasters/slideMaster31.xml><?xml version="1.0" encoding="utf-8"?>
<p:sldMaster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3" name="PlaceHolder 1"/>
          <p:cNvSpPr>
            <a:spLocks noGrp="1"/>
          </p:cNvSpPr>
          <p:nvPr>
            <p:ph type="title"/>
          </p:nvPr>
        </p:nvSpPr>
        <p:spPr>
          <a:xfrm>
            <a:off x="838080" y="365040"/>
            <a:ext cx="10514520" cy="13244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ctr">
            <a:noAutofit/>
          </a:bodyPr>
          <a:p>
            <a:pPr indent="0">
              <a:buNone/>
            </a:pPr>
            <a:r>
              <a:rPr b="0" lang="de-DE" sz="1800" strike="noStrike" u="none">
                <a:solidFill>
                  <a:srgbClr val="000000"/>
                </a:solidFill>
                <a:uFillTx/>
                <a:latin typeface="Arial"/>
              </a:rPr>
              <a:t>Format des Titeltextes durch Klicken bearbeiten</a:t>
            </a:r>
            <a:endParaRPr b="0" lang="de-DE" sz="1800" strike="noStrike" u="none">
              <a:solidFill>
                <a:srgbClr val="000000"/>
              </a:solidFill>
              <a:uFillTx/>
              <a:latin typeface="Arial"/>
            </a:endParaRPr>
          </a:p>
        </p:txBody>
      </p:sp>
    </p:spTree>
  </p:cSld>
  <p:clrMap bg1="lt1" tx1="dk1" bg2="lt2" tx2="dk2" accent1="accent1" accent2="accent2" accent3="accent3" accent4="accent4" accent5="accent5" accent6="accent6" hlink="hlink" folHlink="folHlink"/>
  <p:sldLayoutIdLst>
    <p:sldLayoutId id="2147483709" r:id="rId2"/>
  </p:sldLayoutIdLst>
</p:sldMaster>
</file>

<file path=ppt/slideMasters/slideMaster32.xml><?xml version="1.0" encoding="utf-8"?>
<p:sldMaster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6" name="PlaceHolder 1"/>
          <p:cNvSpPr>
            <a:spLocks noGrp="1"/>
          </p:cNvSpPr>
          <p:nvPr>
            <p:ph type="title"/>
          </p:nvPr>
        </p:nvSpPr>
        <p:spPr>
          <a:xfrm>
            <a:off x="838080" y="365040"/>
            <a:ext cx="10514520" cy="13244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ctr">
            <a:noAutofit/>
          </a:bodyPr>
          <a:p>
            <a:pPr indent="0">
              <a:buNone/>
            </a:pPr>
            <a:r>
              <a:rPr b="0" lang="de-DE" sz="1800" strike="noStrike" u="none">
                <a:solidFill>
                  <a:srgbClr val="000000"/>
                </a:solidFill>
                <a:uFillTx/>
                <a:latin typeface="Arial"/>
              </a:rPr>
              <a:t>Format des Titeltextes durch Klicken bearbeiten</a:t>
            </a:r>
            <a:endParaRPr b="0" lang="de-DE" sz="1800" strike="noStrike" u="none">
              <a:solidFill>
                <a:srgbClr val="000000"/>
              </a:solidFill>
              <a:uFillTx/>
              <a:latin typeface="Arial"/>
            </a:endParaRPr>
          </a:p>
        </p:txBody>
      </p:sp>
      <p:sp>
        <p:nvSpPr>
          <p:cNvPr id="97" name="PlaceHolder 2"/>
          <p:cNvSpPr>
            <a:spLocks noGrp="1"/>
          </p:cNvSpPr>
          <p:nvPr>
            <p:ph type="body"/>
          </p:nvPr>
        </p:nvSpPr>
        <p:spPr>
          <a:xfrm>
            <a:off x="838080" y="1825560"/>
            <a:ext cx="10514520" cy="43502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marL="432000" indent="-324000">
              <a:spcBef>
                <a:spcPts val="1417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de-DE" sz="1800" strike="noStrike" u="none">
                <a:solidFill>
                  <a:srgbClr val="000000"/>
                </a:solidFill>
                <a:uFillTx/>
                <a:latin typeface="Arial"/>
              </a:rPr>
              <a:t>Format des Gliederungstextes durch Klicken bearbeiten</a:t>
            </a:r>
            <a:endParaRPr b="0" lang="de-DE" sz="1800" strike="noStrike" u="none">
              <a:solidFill>
                <a:srgbClr val="000000"/>
              </a:solidFill>
              <a:uFillTx/>
              <a:latin typeface="Arial"/>
            </a:endParaRPr>
          </a:p>
          <a:p>
            <a:pPr lvl="1" marL="864000" indent="-324000">
              <a:spcBef>
                <a:spcPts val="1134"/>
              </a:spcBef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b="0" lang="de-DE" sz="1800" strike="noStrike" u="none">
                <a:solidFill>
                  <a:srgbClr val="000000"/>
                </a:solidFill>
                <a:uFillTx/>
                <a:latin typeface="Arial"/>
              </a:rPr>
              <a:t>Zweite Gliederungsebene</a:t>
            </a:r>
            <a:endParaRPr b="0" lang="de-DE" sz="1800" strike="noStrike" u="none">
              <a:solidFill>
                <a:srgbClr val="000000"/>
              </a:solidFill>
              <a:uFillTx/>
              <a:latin typeface="Arial"/>
            </a:endParaRPr>
          </a:p>
          <a:p>
            <a:pPr lvl="2" marL="1296000" indent="-288000">
              <a:spcBef>
                <a:spcPts val="850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de-DE" sz="1800" strike="noStrike" u="none">
                <a:solidFill>
                  <a:srgbClr val="000000"/>
                </a:solidFill>
                <a:uFillTx/>
                <a:latin typeface="Arial"/>
              </a:rPr>
              <a:t>Dritte Gliederungsebene</a:t>
            </a:r>
            <a:endParaRPr b="0" lang="de-DE" sz="1800" strike="noStrike" u="none">
              <a:solidFill>
                <a:srgbClr val="000000"/>
              </a:solidFill>
              <a:uFillTx/>
              <a:latin typeface="Arial"/>
            </a:endParaRPr>
          </a:p>
          <a:p>
            <a:pPr lvl="3" marL="1728000" indent="-216000">
              <a:spcBef>
                <a:spcPts val="567"/>
              </a:spcBef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b="0" lang="de-DE" sz="1800" strike="noStrike" u="none">
                <a:solidFill>
                  <a:srgbClr val="000000"/>
                </a:solidFill>
                <a:uFillTx/>
                <a:latin typeface="Arial"/>
              </a:rPr>
              <a:t>Vierte Gliederungsebene</a:t>
            </a:r>
            <a:endParaRPr b="0" lang="de-DE" sz="1800" strike="noStrike" u="none">
              <a:solidFill>
                <a:srgbClr val="000000"/>
              </a:solidFill>
              <a:uFillTx/>
              <a:latin typeface="Arial"/>
            </a:endParaRPr>
          </a:p>
          <a:p>
            <a:pPr lvl="4" marL="2160000" indent="-216000"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de-DE" sz="1800" strike="noStrike" u="none">
                <a:solidFill>
                  <a:srgbClr val="000000"/>
                </a:solidFill>
                <a:uFillTx/>
                <a:latin typeface="Arial"/>
              </a:rPr>
              <a:t>Fünfte Gliederungsebene</a:t>
            </a:r>
            <a:endParaRPr b="0" lang="de-DE" sz="1800" strike="noStrike" u="none">
              <a:solidFill>
                <a:srgbClr val="000000"/>
              </a:solidFill>
              <a:uFillTx/>
              <a:latin typeface="Arial"/>
            </a:endParaRPr>
          </a:p>
          <a:p>
            <a:pPr lvl="5" marL="2592000" indent="-216000"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de-DE" sz="1800" strike="noStrike" u="none">
                <a:solidFill>
                  <a:srgbClr val="000000"/>
                </a:solidFill>
                <a:uFillTx/>
                <a:latin typeface="Arial"/>
              </a:rPr>
              <a:t>Sechste Gliederungsebene</a:t>
            </a:r>
            <a:endParaRPr b="0" lang="de-DE" sz="1800" strike="noStrike" u="none">
              <a:solidFill>
                <a:srgbClr val="000000"/>
              </a:solidFill>
              <a:uFillTx/>
              <a:latin typeface="Arial"/>
            </a:endParaRPr>
          </a:p>
          <a:p>
            <a:pPr lvl="6" marL="3024000" indent="-216000"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de-DE" sz="1800" strike="noStrike" u="none">
                <a:solidFill>
                  <a:srgbClr val="000000"/>
                </a:solidFill>
                <a:uFillTx/>
                <a:latin typeface="Arial"/>
              </a:rPr>
              <a:t>Siebte Gliederungsebene</a:t>
            </a:r>
            <a:endParaRPr b="0" lang="de-DE" sz="1800" strike="noStrike" u="none">
              <a:solidFill>
                <a:srgbClr val="000000"/>
              </a:solidFill>
              <a:uFillTx/>
              <a:latin typeface="Arial"/>
            </a:endParaRPr>
          </a:p>
        </p:txBody>
      </p:sp>
    </p:spTree>
  </p:cSld>
  <p:clrMap bg1="lt1" tx1="dk1" bg2="lt2" tx2="dk2" accent1="accent1" accent2="accent2" accent3="accent3" accent4="accent4" accent5="accent5" accent6="accent6" hlink="hlink" folHlink="folHlink"/>
  <p:sldLayoutIdLst>
    <p:sldLayoutId id="2147483711" r:id="rId2"/>
    <p:sldLayoutId id="2147483712" r:id="rId3"/>
    <p:sldLayoutId id="2147483713" r:id="rId4"/>
    <p:sldLayoutId id="2147483714" r:id="rId5"/>
    <p:sldLayoutId id="2147483715" r:id="rId6"/>
    <p:sldLayoutId id="2147483716" r:id="rId7"/>
    <p:sldLayoutId id="2147483717" r:id="rId8"/>
    <p:sldLayoutId id="2147483718" r:id="rId9"/>
  </p:sldLayoutIdLst>
</p:sldMaster>
</file>

<file path=ppt/slideMasters/slideMaster33.xml><?xml version="1.0" encoding="utf-8"?>
<p:sldMaster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8" name="PlaceHolder 1"/>
          <p:cNvSpPr>
            <a:spLocks noGrp="1"/>
          </p:cNvSpPr>
          <p:nvPr>
            <p:ph type="ftr" idx="43"/>
          </p:nvPr>
        </p:nvSpPr>
        <p:spPr>
          <a:xfrm>
            <a:off x="4038480" y="6356520"/>
            <a:ext cx="4113720" cy="36396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ctr">
            <a:noAutofit/>
          </a:bodyPr>
          <a:lstStyle>
            <a:lvl1pPr indent="0" algn="ctr">
              <a:lnSpc>
                <a:spcPct val="100000"/>
              </a:lnSpc>
              <a:buNone/>
              <a:tabLst>
                <a:tab algn="l" pos="0"/>
              </a:tabLst>
              <a:defRPr b="0" lang="de-DE" sz="1400" strike="noStrike" u="none">
                <a:solidFill>
                  <a:srgbClr val="000000"/>
                </a:solidFill>
                <a:uFillTx/>
                <a:latin typeface="Times New Roman"/>
              </a:defRPr>
            </a:lvl1pPr>
          </a:lstStyle>
          <a:p>
            <a:pPr indent="0" algn="ctr">
              <a:lnSpc>
                <a:spcPct val="100000"/>
              </a:lnSpc>
              <a:buNone/>
              <a:tabLst>
                <a:tab algn="l" pos="0"/>
              </a:tabLst>
            </a:pPr>
            <a:r>
              <a:rPr b="0" lang="de-DE" sz="1400" strike="noStrike" u="none">
                <a:solidFill>
                  <a:srgbClr val="000000"/>
                </a:solidFill>
                <a:uFillTx/>
                <a:latin typeface="Times New Roman"/>
              </a:rPr>
              <a:t> </a:t>
            </a:r>
            <a:endParaRPr b="0" lang="de-DE" sz="1400" strike="noStrike" u="none">
              <a:solidFill>
                <a:srgbClr val="000000"/>
              </a:solidFill>
              <a:uFillTx/>
              <a:latin typeface="Times New Roman"/>
            </a:endParaRPr>
          </a:p>
        </p:txBody>
      </p:sp>
      <p:sp>
        <p:nvSpPr>
          <p:cNvPr id="109" name="PlaceHolder 2"/>
          <p:cNvSpPr>
            <a:spLocks noGrp="1"/>
          </p:cNvSpPr>
          <p:nvPr>
            <p:ph type="sldNum" idx="44"/>
          </p:nvPr>
        </p:nvSpPr>
        <p:spPr>
          <a:xfrm>
            <a:off x="8610480" y="6356520"/>
            <a:ext cx="2742120" cy="36396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ctr">
            <a:noAutofit/>
          </a:bodyPr>
          <a:lstStyle>
            <a:lvl1pPr indent="0" algn="r" defTabSz="914400">
              <a:lnSpc>
                <a:spcPct val="100000"/>
              </a:lnSpc>
              <a:buNone/>
              <a:tabLst>
                <a:tab algn="l" pos="0"/>
              </a:tabLst>
              <a:defRPr b="0" lang="de-DE" sz="1200" strike="noStrike" u="none">
                <a:solidFill>
                  <a:schemeClr val="dk1">
                    <a:tint val="75000"/>
                  </a:schemeClr>
                </a:solidFill>
                <a:uFillTx/>
                <a:latin typeface="Calibri"/>
              </a:defRPr>
            </a:lvl1pPr>
          </a:lstStyle>
          <a:p>
            <a:pPr indent="0" algn="r" defTabSz="914400">
              <a:lnSpc>
                <a:spcPct val="100000"/>
              </a:lnSpc>
              <a:buNone/>
              <a:tabLst>
                <a:tab algn="l" pos="0"/>
              </a:tabLst>
            </a:pPr>
            <a:fld id="{EFE2E7A4-D63D-4104-A912-3C53C63F87DA}" type="slidenum">
              <a:rPr b="0" lang="de-DE" sz="1200" strike="noStrike" u="none">
                <a:solidFill>
                  <a:schemeClr val="dk1">
                    <a:tint val="75000"/>
                  </a:schemeClr>
                </a:solidFill>
                <a:uFillTx/>
                <a:latin typeface="Calibri"/>
              </a:rPr>
              <a:t>1</a:t>
            </a:fld>
            <a:endParaRPr b="0" lang="de-DE" sz="1200" strike="noStrike" u="none">
              <a:solidFill>
                <a:srgbClr val="000000"/>
              </a:solidFill>
              <a:uFillTx/>
              <a:latin typeface="Times New Roman"/>
            </a:endParaRPr>
          </a:p>
        </p:txBody>
      </p:sp>
      <p:sp>
        <p:nvSpPr>
          <p:cNvPr id="110" name="PlaceHolder 3"/>
          <p:cNvSpPr>
            <a:spLocks noGrp="1"/>
          </p:cNvSpPr>
          <p:nvPr>
            <p:ph type="dt" idx="45"/>
          </p:nvPr>
        </p:nvSpPr>
        <p:spPr>
          <a:xfrm>
            <a:off x="838080" y="6356520"/>
            <a:ext cx="2742120" cy="36396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ctr">
            <a:noAutofit/>
          </a:bodyPr>
          <a:lstStyle>
            <a:lvl1pPr indent="0">
              <a:buNone/>
              <a:defRPr b="0" lang="de-DE" sz="1400" strike="noStrike" u="none">
                <a:solidFill>
                  <a:srgbClr val="000000"/>
                </a:solidFill>
                <a:uFillTx/>
                <a:latin typeface="Times New Roman"/>
              </a:defRPr>
            </a:lvl1pPr>
          </a:lstStyle>
          <a:p>
            <a:pPr indent="0">
              <a:buNone/>
            </a:pPr>
            <a:r>
              <a:rPr b="0" lang="de-DE" sz="1400" strike="noStrike" u="none">
                <a:solidFill>
                  <a:srgbClr val="000000"/>
                </a:solidFill>
                <a:uFillTx/>
                <a:latin typeface="Times New Roman"/>
              </a:rPr>
              <a:t> </a:t>
            </a:r>
            <a:endParaRPr b="0" lang="de-DE" sz="1400" strike="noStrike" u="none">
              <a:solidFill>
                <a:srgbClr val="000000"/>
              </a:solidFill>
              <a:uFillTx/>
              <a:latin typeface="Times New Roman"/>
            </a:endParaRPr>
          </a:p>
        </p:txBody>
      </p:sp>
      <p:sp>
        <p:nvSpPr>
          <p:cNvPr id="111" name="PlaceHolder 4"/>
          <p:cNvSpPr>
            <a:spLocks noGrp="1"/>
          </p:cNvSpPr>
          <p:nvPr>
            <p:ph type="title"/>
          </p:nvPr>
        </p:nvSpPr>
        <p:spPr>
          <a:xfrm>
            <a:off x="609480" y="273600"/>
            <a:ext cx="10972440" cy="114480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ctr">
            <a:noAutofit/>
          </a:bodyPr>
          <a:p>
            <a:pPr indent="0" algn="ctr">
              <a:buNone/>
            </a:pPr>
            <a:r>
              <a:rPr b="0" lang="de-DE" sz="4400" strike="noStrike" u="none">
                <a:solidFill>
                  <a:srgbClr val="000000"/>
                </a:solidFill>
                <a:uFillTx/>
                <a:latin typeface="Arial"/>
              </a:rPr>
              <a:t>Format des Titeltextes durch Klicken bearbeiten</a:t>
            </a:r>
            <a:endParaRPr b="0" lang="de-DE" sz="4400" strike="noStrike" u="none">
              <a:solidFill>
                <a:srgbClr val="000000"/>
              </a:solidFill>
              <a:uFillTx/>
              <a:latin typeface="Arial"/>
            </a:endParaRPr>
          </a:p>
        </p:txBody>
      </p:sp>
      <p:sp>
        <p:nvSpPr>
          <p:cNvPr id="112" name="PlaceHolder 5"/>
          <p:cNvSpPr>
            <a:spLocks noGrp="1"/>
          </p:cNvSpPr>
          <p:nvPr>
            <p:ph type="body"/>
          </p:nvPr>
        </p:nvSpPr>
        <p:spPr>
          <a:xfrm>
            <a:off x="609480" y="1604520"/>
            <a:ext cx="10972440" cy="397728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marL="432000" indent="-324000">
              <a:spcBef>
                <a:spcPts val="1417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de-DE" sz="3200" strike="noStrike" u="none">
                <a:solidFill>
                  <a:srgbClr val="000000"/>
                </a:solidFill>
                <a:uFillTx/>
                <a:latin typeface="Arial"/>
              </a:rPr>
              <a:t>Format des Gliederungstextes durch Klicken bearbeiten</a:t>
            </a:r>
            <a:endParaRPr b="0" lang="de-DE" sz="3200" strike="noStrike" u="none">
              <a:solidFill>
                <a:srgbClr val="000000"/>
              </a:solidFill>
              <a:uFillTx/>
              <a:latin typeface="Arial"/>
            </a:endParaRPr>
          </a:p>
          <a:p>
            <a:pPr lvl="1" marL="864000" indent="-324000">
              <a:spcBef>
                <a:spcPts val="1134"/>
              </a:spcBef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b="0" lang="de-DE" sz="2800" strike="noStrike" u="none">
                <a:solidFill>
                  <a:srgbClr val="000000"/>
                </a:solidFill>
                <a:uFillTx/>
                <a:latin typeface="Arial"/>
              </a:rPr>
              <a:t>Zweite Gliederungsebene</a:t>
            </a:r>
            <a:endParaRPr b="0" lang="de-DE" sz="2800" strike="noStrike" u="none">
              <a:solidFill>
                <a:srgbClr val="000000"/>
              </a:solidFill>
              <a:uFillTx/>
              <a:latin typeface="Arial"/>
            </a:endParaRPr>
          </a:p>
          <a:p>
            <a:pPr lvl="2" marL="1296000" indent="-288000">
              <a:spcBef>
                <a:spcPts val="850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de-DE" sz="2400" strike="noStrike" u="none">
                <a:solidFill>
                  <a:srgbClr val="000000"/>
                </a:solidFill>
                <a:uFillTx/>
                <a:latin typeface="Arial"/>
              </a:rPr>
              <a:t>Dritte Gliederungsebene</a:t>
            </a:r>
            <a:endParaRPr b="0" lang="de-DE" sz="2400" strike="noStrike" u="none">
              <a:solidFill>
                <a:srgbClr val="000000"/>
              </a:solidFill>
              <a:uFillTx/>
              <a:latin typeface="Arial"/>
            </a:endParaRPr>
          </a:p>
          <a:p>
            <a:pPr lvl="3" marL="1728000" indent="-216000">
              <a:spcBef>
                <a:spcPts val="567"/>
              </a:spcBef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b="0" lang="de-DE" sz="2000" strike="noStrike" u="none">
                <a:solidFill>
                  <a:srgbClr val="000000"/>
                </a:solidFill>
                <a:uFillTx/>
                <a:latin typeface="Arial"/>
              </a:rPr>
              <a:t>Vierte Gliederungsebene</a:t>
            </a:r>
            <a:endParaRPr b="0" lang="de-DE" sz="2000" strike="noStrike" u="none">
              <a:solidFill>
                <a:srgbClr val="000000"/>
              </a:solidFill>
              <a:uFillTx/>
              <a:latin typeface="Arial"/>
            </a:endParaRPr>
          </a:p>
          <a:p>
            <a:pPr lvl="4" marL="2160000" indent="-216000"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de-DE" sz="2000" strike="noStrike" u="none">
                <a:solidFill>
                  <a:srgbClr val="000000"/>
                </a:solidFill>
                <a:uFillTx/>
                <a:latin typeface="Arial"/>
              </a:rPr>
              <a:t>Fünfte Gliederungsebene</a:t>
            </a:r>
            <a:endParaRPr b="0" lang="de-DE" sz="2000" strike="noStrike" u="none">
              <a:solidFill>
                <a:srgbClr val="000000"/>
              </a:solidFill>
              <a:uFillTx/>
              <a:latin typeface="Arial"/>
            </a:endParaRPr>
          </a:p>
          <a:p>
            <a:pPr lvl="5" marL="2592000" indent="-216000"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de-DE" sz="2000" strike="noStrike" u="none">
                <a:solidFill>
                  <a:srgbClr val="000000"/>
                </a:solidFill>
                <a:uFillTx/>
                <a:latin typeface="Arial"/>
              </a:rPr>
              <a:t>Sechste Gliederungsebene</a:t>
            </a:r>
            <a:endParaRPr b="0" lang="de-DE" sz="2000" strike="noStrike" u="none">
              <a:solidFill>
                <a:srgbClr val="000000"/>
              </a:solidFill>
              <a:uFillTx/>
              <a:latin typeface="Arial"/>
            </a:endParaRPr>
          </a:p>
          <a:p>
            <a:pPr lvl="6" marL="3024000" indent="-216000"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de-DE" sz="2000" strike="noStrike" u="none">
                <a:solidFill>
                  <a:srgbClr val="000000"/>
                </a:solidFill>
                <a:uFillTx/>
                <a:latin typeface="Arial"/>
              </a:rPr>
              <a:t>Siebte Gliederungsebene</a:t>
            </a:r>
            <a:endParaRPr b="0" lang="de-DE" sz="2000" strike="noStrike" u="none">
              <a:solidFill>
                <a:srgbClr val="000000"/>
              </a:solidFill>
              <a:uFillTx/>
              <a:latin typeface="Arial"/>
            </a:endParaRPr>
          </a:p>
        </p:txBody>
      </p:sp>
    </p:spTree>
  </p:cSld>
  <p:clrMap bg1="lt1" tx1="dk1" bg2="lt2" tx2="dk2" accent1="accent1" accent2="accent2" accent3="accent3" accent4="accent4" accent5="accent5" accent6="accent6" hlink="hlink" folHlink="folHlink"/>
  <p:sldLayoutIdLst>
    <p:sldLayoutId id="2147483720" r:id="rId2"/>
  </p:sldLayoutIdLst>
</p:sldMaster>
</file>

<file path=ppt/slideMasters/slideMaster34.xml><?xml version="1.0" encoding="utf-8"?>
<p:sldMaster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3" name="PlaceHolder 1"/>
          <p:cNvSpPr>
            <a:spLocks noGrp="1"/>
          </p:cNvSpPr>
          <p:nvPr>
            <p:ph type="title"/>
          </p:nvPr>
        </p:nvSpPr>
        <p:spPr>
          <a:xfrm>
            <a:off x="838080" y="365040"/>
            <a:ext cx="10514520" cy="13244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ctr">
            <a:noAutofit/>
          </a:bodyPr>
          <a:p>
            <a:pPr indent="0">
              <a:buNone/>
            </a:pPr>
            <a:r>
              <a:rPr b="0" lang="de-DE" sz="1800" strike="noStrike" u="none">
                <a:solidFill>
                  <a:srgbClr val="000000"/>
                </a:solidFill>
                <a:uFillTx/>
                <a:latin typeface="Arial"/>
              </a:rPr>
              <a:t>Format des Titeltextes durch Klicken bearbeiten</a:t>
            </a:r>
            <a:endParaRPr b="0" lang="de-DE" sz="1800" strike="noStrike" u="none">
              <a:solidFill>
                <a:srgbClr val="000000"/>
              </a:solidFill>
              <a:uFillTx/>
              <a:latin typeface="Arial"/>
            </a:endParaRPr>
          </a:p>
        </p:txBody>
      </p:sp>
      <p:sp>
        <p:nvSpPr>
          <p:cNvPr id="114" name="PlaceHolder 2"/>
          <p:cNvSpPr>
            <a:spLocks noGrp="1"/>
          </p:cNvSpPr>
          <p:nvPr>
            <p:ph type="body"/>
          </p:nvPr>
        </p:nvSpPr>
        <p:spPr>
          <a:xfrm>
            <a:off x="838080" y="1825560"/>
            <a:ext cx="5130720" cy="43502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marL="432000" indent="-324000">
              <a:spcBef>
                <a:spcPts val="1417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de-DE" sz="1800" strike="noStrike" u="none">
                <a:solidFill>
                  <a:srgbClr val="000000"/>
                </a:solidFill>
                <a:uFillTx/>
                <a:latin typeface="Arial"/>
              </a:rPr>
              <a:t>Format des Gliederungstextes durch Klicken bearbeiten</a:t>
            </a:r>
            <a:endParaRPr b="0" lang="de-DE" sz="1800" strike="noStrike" u="none">
              <a:solidFill>
                <a:srgbClr val="000000"/>
              </a:solidFill>
              <a:uFillTx/>
              <a:latin typeface="Arial"/>
            </a:endParaRPr>
          </a:p>
          <a:p>
            <a:pPr lvl="1" marL="864000" indent="-324000">
              <a:spcBef>
                <a:spcPts val="1134"/>
              </a:spcBef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b="0" lang="de-DE" sz="1800" strike="noStrike" u="none">
                <a:solidFill>
                  <a:srgbClr val="000000"/>
                </a:solidFill>
                <a:uFillTx/>
                <a:latin typeface="Arial"/>
              </a:rPr>
              <a:t>Zweite Gliederungsebene</a:t>
            </a:r>
            <a:endParaRPr b="0" lang="de-DE" sz="1800" strike="noStrike" u="none">
              <a:solidFill>
                <a:srgbClr val="000000"/>
              </a:solidFill>
              <a:uFillTx/>
              <a:latin typeface="Arial"/>
            </a:endParaRPr>
          </a:p>
          <a:p>
            <a:pPr lvl="2" marL="1296000" indent="-288000">
              <a:spcBef>
                <a:spcPts val="850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de-DE" sz="1800" strike="noStrike" u="none">
                <a:solidFill>
                  <a:srgbClr val="000000"/>
                </a:solidFill>
                <a:uFillTx/>
                <a:latin typeface="Arial"/>
              </a:rPr>
              <a:t>Dritte Gliederungsebene</a:t>
            </a:r>
            <a:endParaRPr b="0" lang="de-DE" sz="1800" strike="noStrike" u="none">
              <a:solidFill>
                <a:srgbClr val="000000"/>
              </a:solidFill>
              <a:uFillTx/>
              <a:latin typeface="Arial"/>
            </a:endParaRPr>
          </a:p>
          <a:p>
            <a:pPr lvl="3" marL="1728000" indent="-216000">
              <a:spcBef>
                <a:spcPts val="567"/>
              </a:spcBef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b="0" lang="de-DE" sz="1800" strike="noStrike" u="none">
                <a:solidFill>
                  <a:srgbClr val="000000"/>
                </a:solidFill>
                <a:uFillTx/>
                <a:latin typeface="Arial"/>
              </a:rPr>
              <a:t>Vierte Gliederungsebene</a:t>
            </a:r>
            <a:endParaRPr b="0" lang="de-DE" sz="1800" strike="noStrike" u="none">
              <a:solidFill>
                <a:srgbClr val="000000"/>
              </a:solidFill>
              <a:uFillTx/>
              <a:latin typeface="Arial"/>
            </a:endParaRPr>
          </a:p>
          <a:p>
            <a:pPr lvl="4" marL="2160000" indent="-216000"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de-DE" sz="1800" strike="noStrike" u="none">
                <a:solidFill>
                  <a:srgbClr val="000000"/>
                </a:solidFill>
                <a:uFillTx/>
                <a:latin typeface="Arial"/>
              </a:rPr>
              <a:t>Fünfte Gliederungsebene</a:t>
            </a:r>
            <a:endParaRPr b="0" lang="de-DE" sz="1800" strike="noStrike" u="none">
              <a:solidFill>
                <a:srgbClr val="000000"/>
              </a:solidFill>
              <a:uFillTx/>
              <a:latin typeface="Arial"/>
            </a:endParaRPr>
          </a:p>
          <a:p>
            <a:pPr lvl="5" marL="2592000" indent="-216000"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de-DE" sz="1800" strike="noStrike" u="none">
                <a:solidFill>
                  <a:srgbClr val="000000"/>
                </a:solidFill>
                <a:uFillTx/>
                <a:latin typeface="Arial"/>
              </a:rPr>
              <a:t>Sechste Gliederungsebene</a:t>
            </a:r>
            <a:endParaRPr b="0" lang="de-DE" sz="1800" strike="noStrike" u="none">
              <a:solidFill>
                <a:srgbClr val="000000"/>
              </a:solidFill>
              <a:uFillTx/>
              <a:latin typeface="Arial"/>
            </a:endParaRPr>
          </a:p>
          <a:p>
            <a:pPr lvl="6" marL="3024000" indent="-216000"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de-DE" sz="1800" strike="noStrike" u="none">
                <a:solidFill>
                  <a:srgbClr val="000000"/>
                </a:solidFill>
                <a:uFillTx/>
                <a:latin typeface="Arial"/>
              </a:rPr>
              <a:t>Siebte Gliederungsebene</a:t>
            </a:r>
            <a:endParaRPr b="0" lang="de-DE" sz="1800" strike="noStrike" u="none">
              <a:solidFill>
                <a:srgbClr val="000000"/>
              </a:solidFill>
              <a:uFillTx/>
              <a:latin typeface="Arial"/>
            </a:endParaRPr>
          </a:p>
        </p:txBody>
      </p:sp>
      <p:sp>
        <p:nvSpPr>
          <p:cNvPr id="115" name="PlaceHolder 3"/>
          <p:cNvSpPr>
            <a:spLocks noGrp="1"/>
          </p:cNvSpPr>
          <p:nvPr>
            <p:ph type="body"/>
          </p:nvPr>
        </p:nvSpPr>
        <p:spPr>
          <a:xfrm>
            <a:off x="6226200" y="1825560"/>
            <a:ext cx="5130720" cy="43502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marL="432000" indent="-324000">
              <a:spcBef>
                <a:spcPts val="1417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de-DE" sz="1800" strike="noStrike" u="none">
                <a:solidFill>
                  <a:srgbClr val="000000"/>
                </a:solidFill>
                <a:uFillTx/>
                <a:latin typeface="Arial"/>
              </a:rPr>
              <a:t>Format des Gliederungstextes durch Klicken bearbeiten</a:t>
            </a:r>
            <a:endParaRPr b="0" lang="de-DE" sz="1800" strike="noStrike" u="none">
              <a:solidFill>
                <a:srgbClr val="000000"/>
              </a:solidFill>
              <a:uFillTx/>
              <a:latin typeface="Arial"/>
            </a:endParaRPr>
          </a:p>
          <a:p>
            <a:pPr lvl="1" marL="864000" indent="-324000">
              <a:spcBef>
                <a:spcPts val="1134"/>
              </a:spcBef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b="0" lang="de-DE" sz="1800" strike="noStrike" u="none">
                <a:solidFill>
                  <a:srgbClr val="000000"/>
                </a:solidFill>
                <a:uFillTx/>
                <a:latin typeface="Arial"/>
              </a:rPr>
              <a:t>Zweite Gliederungsebene</a:t>
            </a:r>
            <a:endParaRPr b="0" lang="de-DE" sz="1800" strike="noStrike" u="none">
              <a:solidFill>
                <a:srgbClr val="000000"/>
              </a:solidFill>
              <a:uFillTx/>
              <a:latin typeface="Arial"/>
            </a:endParaRPr>
          </a:p>
          <a:p>
            <a:pPr lvl="2" marL="1296000" indent="-288000">
              <a:spcBef>
                <a:spcPts val="850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de-DE" sz="1800" strike="noStrike" u="none">
                <a:solidFill>
                  <a:srgbClr val="000000"/>
                </a:solidFill>
                <a:uFillTx/>
                <a:latin typeface="Arial"/>
              </a:rPr>
              <a:t>Dritte Gliederungsebene</a:t>
            </a:r>
            <a:endParaRPr b="0" lang="de-DE" sz="1800" strike="noStrike" u="none">
              <a:solidFill>
                <a:srgbClr val="000000"/>
              </a:solidFill>
              <a:uFillTx/>
              <a:latin typeface="Arial"/>
            </a:endParaRPr>
          </a:p>
          <a:p>
            <a:pPr lvl="3" marL="1728000" indent="-216000">
              <a:spcBef>
                <a:spcPts val="567"/>
              </a:spcBef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b="0" lang="de-DE" sz="1800" strike="noStrike" u="none">
                <a:solidFill>
                  <a:srgbClr val="000000"/>
                </a:solidFill>
                <a:uFillTx/>
                <a:latin typeface="Arial"/>
              </a:rPr>
              <a:t>Vierte Gliederungsebene</a:t>
            </a:r>
            <a:endParaRPr b="0" lang="de-DE" sz="1800" strike="noStrike" u="none">
              <a:solidFill>
                <a:srgbClr val="000000"/>
              </a:solidFill>
              <a:uFillTx/>
              <a:latin typeface="Arial"/>
            </a:endParaRPr>
          </a:p>
          <a:p>
            <a:pPr lvl="4" marL="2160000" indent="-216000"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de-DE" sz="1800" strike="noStrike" u="none">
                <a:solidFill>
                  <a:srgbClr val="000000"/>
                </a:solidFill>
                <a:uFillTx/>
                <a:latin typeface="Arial"/>
              </a:rPr>
              <a:t>Fünfte Gliederungsebene</a:t>
            </a:r>
            <a:endParaRPr b="0" lang="de-DE" sz="1800" strike="noStrike" u="none">
              <a:solidFill>
                <a:srgbClr val="000000"/>
              </a:solidFill>
              <a:uFillTx/>
              <a:latin typeface="Arial"/>
            </a:endParaRPr>
          </a:p>
          <a:p>
            <a:pPr lvl="5" marL="2592000" indent="-216000"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de-DE" sz="1800" strike="noStrike" u="none">
                <a:solidFill>
                  <a:srgbClr val="000000"/>
                </a:solidFill>
                <a:uFillTx/>
                <a:latin typeface="Arial"/>
              </a:rPr>
              <a:t>Sechste Gliederungsebene</a:t>
            </a:r>
            <a:endParaRPr b="0" lang="de-DE" sz="1800" strike="noStrike" u="none">
              <a:solidFill>
                <a:srgbClr val="000000"/>
              </a:solidFill>
              <a:uFillTx/>
              <a:latin typeface="Arial"/>
            </a:endParaRPr>
          </a:p>
          <a:p>
            <a:pPr lvl="6" marL="3024000" indent="-216000"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de-DE" sz="1800" strike="noStrike" u="none">
                <a:solidFill>
                  <a:srgbClr val="000000"/>
                </a:solidFill>
                <a:uFillTx/>
                <a:latin typeface="Arial"/>
              </a:rPr>
              <a:t>Siebte Gliederungsebene</a:t>
            </a:r>
            <a:endParaRPr b="0" lang="de-DE" sz="1800" strike="noStrike" u="none">
              <a:solidFill>
                <a:srgbClr val="000000"/>
              </a:solidFill>
              <a:uFillTx/>
              <a:latin typeface="Arial"/>
            </a:endParaRPr>
          </a:p>
        </p:txBody>
      </p:sp>
      <p:sp>
        <p:nvSpPr>
          <p:cNvPr id="116" name="PlaceHolder 4"/>
          <p:cNvSpPr>
            <a:spLocks noGrp="1"/>
          </p:cNvSpPr>
          <p:nvPr>
            <p:ph type="ftr" idx="46"/>
          </p:nvPr>
        </p:nvSpPr>
        <p:spPr>
          <a:xfrm>
            <a:off x="4038480" y="6356520"/>
            <a:ext cx="4113720" cy="36396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ctr">
            <a:noAutofit/>
          </a:bodyPr>
          <a:lstStyle>
            <a:lvl1pPr indent="0" algn="ctr">
              <a:lnSpc>
                <a:spcPct val="100000"/>
              </a:lnSpc>
              <a:buNone/>
              <a:tabLst>
                <a:tab algn="l" pos="0"/>
              </a:tabLst>
              <a:defRPr b="0" lang="de-DE" sz="1400" strike="noStrike" u="none">
                <a:solidFill>
                  <a:srgbClr val="000000"/>
                </a:solidFill>
                <a:uFillTx/>
                <a:latin typeface="Times New Roman"/>
              </a:defRPr>
            </a:lvl1pPr>
          </a:lstStyle>
          <a:p>
            <a:pPr indent="0" algn="ctr">
              <a:lnSpc>
                <a:spcPct val="100000"/>
              </a:lnSpc>
              <a:buNone/>
              <a:tabLst>
                <a:tab algn="l" pos="0"/>
              </a:tabLst>
            </a:pPr>
            <a:r>
              <a:rPr b="0" lang="de-DE" sz="1400" strike="noStrike" u="none">
                <a:solidFill>
                  <a:srgbClr val="000000"/>
                </a:solidFill>
                <a:uFillTx/>
                <a:latin typeface="Times New Roman"/>
              </a:rPr>
              <a:t>&lt;Fußzeile&gt;</a:t>
            </a:r>
            <a:endParaRPr b="0" lang="de-DE" sz="1400" strike="noStrike" u="none">
              <a:solidFill>
                <a:srgbClr val="000000"/>
              </a:solidFill>
              <a:uFillTx/>
              <a:latin typeface="Times New Roman"/>
            </a:endParaRPr>
          </a:p>
        </p:txBody>
      </p:sp>
      <p:sp>
        <p:nvSpPr>
          <p:cNvPr id="117" name="PlaceHolder 5"/>
          <p:cNvSpPr>
            <a:spLocks noGrp="1"/>
          </p:cNvSpPr>
          <p:nvPr>
            <p:ph type="sldNum" idx="47"/>
          </p:nvPr>
        </p:nvSpPr>
        <p:spPr>
          <a:xfrm>
            <a:off x="8610480" y="6356520"/>
            <a:ext cx="2742120" cy="36396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ctr">
            <a:noAutofit/>
          </a:bodyPr>
          <a:lstStyle>
            <a:lvl1pPr indent="0" algn="r" defTabSz="914400">
              <a:lnSpc>
                <a:spcPct val="100000"/>
              </a:lnSpc>
              <a:buNone/>
              <a:tabLst>
                <a:tab algn="l" pos="0"/>
              </a:tabLst>
              <a:defRPr b="0" lang="de-DE" sz="1200" strike="noStrike" u="none">
                <a:solidFill>
                  <a:schemeClr val="dk1">
                    <a:tint val="75000"/>
                  </a:schemeClr>
                </a:solidFill>
                <a:uFillTx/>
                <a:latin typeface="Calibri"/>
              </a:defRPr>
            </a:lvl1pPr>
          </a:lstStyle>
          <a:p>
            <a:pPr indent="0" algn="r" defTabSz="914400">
              <a:lnSpc>
                <a:spcPct val="100000"/>
              </a:lnSpc>
              <a:buNone/>
              <a:tabLst>
                <a:tab algn="l" pos="0"/>
              </a:tabLst>
            </a:pPr>
            <a:fld id="{8CB98C68-FEC0-4A7B-9CE4-42F2D42F0EB6}" type="slidenum">
              <a:rPr b="0" lang="de-DE" sz="1200" strike="noStrike" u="none">
                <a:solidFill>
                  <a:schemeClr val="dk1">
                    <a:tint val="75000"/>
                  </a:schemeClr>
                </a:solidFill>
                <a:uFillTx/>
                <a:latin typeface="Calibri"/>
              </a:rPr>
              <a:t>&lt;Foliennummer&gt;</a:t>
            </a:fld>
            <a:endParaRPr b="0" lang="de-DE" sz="1200" strike="noStrike" u="none">
              <a:solidFill>
                <a:srgbClr val="000000"/>
              </a:solidFill>
              <a:uFillTx/>
              <a:latin typeface="Times New Roman"/>
            </a:endParaRPr>
          </a:p>
        </p:txBody>
      </p:sp>
      <p:sp>
        <p:nvSpPr>
          <p:cNvPr id="118" name="PlaceHolder 6"/>
          <p:cNvSpPr>
            <a:spLocks noGrp="1"/>
          </p:cNvSpPr>
          <p:nvPr>
            <p:ph type="dt" idx="48"/>
          </p:nvPr>
        </p:nvSpPr>
        <p:spPr>
          <a:xfrm>
            <a:off x="838080" y="6356520"/>
            <a:ext cx="2742120" cy="36396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ctr">
            <a:noAutofit/>
          </a:bodyPr>
          <a:lstStyle>
            <a:lvl1pPr indent="0">
              <a:buNone/>
              <a:defRPr b="0" lang="de-DE" sz="1400" strike="noStrike" u="none">
                <a:solidFill>
                  <a:srgbClr val="000000"/>
                </a:solidFill>
                <a:uFillTx/>
                <a:latin typeface="Times New Roman"/>
              </a:defRPr>
            </a:lvl1pPr>
          </a:lstStyle>
          <a:p>
            <a:pPr indent="0">
              <a:buNone/>
            </a:pPr>
            <a:r>
              <a:rPr b="0" lang="de-DE" sz="1400" strike="noStrike" u="none">
                <a:solidFill>
                  <a:srgbClr val="000000"/>
                </a:solidFill>
                <a:uFillTx/>
                <a:latin typeface="Times New Roman"/>
              </a:rPr>
              <a:t>&lt;Datum/Uhrzeit&gt;</a:t>
            </a:r>
            <a:endParaRPr b="0" lang="de-DE" sz="1400" strike="noStrike" u="none">
              <a:solidFill>
                <a:srgbClr val="000000"/>
              </a:solidFill>
              <a:uFillTx/>
              <a:latin typeface="Times New Roman"/>
            </a:endParaRPr>
          </a:p>
        </p:txBody>
      </p:sp>
    </p:spTree>
  </p:cSld>
  <p:clrMap bg1="lt1" tx1="dk1" bg2="lt2" tx2="dk2" accent1="accent1" accent2="accent2" accent3="accent3" accent4="accent4" accent5="accent5" accent6="accent6" hlink="hlink" folHlink="folHlink"/>
  <p:sldLayoutIdLst>
    <p:sldLayoutId id="2147483722" r:id="rId2"/>
  </p:sldLayoutIdLst>
</p:sldMaster>
</file>

<file path=ppt/slideMasters/slideMaster35.xml><?xml version="1.0" encoding="utf-8"?>
<p:sldMaster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2" name="PlaceHolder 1"/>
          <p:cNvSpPr>
            <a:spLocks noGrp="1"/>
          </p:cNvSpPr>
          <p:nvPr>
            <p:ph type="ftr" idx="49"/>
          </p:nvPr>
        </p:nvSpPr>
        <p:spPr>
          <a:xfrm>
            <a:off x="4038480" y="6356520"/>
            <a:ext cx="4113720" cy="36396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ctr">
            <a:noAutofit/>
          </a:bodyPr>
          <a:lstStyle>
            <a:lvl1pPr indent="0" algn="ctr">
              <a:lnSpc>
                <a:spcPct val="100000"/>
              </a:lnSpc>
              <a:buNone/>
              <a:tabLst>
                <a:tab algn="l" pos="0"/>
              </a:tabLst>
              <a:defRPr b="0" lang="de-DE" sz="1400" strike="noStrike" u="none">
                <a:solidFill>
                  <a:srgbClr val="000000"/>
                </a:solidFill>
                <a:uFillTx/>
                <a:latin typeface="Times New Roman"/>
              </a:defRPr>
            </a:lvl1pPr>
          </a:lstStyle>
          <a:p>
            <a:pPr indent="0" algn="ctr">
              <a:lnSpc>
                <a:spcPct val="100000"/>
              </a:lnSpc>
              <a:buNone/>
              <a:tabLst>
                <a:tab algn="l" pos="0"/>
              </a:tabLst>
            </a:pPr>
            <a:r>
              <a:rPr b="0" lang="de-DE" sz="1400" strike="noStrike" u="none">
                <a:solidFill>
                  <a:srgbClr val="000000"/>
                </a:solidFill>
                <a:uFillTx/>
                <a:latin typeface="Times New Roman"/>
              </a:rPr>
              <a:t> </a:t>
            </a:r>
            <a:endParaRPr b="0" lang="de-DE" sz="1400" strike="noStrike" u="none">
              <a:solidFill>
                <a:srgbClr val="000000"/>
              </a:solidFill>
              <a:uFillTx/>
              <a:latin typeface="Times New Roman"/>
            </a:endParaRPr>
          </a:p>
        </p:txBody>
      </p:sp>
      <p:sp>
        <p:nvSpPr>
          <p:cNvPr id="123" name="PlaceHolder 2"/>
          <p:cNvSpPr>
            <a:spLocks noGrp="1"/>
          </p:cNvSpPr>
          <p:nvPr>
            <p:ph type="sldNum" idx="50"/>
          </p:nvPr>
        </p:nvSpPr>
        <p:spPr>
          <a:xfrm>
            <a:off x="8610480" y="6356520"/>
            <a:ext cx="2742120" cy="36396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ctr">
            <a:noAutofit/>
          </a:bodyPr>
          <a:lstStyle>
            <a:lvl1pPr indent="0" algn="r" defTabSz="914400">
              <a:lnSpc>
                <a:spcPct val="100000"/>
              </a:lnSpc>
              <a:buNone/>
              <a:tabLst>
                <a:tab algn="l" pos="0"/>
              </a:tabLst>
              <a:defRPr b="0" lang="de-DE" sz="1200" strike="noStrike" u="none">
                <a:solidFill>
                  <a:schemeClr val="dk1">
                    <a:tint val="75000"/>
                  </a:schemeClr>
                </a:solidFill>
                <a:uFillTx/>
                <a:latin typeface="Calibri"/>
              </a:defRPr>
            </a:lvl1pPr>
          </a:lstStyle>
          <a:p>
            <a:pPr indent="0" algn="r" defTabSz="914400">
              <a:lnSpc>
                <a:spcPct val="100000"/>
              </a:lnSpc>
              <a:buNone/>
              <a:tabLst>
                <a:tab algn="l" pos="0"/>
              </a:tabLst>
            </a:pPr>
            <a:fld id="{3C4DDA99-BBC7-4E5A-825B-DB545C161AAC}" type="slidenum">
              <a:rPr b="0" lang="de-DE" sz="1200" strike="noStrike" u="none">
                <a:solidFill>
                  <a:schemeClr val="dk1">
                    <a:tint val="75000"/>
                  </a:schemeClr>
                </a:solidFill>
                <a:uFillTx/>
                <a:latin typeface="Calibri"/>
              </a:rPr>
              <a:t>1</a:t>
            </a:fld>
            <a:endParaRPr b="0" lang="de-DE" sz="1200" strike="noStrike" u="none">
              <a:solidFill>
                <a:srgbClr val="000000"/>
              </a:solidFill>
              <a:uFillTx/>
              <a:latin typeface="Times New Roman"/>
            </a:endParaRPr>
          </a:p>
        </p:txBody>
      </p:sp>
      <p:sp>
        <p:nvSpPr>
          <p:cNvPr id="124" name="PlaceHolder 3"/>
          <p:cNvSpPr>
            <a:spLocks noGrp="1"/>
          </p:cNvSpPr>
          <p:nvPr>
            <p:ph type="dt" idx="51"/>
          </p:nvPr>
        </p:nvSpPr>
        <p:spPr>
          <a:xfrm>
            <a:off x="838080" y="6356520"/>
            <a:ext cx="2742120" cy="36396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ctr">
            <a:noAutofit/>
          </a:bodyPr>
          <a:lstStyle>
            <a:lvl1pPr indent="0">
              <a:buNone/>
              <a:defRPr b="0" lang="de-DE" sz="1400" strike="noStrike" u="none">
                <a:solidFill>
                  <a:srgbClr val="000000"/>
                </a:solidFill>
                <a:uFillTx/>
                <a:latin typeface="Times New Roman"/>
              </a:defRPr>
            </a:lvl1pPr>
          </a:lstStyle>
          <a:p>
            <a:pPr indent="0">
              <a:buNone/>
            </a:pPr>
            <a:r>
              <a:rPr b="0" lang="de-DE" sz="1400" strike="noStrike" u="none">
                <a:solidFill>
                  <a:srgbClr val="000000"/>
                </a:solidFill>
                <a:uFillTx/>
                <a:latin typeface="Times New Roman"/>
              </a:rPr>
              <a:t> </a:t>
            </a:r>
            <a:endParaRPr b="0" lang="de-DE" sz="1400" strike="noStrike" u="none">
              <a:solidFill>
                <a:srgbClr val="000000"/>
              </a:solidFill>
              <a:uFillTx/>
              <a:latin typeface="Times New Roman"/>
            </a:endParaRPr>
          </a:p>
        </p:txBody>
      </p:sp>
    </p:spTree>
  </p:cSld>
  <p:clrMap bg1="lt1" tx1="dk1" bg2="lt2" tx2="dk2" accent1="accent1" accent2="accent2" accent3="accent3" accent4="accent4" accent5="accent5" accent6="accent6" hlink="hlink" folHlink="folHlink"/>
  <p:sldLayoutIdLst>
    <p:sldLayoutId id="2147483724" r:id="rId2"/>
  </p:sldLayoutIdLst>
</p:sldMaster>
</file>

<file path=ppt/slideMasters/slideMaster36.xml><?xml version="1.0" encoding="utf-8"?>
<p:sldMaster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5" name="PlaceHolder 1"/>
          <p:cNvSpPr>
            <a:spLocks noGrp="1"/>
          </p:cNvSpPr>
          <p:nvPr>
            <p:ph type="title"/>
          </p:nvPr>
        </p:nvSpPr>
        <p:spPr>
          <a:xfrm>
            <a:off x="838080" y="365040"/>
            <a:ext cx="10514520" cy="13244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ctr">
            <a:noAutofit/>
          </a:bodyPr>
          <a:p>
            <a:pPr indent="0">
              <a:buNone/>
            </a:pPr>
            <a:r>
              <a:rPr b="0" lang="de-DE" sz="1800" strike="noStrike" u="none">
                <a:solidFill>
                  <a:srgbClr val="000000"/>
                </a:solidFill>
                <a:uFillTx/>
                <a:latin typeface="Arial"/>
              </a:rPr>
              <a:t>Format des Titeltextes durch Klicken bearbeiten</a:t>
            </a:r>
            <a:endParaRPr b="0" lang="de-DE" sz="1800" strike="noStrike" u="none">
              <a:solidFill>
                <a:srgbClr val="000000"/>
              </a:solidFill>
              <a:uFillTx/>
              <a:latin typeface="Arial"/>
            </a:endParaRPr>
          </a:p>
        </p:txBody>
      </p:sp>
      <p:sp>
        <p:nvSpPr>
          <p:cNvPr id="126" name="PlaceHolder 2"/>
          <p:cNvSpPr>
            <a:spLocks noGrp="1"/>
          </p:cNvSpPr>
          <p:nvPr>
            <p:ph type="ftr" idx="52"/>
          </p:nvPr>
        </p:nvSpPr>
        <p:spPr>
          <a:xfrm>
            <a:off x="4038480" y="6356520"/>
            <a:ext cx="4113720" cy="36396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ctr">
            <a:noAutofit/>
          </a:bodyPr>
          <a:lstStyle>
            <a:lvl1pPr indent="0" algn="ctr">
              <a:lnSpc>
                <a:spcPct val="100000"/>
              </a:lnSpc>
              <a:buNone/>
              <a:tabLst>
                <a:tab algn="l" pos="0"/>
              </a:tabLst>
              <a:defRPr b="0" lang="de-DE" sz="1400" strike="noStrike" u="none">
                <a:solidFill>
                  <a:srgbClr val="000000"/>
                </a:solidFill>
                <a:uFillTx/>
                <a:latin typeface="Times New Roman"/>
              </a:defRPr>
            </a:lvl1pPr>
          </a:lstStyle>
          <a:p>
            <a:pPr indent="0" algn="ctr">
              <a:lnSpc>
                <a:spcPct val="100000"/>
              </a:lnSpc>
              <a:buNone/>
              <a:tabLst>
                <a:tab algn="l" pos="0"/>
              </a:tabLst>
            </a:pPr>
            <a:r>
              <a:rPr b="0" lang="de-DE" sz="1400" strike="noStrike" u="none">
                <a:solidFill>
                  <a:srgbClr val="000000"/>
                </a:solidFill>
                <a:uFillTx/>
                <a:latin typeface="Times New Roman"/>
              </a:rPr>
              <a:t> </a:t>
            </a:r>
            <a:endParaRPr b="0" lang="de-DE" sz="1400" strike="noStrike" u="none">
              <a:solidFill>
                <a:srgbClr val="000000"/>
              </a:solidFill>
              <a:uFillTx/>
              <a:latin typeface="Times New Roman"/>
            </a:endParaRPr>
          </a:p>
        </p:txBody>
      </p:sp>
      <p:sp>
        <p:nvSpPr>
          <p:cNvPr id="127" name="PlaceHolder 3"/>
          <p:cNvSpPr>
            <a:spLocks noGrp="1"/>
          </p:cNvSpPr>
          <p:nvPr>
            <p:ph type="sldNum" idx="53"/>
          </p:nvPr>
        </p:nvSpPr>
        <p:spPr>
          <a:xfrm>
            <a:off x="8610480" y="6356520"/>
            <a:ext cx="2742120" cy="36396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ctr">
            <a:noAutofit/>
          </a:bodyPr>
          <a:lstStyle>
            <a:lvl1pPr indent="0" algn="r" defTabSz="914400">
              <a:lnSpc>
                <a:spcPct val="100000"/>
              </a:lnSpc>
              <a:buNone/>
              <a:tabLst>
                <a:tab algn="l" pos="0"/>
              </a:tabLst>
              <a:defRPr b="0" lang="de-DE" sz="1200" strike="noStrike" u="none">
                <a:solidFill>
                  <a:schemeClr val="dk1">
                    <a:tint val="75000"/>
                  </a:schemeClr>
                </a:solidFill>
                <a:uFillTx/>
                <a:latin typeface="Calibri"/>
              </a:defRPr>
            </a:lvl1pPr>
          </a:lstStyle>
          <a:p>
            <a:pPr indent="0" algn="r" defTabSz="914400">
              <a:lnSpc>
                <a:spcPct val="100000"/>
              </a:lnSpc>
              <a:buNone/>
              <a:tabLst>
                <a:tab algn="l" pos="0"/>
              </a:tabLst>
            </a:pPr>
            <a:fld id="{6E5E62B6-1968-468F-B15B-A28BD10BF8AE}" type="slidenum">
              <a:rPr b="0" lang="de-DE" sz="1200" strike="noStrike" u="none">
                <a:solidFill>
                  <a:schemeClr val="dk1">
                    <a:tint val="75000"/>
                  </a:schemeClr>
                </a:solidFill>
                <a:uFillTx/>
                <a:latin typeface="Calibri"/>
              </a:rPr>
              <a:t>1</a:t>
            </a:fld>
            <a:endParaRPr b="0" lang="de-DE" sz="1200" strike="noStrike" u="none">
              <a:solidFill>
                <a:srgbClr val="000000"/>
              </a:solidFill>
              <a:uFillTx/>
              <a:latin typeface="Times New Roman"/>
            </a:endParaRPr>
          </a:p>
        </p:txBody>
      </p:sp>
      <p:sp>
        <p:nvSpPr>
          <p:cNvPr id="128" name="PlaceHolder 4"/>
          <p:cNvSpPr>
            <a:spLocks noGrp="1"/>
          </p:cNvSpPr>
          <p:nvPr>
            <p:ph type="dt" idx="54"/>
          </p:nvPr>
        </p:nvSpPr>
        <p:spPr>
          <a:xfrm>
            <a:off x="838080" y="6356520"/>
            <a:ext cx="2742120" cy="36396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ctr">
            <a:noAutofit/>
          </a:bodyPr>
          <a:lstStyle>
            <a:lvl1pPr indent="0">
              <a:buNone/>
              <a:defRPr b="0" lang="de-DE" sz="1400" strike="noStrike" u="none">
                <a:solidFill>
                  <a:srgbClr val="000000"/>
                </a:solidFill>
                <a:uFillTx/>
                <a:latin typeface="Times New Roman"/>
              </a:defRPr>
            </a:lvl1pPr>
          </a:lstStyle>
          <a:p>
            <a:pPr indent="0">
              <a:buNone/>
            </a:pPr>
            <a:r>
              <a:rPr b="0" lang="de-DE" sz="1400" strike="noStrike" u="none">
                <a:solidFill>
                  <a:srgbClr val="000000"/>
                </a:solidFill>
                <a:uFillTx/>
                <a:latin typeface="Times New Roman"/>
              </a:rPr>
              <a:t> </a:t>
            </a:r>
            <a:endParaRPr b="0" lang="de-DE" sz="1400" strike="noStrike" u="none">
              <a:solidFill>
                <a:srgbClr val="000000"/>
              </a:solidFill>
              <a:uFillTx/>
              <a:latin typeface="Times New Roman"/>
            </a:endParaRPr>
          </a:p>
        </p:txBody>
      </p:sp>
      <p:sp>
        <p:nvSpPr>
          <p:cNvPr id="129" name="PlaceHolder 5"/>
          <p:cNvSpPr>
            <a:spLocks noGrp="1"/>
          </p:cNvSpPr>
          <p:nvPr>
            <p:ph type="body"/>
          </p:nvPr>
        </p:nvSpPr>
        <p:spPr>
          <a:xfrm>
            <a:off x="609480" y="1604520"/>
            <a:ext cx="10972440" cy="397728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marL="432000" indent="-324000">
              <a:spcBef>
                <a:spcPts val="1417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de-DE" sz="3200" strike="noStrike" u="none">
                <a:solidFill>
                  <a:srgbClr val="000000"/>
                </a:solidFill>
                <a:uFillTx/>
                <a:latin typeface="Arial"/>
              </a:rPr>
              <a:t>Format des Gliederungstextes durch Klicken bearbeiten</a:t>
            </a:r>
            <a:endParaRPr b="0" lang="de-DE" sz="3200" strike="noStrike" u="none">
              <a:solidFill>
                <a:srgbClr val="000000"/>
              </a:solidFill>
              <a:uFillTx/>
              <a:latin typeface="Arial"/>
            </a:endParaRPr>
          </a:p>
          <a:p>
            <a:pPr lvl="1" marL="864000" indent="-324000">
              <a:spcBef>
                <a:spcPts val="1134"/>
              </a:spcBef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b="0" lang="de-DE" sz="2800" strike="noStrike" u="none">
                <a:solidFill>
                  <a:srgbClr val="000000"/>
                </a:solidFill>
                <a:uFillTx/>
                <a:latin typeface="Arial"/>
              </a:rPr>
              <a:t>Zweite Gliederungsebene</a:t>
            </a:r>
            <a:endParaRPr b="0" lang="de-DE" sz="2800" strike="noStrike" u="none">
              <a:solidFill>
                <a:srgbClr val="000000"/>
              </a:solidFill>
              <a:uFillTx/>
              <a:latin typeface="Arial"/>
            </a:endParaRPr>
          </a:p>
          <a:p>
            <a:pPr lvl="2" marL="1296000" indent="-288000">
              <a:spcBef>
                <a:spcPts val="850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de-DE" sz="2400" strike="noStrike" u="none">
                <a:solidFill>
                  <a:srgbClr val="000000"/>
                </a:solidFill>
                <a:uFillTx/>
                <a:latin typeface="Arial"/>
              </a:rPr>
              <a:t>Dritte Gliederungsebene</a:t>
            </a:r>
            <a:endParaRPr b="0" lang="de-DE" sz="2400" strike="noStrike" u="none">
              <a:solidFill>
                <a:srgbClr val="000000"/>
              </a:solidFill>
              <a:uFillTx/>
              <a:latin typeface="Arial"/>
            </a:endParaRPr>
          </a:p>
          <a:p>
            <a:pPr lvl="3" marL="1728000" indent="-216000">
              <a:spcBef>
                <a:spcPts val="567"/>
              </a:spcBef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b="0" lang="de-DE" sz="2000" strike="noStrike" u="none">
                <a:solidFill>
                  <a:srgbClr val="000000"/>
                </a:solidFill>
                <a:uFillTx/>
                <a:latin typeface="Arial"/>
              </a:rPr>
              <a:t>Vierte Gliederungsebene</a:t>
            </a:r>
            <a:endParaRPr b="0" lang="de-DE" sz="2000" strike="noStrike" u="none">
              <a:solidFill>
                <a:srgbClr val="000000"/>
              </a:solidFill>
              <a:uFillTx/>
              <a:latin typeface="Arial"/>
            </a:endParaRPr>
          </a:p>
          <a:p>
            <a:pPr lvl="4" marL="2160000" indent="-216000"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de-DE" sz="2000" strike="noStrike" u="none">
                <a:solidFill>
                  <a:srgbClr val="000000"/>
                </a:solidFill>
                <a:uFillTx/>
                <a:latin typeface="Arial"/>
              </a:rPr>
              <a:t>Fünfte Gliederungsebene</a:t>
            </a:r>
            <a:endParaRPr b="0" lang="de-DE" sz="2000" strike="noStrike" u="none">
              <a:solidFill>
                <a:srgbClr val="000000"/>
              </a:solidFill>
              <a:uFillTx/>
              <a:latin typeface="Arial"/>
            </a:endParaRPr>
          </a:p>
          <a:p>
            <a:pPr lvl="5" marL="2592000" indent="-216000"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de-DE" sz="2000" strike="noStrike" u="none">
                <a:solidFill>
                  <a:srgbClr val="000000"/>
                </a:solidFill>
                <a:uFillTx/>
                <a:latin typeface="Arial"/>
              </a:rPr>
              <a:t>Sechste Gliederungsebene</a:t>
            </a:r>
            <a:endParaRPr b="0" lang="de-DE" sz="2000" strike="noStrike" u="none">
              <a:solidFill>
                <a:srgbClr val="000000"/>
              </a:solidFill>
              <a:uFillTx/>
              <a:latin typeface="Arial"/>
            </a:endParaRPr>
          </a:p>
          <a:p>
            <a:pPr lvl="6" marL="3024000" indent="-216000"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de-DE" sz="2000" strike="noStrike" u="none">
                <a:solidFill>
                  <a:srgbClr val="000000"/>
                </a:solidFill>
                <a:uFillTx/>
                <a:latin typeface="Arial"/>
              </a:rPr>
              <a:t>Siebte Gliederungsebene</a:t>
            </a:r>
            <a:endParaRPr b="0" lang="de-DE" sz="2000" strike="noStrike" u="none">
              <a:solidFill>
                <a:srgbClr val="000000"/>
              </a:solidFill>
              <a:uFillTx/>
              <a:latin typeface="Arial"/>
            </a:endParaRPr>
          </a:p>
        </p:txBody>
      </p:sp>
    </p:spTree>
  </p:cSld>
  <p:clrMap bg1="lt1" tx1="dk1" bg2="lt2" tx2="dk2" accent1="accent1" accent2="accent2" accent3="accent3" accent4="accent4" accent5="accent5" accent6="accent6" hlink="hlink" folHlink="folHlink"/>
  <p:sldLayoutIdLst>
    <p:sldLayoutId id="2147483726" r:id="rId2"/>
  </p:sldLayoutIdLst>
</p:sldMaster>
</file>

<file path=ppt/slideMasters/slideMaster37.xml><?xml version="1.0" encoding="utf-8"?>
<p:sldMaster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1" name="PlaceHolder 1"/>
          <p:cNvSpPr>
            <a:spLocks noGrp="1"/>
          </p:cNvSpPr>
          <p:nvPr>
            <p:ph type="ftr" idx="55"/>
          </p:nvPr>
        </p:nvSpPr>
        <p:spPr>
          <a:xfrm>
            <a:off x="4038480" y="6356520"/>
            <a:ext cx="4113720" cy="36396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ctr">
            <a:noAutofit/>
          </a:bodyPr>
          <a:lstStyle>
            <a:lvl1pPr indent="0" algn="ctr">
              <a:lnSpc>
                <a:spcPct val="100000"/>
              </a:lnSpc>
              <a:buNone/>
              <a:tabLst>
                <a:tab algn="l" pos="0"/>
              </a:tabLst>
              <a:defRPr b="0" lang="de-DE" sz="1400" strike="noStrike" u="none">
                <a:solidFill>
                  <a:srgbClr val="000000"/>
                </a:solidFill>
                <a:uFillTx/>
                <a:latin typeface="Times New Roman"/>
              </a:defRPr>
            </a:lvl1pPr>
          </a:lstStyle>
          <a:p>
            <a:pPr indent="0" algn="ctr">
              <a:lnSpc>
                <a:spcPct val="100000"/>
              </a:lnSpc>
              <a:buNone/>
              <a:tabLst>
                <a:tab algn="l" pos="0"/>
              </a:tabLst>
            </a:pPr>
            <a:r>
              <a:rPr b="0" lang="de-DE" sz="1400" strike="noStrike" u="none">
                <a:solidFill>
                  <a:srgbClr val="000000"/>
                </a:solidFill>
                <a:uFillTx/>
                <a:latin typeface="Times New Roman"/>
              </a:rPr>
              <a:t> </a:t>
            </a:r>
            <a:endParaRPr b="0" lang="de-DE" sz="1400" strike="noStrike" u="none">
              <a:solidFill>
                <a:srgbClr val="000000"/>
              </a:solidFill>
              <a:uFillTx/>
              <a:latin typeface="Times New Roman"/>
            </a:endParaRPr>
          </a:p>
        </p:txBody>
      </p:sp>
      <p:sp>
        <p:nvSpPr>
          <p:cNvPr id="132" name="PlaceHolder 2"/>
          <p:cNvSpPr>
            <a:spLocks noGrp="1"/>
          </p:cNvSpPr>
          <p:nvPr>
            <p:ph type="sldNum" idx="56"/>
          </p:nvPr>
        </p:nvSpPr>
        <p:spPr>
          <a:xfrm>
            <a:off x="8610480" y="6356520"/>
            <a:ext cx="2742120" cy="36396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ctr">
            <a:noAutofit/>
          </a:bodyPr>
          <a:lstStyle>
            <a:lvl1pPr indent="0" algn="r" defTabSz="914400">
              <a:lnSpc>
                <a:spcPct val="100000"/>
              </a:lnSpc>
              <a:buNone/>
              <a:tabLst>
                <a:tab algn="l" pos="0"/>
              </a:tabLst>
              <a:defRPr b="0" lang="de-DE" sz="1200" strike="noStrike" u="none">
                <a:solidFill>
                  <a:schemeClr val="dk1">
                    <a:tint val="75000"/>
                  </a:schemeClr>
                </a:solidFill>
                <a:uFillTx/>
                <a:latin typeface="Calibri"/>
              </a:defRPr>
            </a:lvl1pPr>
          </a:lstStyle>
          <a:p>
            <a:pPr indent="0" algn="r" defTabSz="914400">
              <a:lnSpc>
                <a:spcPct val="100000"/>
              </a:lnSpc>
              <a:buNone/>
              <a:tabLst>
                <a:tab algn="l" pos="0"/>
              </a:tabLst>
            </a:pPr>
            <a:fld id="{E9CE9D9A-A4E3-4FBF-B75E-A2E0F426F39C}" type="slidenum">
              <a:rPr b="0" lang="de-DE" sz="1200" strike="noStrike" u="none">
                <a:solidFill>
                  <a:schemeClr val="dk1">
                    <a:tint val="75000"/>
                  </a:schemeClr>
                </a:solidFill>
                <a:uFillTx/>
                <a:latin typeface="Calibri"/>
              </a:rPr>
              <a:t>1</a:t>
            </a:fld>
            <a:endParaRPr b="0" lang="de-DE" sz="1200" strike="noStrike" u="none">
              <a:solidFill>
                <a:srgbClr val="000000"/>
              </a:solidFill>
              <a:uFillTx/>
              <a:latin typeface="Times New Roman"/>
            </a:endParaRPr>
          </a:p>
        </p:txBody>
      </p:sp>
      <p:sp>
        <p:nvSpPr>
          <p:cNvPr id="133" name="PlaceHolder 3"/>
          <p:cNvSpPr>
            <a:spLocks noGrp="1"/>
          </p:cNvSpPr>
          <p:nvPr>
            <p:ph type="dt" idx="57"/>
          </p:nvPr>
        </p:nvSpPr>
        <p:spPr>
          <a:xfrm>
            <a:off x="838080" y="6356520"/>
            <a:ext cx="2742120" cy="36396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ctr">
            <a:noAutofit/>
          </a:bodyPr>
          <a:lstStyle>
            <a:lvl1pPr indent="0">
              <a:buNone/>
              <a:defRPr b="0" lang="de-DE" sz="1400" strike="noStrike" u="none">
                <a:solidFill>
                  <a:srgbClr val="000000"/>
                </a:solidFill>
                <a:uFillTx/>
                <a:latin typeface="Times New Roman"/>
              </a:defRPr>
            </a:lvl1pPr>
          </a:lstStyle>
          <a:p>
            <a:pPr indent="0">
              <a:buNone/>
            </a:pPr>
            <a:r>
              <a:rPr b="0" lang="de-DE" sz="1400" strike="noStrike" u="none">
                <a:solidFill>
                  <a:srgbClr val="000000"/>
                </a:solidFill>
                <a:uFillTx/>
                <a:latin typeface="Times New Roman"/>
              </a:rPr>
              <a:t> </a:t>
            </a:r>
            <a:endParaRPr b="0" lang="de-DE" sz="1400" strike="noStrike" u="none">
              <a:solidFill>
                <a:srgbClr val="000000"/>
              </a:solidFill>
              <a:uFillTx/>
              <a:latin typeface="Times New Roman"/>
            </a:endParaRPr>
          </a:p>
        </p:txBody>
      </p:sp>
      <p:sp>
        <p:nvSpPr>
          <p:cNvPr id="134" name="PlaceHolder 4"/>
          <p:cNvSpPr>
            <a:spLocks noGrp="1"/>
          </p:cNvSpPr>
          <p:nvPr>
            <p:ph type="title"/>
          </p:nvPr>
        </p:nvSpPr>
        <p:spPr>
          <a:xfrm>
            <a:off x="609480" y="273600"/>
            <a:ext cx="10972440" cy="114480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ctr">
            <a:noAutofit/>
          </a:bodyPr>
          <a:p>
            <a:pPr indent="0" algn="ctr">
              <a:buNone/>
            </a:pPr>
            <a:r>
              <a:rPr b="0" lang="de-DE" sz="4400" strike="noStrike" u="none">
                <a:solidFill>
                  <a:srgbClr val="000000"/>
                </a:solidFill>
                <a:uFillTx/>
                <a:latin typeface="Arial"/>
              </a:rPr>
              <a:t>Format des Titeltextes durch Klicken bearbeiten</a:t>
            </a:r>
            <a:endParaRPr b="0" lang="de-DE" sz="4400" strike="noStrike" u="none">
              <a:solidFill>
                <a:srgbClr val="000000"/>
              </a:solidFill>
              <a:uFillTx/>
              <a:latin typeface="Arial"/>
            </a:endParaRPr>
          </a:p>
        </p:txBody>
      </p:sp>
      <p:sp>
        <p:nvSpPr>
          <p:cNvPr id="135" name="PlaceHolder 5"/>
          <p:cNvSpPr>
            <a:spLocks noGrp="1"/>
          </p:cNvSpPr>
          <p:nvPr>
            <p:ph type="body"/>
          </p:nvPr>
        </p:nvSpPr>
        <p:spPr>
          <a:xfrm>
            <a:off x="609480" y="1604520"/>
            <a:ext cx="10972440" cy="397728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marL="432000" indent="-324000">
              <a:spcBef>
                <a:spcPts val="1417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de-DE" sz="3200" strike="noStrike" u="none">
                <a:solidFill>
                  <a:srgbClr val="000000"/>
                </a:solidFill>
                <a:uFillTx/>
                <a:latin typeface="Arial"/>
              </a:rPr>
              <a:t>Format des Gliederungstextes durch Klicken bearbeiten</a:t>
            </a:r>
            <a:endParaRPr b="0" lang="de-DE" sz="3200" strike="noStrike" u="none">
              <a:solidFill>
                <a:srgbClr val="000000"/>
              </a:solidFill>
              <a:uFillTx/>
              <a:latin typeface="Arial"/>
            </a:endParaRPr>
          </a:p>
          <a:p>
            <a:pPr lvl="1" marL="864000" indent="-324000">
              <a:spcBef>
                <a:spcPts val="1134"/>
              </a:spcBef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b="0" lang="de-DE" sz="2800" strike="noStrike" u="none">
                <a:solidFill>
                  <a:srgbClr val="000000"/>
                </a:solidFill>
                <a:uFillTx/>
                <a:latin typeface="Arial"/>
              </a:rPr>
              <a:t>Zweite Gliederungsebene</a:t>
            </a:r>
            <a:endParaRPr b="0" lang="de-DE" sz="2800" strike="noStrike" u="none">
              <a:solidFill>
                <a:srgbClr val="000000"/>
              </a:solidFill>
              <a:uFillTx/>
              <a:latin typeface="Arial"/>
            </a:endParaRPr>
          </a:p>
          <a:p>
            <a:pPr lvl="2" marL="1296000" indent="-288000">
              <a:spcBef>
                <a:spcPts val="850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de-DE" sz="2400" strike="noStrike" u="none">
                <a:solidFill>
                  <a:srgbClr val="000000"/>
                </a:solidFill>
                <a:uFillTx/>
                <a:latin typeface="Arial"/>
              </a:rPr>
              <a:t>Dritte Gliederungsebene</a:t>
            </a:r>
            <a:endParaRPr b="0" lang="de-DE" sz="2400" strike="noStrike" u="none">
              <a:solidFill>
                <a:srgbClr val="000000"/>
              </a:solidFill>
              <a:uFillTx/>
              <a:latin typeface="Arial"/>
            </a:endParaRPr>
          </a:p>
          <a:p>
            <a:pPr lvl="3" marL="1728000" indent="-216000">
              <a:spcBef>
                <a:spcPts val="567"/>
              </a:spcBef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b="0" lang="de-DE" sz="2000" strike="noStrike" u="none">
                <a:solidFill>
                  <a:srgbClr val="000000"/>
                </a:solidFill>
                <a:uFillTx/>
                <a:latin typeface="Arial"/>
              </a:rPr>
              <a:t>Vierte Gliederungsebene</a:t>
            </a:r>
            <a:endParaRPr b="0" lang="de-DE" sz="2000" strike="noStrike" u="none">
              <a:solidFill>
                <a:srgbClr val="000000"/>
              </a:solidFill>
              <a:uFillTx/>
              <a:latin typeface="Arial"/>
            </a:endParaRPr>
          </a:p>
          <a:p>
            <a:pPr lvl="4" marL="2160000" indent="-216000"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de-DE" sz="2000" strike="noStrike" u="none">
                <a:solidFill>
                  <a:srgbClr val="000000"/>
                </a:solidFill>
                <a:uFillTx/>
                <a:latin typeface="Arial"/>
              </a:rPr>
              <a:t>Fünfte Gliederungsebene</a:t>
            </a:r>
            <a:endParaRPr b="0" lang="de-DE" sz="2000" strike="noStrike" u="none">
              <a:solidFill>
                <a:srgbClr val="000000"/>
              </a:solidFill>
              <a:uFillTx/>
              <a:latin typeface="Arial"/>
            </a:endParaRPr>
          </a:p>
          <a:p>
            <a:pPr lvl="5" marL="2592000" indent="-216000"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de-DE" sz="2000" strike="noStrike" u="none">
                <a:solidFill>
                  <a:srgbClr val="000000"/>
                </a:solidFill>
                <a:uFillTx/>
                <a:latin typeface="Arial"/>
              </a:rPr>
              <a:t>Sechste Gliederungsebene</a:t>
            </a:r>
            <a:endParaRPr b="0" lang="de-DE" sz="2000" strike="noStrike" u="none">
              <a:solidFill>
                <a:srgbClr val="000000"/>
              </a:solidFill>
              <a:uFillTx/>
              <a:latin typeface="Arial"/>
            </a:endParaRPr>
          </a:p>
          <a:p>
            <a:pPr lvl="6" marL="3024000" indent="-216000"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de-DE" sz="2000" strike="noStrike" u="none">
                <a:solidFill>
                  <a:srgbClr val="000000"/>
                </a:solidFill>
                <a:uFillTx/>
                <a:latin typeface="Arial"/>
              </a:rPr>
              <a:t>Siebte Gliederungsebene</a:t>
            </a:r>
            <a:endParaRPr b="0" lang="de-DE" sz="2000" strike="noStrike" u="none">
              <a:solidFill>
                <a:srgbClr val="000000"/>
              </a:solidFill>
              <a:uFillTx/>
              <a:latin typeface="Arial"/>
            </a:endParaRPr>
          </a:p>
        </p:txBody>
      </p:sp>
    </p:spTree>
  </p:cSld>
  <p:clrMap bg1="lt1" tx1="dk1" bg2="lt2" tx2="dk2" accent1="accent1" accent2="accent2" accent3="accent3" accent4="accent4" accent5="accent5" accent6="accent6" hlink="hlink" folHlink="folHlink"/>
  <p:sldLayoutIdLst>
    <p:sldLayoutId id="2147483728" r:id="rId2"/>
  </p:sldLayoutIdLst>
</p:sldMaster>
</file>

<file path=ppt/slideMasters/slideMaster38.xml><?xml version="1.0" encoding="utf-8"?>
<p:sldMaster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6" name="PlaceHolder 1"/>
          <p:cNvSpPr>
            <a:spLocks noGrp="1"/>
          </p:cNvSpPr>
          <p:nvPr>
            <p:ph type="ftr" idx="58"/>
          </p:nvPr>
        </p:nvSpPr>
        <p:spPr>
          <a:xfrm>
            <a:off x="4038480" y="6356520"/>
            <a:ext cx="4113720" cy="36396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ctr">
            <a:noAutofit/>
          </a:bodyPr>
          <a:lstStyle>
            <a:lvl1pPr indent="0" algn="ctr">
              <a:lnSpc>
                <a:spcPct val="100000"/>
              </a:lnSpc>
              <a:buNone/>
              <a:tabLst>
                <a:tab algn="l" pos="0"/>
              </a:tabLst>
              <a:defRPr b="0" lang="de-DE" sz="1400" strike="noStrike" u="none">
                <a:solidFill>
                  <a:srgbClr val="000000"/>
                </a:solidFill>
                <a:uFillTx/>
                <a:latin typeface="Times New Roman"/>
              </a:defRPr>
            </a:lvl1pPr>
          </a:lstStyle>
          <a:p>
            <a:pPr indent="0" algn="ctr">
              <a:lnSpc>
                <a:spcPct val="100000"/>
              </a:lnSpc>
              <a:buNone/>
              <a:tabLst>
                <a:tab algn="l" pos="0"/>
              </a:tabLst>
            </a:pPr>
            <a:r>
              <a:rPr b="0" lang="de-DE" sz="1400" strike="noStrike" u="none">
                <a:solidFill>
                  <a:srgbClr val="000000"/>
                </a:solidFill>
                <a:uFillTx/>
                <a:latin typeface="Times New Roman"/>
              </a:rPr>
              <a:t> </a:t>
            </a:r>
            <a:endParaRPr b="0" lang="de-DE" sz="1400" strike="noStrike" u="none">
              <a:solidFill>
                <a:srgbClr val="000000"/>
              </a:solidFill>
              <a:uFillTx/>
              <a:latin typeface="Times New Roman"/>
            </a:endParaRPr>
          </a:p>
        </p:txBody>
      </p:sp>
      <p:sp>
        <p:nvSpPr>
          <p:cNvPr id="137" name="PlaceHolder 2"/>
          <p:cNvSpPr>
            <a:spLocks noGrp="1"/>
          </p:cNvSpPr>
          <p:nvPr>
            <p:ph type="sldNum" idx="59"/>
          </p:nvPr>
        </p:nvSpPr>
        <p:spPr>
          <a:xfrm>
            <a:off x="8610480" y="6356520"/>
            <a:ext cx="2742120" cy="36396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ctr">
            <a:noAutofit/>
          </a:bodyPr>
          <a:lstStyle>
            <a:lvl1pPr indent="0" algn="r" defTabSz="914400">
              <a:lnSpc>
                <a:spcPct val="100000"/>
              </a:lnSpc>
              <a:buNone/>
              <a:tabLst>
                <a:tab algn="l" pos="0"/>
              </a:tabLst>
              <a:defRPr b="0" lang="de-DE" sz="1200" strike="noStrike" u="none">
                <a:solidFill>
                  <a:schemeClr val="dk1">
                    <a:tint val="75000"/>
                  </a:schemeClr>
                </a:solidFill>
                <a:uFillTx/>
                <a:latin typeface="Calibri"/>
              </a:defRPr>
            </a:lvl1pPr>
          </a:lstStyle>
          <a:p>
            <a:pPr indent="0" algn="r" defTabSz="914400">
              <a:lnSpc>
                <a:spcPct val="100000"/>
              </a:lnSpc>
              <a:buNone/>
              <a:tabLst>
                <a:tab algn="l" pos="0"/>
              </a:tabLst>
            </a:pPr>
            <a:fld id="{50EA6410-EAC3-404E-B54F-F322F74DB1D6}" type="slidenum">
              <a:rPr b="0" lang="de-DE" sz="1200" strike="noStrike" u="none">
                <a:solidFill>
                  <a:schemeClr val="dk1">
                    <a:tint val="75000"/>
                  </a:schemeClr>
                </a:solidFill>
                <a:uFillTx/>
                <a:latin typeface="Calibri"/>
              </a:rPr>
              <a:t>1</a:t>
            </a:fld>
            <a:endParaRPr b="0" lang="de-DE" sz="1200" strike="noStrike" u="none">
              <a:solidFill>
                <a:srgbClr val="000000"/>
              </a:solidFill>
              <a:uFillTx/>
              <a:latin typeface="Times New Roman"/>
            </a:endParaRPr>
          </a:p>
        </p:txBody>
      </p:sp>
      <p:sp>
        <p:nvSpPr>
          <p:cNvPr id="138" name="PlaceHolder 3"/>
          <p:cNvSpPr>
            <a:spLocks noGrp="1"/>
          </p:cNvSpPr>
          <p:nvPr>
            <p:ph type="dt" idx="60"/>
          </p:nvPr>
        </p:nvSpPr>
        <p:spPr>
          <a:xfrm>
            <a:off x="838080" y="6356520"/>
            <a:ext cx="2742120" cy="36396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ctr">
            <a:noAutofit/>
          </a:bodyPr>
          <a:lstStyle>
            <a:lvl1pPr indent="0">
              <a:buNone/>
              <a:defRPr b="0" lang="de-DE" sz="1400" strike="noStrike" u="none">
                <a:solidFill>
                  <a:srgbClr val="000000"/>
                </a:solidFill>
                <a:uFillTx/>
                <a:latin typeface="Times New Roman"/>
              </a:defRPr>
            </a:lvl1pPr>
          </a:lstStyle>
          <a:p>
            <a:pPr indent="0">
              <a:buNone/>
            </a:pPr>
            <a:r>
              <a:rPr b="0" lang="de-DE" sz="1400" strike="noStrike" u="none">
                <a:solidFill>
                  <a:srgbClr val="000000"/>
                </a:solidFill>
                <a:uFillTx/>
                <a:latin typeface="Times New Roman"/>
              </a:rPr>
              <a:t> </a:t>
            </a:r>
            <a:endParaRPr b="0" lang="de-DE" sz="1400" strike="noStrike" u="none">
              <a:solidFill>
                <a:srgbClr val="000000"/>
              </a:solidFill>
              <a:uFillTx/>
              <a:latin typeface="Times New Roman"/>
            </a:endParaRPr>
          </a:p>
        </p:txBody>
      </p:sp>
    </p:spTree>
  </p:cSld>
  <p:clrMap bg1="lt1" tx1="dk1" bg2="lt2" tx2="dk2" accent1="accent1" accent2="accent2" accent3="accent3" accent4="accent4" accent5="accent5" accent6="accent6" hlink="hlink" folHlink="folHlink"/>
  <p:sldLayoutIdLst>
    <p:sldLayoutId id="2147483730" r:id="rId2"/>
  </p:sldLayoutIdLst>
</p:sldMaster>
</file>

<file path=ppt/slideMasters/slideMaster39.xml><?xml version="1.0" encoding="utf-8"?>
<p:sldMaster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9" name="PlaceHolder 1"/>
          <p:cNvSpPr>
            <a:spLocks noGrp="1"/>
          </p:cNvSpPr>
          <p:nvPr>
            <p:ph type="ftr" idx="61"/>
          </p:nvPr>
        </p:nvSpPr>
        <p:spPr>
          <a:xfrm>
            <a:off x="4038480" y="6356520"/>
            <a:ext cx="4113720" cy="36396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ctr">
            <a:noAutofit/>
          </a:bodyPr>
          <a:lstStyle>
            <a:lvl1pPr indent="0" algn="ctr">
              <a:lnSpc>
                <a:spcPct val="100000"/>
              </a:lnSpc>
              <a:buNone/>
              <a:tabLst>
                <a:tab algn="l" pos="0"/>
              </a:tabLst>
              <a:defRPr b="0" lang="de-DE" sz="1400" strike="noStrike" u="none">
                <a:solidFill>
                  <a:srgbClr val="000000"/>
                </a:solidFill>
                <a:uFillTx/>
                <a:latin typeface="Times New Roman"/>
              </a:defRPr>
            </a:lvl1pPr>
          </a:lstStyle>
          <a:p>
            <a:pPr indent="0" algn="ctr">
              <a:lnSpc>
                <a:spcPct val="100000"/>
              </a:lnSpc>
              <a:buNone/>
              <a:tabLst>
                <a:tab algn="l" pos="0"/>
              </a:tabLst>
            </a:pPr>
            <a:r>
              <a:rPr b="0" lang="de-DE" sz="1400" strike="noStrike" u="none">
                <a:solidFill>
                  <a:srgbClr val="000000"/>
                </a:solidFill>
                <a:uFillTx/>
                <a:latin typeface="Times New Roman"/>
              </a:rPr>
              <a:t> </a:t>
            </a:r>
            <a:endParaRPr b="0" lang="de-DE" sz="1400" strike="noStrike" u="none">
              <a:solidFill>
                <a:srgbClr val="000000"/>
              </a:solidFill>
              <a:uFillTx/>
              <a:latin typeface="Times New Roman"/>
            </a:endParaRPr>
          </a:p>
        </p:txBody>
      </p:sp>
      <p:sp>
        <p:nvSpPr>
          <p:cNvPr id="140" name="PlaceHolder 2"/>
          <p:cNvSpPr>
            <a:spLocks noGrp="1"/>
          </p:cNvSpPr>
          <p:nvPr>
            <p:ph type="sldNum" idx="62"/>
          </p:nvPr>
        </p:nvSpPr>
        <p:spPr>
          <a:xfrm>
            <a:off x="8610480" y="6356520"/>
            <a:ext cx="2742120" cy="36396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ctr">
            <a:noAutofit/>
          </a:bodyPr>
          <a:lstStyle>
            <a:lvl1pPr indent="0" algn="r" defTabSz="914400">
              <a:lnSpc>
                <a:spcPct val="100000"/>
              </a:lnSpc>
              <a:buNone/>
              <a:tabLst>
                <a:tab algn="l" pos="0"/>
              </a:tabLst>
              <a:defRPr b="0" lang="de-DE" sz="1200" strike="noStrike" u="none">
                <a:solidFill>
                  <a:schemeClr val="dk1">
                    <a:tint val="75000"/>
                  </a:schemeClr>
                </a:solidFill>
                <a:uFillTx/>
                <a:latin typeface="Calibri"/>
              </a:defRPr>
            </a:lvl1pPr>
          </a:lstStyle>
          <a:p>
            <a:pPr indent="0" algn="r" defTabSz="914400">
              <a:lnSpc>
                <a:spcPct val="100000"/>
              </a:lnSpc>
              <a:buNone/>
              <a:tabLst>
                <a:tab algn="l" pos="0"/>
              </a:tabLst>
            </a:pPr>
            <a:fld id="{2DBD8673-AF5A-4F04-BE10-FB2EE7D252F4}" type="slidenum">
              <a:rPr b="0" lang="de-DE" sz="1200" strike="noStrike" u="none">
                <a:solidFill>
                  <a:schemeClr val="dk1">
                    <a:tint val="75000"/>
                  </a:schemeClr>
                </a:solidFill>
                <a:uFillTx/>
                <a:latin typeface="Calibri"/>
              </a:rPr>
              <a:t>1</a:t>
            </a:fld>
            <a:endParaRPr b="0" lang="de-DE" sz="1200" strike="noStrike" u="none">
              <a:solidFill>
                <a:srgbClr val="000000"/>
              </a:solidFill>
              <a:uFillTx/>
              <a:latin typeface="Times New Roman"/>
            </a:endParaRPr>
          </a:p>
        </p:txBody>
      </p:sp>
      <p:sp>
        <p:nvSpPr>
          <p:cNvPr id="141" name="PlaceHolder 3"/>
          <p:cNvSpPr>
            <a:spLocks noGrp="1"/>
          </p:cNvSpPr>
          <p:nvPr>
            <p:ph type="dt" idx="63"/>
          </p:nvPr>
        </p:nvSpPr>
        <p:spPr>
          <a:xfrm>
            <a:off x="838080" y="6356520"/>
            <a:ext cx="2742120" cy="36396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ctr">
            <a:noAutofit/>
          </a:bodyPr>
          <a:lstStyle>
            <a:lvl1pPr indent="0">
              <a:buNone/>
              <a:defRPr b="0" lang="de-DE" sz="1400" strike="noStrike" u="none">
                <a:solidFill>
                  <a:srgbClr val="000000"/>
                </a:solidFill>
                <a:uFillTx/>
                <a:latin typeface="Times New Roman"/>
              </a:defRPr>
            </a:lvl1pPr>
          </a:lstStyle>
          <a:p>
            <a:pPr indent="0">
              <a:buNone/>
            </a:pPr>
            <a:r>
              <a:rPr b="0" lang="de-DE" sz="1400" strike="noStrike" u="none">
                <a:solidFill>
                  <a:srgbClr val="000000"/>
                </a:solidFill>
                <a:uFillTx/>
                <a:latin typeface="Times New Roman"/>
              </a:rPr>
              <a:t> </a:t>
            </a:r>
            <a:endParaRPr b="0" lang="de-DE" sz="1400" strike="noStrike" u="none">
              <a:solidFill>
                <a:srgbClr val="000000"/>
              </a:solidFill>
              <a:uFillTx/>
              <a:latin typeface="Times New Roman"/>
            </a:endParaRPr>
          </a:p>
        </p:txBody>
      </p:sp>
    </p:spTree>
  </p:cSld>
  <p:clrMap bg1="lt1" tx1="dk1" bg2="lt2" tx2="dk2" accent1="accent1" accent2="accent2" accent3="accent3" accent4="accent4" accent5="accent5" accent6="accent6" hlink="hlink" folHlink="folHlink"/>
  <p:sldLayoutIdLst>
    <p:sldLayoutId id="2147483732" r:id="rId2"/>
  </p:sldLayoutIdLst>
</p:sldMaster>
</file>

<file path=ppt/slides/_rels/slide1.xml.rels><?xml version="1.0" encoding="UTF-8"?>
<Relationships xmlns="http://schemas.openxmlformats.org/package/2006/relationships"><Relationship Id="rId1" Type="http://schemas.openxmlformats.org/officeDocument/2006/relationships/image" Target="../media/image2.jpeg"/><Relationship Id="rId2" Type="http://schemas.openxmlformats.org/officeDocument/2006/relationships/slideLayout" Target="../slideLayouts/slideLayout12.xml"/><Relationship Id="rId3" Type="http://schemas.openxmlformats.org/officeDocument/2006/relationships/notesSlide" Target="../notesSlides/notesSlide1.xml"/>
</Relationships>
</file>

<file path=ppt/slides/_rels/slide2.xml.rels><?xml version="1.0" encoding="UTF-8"?>
<Relationships xmlns="http://schemas.openxmlformats.org/package/2006/relationships"><Relationship Id="rId1" Type="http://schemas.openxmlformats.org/officeDocument/2006/relationships/image" Target="../media/image3.jpeg"/><Relationship Id="rId2" Type="http://schemas.openxmlformats.org/officeDocument/2006/relationships/slideLayout" Target="../slideLayouts/slideLayout40.xml"/>
</Relationships>
</file>

<file path=ppt/slides/_rels/slide3.xml.rels><?xml version="1.0" encoding="UTF-8"?>
<Relationships xmlns="http://schemas.openxmlformats.org/package/2006/relationships"><Relationship Id="rId1" Type="http://schemas.openxmlformats.org/officeDocument/2006/relationships/slideLayout" Target="../slideLayouts/slideLayout39.xml"/>
</Relationships>
</file>

<file path=ppt/slides/_rels/slide4.xml.rels><?xml version="1.0" encoding="UTF-8"?>
<Relationships xmlns="http://schemas.openxmlformats.org/package/2006/relationships"><Relationship Id="rId1" Type="http://schemas.openxmlformats.org/officeDocument/2006/relationships/slideLayout" Target="../slideLayouts/slideLayout39.xml"/>
</Relationships>
</file>

<file path=ppt/slides/_rels/slide5.xml.rels><?xml version="1.0" encoding="UTF-8"?>
<Relationships xmlns="http://schemas.openxmlformats.org/package/2006/relationships"><Relationship Id="rId1" Type="http://schemas.openxmlformats.org/officeDocument/2006/relationships/slideLayout" Target="../slideLayouts/slideLayout39.xml"/>
</Relationships>
</file>

<file path=ppt/slides/_rels/slide6.xml.rels><?xml version="1.0" encoding="UTF-8"?>
<Relationships xmlns="http://schemas.openxmlformats.org/package/2006/relationships"><Relationship Id="rId1" Type="http://schemas.openxmlformats.org/officeDocument/2006/relationships/slideLayout" Target="../slideLayouts/slideLayout39.xml"/>
</Relationships>
</file>

<file path=ppt/slides/_rels/slide7.xml.rels><?xml version="1.0" encoding="UTF-8"?>
<Relationships xmlns="http://schemas.openxmlformats.org/package/2006/relationships"><Relationship Id="rId1" Type="http://schemas.openxmlformats.org/officeDocument/2006/relationships/image" Target="../media/image4.png"/><Relationship Id="rId2" Type="http://schemas.openxmlformats.org/officeDocument/2006/relationships/slideLayout" Target="../slideLayouts/slideLayout44.xml"/><Relationship Id="rId3" Type="http://schemas.openxmlformats.org/officeDocument/2006/relationships/notesSlide" Target="../notesSlides/notesSlide7.xml"/>
</Relationships>
</file>

<file path=ppt/slides/_rels/slide8.xml.rels><?xml version="1.0" encoding="UTF-8"?>
<Relationships xmlns="http://schemas.openxmlformats.org/package/2006/relationships"><Relationship Id="rId1" Type="http://schemas.openxmlformats.org/officeDocument/2006/relationships/diagramData" Target="../diagrams/data1.xml"/><Relationship Id="rId2" Type="http://schemas.openxmlformats.org/officeDocument/2006/relationships/diagramLayout" Target="../diagrams/layout1.xml"/><Relationship Id="rId3" Type="http://schemas.openxmlformats.org/officeDocument/2006/relationships/diagramQuickStyle" Target="../diagrams/quickStyle1.xml"/><Relationship Id="rId4" Type="http://schemas.openxmlformats.org/officeDocument/2006/relationships/diagramColors" Target="../diagrams/colors1.xml"/><Relationship Id="rId5" Type="http://schemas.microsoft.com/office/2007/relationships/diagramDrawing" Target="../diagrams/drawing1.xml"/><Relationship Id="rId6" Type="http://schemas.openxmlformats.org/officeDocument/2006/relationships/slideLayout" Target="../slideLayouts/slideLayout44.xml"/>
</Relationships>
</file>

<file path=ppt/slides/_rels/slide9.xml.rels><?xml version="1.0" encoding="UTF-8"?>
<Relationships xmlns="http://schemas.openxmlformats.org/package/2006/relationships"><Relationship Id="rId1" Type="http://schemas.openxmlformats.org/officeDocument/2006/relationships/diagramData" Target="../diagrams/data2.xml"/><Relationship Id="rId2" Type="http://schemas.openxmlformats.org/officeDocument/2006/relationships/diagramLayout" Target="../diagrams/layout2.xml"/><Relationship Id="rId3" Type="http://schemas.openxmlformats.org/officeDocument/2006/relationships/diagramQuickStyle" Target="../diagrams/quickStyle2.xml"/><Relationship Id="rId4" Type="http://schemas.openxmlformats.org/officeDocument/2006/relationships/diagramColors" Target="../diagrams/colors2.xml"/><Relationship Id="rId5" Type="http://schemas.microsoft.com/office/2007/relationships/diagramDrawing" Target="../diagrams/drawing2.xml"/><Relationship Id="rId6" Type="http://schemas.openxmlformats.org/officeDocument/2006/relationships/slideLayout" Target="../slideLayouts/slideLayout43.xml"/>
</Relationships>
</file>

<file path=ppt/slides/_rels/slide10.xml.rels><?xml version="1.0" encoding="UTF-8"?>
<Relationships xmlns="http://schemas.openxmlformats.org/package/2006/relationships"><Relationship Id="rId1" Type="http://schemas.openxmlformats.org/officeDocument/2006/relationships/diagramData" Target="../diagrams/data3.xml"/><Relationship Id="rId2" Type="http://schemas.openxmlformats.org/officeDocument/2006/relationships/diagramLayout" Target="../diagrams/layout3.xml"/><Relationship Id="rId3" Type="http://schemas.openxmlformats.org/officeDocument/2006/relationships/diagramQuickStyle" Target="../diagrams/quickStyle3.xml"/><Relationship Id="rId4" Type="http://schemas.openxmlformats.org/officeDocument/2006/relationships/diagramColors" Target="../diagrams/colors3.xml"/><Relationship Id="rId5" Type="http://schemas.microsoft.com/office/2007/relationships/diagramDrawing" Target="../diagrams/drawing3.xml"/><Relationship Id="rId6" Type="http://schemas.openxmlformats.org/officeDocument/2006/relationships/slideLayout" Target="../slideLayouts/slideLayout43.xml"/><Relationship Id="rId7" Type="http://schemas.openxmlformats.org/officeDocument/2006/relationships/notesSlide" Target="../notesSlides/notesSlide10.xml"/>
</Relationships>
</file>

<file path=ppt/slides/_rels/slide11.xml.rels><?xml version="1.0" encoding="UTF-8"?>
<Relationships xmlns="http://schemas.openxmlformats.org/package/2006/relationships"><Relationship Id="rId1" Type="http://schemas.openxmlformats.org/officeDocument/2006/relationships/slideLayout" Target="../slideLayouts/slideLayout39.xml"/>
</Relationships>
</file>

<file path=ppt/slides/_rels/slide12.xml.rels><?xml version="1.0" encoding="UTF-8"?>
<Relationships xmlns="http://schemas.openxmlformats.org/package/2006/relationships"><Relationship Id="rId1" Type="http://schemas.openxmlformats.org/officeDocument/2006/relationships/slideLayout" Target="../slideLayouts/slideLayout39.xml"/>
</Relationships>
</file>

<file path=ppt/slides/_rels/slide13.xml.rels><?xml version="1.0" encoding="UTF-8"?>
<Relationships xmlns="http://schemas.openxmlformats.org/package/2006/relationships"><Relationship Id="rId1" Type="http://schemas.openxmlformats.org/officeDocument/2006/relationships/slideLayout" Target="../slideLayouts/slideLayout39.xml"/>
</Relationships>
</file>

<file path=ppt/slides/_rels/slide14.xml.rels><?xml version="1.0" encoding="UTF-8"?>
<Relationships xmlns="http://schemas.openxmlformats.org/package/2006/relationships"><Relationship Id="rId1" Type="http://schemas.openxmlformats.org/officeDocument/2006/relationships/slideLayout" Target="../slideLayouts/slideLayout39.xml"/>
</Relationships>
</file>

<file path=ppt/slides/_rels/slide15.xml.rels><?xml version="1.0" encoding="UTF-8"?>
<Relationships xmlns="http://schemas.openxmlformats.org/package/2006/relationships"><Relationship Id="rId1" Type="http://schemas.openxmlformats.org/officeDocument/2006/relationships/slideLayout" Target="../slideLayouts/slideLayout39.xml"/>
</Relationships>
</file>

<file path=ppt/slides/_rels/slide16.xml.rels><?xml version="1.0" encoding="UTF-8"?>
<Relationships xmlns="http://schemas.openxmlformats.org/package/2006/relationships"><Relationship Id="rId1" Type="http://schemas.openxmlformats.org/officeDocument/2006/relationships/slideLayout" Target="../slideLayouts/slideLayout39.xml"/>
</Relationships>
</file>

<file path=ppt/slides/_rels/slide17.xml.rels><?xml version="1.0" encoding="UTF-8"?>
<Relationships xmlns="http://schemas.openxmlformats.org/package/2006/relationships"><Relationship Id="rId1" Type="http://schemas.openxmlformats.org/officeDocument/2006/relationships/slideLayout" Target="../slideLayouts/slideLayout39.xml"/>
</Relationships>
</file>

<file path=ppt/slides/_rels/slide18.xml.rels><?xml version="1.0" encoding="UTF-8"?>
<Relationships xmlns="http://schemas.openxmlformats.org/package/2006/relationships"><Relationship Id="rId1" Type="http://schemas.openxmlformats.org/officeDocument/2006/relationships/slideLayout" Target="../slideLayouts/slideLayout39.xml"/>
</Relationships>
</file>

<file path=ppt/slides/_rels/slide19.xml.rels><?xml version="1.0" encoding="UTF-8"?>
<Relationships xmlns="http://schemas.openxmlformats.org/package/2006/relationships"><Relationship Id="rId1" Type="http://schemas.openxmlformats.org/officeDocument/2006/relationships/image" Target="../media/image5.jpeg"/><Relationship Id="rId2" Type="http://schemas.openxmlformats.org/officeDocument/2006/relationships/slideLayout" Target="../slideLayouts/slideLayout39.xml"/>
</Relationships>
</file>

<file path=ppt/slides/_rels/slide20.xml.rels><?xml version="1.0" encoding="UTF-8"?>
<Relationships xmlns="http://schemas.openxmlformats.org/package/2006/relationships"><Relationship Id="rId1" Type="http://schemas.openxmlformats.org/officeDocument/2006/relationships/image" Target="../media/image5.jpeg"/><Relationship Id="rId2" Type="http://schemas.openxmlformats.org/officeDocument/2006/relationships/slideLayout" Target="../slideLayouts/slideLayout39.xml"/>
</Relationships>
</file>

<file path=ppt/slides/_rels/slide21.xml.rels><?xml version="1.0" encoding="UTF-8"?>
<Relationships xmlns="http://schemas.openxmlformats.org/package/2006/relationships"><Relationship Id="rId1" Type="http://schemas.openxmlformats.org/officeDocument/2006/relationships/image" Target="../media/image5.jpeg"/><Relationship Id="rId2" Type="http://schemas.openxmlformats.org/officeDocument/2006/relationships/slideLayout" Target="../slideLayouts/slideLayout39.xml"/>
</Relationships>
</file>

<file path=ppt/slides/_rels/slide22.xml.rels><?xml version="1.0" encoding="UTF-8"?>
<Relationships xmlns="http://schemas.openxmlformats.org/package/2006/relationships"><Relationship Id="rId1" Type="http://schemas.openxmlformats.org/officeDocument/2006/relationships/image" Target="../media/image6.png"/><Relationship Id="rId2" Type="http://schemas.openxmlformats.org/officeDocument/2006/relationships/slideLayout" Target="../slideLayouts/slideLayout43.xml"/>
</Relationships>
</file>

<file path=ppt/slides/_rels/slide23.xml.rels><?xml version="1.0" encoding="UTF-8"?>
<Relationships xmlns="http://schemas.openxmlformats.org/package/2006/relationships"><Relationship Id="rId1" Type="http://schemas.openxmlformats.org/officeDocument/2006/relationships/image" Target="../media/image7.jpeg"/><Relationship Id="rId2" Type="http://schemas.openxmlformats.org/officeDocument/2006/relationships/slideLayout" Target="../slideLayouts/slideLayout39.xml"/>
</Relationships>
</file>

<file path=ppt/slides/_rels/slide24.xml.rels><?xml version="1.0" encoding="UTF-8"?>
<Relationships xmlns="http://schemas.openxmlformats.org/package/2006/relationships"><Relationship Id="rId1" Type="http://schemas.openxmlformats.org/officeDocument/2006/relationships/image" Target="../media/image7.jpeg"/><Relationship Id="rId2" Type="http://schemas.openxmlformats.org/officeDocument/2006/relationships/slideLayout" Target="../slideLayouts/slideLayout39.xml"/>
</Relationships>
</file>

<file path=ppt/slides/_rels/slide25.xml.rels><?xml version="1.0" encoding="UTF-8"?>
<Relationships xmlns="http://schemas.openxmlformats.org/package/2006/relationships"><Relationship Id="rId1" Type="http://schemas.openxmlformats.org/officeDocument/2006/relationships/diagramData" Target="../diagrams/data4.xml"/><Relationship Id="rId2" Type="http://schemas.openxmlformats.org/officeDocument/2006/relationships/diagramLayout" Target="../diagrams/layout4.xml"/><Relationship Id="rId3" Type="http://schemas.openxmlformats.org/officeDocument/2006/relationships/diagramQuickStyle" Target="../diagrams/quickStyle4.xml"/><Relationship Id="rId4" Type="http://schemas.openxmlformats.org/officeDocument/2006/relationships/diagramColors" Target="../diagrams/colors4.xml"/><Relationship Id="rId5" Type="http://schemas.microsoft.com/office/2007/relationships/diagramDrawing" Target="../diagrams/drawing4.xml"/><Relationship Id="rId6" Type="http://schemas.openxmlformats.org/officeDocument/2006/relationships/slideLayout" Target="../slideLayouts/slideLayout39.xml"/>
</Relationships>
</file>

<file path=ppt/slides/_rels/slide26.xml.rels><?xml version="1.0" encoding="UTF-8"?>
<Relationships xmlns="http://schemas.openxmlformats.org/package/2006/relationships"><Relationship Id="rId1" Type="http://schemas.openxmlformats.org/officeDocument/2006/relationships/slideLayout" Target="../slideLayouts/slideLayout39.xml"/>
</Relationships>
</file>

<file path=ppt/slides/_rels/slide27.xml.rels><?xml version="1.0" encoding="UTF-8"?>
<Relationships xmlns="http://schemas.openxmlformats.org/package/2006/relationships"><Relationship Id="rId1" Type="http://schemas.openxmlformats.org/officeDocument/2006/relationships/slideLayout" Target="../slideLayouts/slideLayout39.xml"/>
</Relationships>
</file>

<file path=ppt/slides/_rels/slide28.xml.rels><?xml version="1.0" encoding="UTF-8"?>
<Relationships xmlns="http://schemas.openxmlformats.org/package/2006/relationships"><Relationship Id="rId1" Type="http://schemas.openxmlformats.org/officeDocument/2006/relationships/slideLayout" Target="../slideLayouts/slideLayout39.xml"/>
</Relationships>
</file>

<file path=ppt/slides/_rels/slide29.xml.rels><?xml version="1.0" encoding="UTF-8"?>
<Relationships xmlns="http://schemas.openxmlformats.org/package/2006/relationships"><Relationship Id="rId1" Type="http://schemas.openxmlformats.org/officeDocument/2006/relationships/slideLayout" Target="../slideLayouts/slideLayout39.xml"/>
</Relationships>
</file>

<file path=ppt/slides/_rels/slide30.xml.rels><?xml version="1.0" encoding="UTF-8"?>
<Relationships xmlns="http://schemas.openxmlformats.org/package/2006/relationships"><Relationship Id="rId1" Type="http://schemas.openxmlformats.org/officeDocument/2006/relationships/slideLayout" Target="../slideLayouts/slideLayout39.xml"/>
</Relationships>
</file>

<file path=ppt/slides/_rels/slide31.xml.rels><?xml version="1.0" encoding="UTF-8"?>
<Relationships xmlns="http://schemas.openxmlformats.org/package/2006/relationships"><Relationship Id="rId1" Type="http://schemas.openxmlformats.org/officeDocument/2006/relationships/slideLayout" Target="../slideLayouts/slideLayout39.xml"/>
</Relationships>
</file>

<file path=ppt/slides/_rels/slide32.xml.rels><?xml version="1.0" encoding="UTF-8"?>
<Relationships xmlns="http://schemas.openxmlformats.org/package/2006/relationships"><Relationship Id="rId1" Type="http://schemas.openxmlformats.org/officeDocument/2006/relationships/slideLayout" Target="../slideLayouts/slideLayout39.xml"/>
</Relationships>
</file>

<file path=ppt/slides/_rels/slide33.xml.rels><?xml version="1.0" encoding="UTF-8"?>
<Relationships xmlns="http://schemas.openxmlformats.org/package/2006/relationships"><Relationship Id="rId1" Type="http://schemas.openxmlformats.org/officeDocument/2006/relationships/slideLayout" Target="../slideLayouts/slideLayout39.xml"/>
</Relationships>
</file>

<file path=ppt/slides/_rels/slide34.xml.rels><?xml version="1.0" encoding="UTF-8"?>
<Relationships xmlns="http://schemas.openxmlformats.org/package/2006/relationships"><Relationship Id="rId1" Type="http://schemas.openxmlformats.org/officeDocument/2006/relationships/slideLayout" Target="../slideLayouts/slideLayout44.xml"/>
</Relationships>
</file>

<file path=ppt/slides/_rels/slide35.xml.rels><?xml version="1.0" encoding="UTF-8"?>
<Relationships xmlns="http://schemas.openxmlformats.org/package/2006/relationships"><Relationship Id="rId1" Type="http://schemas.openxmlformats.org/officeDocument/2006/relationships/image" Target="../media/image8.jpeg"/><Relationship Id="rId2" Type="http://schemas.openxmlformats.org/officeDocument/2006/relationships/slideLayout" Target="../slideLayouts/slideLayout44.xml"/>
</Relationships>
</file>

<file path=ppt/slides/_rels/slide36.xml.rels><?xml version="1.0" encoding="UTF-8"?>
<Relationships xmlns="http://schemas.openxmlformats.org/package/2006/relationships"><Relationship Id="rId1" Type="http://schemas.openxmlformats.org/officeDocument/2006/relationships/image" Target="../media/image9.png"/><Relationship Id="rId2" Type="http://schemas.openxmlformats.org/officeDocument/2006/relationships/slideLayout" Target="../slideLayouts/slideLayout41.xml"/>
</Relationships>
</file>

<file path=ppt/slides/_rels/slide37.xml.rels><?xml version="1.0" encoding="UTF-8"?>
<Relationships xmlns="http://schemas.openxmlformats.org/package/2006/relationships"><Relationship Id="rId1" Type="http://schemas.openxmlformats.org/officeDocument/2006/relationships/slideLayout" Target="../slideLayouts/slideLayout39.xml"/>
</Relationships>
</file>

<file path=ppt/slides/_rels/slide38.xml.rels><?xml version="1.0" encoding="UTF-8"?>
<Relationships xmlns="http://schemas.openxmlformats.org/package/2006/relationships"><Relationship Id="rId1" Type="http://schemas.openxmlformats.org/officeDocument/2006/relationships/slideLayout" Target="../slideLayouts/slideLayout43.xml"/>
</Relationships>
</file>

<file path=ppt/slides/_rels/slide39.xml.rels><?xml version="1.0" encoding="UTF-8"?>
<Relationships xmlns="http://schemas.openxmlformats.org/package/2006/relationships"><Relationship Id="rId1" Type="http://schemas.openxmlformats.org/officeDocument/2006/relationships/image" Target="../media/image10.png"/><Relationship Id="rId2" Type="http://schemas.openxmlformats.org/officeDocument/2006/relationships/slideLayout" Target="../slideLayouts/slideLayout44.xml"/>
</Relationships>
</file>

<file path=ppt/slides/_rels/slide40.xml.rels><?xml version="1.0" encoding="UTF-8"?>
<Relationships xmlns="http://schemas.openxmlformats.org/package/2006/relationships"><Relationship Id="rId1" Type="http://schemas.openxmlformats.org/officeDocument/2006/relationships/slideLayout" Target="../slideLayouts/slideLayout39.xml"/><Relationship Id="rId2" Type="http://schemas.openxmlformats.org/officeDocument/2006/relationships/notesSlide" Target="../notesSlides/notesSlide40.xml"/>
</Relationships>
</file>

<file path=ppt/slides/_rels/slide41.xml.rels><?xml version="1.0" encoding="UTF-8"?>
<Relationships xmlns="http://schemas.openxmlformats.org/package/2006/relationships"><Relationship Id="rId1" Type="http://schemas.openxmlformats.org/officeDocument/2006/relationships/slideLayout" Target="../slideLayouts/slideLayout39.xml"/>
</Relationships>
</file>

<file path=ppt/slides/_rels/slide42.xml.rels><?xml version="1.0" encoding="UTF-8"?>
<Relationships xmlns="http://schemas.openxmlformats.org/package/2006/relationships"><Relationship Id="rId1" Type="http://schemas.openxmlformats.org/officeDocument/2006/relationships/slideLayout" Target="../slideLayouts/slideLayout39.xml"/>
</Relationships>
</file>

<file path=ppt/slides/_rels/slide43.xml.rels><?xml version="1.0" encoding="UTF-8"?>
<Relationships xmlns="http://schemas.openxmlformats.org/package/2006/relationships"><Relationship Id="rId1" Type="http://schemas.openxmlformats.org/officeDocument/2006/relationships/image" Target="../media/image11.jpeg"/><Relationship Id="rId2" Type="http://schemas.openxmlformats.org/officeDocument/2006/relationships/slideLayout" Target="../slideLayouts/slideLayout39.xml"/><Relationship Id="rId3" Type="http://schemas.openxmlformats.org/officeDocument/2006/relationships/notesSlide" Target="../notesSlides/notesSlide43.xml"/>
</Relationships>
</file>

<file path=ppt/slides/_rels/slide44.xml.rels><?xml version="1.0" encoding="UTF-8"?>
<Relationships xmlns="http://schemas.openxmlformats.org/package/2006/relationships"><Relationship Id="rId1" Type="http://schemas.openxmlformats.org/officeDocument/2006/relationships/slideLayout" Target="../slideLayouts/slideLayout43.xml"/>
</Relationships>
</file>

<file path=ppt/slides/_rels/slide45.xml.rels><?xml version="1.0" encoding="UTF-8"?>
<Relationships xmlns="http://schemas.openxmlformats.org/package/2006/relationships"><Relationship Id="rId1" Type="http://schemas.openxmlformats.org/officeDocument/2006/relationships/slideLayout" Target="../slideLayouts/slideLayout43.xml"/>
</Relationships>
</file>

<file path=ppt/slides/_rels/slide46.xml.rels><?xml version="1.0" encoding="UTF-8"?>
<Relationships xmlns="http://schemas.openxmlformats.org/package/2006/relationships"><Relationship Id="rId1" Type="http://schemas.openxmlformats.org/officeDocument/2006/relationships/slideLayout" Target="../slideLayouts/slideLayout43.xml"/>
</Relationships>
</file>

<file path=ppt/slides/_rels/slide47.xml.rels><?xml version="1.0" encoding="UTF-8"?>
<Relationships xmlns="http://schemas.openxmlformats.org/package/2006/relationships"><Relationship Id="rId1" Type="http://schemas.openxmlformats.org/officeDocument/2006/relationships/slideLayout" Target="../slideLayouts/slideLayout43.xml"/>
</Relationships>
</file>

<file path=ppt/slides/_rels/slide48.xml.rels><?xml version="1.0" encoding="UTF-8"?>
<Relationships xmlns="http://schemas.openxmlformats.org/package/2006/relationships"><Relationship Id="rId1" Type="http://schemas.openxmlformats.org/officeDocument/2006/relationships/slideLayout" Target="../slideLayouts/slideLayout39.xml"/>
</Relationships>
</file>

<file path=ppt/slides/_rels/slide49.xml.rels><?xml version="1.0" encoding="UTF-8"?>
<Relationships xmlns="http://schemas.openxmlformats.org/package/2006/relationships"><Relationship Id="rId1" Type="http://schemas.openxmlformats.org/officeDocument/2006/relationships/diagramData" Target="../diagrams/data5.xml"/><Relationship Id="rId2" Type="http://schemas.openxmlformats.org/officeDocument/2006/relationships/diagramLayout" Target="../diagrams/layout5.xml"/><Relationship Id="rId3" Type="http://schemas.openxmlformats.org/officeDocument/2006/relationships/diagramQuickStyle" Target="../diagrams/quickStyle5.xml"/><Relationship Id="rId4" Type="http://schemas.openxmlformats.org/officeDocument/2006/relationships/diagramColors" Target="../diagrams/colors5.xml"/><Relationship Id="rId5" Type="http://schemas.microsoft.com/office/2007/relationships/diagramDrawing" Target="../diagrams/drawing5.xml"/><Relationship Id="rId6" Type="http://schemas.openxmlformats.org/officeDocument/2006/relationships/slideLayout" Target="../slideLayouts/slideLayout39.xml"/>
</Relationships>
</file>

<file path=ppt/slides/_rels/slide50.xml.rels><?xml version="1.0" encoding="UTF-8"?>
<Relationships xmlns="http://schemas.openxmlformats.org/package/2006/relationships"><Relationship Id="rId1" Type="http://schemas.openxmlformats.org/officeDocument/2006/relationships/slideLayout" Target="../slideLayouts/slideLayout39.xml"/>
</Relationships>
</file>

<file path=ppt/slides/_rels/slide51.xml.rels><?xml version="1.0" encoding="UTF-8"?>
<Relationships xmlns="http://schemas.openxmlformats.org/package/2006/relationships"><Relationship Id="rId1" Type="http://schemas.openxmlformats.org/officeDocument/2006/relationships/slideLayout" Target="../slideLayouts/slideLayout39.xml"/>
</Relationships>
</file>

<file path=ppt/slides/_rels/slide52.xml.rels><?xml version="1.0" encoding="UTF-8"?>
<Relationships xmlns="http://schemas.openxmlformats.org/package/2006/relationships"><Relationship Id="rId1" Type="http://schemas.openxmlformats.org/officeDocument/2006/relationships/image" Target="../media/image12.jpeg"/><Relationship Id="rId2" Type="http://schemas.openxmlformats.org/officeDocument/2006/relationships/slideLayout" Target="../slideLayouts/slideLayout39.xml"/><Relationship Id="rId3" Type="http://schemas.openxmlformats.org/officeDocument/2006/relationships/notesSlide" Target="../notesSlides/notesSlide52.xml"/>
</Relationships>
</file>

<file path=ppt/slides/_rels/slide53.xml.rels><?xml version="1.0" encoding="UTF-8"?>
<Relationships xmlns="http://schemas.openxmlformats.org/package/2006/relationships"><Relationship Id="rId1" Type="http://schemas.openxmlformats.org/officeDocument/2006/relationships/slideLayout" Target="../slideLayouts/slideLayout39.xml"/>
</Relationships>
</file>

<file path=ppt/slides/_rels/slide54.xml.rels><?xml version="1.0" encoding="UTF-8"?>
<Relationships xmlns="http://schemas.openxmlformats.org/package/2006/relationships"><Relationship Id="rId1" Type="http://schemas.openxmlformats.org/officeDocument/2006/relationships/slideLayout" Target="../slideLayouts/slideLayout39.xml"/>
</Relationships>
</file>

<file path=ppt/slides/_rels/slide55.xml.rels><?xml version="1.0" encoding="UTF-8"?>
<Relationships xmlns="http://schemas.openxmlformats.org/package/2006/relationships"><Relationship Id="rId1" Type="http://schemas.openxmlformats.org/officeDocument/2006/relationships/slideLayout" Target="../slideLayouts/slideLayout39.xml"/>
</Relationships>
</file>

<file path=ppt/slides/_rels/slide56.xml.rels><?xml version="1.0" encoding="UTF-8"?>
<Relationships xmlns="http://schemas.openxmlformats.org/package/2006/relationships"><Relationship Id="rId1" Type="http://schemas.openxmlformats.org/officeDocument/2006/relationships/slideLayout" Target="../slideLayouts/slideLayout43.xml"/>
</Relationships>
</file>

<file path=ppt/slides/_rels/slide57.xml.rels><?xml version="1.0" encoding="UTF-8"?>
<Relationships xmlns="http://schemas.openxmlformats.org/package/2006/relationships"><Relationship Id="rId1" Type="http://schemas.openxmlformats.org/officeDocument/2006/relationships/image" Target="../media/image13.jpeg"/><Relationship Id="rId2" Type="http://schemas.openxmlformats.org/officeDocument/2006/relationships/slideLayout" Target="../slideLayouts/slideLayout15.xml"/><Relationship Id="rId3" Type="http://schemas.openxmlformats.org/officeDocument/2006/relationships/notesSlide" Target="../notesSlides/notesSlide57.xml"/>
</Relationships>
</file>

<file path=ppt/slides/_rels/slide58.xml.rels><?xml version="1.0" encoding="UTF-8"?>
<Relationships xmlns="http://schemas.openxmlformats.org/package/2006/relationships"><Relationship Id="rId1" Type="http://schemas.openxmlformats.org/officeDocument/2006/relationships/slideLayout" Target="../slideLayouts/slideLayout39.xml"/>
</Relationships>
</file>

<file path=ppt/slides/_rels/slide59.xml.rels><?xml version="1.0" encoding="UTF-8"?>
<Relationships xmlns="http://schemas.openxmlformats.org/package/2006/relationships"><Relationship Id="rId1" Type="http://schemas.openxmlformats.org/officeDocument/2006/relationships/image" Target="../media/image14.jpeg"/><Relationship Id="rId2" Type="http://schemas.openxmlformats.org/officeDocument/2006/relationships/slideLayout" Target="../slideLayouts/slideLayout44.xml"/><Relationship Id="rId3" Type="http://schemas.openxmlformats.org/officeDocument/2006/relationships/notesSlide" Target="../notesSlides/notesSlide59.xml"/>
</Relationships>
</file>

<file path=ppt/slides/_rels/slide60.xml.rels><?xml version="1.0" encoding="UTF-8"?>
<Relationships xmlns="http://schemas.openxmlformats.org/package/2006/relationships"><Relationship Id="rId1" Type="http://schemas.openxmlformats.org/officeDocument/2006/relationships/slideLayout" Target="../slideLayouts/slideLayout39.xml"/>
</Relationships>
</file>

<file path=ppt/slides/_rels/slide61.xml.rels><?xml version="1.0" encoding="UTF-8"?>
<Relationships xmlns="http://schemas.openxmlformats.org/package/2006/relationships"><Relationship Id="rId1" Type="http://schemas.openxmlformats.org/officeDocument/2006/relationships/slideLayout" Target="../slideLayouts/slideLayout44.xml"/>
</Relationships>
</file>

<file path=ppt/slides/_rels/slide62.xml.rels><?xml version="1.0" encoding="UTF-8"?>
<Relationships xmlns="http://schemas.openxmlformats.org/package/2006/relationships"><Relationship Id="rId1" Type="http://schemas.openxmlformats.org/officeDocument/2006/relationships/slideLayout" Target="../slideLayouts/slideLayout39.xml"/>
</Relationships>
</file>

<file path=ppt/slides/_rels/slide63.xml.rels><?xml version="1.0" encoding="UTF-8"?>
<Relationships xmlns="http://schemas.openxmlformats.org/package/2006/relationships"><Relationship Id="rId1" Type="http://schemas.openxmlformats.org/officeDocument/2006/relationships/slideLayout" Target="../slideLayouts/slideLayout43.xml"/>
</Relationships>
</file>

<file path=ppt/slides/_rels/slide64.xml.rels><?xml version="1.0" encoding="UTF-8"?>
<Relationships xmlns="http://schemas.openxmlformats.org/package/2006/relationships"><Relationship Id="rId1" Type="http://schemas.openxmlformats.org/officeDocument/2006/relationships/slideLayout" Target="../slideLayouts/slideLayout39.xml"/>
</Relationships>
</file>

<file path=ppt/slides/_rels/slide65.xml.rels><?xml version="1.0" encoding="UTF-8"?>
<Relationships xmlns="http://schemas.openxmlformats.org/package/2006/relationships"><Relationship Id="rId1" Type="http://schemas.openxmlformats.org/officeDocument/2006/relationships/slideLayout" Target="../slideLayouts/slideLayout44.xml"/>
</Relationships>
</file>

<file path=ppt/slides/_rels/slide66.xml.rels><?xml version="1.0" encoding="UTF-8"?>
<Relationships xmlns="http://schemas.openxmlformats.org/package/2006/relationships"><Relationship Id="rId1" Type="http://schemas.openxmlformats.org/officeDocument/2006/relationships/slideLayout" Target="../slideLayouts/slideLayout39.xml"/>
</Relationships>
</file>

<file path=ppt/slides/_rels/slide67.xml.rels><?xml version="1.0" encoding="UTF-8"?>
<Relationships xmlns="http://schemas.openxmlformats.org/package/2006/relationships"><Relationship Id="rId1" Type="http://schemas.openxmlformats.org/officeDocument/2006/relationships/slideLayout" Target="../slideLayouts/slideLayout39.xml"/>
</Relationships>
</file>

<file path=ppt/slides/_rels/slide68.xml.rels><?xml version="1.0" encoding="UTF-8"?>
<Relationships xmlns="http://schemas.openxmlformats.org/package/2006/relationships"><Relationship Id="rId1" Type="http://schemas.openxmlformats.org/officeDocument/2006/relationships/slideLayout" Target="../slideLayouts/slideLayout39.xml"/>
</Relationships>
</file>

<file path=ppt/slides/_rels/slide69.xml.rels><?xml version="1.0" encoding="UTF-8"?>
<Relationships xmlns="http://schemas.openxmlformats.org/package/2006/relationships"><Relationship Id="rId1" Type="http://schemas.openxmlformats.org/officeDocument/2006/relationships/slideLayout" Target="../slideLayouts/slideLayout39.xml"/>
</Relationships>
</file>

<file path=ppt/slides/_rels/slide70.xml.rels><?xml version="1.0" encoding="UTF-8"?>
<Relationships xmlns="http://schemas.openxmlformats.org/package/2006/relationships"><Relationship Id="rId1" Type="http://schemas.openxmlformats.org/officeDocument/2006/relationships/image" Target="../media/image15.png"/><Relationship Id="rId2" Type="http://schemas.openxmlformats.org/officeDocument/2006/relationships/slideLayout" Target="../slideLayouts/slideLayout40.xml"/>
</Relationships>
</file>

<file path=ppt/slides/_rels/slide71.xml.rels><?xml version="1.0" encoding="UTF-8"?>
<Relationships xmlns="http://schemas.openxmlformats.org/package/2006/relationships"><Relationship Id="rId1" Type="http://schemas.openxmlformats.org/officeDocument/2006/relationships/image" Target="../media/image16.png"/><Relationship Id="rId2" Type="http://schemas.openxmlformats.org/officeDocument/2006/relationships/slideLayout" Target="../slideLayouts/slideLayout43.xml"/>
</Relationships>
</file>

<file path=ppt/slides/_rels/slide72.xml.rels><?xml version="1.0" encoding="UTF-8"?>
<Relationships xmlns="http://schemas.openxmlformats.org/package/2006/relationships"><Relationship Id="rId1" Type="http://schemas.openxmlformats.org/officeDocument/2006/relationships/image" Target="../media/image17.png"/><Relationship Id="rId2" Type="http://schemas.openxmlformats.org/officeDocument/2006/relationships/image" Target="../media/image18.jpeg"/><Relationship Id="rId3" Type="http://schemas.openxmlformats.org/officeDocument/2006/relationships/slideLayout" Target="../slideLayouts/slideLayout43.xml"/>
</Relationships>
</file>

<file path=ppt/slides/_rels/slide73.xml.rels><?xml version="1.0" encoding="UTF-8"?>
<Relationships xmlns="http://schemas.openxmlformats.org/package/2006/relationships"><Relationship Id="rId1" Type="http://schemas.openxmlformats.org/officeDocument/2006/relationships/image" Target="../media/image19.png"/><Relationship Id="rId2" Type="http://schemas.openxmlformats.org/officeDocument/2006/relationships/image" Target="../media/image20.svg"/><Relationship Id="rId3" Type="http://schemas.openxmlformats.org/officeDocument/2006/relationships/slideLayout" Target="../slideLayouts/slideLayout43.xml"/>
</Relationships>
</file>

<file path=ppt/slides/_rels/slide74.xml.rels><?xml version="1.0" encoding="UTF-8"?>
<Relationships xmlns="http://schemas.openxmlformats.org/package/2006/relationships"><Relationship Id="rId1" Type="http://schemas.openxmlformats.org/officeDocument/2006/relationships/diagramData" Target="../diagrams/data6.xml"/><Relationship Id="rId2" Type="http://schemas.openxmlformats.org/officeDocument/2006/relationships/diagramLayout" Target="../diagrams/layout6.xml"/><Relationship Id="rId3" Type="http://schemas.openxmlformats.org/officeDocument/2006/relationships/diagramQuickStyle" Target="../diagrams/quickStyle6.xml"/><Relationship Id="rId4" Type="http://schemas.openxmlformats.org/officeDocument/2006/relationships/diagramColors" Target="../diagrams/colors6.xml"/><Relationship Id="rId5" Type="http://schemas.microsoft.com/office/2007/relationships/diagramDrawing" Target="../diagrams/drawing6.xml"/><Relationship Id="rId6" Type="http://schemas.openxmlformats.org/officeDocument/2006/relationships/slideLayout" Target="../slideLayouts/slideLayout39.xml"/>
</Relationships>
</file>

<file path=ppt/slides/_rels/slide75.xml.rels><?xml version="1.0" encoding="UTF-8"?>
<Relationships xmlns="http://schemas.openxmlformats.org/package/2006/relationships"><Relationship Id="rId1" Type="http://schemas.openxmlformats.org/officeDocument/2006/relationships/slideLayout" Target="../slideLayouts/slideLayout39.xml"/>
</Relationships>
</file>

<file path=ppt/slides/_rels/slide76.xml.rels><?xml version="1.0" encoding="UTF-8"?>
<Relationships xmlns="http://schemas.openxmlformats.org/package/2006/relationships"><Relationship Id="rId1" Type="http://schemas.openxmlformats.org/officeDocument/2006/relationships/hyperlink" Target="https://karma-runner.github.io/" TargetMode="External"/><Relationship Id="rId2" Type="http://schemas.openxmlformats.org/officeDocument/2006/relationships/slideLayout" Target="../slideLayouts/slideLayout39.xml"/>
</Relationships>
</file>

<file path=ppt/slides/_rels/slide77.xml.rels><?xml version="1.0" encoding="UTF-8"?>
<Relationships xmlns="http://schemas.openxmlformats.org/package/2006/relationships"><Relationship Id="rId1" Type="http://schemas.openxmlformats.org/officeDocument/2006/relationships/video" Target="../media/media21.mp4"/><Relationship Id="rId2" Type="http://schemas.microsoft.com/office/2007/relationships/media" Target="../media/media21.mp4"/><Relationship Id="rId3" Type="http://schemas.openxmlformats.org/officeDocument/2006/relationships/image" Target="../media/image22.png"/><Relationship Id="rId4" Type="http://schemas.openxmlformats.org/officeDocument/2006/relationships/slideLayout" Target="../slideLayouts/slideLayout43.xml"/>
</Relationships>
</file>

<file path=ppt/slides/_rels/slide78.xml.rels><?xml version="1.0" encoding="UTF-8"?>
<Relationships xmlns="http://schemas.openxmlformats.org/package/2006/relationships"><Relationship Id="rId1" Type="http://schemas.openxmlformats.org/officeDocument/2006/relationships/slideLayout" Target="../slideLayouts/slideLayout39.xml"/>
</Relationships>
</file>

<file path=ppt/slides/_rels/slide79.xml.rels><?xml version="1.0" encoding="UTF-8"?>
<Relationships xmlns="http://schemas.openxmlformats.org/package/2006/relationships"><Relationship Id="rId1" Type="http://schemas.openxmlformats.org/officeDocument/2006/relationships/image" Target="../media/image23.png"/><Relationship Id="rId2" Type="http://schemas.openxmlformats.org/officeDocument/2006/relationships/slideLayout" Target="../slideLayouts/slideLayout43.xml"/>
</Relationships>
</file>

<file path=ppt/slides/_rels/slide80.xml.rels><?xml version="1.0" encoding="UTF-8"?>
<Relationships xmlns="http://schemas.openxmlformats.org/package/2006/relationships"><Relationship Id="rId1" Type="http://schemas.openxmlformats.org/officeDocument/2006/relationships/image" Target="../media/image24.png"/><Relationship Id="rId2" Type="http://schemas.openxmlformats.org/officeDocument/2006/relationships/slideLayout" Target="../slideLayouts/slideLayout43.xml"/>
</Relationships>
</file>

<file path=ppt/slides/_rels/slide81.xml.rels><?xml version="1.0" encoding="UTF-8"?>
<Relationships xmlns="http://schemas.openxmlformats.org/package/2006/relationships"><Relationship Id="rId1" Type="http://schemas.openxmlformats.org/officeDocument/2006/relationships/hyperlink" Target="file://Volumes/share/Seminar/angular2/angular2/sildes/index.html#/intro/prerequisites" TargetMode="External"/><Relationship Id="rId2" Type="http://schemas.openxmlformats.org/officeDocument/2006/relationships/hyperlink" Target="http://localhost:4200/" TargetMode="External"/><Relationship Id="rId3" Type="http://schemas.openxmlformats.org/officeDocument/2006/relationships/image" Target="../media/image25.png"/><Relationship Id="rId4" Type="http://schemas.openxmlformats.org/officeDocument/2006/relationships/image" Target="../media/image26.svg"/><Relationship Id="rId5" Type="http://schemas.openxmlformats.org/officeDocument/2006/relationships/slideLayout" Target="../slideLayouts/slideLayout39.xml"/><Relationship Id="rId6" Type="http://schemas.openxmlformats.org/officeDocument/2006/relationships/notesSlide" Target="../notesSlides/notesSlide81.xml"/>
</Relationships>
</file>

<file path=ppt/slides/_rels/slide82.xml.rels><?xml version="1.0" encoding="UTF-8"?>
<Relationships xmlns="http://schemas.openxmlformats.org/package/2006/relationships"><Relationship Id="rId1" Type="http://schemas.openxmlformats.org/officeDocument/2006/relationships/slideLayout" Target="../slideLayouts/slideLayout39.xml"/>
</Relationships>
</file>

<file path=ppt/slides/_rels/slide83.xml.rels><?xml version="1.0" encoding="UTF-8"?>
<Relationships xmlns="http://schemas.openxmlformats.org/package/2006/relationships"><Relationship Id="rId1" Type="http://schemas.openxmlformats.org/officeDocument/2006/relationships/image" Target="../media/image27.png"/><Relationship Id="rId2" Type="http://schemas.openxmlformats.org/officeDocument/2006/relationships/slideLayout" Target="../slideLayouts/slideLayout43.xml"/><Relationship Id="rId3" Type="http://schemas.openxmlformats.org/officeDocument/2006/relationships/notesSlide" Target="../notesSlides/notesSlide83.xml"/>
</Relationships>
</file>

<file path=ppt/slides/_rels/slide84.xml.rels><?xml version="1.0" encoding="UTF-8"?>
<Relationships xmlns="http://schemas.openxmlformats.org/package/2006/relationships"><Relationship Id="rId1" Type="http://schemas.openxmlformats.org/officeDocument/2006/relationships/slideLayout" Target="../slideLayouts/slideLayout43.xml"/>
</Relationships>
</file>

<file path=ppt/slides/_rels/slide85.xml.rels><?xml version="1.0" encoding="UTF-8"?>
<Relationships xmlns="http://schemas.openxmlformats.org/package/2006/relationships"><Relationship Id="rId1" Type="http://schemas.openxmlformats.org/officeDocument/2006/relationships/slideLayout" Target="../slideLayouts/slideLayout39.xml"/>
</Relationships>
</file>

<file path=ppt/slides/_rels/slide86.xml.rels><?xml version="1.0" encoding="UTF-8"?>
<Relationships xmlns="http://schemas.openxmlformats.org/package/2006/relationships"><Relationship Id="rId1" Type="http://schemas.openxmlformats.org/officeDocument/2006/relationships/slideLayout" Target="../slideLayouts/slideLayout39.xml"/>
</Relationships>
</file>

<file path=ppt/slides/_rels/slide87.xml.rels><?xml version="1.0" encoding="UTF-8"?>
<Relationships xmlns="http://schemas.openxmlformats.org/package/2006/relationships"><Relationship Id="rId1" Type="http://schemas.openxmlformats.org/officeDocument/2006/relationships/image" Target="../media/image28.png"/><Relationship Id="rId2" Type="http://schemas.openxmlformats.org/officeDocument/2006/relationships/slideLayout" Target="../slideLayouts/slideLayout43.xml"/>
</Relationships>
</file>

<file path=ppt/slides/_rels/slide88.xml.rels><?xml version="1.0" encoding="UTF-8"?>
<Relationships xmlns="http://schemas.openxmlformats.org/package/2006/relationships"><Relationship Id="rId1" Type="http://schemas.openxmlformats.org/officeDocument/2006/relationships/slideLayout" Target="../slideLayouts/slideLayout39.xml"/>
</Relationships>
</file>

<file path=ppt/slides/_rels/slide89.xml.rels><?xml version="1.0" encoding="UTF-8"?>
<Relationships xmlns="http://schemas.openxmlformats.org/package/2006/relationships"><Relationship Id="rId1" Type="http://schemas.openxmlformats.org/officeDocument/2006/relationships/slideLayout" Target="../slideLayouts/slideLayout39.xml"/>
</Relationships>
</file>

<file path=ppt/slides/_rels/slide90.xml.rels><?xml version="1.0" encoding="UTF-8"?>
<Relationships xmlns="http://schemas.openxmlformats.org/package/2006/relationships"><Relationship Id="rId1" Type="http://schemas.openxmlformats.org/officeDocument/2006/relationships/slideLayout" Target="../slideLayouts/slideLayout39.xml"/>
</Relationships>
</file>

<file path=ppt/slides/_rels/slide91.xml.rels><?xml version="1.0" encoding="UTF-8"?>
<Relationships xmlns="http://schemas.openxmlformats.org/package/2006/relationships"><Relationship Id="rId1" Type="http://schemas.openxmlformats.org/officeDocument/2006/relationships/image" Target="../media/image29.png"/><Relationship Id="rId2" Type="http://schemas.openxmlformats.org/officeDocument/2006/relationships/slideLayout" Target="../slideLayouts/slideLayout43.xml"/>
</Relationships>
</file>

<file path=ppt/slides/_rels/slide92.xml.rels><?xml version="1.0" encoding="UTF-8"?>
<Relationships xmlns="http://schemas.openxmlformats.org/package/2006/relationships"><Relationship Id="rId1" Type="http://schemas.openxmlformats.org/officeDocument/2006/relationships/image" Target="../media/image30.png"/><Relationship Id="rId2" Type="http://schemas.openxmlformats.org/officeDocument/2006/relationships/slideLayout" Target="../slideLayouts/slideLayout43.xml"/>
</Relationships>
</file>

<file path=ppt/slides/_rels/slide93.xml.rels><?xml version="1.0" encoding="UTF-8"?>
<Relationships xmlns="http://schemas.openxmlformats.org/package/2006/relationships"><Relationship Id="rId1" Type="http://schemas.openxmlformats.org/officeDocument/2006/relationships/slideLayout" Target="../slideLayouts/slideLayout39.xml"/>
</Relationships>
</file>

<file path=ppt/slides/_rels/slide94.xml.rels><?xml version="1.0" encoding="UTF-8"?>
<Relationships xmlns="http://schemas.openxmlformats.org/package/2006/relationships"><Relationship Id="rId1" Type="http://schemas.openxmlformats.org/officeDocument/2006/relationships/image" Target="../media/image30.png"/><Relationship Id="rId2" Type="http://schemas.openxmlformats.org/officeDocument/2006/relationships/slideLayout" Target="../slideLayouts/slideLayout43.xml"/>
</Relationships>
</file>

<file path=ppt/slides/_rels/slide95.xml.rels><?xml version="1.0" encoding="UTF-8"?>
<Relationships xmlns="http://schemas.openxmlformats.org/package/2006/relationships"><Relationship Id="rId1" Type="http://schemas.openxmlformats.org/officeDocument/2006/relationships/slideLayout" Target="../slideLayouts/slideLayout39.xml"/>
</Relationships>
</file>

<file path=ppt/slides/_rels/slide96.xml.rels><?xml version="1.0" encoding="UTF-8"?>
<Relationships xmlns="http://schemas.openxmlformats.org/package/2006/relationships"><Relationship Id="rId1" Type="http://schemas.openxmlformats.org/officeDocument/2006/relationships/slideLayout" Target="../slideLayouts/slideLayout43.xml"/><Relationship Id="rId2" Type="http://schemas.openxmlformats.org/officeDocument/2006/relationships/notesSlide" Target="../notesSlides/notesSlide96.xml"/>
</Relationships>
</file>

<file path=ppt/slides/_rels/slide97.xml.rels><?xml version="1.0" encoding="UTF-8"?>
<Relationships xmlns="http://schemas.openxmlformats.org/package/2006/relationships"><Relationship Id="rId1" Type="http://schemas.openxmlformats.org/officeDocument/2006/relationships/slideLayout" Target="../slideLayouts/slideLayout39.xml"/>
</Relationships>
</file>

<file path=ppt/slides/_rels/slide98.xml.rels><?xml version="1.0" encoding="UTF-8"?>
<Relationships xmlns="http://schemas.openxmlformats.org/package/2006/relationships"><Relationship Id="rId1" Type="http://schemas.openxmlformats.org/officeDocument/2006/relationships/slideLayout" Target="../slideLayouts/slideLayout39.xml"/><Relationship Id="rId2" Type="http://schemas.openxmlformats.org/officeDocument/2006/relationships/notesSlide" Target="../notesSlides/notesSlide98.xml"/>
</Relationships>
</file>

<file path=ppt/slides/_rels/slide99.xml.rels><?xml version="1.0" encoding="UTF-8"?>
<Relationships xmlns="http://schemas.openxmlformats.org/package/2006/relationships"><Relationship Id="rId1" Type="http://schemas.openxmlformats.org/officeDocument/2006/relationships/slideLayout" Target="../slideLayouts/slideLayout39.xml"/>
</Relationships>
</file>

<file path=ppt/slides/_rels/slide100.xml.rels><?xml version="1.0" encoding="UTF-8"?>
<Relationships xmlns="http://schemas.openxmlformats.org/package/2006/relationships"><Relationship Id="rId1" Type="http://schemas.openxmlformats.org/officeDocument/2006/relationships/slideLayout" Target="../slideLayouts/slideLayout43.xml"/>
</Relationships>
</file>

<file path=ppt/slides/_rels/slide101.xml.rels><?xml version="1.0" encoding="UTF-8"?>
<Relationships xmlns="http://schemas.openxmlformats.org/package/2006/relationships"><Relationship Id="rId1" Type="http://schemas.openxmlformats.org/officeDocument/2006/relationships/slideLayout" Target="../slideLayouts/slideLayout39.xml"/>
</Relationships>
</file>

<file path=ppt/slides/_rels/slide102.xml.rels><?xml version="1.0" encoding="UTF-8"?>
<Relationships xmlns="http://schemas.openxmlformats.org/package/2006/relationships"><Relationship Id="rId1" Type="http://schemas.openxmlformats.org/officeDocument/2006/relationships/slideLayout" Target="../slideLayouts/slideLayout39.xml"/>
</Relationships>
</file>

<file path=ppt/slides/_rels/slide103.xml.rels><?xml version="1.0" encoding="UTF-8"?>
<Relationships xmlns="http://schemas.openxmlformats.org/package/2006/relationships"><Relationship Id="rId1" Type="http://schemas.openxmlformats.org/officeDocument/2006/relationships/slideLayout" Target="../slideLayouts/slideLayout39.xml"/>
</Relationships>
</file>

<file path=ppt/slides/_rels/slide104.xml.rels><?xml version="1.0" encoding="UTF-8"?>
<Relationships xmlns="http://schemas.openxmlformats.org/package/2006/relationships"><Relationship Id="rId1" Type="http://schemas.openxmlformats.org/officeDocument/2006/relationships/slideLayout" Target="../slideLayouts/slideLayout39.xml"/>
</Relationships>
</file>

<file path=ppt/slides/_rels/slide105.xml.rels><?xml version="1.0" encoding="UTF-8"?>
<Relationships xmlns="http://schemas.openxmlformats.org/package/2006/relationships"><Relationship Id="rId1" Type="http://schemas.openxmlformats.org/officeDocument/2006/relationships/slideLayout" Target="../slideLayouts/slideLayout39.xml"/>
</Relationships>
</file>

<file path=ppt/slides/_rels/slide106.xml.rels><?xml version="1.0" encoding="UTF-8"?>
<Relationships xmlns="http://schemas.openxmlformats.org/package/2006/relationships"><Relationship Id="rId1" Type="http://schemas.openxmlformats.org/officeDocument/2006/relationships/slideLayout" Target="../slideLayouts/slideLayout39.xml"/>
</Relationships>
</file>

<file path=ppt/slides/_rels/slide107.xml.rels><?xml version="1.0" encoding="UTF-8"?>
<Relationships xmlns="http://schemas.openxmlformats.org/package/2006/relationships"><Relationship Id="rId1" Type="http://schemas.openxmlformats.org/officeDocument/2006/relationships/slideLayout" Target="../slideLayouts/slideLayout39.xml"/>
</Relationships>
</file>

<file path=ppt/slides/_rels/slide108.xml.rels><?xml version="1.0" encoding="UTF-8"?>
<Relationships xmlns="http://schemas.openxmlformats.org/package/2006/relationships"><Relationship Id="rId1" Type="http://schemas.openxmlformats.org/officeDocument/2006/relationships/slideLayout" Target="../slideLayouts/slideLayout39.xml"/>
</Relationships>
</file>

<file path=ppt/slides/_rels/slide109.xml.rels><?xml version="1.0" encoding="UTF-8"?>
<Relationships xmlns="http://schemas.openxmlformats.org/package/2006/relationships"><Relationship Id="rId1" Type="http://schemas.openxmlformats.org/officeDocument/2006/relationships/slideLayout" Target="../slideLayouts/slideLayout39.xml"/>
</Relationships>
</file>

<file path=ppt/slides/_rels/slide110.xml.rels><?xml version="1.0" encoding="UTF-8"?>
<Relationships xmlns="http://schemas.openxmlformats.org/package/2006/relationships"><Relationship Id="rId1" Type="http://schemas.openxmlformats.org/officeDocument/2006/relationships/slideLayout" Target="../slideLayouts/slideLayout39.xml"/>
</Relationships>
</file>

<file path=ppt/slides/_rels/slide111.xml.rels><?xml version="1.0" encoding="UTF-8"?>
<Relationships xmlns="http://schemas.openxmlformats.org/package/2006/relationships"><Relationship Id="rId1" Type="http://schemas.openxmlformats.org/officeDocument/2006/relationships/slideLayout" Target="../slideLayouts/slideLayout39.xml"/>
</Relationships>
</file>

<file path=ppt/slides/_rels/slide112.xml.rels><?xml version="1.0" encoding="UTF-8"?>
<Relationships xmlns="http://schemas.openxmlformats.org/package/2006/relationships"><Relationship Id="rId1" Type="http://schemas.openxmlformats.org/officeDocument/2006/relationships/image" Target="../media/image31.jpeg"/><Relationship Id="rId2" Type="http://schemas.openxmlformats.org/officeDocument/2006/relationships/slideLayout" Target="../slideLayouts/slideLayout40.xml"/>
</Relationships>
</file>

<file path=ppt/slides/_rels/slide113.xml.rels><?xml version="1.0" encoding="UTF-8"?>
<Relationships xmlns="http://schemas.openxmlformats.org/package/2006/relationships"><Relationship Id="rId1" Type="http://schemas.openxmlformats.org/officeDocument/2006/relationships/image" Target="../media/image32.jpeg"/><Relationship Id="rId2" Type="http://schemas.openxmlformats.org/officeDocument/2006/relationships/slideLayout" Target="../slideLayouts/slideLayout43.xml"/>
</Relationships>
</file>

<file path=ppt/slides/_rels/slide114.xml.rels><?xml version="1.0" encoding="UTF-8"?>
<Relationships xmlns="http://schemas.openxmlformats.org/package/2006/relationships"><Relationship Id="rId1" Type="http://schemas.openxmlformats.org/officeDocument/2006/relationships/slideLayout" Target="../slideLayouts/slideLayout39.xml"/>
</Relationships>
</file>

<file path=ppt/slides/_rels/slide115.xml.rels><?xml version="1.0" encoding="UTF-8"?>
<Relationships xmlns="http://schemas.openxmlformats.org/package/2006/relationships"><Relationship Id="rId1" Type="http://schemas.openxmlformats.org/officeDocument/2006/relationships/slideLayout" Target="../slideLayouts/slideLayout39.xml"/>
</Relationships>
</file>

<file path=ppt/slides/_rels/slide116.xml.rels><?xml version="1.0" encoding="UTF-8"?>
<Relationships xmlns="http://schemas.openxmlformats.org/package/2006/relationships"><Relationship Id="rId1" Type="http://schemas.openxmlformats.org/officeDocument/2006/relationships/slideLayout" Target="../slideLayouts/slideLayout39.xml"/>
</Relationships>
</file>

<file path=ppt/slides/_rels/slide117.xml.rels><?xml version="1.0" encoding="UTF-8"?>
<Relationships xmlns="http://schemas.openxmlformats.org/package/2006/relationships"><Relationship Id="rId1" Type="http://schemas.openxmlformats.org/officeDocument/2006/relationships/slideLayout" Target="../slideLayouts/slideLayout39.xml"/>
</Relationships>
</file>

<file path=ppt/slides/_rels/slide118.xml.rels><?xml version="1.0" encoding="UTF-8"?>
<Relationships xmlns="http://schemas.openxmlformats.org/package/2006/relationships"><Relationship Id="rId1" Type="http://schemas.openxmlformats.org/officeDocument/2006/relationships/slideLayout" Target="../slideLayouts/slideLayout39.xml"/>
</Relationships>
</file>

<file path=ppt/slides/_rels/slide119.xml.rels><?xml version="1.0" encoding="UTF-8"?>
<Relationships xmlns="http://schemas.openxmlformats.org/package/2006/relationships"><Relationship Id="rId1" Type="http://schemas.openxmlformats.org/officeDocument/2006/relationships/slideLayout" Target="../slideLayouts/slideLayout44.xml"/>
</Relationships>
</file>

<file path=ppt/slides/_rels/slide120.xml.rels><?xml version="1.0" encoding="UTF-8"?>
<Relationships xmlns="http://schemas.openxmlformats.org/package/2006/relationships"><Relationship Id="rId1" Type="http://schemas.openxmlformats.org/officeDocument/2006/relationships/slideLayout" Target="../slideLayouts/slideLayout39.xml"/>
</Relationships>
</file>

<file path=ppt/slides/_rels/slide121.xml.rels><?xml version="1.0" encoding="UTF-8"?>
<Relationships xmlns="http://schemas.openxmlformats.org/package/2006/relationships"><Relationship Id="rId1" Type="http://schemas.openxmlformats.org/officeDocument/2006/relationships/slideLayout" Target="../slideLayouts/slideLayout39.xml"/>
</Relationships>
</file>

<file path=ppt/slides/_rels/slide122.xml.rels><?xml version="1.0" encoding="UTF-8"?>
<Relationships xmlns="http://schemas.openxmlformats.org/package/2006/relationships"><Relationship Id="rId1" Type="http://schemas.openxmlformats.org/officeDocument/2006/relationships/image" Target="../media/image33.png"/><Relationship Id="rId2" Type="http://schemas.openxmlformats.org/officeDocument/2006/relationships/image" Target="../media/image34.png"/><Relationship Id="rId3" Type="http://schemas.openxmlformats.org/officeDocument/2006/relationships/slideLayout" Target="../slideLayouts/slideLayout43.xml"/>
</Relationships>
</file>

<file path=ppt/slides/_rels/slide123.xml.rels><?xml version="1.0" encoding="UTF-8"?>
<Relationships xmlns="http://schemas.openxmlformats.org/package/2006/relationships"><Relationship Id="rId1" Type="http://schemas.openxmlformats.org/officeDocument/2006/relationships/slideLayout" Target="../slideLayouts/slideLayout39.xml"/>
</Relationships>
</file>

<file path=ppt/slides/_rels/slide124.xml.rels><?xml version="1.0" encoding="UTF-8"?>
<Relationships xmlns="http://schemas.openxmlformats.org/package/2006/relationships"><Relationship Id="rId1" Type="http://schemas.openxmlformats.org/officeDocument/2006/relationships/slideLayout" Target="../slideLayouts/slideLayout39.xml"/>
</Relationships>
</file>

<file path=ppt/slides/_rels/slide125.xml.rels><?xml version="1.0" encoding="UTF-8"?>
<Relationships xmlns="http://schemas.openxmlformats.org/package/2006/relationships"><Relationship Id="rId1" Type="http://schemas.openxmlformats.org/officeDocument/2006/relationships/slideLayout" Target="../slideLayouts/slideLayout40.xml"/>
</Relationships>
</file>

<file path=ppt/slides/_rels/slide126.xml.rels><?xml version="1.0" encoding="UTF-8"?>
<Relationships xmlns="http://schemas.openxmlformats.org/package/2006/relationships"><Relationship Id="rId1" Type="http://schemas.openxmlformats.org/officeDocument/2006/relationships/slideLayout" Target="../slideLayouts/slideLayout39.xml"/>
</Relationships>
</file>

<file path=ppt/slides/_rels/slide127.xml.rels><?xml version="1.0" encoding="UTF-8"?>
<Relationships xmlns="http://schemas.openxmlformats.org/package/2006/relationships"><Relationship Id="rId1" Type="http://schemas.openxmlformats.org/officeDocument/2006/relationships/slideLayout" Target="../slideLayouts/slideLayout39.xml"/>
</Relationships>
</file>

<file path=ppt/slides/_rels/slide128.xml.rels><?xml version="1.0" encoding="UTF-8"?>
<Relationships xmlns="http://schemas.openxmlformats.org/package/2006/relationships"><Relationship Id="rId1" Type="http://schemas.openxmlformats.org/officeDocument/2006/relationships/slideLayout" Target="../slideLayouts/slideLayout39.xml"/>
</Relationships>
</file>

<file path=ppt/slides/_rels/slide129.xml.rels><?xml version="1.0" encoding="UTF-8"?>
<Relationships xmlns="http://schemas.openxmlformats.org/package/2006/relationships"><Relationship Id="rId1" Type="http://schemas.openxmlformats.org/officeDocument/2006/relationships/slideLayout" Target="../slideLayouts/slideLayout39.xml"/>
</Relationships>
</file>

<file path=ppt/slides/_rels/slide130.xml.rels><?xml version="1.0" encoding="UTF-8"?>
<Relationships xmlns="http://schemas.openxmlformats.org/package/2006/relationships"><Relationship Id="rId1" Type="http://schemas.openxmlformats.org/officeDocument/2006/relationships/slideLayout" Target="../slideLayouts/slideLayout39.xml"/>
</Relationships>
</file>

<file path=ppt/slides/_rels/slide131.xml.rels><?xml version="1.0" encoding="UTF-8"?>
<Relationships xmlns="http://schemas.openxmlformats.org/package/2006/relationships"><Relationship Id="rId1" Type="http://schemas.openxmlformats.org/officeDocument/2006/relationships/slideLayout" Target="../slideLayouts/slideLayout39.xml"/><Relationship Id="rId2" Type="http://schemas.openxmlformats.org/officeDocument/2006/relationships/notesSlide" Target="../notesSlides/notesSlide131.xml"/>
</Relationships>
</file>

<file path=ppt/slides/_rels/slide132.xml.rels><?xml version="1.0" encoding="UTF-8"?>
<Relationships xmlns="http://schemas.openxmlformats.org/package/2006/relationships"><Relationship Id="rId1" Type="http://schemas.openxmlformats.org/officeDocument/2006/relationships/slideLayout" Target="../slideLayouts/slideLayout39.xml"/>
</Relationships>
</file>

<file path=ppt/slides/_rels/slide133.xml.rels><?xml version="1.0" encoding="UTF-8"?>
<Relationships xmlns="http://schemas.openxmlformats.org/package/2006/relationships"><Relationship Id="rId1" Type="http://schemas.openxmlformats.org/officeDocument/2006/relationships/slideLayout" Target="../slideLayouts/slideLayout44.xml"/>
</Relationships>
</file>

<file path=ppt/slides/_rels/slide134.xml.rels><?xml version="1.0" encoding="UTF-8"?>
<Relationships xmlns="http://schemas.openxmlformats.org/package/2006/relationships"><Relationship Id="rId1" Type="http://schemas.openxmlformats.org/officeDocument/2006/relationships/slideLayout" Target="../slideLayouts/slideLayout39.xml"/>
</Relationships>
</file>

<file path=ppt/slides/_rels/slide135.xml.rels><?xml version="1.0" encoding="UTF-8"?>
<Relationships xmlns="http://schemas.openxmlformats.org/package/2006/relationships"><Relationship Id="rId1" Type="http://schemas.openxmlformats.org/officeDocument/2006/relationships/image" Target="../media/image35.png"/><Relationship Id="rId2" Type="http://schemas.openxmlformats.org/officeDocument/2006/relationships/image" Target="../media/image36.svg"/><Relationship Id="rId3" Type="http://schemas.openxmlformats.org/officeDocument/2006/relationships/slideLayout" Target="../slideLayouts/slideLayout39.xml"/>
</Relationships>
</file>

<file path=ppt/slides/_rels/slide136.xml.rels><?xml version="1.0" encoding="UTF-8"?>
<Relationships xmlns="http://schemas.openxmlformats.org/package/2006/relationships"><Relationship Id="rId1" Type="http://schemas.openxmlformats.org/officeDocument/2006/relationships/slideLayout" Target="../slideLayouts/slideLayout39.xml"/>
</Relationships>
</file>

<file path=ppt/slides/_rels/slide137.xml.rels><?xml version="1.0" encoding="UTF-8"?>
<Relationships xmlns="http://schemas.openxmlformats.org/package/2006/relationships"><Relationship Id="rId1" Type="http://schemas.openxmlformats.org/officeDocument/2006/relationships/diagramData" Target="../diagrams/data7.xml"/><Relationship Id="rId2" Type="http://schemas.openxmlformats.org/officeDocument/2006/relationships/diagramLayout" Target="../diagrams/layout7.xml"/><Relationship Id="rId3" Type="http://schemas.openxmlformats.org/officeDocument/2006/relationships/diagramQuickStyle" Target="../diagrams/quickStyle7.xml"/><Relationship Id="rId4" Type="http://schemas.openxmlformats.org/officeDocument/2006/relationships/diagramColors" Target="../diagrams/colors7.xml"/><Relationship Id="rId5" Type="http://schemas.microsoft.com/office/2007/relationships/diagramDrawing" Target="../diagrams/drawing7.xml"/><Relationship Id="rId6" Type="http://schemas.openxmlformats.org/officeDocument/2006/relationships/slideLayout" Target="../slideLayouts/slideLayout39.xml"/><Relationship Id="rId7" Type="http://schemas.openxmlformats.org/officeDocument/2006/relationships/notesSlide" Target="../notesSlides/notesSlide137.xml"/>
</Relationships>
</file>

<file path=ppt/slides/_rels/slide138.xml.rels><?xml version="1.0" encoding="UTF-8"?>
<Relationships xmlns="http://schemas.openxmlformats.org/package/2006/relationships"><Relationship Id="rId1" Type="http://schemas.openxmlformats.org/officeDocument/2006/relationships/slideLayout" Target="../slideLayouts/slideLayout39.xml"/>
</Relationships>
</file>

<file path=ppt/slides/_rels/slide139.xml.rels><?xml version="1.0" encoding="UTF-8"?>
<Relationships xmlns="http://schemas.openxmlformats.org/package/2006/relationships"><Relationship Id="rId1" Type="http://schemas.openxmlformats.org/officeDocument/2006/relationships/slideLayout" Target="../slideLayouts/slideLayout39.xml"/>
</Relationships>
</file>

<file path=ppt/slides/_rels/slide140.xml.rels><?xml version="1.0" encoding="UTF-8"?>
<Relationships xmlns="http://schemas.openxmlformats.org/package/2006/relationships"><Relationship Id="rId1" Type="http://schemas.openxmlformats.org/officeDocument/2006/relationships/slideLayout" Target="../slideLayouts/slideLayout39.xml"/>
</Relationships>
</file>

<file path=ppt/slides/_rels/slide141.xml.rels><?xml version="1.0" encoding="UTF-8"?>
<Relationships xmlns="http://schemas.openxmlformats.org/package/2006/relationships"><Relationship Id="rId1" Type="http://schemas.openxmlformats.org/officeDocument/2006/relationships/slideLayout" Target="../slideLayouts/slideLayout39.xml"/>
</Relationships>
</file>

<file path=ppt/slides/_rels/slide142.xml.rels><?xml version="1.0" encoding="UTF-8"?>
<Relationships xmlns="http://schemas.openxmlformats.org/package/2006/relationships"><Relationship Id="rId1" Type="http://schemas.openxmlformats.org/officeDocument/2006/relationships/slideLayout" Target="../slideLayouts/slideLayout39.xml"/>
</Relationships>
</file>

<file path=ppt/slides/_rels/slide143.xml.rels><?xml version="1.0" encoding="UTF-8"?>
<Relationships xmlns="http://schemas.openxmlformats.org/package/2006/relationships"><Relationship Id="rId1" Type="http://schemas.openxmlformats.org/officeDocument/2006/relationships/slideLayout" Target="../slideLayouts/slideLayout39.xml"/>
</Relationships>
</file>

<file path=ppt/slides/_rels/slide144.xml.rels><?xml version="1.0" encoding="UTF-8"?>
<Relationships xmlns="http://schemas.openxmlformats.org/package/2006/relationships"><Relationship Id="rId1" Type="http://schemas.openxmlformats.org/officeDocument/2006/relationships/slideLayout" Target="../slideLayouts/slideLayout39.xml"/>
</Relationships>
</file>

<file path=ppt/slides/_rels/slide145.xml.rels><?xml version="1.0" encoding="UTF-8"?>
<Relationships xmlns="http://schemas.openxmlformats.org/package/2006/relationships"><Relationship Id="rId1" Type="http://schemas.openxmlformats.org/officeDocument/2006/relationships/slideLayout" Target="../slideLayouts/slideLayout39.xml"/>
</Relationships>
</file>

<file path=ppt/slides/_rels/slide146.xml.rels><?xml version="1.0" encoding="UTF-8"?>
<Relationships xmlns="http://schemas.openxmlformats.org/package/2006/relationships"><Relationship Id="rId1" Type="http://schemas.openxmlformats.org/officeDocument/2006/relationships/image" Target="../media/image37.png"/><Relationship Id="rId2" Type="http://schemas.openxmlformats.org/officeDocument/2006/relationships/image" Target="../media/image38.svg"/><Relationship Id="rId3" Type="http://schemas.openxmlformats.org/officeDocument/2006/relationships/slideLayout" Target="../slideLayouts/slideLayout40.xml"/>
</Relationships>
</file>

<file path=ppt/slides/_rels/slide147.xml.rels><?xml version="1.0" encoding="UTF-8"?>
<Relationships xmlns="http://schemas.openxmlformats.org/package/2006/relationships"><Relationship Id="rId1" Type="http://schemas.openxmlformats.org/officeDocument/2006/relationships/diagramData" Target="../diagrams/data8.xml"/><Relationship Id="rId2" Type="http://schemas.openxmlformats.org/officeDocument/2006/relationships/diagramLayout" Target="../diagrams/layout8.xml"/><Relationship Id="rId3" Type="http://schemas.openxmlformats.org/officeDocument/2006/relationships/diagramQuickStyle" Target="../diagrams/quickStyle8.xml"/><Relationship Id="rId4" Type="http://schemas.openxmlformats.org/officeDocument/2006/relationships/diagramColors" Target="../diagrams/colors8.xml"/><Relationship Id="rId5" Type="http://schemas.microsoft.com/office/2007/relationships/diagramDrawing" Target="../diagrams/drawing8.xml"/><Relationship Id="rId6" Type="http://schemas.openxmlformats.org/officeDocument/2006/relationships/slideLayout" Target="../slideLayouts/slideLayout39.xml"/>
</Relationships>
</file>

<file path=ppt/slides/_rels/slide148.xml.rels><?xml version="1.0" encoding="UTF-8"?>
<Relationships xmlns="http://schemas.openxmlformats.org/package/2006/relationships"><Relationship Id="rId1" Type="http://schemas.openxmlformats.org/officeDocument/2006/relationships/diagramData" Target="../diagrams/data9.xml"/><Relationship Id="rId2" Type="http://schemas.openxmlformats.org/officeDocument/2006/relationships/diagramLayout" Target="../diagrams/layout9.xml"/><Relationship Id="rId3" Type="http://schemas.openxmlformats.org/officeDocument/2006/relationships/diagramQuickStyle" Target="../diagrams/quickStyle9.xml"/><Relationship Id="rId4" Type="http://schemas.openxmlformats.org/officeDocument/2006/relationships/diagramColors" Target="../diagrams/colors9.xml"/><Relationship Id="rId5" Type="http://schemas.microsoft.com/office/2007/relationships/diagramDrawing" Target="../diagrams/drawing9.xml"/><Relationship Id="rId6" Type="http://schemas.openxmlformats.org/officeDocument/2006/relationships/slideLayout" Target="../slideLayouts/slideLayout39.xml"/>
</Relationships>
</file>

<file path=ppt/slides/_rels/slide149.xml.rels><?xml version="1.0" encoding="UTF-8"?>
<Relationships xmlns="http://schemas.openxmlformats.org/package/2006/relationships"><Relationship Id="rId1" Type="http://schemas.openxmlformats.org/officeDocument/2006/relationships/slideLayout" Target="../slideLayouts/slideLayout39.xml"/>
</Relationships>
</file>

<file path=ppt/slides/_rels/slide150.xml.rels><?xml version="1.0" encoding="UTF-8"?>
<Relationships xmlns="http://schemas.openxmlformats.org/package/2006/relationships"><Relationship Id="rId1" Type="http://schemas.openxmlformats.org/officeDocument/2006/relationships/slideLayout" Target="../slideLayouts/slideLayout39.xml"/>
</Relationships>
</file>

<file path=ppt/slides/_rels/slide151.xml.rels><?xml version="1.0" encoding="UTF-8"?>
<Relationships xmlns="http://schemas.openxmlformats.org/package/2006/relationships"><Relationship Id="rId1" Type="http://schemas.openxmlformats.org/officeDocument/2006/relationships/slideLayout" Target="../slideLayouts/slideLayout39.xml"/>
</Relationships>
</file>

<file path=ppt/slides/_rels/slide152.xml.rels><?xml version="1.0" encoding="UTF-8"?>
<Relationships xmlns="http://schemas.openxmlformats.org/package/2006/relationships"><Relationship Id="rId1" Type="http://schemas.openxmlformats.org/officeDocument/2006/relationships/slideLayout" Target="../slideLayouts/slideLayout39.xml"/>
</Relationships>
</file>

<file path=ppt/slides/_rels/slide153.xml.rels><?xml version="1.0" encoding="UTF-8"?>
<Relationships xmlns="http://schemas.openxmlformats.org/package/2006/relationships"><Relationship Id="rId1" Type="http://schemas.openxmlformats.org/officeDocument/2006/relationships/diagramData" Target="../diagrams/data10.xml"/><Relationship Id="rId2" Type="http://schemas.openxmlformats.org/officeDocument/2006/relationships/diagramLayout" Target="../diagrams/layout10.xml"/><Relationship Id="rId3" Type="http://schemas.openxmlformats.org/officeDocument/2006/relationships/diagramQuickStyle" Target="../diagrams/quickStyle10.xml"/><Relationship Id="rId4" Type="http://schemas.openxmlformats.org/officeDocument/2006/relationships/diagramColors" Target="../diagrams/colors10.xml"/><Relationship Id="rId5" Type="http://schemas.microsoft.com/office/2007/relationships/diagramDrawing" Target="../diagrams/drawing10.xml"/><Relationship Id="rId6" Type="http://schemas.openxmlformats.org/officeDocument/2006/relationships/slideLayout" Target="../slideLayouts/slideLayout39.xml"/>
</Relationships>
</file>

<file path=ppt/slides/_rels/slide154.xml.rels><?xml version="1.0" encoding="UTF-8"?>
<Relationships xmlns="http://schemas.openxmlformats.org/package/2006/relationships"><Relationship Id="rId1" Type="http://schemas.openxmlformats.org/officeDocument/2006/relationships/slideLayout" Target="../slideLayouts/slideLayout39.xml"/>
</Relationships>
</file>

<file path=ppt/slides/_rels/slide155.xml.rels><?xml version="1.0" encoding="UTF-8"?>
<Relationships xmlns="http://schemas.openxmlformats.org/package/2006/relationships"><Relationship Id="rId1" Type="http://schemas.openxmlformats.org/officeDocument/2006/relationships/slideLayout" Target="../slideLayouts/slideLayout39.xml"/>
</Relationships>
</file>

<file path=ppt/slides/_rels/slide156.xml.rels><?xml version="1.0" encoding="UTF-8"?>
<Relationships xmlns="http://schemas.openxmlformats.org/package/2006/relationships"><Relationship Id="rId1" Type="http://schemas.openxmlformats.org/officeDocument/2006/relationships/slideLayout" Target="../slideLayouts/slideLayout39.xml"/><Relationship Id="rId2" Type="http://schemas.openxmlformats.org/officeDocument/2006/relationships/notesSlide" Target="../notesSlides/notesSlide156.xml"/>
</Relationships>
</file>

<file path=ppt/slides/_rels/slide157.xml.rels><?xml version="1.0" encoding="UTF-8"?>
<Relationships xmlns="http://schemas.openxmlformats.org/package/2006/relationships"><Relationship Id="rId1" Type="http://schemas.openxmlformats.org/officeDocument/2006/relationships/slideLayout" Target="../slideLayouts/slideLayout39.xml"/><Relationship Id="rId2" Type="http://schemas.openxmlformats.org/officeDocument/2006/relationships/notesSlide" Target="../notesSlides/notesSlide157.xml"/>
</Relationships>
</file>

<file path=ppt/slides/_rels/slide158.xml.rels><?xml version="1.0" encoding="UTF-8"?>
<Relationships xmlns="http://schemas.openxmlformats.org/package/2006/relationships"><Relationship Id="rId1" Type="http://schemas.openxmlformats.org/officeDocument/2006/relationships/image" Target="../media/image39.png"/><Relationship Id="rId2" Type="http://schemas.openxmlformats.org/officeDocument/2006/relationships/image" Target="../media/image40.png"/><Relationship Id="rId3" Type="http://schemas.openxmlformats.org/officeDocument/2006/relationships/image" Target="../media/image41.png"/><Relationship Id="rId4" Type="http://schemas.openxmlformats.org/officeDocument/2006/relationships/slideLayout" Target="../slideLayouts/slideLayout43.xml"/>
</Relationships>
</file>

<file path=ppt/slides/_rels/slide159.xml.rels><?xml version="1.0" encoding="UTF-8"?>
<Relationships xmlns="http://schemas.openxmlformats.org/package/2006/relationships"><Relationship Id="rId1" Type="http://schemas.openxmlformats.org/officeDocument/2006/relationships/slideLayout" Target="../slideLayouts/slideLayout39.xml"/>
</Relationships>
</file>

<file path=ppt/slides/_rels/slide160.xml.rels><?xml version="1.0" encoding="UTF-8"?>
<Relationships xmlns="http://schemas.openxmlformats.org/package/2006/relationships"><Relationship Id="rId1" Type="http://schemas.openxmlformats.org/officeDocument/2006/relationships/slideLayout" Target="../slideLayouts/slideLayout39.xml"/>
</Relationships>
</file>

<file path=ppt/slides/_rels/slide161.xml.rels><?xml version="1.0" encoding="UTF-8"?>
<Relationships xmlns="http://schemas.openxmlformats.org/package/2006/relationships"><Relationship Id="rId1" Type="http://schemas.openxmlformats.org/officeDocument/2006/relationships/slideLayout" Target="../slideLayouts/slideLayout39.xml"/>
</Relationships>
</file>

<file path=ppt/slides/_rels/slide162.xml.rels><?xml version="1.0" encoding="UTF-8"?>
<Relationships xmlns="http://schemas.openxmlformats.org/package/2006/relationships"><Relationship Id="rId1" Type="http://schemas.openxmlformats.org/officeDocument/2006/relationships/slideLayout" Target="../slideLayouts/slideLayout39.xml"/>
</Relationships>
</file>

<file path=ppt/slides/_rels/slide163.xml.rels><?xml version="1.0" encoding="UTF-8"?>
<Relationships xmlns="http://schemas.openxmlformats.org/package/2006/relationships"><Relationship Id="rId1" Type="http://schemas.openxmlformats.org/officeDocument/2006/relationships/slideLayout" Target="../slideLayouts/slideLayout39.xml"/>
</Relationships>
</file>

<file path=ppt/slides/_rels/slide164.xml.rels><?xml version="1.0" encoding="UTF-8"?>
<Relationships xmlns="http://schemas.openxmlformats.org/package/2006/relationships"><Relationship Id="rId1" Type="http://schemas.openxmlformats.org/officeDocument/2006/relationships/slideLayout" Target="../slideLayouts/slideLayout39.xml"/>
</Relationships>
</file>

<file path=ppt/slides/_rels/slide165.xml.rels><?xml version="1.0" encoding="UTF-8"?>
<Relationships xmlns="http://schemas.openxmlformats.org/package/2006/relationships"><Relationship Id="rId1" Type="http://schemas.openxmlformats.org/officeDocument/2006/relationships/slideLayout" Target="../slideLayouts/slideLayout39.xml"/>
</Relationships>
</file>

<file path=ppt/slides/_rels/slide166.xml.rels><?xml version="1.0" encoding="UTF-8"?>
<Relationships xmlns="http://schemas.openxmlformats.org/package/2006/relationships"><Relationship Id="rId1" Type="http://schemas.openxmlformats.org/officeDocument/2006/relationships/slideLayout" Target="../slideLayouts/slideLayout39.xml"/>
</Relationships>
</file>

<file path=ppt/slides/_rels/slide167.xml.rels><?xml version="1.0" encoding="UTF-8"?>
<Relationships xmlns="http://schemas.openxmlformats.org/package/2006/relationships"><Relationship Id="rId1" Type="http://schemas.openxmlformats.org/officeDocument/2006/relationships/slideLayout" Target="../slideLayouts/slideLayout39.xml"/>
</Relationships>
</file>

<file path=ppt/slides/_rels/slide168.xml.rels><?xml version="1.0" encoding="UTF-8"?>
<Relationships xmlns="http://schemas.openxmlformats.org/package/2006/relationships"><Relationship Id="rId1" Type="http://schemas.openxmlformats.org/officeDocument/2006/relationships/slideLayout" Target="../slideLayouts/slideLayout40.xml"/><Relationship Id="rId2" Type="http://schemas.openxmlformats.org/officeDocument/2006/relationships/notesSlide" Target="../notesSlides/notesSlide168.xml"/>
</Relationships>
</file>

<file path=ppt/slides/_rels/slide169.xml.rels><?xml version="1.0" encoding="UTF-8"?>
<Relationships xmlns="http://schemas.openxmlformats.org/package/2006/relationships"><Relationship Id="rId1" Type="http://schemas.openxmlformats.org/officeDocument/2006/relationships/slideLayout" Target="../slideLayouts/slideLayout39.xml"/>
</Relationships>
</file>

<file path=ppt/slides/_rels/slide170.xml.rels><?xml version="1.0" encoding="UTF-8"?>
<Relationships xmlns="http://schemas.openxmlformats.org/package/2006/relationships"><Relationship Id="rId1" Type="http://schemas.openxmlformats.org/officeDocument/2006/relationships/slideLayout" Target="../slideLayouts/slideLayout39.xml"/>
</Relationships>
</file>

<file path=ppt/slides/_rels/slide171.xml.rels><?xml version="1.0" encoding="UTF-8"?>
<Relationships xmlns="http://schemas.openxmlformats.org/package/2006/relationships"><Relationship Id="rId1" Type="http://schemas.openxmlformats.org/officeDocument/2006/relationships/slideLayout" Target="../slideLayouts/slideLayout39.xml"/>
</Relationships>
</file>

<file path=ppt/slides/_rels/slide172.xml.rels><?xml version="1.0" encoding="UTF-8"?>
<Relationships xmlns="http://schemas.openxmlformats.org/package/2006/relationships"><Relationship Id="rId1" Type="http://schemas.openxmlformats.org/officeDocument/2006/relationships/slideLayout" Target="../slideLayouts/slideLayout39.xml"/>
</Relationships>
</file>

<file path=ppt/slides/_rels/slide173.xml.rels><?xml version="1.0" encoding="UTF-8"?>
<Relationships xmlns="http://schemas.openxmlformats.org/package/2006/relationships"><Relationship Id="rId1" Type="http://schemas.openxmlformats.org/officeDocument/2006/relationships/slideLayout" Target="../slideLayouts/slideLayout39.xml"/>
</Relationships>
</file>

<file path=ppt/slides/_rels/slide174.xml.rels><?xml version="1.0" encoding="UTF-8"?>
<Relationships xmlns="http://schemas.openxmlformats.org/package/2006/relationships"><Relationship Id="rId1" Type="http://schemas.openxmlformats.org/officeDocument/2006/relationships/slideLayout" Target="../slideLayouts/slideLayout39.xml"/>
</Relationships>
</file>

<file path=ppt/slides/_rels/slide175.xml.rels><?xml version="1.0" encoding="UTF-8"?>
<Relationships xmlns="http://schemas.openxmlformats.org/package/2006/relationships"><Relationship Id="rId1" Type="http://schemas.openxmlformats.org/officeDocument/2006/relationships/slideLayout" Target="../slideLayouts/slideLayout39.xml"/>
</Relationships>
</file>

<file path=ppt/slides/_rels/slide176.xml.rels><?xml version="1.0" encoding="UTF-8"?>
<Relationships xmlns="http://schemas.openxmlformats.org/package/2006/relationships"><Relationship Id="rId1" Type="http://schemas.openxmlformats.org/officeDocument/2006/relationships/slideLayout" Target="../slideLayouts/slideLayout39.xml"/>
</Relationships>
</file>

<file path=ppt/slides/_rels/slide177.xml.rels><?xml version="1.0" encoding="UTF-8"?>
<Relationships xmlns="http://schemas.openxmlformats.org/package/2006/relationships"><Relationship Id="rId1" Type="http://schemas.openxmlformats.org/officeDocument/2006/relationships/slideLayout" Target="../slideLayouts/slideLayout9.xml"/>
</Relationships>
</file>

<file path=ppt/slides/_rels/slide178.xml.rels><?xml version="1.0" encoding="UTF-8"?>
<Relationships xmlns="http://schemas.openxmlformats.org/package/2006/relationships"><Relationship Id="rId1" Type="http://schemas.openxmlformats.org/officeDocument/2006/relationships/image" Target="../media/image42.jpeg"/><Relationship Id="rId2" Type="http://schemas.openxmlformats.org/officeDocument/2006/relationships/slideLayout" Target="../slideLayouts/slideLayout12.xml"/><Relationship Id="rId3" Type="http://schemas.openxmlformats.org/officeDocument/2006/relationships/notesSlide" Target="../notesSlides/notesSlide178.xml"/>
</Relationships>
</file>

<file path=ppt/slides/_rels/slide179.xml.rels><?xml version="1.0" encoding="UTF-8"?>
<Relationships xmlns="http://schemas.openxmlformats.org/package/2006/relationships"><Relationship Id="rId1" Type="http://schemas.openxmlformats.org/officeDocument/2006/relationships/slideLayout" Target="../slideLayouts/slideLayout39.xml"/>
</Relationships>
</file>

<file path=ppt/slides/_rels/slide180.xml.rels><?xml version="1.0" encoding="UTF-8"?>
<Relationships xmlns="http://schemas.openxmlformats.org/package/2006/relationships"><Relationship Id="rId1" Type="http://schemas.openxmlformats.org/officeDocument/2006/relationships/slideLayout" Target="../slideLayouts/slideLayout39.xml"/>
</Relationships>
</file>

<file path=ppt/slides/_rels/slide181.xml.rels><?xml version="1.0" encoding="UTF-8"?>
<Relationships xmlns="http://schemas.openxmlformats.org/package/2006/relationships"><Relationship Id="rId1" Type="http://schemas.openxmlformats.org/officeDocument/2006/relationships/slideLayout" Target="../slideLayouts/slideLayout39.xml"/>
</Relationships>
</file>

<file path=ppt/slides/_rels/slide182.xml.rels><?xml version="1.0" encoding="UTF-8"?>
<Relationships xmlns="http://schemas.openxmlformats.org/package/2006/relationships"><Relationship Id="rId1" Type="http://schemas.openxmlformats.org/officeDocument/2006/relationships/slideLayout" Target="../slideLayouts/slideLayout39.xml"/>
</Relationships>
</file>

<file path=ppt/slides/_rels/slide183.xml.rels><?xml version="1.0" encoding="UTF-8"?>
<Relationships xmlns="http://schemas.openxmlformats.org/package/2006/relationships"><Relationship Id="rId1" Type="http://schemas.openxmlformats.org/officeDocument/2006/relationships/slideLayout" Target="../slideLayouts/slideLayout39.xml"/><Relationship Id="rId2" Type="http://schemas.openxmlformats.org/officeDocument/2006/relationships/notesSlide" Target="../notesSlides/notesSlide183.xml"/>
</Relationships>
</file>

<file path=ppt/slides/_rels/slide184.xml.rels><?xml version="1.0" encoding="UTF-8"?>
<Relationships xmlns="http://schemas.openxmlformats.org/package/2006/relationships"><Relationship Id="rId1" Type="http://schemas.openxmlformats.org/officeDocument/2006/relationships/slideLayout" Target="../slideLayouts/slideLayout39.xml"/>
</Relationships>
</file>

<file path=ppt/slides/_rels/slide185.xml.rels><?xml version="1.0" encoding="UTF-8"?>
<Relationships xmlns="http://schemas.openxmlformats.org/package/2006/relationships"><Relationship Id="rId1" Type="http://schemas.openxmlformats.org/officeDocument/2006/relationships/hyperlink" Target="https://rxmarbles.com/" TargetMode="External"/><Relationship Id="rId2" Type="http://schemas.openxmlformats.org/officeDocument/2006/relationships/slideLayout" Target="../slideLayouts/slideLayout39.xml"/><Relationship Id="rId3" Type="http://schemas.openxmlformats.org/officeDocument/2006/relationships/notesSlide" Target="../notesSlides/notesSlide185.xml"/>
</Relationships>
</file>

<file path=ppt/slides/_rels/slide186.xml.rels><?xml version="1.0" encoding="UTF-8"?>
<Relationships xmlns="http://schemas.openxmlformats.org/package/2006/relationships"><Relationship Id="rId1" Type="http://schemas.openxmlformats.org/officeDocument/2006/relationships/slideLayout" Target="../slideLayouts/slideLayout39.xml"/>
</Relationships>
</file>

<file path=ppt/slides/_rels/slide187.xml.rels><?xml version="1.0" encoding="UTF-8"?>
<Relationships xmlns="http://schemas.openxmlformats.org/package/2006/relationships"><Relationship Id="rId1" Type="http://schemas.openxmlformats.org/officeDocument/2006/relationships/slideLayout" Target="../slideLayouts/slideLayout39.xml"/>
</Relationships>
</file>

<file path=ppt/slides/_rels/slide188.xml.rels><?xml version="1.0" encoding="UTF-8"?>
<Relationships xmlns="http://schemas.openxmlformats.org/package/2006/relationships"><Relationship Id="rId1" Type="http://schemas.openxmlformats.org/officeDocument/2006/relationships/diagramData" Target="../diagrams/data11.xml"/><Relationship Id="rId2" Type="http://schemas.openxmlformats.org/officeDocument/2006/relationships/diagramLayout" Target="../diagrams/layout11.xml"/><Relationship Id="rId3" Type="http://schemas.openxmlformats.org/officeDocument/2006/relationships/diagramQuickStyle" Target="../diagrams/quickStyle11.xml"/><Relationship Id="rId4" Type="http://schemas.openxmlformats.org/officeDocument/2006/relationships/diagramColors" Target="../diagrams/colors11.xml"/><Relationship Id="rId5" Type="http://schemas.microsoft.com/office/2007/relationships/diagramDrawing" Target="../diagrams/drawing11.xml"/><Relationship Id="rId6" Type="http://schemas.openxmlformats.org/officeDocument/2006/relationships/slideLayout" Target="../slideLayouts/slideLayout44.xml"/>
</Relationships>
</file>

<file path=ppt/slides/_rels/slide189.xml.rels><?xml version="1.0" encoding="UTF-8"?>
<Relationships xmlns="http://schemas.openxmlformats.org/package/2006/relationships"><Relationship Id="rId1" Type="http://schemas.openxmlformats.org/officeDocument/2006/relationships/slideLayout" Target="../slideLayouts/slideLayout39.xml"/>
</Relationships>
</file>

<file path=ppt/slides/_rels/slide190.xml.rels><?xml version="1.0" encoding="UTF-8"?>
<Relationships xmlns="http://schemas.openxmlformats.org/package/2006/relationships"><Relationship Id="rId1" Type="http://schemas.openxmlformats.org/officeDocument/2006/relationships/slideLayout" Target="../slideLayouts/slideLayout39.xml"/><Relationship Id="rId2" Type="http://schemas.openxmlformats.org/officeDocument/2006/relationships/notesSlide" Target="../notesSlides/notesSlide190.xml"/>
</Relationships>
</file>

<file path=ppt/slides/_rels/slide191.xml.rels><?xml version="1.0" encoding="UTF-8"?>
<Relationships xmlns="http://schemas.openxmlformats.org/package/2006/relationships"><Relationship Id="rId1" Type="http://schemas.openxmlformats.org/officeDocument/2006/relationships/hyperlink" Target="http://reactivex.io/" TargetMode="External"/><Relationship Id="rId2" Type="http://schemas.openxmlformats.org/officeDocument/2006/relationships/slideLayout" Target="../slideLayouts/slideLayout39.xml"/>
</Relationships>
</file>

<file path=ppt/slides/_rels/slide192.xml.rels><?xml version="1.0" encoding="UTF-8"?>
<Relationships xmlns="http://schemas.openxmlformats.org/package/2006/relationships"><Relationship Id="rId1" Type="http://schemas.openxmlformats.org/officeDocument/2006/relationships/slideLayout" Target="../slideLayouts/slideLayout39.xml"/>
</Relationships>
</file>

<file path=ppt/slides/_rels/slide193.xml.rels><?xml version="1.0" encoding="UTF-8"?>
<Relationships xmlns="http://schemas.openxmlformats.org/package/2006/relationships"><Relationship Id="rId1" Type="http://schemas.openxmlformats.org/officeDocument/2006/relationships/slideLayout" Target="../slideLayouts/slideLayout40.xml"/>
</Relationships>
</file>

<file path=ppt/slides/_rels/slide194.xml.rels><?xml version="1.0" encoding="UTF-8"?>
<Relationships xmlns="http://schemas.openxmlformats.org/package/2006/relationships"><Relationship Id="rId1" Type="http://schemas.openxmlformats.org/officeDocument/2006/relationships/slideLayout" Target="../slideLayouts/slideLayout39.xml"/>
</Relationships>
</file>

<file path=ppt/slides/_rels/slide195.xml.rels><?xml version="1.0" encoding="UTF-8"?>
<Relationships xmlns="http://schemas.openxmlformats.org/package/2006/relationships"><Relationship Id="rId1" Type="http://schemas.openxmlformats.org/officeDocument/2006/relationships/slideLayout" Target="../slideLayouts/slideLayout39.xml"/>
</Relationships>
</file>

<file path=ppt/slides/_rels/slide196.xml.rels><?xml version="1.0" encoding="UTF-8"?>
<Relationships xmlns="http://schemas.openxmlformats.org/package/2006/relationships"><Relationship Id="rId1" Type="http://schemas.openxmlformats.org/officeDocument/2006/relationships/slideLayout" Target="../slideLayouts/slideLayout39.xml"/>
</Relationships>
</file>

<file path=ppt/slides/_rels/slide197.xml.rels><?xml version="1.0" encoding="UTF-8"?>
<Relationships xmlns="http://schemas.openxmlformats.org/package/2006/relationships"><Relationship Id="rId1" Type="http://schemas.openxmlformats.org/officeDocument/2006/relationships/slideLayout" Target="../slideLayouts/slideLayout39.xml"/>
</Relationships>
</file>

<file path=ppt/slides/_rels/slide198.xml.rels><?xml version="1.0" encoding="UTF-8"?>
<Relationships xmlns="http://schemas.openxmlformats.org/package/2006/relationships"><Relationship Id="rId1" Type="http://schemas.openxmlformats.org/officeDocument/2006/relationships/slideLayout" Target="../slideLayouts/slideLayout39.xml"/>
</Relationships>
</file>

<file path=ppt/slides/_rels/slide199.xml.rels><?xml version="1.0" encoding="UTF-8"?>
<Relationships xmlns="http://schemas.openxmlformats.org/package/2006/relationships"><Relationship Id="rId1" Type="http://schemas.openxmlformats.org/officeDocument/2006/relationships/slideLayout" Target="../slideLayouts/slideLayout39.xml"/>
</Relationships>
</file>

<file path=ppt/slides/_rels/slide200.xml.rels><?xml version="1.0" encoding="UTF-8"?>
<Relationships xmlns="http://schemas.openxmlformats.org/package/2006/relationships"><Relationship Id="rId1" Type="http://schemas.openxmlformats.org/officeDocument/2006/relationships/slideLayout" Target="../slideLayouts/slideLayout39.xml"/>
</Relationships>
</file>

<file path=ppt/slides/_rels/slide201.xml.rels><?xml version="1.0" encoding="UTF-8"?>
<Relationships xmlns="http://schemas.openxmlformats.org/package/2006/relationships"><Relationship Id="rId1" Type="http://schemas.openxmlformats.org/officeDocument/2006/relationships/slideLayout" Target="../slideLayouts/slideLayout39.xml"/>
</Relationships>
</file>

<file path=ppt/slides/_rels/slide202.xml.rels><?xml version="1.0" encoding="UTF-8"?>
<Relationships xmlns="http://schemas.openxmlformats.org/package/2006/relationships"><Relationship Id="rId1" Type="http://schemas.openxmlformats.org/officeDocument/2006/relationships/slideLayout" Target="../slideLayouts/slideLayout39.xml"/><Relationship Id="rId2" Type="http://schemas.openxmlformats.org/officeDocument/2006/relationships/notesSlide" Target="../notesSlides/notesSlide202.xml"/>
</Relationships>
</file>

<file path=ppt/slides/_rels/slide203.xml.rels><?xml version="1.0" encoding="UTF-8"?>
<Relationships xmlns="http://schemas.openxmlformats.org/package/2006/relationships"><Relationship Id="rId1" Type="http://schemas.openxmlformats.org/officeDocument/2006/relationships/slideLayout" Target="../slideLayouts/slideLayout39.xml"/><Relationship Id="rId2" Type="http://schemas.openxmlformats.org/officeDocument/2006/relationships/notesSlide" Target="../notesSlides/notesSlide203.xml"/>
</Relationships>
</file>

<file path=ppt/slides/_rels/slide204.xml.rels><?xml version="1.0" encoding="UTF-8"?>
<Relationships xmlns="http://schemas.openxmlformats.org/package/2006/relationships"><Relationship Id="rId1" Type="http://schemas.openxmlformats.org/officeDocument/2006/relationships/diagramData" Target="../diagrams/data12.xml"/><Relationship Id="rId2" Type="http://schemas.openxmlformats.org/officeDocument/2006/relationships/diagramLayout" Target="../diagrams/layout12.xml"/><Relationship Id="rId3" Type="http://schemas.openxmlformats.org/officeDocument/2006/relationships/diagramQuickStyle" Target="../diagrams/quickStyle12.xml"/><Relationship Id="rId4" Type="http://schemas.openxmlformats.org/officeDocument/2006/relationships/diagramColors" Target="../diagrams/colors12.xml"/><Relationship Id="rId5" Type="http://schemas.microsoft.com/office/2007/relationships/diagramDrawing" Target="../diagrams/drawing12.xml"/><Relationship Id="rId6" Type="http://schemas.openxmlformats.org/officeDocument/2006/relationships/slideLayout" Target="../slideLayouts/slideLayout39.xml"/>
</Relationships>
</file>

<file path=ppt/slides/_rels/slide205.xml.rels><?xml version="1.0" encoding="UTF-8"?>
<Relationships xmlns="http://schemas.openxmlformats.org/package/2006/relationships"><Relationship Id="rId1" Type="http://schemas.openxmlformats.org/officeDocument/2006/relationships/slideLayout" Target="../slideLayouts/slideLayout39.xml"/>
</Relationships>
</file>

<file path=ppt/slides/_rels/slide206.xml.rels><?xml version="1.0" encoding="UTF-8"?>
<Relationships xmlns="http://schemas.openxmlformats.org/package/2006/relationships"><Relationship Id="rId1" Type="http://schemas.openxmlformats.org/officeDocument/2006/relationships/slideLayout" Target="../slideLayouts/slideLayout39.xml"/>
</Relationships>
</file>

<file path=ppt/slides/_rels/slide207.xml.rels><?xml version="1.0" encoding="UTF-8"?>
<Relationships xmlns="http://schemas.openxmlformats.org/package/2006/relationships"><Relationship Id="rId1" Type="http://schemas.openxmlformats.org/officeDocument/2006/relationships/slideLayout" Target="../slideLayouts/slideLayout39.xml"/>
</Relationships>
</file>

<file path=ppt/slides/_rels/slide208.xml.rels><?xml version="1.0" encoding="UTF-8"?>
<Relationships xmlns="http://schemas.openxmlformats.org/package/2006/relationships"><Relationship Id="rId1" Type="http://schemas.openxmlformats.org/officeDocument/2006/relationships/slideLayout" Target="../slideLayouts/slideLayout39.xml"/><Relationship Id="rId2" Type="http://schemas.openxmlformats.org/officeDocument/2006/relationships/notesSlide" Target="../notesSlides/notesSlide208.xml"/>
</Relationships>
</file>

<file path=ppt/slides/_rels/slide209.xml.rels><?xml version="1.0" encoding="UTF-8"?>
<Relationships xmlns="http://schemas.openxmlformats.org/package/2006/relationships"><Relationship Id="rId1" Type="http://schemas.openxmlformats.org/officeDocument/2006/relationships/slideLayout" Target="../slideLayouts/slideLayout39.xml"/>
</Relationships>
</file>

<file path=ppt/slides/_rels/slide210.xml.rels><?xml version="1.0" encoding="UTF-8"?>
<Relationships xmlns="http://schemas.openxmlformats.org/package/2006/relationships"><Relationship Id="rId1" Type="http://schemas.openxmlformats.org/officeDocument/2006/relationships/slideLayout" Target="../slideLayouts/slideLayout39.xml"/>
</Relationships>
</file>

<file path=ppt/slides/_rels/slide211.xml.rels><?xml version="1.0" encoding="UTF-8"?>
<Relationships xmlns="http://schemas.openxmlformats.org/package/2006/relationships"><Relationship Id="rId1" Type="http://schemas.openxmlformats.org/officeDocument/2006/relationships/slideLayout" Target="../slideLayouts/slideLayout39.xml"/><Relationship Id="rId2" Type="http://schemas.openxmlformats.org/officeDocument/2006/relationships/notesSlide" Target="../notesSlides/notesSlide211.xml"/>
</Relationships>
</file>

<file path=ppt/slides/_rels/slide212.xml.rels><?xml version="1.0" encoding="UTF-8"?>
<Relationships xmlns="http://schemas.openxmlformats.org/package/2006/relationships"><Relationship Id="rId1" Type="http://schemas.openxmlformats.org/officeDocument/2006/relationships/image" Target="../media/image43.png"/><Relationship Id="rId2" Type="http://schemas.openxmlformats.org/officeDocument/2006/relationships/slideLayout" Target="../slideLayouts/slideLayout12.xml"/><Relationship Id="rId3" Type="http://schemas.openxmlformats.org/officeDocument/2006/relationships/notesSlide" Target="../notesSlides/notesSlide212.xml"/>
</Relationships>
</file>

<file path=ppt/slides/_rels/slide213.xml.rels><?xml version="1.0" encoding="UTF-8"?>
<Relationships xmlns="http://schemas.openxmlformats.org/package/2006/relationships"><Relationship Id="rId1" Type="http://schemas.openxmlformats.org/officeDocument/2006/relationships/slideLayout" Target="../slideLayouts/slideLayout39.xml"/>
</Relationships>
</file>

<file path=ppt/slides/_rels/slide214.xml.rels><?xml version="1.0" encoding="UTF-8"?>
<Relationships xmlns="http://schemas.openxmlformats.org/package/2006/relationships"><Relationship Id="rId1" Type="http://schemas.openxmlformats.org/officeDocument/2006/relationships/diagramData" Target="../diagrams/data13.xml"/><Relationship Id="rId2" Type="http://schemas.openxmlformats.org/officeDocument/2006/relationships/diagramLayout" Target="../diagrams/layout13.xml"/><Relationship Id="rId3" Type="http://schemas.openxmlformats.org/officeDocument/2006/relationships/diagramQuickStyle" Target="../diagrams/quickStyle13.xml"/><Relationship Id="rId4" Type="http://schemas.openxmlformats.org/officeDocument/2006/relationships/diagramColors" Target="../diagrams/colors13.xml"/><Relationship Id="rId5" Type="http://schemas.microsoft.com/office/2007/relationships/diagramDrawing" Target="../diagrams/drawing13.xml"/><Relationship Id="rId6" Type="http://schemas.openxmlformats.org/officeDocument/2006/relationships/slideLayout" Target="../slideLayouts/slideLayout39.xml"/>
</Relationships>
</file>

<file path=ppt/slides/_rels/slide215.xml.rels><?xml version="1.0" encoding="UTF-8"?>
<Relationships xmlns="http://schemas.openxmlformats.org/package/2006/relationships"><Relationship Id="rId1" Type="http://schemas.openxmlformats.org/officeDocument/2006/relationships/slideLayout" Target="../slideLayouts/slideLayout39.xml"/>
</Relationships>
</file>

<file path=ppt/slides/_rels/slide216.xml.rels><?xml version="1.0" encoding="UTF-8"?>
<Relationships xmlns="http://schemas.openxmlformats.org/package/2006/relationships"><Relationship Id="rId1" Type="http://schemas.openxmlformats.org/officeDocument/2006/relationships/slideLayout" Target="../slideLayouts/slideLayout39.xml"/>
</Relationships>
</file>

<file path=ppt/slides/_rels/slide217.xml.rels><?xml version="1.0" encoding="UTF-8"?>
<Relationships xmlns="http://schemas.openxmlformats.org/package/2006/relationships"><Relationship Id="rId1" Type="http://schemas.openxmlformats.org/officeDocument/2006/relationships/slideLayout" Target="../slideLayouts/slideLayout39.xml"/>
</Relationships>
</file>

<file path=ppt/slides/_rels/slide218.xml.rels><?xml version="1.0" encoding="UTF-8"?>
<Relationships xmlns="http://schemas.openxmlformats.org/package/2006/relationships"><Relationship Id="rId1" Type="http://schemas.openxmlformats.org/officeDocument/2006/relationships/slideLayout" Target="../slideLayouts/slideLayout39.xml"/>
</Relationships>
</file>

<file path=ppt/slides/_rels/slide219.xml.rels><?xml version="1.0" encoding="UTF-8"?>
<Relationships xmlns="http://schemas.openxmlformats.org/package/2006/relationships"><Relationship Id="rId1" Type="http://schemas.openxmlformats.org/officeDocument/2006/relationships/image" Target="../media/image44.jpeg"/><Relationship Id="rId2" Type="http://schemas.openxmlformats.org/officeDocument/2006/relationships/slideLayout" Target="../slideLayouts/slideLayout40.xml"/>
</Relationships>
</file>

<file path=ppt/slides/_rels/slide220.xml.rels><?xml version="1.0" encoding="UTF-8"?>
<Relationships xmlns="http://schemas.openxmlformats.org/package/2006/relationships"><Relationship Id="rId1" Type="http://schemas.openxmlformats.org/officeDocument/2006/relationships/slideLayout" Target="../slideLayouts/slideLayout39.xml"/>
</Relationships>
</file>

<file path=ppt/slides/_rels/slide221.xml.rels><?xml version="1.0" encoding="UTF-8"?>
<Relationships xmlns="http://schemas.openxmlformats.org/package/2006/relationships"><Relationship Id="rId1" Type="http://schemas.openxmlformats.org/officeDocument/2006/relationships/slideLayout" Target="../slideLayouts/slideLayout39.xml"/>
</Relationships>
</file>

<file path=ppt/slides/_rels/slide222.xml.rels><?xml version="1.0" encoding="UTF-8"?>
<Relationships xmlns="http://schemas.openxmlformats.org/package/2006/relationships"><Relationship Id="rId1" Type="http://schemas.openxmlformats.org/officeDocument/2006/relationships/slideLayout" Target="../slideLayouts/slideLayout39.xml"/>
</Relationships>
</file>

<file path=ppt/slides/_rels/slide223.xml.rels><?xml version="1.0" encoding="UTF-8"?>
<Relationships xmlns="http://schemas.openxmlformats.org/package/2006/relationships"><Relationship Id="rId1" Type="http://schemas.openxmlformats.org/officeDocument/2006/relationships/slideLayout" Target="../slideLayouts/slideLayout39.xml"/>
</Relationships>
</file>

<file path=ppt/slides/_rels/slide224.xml.rels><?xml version="1.0" encoding="UTF-8"?>
<Relationships xmlns="http://schemas.openxmlformats.org/package/2006/relationships"><Relationship Id="rId1" Type="http://schemas.openxmlformats.org/officeDocument/2006/relationships/slideLayout" Target="../slideLayouts/slideLayout39.xml"/>
</Relationships>
</file>

<file path=ppt/slides/_rels/slide225.xml.rels><?xml version="1.0" encoding="UTF-8"?>
<Relationships xmlns="http://schemas.openxmlformats.org/package/2006/relationships"><Relationship Id="rId1" Type="http://schemas.openxmlformats.org/officeDocument/2006/relationships/slideLayout" Target="../slideLayouts/slideLayout39.xml"/>
</Relationships>
</file>

<file path=ppt/slides/_rels/slide226.xml.rels><?xml version="1.0" encoding="UTF-8"?>
<Relationships xmlns="http://schemas.openxmlformats.org/package/2006/relationships"><Relationship Id="rId1" Type="http://schemas.openxmlformats.org/officeDocument/2006/relationships/image" Target="../media/image45.jpeg"/><Relationship Id="rId2" Type="http://schemas.openxmlformats.org/officeDocument/2006/relationships/slideLayout" Target="../slideLayouts/slideLayout40.xml"/>
</Relationships>
</file>

<file path=ppt/slides/_rels/slide227.xml.rels><?xml version="1.0" encoding="UTF-8"?>
<Relationships xmlns="http://schemas.openxmlformats.org/package/2006/relationships"><Relationship Id="rId1" Type="http://schemas.openxmlformats.org/officeDocument/2006/relationships/slideLayout" Target="../slideLayouts/slideLayout39.xml"/>
</Relationships>
</file>

<file path=ppt/slides/_rels/slide228.xml.rels><?xml version="1.0" encoding="UTF-8"?>
<Relationships xmlns="http://schemas.openxmlformats.org/package/2006/relationships"><Relationship Id="rId1" Type="http://schemas.openxmlformats.org/officeDocument/2006/relationships/slideLayout" Target="../slideLayouts/slideLayout39.xml"/>
</Relationships>
</file>

<file path=ppt/slides/_rels/slide229.xml.rels><?xml version="1.0" encoding="UTF-8"?>
<Relationships xmlns="http://schemas.openxmlformats.org/package/2006/relationships"><Relationship Id="rId1" Type="http://schemas.openxmlformats.org/officeDocument/2006/relationships/slideLayout" Target="../slideLayouts/slideLayout39.xml"/>
</Relationships>
</file>

<file path=ppt/slides/_rels/slide230.xml.rels><?xml version="1.0" encoding="UTF-8"?>
<Relationships xmlns="http://schemas.openxmlformats.org/package/2006/relationships"><Relationship Id="rId1" Type="http://schemas.openxmlformats.org/officeDocument/2006/relationships/slideLayout" Target="../slideLayouts/slideLayout39.xml"/>
</Relationships>
</file>

<file path=ppt/slides/_rels/slide231.xml.rels><?xml version="1.0" encoding="UTF-8"?>
<Relationships xmlns="http://schemas.openxmlformats.org/package/2006/relationships"><Relationship Id="rId1" Type="http://schemas.openxmlformats.org/officeDocument/2006/relationships/slideLayout" Target="../slideLayouts/slideLayout41.xml"/>
</Relationships>
</file>

<file path=ppt/slides/_rels/slide232.xml.rels><?xml version="1.0" encoding="UTF-8"?>
<Relationships xmlns="http://schemas.openxmlformats.org/package/2006/relationships"><Relationship Id="rId1" Type="http://schemas.openxmlformats.org/officeDocument/2006/relationships/slideLayout" Target="../slideLayouts/slideLayout39.xml"/>
</Relationships>
</file>

<file path=ppt/slides/_rels/slide233.xml.rels><?xml version="1.0" encoding="UTF-8"?>
<Relationships xmlns="http://schemas.openxmlformats.org/package/2006/relationships"><Relationship Id="rId1" Type="http://schemas.openxmlformats.org/officeDocument/2006/relationships/image" Target="../media/image46.jpeg"/><Relationship Id="rId2" Type="http://schemas.openxmlformats.org/officeDocument/2006/relationships/slideLayout" Target="../slideLayouts/slideLayout40.xml"/>
</Relationships>
</file>

<file path=ppt/slides/_rels/slide234.xml.rels><?xml version="1.0" encoding="UTF-8"?>
<Relationships xmlns="http://schemas.openxmlformats.org/package/2006/relationships"><Relationship Id="rId1" Type="http://schemas.openxmlformats.org/officeDocument/2006/relationships/image" Target="../media/image47.jpeg"/><Relationship Id="rId2" Type="http://schemas.openxmlformats.org/officeDocument/2006/relationships/slideLayout" Target="../slideLayouts/slideLayout40.xml"/>
</Relationships>
</file>

<file path=ppt/slides/_rels/slide235.xml.rels><?xml version="1.0" encoding="UTF-8"?>
<Relationships xmlns="http://schemas.openxmlformats.org/package/2006/relationships"><Relationship Id="rId1" Type="http://schemas.openxmlformats.org/officeDocument/2006/relationships/image" Target="../media/image48.png"/><Relationship Id="rId2" Type="http://schemas.openxmlformats.org/officeDocument/2006/relationships/slideLayout" Target="../slideLayouts/slideLayout39.xml"/><Relationship Id="rId3" Type="http://schemas.openxmlformats.org/officeDocument/2006/relationships/notesSlide" Target="../notesSlides/notesSlide235.xml"/>
</Relationships>
</file>

<file path=ppt/slides/_rels/slide236.xml.rels><?xml version="1.0" encoding="UTF-8"?>
<Relationships xmlns="http://schemas.openxmlformats.org/package/2006/relationships"><Relationship Id="rId1" Type="http://schemas.openxmlformats.org/officeDocument/2006/relationships/slideLayout" Target="../slideLayouts/slideLayout39.xml"/><Relationship Id="rId2" Type="http://schemas.openxmlformats.org/officeDocument/2006/relationships/notesSlide" Target="../notesSlides/notesSlide236.xml"/>
</Relationships>
</file>

<file path=ppt/slides/_rels/slide237.xml.rels><?xml version="1.0" encoding="UTF-8"?>
<Relationships xmlns="http://schemas.openxmlformats.org/package/2006/relationships"><Relationship Id="rId1" Type="http://schemas.openxmlformats.org/officeDocument/2006/relationships/slideLayout" Target="../slideLayouts/slideLayout39.xml"/><Relationship Id="rId2" Type="http://schemas.openxmlformats.org/officeDocument/2006/relationships/notesSlide" Target="../notesSlides/notesSlide237.xml"/>
</Relationships>
</file>

<file path=ppt/slides/_rels/slide238.xml.rels><?xml version="1.0" encoding="UTF-8"?>
<Relationships xmlns="http://schemas.openxmlformats.org/package/2006/relationships"><Relationship Id="rId1" Type="http://schemas.openxmlformats.org/officeDocument/2006/relationships/slideLayout" Target="../slideLayouts/slideLayout39.xml"/><Relationship Id="rId2" Type="http://schemas.openxmlformats.org/officeDocument/2006/relationships/notesSlide" Target="../notesSlides/notesSlide238.xml"/>
</Relationships>
</file>

<file path=ppt/slides/_rels/slide239.xml.rels><?xml version="1.0" encoding="UTF-8"?>
<Relationships xmlns="http://schemas.openxmlformats.org/package/2006/relationships"><Relationship Id="rId1" Type="http://schemas.openxmlformats.org/officeDocument/2006/relationships/slideLayout" Target="../slideLayouts/slideLayout39.xml"/><Relationship Id="rId2" Type="http://schemas.openxmlformats.org/officeDocument/2006/relationships/notesSlide" Target="../notesSlides/notesSlide239.xml"/>
</Relationships>
</file>

<file path=ppt/slides/_rels/slide240.xml.rels><?xml version="1.0" encoding="UTF-8"?>
<Relationships xmlns="http://schemas.openxmlformats.org/package/2006/relationships"><Relationship Id="rId1" Type="http://schemas.openxmlformats.org/officeDocument/2006/relationships/diagramData" Target="../diagrams/data14.xml"/><Relationship Id="rId2" Type="http://schemas.openxmlformats.org/officeDocument/2006/relationships/diagramLayout" Target="../diagrams/layout14.xml"/><Relationship Id="rId3" Type="http://schemas.openxmlformats.org/officeDocument/2006/relationships/diagramQuickStyle" Target="../diagrams/quickStyle14.xml"/><Relationship Id="rId4" Type="http://schemas.openxmlformats.org/officeDocument/2006/relationships/diagramColors" Target="../diagrams/colors14.xml"/><Relationship Id="rId5" Type="http://schemas.microsoft.com/office/2007/relationships/diagramDrawing" Target="../diagrams/drawing14.xml"/><Relationship Id="rId6" Type="http://schemas.openxmlformats.org/officeDocument/2006/relationships/slideLayout" Target="../slideLayouts/slideLayout44.xml"/>
</Relationships>
</file>

<file path=ppt/slides/_rels/slide241.xml.rels><?xml version="1.0" encoding="UTF-8"?>
<Relationships xmlns="http://schemas.openxmlformats.org/package/2006/relationships"><Relationship Id="rId1" Type="http://schemas.openxmlformats.org/officeDocument/2006/relationships/slideLayout" Target="../slideLayouts/slideLayout40.xml"/>
</Relationships>
</file>

<file path=ppt/slides/_rels/slide242.xml.rels><?xml version="1.0" encoding="UTF-8"?>
<Relationships xmlns="http://schemas.openxmlformats.org/package/2006/relationships"><Relationship Id="rId1" Type="http://schemas.openxmlformats.org/officeDocument/2006/relationships/slideLayout" Target="../slideLayouts/slideLayout39.xml"/>
</Relationships>
</file>

<file path=ppt/slides/_rels/slide243.xml.rels><?xml version="1.0" encoding="UTF-8"?>
<Relationships xmlns="http://schemas.openxmlformats.org/package/2006/relationships"><Relationship Id="rId1" Type="http://schemas.openxmlformats.org/officeDocument/2006/relationships/slideLayout" Target="../slideLayouts/slideLayout39.xml"/>
</Relationships>
</file>

<file path=ppt/slides/_rels/slide244.xml.rels><?xml version="1.0" encoding="UTF-8"?>
<Relationships xmlns="http://schemas.openxmlformats.org/package/2006/relationships"><Relationship Id="rId1" Type="http://schemas.openxmlformats.org/officeDocument/2006/relationships/slideLayout" Target="../slideLayouts/slideLayout39.xml"/>
</Relationships>
</file>

<file path=ppt/slides/_rels/slide245.xml.rels><?xml version="1.0" encoding="UTF-8"?>
<Relationships xmlns="http://schemas.openxmlformats.org/package/2006/relationships"><Relationship Id="rId1" Type="http://schemas.openxmlformats.org/officeDocument/2006/relationships/slideLayout" Target="../slideLayouts/slideLayout39.xml"/>
</Relationships>
</file>

<file path=ppt/slides/_rels/slide246.xml.rels><?xml version="1.0" encoding="UTF-8"?>
<Relationships xmlns="http://schemas.openxmlformats.org/package/2006/relationships"><Relationship Id="rId1" Type="http://schemas.openxmlformats.org/officeDocument/2006/relationships/hyperlink" Target="http://de.wikipedia.org/wiki/Cross-Origin_Resource_Sharing" TargetMode="External"/><Relationship Id="rId2" Type="http://schemas.openxmlformats.org/officeDocument/2006/relationships/image" Target="../media/image49.jpeg"/><Relationship Id="rId3" Type="http://schemas.openxmlformats.org/officeDocument/2006/relationships/slideLayout" Target="../slideLayouts/slideLayout39.xml"/>
</Relationships>
</file>

<file path=ppt/slides/_rels/slide247.xml.rels><?xml version="1.0" encoding="UTF-8"?>
<Relationships xmlns="http://schemas.openxmlformats.org/package/2006/relationships"><Relationship Id="rId1" Type="http://schemas.openxmlformats.org/officeDocument/2006/relationships/slideLayout" Target="../slideLayouts/slideLayout39.xml"/>
</Relationships>
</file>

<file path=ppt/slides/_rels/slide248.xml.rels><?xml version="1.0" encoding="UTF-8"?>
<Relationships xmlns="http://schemas.openxmlformats.org/package/2006/relationships"><Relationship Id="rId1" Type="http://schemas.openxmlformats.org/officeDocument/2006/relationships/slideLayout" Target="../slideLayouts/slideLayout39.xml"/>
</Relationships>
</file>

<file path=ppt/slides/_rels/slide249.xml.rels><?xml version="1.0" encoding="UTF-8"?>
<Relationships xmlns="http://schemas.openxmlformats.org/package/2006/relationships"><Relationship Id="rId1" Type="http://schemas.openxmlformats.org/officeDocument/2006/relationships/slideLayout" Target="../slideLayouts/slideLayout39.xml"/>
</Relationships>
</file>

<file path=ppt/slides/_rels/slide250.xml.rels><?xml version="1.0" encoding="UTF-8"?>
<Relationships xmlns="http://schemas.openxmlformats.org/package/2006/relationships"><Relationship Id="rId1" Type="http://schemas.openxmlformats.org/officeDocument/2006/relationships/hyperlink" Target="https://angular.io/guide/attribute-directives" TargetMode="External"/><Relationship Id="rId2" Type="http://schemas.openxmlformats.org/officeDocument/2006/relationships/slideLayout" Target="../slideLayouts/slideLayout39.xml"/>
</Relationships>
</file>

<file path=ppt/slides/_rels/slide251.xml.rels><?xml version="1.0" encoding="UTF-8"?>
<Relationships xmlns="http://schemas.openxmlformats.org/package/2006/relationships"><Relationship Id="rId1" Type="http://schemas.openxmlformats.org/officeDocument/2006/relationships/image" Target="../media/image2.jpeg"/><Relationship Id="rId2" Type="http://schemas.openxmlformats.org/officeDocument/2006/relationships/slideLayout" Target="../slideLayouts/slideLayout40.xml"/>
</Relationships>
</file>

<file path=ppt/slides/_rels/slide252.xml.rels><?xml version="1.0" encoding="UTF-8"?>
<Relationships xmlns="http://schemas.openxmlformats.org/package/2006/relationships"><Relationship Id="rId1" Type="http://schemas.openxmlformats.org/officeDocument/2006/relationships/slideLayout" Target="../slideLayouts/slideLayout40.xml"/>
</Relationships>
</file>

<file path=ppt/slides/_rels/slide253.xml.rels><?xml version="1.0" encoding="UTF-8"?>
<Relationships xmlns="http://schemas.openxmlformats.org/package/2006/relationships"><Relationship Id="rId1" Type="http://schemas.openxmlformats.org/officeDocument/2006/relationships/slideLayout" Target="../slideLayouts/slideLayout39.xml"/>
</Relationships>
</file>

<file path=ppt/slides/_rels/slide254.xml.rels><?xml version="1.0" encoding="UTF-8"?>
<Relationships xmlns="http://schemas.openxmlformats.org/package/2006/relationships"><Relationship Id="rId1" Type="http://schemas.openxmlformats.org/officeDocument/2006/relationships/slideLayout" Target="../slideLayouts/slideLayout39.xml"/>
</Relationships>
</file>

<file path=ppt/slides/_rels/slide255.xml.rels><?xml version="1.0" encoding="UTF-8"?>
<Relationships xmlns="http://schemas.openxmlformats.org/package/2006/relationships"><Relationship Id="rId1" Type="http://schemas.openxmlformats.org/officeDocument/2006/relationships/image" Target="../media/image50.png"/><Relationship Id="rId2" Type="http://schemas.openxmlformats.org/officeDocument/2006/relationships/slideLayout" Target="../slideLayouts/slideLayout43.xml"/>
</Relationships>
</file>

<file path=ppt/slides/_rels/slide256.xml.rels><?xml version="1.0" encoding="UTF-8"?>
<Relationships xmlns="http://schemas.openxmlformats.org/package/2006/relationships"><Relationship Id="rId1" Type="http://schemas.openxmlformats.org/officeDocument/2006/relationships/diagramData" Target="../diagrams/data15.xml"/><Relationship Id="rId2" Type="http://schemas.openxmlformats.org/officeDocument/2006/relationships/diagramLayout" Target="../diagrams/layout15.xml"/><Relationship Id="rId3" Type="http://schemas.openxmlformats.org/officeDocument/2006/relationships/diagramQuickStyle" Target="../diagrams/quickStyle15.xml"/><Relationship Id="rId4" Type="http://schemas.openxmlformats.org/officeDocument/2006/relationships/diagramColors" Target="../diagrams/colors15.xml"/><Relationship Id="rId5" Type="http://schemas.microsoft.com/office/2007/relationships/diagramDrawing" Target="../diagrams/drawing15.xml"/><Relationship Id="rId6" Type="http://schemas.openxmlformats.org/officeDocument/2006/relationships/slideLayout" Target="../slideLayouts/slideLayout39.xml"/>
</Relationships>
</file>

<file path=ppt/slides/_rels/slide257.xml.rels><?xml version="1.0" encoding="UTF-8"?>
<Relationships xmlns="http://schemas.openxmlformats.org/package/2006/relationships"><Relationship Id="rId1" Type="http://schemas.openxmlformats.org/officeDocument/2006/relationships/slideLayout" Target="../slideLayouts/slideLayout39.xml"/>
</Relationships>
</file>

<file path=ppt/slides/_rels/slide258.xml.rels><?xml version="1.0" encoding="UTF-8"?>
<Relationships xmlns="http://schemas.openxmlformats.org/package/2006/relationships"><Relationship Id="rId1" Type="http://schemas.openxmlformats.org/officeDocument/2006/relationships/image" Target="../media/image51.jpeg"/><Relationship Id="rId2" Type="http://schemas.openxmlformats.org/officeDocument/2006/relationships/slideLayout" Target="../slideLayouts/slideLayout40.xml"/>
</Relationships>
</file>

<file path=ppt/slides/_rels/slide259.xml.rels><?xml version="1.0" encoding="UTF-8"?>
<Relationships xmlns="http://schemas.openxmlformats.org/package/2006/relationships"><Relationship Id="rId1" Type="http://schemas.openxmlformats.org/officeDocument/2006/relationships/hyperlink" Target="https://docs.npmjs.com/misc/registry" TargetMode="External"/><Relationship Id="rId2" Type="http://schemas.openxmlformats.org/officeDocument/2006/relationships/slideLayout" Target="../slideLayouts/slideLayout39.xml"/>
</Relationships>
</file>

<file path=ppt/slides/_rels/slide260.xml.rels><?xml version="1.0" encoding="UTF-8"?>
<Relationships xmlns="http://schemas.openxmlformats.org/package/2006/relationships"><Relationship Id="rId1" Type="http://schemas.openxmlformats.org/officeDocument/2006/relationships/hyperlink" Target="https://docs.npmjs.com/" TargetMode="External"/><Relationship Id="rId2" Type="http://schemas.openxmlformats.org/officeDocument/2006/relationships/slideLayout" Target="../slideLayouts/slideLayout39.xml"/>
</Relationships>
</file>

<file path=ppt/slides/_rels/slide261.xml.rels><?xml version="1.0" encoding="UTF-8"?>
<Relationships xmlns="http://schemas.openxmlformats.org/package/2006/relationships"><Relationship Id="rId1" Type="http://schemas.openxmlformats.org/officeDocument/2006/relationships/image" Target="../media/image52.jpeg"/><Relationship Id="rId2" Type="http://schemas.openxmlformats.org/officeDocument/2006/relationships/slideLayout" Target="../slideLayouts/slideLayout40.xml"/>
</Relationships>
</file>

<file path=ppt/slides/_rels/slide262.xml.rels><?xml version="1.0" encoding="UTF-8"?>
<Relationships xmlns="http://schemas.openxmlformats.org/package/2006/relationships"><Relationship Id="rId1" Type="http://schemas.openxmlformats.org/officeDocument/2006/relationships/slideLayout" Target="../slideLayouts/slideLayout39.xml"/>
</Relationships>
</file>

<file path=ppt/slides/_rels/slide263.xml.rels><?xml version="1.0" encoding="UTF-8"?>
<Relationships xmlns="http://schemas.openxmlformats.org/package/2006/relationships"><Relationship Id="rId1" Type="http://schemas.openxmlformats.org/officeDocument/2006/relationships/slideLayout" Target="../slideLayouts/slideLayout39.xml"/>
</Relationships>
</file>

<file path=ppt/slides/_rels/slide264.xml.rels><?xml version="1.0" encoding="UTF-8"?>
<Relationships xmlns="http://schemas.openxmlformats.org/package/2006/relationships"><Relationship Id="rId1" Type="http://schemas.openxmlformats.org/officeDocument/2006/relationships/slideLayout" Target="../slideLayouts/slideLayout39.xml"/>
</Relationships>
</file>

<file path=ppt/slides/_rels/slide265.xml.rels><?xml version="1.0" encoding="UTF-8"?>
<Relationships xmlns="http://schemas.openxmlformats.org/package/2006/relationships"><Relationship Id="rId1" Type="http://schemas.openxmlformats.org/officeDocument/2006/relationships/diagramData" Target="../diagrams/data16.xml"/><Relationship Id="rId2" Type="http://schemas.openxmlformats.org/officeDocument/2006/relationships/diagramLayout" Target="../diagrams/layout16.xml"/><Relationship Id="rId3" Type="http://schemas.openxmlformats.org/officeDocument/2006/relationships/diagramQuickStyle" Target="../diagrams/quickStyle16.xml"/><Relationship Id="rId4" Type="http://schemas.openxmlformats.org/officeDocument/2006/relationships/diagramColors" Target="../diagrams/colors16.xml"/><Relationship Id="rId5" Type="http://schemas.microsoft.com/office/2007/relationships/diagramDrawing" Target="../diagrams/drawing16.xml"/><Relationship Id="rId6" Type="http://schemas.openxmlformats.org/officeDocument/2006/relationships/slideLayout" Target="../slideLayouts/slideLayout43.xml"/>
</Relationships>
</file>

<file path=ppt/slides/_rels/slide266.xml.rels><?xml version="1.0" encoding="UTF-8"?>
<Relationships xmlns="http://schemas.openxmlformats.org/package/2006/relationships"><Relationship Id="rId1" Type="http://schemas.openxmlformats.org/officeDocument/2006/relationships/slideLayout" Target="../slideLayouts/slideLayout39.xml"/>
</Relationships>
</file>

<file path=ppt/slides/_rels/slide267.xml.rels><?xml version="1.0" encoding="UTF-8"?>
<Relationships xmlns="http://schemas.openxmlformats.org/package/2006/relationships"><Relationship Id="rId1" Type="http://schemas.openxmlformats.org/officeDocument/2006/relationships/slideLayout" Target="../slideLayouts/slideLayout39.xml"/>
</Relationships>
</file>

<file path=ppt/slides/_rels/slide268.xml.rels><?xml version="1.0" encoding="UTF-8"?>
<Relationships xmlns="http://schemas.openxmlformats.org/package/2006/relationships"><Relationship Id="rId1" Type="http://schemas.openxmlformats.org/officeDocument/2006/relationships/slideLayout" Target="../slideLayouts/slideLayout39.xml"/>
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bg>
      <p:bgPr>
        <a:solidFill>
          <a:srgbClr val="000000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8" name="Rectangle 8">
            <a:extLst>
              <a:ext uri="{C183D7F6-B498-43B3-948B-1728B52AA6E4}">
                <adec:decorative xmlns:adec="http://schemas.microsoft.com/office/drawing/2017/decorative" val="1"/>
              </a:ext>
            </a:extLst>
          </p:cNvPr>
          <p:cNvSpPr/>
          <p:nvPr/>
        </p:nvSpPr>
        <p:spPr>
          <a:xfrm>
            <a:off x="0" y="0"/>
            <a:ext cx="12191040" cy="6856920"/>
          </a:xfrm>
          <a:prstGeom prst="rect">
            <a:avLst/>
          </a:prstGeom>
          <a:solidFill>
            <a:srgbClr val="000000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 algn="ctr" defTabSz="914400">
              <a:lnSpc>
                <a:spcPct val="100000"/>
              </a:lnSpc>
            </a:pPr>
            <a:endParaRPr b="0" lang="en-US" sz="1800" strike="noStrike" u="none">
              <a:solidFill>
                <a:schemeClr val="lt1"/>
              </a:solidFill>
              <a:uFillTx/>
              <a:latin typeface="Calibri"/>
            </a:endParaRPr>
          </a:p>
        </p:txBody>
      </p:sp>
      <p:pic>
        <p:nvPicPr>
          <p:cNvPr id="149" name="Picture 4" descr="Writing an appointment on a paper agenda"/>
          <p:cNvPicPr/>
          <p:nvPr/>
        </p:nvPicPr>
        <p:blipFill>
          <a:blip r:embed="rId1">
            <a:alphaModFix amt="50000"/>
          </a:blip>
          <a:srcRect l="0" t="15730" r="0" b="0"/>
          <a:stretch/>
        </p:blipFill>
        <p:spPr>
          <a:xfrm>
            <a:off x="0" y="0"/>
            <a:ext cx="12191040" cy="6856920"/>
          </a:xfrm>
          <a:prstGeom prst="rect">
            <a:avLst/>
          </a:prstGeom>
          <a:noFill/>
          <a:ln w="0">
            <a:noFill/>
          </a:ln>
        </p:spPr>
      </p:pic>
      <p:sp>
        <p:nvSpPr>
          <p:cNvPr id="150" name="PlaceHolder 1"/>
          <p:cNvSpPr>
            <a:spLocks noGrp="1"/>
          </p:cNvSpPr>
          <p:nvPr>
            <p:ph type="title"/>
          </p:nvPr>
        </p:nvSpPr>
        <p:spPr>
          <a:xfrm>
            <a:off x="1523880" y="1122480"/>
            <a:ext cx="9142920" cy="289944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b">
            <a:normAutofit/>
          </a:bodyPr>
          <a:p>
            <a:pPr indent="0" algn="ctr" defTabSz="914400">
              <a:lnSpc>
                <a:spcPct val="90000"/>
              </a:lnSpc>
              <a:buNone/>
              <a:tabLst>
                <a:tab algn="l" pos="0"/>
              </a:tabLst>
            </a:pPr>
            <a:r>
              <a:rPr b="0" lang="de-DE" sz="6000" strike="noStrike" u="none">
                <a:solidFill>
                  <a:srgbClr val="ffffff"/>
                </a:solidFill>
                <a:uFillTx/>
                <a:latin typeface="Calibri Light"/>
              </a:rPr>
              <a:t>Typescript Primer</a:t>
            </a:r>
            <a:endParaRPr b="0" lang="de-DE" sz="6000" strike="noStrike" u="none">
              <a:solidFill>
                <a:srgbClr val="ffffff"/>
              </a:solidFill>
              <a:uFillTx/>
              <a:latin typeface="Arial"/>
            </a:endParaRPr>
          </a:p>
        </p:txBody>
      </p:sp>
      <p:sp>
        <p:nvSpPr>
          <p:cNvPr id="151" name="PlaceHolder 2"/>
          <p:cNvSpPr>
            <a:spLocks noGrp="1"/>
          </p:cNvSpPr>
          <p:nvPr>
            <p:ph type="subTitle"/>
          </p:nvPr>
        </p:nvSpPr>
        <p:spPr>
          <a:xfrm>
            <a:off x="1523880" y="4159440"/>
            <a:ext cx="9142920" cy="109728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t">
            <a:normAutofit/>
          </a:bodyPr>
          <a:p>
            <a:pPr indent="0" algn="ctr" defTabSz="914400">
              <a:lnSpc>
                <a:spcPct val="90000"/>
              </a:lnSpc>
              <a:spcBef>
                <a:spcPts val="1001"/>
              </a:spcBef>
              <a:buNone/>
              <a:tabLst>
                <a:tab algn="l" pos="0"/>
              </a:tabLst>
            </a:pPr>
            <a:r>
              <a:rPr b="0" lang="de-DE" sz="2400" strike="noStrike" u="none">
                <a:solidFill>
                  <a:srgbClr val="ffffff"/>
                </a:solidFill>
                <a:uFillTx/>
                <a:latin typeface="Calibri"/>
              </a:rPr>
              <a:t>Einführung in Typescript</a:t>
            </a:r>
            <a:endParaRPr b="0" lang="de-DE" sz="2400" strike="noStrike" u="none">
              <a:solidFill>
                <a:srgbClr val="ffffff"/>
              </a:solidFill>
              <a:uFillTx/>
              <a:latin typeface="Arial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  <p:timing>
    <p:tnLst>
      <p:par>
        <p:cTn id="1" dur="indefinite" restart="never" nodeType="tmRoot">
          <p:childTnLst>
            <p:seq>
              <p:cTn id="2" dur="indefinite" nodeType="mainSeq">
                <p:childTnLst>
                  <p:par>
                    <p:cTn id="3" fill="hold">
                      <p:stCondLst>
                        <p:cond delay="0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nodeType="withEffect" fill="hold" presetClass="entr" presetID="10">
                                  <p:stCondLst>
                                    <p:cond delay="2000"/>
                                  </p:stCondLst>
                                  <p:iterate type="lt">
                                    <p:tmAbs val="100"/>
                                  </p:iterate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1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 additive="repl">
                                        <p:cTn id="7" dur="400"/>
                                        <p:tgtEl>
                                          <p:spTgt spid="151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8" nodeType="withEffect" fill="hold" presetClass="entr" presetID="10">
                                  <p:stCondLst>
                                    <p:cond delay="1000"/>
                                  </p:stCondLst>
                                  <p:iterate type="lt">
                                    <p:tmAbs val="100"/>
                                  </p:iterate>
                                  <p:childTnLst>
                                    <p:set>
                                      <p:cBhvr>
                                        <p:cTn id="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 additive="repl">
                                        <p:cTn id="10" dur="400"/>
                                        <p:tgtEl>
                                          <p:spTgt spid="15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bg>
      <p:bgPr>
        <a:solidFill>
          <a:srgbClr val="000000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2" name="Rectangle 10">
            <a:extLst>
              <a:ext uri="{C183D7F6-B498-43B3-948B-1728B52AA6E4}">
                <adec:decorative xmlns:adec="http://schemas.microsoft.com/office/drawing/2017/decorative" val="1"/>
              </a:ext>
            </a:extLst>
          </p:cNvPr>
          <p:cNvSpPr/>
          <p:nvPr/>
        </p:nvSpPr>
        <p:spPr>
          <a:xfrm>
            <a:off x="0" y="0"/>
            <a:ext cx="12191040" cy="6856920"/>
          </a:xfrm>
          <a:prstGeom prst="rect">
            <a:avLst/>
          </a:prstGeom>
          <a:solidFill>
            <a:srgbClr val="000000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 algn="ctr" defTabSz="914400">
              <a:lnSpc>
                <a:spcPct val="100000"/>
              </a:lnSpc>
            </a:pPr>
            <a:endParaRPr b="0" lang="en-US" sz="1800" strike="noStrike" u="none">
              <a:solidFill>
                <a:schemeClr val="lt1"/>
              </a:solidFill>
              <a:uFillTx/>
              <a:latin typeface="Calibri"/>
            </a:endParaRPr>
          </a:p>
        </p:txBody>
      </p:sp>
      <p:pic>
        <p:nvPicPr>
          <p:cNvPr id="153" name="Picture 6" descr="CPU mit Binärzahlen und Blaupause"/>
          <p:cNvPicPr/>
          <p:nvPr/>
        </p:nvPicPr>
        <p:blipFill>
          <a:blip r:embed="rId1">
            <a:alphaModFix amt="50000"/>
          </a:blip>
          <a:stretch/>
        </p:blipFill>
        <p:spPr>
          <a:xfrm>
            <a:off x="0" y="0"/>
            <a:ext cx="12191040" cy="6856920"/>
          </a:xfrm>
          <a:prstGeom prst="rect">
            <a:avLst/>
          </a:prstGeom>
          <a:noFill/>
          <a:ln w="0">
            <a:noFill/>
          </a:ln>
        </p:spPr>
      </p:pic>
      <p:sp>
        <p:nvSpPr>
          <p:cNvPr id="154" name="PlaceHolder 1"/>
          <p:cNvSpPr>
            <a:spLocks noGrp="1"/>
          </p:cNvSpPr>
          <p:nvPr>
            <p:ph type="title"/>
          </p:nvPr>
        </p:nvSpPr>
        <p:spPr>
          <a:xfrm>
            <a:off x="1523880" y="1122480"/>
            <a:ext cx="9142920" cy="289944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b">
            <a:normAutofit/>
          </a:bodyPr>
          <a:p>
            <a:pPr indent="0" algn="ctr" defTabSz="914400">
              <a:lnSpc>
                <a:spcPct val="90000"/>
              </a:lnSpc>
              <a:buNone/>
              <a:tabLst>
                <a:tab algn="l" pos="0"/>
              </a:tabLst>
            </a:pPr>
            <a:r>
              <a:rPr b="0" lang="en-US" sz="6000" strike="noStrike" u="none">
                <a:solidFill>
                  <a:srgbClr val="ffffff"/>
                </a:solidFill>
                <a:uFillTx/>
                <a:latin typeface="Calibri Light"/>
              </a:rPr>
              <a:t>Einrichten von Typescript </a:t>
            </a:r>
            <a:endParaRPr b="0" lang="de-DE" sz="6000" strike="noStrike" u="none">
              <a:solidFill>
                <a:srgbClr val="ffffff"/>
              </a:solidFill>
              <a:uFillTx/>
              <a:latin typeface="Arial"/>
            </a:endParaRPr>
          </a:p>
        </p:txBody>
      </p:sp>
      <p:sp>
        <p:nvSpPr>
          <p:cNvPr id="155" name="PlaceHolder 2"/>
          <p:cNvSpPr>
            <a:spLocks noGrp="1"/>
          </p:cNvSpPr>
          <p:nvPr>
            <p:ph/>
          </p:nvPr>
        </p:nvSpPr>
        <p:spPr>
          <a:xfrm>
            <a:off x="1523880" y="4159440"/>
            <a:ext cx="9142920" cy="109728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t">
            <a:normAutofit/>
          </a:bodyPr>
          <a:p>
            <a:pPr indent="0" algn="ctr" defTabSz="914400">
              <a:lnSpc>
                <a:spcPct val="90000"/>
              </a:lnSpc>
              <a:spcBef>
                <a:spcPts val="1001"/>
              </a:spcBef>
              <a:buNone/>
              <a:tabLst>
                <a:tab algn="l" pos="0"/>
              </a:tabLst>
            </a:pPr>
            <a:r>
              <a:rPr b="0" lang="en-US" sz="2400" strike="noStrike" u="none">
                <a:solidFill>
                  <a:srgbClr val="ffffff"/>
                </a:solidFill>
                <a:uFillTx/>
                <a:latin typeface="Calibri"/>
              </a:rPr>
              <a:t>Installation</a:t>
            </a:r>
            <a:endParaRPr b="0" lang="de-DE" sz="2400" strike="noStrike" u="none">
              <a:solidFill>
                <a:srgbClr val="ffffff"/>
              </a:solidFill>
              <a:uFillTx/>
              <a:latin typeface="Arial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6" name="PlaceHolder 1"/>
          <p:cNvSpPr>
            <a:spLocks noGrp="1"/>
          </p:cNvSpPr>
          <p:nvPr>
            <p:ph type="title"/>
          </p:nvPr>
        </p:nvSpPr>
        <p:spPr>
          <a:xfrm>
            <a:off x="838080" y="365040"/>
            <a:ext cx="10514520" cy="132444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ctr">
            <a:noAutofit/>
          </a:bodyPr>
          <a:p>
            <a:pPr indent="0" defTabSz="914400">
              <a:lnSpc>
                <a:spcPct val="90000"/>
              </a:lnSpc>
              <a:buNone/>
              <a:tabLst>
                <a:tab algn="l" pos="0"/>
              </a:tabLst>
            </a:pPr>
            <a:r>
              <a:rPr b="0" lang="de-DE" sz="4400" strike="noStrike" u="none">
                <a:solidFill>
                  <a:schemeClr val="dk1"/>
                </a:solidFill>
                <a:uFillTx/>
                <a:latin typeface="Calibri Light"/>
              </a:rPr>
              <a:t>Benötigte Komponenten</a:t>
            </a:r>
            <a:endParaRPr b="0" lang="de-DE" sz="4400" strike="noStrike" u="none">
              <a:solidFill>
                <a:srgbClr val="000000"/>
              </a:solidFill>
              <a:uFillTx/>
              <a:latin typeface="Arial"/>
            </a:endParaRPr>
          </a:p>
        </p:txBody>
      </p:sp>
      <p:sp>
        <p:nvSpPr>
          <p:cNvPr id="157" name="PlaceHolder 2"/>
          <p:cNvSpPr>
            <a:spLocks noGrp="1"/>
          </p:cNvSpPr>
          <p:nvPr>
            <p:ph/>
          </p:nvPr>
        </p:nvSpPr>
        <p:spPr>
          <a:xfrm>
            <a:off x="838080" y="1825560"/>
            <a:ext cx="10514520" cy="435024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t">
            <a:noAutofit/>
          </a:bodyPr>
          <a:p>
            <a:pPr marL="228600" indent="-228600" defTabSz="914400">
              <a:lnSpc>
                <a:spcPct val="90000"/>
              </a:lnSpc>
              <a:spcBef>
                <a:spcPts val="1001"/>
              </a:spcBef>
              <a:buClr>
                <a:srgbClr val="000000"/>
              </a:buClr>
              <a:buFont typeface="Arial"/>
              <a:buChar char="•"/>
            </a:pPr>
            <a:r>
              <a:rPr b="0" lang="de-DE" sz="2800" strike="noStrike" u="none">
                <a:solidFill>
                  <a:schemeClr val="dk1"/>
                </a:solidFill>
                <a:uFillTx/>
                <a:latin typeface="Calibri"/>
              </a:rPr>
              <a:t>TypeScript</a:t>
            </a:r>
            <a:endParaRPr b="0" lang="de-DE" sz="2800" strike="noStrike" u="none">
              <a:solidFill>
                <a:srgbClr val="000000"/>
              </a:solidFill>
              <a:uFillTx/>
              <a:latin typeface="Arial"/>
            </a:endParaRPr>
          </a:p>
          <a:p>
            <a:pPr lvl="1" marL="685800" indent="-228600" defTabSz="914400">
              <a:lnSpc>
                <a:spcPct val="90000"/>
              </a:lnSpc>
              <a:spcBef>
                <a:spcPts val="499"/>
              </a:spcBef>
              <a:buClr>
                <a:srgbClr val="000000"/>
              </a:buClr>
              <a:buFont typeface="Arial"/>
              <a:buChar char="•"/>
            </a:pPr>
            <a:r>
              <a:rPr b="0" lang="de-DE" sz="2400" strike="noStrike" u="none">
                <a:solidFill>
                  <a:schemeClr val="dk1"/>
                </a:solidFill>
                <a:uFillTx/>
                <a:latin typeface="Courier New"/>
              </a:rPr>
              <a:t>npm install typescript --save-dev</a:t>
            </a:r>
            <a:endParaRPr b="0" lang="de-DE" sz="2400" strike="noStrike" u="none">
              <a:solidFill>
                <a:srgbClr val="000000"/>
              </a:solidFill>
              <a:uFillTx/>
              <a:latin typeface="Arial"/>
            </a:endParaRPr>
          </a:p>
          <a:p>
            <a:pPr marL="228600" indent="-228600" defTabSz="914400">
              <a:lnSpc>
                <a:spcPct val="90000"/>
              </a:lnSpc>
              <a:spcBef>
                <a:spcPts val="1001"/>
              </a:spcBef>
              <a:buClr>
                <a:srgbClr val="000000"/>
              </a:buClr>
              <a:buFont typeface="Arial"/>
              <a:buChar char="•"/>
            </a:pPr>
            <a:r>
              <a:rPr b="0" lang="de-DE" sz="2800" strike="noStrike" u="none">
                <a:solidFill>
                  <a:schemeClr val="dk1"/>
                </a:solidFill>
                <a:uFillTx/>
                <a:latin typeface="Calibri"/>
              </a:rPr>
              <a:t>Oder global</a:t>
            </a:r>
            <a:endParaRPr b="0" lang="de-DE" sz="2800" strike="noStrike" u="none">
              <a:solidFill>
                <a:srgbClr val="000000"/>
              </a:solidFill>
              <a:uFillTx/>
              <a:latin typeface="Arial"/>
            </a:endParaRPr>
          </a:p>
          <a:p>
            <a:pPr lvl="1" marL="685800" indent="-228600" defTabSz="914400">
              <a:lnSpc>
                <a:spcPct val="90000"/>
              </a:lnSpc>
              <a:spcBef>
                <a:spcPts val="499"/>
              </a:spcBef>
              <a:buClr>
                <a:srgbClr val="000000"/>
              </a:buClr>
              <a:buFont typeface="Arial"/>
              <a:buChar char="•"/>
            </a:pPr>
            <a:r>
              <a:rPr b="0" lang="de-DE" sz="2400" strike="noStrike" u="none">
                <a:solidFill>
                  <a:schemeClr val="dk1"/>
                </a:solidFill>
                <a:uFillTx/>
                <a:latin typeface="Courier New"/>
              </a:rPr>
              <a:t>[sudo] npm install –g typescript</a:t>
            </a:r>
            <a:endParaRPr b="0" lang="de-DE" sz="2400" strike="noStrike" u="none">
              <a:solidFill>
                <a:srgbClr val="000000"/>
              </a:solidFill>
              <a:uFillTx/>
              <a:latin typeface="Arial"/>
            </a:endParaRPr>
          </a:p>
          <a:p>
            <a:pPr marL="228600" indent="-228600" defTabSz="914400">
              <a:lnSpc>
                <a:spcPct val="90000"/>
              </a:lnSpc>
              <a:spcBef>
                <a:spcPts val="1001"/>
              </a:spcBef>
              <a:buClr>
                <a:srgbClr val="000000"/>
              </a:buClr>
              <a:buFont typeface="Arial"/>
              <a:buChar char="•"/>
            </a:pPr>
            <a:r>
              <a:rPr b="0" lang="de-DE" sz="2800" strike="noStrike" u="none">
                <a:solidFill>
                  <a:schemeClr val="dk1"/>
                </a:solidFill>
                <a:uFillTx/>
                <a:latin typeface="Calibri"/>
              </a:rPr>
              <a:t>Lite-Server</a:t>
            </a:r>
            <a:endParaRPr b="0" lang="de-DE" sz="2800" strike="noStrike" u="none">
              <a:solidFill>
                <a:srgbClr val="000000"/>
              </a:solidFill>
              <a:uFillTx/>
              <a:latin typeface="Arial"/>
            </a:endParaRPr>
          </a:p>
          <a:p>
            <a:pPr lvl="1" marL="685800" indent="-228600" defTabSz="914400">
              <a:lnSpc>
                <a:spcPct val="90000"/>
              </a:lnSpc>
              <a:spcBef>
                <a:spcPts val="499"/>
              </a:spcBef>
              <a:buClr>
                <a:srgbClr val="000000"/>
              </a:buClr>
              <a:buFont typeface="Arial"/>
              <a:buChar char="•"/>
            </a:pPr>
            <a:r>
              <a:rPr b="0" lang="de-DE" sz="2400" strike="noStrike" u="none">
                <a:solidFill>
                  <a:schemeClr val="dk1"/>
                </a:solidFill>
                <a:uFillTx/>
                <a:latin typeface="Courier New"/>
              </a:rPr>
              <a:t>npm install lite-server --save-dev</a:t>
            </a:r>
            <a:endParaRPr b="0" lang="de-DE" sz="2400" strike="noStrike" u="none">
              <a:solidFill>
                <a:srgbClr val="000000"/>
              </a:solidFill>
              <a:uFillTx/>
              <a:latin typeface="Arial"/>
            </a:endParaRPr>
          </a:p>
          <a:p>
            <a:pPr marL="228600" indent="-228600" defTabSz="914400">
              <a:lnSpc>
                <a:spcPct val="90000"/>
              </a:lnSpc>
              <a:spcBef>
                <a:spcPts val="1001"/>
              </a:spcBef>
              <a:buClr>
                <a:srgbClr val="000000"/>
              </a:buClr>
              <a:buFont typeface="Arial"/>
              <a:buChar char="•"/>
            </a:pPr>
            <a:r>
              <a:rPr b="0" lang="de-DE" sz="2800" strike="noStrike" u="none">
                <a:solidFill>
                  <a:schemeClr val="dk1"/>
                </a:solidFill>
                <a:uFillTx/>
                <a:latin typeface="Calibri"/>
              </a:rPr>
              <a:t>Parallelisierung von npm-Kommandos</a:t>
            </a:r>
            <a:endParaRPr b="0" lang="de-DE" sz="2800" strike="noStrike" u="none">
              <a:solidFill>
                <a:srgbClr val="000000"/>
              </a:solidFill>
              <a:uFillTx/>
              <a:latin typeface="Arial"/>
            </a:endParaRPr>
          </a:p>
          <a:p>
            <a:pPr lvl="2" marL="444600" indent="-270000" defTabSz="914400">
              <a:lnSpc>
                <a:spcPct val="90000"/>
              </a:lnSpc>
              <a:spcBef>
                <a:spcPts val="601"/>
              </a:spcBef>
              <a:buClr>
                <a:srgbClr val="b51621"/>
              </a:buClr>
              <a:buFont typeface="Arial"/>
              <a:buChar char="•"/>
            </a:pPr>
            <a:r>
              <a:rPr b="0" lang="de-DE" sz="2000" strike="noStrike" u="none">
                <a:solidFill>
                  <a:schemeClr val="dk1"/>
                </a:solidFill>
                <a:uFillTx/>
                <a:latin typeface="Courier New"/>
              </a:rPr>
              <a:t>npm install concurrenty --save-dev</a:t>
            </a:r>
            <a:endParaRPr b="0" lang="de-DE" sz="2000" strike="noStrike" u="none">
              <a:solidFill>
                <a:srgbClr val="000000"/>
              </a:solidFill>
              <a:uFillTx/>
              <a:latin typeface="Arial"/>
            </a:endParaRPr>
          </a:p>
          <a:p>
            <a:pPr indent="0" defTabSz="914400">
              <a:lnSpc>
                <a:spcPct val="90000"/>
              </a:lnSpc>
              <a:spcBef>
                <a:spcPts val="1001"/>
              </a:spcBef>
              <a:buNone/>
              <a:tabLst>
                <a:tab algn="l" pos="0"/>
              </a:tabLst>
            </a:pPr>
            <a:endParaRPr b="0" lang="de-DE" sz="2800" strike="noStrike" u="none">
              <a:solidFill>
                <a:srgbClr val="000000"/>
              </a:solidFill>
              <a:uFillTx/>
              <a:latin typeface="Arial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8" name="PlaceHolder 1"/>
          <p:cNvSpPr>
            <a:spLocks noGrp="1"/>
          </p:cNvSpPr>
          <p:nvPr>
            <p:ph type="title"/>
          </p:nvPr>
        </p:nvSpPr>
        <p:spPr>
          <a:xfrm>
            <a:off x="838080" y="365040"/>
            <a:ext cx="10514520" cy="132444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ctr">
            <a:noAutofit/>
          </a:bodyPr>
          <a:p>
            <a:pPr indent="0" defTabSz="914400">
              <a:lnSpc>
                <a:spcPct val="90000"/>
              </a:lnSpc>
              <a:buNone/>
              <a:tabLst>
                <a:tab algn="l" pos="0"/>
              </a:tabLst>
            </a:pPr>
            <a:r>
              <a:rPr b="0" lang="de-DE" sz="4400" strike="noStrike" u="none">
                <a:solidFill>
                  <a:schemeClr val="dk1"/>
                </a:solidFill>
                <a:uFillTx/>
                <a:latin typeface="Calibri Light"/>
              </a:rPr>
              <a:t>Konfiguration des TypeScript-Compilers</a:t>
            </a:r>
            <a:endParaRPr b="0" lang="de-DE" sz="4400" strike="noStrike" u="none">
              <a:solidFill>
                <a:srgbClr val="000000"/>
              </a:solidFill>
              <a:uFillTx/>
              <a:latin typeface="Arial"/>
            </a:endParaRPr>
          </a:p>
        </p:txBody>
      </p:sp>
      <p:sp>
        <p:nvSpPr>
          <p:cNvPr id="159" name="PlaceHolder 2"/>
          <p:cNvSpPr>
            <a:spLocks noGrp="1"/>
          </p:cNvSpPr>
          <p:nvPr>
            <p:ph/>
          </p:nvPr>
        </p:nvSpPr>
        <p:spPr>
          <a:xfrm>
            <a:off x="838080" y="1825560"/>
            <a:ext cx="10514520" cy="435024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t">
            <a:noAutofit/>
          </a:bodyPr>
          <a:p>
            <a:pPr marL="228600" indent="-228600" defTabSz="914400">
              <a:lnSpc>
                <a:spcPct val="90000"/>
              </a:lnSpc>
              <a:spcBef>
                <a:spcPts val="1001"/>
              </a:spcBef>
              <a:buClr>
                <a:srgbClr val="000000"/>
              </a:buClr>
              <a:buFont typeface="Arial"/>
              <a:buChar char="•"/>
            </a:pPr>
            <a:r>
              <a:rPr b="0" lang="de-DE" sz="2800" strike="noStrike" u="none">
                <a:solidFill>
                  <a:schemeClr val="dk1"/>
                </a:solidFill>
                <a:uFillTx/>
                <a:latin typeface="Calibri"/>
              </a:rPr>
              <a:t>Initialisierung mit </a:t>
            </a:r>
            <a:r>
              <a:rPr b="0" lang="de-DE" sz="2800" strike="noStrike" u="none">
                <a:solidFill>
                  <a:schemeClr val="dk1"/>
                </a:solidFill>
                <a:uFillTx/>
                <a:latin typeface="Courier New"/>
              </a:rPr>
              <a:t>tsc --init</a:t>
            </a:r>
            <a:endParaRPr b="0" lang="de-DE" sz="2800" strike="noStrike" u="none">
              <a:solidFill>
                <a:srgbClr val="000000"/>
              </a:solidFill>
              <a:uFillTx/>
              <a:latin typeface="Arial"/>
            </a:endParaRPr>
          </a:p>
          <a:p>
            <a:pPr lvl="1" marL="685800" indent="-228600" defTabSz="914400">
              <a:lnSpc>
                <a:spcPct val="90000"/>
              </a:lnSpc>
              <a:spcBef>
                <a:spcPts val="499"/>
              </a:spcBef>
              <a:buClr>
                <a:srgbClr val="000000"/>
              </a:buClr>
              <a:buFont typeface="Arial"/>
              <a:buChar char="•"/>
            </a:pPr>
            <a:r>
              <a:rPr b="0" lang="de-DE" sz="2400" strike="noStrike" u="none">
                <a:solidFill>
                  <a:schemeClr val="dk1"/>
                </a:solidFill>
                <a:uFillTx/>
                <a:latin typeface="Calibri"/>
              </a:rPr>
              <a:t>Erzeugt die Datei </a:t>
            </a:r>
            <a:r>
              <a:rPr b="0" i="1" lang="de-DE" sz="2400" strike="noStrike" u="none">
                <a:solidFill>
                  <a:schemeClr val="dk1"/>
                </a:solidFill>
                <a:uFillTx/>
                <a:latin typeface="Courier New"/>
              </a:rPr>
              <a:t>tsconfig.json</a:t>
            </a:r>
            <a:endParaRPr b="0" lang="de-DE" sz="2400" strike="noStrike" u="none">
              <a:solidFill>
                <a:srgbClr val="000000"/>
              </a:solidFill>
              <a:uFillTx/>
              <a:latin typeface="Arial"/>
            </a:endParaRPr>
          </a:p>
          <a:p>
            <a:pPr lvl="1" marL="685800" indent="-228600" defTabSz="914400">
              <a:lnSpc>
                <a:spcPct val="90000"/>
              </a:lnSpc>
              <a:spcBef>
                <a:spcPts val="499"/>
              </a:spcBef>
              <a:buClr>
                <a:srgbClr val="000000"/>
              </a:buClr>
              <a:buFont typeface="Arial"/>
              <a:buChar char="•"/>
            </a:pPr>
            <a:r>
              <a:rPr b="0" lang="de-DE" sz="2400" strike="noStrike" u="none">
                <a:solidFill>
                  <a:schemeClr val="dk1"/>
                </a:solidFill>
                <a:uFillTx/>
                <a:latin typeface="Calibri"/>
              </a:rPr>
              <a:t>Darin werden alle möglichen Konfigurationen angelegt</a:t>
            </a:r>
            <a:endParaRPr b="0" lang="de-DE" sz="2400" strike="noStrike" u="none">
              <a:solidFill>
                <a:srgbClr val="000000"/>
              </a:solidFill>
              <a:uFillTx/>
              <a:latin typeface="Arial"/>
            </a:endParaRPr>
          </a:p>
          <a:p>
            <a:pPr lvl="2" marL="1143000" indent="-228600" defTabSz="914400">
              <a:lnSpc>
                <a:spcPct val="90000"/>
              </a:lnSpc>
              <a:spcBef>
                <a:spcPts val="499"/>
              </a:spcBef>
              <a:buClr>
                <a:srgbClr val="000000"/>
              </a:buClr>
              <a:buFont typeface="Arial"/>
              <a:buChar char="•"/>
            </a:pPr>
            <a:r>
              <a:rPr b="0" lang="de-DE" sz="2000" strike="noStrike" u="none">
                <a:solidFill>
                  <a:schemeClr val="dk1"/>
                </a:solidFill>
                <a:uFillTx/>
                <a:latin typeface="Calibri"/>
              </a:rPr>
              <a:t>wobei die allermeisten auskommentiert sind</a:t>
            </a:r>
            <a:endParaRPr b="0" lang="de-DE" sz="2000" strike="noStrike" u="none">
              <a:solidFill>
                <a:srgbClr val="000000"/>
              </a:solidFill>
              <a:uFillTx/>
              <a:latin typeface="Arial"/>
            </a:endParaRPr>
          </a:p>
          <a:p>
            <a:pPr marL="228600" indent="-228600" defTabSz="914400">
              <a:lnSpc>
                <a:spcPct val="90000"/>
              </a:lnSpc>
              <a:spcBef>
                <a:spcPts val="1001"/>
              </a:spcBef>
              <a:buClr>
                <a:srgbClr val="000000"/>
              </a:buClr>
              <a:buFont typeface="Arial"/>
              <a:buChar char="•"/>
            </a:pPr>
            <a:r>
              <a:rPr b="0" lang="de-DE" sz="2800" strike="noStrike" u="none">
                <a:solidFill>
                  <a:schemeClr val="dk1"/>
                </a:solidFill>
                <a:uFillTx/>
                <a:latin typeface="Calibri"/>
              </a:rPr>
              <a:t>Für die folgenden Beispiele wird insbesondere der strict-Mode aktiviert</a:t>
            </a:r>
            <a:endParaRPr b="0" lang="de-DE" sz="2800" strike="noStrike" u="none">
              <a:solidFill>
                <a:srgbClr val="000000"/>
              </a:solidFill>
              <a:uFillTx/>
              <a:latin typeface="Arial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0" name="PlaceHolder 1"/>
          <p:cNvSpPr>
            <a:spLocks noGrp="1"/>
          </p:cNvSpPr>
          <p:nvPr>
            <p:ph type="title"/>
          </p:nvPr>
        </p:nvSpPr>
        <p:spPr>
          <a:xfrm>
            <a:off x="838080" y="365040"/>
            <a:ext cx="10514520" cy="132444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ctr">
            <a:noAutofit/>
          </a:bodyPr>
          <a:p>
            <a:pPr indent="0" defTabSz="914400">
              <a:lnSpc>
                <a:spcPct val="90000"/>
              </a:lnSpc>
              <a:buNone/>
              <a:tabLst>
                <a:tab algn="l" pos="0"/>
              </a:tabLst>
            </a:pPr>
            <a:r>
              <a:rPr b="0" lang="de-DE" sz="4400" strike="noStrike" u="none">
                <a:solidFill>
                  <a:schemeClr val="dk1"/>
                </a:solidFill>
                <a:uFillTx/>
                <a:latin typeface="Calibri Light"/>
              </a:rPr>
              <a:t>Scripts der package.json</a:t>
            </a:r>
            <a:endParaRPr b="0" lang="de-DE" sz="4400" strike="noStrike" u="none">
              <a:solidFill>
                <a:srgbClr val="000000"/>
              </a:solidFill>
              <a:uFillTx/>
              <a:latin typeface="Arial"/>
            </a:endParaRPr>
          </a:p>
        </p:txBody>
      </p:sp>
      <p:sp>
        <p:nvSpPr>
          <p:cNvPr id="161" name="PlaceHolder 2"/>
          <p:cNvSpPr>
            <a:spLocks noGrp="1"/>
          </p:cNvSpPr>
          <p:nvPr>
            <p:ph/>
          </p:nvPr>
        </p:nvSpPr>
        <p:spPr>
          <a:xfrm>
            <a:off x="838080" y="1825560"/>
            <a:ext cx="10514520" cy="435024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t">
            <a:normAutofit lnSpcReduction="9999"/>
          </a:bodyPr>
          <a:p>
            <a:pPr indent="0" defTabSz="914400">
              <a:lnSpc>
                <a:spcPct val="90000"/>
              </a:lnSpc>
              <a:spcBef>
                <a:spcPts val="1001"/>
              </a:spcBef>
              <a:buNone/>
              <a:tabLst>
                <a:tab algn="l" pos="0"/>
              </a:tabLst>
            </a:pPr>
            <a:r>
              <a:rPr b="0" lang="de-DE" sz="2800" strike="noStrike" u="none">
                <a:solidFill>
                  <a:schemeClr val="dk1"/>
                </a:solidFill>
                <a:uFillTx/>
                <a:latin typeface="Courier New"/>
              </a:rPr>
              <a:t>"scripts": {</a:t>
            </a:r>
            <a:endParaRPr b="0" lang="de-DE" sz="2800" strike="noStrike" u="none">
              <a:solidFill>
                <a:srgbClr val="000000"/>
              </a:solidFill>
              <a:uFillTx/>
              <a:latin typeface="Arial"/>
            </a:endParaRPr>
          </a:p>
          <a:p>
            <a:pPr indent="0" defTabSz="914400">
              <a:lnSpc>
                <a:spcPct val="90000"/>
              </a:lnSpc>
              <a:spcBef>
                <a:spcPts val="1001"/>
              </a:spcBef>
              <a:buNone/>
              <a:tabLst>
                <a:tab algn="l" pos="0"/>
              </a:tabLst>
            </a:pPr>
            <a:r>
              <a:rPr b="0" lang="de-DE" sz="2800" strike="noStrike" u="none">
                <a:solidFill>
                  <a:schemeClr val="dk1"/>
                </a:solidFill>
                <a:uFillTx/>
                <a:latin typeface="Courier New"/>
              </a:rPr>
              <a:t>    </a:t>
            </a:r>
            <a:r>
              <a:rPr b="0" lang="de-DE" sz="2800" strike="noStrike" u="none">
                <a:solidFill>
                  <a:schemeClr val="dk1"/>
                </a:solidFill>
                <a:uFillTx/>
                <a:latin typeface="Courier New"/>
              </a:rPr>
              <a:t>"serve": "lite-server",</a:t>
            </a:r>
            <a:endParaRPr b="0" lang="de-DE" sz="2800" strike="noStrike" u="none">
              <a:solidFill>
                <a:srgbClr val="000000"/>
              </a:solidFill>
              <a:uFillTx/>
              <a:latin typeface="Arial"/>
            </a:endParaRPr>
          </a:p>
          <a:p>
            <a:pPr indent="0" defTabSz="914400">
              <a:lnSpc>
                <a:spcPct val="90000"/>
              </a:lnSpc>
              <a:spcBef>
                <a:spcPts val="1001"/>
              </a:spcBef>
              <a:buNone/>
              <a:tabLst>
                <a:tab algn="l" pos="0"/>
              </a:tabLst>
            </a:pPr>
            <a:r>
              <a:rPr b="0" lang="de-DE" sz="2800" strike="noStrike" u="none">
                <a:solidFill>
                  <a:schemeClr val="dk1"/>
                </a:solidFill>
                <a:uFillTx/>
                <a:latin typeface="Courier New"/>
              </a:rPr>
              <a:t>    </a:t>
            </a:r>
            <a:r>
              <a:rPr b="0" lang="de-DE" sz="2800" strike="noStrike" u="none">
                <a:solidFill>
                  <a:schemeClr val="dk1"/>
                </a:solidFill>
                <a:uFillTx/>
                <a:latin typeface="Courier New"/>
              </a:rPr>
              <a:t>"compile": "tsc --outDir ./dist  -p .",</a:t>
            </a:r>
            <a:endParaRPr b="0" lang="de-DE" sz="2800" strike="noStrike" u="none">
              <a:solidFill>
                <a:srgbClr val="000000"/>
              </a:solidFill>
              <a:uFillTx/>
              <a:latin typeface="Arial"/>
            </a:endParaRPr>
          </a:p>
          <a:p>
            <a:pPr indent="0" defTabSz="914400">
              <a:lnSpc>
                <a:spcPct val="90000"/>
              </a:lnSpc>
              <a:spcBef>
                <a:spcPts val="1001"/>
              </a:spcBef>
              <a:buNone/>
              <a:tabLst>
                <a:tab algn="l" pos="0"/>
              </a:tabLst>
            </a:pPr>
            <a:r>
              <a:rPr b="0" lang="de-DE" sz="2800" strike="noStrike" u="none">
                <a:solidFill>
                  <a:schemeClr val="dk1"/>
                </a:solidFill>
                <a:uFillTx/>
                <a:latin typeface="Courier New"/>
              </a:rPr>
              <a:t>    </a:t>
            </a:r>
            <a:r>
              <a:rPr b="0" lang="de-DE" sz="2800" strike="noStrike" u="none">
                <a:solidFill>
                  <a:schemeClr val="dk1"/>
                </a:solidFill>
                <a:uFillTx/>
                <a:latin typeface="Courier New"/>
              </a:rPr>
              <a:t>"compile-watch": "tsc -w --outDir ./dist  -p .",</a:t>
            </a:r>
            <a:endParaRPr b="0" lang="de-DE" sz="2800" strike="noStrike" u="none">
              <a:solidFill>
                <a:srgbClr val="000000"/>
              </a:solidFill>
              <a:uFillTx/>
              <a:latin typeface="Arial"/>
            </a:endParaRPr>
          </a:p>
          <a:p>
            <a:pPr indent="0" defTabSz="914400">
              <a:lnSpc>
                <a:spcPct val="90000"/>
              </a:lnSpc>
              <a:spcBef>
                <a:spcPts val="1001"/>
              </a:spcBef>
              <a:buNone/>
              <a:tabLst>
                <a:tab algn="l" pos="0"/>
              </a:tabLst>
            </a:pPr>
            <a:r>
              <a:rPr b="0" lang="de-DE" sz="2800" strike="noStrike" u="none">
                <a:solidFill>
                  <a:schemeClr val="dk1"/>
                </a:solidFill>
                <a:uFillTx/>
                <a:latin typeface="Courier New"/>
              </a:rPr>
              <a:t>    </a:t>
            </a:r>
            <a:r>
              <a:rPr b="0" lang="de-DE" sz="2800" strike="noStrike" u="none">
                <a:solidFill>
                  <a:schemeClr val="dk1"/>
                </a:solidFill>
                <a:uFillTx/>
                <a:latin typeface="Courier New"/>
              </a:rPr>
              <a:t>"test": "echo \"Error: no test specified\" &amp;&amp; exit 1",</a:t>
            </a:r>
            <a:endParaRPr b="0" lang="de-DE" sz="2800" strike="noStrike" u="none">
              <a:solidFill>
                <a:srgbClr val="000000"/>
              </a:solidFill>
              <a:uFillTx/>
              <a:latin typeface="Arial"/>
            </a:endParaRPr>
          </a:p>
          <a:p>
            <a:pPr indent="0" defTabSz="914400">
              <a:lnSpc>
                <a:spcPct val="90000"/>
              </a:lnSpc>
              <a:spcBef>
                <a:spcPts val="1001"/>
              </a:spcBef>
              <a:buNone/>
              <a:tabLst>
                <a:tab algn="l" pos="0"/>
              </a:tabLst>
            </a:pPr>
            <a:r>
              <a:rPr b="0" lang="de-DE" sz="2800" strike="noStrike" u="none">
                <a:solidFill>
                  <a:schemeClr val="dk1"/>
                </a:solidFill>
                <a:uFillTx/>
                <a:latin typeface="Courier New"/>
              </a:rPr>
              <a:t>    </a:t>
            </a:r>
            <a:r>
              <a:rPr b="0" lang="de-DE" sz="2800" strike="noStrike" u="none">
                <a:solidFill>
                  <a:schemeClr val="dk1"/>
                </a:solidFill>
                <a:uFillTx/>
                <a:latin typeface="Courier New"/>
              </a:rPr>
              <a:t>"start": "concurrently \"npm run compile-watch\" \"npm run serve\""</a:t>
            </a:r>
            <a:endParaRPr b="0" lang="de-DE" sz="2800" strike="noStrike" u="none">
              <a:solidFill>
                <a:srgbClr val="000000"/>
              </a:solidFill>
              <a:uFillTx/>
              <a:latin typeface="Arial"/>
            </a:endParaRPr>
          </a:p>
          <a:p>
            <a:pPr indent="0" defTabSz="914400">
              <a:lnSpc>
                <a:spcPct val="90000"/>
              </a:lnSpc>
              <a:spcBef>
                <a:spcPts val="1001"/>
              </a:spcBef>
              <a:buNone/>
              <a:tabLst>
                <a:tab algn="l" pos="0"/>
              </a:tabLst>
            </a:pPr>
            <a:r>
              <a:rPr b="0" lang="de-DE" sz="2800" strike="noStrike" u="none">
                <a:solidFill>
                  <a:schemeClr val="dk1"/>
                </a:solidFill>
                <a:uFillTx/>
                <a:latin typeface="Courier New"/>
              </a:rPr>
              <a:t>  </a:t>
            </a:r>
            <a:r>
              <a:rPr b="0" lang="de-DE" sz="2800" strike="noStrike" u="none">
                <a:solidFill>
                  <a:schemeClr val="dk1"/>
                </a:solidFill>
                <a:uFillTx/>
                <a:latin typeface="Courier New"/>
              </a:rPr>
              <a:t>}</a:t>
            </a:r>
            <a:endParaRPr b="0" lang="de-DE" sz="2800" strike="noStrike" u="none">
              <a:solidFill>
                <a:srgbClr val="000000"/>
              </a:solidFill>
              <a:uFillTx/>
              <a:latin typeface="Arial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2" name="PlaceHolder 1"/>
          <p:cNvSpPr>
            <a:spLocks noGrp="1"/>
          </p:cNvSpPr>
          <p:nvPr>
            <p:ph type="title"/>
          </p:nvPr>
        </p:nvSpPr>
        <p:spPr>
          <a:xfrm>
            <a:off x="838080" y="365040"/>
            <a:ext cx="10514520" cy="132444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ctr">
            <a:noAutofit/>
          </a:bodyPr>
          <a:p>
            <a:pPr indent="0" defTabSz="914400">
              <a:lnSpc>
                <a:spcPct val="90000"/>
              </a:lnSpc>
              <a:buNone/>
              <a:tabLst>
                <a:tab algn="l" pos="0"/>
              </a:tabLst>
            </a:pPr>
            <a:r>
              <a:rPr b="0" lang="de-DE" sz="4400" strike="noStrike" u="none">
                <a:solidFill>
                  <a:schemeClr val="dk1"/>
                </a:solidFill>
                <a:uFillTx/>
                <a:latin typeface="Calibri Light"/>
              </a:rPr>
              <a:t>Benutzung</a:t>
            </a:r>
            <a:endParaRPr b="0" lang="de-DE" sz="4400" strike="noStrike" u="none">
              <a:solidFill>
                <a:srgbClr val="000000"/>
              </a:solidFill>
              <a:uFillTx/>
              <a:latin typeface="Arial"/>
            </a:endParaRPr>
          </a:p>
        </p:txBody>
      </p:sp>
      <p:sp>
        <p:nvSpPr>
          <p:cNvPr id="163" name="PlaceHolder 2"/>
          <p:cNvSpPr>
            <a:spLocks noGrp="1"/>
          </p:cNvSpPr>
          <p:nvPr>
            <p:ph/>
          </p:nvPr>
        </p:nvSpPr>
        <p:spPr>
          <a:xfrm>
            <a:off x="838080" y="1825560"/>
            <a:ext cx="10514520" cy="435024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t">
            <a:normAutofit/>
          </a:bodyPr>
          <a:p>
            <a:pPr marL="228600" indent="-228600" defTabSz="914400">
              <a:lnSpc>
                <a:spcPct val="90000"/>
              </a:lnSpc>
              <a:spcBef>
                <a:spcPts val="1001"/>
              </a:spcBef>
              <a:buClr>
                <a:srgbClr val="000000"/>
              </a:buClr>
              <a:buFont typeface="Arial"/>
              <a:buChar char="•"/>
            </a:pPr>
            <a:r>
              <a:rPr b="0" lang="de-DE" sz="2800" strike="noStrike" u="none">
                <a:solidFill>
                  <a:schemeClr val="dk1"/>
                </a:solidFill>
                <a:uFillTx/>
                <a:latin typeface="Calibri"/>
              </a:rPr>
              <a:t>Starten mit </a:t>
            </a:r>
            <a:r>
              <a:rPr b="0" lang="de-DE" sz="2800" strike="noStrike" u="none">
                <a:solidFill>
                  <a:schemeClr val="dk1"/>
                </a:solidFill>
                <a:uFillTx/>
                <a:latin typeface="Courier New"/>
              </a:rPr>
              <a:t>npm start</a:t>
            </a:r>
            <a:endParaRPr b="0" lang="de-DE" sz="2800" strike="noStrike" u="none">
              <a:solidFill>
                <a:srgbClr val="000000"/>
              </a:solidFill>
              <a:uFillTx/>
              <a:latin typeface="Arial"/>
            </a:endParaRPr>
          </a:p>
          <a:p>
            <a:pPr lvl="1" marL="685800" indent="-228600" defTabSz="914400">
              <a:lnSpc>
                <a:spcPct val="90000"/>
              </a:lnSpc>
              <a:spcBef>
                <a:spcPts val="499"/>
              </a:spcBef>
              <a:buClr>
                <a:srgbClr val="000000"/>
              </a:buClr>
              <a:buFont typeface="Arial"/>
              <a:buChar char="•"/>
            </a:pPr>
            <a:r>
              <a:rPr b="0" lang="de-DE" sz="2400" strike="noStrike" u="none">
                <a:solidFill>
                  <a:schemeClr val="dk1"/>
                </a:solidFill>
                <a:uFillTx/>
                <a:latin typeface="Calibri"/>
              </a:rPr>
              <a:t>Startet den TypeScript-Transpiler</a:t>
            </a:r>
            <a:endParaRPr b="0" lang="de-DE" sz="2400" strike="noStrike" u="none">
              <a:solidFill>
                <a:srgbClr val="000000"/>
              </a:solidFill>
              <a:uFillTx/>
              <a:latin typeface="Arial"/>
            </a:endParaRPr>
          </a:p>
          <a:p>
            <a:pPr lvl="1" marL="685800" indent="-228600" defTabSz="914400">
              <a:lnSpc>
                <a:spcPct val="90000"/>
              </a:lnSpc>
              <a:spcBef>
                <a:spcPts val="499"/>
              </a:spcBef>
              <a:buClr>
                <a:srgbClr val="000000"/>
              </a:buClr>
              <a:buFont typeface="Arial"/>
              <a:buChar char="•"/>
            </a:pPr>
            <a:r>
              <a:rPr b="0" lang="de-DE" sz="2400" strike="noStrike" u="none">
                <a:solidFill>
                  <a:schemeClr val="dk1"/>
                </a:solidFill>
                <a:uFillTx/>
                <a:latin typeface="Calibri"/>
              </a:rPr>
              <a:t>Startet den Lite Server mit Browser-Sync</a:t>
            </a:r>
            <a:endParaRPr b="0" lang="de-DE" sz="2400" strike="noStrike" u="none">
              <a:solidFill>
                <a:srgbClr val="000000"/>
              </a:solidFill>
              <a:uFillTx/>
              <a:latin typeface="Arial"/>
            </a:endParaRPr>
          </a:p>
          <a:p>
            <a:pPr lvl="1" marL="685800" indent="-228600" defTabSz="914400">
              <a:lnSpc>
                <a:spcPct val="90000"/>
              </a:lnSpc>
              <a:spcBef>
                <a:spcPts val="499"/>
              </a:spcBef>
              <a:buClr>
                <a:srgbClr val="000000"/>
              </a:buClr>
              <a:buFont typeface="Arial"/>
              <a:buChar char="•"/>
            </a:pPr>
            <a:r>
              <a:rPr b="0" lang="de-DE" sz="2400" strike="noStrike" u="none">
                <a:solidFill>
                  <a:schemeClr val="dk1"/>
                </a:solidFill>
                <a:uFillTx/>
                <a:latin typeface="Calibri"/>
              </a:rPr>
              <a:t>Startet den Default-Browser und stellt die </a:t>
            </a:r>
            <a:r>
              <a:rPr b="0" i="1" lang="de-DE" sz="2400" strike="noStrike" u="none">
                <a:solidFill>
                  <a:schemeClr val="dk1"/>
                </a:solidFill>
                <a:uFillTx/>
                <a:latin typeface="Courier New"/>
              </a:rPr>
              <a:t>index.html</a:t>
            </a:r>
            <a:r>
              <a:rPr b="0" lang="de-DE" sz="2400" strike="noStrike" u="none">
                <a:solidFill>
                  <a:schemeClr val="dk1"/>
                </a:solidFill>
                <a:uFillTx/>
                <a:latin typeface="Calibri"/>
              </a:rPr>
              <a:t>-Seite dar</a:t>
            </a:r>
            <a:endParaRPr b="0" lang="de-DE" sz="2400" strike="noStrike" u="none">
              <a:solidFill>
                <a:srgbClr val="000000"/>
              </a:solidFill>
              <a:uFillTx/>
              <a:latin typeface="Arial"/>
            </a:endParaRPr>
          </a:p>
          <a:p>
            <a:pPr marL="228600" indent="-228600" defTabSz="914400">
              <a:lnSpc>
                <a:spcPct val="90000"/>
              </a:lnSpc>
              <a:spcBef>
                <a:spcPts val="1001"/>
              </a:spcBef>
              <a:buClr>
                <a:srgbClr val="000000"/>
              </a:buClr>
              <a:buFont typeface="Arial"/>
              <a:buChar char="•"/>
            </a:pPr>
            <a:r>
              <a:rPr b="0" lang="de-DE" sz="2800" strike="noStrike" u="none">
                <a:solidFill>
                  <a:schemeClr val="dk1"/>
                </a:solidFill>
                <a:uFillTx/>
                <a:latin typeface="Calibri"/>
              </a:rPr>
              <a:t>Parallelisierung</a:t>
            </a:r>
            <a:endParaRPr b="0" lang="de-DE" sz="2800" strike="noStrike" u="none">
              <a:solidFill>
                <a:srgbClr val="000000"/>
              </a:solidFill>
              <a:uFillTx/>
              <a:latin typeface="Arial"/>
            </a:endParaRPr>
          </a:p>
          <a:p>
            <a:pPr lvl="1" marL="685800" indent="-228600" defTabSz="914400">
              <a:lnSpc>
                <a:spcPct val="90000"/>
              </a:lnSpc>
              <a:spcBef>
                <a:spcPts val="499"/>
              </a:spcBef>
              <a:buClr>
                <a:srgbClr val="000000"/>
              </a:buClr>
              <a:buFont typeface="Arial"/>
              <a:buChar char="•"/>
            </a:pPr>
            <a:r>
              <a:rPr b="0" lang="de-DE" sz="2400" strike="noStrike" u="none">
                <a:solidFill>
                  <a:schemeClr val="dk1"/>
                </a:solidFill>
                <a:uFillTx/>
                <a:latin typeface="Calibri"/>
              </a:rPr>
              <a:t>Sämtliche Dateien mit der Endung </a:t>
            </a:r>
            <a:r>
              <a:rPr b="0" lang="de-DE" sz="2400" strike="noStrike" u="none">
                <a:solidFill>
                  <a:schemeClr val="dk1"/>
                </a:solidFill>
                <a:uFillTx/>
                <a:latin typeface="Courier New"/>
              </a:rPr>
              <a:t>.ts</a:t>
            </a:r>
            <a:r>
              <a:rPr b="0" lang="de-DE" sz="2400" strike="noStrike" u="none">
                <a:solidFill>
                  <a:schemeClr val="dk1"/>
                </a:solidFill>
                <a:uFillTx/>
                <a:latin typeface="Calibri"/>
              </a:rPr>
              <a:t> im Ordner </a:t>
            </a:r>
            <a:r>
              <a:rPr b="0" i="1" lang="de-DE" sz="2400" strike="noStrike" u="none">
                <a:solidFill>
                  <a:schemeClr val="dk1"/>
                </a:solidFill>
                <a:uFillTx/>
                <a:latin typeface="Courier New"/>
              </a:rPr>
              <a:t>src</a:t>
            </a:r>
            <a:r>
              <a:rPr b="0" lang="de-DE" sz="2400" strike="noStrike" u="none">
                <a:solidFill>
                  <a:schemeClr val="dk1"/>
                </a:solidFill>
                <a:uFillTx/>
                <a:latin typeface="Calibri"/>
              </a:rPr>
              <a:t> werden automatisch nach </a:t>
            </a:r>
            <a:r>
              <a:rPr b="0" i="1" lang="de-DE" sz="2400" strike="noStrike" u="none">
                <a:solidFill>
                  <a:schemeClr val="dk1"/>
                </a:solidFill>
                <a:uFillTx/>
                <a:latin typeface="Courier New"/>
              </a:rPr>
              <a:t>dist</a:t>
            </a:r>
            <a:r>
              <a:rPr b="0" lang="de-DE" sz="2400" strike="noStrike" u="none">
                <a:solidFill>
                  <a:schemeClr val="dk1"/>
                </a:solidFill>
                <a:uFillTx/>
                <a:latin typeface="Calibri"/>
              </a:rPr>
              <a:t> transpiliert</a:t>
            </a:r>
            <a:endParaRPr b="0" lang="de-DE" sz="2400" strike="noStrike" u="none">
              <a:solidFill>
                <a:srgbClr val="000000"/>
              </a:solidFill>
              <a:uFillTx/>
              <a:latin typeface="Arial"/>
            </a:endParaRPr>
          </a:p>
          <a:p>
            <a:pPr lvl="1" marL="685800" indent="-228600" defTabSz="914400">
              <a:lnSpc>
                <a:spcPct val="90000"/>
              </a:lnSpc>
              <a:spcBef>
                <a:spcPts val="499"/>
              </a:spcBef>
              <a:buClr>
                <a:srgbClr val="000000"/>
              </a:buClr>
              <a:buFont typeface="Arial"/>
              <a:buChar char="•"/>
            </a:pPr>
            <a:r>
              <a:rPr b="0" lang="de-DE" sz="2400" strike="noStrike" u="none">
                <a:solidFill>
                  <a:schemeClr val="dk1"/>
                </a:solidFill>
                <a:uFillTx/>
                <a:latin typeface="Calibri"/>
              </a:rPr>
              <a:t>Änderungen der </a:t>
            </a:r>
            <a:r>
              <a:rPr b="0" lang="de-DE" sz="2400" strike="noStrike" u="none">
                <a:solidFill>
                  <a:schemeClr val="dk1"/>
                </a:solidFill>
                <a:uFillTx/>
                <a:latin typeface="Courier New"/>
              </a:rPr>
              <a:t>.ts</a:t>
            </a:r>
            <a:r>
              <a:rPr b="0" lang="de-DE" sz="2400" strike="noStrike" u="none">
                <a:solidFill>
                  <a:schemeClr val="dk1"/>
                </a:solidFill>
                <a:uFillTx/>
                <a:latin typeface="Calibri"/>
              </a:rPr>
              <a:t>-Dateien werden automatisch erkannt</a:t>
            </a:r>
            <a:endParaRPr b="0" lang="de-DE" sz="2400" strike="noStrike" u="none">
              <a:solidFill>
                <a:srgbClr val="000000"/>
              </a:solidFill>
              <a:uFillTx/>
              <a:latin typeface="Arial"/>
            </a:endParaRPr>
          </a:p>
          <a:p>
            <a:pPr lvl="1" marL="685800" indent="-228600" defTabSz="914400">
              <a:lnSpc>
                <a:spcPct val="90000"/>
              </a:lnSpc>
              <a:spcBef>
                <a:spcPts val="499"/>
              </a:spcBef>
              <a:buClr>
                <a:srgbClr val="000000"/>
              </a:buClr>
              <a:buFont typeface="Arial"/>
              <a:buChar char="•"/>
            </a:pPr>
            <a:r>
              <a:rPr b="0" lang="de-DE" sz="2400" strike="noStrike" u="none">
                <a:solidFill>
                  <a:schemeClr val="dk1"/>
                </a:solidFill>
                <a:uFillTx/>
                <a:latin typeface="Calibri"/>
              </a:rPr>
              <a:t>Der Server aktualisiert den Browser  mit den geänderten Informationen</a:t>
            </a:r>
            <a:endParaRPr b="0" lang="de-DE" sz="2400" strike="noStrike" u="none">
              <a:solidFill>
                <a:srgbClr val="000000"/>
              </a:solidFill>
              <a:uFillTx/>
              <a:latin typeface="Arial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64" name="Picture 2" descr="TypeScript Figure"/>
          <p:cNvPicPr/>
          <p:nvPr/>
        </p:nvPicPr>
        <p:blipFill>
          <a:blip r:embed="rId1"/>
          <a:stretch/>
        </p:blipFill>
        <p:spPr>
          <a:xfrm>
            <a:off x="5128200" y="2191680"/>
            <a:ext cx="2294280" cy="2103840"/>
          </a:xfrm>
          <a:prstGeom prst="rect">
            <a:avLst/>
          </a:prstGeom>
          <a:noFill/>
          <a:ln w="0">
            <a:noFill/>
          </a:ln>
        </p:spPr>
      </p:pic>
      <p:sp>
        <p:nvSpPr>
          <p:cNvPr id="165" name="Rechteck 3"/>
          <p:cNvSpPr/>
          <p:nvPr/>
        </p:nvSpPr>
        <p:spPr>
          <a:xfrm>
            <a:off x="1147680" y="1172880"/>
            <a:ext cx="3288960" cy="3639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wrap="none" lIns="90000" rIns="90000" tIns="45000" bIns="45000" anchor="t">
            <a:spAutoFit/>
          </a:bodyPr>
          <a:p>
            <a:pPr defTabSz="914400">
              <a:lnSpc>
                <a:spcPct val="100000"/>
              </a:lnSpc>
            </a:pPr>
            <a:r>
              <a:rPr b="1" lang="de-DE" sz="1800" strike="noStrike" u="none">
                <a:solidFill>
                  <a:srgbClr val="000000"/>
                </a:solidFill>
                <a:uFillTx/>
                <a:latin typeface="Arial"/>
              </a:rPr>
              <a:t>TypeScript is just JavaScript</a:t>
            </a:r>
            <a:endParaRPr b="0" lang="de-DE" sz="1800" strike="noStrike" u="none">
              <a:solidFill>
                <a:srgbClr val="000000"/>
              </a:solidFill>
              <a:uFillTx/>
              <a:latin typeface="Arial"/>
            </a:endParaRPr>
          </a:p>
        </p:txBody>
      </p:sp>
      <p:sp>
        <p:nvSpPr>
          <p:cNvPr id="166" name="Rechteck 4"/>
          <p:cNvSpPr/>
          <p:nvPr/>
        </p:nvSpPr>
        <p:spPr>
          <a:xfrm>
            <a:off x="583560" y="5315760"/>
            <a:ext cx="4317480" cy="3639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wrap="none" lIns="90000" rIns="90000" tIns="45000" bIns="45000" anchor="t">
            <a:spAutoFit/>
          </a:bodyPr>
          <a:p>
            <a:pPr defTabSz="914400">
              <a:lnSpc>
                <a:spcPct val="100000"/>
              </a:lnSpc>
            </a:pPr>
            <a:r>
              <a:rPr b="1" lang="en-US" sz="1800" strike="noStrike" u="none">
                <a:solidFill>
                  <a:srgbClr val="000000"/>
                </a:solidFill>
                <a:uFillTx/>
                <a:latin typeface="Arial"/>
              </a:rPr>
              <a:t>TypeScript supports other JS libraries</a:t>
            </a:r>
            <a:endParaRPr b="0" lang="de-DE" sz="1800" strike="noStrike" u="none">
              <a:solidFill>
                <a:srgbClr val="000000"/>
              </a:solidFill>
              <a:uFillTx/>
              <a:latin typeface="Arial"/>
            </a:endParaRPr>
          </a:p>
        </p:txBody>
      </p:sp>
      <p:sp>
        <p:nvSpPr>
          <p:cNvPr id="167" name="Rechteck 5"/>
          <p:cNvSpPr/>
          <p:nvPr/>
        </p:nvSpPr>
        <p:spPr>
          <a:xfrm>
            <a:off x="8200080" y="5315760"/>
            <a:ext cx="2882160" cy="3639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wrap="none" lIns="90000" rIns="90000" tIns="45000" bIns="45000" anchor="t">
            <a:spAutoFit/>
          </a:bodyPr>
          <a:p>
            <a:pPr defTabSz="914400">
              <a:lnSpc>
                <a:spcPct val="100000"/>
              </a:lnSpc>
            </a:pPr>
            <a:r>
              <a:rPr b="1" lang="de-DE" sz="1800" strike="noStrike" u="none">
                <a:solidFill>
                  <a:srgbClr val="000000"/>
                </a:solidFill>
                <a:uFillTx/>
                <a:latin typeface="Arial"/>
              </a:rPr>
              <a:t>JavaScript is TypeScript</a:t>
            </a:r>
            <a:r>
              <a:rPr b="0" lang="de-DE" sz="1800" strike="noStrike" u="none">
                <a:solidFill>
                  <a:srgbClr val="000000"/>
                </a:solidFill>
                <a:uFillTx/>
                <a:latin typeface="Arial"/>
              </a:rPr>
              <a:t>.</a:t>
            </a:r>
            <a:endParaRPr b="0" lang="de-DE" sz="1800" strike="noStrike" u="none">
              <a:solidFill>
                <a:srgbClr val="000000"/>
              </a:solidFill>
              <a:uFillTx/>
              <a:latin typeface="Arial"/>
            </a:endParaRPr>
          </a:p>
        </p:txBody>
      </p:sp>
      <p:sp>
        <p:nvSpPr>
          <p:cNvPr id="168" name="Rechteck 6"/>
          <p:cNvSpPr/>
          <p:nvPr/>
        </p:nvSpPr>
        <p:spPr>
          <a:xfrm>
            <a:off x="8616600" y="1373400"/>
            <a:ext cx="2627640" cy="3639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wrap="none" lIns="90000" rIns="90000" tIns="45000" bIns="45000" anchor="t">
            <a:spAutoFit/>
          </a:bodyPr>
          <a:p>
            <a:pPr defTabSz="914400">
              <a:lnSpc>
                <a:spcPct val="100000"/>
              </a:lnSpc>
            </a:pPr>
            <a:r>
              <a:rPr b="1" lang="de-DE" sz="1800" strike="noStrike" u="none">
                <a:solidFill>
                  <a:srgbClr val="000000"/>
                </a:solidFill>
                <a:uFillTx/>
                <a:latin typeface="Arial"/>
              </a:rPr>
              <a:t>TypeScript is portable</a:t>
            </a:r>
            <a:r>
              <a:rPr b="0" lang="de-DE" sz="1800" strike="noStrike" u="none">
                <a:solidFill>
                  <a:srgbClr val="000000"/>
                </a:solidFill>
                <a:uFillTx/>
                <a:latin typeface="Arial"/>
              </a:rPr>
              <a:t>.</a:t>
            </a:r>
            <a:endParaRPr b="0" lang="de-DE" sz="1800" strike="noStrike" u="none">
              <a:solidFill>
                <a:srgbClr val="000000"/>
              </a:solidFill>
              <a:uFillTx/>
              <a:latin typeface="Arial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1" name="Diagram1"/>
          <p:cNvGraphicFramePr/>
          <p:nvPr>
            <p:extLst>
              <p:ext uri="{D42A27DB-BD31-4B8C-83A1-F6EECF244321}">
                <p14:modId xmlns:p14="http://schemas.microsoft.com/office/powerpoint/2010/main" val="3358346734"/>
              </p:ext>
            </p:extLst>
          </p:nvPr>
        </p:nvGraphicFramePr>
        <p:xfrm>
          <a:off x="2031840" y="719640"/>
          <a:ext cx="8127000" cy="5417640"/>
        </p:xfrm>
        <a:graphic>
          <a:graphicData uri="http://schemas.openxmlformats.org/drawingml/2006/diagram">
            <dgm:relIds xmlns:dgm="http://schemas.openxmlformats.org/drawingml/2006/diagram" xmlns:r="http://schemas.openxmlformats.org/officeDocument/2006/relationships" r:dm="rId1" r:lo="rId2" r:qs="rId3" r:cs="rId4"/>
          </a:graphicData>
        </a:graphic>
      </p:graphicFrame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9" name="PlaceHolder 1"/>
          <p:cNvSpPr>
            <a:spLocks noGrp="1"/>
          </p:cNvSpPr>
          <p:nvPr>
            <p:ph type="title"/>
          </p:nvPr>
        </p:nvSpPr>
        <p:spPr>
          <a:xfrm>
            <a:off x="862920" y="1011960"/>
            <a:ext cx="3414960" cy="479448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ctr">
            <a:normAutofit/>
          </a:bodyPr>
          <a:p>
            <a:pPr indent="0" defTabSz="914400">
              <a:lnSpc>
                <a:spcPct val="90000"/>
              </a:lnSpc>
              <a:buNone/>
              <a:tabLst>
                <a:tab algn="l" pos="0"/>
              </a:tabLst>
            </a:pPr>
            <a:r>
              <a:rPr b="0" lang="en-US" sz="4400" strike="noStrike" u="none">
                <a:solidFill>
                  <a:srgbClr val="ffffff"/>
                </a:solidFill>
                <a:uFillTx/>
                <a:latin typeface="Calibri Light"/>
              </a:rPr>
              <a:t>Warum Typescript</a:t>
            </a:r>
            <a:endParaRPr b="0" lang="de-DE" sz="4400" strike="noStrike" u="none">
              <a:solidFill>
                <a:srgbClr val="000000"/>
              </a:solidFill>
              <a:uFillTx/>
              <a:latin typeface="Arial"/>
            </a:endParaRPr>
          </a:p>
        </p:txBody>
      </p:sp>
      <p:graphicFrame>
        <p:nvGraphicFramePr>
          <p:cNvPr id="2" name="Diagram2"/>
          <p:cNvGraphicFramePr/>
          <p:nvPr>
            <p:extLst>
              <p:ext uri="{D42A27DB-BD31-4B8C-83A1-F6EECF244321}">
                <p14:modId xmlns:p14="http://schemas.microsoft.com/office/powerpoint/2010/main" val="3152012628"/>
              </p:ext>
            </p:extLst>
          </p:nvPr>
        </p:nvGraphicFramePr>
        <p:xfrm>
          <a:off x="5194440" y="470880"/>
          <a:ext cx="6512400" cy="5884200"/>
        </p:xfrm>
        <a:graphic>
          <a:graphicData uri="http://schemas.openxmlformats.org/drawingml/2006/diagram">
            <dgm:relIds xmlns:dgm="http://schemas.openxmlformats.org/drawingml/2006/diagram" xmlns:r="http://schemas.openxmlformats.org/officeDocument/2006/relationships" r:dm="rId1" r:lo="rId2" r:qs="rId3" r:cs="rId4"/>
          </a:graphicData>
        </a:graphic>
      </p:graphicFrame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0" name="PlaceHolder 1"/>
          <p:cNvSpPr>
            <a:spLocks noGrp="1"/>
          </p:cNvSpPr>
          <p:nvPr>
            <p:ph type="title"/>
          </p:nvPr>
        </p:nvSpPr>
        <p:spPr>
          <a:xfrm>
            <a:off x="4965480" y="629280"/>
            <a:ext cx="6585480" cy="128520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b">
            <a:normAutofit/>
          </a:bodyPr>
          <a:p>
            <a:pPr indent="0" defTabSz="914400">
              <a:lnSpc>
                <a:spcPct val="90000"/>
              </a:lnSpc>
              <a:buNone/>
              <a:tabLst>
                <a:tab algn="l" pos="0"/>
              </a:tabLst>
            </a:pPr>
            <a:r>
              <a:rPr b="0" lang="en-US" sz="4400" strike="noStrike" u="none">
                <a:solidFill>
                  <a:schemeClr val="dk1"/>
                </a:solidFill>
                <a:uFillTx/>
                <a:latin typeface="Calibri Light"/>
              </a:rPr>
              <a:t>Type Hierarchy</a:t>
            </a:r>
            <a:endParaRPr b="0" lang="de-DE" sz="4400" strike="noStrike" u="none">
              <a:solidFill>
                <a:srgbClr val="000000"/>
              </a:solidFill>
              <a:uFillTx/>
              <a:latin typeface="Arial"/>
            </a:endParaRPr>
          </a:p>
        </p:txBody>
      </p:sp>
      <p:graphicFrame>
        <p:nvGraphicFramePr>
          <p:cNvPr id="3" name="Diagram3"/>
          <p:cNvGraphicFramePr/>
          <p:nvPr>
            <p:extLst>
              <p:ext uri="{D42A27DB-BD31-4B8C-83A1-F6EECF244321}">
                <p14:modId xmlns:p14="http://schemas.microsoft.com/office/powerpoint/2010/main" val="239287665"/>
              </p:ext>
            </p:extLst>
          </p:nvPr>
        </p:nvGraphicFramePr>
        <p:xfrm>
          <a:off x="4965480" y="2438280"/>
          <a:ext cx="6585480" cy="3784320"/>
        </p:xfrm>
        <a:graphic>
          <a:graphicData uri="http://schemas.openxmlformats.org/drawingml/2006/diagram">
            <dgm:relIds xmlns:dgm="http://schemas.openxmlformats.org/drawingml/2006/diagram" xmlns:r="http://schemas.openxmlformats.org/officeDocument/2006/relationships" r:dm="rId1" r:lo="rId2" r:qs="rId3" r:cs="rId4"/>
          </a:graphicData>
        </a:graphic>
      </p:graphicFrame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bg>
      <p:bgPr>
        <a:solidFill>
          <a:schemeClr val="lt1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 useBgFill="1">
        <p:nvSpPr>
          <p:cNvPr id="171" name="Rectangle 7">
            <a:extLst>
              <a:ext uri="{C183D7F6-B498-43B3-948B-1728B52AA6E4}">
                <adec:decorative xmlns:adec="http://schemas.microsoft.com/office/drawing/2017/decorative" val="1"/>
              </a:ext>
            </a:extLst>
          </p:cNvPr>
          <p:cNvSpPr/>
          <p:nvPr/>
        </p:nvSpPr>
        <p:spPr>
          <a:xfrm>
            <a:off x="0" y="0"/>
            <a:ext cx="12191040" cy="6856920"/>
          </a:xfrm>
          <a:prstGeom prst="rect">
            <a:avLst/>
          </a:prstGeom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 algn="ctr" defTabSz="914400">
              <a:lnSpc>
                <a:spcPct val="100000"/>
              </a:lnSpc>
            </a:pPr>
            <a:endParaRPr b="0" lang="en-US" sz="1800" strike="noStrike" u="none">
              <a:solidFill>
                <a:schemeClr val="lt1"/>
              </a:solidFill>
              <a:uFillTx/>
              <a:latin typeface="Calibri"/>
            </a:endParaRPr>
          </a:p>
        </p:txBody>
      </p:sp>
      <p:sp useBgFill="1">
        <p:nvSpPr>
          <p:cNvPr id="172" name="Rectangle 9">
            <a:extLst>
              <a:ext uri="{C183D7F6-B498-43B3-948B-1728B52AA6E4}">
                <adec:decorative xmlns:adec="http://schemas.microsoft.com/office/drawing/2017/decorative" val="1"/>
              </a:ext>
            </a:extLst>
          </p:cNvPr>
          <p:cNvSpPr/>
          <p:nvPr/>
        </p:nvSpPr>
        <p:spPr>
          <a:xfrm>
            <a:off x="0" y="0"/>
            <a:ext cx="12187800" cy="6856920"/>
          </a:xfrm>
          <a:prstGeom prst="rect">
            <a:avLst/>
          </a:prstGeom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 algn="ctr" defTabSz="914400">
              <a:lnSpc>
                <a:spcPct val="100000"/>
              </a:lnSpc>
            </a:pPr>
            <a:endParaRPr b="0" lang="en-US" sz="1800" strike="noStrike" u="none">
              <a:solidFill>
                <a:schemeClr val="lt1"/>
              </a:solidFill>
              <a:uFillTx/>
              <a:latin typeface="Calibri"/>
            </a:endParaRPr>
          </a:p>
        </p:txBody>
      </p:sp>
      <p:sp>
        <p:nvSpPr>
          <p:cNvPr id="173" name="Rectangle 11">
            <a:extLst>
              <a:ext uri="{C183D7F6-B498-43B3-948B-1728B52AA6E4}">
                <adec:decorative xmlns:adec="http://schemas.microsoft.com/office/drawing/2017/decorative" val="1"/>
              </a:ext>
            </a:extLst>
          </p:cNvPr>
          <p:cNvSpPr/>
          <p:nvPr/>
        </p:nvSpPr>
        <p:spPr>
          <a:xfrm flipH="1" rot="5400000">
            <a:off x="-1411560" y="1411200"/>
            <a:ext cx="6856920" cy="4036680"/>
          </a:xfrm>
          <a:prstGeom prst="rect">
            <a:avLst/>
          </a:prstGeom>
          <a:gradFill rotWithShape="0">
            <a:gsLst>
              <a:gs pos="8000">
                <a:srgbClr val="000000"/>
              </a:gs>
              <a:gs pos="100000">
                <a:srgbClr val="16735a"/>
              </a:gs>
            </a:gsLst>
            <a:lin ang="13200000"/>
          </a:gra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 algn="ctr" defTabSz="914400">
              <a:lnSpc>
                <a:spcPct val="100000"/>
              </a:lnSpc>
            </a:pPr>
            <a:endParaRPr b="0" lang="en-US" sz="1800" strike="noStrike" u="none">
              <a:solidFill>
                <a:schemeClr val="lt1"/>
              </a:solidFill>
              <a:uFillTx/>
              <a:latin typeface="Calibri"/>
            </a:endParaRPr>
          </a:p>
        </p:txBody>
      </p:sp>
      <p:sp>
        <p:nvSpPr>
          <p:cNvPr id="174" name="Rectangle 13">
            <a:extLst>
              <a:ext uri="{C183D7F6-B498-43B3-948B-1728B52AA6E4}">
                <adec:decorative xmlns:adec="http://schemas.microsoft.com/office/drawing/2017/decorative" val="1"/>
              </a:ext>
            </a:extLst>
          </p:cNvPr>
          <p:cNvSpPr/>
          <p:nvPr/>
        </p:nvSpPr>
        <p:spPr>
          <a:xfrm flipH="1" rot="5400000">
            <a:off x="-1411560" y="1421280"/>
            <a:ext cx="6856920" cy="4036680"/>
          </a:xfrm>
          <a:prstGeom prst="rect">
            <a:avLst/>
          </a:prstGeom>
          <a:gradFill rotWithShape="0">
            <a:gsLst>
              <a:gs pos="0">
                <a:srgbClr val="000000">
                  <a:alpha val="0"/>
                </a:srgbClr>
              </a:gs>
              <a:gs pos="99000">
                <a:srgbClr val="1d9a78">
                  <a:alpha val="46000"/>
                </a:srgbClr>
              </a:gs>
            </a:gsLst>
            <a:lin ang="14400000"/>
          </a:gra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 algn="ctr" defTabSz="914400">
              <a:lnSpc>
                <a:spcPct val="100000"/>
              </a:lnSpc>
            </a:pPr>
            <a:endParaRPr b="0" lang="en-US" sz="1800" strike="noStrike" u="none">
              <a:solidFill>
                <a:schemeClr val="lt1"/>
              </a:solidFill>
              <a:uFillTx/>
              <a:latin typeface="Calibri"/>
            </a:endParaRPr>
          </a:p>
        </p:txBody>
      </p:sp>
      <p:sp>
        <p:nvSpPr>
          <p:cNvPr id="175" name="Rectangle 15">
            <a:extLst>
              <a:ext uri="{C183D7F6-B498-43B3-948B-1728B52AA6E4}">
                <adec:decorative xmlns:adec="http://schemas.microsoft.com/office/drawing/2017/decorative" val="1"/>
              </a:ext>
            </a:extLst>
          </p:cNvPr>
          <p:cNvSpPr/>
          <p:nvPr/>
        </p:nvSpPr>
        <p:spPr>
          <a:xfrm flipH="1" rot="5400000">
            <a:off x="765360" y="3589200"/>
            <a:ext cx="2500920" cy="4036680"/>
          </a:xfrm>
          <a:prstGeom prst="rect">
            <a:avLst/>
          </a:prstGeom>
          <a:gradFill rotWithShape="0">
            <a:gsLst>
              <a:gs pos="2000">
                <a:srgbClr val="1d9a78">
                  <a:alpha val="29000"/>
                </a:srgbClr>
              </a:gs>
              <a:gs pos="100000">
                <a:srgbClr val="000000">
                  <a:alpha val="30000"/>
                </a:srgbClr>
              </a:gs>
            </a:gsLst>
            <a:lin ang="8400000"/>
          </a:gra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 algn="ctr" defTabSz="914400">
              <a:lnSpc>
                <a:spcPct val="100000"/>
              </a:lnSpc>
            </a:pPr>
            <a:endParaRPr b="0" lang="en-US" sz="1800" strike="noStrike" u="none">
              <a:solidFill>
                <a:schemeClr val="lt1"/>
              </a:solidFill>
              <a:uFillTx/>
              <a:latin typeface="Calibri"/>
            </a:endParaRPr>
          </a:p>
        </p:txBody>
      </p:sp>
      <p:sp>
        <p:nvSpPr>
          <p:cNvPr id="176" name="Freeform: Shape 17">
            <a:extLst>
              <a:ext uri="{C183D7F6-B498-43B3-948B-1728B52AA6E4}">
                <adec:decorative xmlns:adec="http://schemas.microsoft.com/office/drawing/2017/decorative" val="1"/>
              </a:ext>
            </a:extLst>
          </p:cNvPr>
          <p:cNvSpPr/>
          <p:nvPr/>
        </p:nvSpPr>
        <p:spPr>
          <a:xfrm rot="20635800">
            <a:off x="-501480" y="969480"/>
            <a:ext cx="3899160" cy="4177800"/>
          </a:xfrm>
          <a:custGeom>
            <a:avLst/>
            <a:gdLst>
              <a:gd name="textAreaLeft" fmla="*/ 0 w 3899160"/>
              <a:gd name="textAreaRight" fmla="*/ 3900240 w 3899160"/>
              <a:gd name="textAreaTop" fmla="*/ 0 h 4177800"/>
              <a:gd name="textAreaBottom" fmla="*/ 4178880 h 4177800"/>
            </a:gdLst>
            <a:ahLst/>
            <a:rect l="textAreaLeft" t="textAreaTop" r="textAreaRight" b="textAreaBottom"/>
            <a:pathLst>
              <a:path w="3900357" h="4178958">
                <a:moveTo>
                  <a:pt x="2432225" y="93939"/>
                </a:moveTo>
                <a:cubicBezTo>
                  <a:pt x="3282786" y="358491"/>
                  <a:pt x="3900357" y="1151865"/>
                  <a:pt x="3900357" y="2089479"/>
                </a:cubicBezTo>
                <a:cubicBezTo>
                  <a:pt x="3900357" y="3243466"/>
                  <a:pt x="2964865" y="4178958"/>
                  <a:pt x="1810878" y="4178958"/>
                </a:cubicBezTo>
                <a:cubicBezTo>
                  <a:pt x="1089636" y="4178958"/>
                  <a:pt x="453744" y="3813531"/>
                  <a:pt x="78249" y="3257727"/>
                </a:cubicBezTo>
                <a:lnTo>
                  <a:pt x="0" y="3128923"/>
                </a:lnTo>
                <a:lnTo>
                  <a:pt x="831324" y="244281"/>
                </a:lnTo>
                <a:lnTo>
                  <a:pt x="997559" y="164202"/>
                </a:lnTo>
                <a:cubicBezTo>
                  <a:pt x="1247540" y="58468"/>
                  <a:pt x="1522381" y="0"/>
                  <a:pt x="1810878" y="0"/>
                </a:cubicBezTo>
                <a:cubicBezTo>
                  <a:pt x="2027251" y="0"/>
                  <a:pt x="2235942" y="32888"/>
                  <a:pt x="2432225" y="93939"/>
                </a:cubicBezTo>
                <a:close/>
              </a:path>
            </a:pathLst>
          </a:custGeom>
          <a:gradFill rotWithShape="0">
            <a:gsLst>
              <a:gs pos="29000">
                <a:srgbClr val="000000">
                  <a:alpha val="0"/>
                </a:srgbClr>
              </a:gs>
              <a:gs pos="100000">
                <a:srgbClr val="1d9a78">
                  <a:alpha val="43000"/>
                </a:srgbClr>
              </a:gs>
            </a:gsLst>
            <a:lin ang="834000"/>
          </a:gra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 algn="ctr" defTabSz="914400">
              <a:lnSpc>
                <a:spcPct val="100000"/>
              </a:lnSpc>
            </a:pPr>
            <a:endParaRPr b="0" lang="en-US" sz="1800" strike="noStrike" u="none">
              <a:solidFill>
                <a:schemeClr val="lt1"/>
              </a:solidFill>
              <a:uFillTx/>
              <a:latin typeface="Calibri"/>
            </a:endParaRPr>
          </a:p>
        </p:txBody>
      </p:sp>
      <p:sp>
        <p:nvSpPr>
          <p:cNvPr id="177" name="Rectangle 19">
            <a:extLst>
              <a:ext uri="{C183D7F6-B498-43B3-948B-1728B52AA6E4}">
                <adec:decorative xmlns:adec="http://schemas.microsoft.com/office/drawing/2017/decorative" val="1"/>
              </a:ext>
            </a:extLst>
          </p:cNvPr>
          <p:cNvSpPr/>
          <p:nvPr/>
        </p:nvSpPr>
        <p:spPr>
          <a:xfrm flipH="1" rot="5400000">
            <a:off x="-1411560" y="1401120"/>
            <a:ext cx="6856920" cy="4036680"/>
          </a:xfrm>
          <a:prstGeom prst="rect">
            <a:avLst/>
          </a:prstGeom>
          <a:gradFill rotWithShape="0">
            <a:gsLst>
              <a:gs pos="0">
                <a:srgbClr val="000000">
                  <a:alpha val="0"/>
                </a:srgbClr>
              </a:gs>
              <a:gs pos="99000">
                <a:srgbClr val="5ae0bb">
                  <a:alpha val="11000"/>
                </a:srgbClr>
              </a:gs>
            </a:gsLst>
            <a:lin ang="9000000"/>
          </a:gra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 algn="ctr" defTabSz="914400">
              <a:lnSpc>
                <a:spcPct val="100000"/>
              </a:lnSpc>
            </a:pPr>
            <a:endParaRPr b="0" lang="en-US" sz="1800" strike="noStrike" u="none">
              <a:solidFill>
                <a:schemeClr val="lt1"/>
              </a:solidFill>
              <a:uFillTx/>
              <a:latin typeface="Calibri"/>
            </a:endParaRPr>
          </a:p>
        </p:txBody>
      </p:sp>
      <p:sp>
        <p:nvSpPr>
          <p:cNvPr id="178" name="PlaceHolder 1"/>
          <p:cNvSpPr>
            <a:spLocks noGrp="1"/>
          </p:cNvSpPr>
          <p:nvPr>
            <p:ph type="title"/>
          </p:nvPr>
        </p:nvSpPr>
        <p:spPr>
          <a:xfrm>
            <a:off x="466560" y="586800"/>
            <a:ext cx="3200400" cy="338652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b">
            <a:normAutofit/>
          </a:bodyPr>
          <a:p>
            <a:pPr indent="0" algn="r" defTabSz="914400">
              <a:lnSpc>
                <a:spcPct val="90000"/>
              </a:lnSpc>
              <a:buNone/>
              <a:tabLst>
                <a:tab algn="l" pos="0"/>
              </a:tabLst>
            </a:pPr>
            <a:r>
              <a:rPr b="0" lang="de-DE" sz="4000" strike="noStrike" u="none">
                <a:solidFill>
                  <a:srgbClr val="ffffff"/>
                </a:solidFill>
                <a:uFillTx/>
                <a:latin typeface="Calibri Light"/>
              </a:rPr>
              <a:t>Spezielle Typen</a:t>
            </a:r>
            <a:endParaRPr b="0" lang="de-DE" sz="4000" strike="noStrike" u="none">
              <a:solidFill>
                <a:srgbClr val="000000"/>
              </a:solidFill>
              <a:uFillTx/>
              <a:latin typeface="Arial"/>
            </a:endParaRPr>
          </a:p>
        </p:txBody>
      </p:sp>
      <p:sp>
        <p:nvSpPr>
          <p:cNvPr id="179" name="PlaceHolder 2"/>
          <p:cNvSpPr>
            <a:spLocks noGrp="1"/>
          </p:cNvSpPr>
          <p:nvPr>
            <p:ph/>
          </p:nvPr>
        </p:nvSpPr>
        <p:spPr>
          <a:xfrm>
            <a:off x="4810320" y="649440"/>
            <a:ext cx="6554160" cy="554508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ctr">
            <a:normAutofit/>
          </a:bodyPr>
          <a:p>
            <a:pPr marL="228600" indent="-228600" defTabSz="914400">
              <a:lnSpc>
                <a:spcPct val="90000"/>
              </a:lnSpc>
              <a:spcBef>
                <a:spcPts val="1001"/>
              </a:spcBef>
              <a:buClr>
                <a:srgbClr val="000000"/>
              </a:buClr>
              <a:buFont typeface="Arial"/>
              <a:buChar char="•"/>
            </a:pPr>
            <a:r>
              <a:rPr b="0" lang="de-DE" sz="1700" strike="noStrike" u="none">
                <a:solidFill>
                  <a:schemeClr val="dk1"/>
                </a:solidFill>
                <a:uFillTx/>
                <a:latin typeface="Courier New"/>
              </a:rPr>
              <a:t>null</a:t>
            </a:r>
            <a:endParaRPr b="0" lang="de-DE" sz="1700" strike="noStrike" u="none">
              <a:solidFill>
                <a:srgbClr val="000000"/>
              </a:solidFill>
              <a:uFillTx/>
              <a:latin typeface="Arial"/>
            </a:endParaRPr>
          </a:p>
          <a:p>
            <a:pPr lvl="1" marL="685800" indent="-228600" defTabSz="914400">
              <a:lnSpc>
                <a:spcPct val="90000"/>
              </a:lnSpc>
              <a:spcBef>
                <a:spcPts val="499"/>
              </a:spcBef>
              <a:buClr>
                <a:srgbClr val="000000"/>
              </a:buClr>
              <a:buFont typeface="Arial"/>
              <a:buChar char="•"/>
            </a:pPr>
            <a:r>
              <a:rPr b="0" lang="de-DE" sz="1700" strike="noStrike" u="none">
                <a:solidFill>
                  <a:schemeClr val="dk1"/>
                </a:solidFill>
                <a:uFillTx/>
                <a:latin typeface="Calibri"/>
              </a:rPr>
              <a:t>Eine Eigenschaft ist nicht gesetzt</a:t>
            </a:r>
            <a:endParaRPr b="0" lang="de-DE" sz="1700" strike="noStrike" u="none">
              <a:solidFill>
                <a:srgbClr val="000000"/>
              </a:solidFill>
              <a:uFillTx/>
              <a:latin typeface="Arial"/>
            </a:endParaRPr>
          </a:p>
          <a:p>
            <a:pPr marL="228600" indent="-228600" defTabSz="914400">
              <a:lnSpc>
                <a:spcPct val="90000"/>
              </a:lnSpc>
              <a:spcBef>
                <a:spcPts val="1001"/>
              </a:spcBef>
              <a:buClr>
                <a:srgbClr val="000000"/>
              </a:buClr>
              <a:buFont typeface="Arial"/>
              <a:buChar char="•"/>
            </a:pPr>
            <a:r>
              <a:rPr b="0" lang="de-DE" sz="1700" strike="noStrike" u="none">
                <a:solidFill>
                  <a:schemeClr val="dk1"/>
                </a:solidFill>
                <a:uFillTx/>
                <a:latin typeface="Courier New"/>
              </a:rPr>
              <a:t>undefined</a:t>
            </a:r>
            <a:endParaRPr b="0" lang="de-DE" sz="1700" strike="noStrike" u="none">
              <a:solidFill>
                <a:srgbClr val="000000"/>
              </a:solidFill>
              <a:uFillTx/>
              <a:latin typeface="Arial"/>
            </a:endParaRPr>
          </a:p>
          <a:p>
            <a:pPr lvl="1" marL="685800" indent="-228600" defTabSz="914400">
              <a:lnSpc>
                <a:spcPct val="90000"/>
              </a:lnSpc>
              <a:spcBef>
                <a:spcPts val="499"/>
              </a:spcBef>
              <a:buClr>
                <a:srgbClr val="000000"/>
              </a:buClr>
              <a:buFont typeface="Arial"/>
              <a:buChar char="•"/>
            </a:pPr>
            <a:r>
              <a:rPr b="0" lang="de-DE" sz="1700" strike="noStrike" u="none">
                <a:solidFill>
                  <a:schemeClr val="dk1"/>
                </a:solidFill>
                <a:uFillTx/>
                <a:latin typeface="Calibri"/>
              </a:rPr>
              <a:t>Eine Eigenschaft oder Funktion ist nicht vorhanden</a:t>
            </a:r>
            <a:endParaRPr b="0" lang="de-DE" sz="1700" strike="noStrike" u="none">
              <a:solidFill>
                <a:srgbClr val="000000"/>
              </a:solidFill>
              <a:uFillTx/>
              <a:latin typeface="Arial"/>
            </a:endParaRPr>
          </a:p>
          <a:p>
            <a:pPr lvl="1" marL="685800" indent="-228600" defTabSz="914400">
              <a:lnSpc>
                <a:spcPct val="90000"/>
              </a:lnSpc>
              <a:spcBef>
                <a:spcPts val="499"/>
              </a:spcBef>
              <a:buClr>
                <a:srgbClr val="000000"/>
              </a:buClr>
              <a:buFont typeface="Arial"/>
              <a:buChar char="•"/>
            </a:pPr>
            <a:r>
              <a:rPr b="0" lang="de-DE" sz="1700" strike="noStrike" u="none">
                <a:solidFill>
                  <a:schemeClr val="dk1"/>
                </a:solidFill>
                <a:uFillTx/>
                <a:latin typeface="Calibri"/>
              </a:rPr>
              <a:t>Damit unterschiedlich zu null</a:t>
            </a:r>
            <a:endParaRPr b="0" lang="de-DE" sz="1700" strike="noStrike" u="none">
              <a:solidFill>
                <a:srgbClr val="000000"/>
              </a:solidFill>
              <a:uFillTx/>
              <a:latin typeface="Arial"/>
            </a:endParaRPr>
          </a:p>
          <a:p>
            <a:pPr marL="228600" indent="-228600" defTabSz="914400">
              <a:lnSpc>
                <a:spcPct val="90000"/>
              </a:lnSpc>
              <a:spcBef>
                <a:spcPts val="1001"/>
              </a:spcBef>
              <a:buClr>
                <a:srgbClr val="000000"/>
              </a:buClr>
              <a:buFont typeface="Arial"/>
              <a:buChar char="•"/>
            </a:pPr>
            <a:r>
              <a:rPr b="0" lang="de-DE" sz="1700" strike="noStrike" u="none">
                <a:solidFill>
                  <a:schemeClr val="dk1"/>
                </a:solidFill>
                <a:uFillTx/>
                <a:latin typeface="Courier New"/>
              </a:rPr>
              <a:t>any</a:t>
            </a:r>
            <a:endParaRPr b="0" lang="de-DE" sz="1700" strike="noStrike" u="none">
              <a:solidFill>
                <a:srgbClr val="000000"/>
              </a:solidFill>
              <a:uFillTx/>
              <a:latin typeface="Arial"/>
            </a:endParaRPr>
          </a:p>
          <a:p>
            <a:pPr lvl="1" marL="685800" indent="-228600" defTabSz="914400">
              <a:lnSpc>
                <a:spcPct val="90000"/>
              </a:lnSpc>
              <a:spcBef>
                <a:spcPts val="499"/>
              </a:spcBef>
              <a:buClr>
                <a:srgbClr val="000000"/>
              </a:buClr>
              <a:buFont typeface="Arial"/>
              <a:buChar char="•"/>
            </a:pPr>
            <a:r>
              <a:rPr b="0" lang="de-DE" sz="1700" strike="noStrike" u="none">
                <a:solidFill>
                  <a:schemeClr val="dk1"/>
                </a:solidFill>
                <a:uFillTx/>
                <a:latin typeface="Calibri"/>
              </a:rPr>
              <a:t>Eine untypisierte Variable, die jeden Wert zugewiesen bekommen kann</a:t>
            </a:r>
            <a:endParaRPr b="0" lang="de-DE" sz="1700" strike="noStrike" u="none">
              <a:solidFill>
                <a:srgbClr val="000000"/>
              </a:solidFill>
              <a:uFillTx/>
              <a:latin typeface="Arial"/>
            </a:endParaRPr>
          </a:p>
          <a:p>
            <a:pPr lvl="1" marL="685800" indent="-228600" defTabSz="914400">
              <a:lnSpc>
                <a:spcPct val="90000"/>
              </a:lnSpc>
              <a:spcBef>
                <a:spcPts val="499"/>
              </a:spcBef>
              <a:buClr>
                <a:srgbClr val="000000"/>
              </a:buClr>
              <a:buFont typeface="Arial"/>
              <a:buChar char="•"/>
            </a:pPr>
            <a:r>
              <a:rPr b="0" lang="de-DE" sz="1700" strike="noStrike" u="none">
                <a:solidFill>
                  <a:schemeClr val="dk1"/>
                </a:solidFill>
                <a:uFillTx/>
                <a:latin typeface="Calibri"/>
              </a:rPr>
              <a:t>Damit ist bei Bedarf auch eine untypisierte Programmierung auch in TypeScript möglich</a:t>
            </a:r>
            <a:endParaRPr b="0" lang="de-DE" sz="1700" strike="noStrike" u="none">
              <a:solidFill>
                <a:srgbClr val="000000"/>
              </a:solidFill>
              <a:uFillTx/>
              <a:latin typeface="Arial"/>
            </a:endParaRPr>
          </a:p>
          <a:p>
            <a:pPr marL="228600" indent="-228600" defTabSz="914400">
              <a:lnSpc>
                <a:spcPct val="90000"/>
              </a:lnSpc>
              <a:spcBef>
                <a:spcPts val="1001"/>
              </a:spcBef>
              <a:buClr>
                <a:srgbClr val="000000"/>
              </a:buClr>
              <a:buFont typeface="Arial"/>
              <a:buChar char="•"/>
            </a:pPr>
            <a:r>
              <a:rPr b="0" lang="de-DE" sz="1700" strike="noStrike" u="none">
                <a:solidFill>
                  <a:schemeClr val="dk1"/>
                </a:solidFill>
                <a:uFillTx/>
                <a:latin typeface="Courier New"/>
              </a:rPr>
              <a:t>void</a:t>
            </a:r>
            <a:endParaRPr b="0" lang="de-DE" sz="1700" strike="noStrike" u="none">
              <a:solidFill>
                <a:srgbClr val="000000"/>
              </a:solidFill>
              <a:uFillTx/>
              <a:latin typeface="Arial"/>
            </a:endParaRPr>
          </a:p>
          <a:p>
            <a:pPr lvl="1" marL="685800" indent="-228600" defTabSz="914400">
              <a:lnSpc>
                <a:spcPct val="90000"/>
              </a:lnSpc>
              <a:spcBef>
                <a:spcPts val="499"/>
              </a:spcBef>
              <a:buClr>
                <a:srgbClr val="000000"/>
              </a:buClr>
              <a:buFont typeface="Arial"/>
              <a:buChar char="•"/>
            </a:pPr>
            <a:r>
              <a:rPr b="0" lang="de-DE" sz="1700" strike="noStrike" u="none">
                <a:solidFill>
                  <a:schemeClr val="dk1"/>
                </a:solidFill>
                <a:uFillTx/>
                <a:latin typeface="Calibri"/>
              </a:rPr>
              <a:t>Eine Funktion, die keinen expliziten </a:t>
            </a:r>
            <a:r>
              <a:rPr b="0" lang="de-DE" sz="1700" strike="noStrike" u="none">
                <a:solidFill>
                  <a:schemeClr val="dk1"/>
                </a:solidFill>
                <a:uFillTx/>
                <a:latin typeface="Courier New"/>
              </a:rPr>
              <a:t>return</a:t>
            </a:r>
            <a:r>
              <a:rPr b="0" lang="de-DE" sz="1700" strike="noStrike" u="none">
                <a:solidFill>
                  <a:schemeClr val="dk1"/>
                </a:solidFill>
                <a:uFillTx/>
                <a:latin typeface="Calibri"/>
              </a:rPr>
              <a:t>-Wert aufweist</a:t>
            </a:r>
            <a:endParaRPr b="0" lang="de-DE" sz="1700" strike="noStrike" u="none">
              <a:solidFill>
                <a:srgbClr val="000000"/>
              </a:solidFill>
              <a:uFillTx/>
              <a:latin typeface="Arial"/>
            </a:endParaRPr>
          </a:p>
          <a:p>
            <a:pPr marL="228600" indent="-228600" defTabSz="914400">
              <a:lnSpc>
                <a:spcPct val="90000"/>
              </a:lnSpc>
              <a:spcBef>
                <a:spcPts val="1001"/>
              </a:spcBef>
              <a:buClr>
                <a:srgbClr val="000000"/>
              </a:buClr>
              <a:buFont typeface="Arial"/>
              <a:buChar char="•"/>
            </a:pPr>
            <a:r>
              <a:rPr b="0" lang="de-DE" sz="1700" strike="noStrike" u="none">
                <a:solidFill>
                  <a:schemeClr val="dk1"/>
                </a:solidFill>
                <a:uFillTx/>
                <a:latin typeface="Courier New"/>
              </a:rPr>
              <a:t>never</a:t>
            </a:r>
            <a:endParaRPr b="0" lang="de-DE" sz="1700" strike="noStrike" u="none">
              <a:solidFill>
                <a:srgbClr val="000000"/>
              </a:solidFill>
              <a:uFillTx/>
              <a:latin typeface="Arial"/>
            </a:endParaRPr>
          </a:p>
          <a:p>
            <a:pPr lvl="1" marL="685800" indent="-228600" defTabSz="914400">
              <a:lnSpc>
                <a:spcPct val="90000"/>
              </a:lnSpc>
              <a:spcBef>
                <a:spcPts val="499"/>
              </a:spcBef>
              <a:buClr>
                <a:srgbClr val="000000"/>
              </a:buClr>
              <a:buFont typeface="Arial"/>
              <a:buChar char="•"/>
            </a:pPr>
            <a:r>
              <a:rPr b="0" lang="de-DE" sz="1700" strike="noStrike" u="none">
                <a:solidFill>
                  <a:schemeClr val="dk1"/>
                </a:solidFill>
                <a:uFillTx/>
                <a:latin typeface="Calibri"/>
              </a:rPr>
              <a:t>Der Rückgabetyp einer Funktion, die kein implizites oder explizites </a:t>
            </a:r>
            <a:r>
              <a:rPr b="0" lang="de-DE" sz="1700" strike="noStrike" u="none">
                <a:solidFill>
                  <a:schemeClr val="dk1"/>
                </a:solidFill>
                <a:uFillTx/>
                <a:latin typeface="Courier New"/>
              </a:rPr>
              <a:t>return</a:t>
            </a:r>
            <a:r>
              <a:rPr b="0" lang="de-DE" sz="1700" strike="noStrike" u="none">
                <a:solidFill>
                  <a:schemeClr val="dk1"/>
                </a:solidFill>
                <a:uFillTx/>
                <a:latin typeface="Calibri"/>
              </a:rPr>
              <a:t>-Statement aufweist</a:t>
            </a:r>
            <a:endParaRPr b="0" lang="de-DE" sz="1700" strike="noStrike" u="none">
              <a:solidFill>
                <a:srgbClr val="000000"/>
              </a:solidFill>
              <a:uFillTx/>
              <a:latin typeface="Arial"/>
            </a:endParaRPr>
          </a:p>
          <a:p>
            <a:pPr lvl="2" marL="1143000" indent="-228600" defTabSz="914400">
              <a:lnSpc>
                <a:spcPct val="90000"/>
              </a:lnSpc>
              <a:spcBef>
                <a:spcPts val="499"/>
              </a:spcBef>
              <a:buClr>
                <a:srgbClr val="000000"/>
              </a:buClr>
              <a:buFont typeface="Arial"/>
              <a:buChar char="•"/>
            </a:pPr>
            <a:r>
              <a:rPr b="0" lang="de-DE" sz="1700" strike="noStrike" u="none">
                <a:solidFill>
                  <a:schemeClr val="dk1"/>
                </a:solidFill>
                <a:uFillTx/>
                <a:latin typeface="Calibri"/>
              </a:rPr>
              <a:t>Endlose Ausführung oder garantiertes Werfen einer </a:t>
            </a:r>
            <a:r>
              <a:rPr b="0" lang="de-DE" sz="1700" strike="noStrike" u="none">
                <a:solidFill>
                  <a:schemeClr val="dk1"/>
                </a:solidFill>
                <a:uFillTx/>
                <a:latin typeface="Courier New"/>
              </a:rPr>
              <a:t>Exception</a:t>
            </a:r>
            <a:endParaRPr b="0" lang="de-DE" sz="1700" strike="noStrike" u="none">
              <a:solidFill>
                <a:srgbClr val="000000"/>
              </a:solidFill>
              <a:uFillTx/>
              <a:latin typeface="Arial"/>
            </a:endParaRPr>
          </a:p>
          <a:p>
            <a:pPr indent="0" defTabSz="914400">
              <a:lnSpc>
                <a:spcPct val="90000"/>
              </a:lnSpc>
              <a:spcBef>
                <a:spcPts val="499"/>
              </a:spcBef>
              <a:buNone/>
              <a:tabLst>
                <a:tab algn="l" pos="0"/>
              </a:tabLst>
            </a:pPr>
            <a:endParaRPr b="0" lang="de-DE" sz="1700" strike="noStrike" u="none">
              <a:solidFill>
                <a:srgbClr val="000000"/>
              </a:solidFill>
              <a:uFillTx/>
              <a:latin typeface="Arial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0" name="PlaceHolder 1"/>
          <p:cNvSpPr>
            <a:spLocks noGrp="1"/>
          </p:cNvSpPr>
          <p:nvPr>
            <p:ph type="title"/>
          </p:nvPr>
        </p:nvSpPr>
        <p:spPr>
          <a:xfrm>
            <a:off x="838080" y="963720"/>
            <a:ext cx="3493440" cy="492912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ctr">
            <a:normAutofit/>
          </a:bodyPr>
          <a:p>
            <a:pPr indent="0" algn="r" defTabSz="914400">
              <a:lnSpc>
                <a:spcPct val="90000"/>
              </a:lnSpc>
              <a:buNone/>
              <a:tabLst>
                <a:tab algn="l" pos="0"/>
              </a:tabLst>
            </a:pPr>
            <a:r>
              <a:rPr b="0" lang="de-DE" sz="4400" strike="noStrike" u="none">
                <a:solidFill>
                  <a:schemeClr val="accent1"/>
                </a:solidFill>
                <a:uFillTx/>
                <a:latin typeface="Calibri Light"/>
              </a:rPr>
              <a:t>Variablen Deklaration</a:t>
            </a:r>
            <a:endParaRPr b="0" lang="de-DE" sz="4400" strike="noStrike" u="none">
              <a:solidFill>
                <a:srgbClr val="000000"/>
              </a:solidFill>
              <a:uFillTx/>
              <a:latin typeface="Arial"/>
            </a:endParaRPr>
          </a:p>
        </p:txBody>
      </p:sp>
      <p:sp>
        <p:nvSpPr>
          <p:cNvPr id="181" name="PlaceHolder 2"/>
          <p:cNvSpPr>
            <a:spLocks noGrp="1"/>
          </p:cNvSpPr>
          <p:nvPr>
            <p:ph/>
          </p:nvPr>
        </p:nvSpPr>
        <p:spPr>
          <a:xfrm>
            <a:off x="4975920" y="963720"/>
            <a:ext cx="6376680" cy="492912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ctr">
            <a:normAutofit/>
          </a:bodyPr>
          <a:p>
            <a:pPr marL="228600" indent="-228600" defTabSz="914400">
              <a:lnSpc>
                <a:spcPct val="90000"/>
              </a:lnSpc>
              <a:spcBef>
                <a:spcPts val="1001"/>
              </a:spcBef>
              <a:buClr>
                <a:srgbClr val="000000"/>
              </a:buClr>
              <a:buFont typeface="Arial"/>
              <a:buChar char="•"/>
            </a:pPr>
            <a:r>
              <a:rPr b="0" lang="de-DE" sz="2400" strike="noStrike" u="none">
                <a:solidFill>
                  <a:schemeClr val="dk1"/>
                </a:solidFill>
                <a:uFillTx/>
                <a:latin typeface="Calibri"/>
              </a:rPr>
              <a:t>var [identifier] : [type-annotation] = value ;</a:t>
            </a:r>
            <a:endParaRPr b="0" lang="de-DE" sz="2400" strike="noStrike" u="none">
              <a:solidFill>
                <a:srgbClr val="000000"/>
              </a:solidFill>
              <a:uFillTx/>
              <a:latin typeface="Arial"/>
            </a:endParaRPr>
          </a:p>
          <a:p>
            <a:pPr marL="228600" indent="-228600" defTabSz="914400">
              <a:lnSpc>
                <a:spcPct val="90000"/>
              </a:lnSpc>
              <a:spcBef>
                <a:spcPts val="1001"/>
              </a:spcBef>
              <a:buClr>
                <a:srgbClr val="000000"/>
              </a:buClr>
              <a:buFont typeface="Arial"/>
              <a:buChar char="•"/>
            </a:pPr>
            <a:r>
              <a:rPr b="0" lang="de-DE" sz="2400" strike="noStrike" u="none">
                <a:solidFill>
                  <a:schemeClr val="dk1"/>
                </a:solidFill>
                <a:uFillTx/>
                <a:latin typeface="Calibri"/>
              </a:rPr>
              <a:t>var [identifier] : [type-annotation] ;</a:t>
            </a:r>
            <a:endParaRPr b="0" lang="de-DE" sz="2400" strike="noStrike" u="none">
              <a:solidFill>
                <a:srgbClr val="000000"/>
              </a:solidFill>
              <a:uFillTx/>
              <a:latin typeface="Arial"/>
            </a:endParaRPr>
          </a:p>
          <a:p>
            <a:pPr marL="228600" indent="-228600" defTabSz="914400">
              <a:lnSpc>
                <a:spcPct val="90000"/>
              </a:lnSpc>
              <a:spcBef>
                <a:spcPts val="1001"/>
              </a:spcBef>
              <a:buClr>
                <a:srgbClr val="000000"/>
              </a:buClr>
              <a:buFont typeface="Arial"/>
              <a:buChar char="•"/>
            </a:pPr>
            <a:r>
              <a:rPr b="0" lang="de-DE" sz="2400" strike="noStrike" u="none">
                <a:solidFill>
                  <a:schemeClr val="dk1"/>
                </a:solidFill>
                <a:uFillTx/>
                <a:latin typeface="Calibri"/>
              </a:rPr>
              <a:t>var [identifier] = value ;</a:t>
            </a:r>
            <a:endParaRPr b="0" lang="de-DE" sz="2400" strike="noStrike" u="none">
              <a:solidFill>
                <a:srgbClr val="000000"/>
              </a:solidFill>
              <a:uFillTx/>
              <a:latin typeface="Arial"/>
            </a:endParaRPr>
          </a:p>
          <a:p>
            <a:pPr marL="228600" indent="-228600" defTabSz="914400">
              <a:lnSpc>
                <a:spcPct val="90000"/>
              </a:lnSpc>
              <a:spcBef>
                <a:spcPts val="1001"/>
              </a:spcBef>
              <a:buClr>
                <a:srgbClr val="000000"/>
              </a:buClr>
              <a:buFont typeface="Arial"/>
              <a:buChar char="•"/>
            </a:pPr>
            <a:r>
              <a:rPr b="0" lang="de-DE" sz="2400" strike="noStrike" u="none">
                <a:solidFill>
                  <a:schemeClr val="dk1"/>
                </a:solidFill>
                <a:uFillTx/>
                <a:latin typeface="Calibri"/>
              </a:rPr>
              <a:t>var [identifier] ;</a:t>
            </a:r>
            <a:endParaRPr b="0" lang="de-DE" sz="2400" strike="noStrike" u="none">
              <a:solidFill>
                <a:srgbClr val="000000"/>
              </a:solidFill>
              <a:uFillTx/>
              <a:latin typeface="Arial"/>
            </a:endParaRPr>
          </a:p>
          <a:p>
            <a:pPr indent="0" defTabSz="914400">
              <a:lnSpc>
                <a:spcPct val="90000"/>
              </a:lnSpc>
              <a:spcBef>
                <a:spcPts val="1001"/>
              </a:spcBef>
              <a:buNone/>
              <a:tabLst>
                <a:tab algn="l" pos="0"/>
              </a:tabLst>
            </a:pPr>
            <a:endParaRPr b="0" lang="de-DE" sz="2400" strike="noStrike" u="none">
              <a:solidFill>
                <a:srgbClr val="000000"/>
              </a:solidFill>
              <a:uFillTx/>
              <a:latin typeface="Arial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13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bg>
      <p:bgPr>
        <a:solidFill>
          <a:schemeClr val="lt1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 useBgFill="1">
        <p:nvSpPr>
          <p:cNvPr id="182" name="Rectangle 7">
            <a:extLst>
              <a:ext uri="{C183D7F6-B498-43B3-948B-1728B52AA6E4}">
                <adec:decorative xmlns:adec="http://schemas.microsoft.com/office/drawing/2017/decorative" val="1"/>
              </a:ext>
            </a:extLst>
          </p:cNvPr>
          <p:cNvSpPr/>
          <p:nvPr/>
        </p:nvSpPr>
        <p:spPr>
          <a:xfrm>
            <a:off x="0" y="0"/>
            <a:ext cx="12191040" cy="6856920"/>
          </a:xfrm>
          <a:prstGeom prst="rect">
            <a:avLst/>
          </a:prstGeom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 algn="ctr" defTabSz="914400">
              <a:lnSpc>
                <a:spcPct val="100000"/>
              </a:lnSpc>
            </a:pPr>
            <a:endParaRPr b="0" lang="en-US" sz="1800" strike="noStrike" u="none">
              <a:solidFill>
                <a:schemeClr val="lt1"/>
              </a:solidFill>
              <a:uFillTx/>
              <a:latin typeface="Calibri"/>
            </a:endParaRPr>
          </a:p>
        </p:txBody>
      </p:sp>
      <p:sp>
        <p:nvSpPr>
          <p:cNvPr id="183" name="Rectangle 9">
            <a:extLst>
              <a:ext uri="{C183D7F6-B498-43B3-948B-1728B52AA6E4}">
                <adec:decorative xmlns:adec="http://schemas.microsoft.com/office/drawing/2017/decorative" val="1"/>
              </a:ext>
            </a:extLst>
          </p:cNvPr>
          <p:cNvSpPr/>
          <p:nvPr/>
        </p:nvSpPr>
        <p:spPr>
          <a:xfrm flipH="1">
            <a:off x="-720" y="0"/>
            <a:ext cx="12191040" cy="1589760"/>
          </a:xfrm>
          <a:prstGeom prst="rect">
            <a:avLst/>
          </a:prstGeom>
          <a:gradFill rotWithShape="0">
            <a:gsLst>
              <a:gs pos="0">
                <a:srgbClr val="000000"/>
              </a:gs>
              <a:gs pos="100000">
                <a:srgbClr val="16735a"/>
              </a:gs>
            </a:gsLst>
            <a:lin ang="2400000"/>
          </a:gra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 algn="ctr" defTabSz="914400">
              <a:lnSpc>
                <a:spcPct val="100000"/>
              </a:lnSpc>
            </a:pPr>
            <a:endParaRPr b="0" lang="en-US" sz="1800" strike="noStrike" u="none">
              <a:solidFill>
                <a:schemeClr val="lt1"/>
              </a:solidFill>
              <a:uFillTx/>
              <a:latin typeface="Calibri"/>
            </a:endParaRPr>
          </a:p>
        </p:txBody>
      </p:sp>
      <p:sp>
        <p:nvSpPr>
          <p:cNvPr id="184" name="Rectangle 11">
            <a:extLst>
              <a:ext uri="{C183D7F6-B498-43B3-948B-1728B52AA6E4}">
                <adec:decorative xmlns:adec="http://schemas.microsoft.com/office/drawing/2017/decorative" val="1"/>
              </a:ext>
            </a:extLst>
          </p:cNvPr>
          <p:cNvSpPr/>
          <p:nvPr/>
        </p:nvSpPr>
        <p:spPr>
          <a:xfrm flipH="1" rot="10800000">
            <a:off x="360" y="1080"/>
            <a:ext cx="8114400" cy="1589760"/>
          </a:xfrm>
          <a:prstGeom prst="rect">
            <a:avLst/>
          </a:prstGeom>
          <a:gradFill rotWithShape="0">
            <a:gsLst>
              <a:gs pos="20000">
                <a:srgbClr val="1d9a78">
                  <a:alpha val="0"/>
                </a:srgbClr>
              </a:gs>
              <a:gs pos="100000">
                <a:srgbClr val="0e4d3c">
                  <a:alpha val="55000"/>
                </a:srgbClr>
              </a:gs>
            </a:gsLst>
            <a:lin ang="7800000"/>
          </a:gra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 algn="ctr" defTabSz="914400">
              <a:lnSpc>
                <a:spcPct val="100000"/>
              </a:lnSpc>
            </a:pPr>
            <a:endParaRPr b="0" lang="en-US" sz="1800" strike="noStrike" u="none">
              <a:solidFill>
                <a:schemeClr val="lt1"/>
              </a:solidFill>
              <a:uFillTx/>
              <a:latin typeface="Calibri"/>
            </a:endParaRPr>
          </a:p>
        </p:txBody>
      </p:sp>
      <p:sp>
        <p:nvSpPr>
          <p:cNvPr id="185" name="Rectangle 13">
            <a:extLst>
              <a:ext uri="{C183D7F6-B498-43B3-948B-1728B52AA6E4}">
                <adec:decorative xmlns:adec="http://schemas.microsoft.com/office/drawing/2017/decorative" val="1"/>
              </a:ext>
            </a:extLst>
          </p:cNvPr>
          <p:cNvSpPr/>
          <p:nvPr/>
        </p:nvSpPr>
        <p:spPr>
          <a:xfrm flipH="1">
            <a:off x="8113680" y="0"/>
            <a:ext cx="4075560" cy="1589760"/>
          </a:xfrm>
          <a:prstGeom prst="rect">
            <a:avLst/>
          </a:prstGeom>
          <a:gradFill rotWithShape="0">
            <a:gsLst>
              <a:gs pos="0">
                <a:srgbClr val="1d9a78">
                  <a:alpha val="66000"/>
                </a:srgbClr>
              </a:gs>
              <a:gs pos="100000">
                <a:srgbClr val="000000">
                  <a:alpha val="30000"/>
                </a:srgbClr>
              </a:gs>
            </a:gsLst>
            <a:lin ang="19200000"/>
          </a:gra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 algn="ctr" defTabSz="914400">
              <a:lnSpc>
                <a:spcPct val="100000"/>
              </a:lnSpc>
            </a:pPr>
            <a:endParaRPr b="0" lang="en-US" sz="1800" strike="noStrike" u="none">
              <a:solidFill>
                <a:schemeClr val="lt1"/>
              </a:solidFill>
              <a:uFillTx/>
              <a:latin typeface="Calibri"/>
            </a:endParaRPr>
          </a:p>
        </p:txBody>
      </p:sp>
      <p:sp>
        <p:nvSpPr>
          <p:cNvPr id="186" name="Rectangle 15">
            <a:extLst>
              <a:ext uri="{C183D7F6-B498-43B3-948B-1728B52AA6E4}">
                <adec:decorative xmlns:adec="http://schemas.microsoft.com/office/drawing/2017/decorative" val="1"/>
              </a:ext>
            </a:extLst>
          </p:cNvPr>
          <p:cNvSpPr/>
          <p:nvPr/>
        </p:nvSpPr>
        <p:spPr>
          <a:xfrm>
            <a:off x="459360" y="0"/>
            <a:ext cx="11731680" cy="1596240"/>
          </a:xfrm>
          <a:prstGeom prst="rect">
            <a:avLst/>
          </a:prstGeom>
          <a:gradFill rotWithShape="0">
            <a:gsLst>
              <a:gs pos="50000">
                <a:srgbClr val="000000">
                  <a:alpha val="0"/>
                </a:srgbClr>
              </a:gs>
              <a:gs pos="99000">
                <a:srgbClr val="0e4d3c">
                  <a:alpha val="52000"/>
                </a:srgbClr>
              </a:gs>
            </a:gsLst>
            <a:lin ang="16800000"/>
          </a:gra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 algn="ctr" defTabSz="914400">
              <a:lnSpc>
                <a:spcPct val="100000"/>
              </a:lnSpc>
            </a:pPr>
            <a:endParaRPr b="0" lang="en-US" sz="1800" strike="noStrike" u="none">
              <a:solidFill>
                <a:schemeClr val="lt1"/>
              </a:solidFill>
              <a:uFillTx/>
              <a:latin typeface="Calibri"/>
            </a:endParaRPr>
          </a:p>
        </p:txBody>
      </p:sp>
      <p:sp>
        <p:nvSpPr>
          <p:cNvPr id="187" name="PlaceHolder 1"/>
          <p:cNvSpPr>
            <a:spLocks noGrp="1"/>
          </p:cNvSpPr>
          <p:nvPr>
            <p:ph type="title"/>
          </p:nvPr>
        </p:nvSpPr>
        <p:spPr>
          <a:xfrm>
            <a:off x="1371600" y="294480"/>
            <a:ext cx="9894960" cy="103248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ctr">
            <a:normAutofit/>
          </a:bodyPr>
          <a:p>
            <a:pPr indent="0" defTabSz="914400">
              <a:lnSpc>
                <a:spcPct val="90000"/>
              </a:lnSpc>
              <a:buNone/>
              <a:tabLst>
                <a:tab algn="l" pos="0"/>
              </a:tabLst>
            </a:pPr>
            <a:r>
              <a:rPr b="0" lang="de-DE" sz="4000" strike="noStrike" u="none">
                <a:solidFill>
                  <a:srgbClr val="ffffff"/>
                </a:solidFill>
                <a:uFillTx/>
                <a:latin typeface="Calibri Light"/>
              </a:rPr>
              <a:t>Typisierte Deklaration von Variablen</a:t>
            </a:r>
            <a:endParaRPr b="0" lang="de-DE" sz="4000" strike="noStrike" u="none">
              <a:solidFill>
                <a:srgbClr val="000000"/>
              </a:solidFill>
              <a:uFillTx/>
              <a:latin typeface="Arial"/>
            </a:endParaRPr>
          </a:p>
        </p:txBody>
      </p:sp>
      <p:sp>
        <p:nvSpPr>
          <p:cNvPr id="188" name="PlaceHolder 2"/>
          <p:cNvSpPr>
            <a:spLocks noGrp="1"/>
          </p:cNvSpPr>
          <p:nvPr>
            <p:ph/>
          </p:nvPr>
        </p:nvSpPr>
        <p:spPr>
          <a:xfrm>
            <a:off x="1371600" y="2318040"/>
            <a:ext cx="9722880" cy="368244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ctr">
            <a:normAutofit/>
          </a:bodyPr>
          <a:p>
            <a:pPr marL="228600" indent="-228600" defTabSz="914400">
              <a:lnSpc>
                <a:spcPct val="90000"/>
              </a:lnSpc>
              <a:spcBef>
                <a:spcPts val="1001"/>
              </a:spcBef>
              <a:buClr>
                <a:srgbClr val="000000"/>
              </a:buClr>
              <a:buFont typeface="Arial"/>
              <a:buChar char="•"/>
            </a:pPr>
            <a:r>
              <a:rPr b="0" lang="de-DE" sz="1600" strike="noStrike" u="none">
                <a:solidFill>
                  <a:schemeClr val="dk1"/>
                </a:solidFill>
                <a:uFillTx/>
                <a:latin typeface="Calibri"/>
              </a:rPr>
              <a:t>Explizite Typisierung</a:t>
            </a:r>
            <a:endParaRPr b="0" lang="de-DE" sz="1600" strike="noStrike" u="none">
              <a:solidFill>
                <a:srgbClr val="000000"/>
              </a:solidFill>
              <a:uFillTx/>
              <a:latin typeface="Arial"/>
            </a:endParaRPr>
          </a:p>
          <a:p>
            <a:pPr marL="539640" indent="0" defTabSz="914400">
              <a:lnSpc>
                <a:spcPct val="90000"/>
              </a:lnSpc>
              <a:spcBef>
                <a:spcPts val="499"/>
              </a:spcBef>
              <a:buNone/>
              <a:tabLst>
                <a:tab algn="l" pos="0"/>
              </a:tabLst>
            </a:pPr>
            <a:r>
              <a:rPr b="0" lang="de-DE" sz="1600" strike="noStrike" u="none">
                <a:solidFill>
                  <a:schemeClr val="dk1"/>
                </a:solidFill>
                <a:uFillTx/>
                <a:latin typeface="Courier New"/>
              </a:rPr>
              <a:t>let name : string</a:t>
            </a:r>
            <a:endParaRPr b="0" lang="de-DE" sz="1600" strike="noStrike" u="none">
              <a:solidFill>
                <a:srgbClr val="000000"/>
              </a:solidFill>
              <a:uFillTx/>
              <a:latin typeface="Arial"/>
            </a:endParaRPr>
          </a:p>
          <a:p>
            <a:pPr marL="539640" indent="0" defTabSz="914400">
              <a:lnSpc>
                <a:spcPct val="90000"/>
              </a:lnSpc>
              <a:spcBef>
                <a:spcPts val="499"/>
              </a:spcBef>
              <a:buNone/>
              <a:tabLst>
                <a:tab algn="l" pos="0"/>
              </a:tabLst>
            </a:pPr>
            <a:r>
              <a:rPr b="0" lang="de-DE" sz="1600" strike="noStrike" u="none">
                <a:solidFill>
                  <a:schemeClr val="dk1"/>
                </a:solidFill>
                <a:uFillTx/>
                <a:latin typeface="Courier New"/>
              </a:rPr>
              <a:t>let state : boolean</a:t>
            </a:r>
            <a:endParaRPr b="0" lang="de-DE" sz="1600" strike="noStrike" u="none">
              <a:solidFill>
                <a:srgbClr val="000000"/>
              </a:solidFill>
              <a:uFillTx/>
              <a:latin typeface="Arial"/>
            </a:endParaRPr>
          </a:p>
          <a:p>
            <a:pPr marL="228600" indent="-228600" defTabSz="914400">
              <a:lnSpc>
                <a:spcPct val="90000"/>
              </a:lnSpc>
              <a:spcBef>
                <a:spcPts val="1001"/>
              </a:spcBef>
              <a:buClr>
                <a:srgbClr val="000000"/>
              </a:buClr>
              <a:buFont typeface="Arial"/>
              <a:buChar char="•"/>
              <a:tabLst>
                <a:tab algn="l" pos="0"/>
              </a:tabLst>
            </a:pPr>
            <a:r>
              <a:rPr b="0" lang="de-DE" sz="1600" strike="noStrike" u="none">
                <a:solidFill>
                  <a:schemeClr val="dk1"/>
                </a:solidFill>
                <a:uFillTx/>
                <a:latin typeface="Calibri"/>
              </a:rPr>
              <a:t>Type Inference</a:t>
            </a:r>
            <a:endParaRPr b="0" lang="de-DE" sz="1600" strike="noStrike" u="none">
              <a:solidFill>
                <a:srgbClr val="000000"/>
              </a:solidFill>
              <a:uFillTx/>
              <a:latin typeface="Arial"/>
            </a:endParaRPr>
          </a:p>
          <a:p>
            <a:pPr lvl="1" marL="685800" indent="-228600" defTabSz="914400">
              <a:lnSpc>
                <a:spcPct val="90000"/>
              </a:lnSpc>
              <a:spcBef>
                <a:spcPts val="499"/>
              </a:spcBef>
              <a:buClr>
                <a:srgbClr val="000000"/>
              </a:buClr>
              <a:buFont typeface="Arial"/>
              <a:buChar char="•"/>
              <a:tabLst>
                <a:tab algn="l" pos="0"/>
              </a:tabLst>
            </a:pPr>
            <a:r>
              <a:rPr b="0" lang="de-DE" sz="1600" strike="noStrike" u="none">
                <a:solidFill>
                  <a:schemeClr val="dk1"/>
                </a:solidFill>
                <a:uFillTx/>
                <a:latin typeface="Calibri"/>
              </a:rPr>
              <a:t>Hier wird der Typ durch die Zuweisung eines Wertes definiert</a:t>
            </a:r>
            <a:endParaRPr b="0" lang="de-DE" sz="1600" strike="noStrike" u="none">
              <a:solidFill>
                <a:srgbClr val="000000"/>
              </a:solidFill>
              <a:uFillTx/>
              <a:latin typeface="Arial"/>
            </a:endParaRPr>
          </a:p>
          <a:p>
            <a:pPr marL="539640" indent="0" defTabSz="914400">
              <a:lnSpc>
                <a:spcPct val="90000"/>
              </a:lnSpc>
              <a:spcBef>
                <a:spcPts val="499"/>
              </a:spcBef>
              <a:buNone/>
              <a:tabLst>
                <a:tab algn="l" pos="0"/>
              </a:tabLst>
            </a:pPr>
            <a:r>
              <a:rPr b="0" lang="de-DE" sz="1600" strike="noStrike" u="none">
                <a:solidFill>
                  <a:schemeClr val="dk1"/>
                </a:solidFill>
                <a:uFillTx/>
                <a:latin typeface="Courier New"/>
              </a:rPr>
              <a:t>let name = "Hello"</a:t>
            </a:r>
            <a:endParaRPr b="0" lang="de-DE" sz="1600" strike="noStrike" u="none">
              <a:solidFill>
                <a:srgbClr val="000000"/>
              </a:solidFill>
              <a:uFillTx/>
              <a:latin typeface="Arial"/>
            </a:endParaRPr>
          </a:p>
          <a:p>
            <a:pPr marL="539640" indent="0" defTabSz="914400">
              <a:lnSpc>
                <a:spcPct val="90000"/>
              </a:lnSpc>
              <a:spcBef>
                <a:spcPts val="499"/>
              </a:spcBef>
              <a:buNone/>
              <a:tabLst>
                <a:tab algn="l" pos="0"/>
              </a:tabLst>
            </a:pPr>
            <a:r>
              <a:rPr b="0" lang="de-DE" sz="1600" strike="noStrike" u="none">
                <a:solidFill>
                  <a:schemeClr val="dk1"/>
                </a:solidFill>
                <a:uFillTx/>
                <a:latin typeface="Courier New"/>
              </a:rPr>
              <a:t>let state = true</a:t>
            </a:r>
            <a:endParaRPr b="0" lang="de-DE" sz="1600" strike="noStrike" u="none">
              <a:solidFill>
                <a:srgbClr val="000000"/>
              </a:solidFill>
              <a:uFillTx/>
              <a:latin typeface="Arial"/>
            </a:endParaRPr>
          </a:p>
          <a:p>
            <a:pPr marL="228600" indent="-228600" defTabSz="914400">
              <a:lnSpc>
                <a:spcPct val="90000"/>
              </a:lnSpc>
              <a:spcBef>
                <a:spcPts val="1001"/>
              </a:spcBef>
              <a:buClr>
                <a:srgbClr val="000000"/>
              </a:buClr>
              <a:buFont typeface="Arial"/>
              <a:buChar char="•"/>
              <a:tabLst>
                <a:tab algn="l" pos="0"/>
              </a:tabLst>
            </a:pPr>
            <a:r>
              <a:rPr b="0" lang="de-DE" sz="1600" strike="noStrike" u="none">
                <a:solidFill>
                  <a:schemeClr val="dk1"/>
                </a:solidFill>
                <a:uFillTx/>
                <a:latin typeface="Calibri"/>
              </a:rPr>
              <a:t>Contextual Type</a:t>
            </a:r>
            <a:endParaRPr b="0" lang="de-DE" sz="1600" strike="noStrike" u="none">
              <a:solidFill>
                <a:srgbClr val="000000"/>
              </a:solidFill>
              <a:uFillTx/>
              <a:latin typeface="Arial"/>
            </a:endParaRPr>
          </a:p>
          <a:p>
            <a:pPr lvl="1" marL="685800" indent="-228600" defTabSz="914400">
              <a:lnSpc>
                <a:spcPct val="90000"/>
              </a:lnSpc>
              <a:spcBef>
                <a:spcPts val="499"/>
              </a:spcBef>
              <a:buClr>
                <a:srgbClr val="000000"/>
              </a:buClr>
              <a:buFont typeface="Arial"/>
              <a:buChar char="•"/>
              <a:tabLst>
                <a:tab algn="l" pos="0"/>
              </a:tabLst>
            </a:pPr>
            <a:r>
              <a:rPr b="0" lang="de-DE" sz="1600" strike="noStrike" u="none">
                <a:solidFill>
                  <a:schemeClr val="dk1"/>
                </a:solidFill>
                <a:uFillTx/>
                <a:latin typeface="Calibri"/>
              </a:rPr>
              <a:t>Auch bei Zuweisungen versucht TypeScript, untypisierte Deklarationen zu erkennen</a:t>
            </a:r>
            <a:endParaRPr b="0" lang="de-DE" sz="1600" strike="noStrike" u="none">
              <a:solidFill>
                <a:srgbClr val="000000"/>
              </a:solidFill>
              <a:uFillTx/>
              <a:latin typeface="Arial"/>
            </a:endParaRPr>
          </a:p>
          <a:p>
            <a:pPr marL="646200" indent="0" defTabSz="914400">
              <a:lnSpc>
                <a:spcPct val="90000"/>
              </a:lnSpc>
              <a:spcBef>
                <a:spcPts val="499"/>
              </a:spcBef>
              <a:buNone/>
              <a:tabLst>
                <a:tab algn="l" pos="0"/>
              </a:tabLst>
            </a:pPr>
            <a:r>
              <a:rPr b="0" lang="de-DE" sz="1600" strike="noStrike" u="none">
                <a:solidFill>
                  <a:schemeClr val="dk1"/>
                </a:solidFill>
                <a:uFillTx/>
                <a:latin typeface="Courier New"/>
              </a:rPr>
              <a:t>window.onmousedown = function(mouseEvent) {</a:t>
            </a:r>
            <a:endParaRPr b="0" lang="de-DE" sz="1600" strike="noStrike" u="none">
              <a:solidFill>
                <a:srgbClr val="000000"/>
              </a:solidFill>
              <a:uFillTx/>
              <a:latin typeface="Arial"/>
            </a:endParaRPr>
          </a:p>
          <a:p>
            <a:pPr marL="646200" indent="0" defTabSz="914400">
              <a:lnSpc>
                <a:spcPct val="90000"/>
              </a:lnSpc>
              <a:spcBef>
                <a:spcPts val="499"/>
              </a:spcBef>
              <a:buNone/>
              <a:tabLst>
                <a:tab algn="l" pos="0"/>
              </a:tabLst>
            </a:pPr>
            <a:r>
              <a:rPr b="0" lang="de-DE" sz="1600" strike="noStrike" u="none">
                <a:solidFill>
                  <a:schemeClr val="dk1"/>
                </a:solidFill>
                <a:uFillTx/>
                <a:latin typeface="Courier New"/>
              </a:rPr>
              <a:t>    </a:t>
            </a:r>
            <a:r>
              <a:rPr b="0" lang="de-DE" sz="1600" strike="noStrike" u="none">
                <a:solidFill>
                  <a:schemeClr val="dk1"/>
                </a:solidFill>
                <a:uFillTx/>
                <a:latin typeface="Courier New"/>
              </a:rPr>
              <a:t>console.log(mouseEvent.button);  //&lt;- Error, </a:t>
            </a:r>
            <a:endParaRPr b="0" lang="de-DE" sz="1600" strike="noStrike" u="none">
              <a:solidFill>
                <a:srgbClr val="000000"/>
              </a:solidFill>
              <a:uFillTx/>
              <a:latin typeface="Arial"/>
            </a:endParaRPr>
          </a:p>
          <a:p>
            <a:pPr marL="646200" indent="0" defTabSz="914400">
              <a:lnSpc>
                <a:spcPct val="90000"/>
              </a:lnSpc>
              <a:spcBef>
                <a:spcPts val="499"/>
              </a:spcBef>
              <a:buNone/>
              <a:tabLst>
                <a:tab algn="l" pos="0"/>
              </a:tabLst>
            </a:pPr>
            <a:r>
              <a:rPr b="0" lang="de-DE" sz="1600" strike="noStrike" u="none">
                <a:solidFill>
                  <a:schemeClr val="dk1"/>
                </a:solidFill>
                <a:uFillTx/>
                <a:latin typeface="Courier New"/>
              </a:rPr>
              <a:t>};</a:t>
            </a:r>
            <a:endParaRPr b="0" lang="de-DE" sz="1600" strike="noStrike" u="none">
              <a:solidFill>
                <a:srgbClr val="000000"/>
              </a:solidFill>
              <a:uFillTx/>
              <a:latin typeface="Arial"/>
            </a:endParaRPr>
          </a:p>
          <a:p>
            <a:pPr marL="539640" indent="0" defTabSz="914400">
              <a:lnSpc>
                <a:spcPct val="90000"/>
              </a:lnSpc>
              <a:spcBef>
                <a:spcPts val="499"/>
              </a:spcBef>
              <a:buNone/>
              <a:tabLst>
                <a:tab algn="l" pos="0"/>
              </a:tabLst>
            </a:pPr>
            <a:endParaRPr b="0" lang="de-DE" sz="1600" strike="noStrike" u="none">
              <a:solidFill>
                <a:srgbClr val="000000"/>
              </a:solidFill>
              <a:uFillTx/>
              <a:latin typeface="Arial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14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bg>
      <p:bgPr>
        <a:solidFill>
          <a:schemeClr val="lt1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 useBgFill="1">
        <p:nvSpPr>
          <p:cNvPr id="189" name="Rectangle 10">
            <a:extLst>
              <a:ext uri="{C183D7F6-B498-43B3-948B-1728B52AA6E4}">
                <adec:decorative xmlns:adec="http://schemas.microsoft.com/office/drawing/2017/decorative" val="1"/>
              </a:ext>
            </a:extLst>
          </p:cNvPr>
          <p:cNvSpPr/>
          <p:nvPr/>
        </p:nvSpPr>
        <p:spPr>
          <a:xfrm>
            <a:off x="0" y="0"/>
            <a:ext cx="12191040" cy="6856920"/>
          </a:xfrm>
          <a:prstGeom prst="rect">
            <a:avLst/>
          </a:prstGeom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 algn="ctr" defTabSz="914400">
              <a:lnSpc>
                <a:spcPct val="100000"/>
              </a:lnSpc>
            </a:pPr>
            <a:endParaRPr b="0" lang="en-US" sz="1800" strike="noStrike" u="none">
              <a:solidFill>
                <a:schemeClr val="lt1"/>
              </a:solidFill>
              <a:uFillTx/>
              <a:latin typeface="Calibri"/>
            </a:endParaRPr>
          </a:p>
        </p:txBody>
      </p:sp>
      <p:sp>
        <p:nvSpPr>
          <p:cNvPr id="190" name="Rectangle 12">
            <a:extLst>
              <a:ext uri="{C183D7F6-B498-43B3-948B-1728B52AA6E4}">
                <adec:decorative xmlns:adec="http://schemas.microsoft.com/office/drawing/2017/decorative" val="1"/>
              </a:ext>
            </a:extLst>
          </p:cNvPr>
          <p:cNvSpPr/>
          <p:nvPr/>
        </p:nvSpPr>
        <p:spPr>
          <a:xfrm flipH="1">
            <a:off x="-720" y="0"/>
            <a:ext cx="12191040" cy="1589760"/>
          </a:xfrm>
          <a:prstGeom prst="rect">
            <a:avLst/>
          </a:prstGeom>
          <a:gradFill rotWithShape="0">
            <a:gsLst>
              <a:gs pos="0">
                <a:srgbClr val="000000"/>
              </a:gs>
              <a:gs pos="100000">
                <a:srgbClr val="16735a"/>
              </a:gs>
            </a:gsLst>
            <a:lin ang="2400000"/>
          </a:gra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 algn="ctr" defTabSz="914400">
              <a:lnSpc>
                <a:spcPct val="100000"/>
              </a:lnSpc>
            </a:pPr>
            <a:endParaRPr b="0" lang="en-US" sz="1800" strike="noStrike" u="none">
              <a:solidFill>
                <a:schemeClr val="lt1"/>
              </a:solidFill>
              <a:uFillTx/>
              <a:latin typeface="Calibri"/>
            </a:endParaRPr>
          </a:p>
        </p:txBody>
      </p:sp>
      <p:sp>
        <p:nvSpPr>
          <p:cNvPr id="191" name="Rectangle 14">
            <a:extLst>
              <a:ext uri="{C183D7F6-B498-43B3-948B-1728B52AA6E4}">
                <adec:decorative xmlns:adec="http://schemas.microsoft.com/office/drawing/2017/decorative" val="1"/>
              </a:ext>
            </a:extLst>
          </p:cNvPr>
          <p:cNvSpPr/>
          <p:nvPr/>
        </p:nvSpPr>
        <p:spPr>
          <a:xfrm flipH="1" rot="10800000">
            <a:off x="360" y="1080"/>
            <a:ext cx="8114400" cy="1589760"/>
          </a:xfrm>
          <a:prstGeom prst="rect">
            <a:avLst/>
          </a:prstGeom>
          <a:gradFill rotWithShape="0">
            <a:gsLst>
              <a:gs pos="20000">
                <a:srgbClr val="1d9a78">
                  <a:alpha val="0"/>
                </a:srgbClr>
              </a:gs>
              <a:gs pos="100000">
                <a:srgbClr val="0e4d3c">
                  <a:alpha val="55000"/>
                </a:srgbClr>
              </a:gs>
            </a:gsLst>
            <a:lin ang="7800000"/>
          </a:gra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 algn="ctr" defTabSz="914400">
              <a:lnSpc>
                <a:spcPct val="100000"/>
              </a:lnSpc>
            </a:pPr>
            <a:endParaRPr b="0" lang="en-US" sz="1800" strike="noStrike" u="none">
              <a:solidFill>
                <a:schemeClr val="lt1"/>
              </a:solidFill>
              <a:uFillTx/>
              <a:latin typeface="Calibri"/>
            </a:endParaRPr>
          </a:p>
        </p:txBody>
      </p:sp>
      <p:sp>
        <p:nvSpPr>
          <p:cNvPr id="192" name="Rectangle 16">
            <a:extLst>
              <a:ext uri="{C183D7F6-B498-43B3-948B-1728B52AA6E4}">
                <adec:decorative xmlns:adec="http://schemas.microsoft.com/office/drawing/2017/decorative" val="1"/>
              </a:ext>
            </a:extLst>
          </p:cNvPr>
          <p:cNvSpPr/>
          <p:nvPr/>
        </p:nvSpPr>
        <p:spPr>
          <a:xfrm flipH="1">
            <a:off x="8113680" y="0"/>
            <a:ext cx="4075560" cy="1589760"/>
          </a:xfrm>
          <a:prstGeom prst="rect">
            <a:avLst/>
          </a:prstGeom>
          <a:gradFill rotWithShape="0">
            <a:gsLst>
              <a:gs pos="0">
                <a:srgbClr val="1d9a78">
                  <a:alpha val="66000"/>
                </a:srgbClr>
              </a:gs>
              <a:gs pos="100000">
                <a:srgbClr val="000000">
                  <a:alpha val="30000"/>
                </a:srgbClr>
              </a:gs>
            </a:gsLst>
            <a:lin ang="19200000"/>
          </a:gra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 algn="ctr" defTabSz="914400">
              <a:lnSpc>
                <a:spcPct val="100000"/>
              </a:lnSpc>
            </a:pPr>
            <a:endParaRPr b="0" lang="en-US" sz="1800" strike="noStrike" u="none">
              <a:solidFill>
                <a:schemeClr val="lt1"/>
              </a:solidFill>
              <a:uFillTx/>
              <a:latin typeface="Calibri"/>
            </a:endParaRPr>
          </a:p>
        </p:txBody>
      </p:sp>
      <p:sp>
        <p:nvSpPr>
          <p:cNvPr id="193" name="Rectangle 18">
            <a:extLst>
              <a:ext uri="{C183D7F6-B498-43B3-948B-1728B52AA6E4}">
                <adec:decorative xmlns:adec="http://schemas.microsoft.com/office/drawing/2017/decorative" val="1"/>
              </a:ext>
            </a:extLst>
          </p:cNvPr>
          <p:cNvSpPr/>
          <p:nvPr/>
        </p:nvSpPr>
        <p:spPr>
          <a:xfrm>
            <a:off x="459360" y="0"/>
            <a:ext cx="11731680" cy="1596240"/>
          </a:xfrm>
          <a:prstGeom prst="rect">
            <a:avLst/>
          </a:prstGeom>
          <a:gradFill rotWithShape="0">
            <a:gsLst>
              <a:gs pos="50000">
                <a:srgbClr val="000000">
                  <a:alpha val="0"/>
                </a:srgbClr>
              </a:gs>
              <a:gs pos="99000">
                <a:srgbClr val="0e4d3c">
                  <a:alpha val="52000"/>
                </a:srgbClr>
              </a:gs>
            </a:gsLst>
            <a:lin ang="16800000"/>
          </a:gra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 algn="ctr" defTabSz="914400">
              <a:lnSpc>
                <a:spcPct val="100000"/>
              </a:lnSpc>
            </a:pPr>
            <a:endParaRPr b="0" lang="en-US" sz="1800" strike="noStrike" u="none">
              <a:solidFill>
                <a:schemeClr val="lt1"/>
              </a:solidFill>
              <a:uFillTx/>
              <a:latin typeface="Calibri"/>
            </a:endParaRPr>
          </a:p>
        </p:txBody>
      </p:sp>
      <p:sp>
        <p:nvSpPr>
          <p:cNvPr id="194" name="PlaceHolder 1"/>
          <p:cNvSpPr>
            <a:spLocks noGrp="1"/>
          </p:cNvSpPr>
          <p:nvPr>
            <p:ph type="title"/>
          </p:nvPr>
        </p:nvSpPr>
        <p:spPr>
          <a:xfrm>
            <a:off x="1371600" y="294480"/>
            <a:ext cx="9894960" cy="103248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ctr">
            <a:normAutofit fontScale="92500" lnSpcReduction="9999"/>
          </a:bodyPr>
          <a:p>
            <a:pPr indent="0" defTabSz="914400">
              <a:lnSpc>
                <a:spcPct val="90000"/>
              </a:lnSpc>
              <a:buNone/>
              <a:tabLst>
                <a:tab algn="l" pos="0"/>
              </a:tabLst>
            </a:pPr>
            <a:r>
              <a:rPr b="0" lang="de-DE" sz="4000" strike="noStrike" u="none">
                <a:solidFill>
                  <a:srgbClr val="ffffff"/>
                </a:solidFill>
                <a:uFillTx/>
                <a:latin typeface="Calibri Light"/>
              </a:rPr>
              <a:t>Deklaration von Variablen mit const und let</a:t>
            </a:r>
            <a:endParaRPr b="0" lang="de-DE" sz="4000" strike="noStrike" u="none">
              <a:solidFill>
                <a:srgbClr val="000000"/>
              </a:solidFill>
              <a:uFillTx/>
              <a:latin typeface="Arial"/>
            </a:endParaRPr>
          </a:p>
        </p:txBody>
      </p:sp>
      <p:sp>
        <p:nvSpPr>
          <p:cNvPr id="195" name="PlaceHolder 2"/>
          <p:cNvSpPr>
            <a:spLocks noGrp="1"/>
          </p:cNvSpPr>
          <p:nvPr>
            <p:ph/>
          </p:nvPr>
        </p:nvSpPr>
        <p:spPr>
          <a:xfrm>
            <a:off x="1371600" y="2318040"/>
            <a:ext cx="9722880" cy="368244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ctr">
            <a:normAutofit/>
          </a:bodyPr>
          <a:p>
            <a:pPr marL="228600" indent="-228600" defTabSz="914400">
              <a:lnSpc>
                <a:spcPct val="90000"/>
              </a:lnSpc>
              <a:spcBef>
                <a:spcPts val="1001"/>
              </a:spcBef>
              <a:buClr>
                <a:srgbClr val="000000"/>
              </a:buClr>
              <a:buFont typeface="Arial"/>
              <a:buChar char="•"/>
            </a:pPr>
            <a:r>
              <a:rPr b="0" lang="de-DE" sz="2000" strike="noStrike" u="none">
                <a:solidFill>
                  <a:schemeClr val="dk1"/>
                </a:solidFill>
                <a:uFillTx/>
                <a:latin typeface="Courier New"/>
              </a:rPr>
              <a:t>let | const&lt;name&gt;</a:t>
            </a:r>
            <a:endParaRPr b="0" lang="de-DE" sz="2000" strike="noStrike" u="none">
              <a:solidFill>
                <a:srgbClr val="000000"/>
              </a:solidFill>
              <a:uFillTx/>
              <a:latin typeface="Arial"/>
            </a:endParaRPr>
          </a:p>
          <a:p>
            <a:pPr lvl="1" marL="685800" indent="-228600" defTabSz="914400">
              <a:lnSpc>
                <a:spcPct val="90000"/>
              </a:lnSpc>
              <a:spcBef>
                <a:spcPts val="499"/>
              </a:spcBef>
              <a:buClr>
                <a:srgbClr val="000000"/>
              </a:buClr>
              <a:buFont typeface="Arial"/>
              <a:buChar char="•"/>
            </a:pPr>
            <a:r>
              <a:rPr b="0" lang="de-DE" sz="2000" strike="noStrike" u="none">
                <a:solidFill>
                  <a:schemeClr val="dk1"/>
                </a:solidFill>
                <a:uFillTx/>
                <a:latin typeface="Courier New"/>
              </a:rPr>
              <a:t>const name</a:t>
            </a:r>
            <a:endParaRPr b="0" lang="de-DE" sz="2000" strike="noStrike" u="none">
              <a:solidFill>
                <a:srgbClr val="000000"/>
              </a:solidFill>
              <a:uFillTx/>
              <a:latin typeface="Arial"/>
            </a:endParaRPr>
          </a:p>
          <a:p>
            <a:pPr lvl="1" marL="685800" indent="-228600" defTabSz="914400">
              <a:lnSpc>
                <a:spcPct val="90000"/>
              </a:lnSpc>
              <a:spcBef>
                <a:spcPts val="499"/>
              </a:spcBef>
              <a:buClr>
                <a:srgbClr val="000000"/>
              </a:buClr>
              <a:buFont typeface="Arial"/>
              <a:buChar char="•"/>
            </a:pPr>
            <a:r>
              <a:rPr b="0" lang="de-DE" sz="2000" strike="noStrike" u="none">
                <a:solidFill>
                  <a:schemeClr val="dk1"/>
                </a:solidFill>
                <a:uFillTx/>
                <a:latin typeface="Courier New"/>
              </a:rPr>
              <a:t>let state</a:t>
            </a:r>
            <a:endParaRPr b="0" lang="de-DE" sz="2000" strike="noStrike" u="none">
              <a:solidFill>
                <a:srgbClr val="000000"/>
              </a:solidFill>
              <a:uFillTx/>
              <a:latin typeface="Arial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15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6" name="PlaceHolder 1"/>
          <p:cNvSpPr>
            <a:spLocks noGrp="1"/>
          </p:cNvSpPr>
          <p:nvPr>
            <p:ph type="title"/>
          </p:nvPr>
        </p:nvSpPr>
        <p:spPr>
          <a:xfrm>
            <a:off x="838080" y="365040"/>
            <a:ext cx="10514520" cy="132444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ctr">
            <a:noAutofit/>
          </a:bodyPr>
          <a:p>
            <a:pPr indent="0" defTabSz="914400">
              <a:lnSpc>
                <a:spcPct val="90000"/>
              </a:lnSpc>
              <a:buNone/>
              <a:tabLst>
                <a:tab algn="l" pos="0"/>
              </a:tabLst>
            </a:pPr>
            <a:r>
              <a:rPr b="0" lang="de-DE" sz="4400" strike="noStrike" u="none">
                <a:solidFill>
                  <a:schemeClr val="dk1"/>
                </a:solidFill>
                <a:uFillTx/>
                <a:latin typeface="Calibri Light"/>
              </a:rPr>
              <a:t>Variable Samples</a:t>
            </a:r>
            <a:endParaRPr b="0" lang="de-DE" sz="4400" strike="noStrike" u="none">
              <a:solidFill>
                <a:srgbClr val="000000"/>
              </a:solidFill>
              <a:uFillTx/>
              <a:latin typeface="Arial"/>
            </a:endParaRPr>
          </a:p>
        </p:txBody>
      </p:sp>
      <p:sp>
        <p:nvSpPr>
          <p:cNvPr id="197" name="PlaceHolder 2"/>
          <p:cNvSpPr>
            <a:spLocks noGrp="1"/>
          </p:cNvSpPr>
          <p:nvPr>
            <p:ph/>
          </p:nvPr>
        </p:nvSpPr>
        <p:spPr>
          <a:xfrm>
            <a:off x="838080" y="1825560"/>
            <a:ext cx="10514520" cy="435024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t">
            <a:normAutofit/>
          </a:bodyPr>
          <a:p>
            <a:pPr indent="0" defTabSz="914400">
              <a:lnSpc>
                <a:spcPct val="90000"/>
              </a:lnSpc>
              <a:spcBef>
                <a:spcPts val="1001"/>
              </a:spcBef>
              <a:buNone/>
              <a:tabLst>
                <a:tab algn="l" pos="0"/>
              </a:tabLst>
            </a:pPr>
            <a:r>
              <a:rPr b="0" lang="de-DE" sz="2800" strike="noStrike" u="none">
                <a:solidFill>
                  <a:srgbClr val="569cd6"/>
                </a:solidFill>
                <a:uFillTx/>
                <a:latin typeface="Menlo"/>
              </a:rPr>
              <a:t>var</a:t>
            </a:r>
            <a:r>
              <a:rPr b="0" lang="de-DE" sz="2800" strike="noStrike" u="none">
                <a:solidFill>
                  <a:srgbClr val="d4d4d4"/>
                </a:solidFill>
                <a:uFillTx/>
                <a:latin typeface="Menlo"/>
              </a:rPr>
              <a:t> </a:t>
            </a:r>
            <a:r>
              <a:rPr b="0" lang="de-DE" sz="2800" strike="noStrike" u="none">
                <a:solidFill>
                  <a:srgbClr val="9cdcfe"/>
                </a:solidFill>
                <a:uFillTx/>
                <a:latin typeface="Menlo"/>
              </a:rPr>
              <a:t>message</a:t>
            </a:r>
            <a:r>
              <a:rPr b="0" lang="de-DE" sz="2800" strike="noStrike" u="none">
                <a:solidFill>
                  <a:srgbClr val="d4d4d4"/>
                </a:solidFill>
                <a:uFillTx/>
                <a:latin typeface="Menlo"/>
              </a:rPr>
              <a:t>:</a:t>
            </a:r>
            <a:r>
              <a:rPr b="0" lang="de-DE" sz="2800" strike="noStrike" u="none">
                <a:solidFill>
                  <a:srgbClr val="4ec9b0"/>
                </a:solidFill>
                <a:uFillTx/>
                <a:latin typeface="Menlo"/>
              </a:rPr>
              <a:t>string</a:t>
            </a:r>
            <a:r>
              <a:rPr b="0" lang="de-DE" sz="2800" strike="noStrike" u="none">
                <a:solidFill>
                  <a:srgbClr val="d4d4d4"/>
                </a:solidFill>
                <a:uFillTx/>
                <a:latin typeface="Menlo"/>
              </a:rPr>
              <a:t> = </a:t>
            </a:r>
            <a:r>
              <a:rPr b="0" lang="de-DE" sz="2800" strike="noStrike" u="none">
                <a:solidFill>
                  <a:srgbClr val="ce9178"/>
                </a:solidFill>
                <a:uFillTx/>
                <a:latin typeface="Menlo"/>
              </a:rPr>
              <a:t>"Hello Typscript"</a:t>
            </a:r>
            <a:r>
              <a:rPr b="0" lang="de-DE" sz="2800" strike="noStrike" u="none">
                <a:solidFill>
                  <a:srgbClr val="d4d4d4"/>
                </a:solidFill>
                <a:uFillTx/>
                <a:latin typeface="Menlo"/>
              </a:rPr>
              <a:t>;</a:t>
            </a:r>
            <a:endParaRPr b="0" lang="de-DE" sz="2800" strike="noStrike" u="none">
              <a:solidFill>
                <a:srgbClr val="000000"/>
              </a:solidFill>
              <a:uFillTx/>
              <a:latin typeface="Arial"/>
            </a:endParaRPr>
          </a:p>
          <a:p>
            <a:pPr indent="0" defTabSz="914400">
              <a:lnSpc>
                <a:spcPct val="90000"/>
              </a:lnSpc>
              <a:spcBef>
                <a:spcPts val="1001"/>
              </a:spcBef>
              <a:buNone/>
              <a:tabLst>
                <a:tab algn="l" pos="0"/>
              </a:tabLst>
            </a:pPr>
            <a:r>
              <a:rPr b="0" lang="de-DE" sz="2800" strike="noStrike" u="none">
                <a:solidFill>
                  <a:srgbClr val="4ec9b0"/>
                </a:solidFill>
                <a:uFillTx/>
                <a:latin typeface="Menlo"/>
              </a:rPr>
              <a:t>console</a:t>
            </a:r>
            <a:r>
              <a:rPr b="0" lang="de-DE" sz="2800" strike="noStrike" u="none">
                <a:solidFill>
                  <a:srgbClr val="d4d4d4"/>
                </a:solidFill>
                <a:uFillTx/>
                <a:latin typeface="Menlo"/>
              </a:rPr>
              <a:t>.</a:t>
            </a:r>
            <a:r>
              <a:rPr b="0" lang="de-DE" sz="2800" strike="noStrike" u="none">
                <a:solidFill>
                  <a:srgbClr val="dcdcaa"/>
                </a:solidFill>
                <a:uFillTx/>
                <a:latin typeface="Menlo"/>
              </a:rPr>
              <a:t>log</a:t>
            </a:r>
            <a:r>
              <a:rPr b="0" lang="de-DE" sz="2800" strike="noStrike" u="none">
                <a:solidFill>
                  <a:srgbClr val="d4d4d4"/>
                </a:solidFill>
                <a:uFillTx/>
                <a:latin typeface="Menlo"/>
              </a:rPr>
              <a:t>(</a:t>
            </a:r>
            <a:r>
              <a:rPr b="0" lang="de-DE" sz="2800" strike="noStrike" u="none">
                <a:solidFill>
                  <a:srgbClr val="9cdcfe"/>
                </a:solidFill>
                <a:uFillTx/>
                <a:latin typeface="Menlo"/>
              </a:rPr>
              <a:t>message</a:t>
            </a:r>
            <a:r>
              <a:rPr b="0" lang="de-DE" sz="2800" strike="noStrike" u="none">
                <a:solidFill>
                  <a:srgbClr val="d4d4d4"/>
                </a:solidFill>
                <a:uFillTx/>
                <a:latin typeface="Menlo"/>
              </a:rPr>
              <a:t>);</a:t>
            </a:r>
            <a:endParaRPr b="0" lang="de-DE" sz="2800" strike="noStrike" u="none">
              <a:solidFill>
                <a:srgbClr val="000000"/>
              </a:solidFill>
              <a:uFillTx/>
              <a:latin typeface="Arial"/>
            </a:endParaRPr>
          </a:p>
          <a:p>
            <a:pPr indent="0" defTabSz="914400">
              <a:lnSpc>
                <a:spcPct val="90000"/>
              </a:lnSpc>
              <a:spcBef>
                <a:spcPts val="1001"/>
              </a:spcBef>
              <a:buNone/>
              <a:tabLst>
                <a:tab algn="l" pos="0"/>
              </a:tabLst>
            </a:pPr>
            <a:endParaRPr b="0" lang="de-DE" sz="2800" strike="noStrike" u="none">
              <a:solidFill>
                <a:srgbClr val="000000"/>
              </a:solidFill>
              <a:uFillTx/>
              <a:latin typeface="Arial"/>
            </a:endParaRPr>
          </a:p>
          <a:p>
            <a:pPr indent="0" defTabSz="914400">
              <a:lnSpc>
                <a:spcPct val="90000"/>
              </a:lnSpc>
              <a:spcBef>
                <a:spcPts val="1001"/>
              </a:spcBef>
              <a:buNone/>
              <a:tabLst>
                <a:tab algn="l" pos="0"/>
              </a:tabLst>
            </a:pPr>
            <a:endParaRPr b="0" lang="de-DE" sz="2800" strike="noStrike" u="none">
              <a:solidFill>
                <a:srgbClr val="000000"/>
              </a:solidFill>
              <a:uFillTx/>
              <a:latin typeface="Arial"/>
            </a:endParaRPr>
          </a:p>
          <a:p>
            <a:pPr indent="0" defTabSz="914400">
              <a:lnSpc>
                <a:spcPct val="90000"/>
              </a:lnSpc>
              <a:spcBef>
                <a:spcPts val="1001"/>
              </a:spcBef>
              <a:buNone/>
              <a:tabLst>
                <a:tab algn="l" pos="0"/>
              </a:tabLst>
            </a:pPr>
            <a:r>
              <a:rPr b="0" lang="de-DE" sz="2800" strike="noStrike" u="none">
                <a:solidFill>
                  <a:srgbClr val="569cd6"/>
                </a:solidFill>
                <a:uFillTx/>
                <a:latin typeface="Menlo"/>
              </a:rPr>
              <a:t>function</a:t>
            </a:r>
            <a:r>
              <a:rPr b="0" lang="de-DE" sz="2800" strike="noStrike" u="none">
                <a:solidFill>
                  <a:srgbClr val="d4d4d4"/>
                </a:solidFill>
                <a:uFillTx/>
                <a:latin typeface="Menlo"/>
              </a:rPr>
              <a:t> </a:t>
            </a:r>
            <a:r>
              <a:rPr b="0" lang="de-DE" sz="2800" strike="noStrike" u="none">
                <a:solidFill>
                  <a:srgbClr val="dcdcaa"/>
                </a:solidFill>
                <a:uFillTx/>
                <a:latin typeface="Menlo"/>
              </a:rPr>
              <a:t>f</a:t>
            </a:r>
            <a:r>
              <a:rPr b="0" lang="de-DE" sz="2800" strike="noStrike" u="none">
                <a:solidFill>
                  <a:srgbClr val="d4d4d4"/>
                </a:solidFill>
                <a:uFillTx/>
                <a:latin typeface="Menlo"/>
              </a:rPr>
              <a:t>() {</a:t>
            </a:r>
            <a:endParaRPr b="0" lang="de-DE" sz="2800" strike="noStrike" u="none">
              <a:solidFill>
                <a:srgbClr val="000000"/>
              </a:solidFill>
              <a:uFillTx/>
              <a:latin typeface="Arial"/>
            </a:endParaRPr>
          </a:p>
          <a:p>
            <a:pPr marL="457200" indent="0" defTabSz="914400">
              <a:lnSpc>
                <a:spcPct val="90000"/>
              </a:lnSpc>
              <a:spcBef>
                <a:spcPts val="499"/>
              </a:spcBef>
              <a:buNone/>
              <a:tabLst>
                <a:tab algn="l" pos="0"/>
              </a:tabLst>
            </a:pPr>
            <a:r>
              <a:rPr b="0" lang="de-DE" sz="2400" strike="noStrike" u="none">
                <a:solidFill>
                  <a:srgbClr val="569cd6"/>
                </a:solidFill>
                <a:uFillTx/>
                <a:latin typeface="Menlo"/>
              </a:rPr>
              <a:t>var</a:t>
            </a:r>
            <a:r>
              <a:rPr b="0" lang="de-DE" sz="2400" strike="noStrike" u="none">
                <a:solidFill>
                  <a:srgbClr val="d4d4d4"/>
                </a:solidFill>
                <a:uFillTx/>
                <a:latin typeface="Menlo"/>
              </a:rPr>
              <a:t> </a:t>
            </a:r>
            <a:r>
              <a:rPr b="0" lang="de-DE" sz="2400" strike="noStrike" u="none">
                <a:solidFill>
                  <a:srgbClr val="9cdcfe"/>
                </a:solidFill>
                <a:uFillTx/>
                <a:latin typeface="Menlo"/>
              </a:rPr>
              <a:t>message</a:t>
            </a:r>
            <a:r>
              <a:rPr b="0" lang="de-DE" sz="2400" strike="noStrike" u="none">
                <a:solidFill>
                  <a:srgbClr val="d4d4d4"/>
                </a:solidFill>
                <a:uFillTx/>
                <a:latin typeface="Menlo"/>
              </a:rPr>
              <a:t> = </a:t>
            </a:r>
            <a:r>
              <a:rPr b="0" lang="de-DE" sz="2400" strike="noStrike" u="none">
                <a:solidFill>
                  <a:srgbClr val="ce9178"/>
                </a:solidFill>
                <a:uFillTx/>
                <a:latin typeface="Menlo"/>
              </a:rPr>
              <a:t>"Hello, world!"</a:t>
            </a:r>
            <a:r>
              <a:rPr b="0" lang="de-DE" sz="2400" strike="noStrike" u="none">
                <a:solidFill>
                  <a:srgbClr val="d4d4d4"/>
                </a:solidFill>
                <a:uFillTx/>
                <a:latin typeface="Menlo"/>
              </a:rPr>
              <a:t>;</a:t>
            </a:r>
            <a:br>
              <a:rPr sz="2400"/>
            </a:br>
            <a:r>
              <a:rPr b="0" lang="de-DE" sz="2400" strike="noStrike" u="none">
                <a:solidFill>
                  <a:srgbClr val="c586c0"/>
                </a:solidFill>
                <a:uFillTx/>
                <a:latin typeface="Menlo"/>
              </a:rPr>
              <a:t>return</a:t>
            </a:r>
            <a:r>
              <a:rPr b="0" lang="de-DE" sz="2400" strike="noStrike" u="none">
                <a:solidFill>
                  <a:srgbClr val="d4d4d4"/>
                </a:solidFill>
                <a:uFillTx/>
                <a:latin typeface="Menlo"/>
              </a:rPr>
              <a:t> </a:t>
            </a:r>
            <a:r>
              <a:rPr b="0" lang="de-DE" sz="2400" strike="noStrike" u="none">
                <a:solidFill>
                  <a:srgbClr val="9cdcfe"/>
                </a:solidFill>
                <a:uFillTx/>
                <a:latin typeface="Menlo"/>
              </a:rPr>
              <a:t>message</a:t>
            </a:r>
            <a:r>
              <a:rPr b="0" lang="de-DE" sz="2400" strike="noStrike" u="none">
                <a:solidFill>
                  <a:srgbClr val="d4d4d4"/>
                </a:solidFill>
                <a:uFillTx/>
                <a:latin typeface="Menlo"/>
              </a:rPr>
              <a:t>;</a:t>
            </a:r>
            <a:endParaRPr b="0" lang="de-DE" sz="2400" strike="noStrike" u="none">
              <a:solidFill>
                <a:srgbClr val="000000"/>
              </a:solidFill>
              <a:uFillTx/>
              <a:latin typeface="Arial"/>
            </a:endParaRPr>
          </a:p>
          <a:p>
            <a:pPr marL="457200" indent="0" defTabSz="914400">
              <a:lnSpc>
                <a:spcPct val="90000"/>
              </a:lnSpc>
              <a:spcBef>
                <a:spcPts val="1001"/>
              </a:spcBef>
              <a:buNone/>
              <a:tabLst>
                <a:tab algn="l" pos="0"/>
              </a:tabLst>
            </a:pPr>
            <a:r>
              <a:rPr b="0" lang="de-DE" sz="2800" strike="noStrike" u="none">
                <a:solidFill>
                  <a:srgbClr val="d4d4d4"/>
                </a:solidFill>
                <a:uFillTx/>
                <a:latin typeface="Menlo"/>
              </a:rPr>
              <a:t>}</a:t>
            </a:r>
            <a:endParaRPr b="0" lang="de-DE" sz="2800" strike="noStrike" u="none">
              <a:solidFill>
                <a:srgbClr val="000000"/>
              </a:solidFill>
              <a:uFillTx/>
              <a:latin typeface="Arial"/>
            </a:endParaRPr>
          </a:p>
          <a:p>
            <a:pPr marL="457200" indent="0" defTabSz="914400">
              <a:lnSpc>
                <a:spcPct val="90000"/>
              </a:lnSpc>
              <a:spcBef>
                <a:spcPts val="1001"/>
              </a:spcBef>
              <a:buNone/>
              <a:tabLst>
                <a:tab algn="l" pos="0"/>
              </a:tabLst>
            </a:pPr>
            <a:endParaRPr b="0" lang="de-DE" sz="2800" strike="noStrike" u="none">
              <a:solidFill>
                <a:srgbClr val="000000"/>
              </a:solidFill>
              <a:uFillTx/>
              <a:latin typeface="Arial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16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8" name="PlaceHolder 1"/>
          <p:cNvSpPr>
            <a:spLocks noGrp="1"/>
          </p:cNvSpPr>
          <p:nvPr>
            <p:ph type="title"/>
          </p:nvPr>
        </p:nvSpPr>
        <p:spPr>
          <a:xfrm>
            <a:off x="838080" y="365040"/>
            <a:ext cx="10514520" cy="132444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ctr">
            <a:noAutofit/>
          </a:bodyPr>
          <a:p>
            <a:pPr indent="0" defTabSz="914400">
              <a:lnSpc>
                <a:spcPct val="90000"/>
              </a:lnSpc>
              <a:buNone/>
              <a:tabLst>
                <a:tab algn="l" pos="0"/>
              </a:tabLst>
            </a:pPr>
            <a:r>
              <a:rPr b="0" lang="de-DE" sz="4400" strike="noStrike" u="none">
                <a:solidFill>
                  <a:schemeClr val="dk1"/>
                </a:solidFill>
                <a:uFillTx/>
                <a:latin typeface="Calibri Light"/>
              </a:rPr>
              <a:t>Var-Scoping Macken</a:t>
            </a:r>
            <a:endParaRPr b="0" lang="de-DE" sz="4400" strike="noStrike" u="none">
              <a:solidFill>
                <a:srgbClr val="000000"/>
              </a:solidFill>
              <a:uFillTx/>
              <a:latin typeface="Arial"/>
            </a:endParaRPr>
          </a:p>
        </p:txBody>
      </p:sp>
      <p:sp>
        <p:nvSpPr>
          <p:cNvPr id="199" name="PlaceHolder 2"/>
          <p:cNvSpPr>
            <a:spLocks noGrp="1"/>
          </p:cNvSpPr>
          <p:nvPr>
            <p:ph/>
          </p:nvPr>
        </p:nvSpPr>
        <p:spPr>
          <a:xfrm>
            <a:off x="838080" y="1825560"/>
            <a:ext cx="10514520" cy="435024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t">
            <a:normAutofit/>
          </a:bodyPr>
          <a:p>
            <a:pPr indent="0" defTabSz="914400">
              <a:lnSpc>
                <a:spcPct val="90000"/>
              </a:lnSpc>
              <a:spcBef>
                <a:spcPts val="1001"/>
              </a:spcBef>
              <a:buNone/>
              <a:tabLst>
                <a:tab algn="l" pos="0"/>
              </a:tabLst>
            </a:pPr>
            <a:r>
              <a:rPr b="0" lang="de-DE" sz="2800" strike="noStrike" u="none">
                <a:solidFill>
                  <a:srgbClr val="569cd6"/>
                </a:solidFill>
                <a:uFillTx/>
                <a:latin typeface="Menlo"/>
              </a:rPr>
              <a:t>function</a:t>
            </a:r>
            <a:r>
              <a:rPr b="0" lang="de-DE" sz="2800" strike="noStrike" u="none">
                <a:solidFill>
                  <a:srgbClr val="d4d4d4"/>
                </a:solidFill>
                <a:uFillTx/>
                <a:latin typeface="Menlo"/>
              </a:rPr>
              <a:t> </a:t>
            </a:r>
            <a:r>
              <a:rPr b="0" lang="de-DE" sz="2800" strike="noStrike" u="none">
                <a:solidFill>
                  <a:srgbClr val="dcdcaa"/>
                </a:solidFill>
                <a:uFillTx/>
                <a:latin typeface="Menlo"/>
              </a:rPr>
              <a:t>weirdScoping</a:t>
            </a:r>
            <a:r>
              <a:rPr b="0" lang="de-DE" sz="2800" strike="noStrike" u="none">
                <a:solidFill>
                  <a:srgbClr val="d4d4d4"/>
                </a:solidFill>
                <a:uFillTx/>
                <a:latin typeface="Menlo"/>
              </a:rPr>
              <a:t>(</a:t>
            </a:r>
            <a:r>
              <a:rPr b="0" lang="de-DE" sz="2800" strike="noStrike" u="none">
                <a:solidFill>
                  <a:srgbClr val="9cdcfe"/>
                </a:solidFill>
                <a:uFillTx/>
                <a:latin typeface="Menlo"/>
              </a:rPr>
              <a:t>someFlag</a:t>
            </a:r>
            <a:r>
              <a:rPr b="0" lang="de-DE" sz="2800" strike="noStrike" u="none">
                <a:solidFill>
                  <a:srgbClr val="d4d4d4"/>
                </a:solidFill>
                <a:uFillTx/>
                <a:latin typeface="Menlo"/>
              </a:rPr>
              <a:t>: </a:t>
            </a:r>
            <a:r>
              <a:rPr b="0" lang="de-DE" sz="2800" strike="noStrike" u="none">
                <a:solidFill>
                  <a:srgbClr val="4ec9b0"/>
                </a:solidFill>
                <a:uFillTx/>
                <a:latin typeface="Menlo"/>
              </a:rPr>
              <a:t>boolean</a:t>
            </a:r>
            <a:r>
              <a:rPr b="0" lang="de-DE" sz="2800" strike="noStrike" u="none">
                <a:solidFill>
                  <a:srgbClr val="d4d4d4"/>
                </a:solidFill>
                <a:uFillTx/>
                <a:latin typeface="Menlo"/>
              </a:rPr>
              <a:t>) {</a:t>
            </a:r>
            <a:endParaRPr b="0" lang="de-DE" sz="2800" strike="noStrike" u="none">
              <a:solidFill>
                <a:srgbClr val="000000"/>
              </a:solidFill>
              <a:uFillTx/>
              <a:latin typeface="Arial"/>
            </a:endParaRPr>
          </a:p>
          <a:p>
            <a:pPr marL="457200" indent="0" defTabSz="914400">
              <a:lnSpc>
                <a:spcPct val="90000"/>
              </a:lnSpc>
              <a:spcBef>
                <a:spcPts val="499"/>
              </a:spcBef>
              <a:buNone/>
              <a:tabLst>
                <a:tab algn="l" pos="0"/>
              </a:tabLst>
            </a:pPr>
            <a:r>
              <a:rPr b="0" lang="de-DE" sz="2400" strike="noStrike" u="none">
                <a:solidFill>
                  <a:srgbClr val="c586c0"/>
                </a:solidFill>
                <a:uFillTx/>
                <a:latin typeface="Menlo"/>
              </a:rPr>
              <a:t>	</a:t>
            </a:r>
            <a:r>
              <a:rPr b="0" lang="de-DE" sz="2400" strike="noStrike" u="none">
                <a:solidFill>
                  <a:srgbClr val="c586c0"/>
                </a:solidFill>
                <a:uFillTx/>
                <a:latin typeface="Menlo"/>
              </a:rPr>
              <a:t>if</a:t>
            </a:r>
            <a:r>
              <a:rPr b="0" lang="de-DE" sz="2400" strike="noStrike" u="none">
                <a:solidFill>
                  <a:srgbClr val="d4d4d4"/>
                </a:solidFill>
                <a:uFillTx/>
                <a:latin typeface="Menlo"/>
              </a:rPr>
              <a:t> (</a:t>
            </a:r>
            <a:r>
              <a:rPr b="0" lang="de-DE" sz="2400" strike="noStrike" u="none">
                <a:solidFill>
                  <a:srgbClr val="9cdcfe"/>
                </a:solidFill>
                <a:uFillTx/>
                <a:latin typeface="Menlo"/>
              </a:rPr>
              <a:t>someFlag</a:t>
            </a:r>
            <a:r>
              <a:rPr b="0" lang="de-DE" sz="2400" strike="noStrike" u="none">
                <a:solidFill>
                  <a:srgbClr val="d4d4d4"/>
                </a:solidFill>
                <a:uFillTx/>
                <a:latin typeface="Menlo"/>
              </a:rPr>
              <a:t>) {</a:t>
            </a:r>
            <a:endParaRPr b="0" lang="de-DE" sz="2400" strike="noStrike" u="none">
              <a:solidFill>
                <a:srgbClr val="000000"/>
              </a:solidFill>
              <a:uFillTx/>
              <a:latin typeface="Arial"/>
            </a:endParaRPr>
          </a:p>
          <a:p>
            <a:pPr marL="457200" indent="0" defTabSz="914400">
              <a:lnSpc>
                <a:spcPct val="90000"/>
              </a:lnSpc>
              <a:spcBef>
                <a:spcPts val="499"/>
              </a:spcBef>
              <a:buNone/>
              <a:tabLst>
                <a:tab algn="l" pos="0"/>
              </a:tabLst>
            </a:pPr>
            <a:r>
              <a:rPr b="0" lang="de-DE" sz="2400" strike="noStrike" u="none">
                <a:solidFill>
                  <a:srgbClr val="569cd6"/>
                </a:solidFill>
                <a:uFillTx/>
                <a:latin typeface="Menlo"/>
              </a:rPr>
              <a:t>	</a:t>
            </a:r>
            <a:r>
              <a:rPr b="0" lang="de-DE" sz="2400" strike="noStrike" u="none">
                <a:solidFill>
                  <a:srgbClr val="569cd6"/>
                </a:solidFill>
                <a:uFillTx/>
                <a:latin typeface="Menlo"/>
              </a:rPr>
              <a:t>	</a:t>
            </a:r>
            <a:r>
              <a:rPr b="0" lang="de-DE" sz="2400" strike="noStrike" u="none">
                <a:solidFill>
                  <a:srgbClr val="569cd6"/>
                </a:solidFill>
                <a:uFillTx/>
                <a:latin typeface="Menlo"/>
              </a:rPr>
              <a:t>var</a:t>
            </a:r>
            <a:r>
              <a:rPr b="0" lang="de-DE" sz="2400" strike="noStrike" u="none">
                <a:solidFill>
                  <a:srgbClr val="d4d4d4"/>
                </a:solidFill>
                <a:uFillTx/>
                <a:latin typeface="Menlo"/>
              </a:rPr>
              <a:t> </a:t>
            </a:r>
            <a:r>
              <a:rPr b="0" lang="de-DE" sz="2400" strike="noStrike" u="none">
                <a:solidFill>
                  <a:srgbClr val="9cdcfe"/>
                </a:solidFill>
                <a:uFillTx/>
                <a:latin typeface="Menlo"/>
              </a:rPr>
              <a:t>x</a:t>
            </a:r>
            <a:r>
              <a:rPr b="0" lang="de-DE" sz="2400" strike="noStrike" u="none">
                <a:solidFill>
                  <a:srgbClr val="d4d4d4"/>
                </a:solidFill>
                <a:uFillTx/>
                <a:latin typeface="Menlo"/>
              </a:rPr>
              <a:t> = </a:t>
            </a:r>
            <a:r>
              <a:rPr b="0" lang="de-DE" sz="2400" strike="noStrike" u="none">
                <a:solidFill>
                  <a:srgbClr val="b5cea8"/>
                </a:solidFill>
                <a:uFillTx/>
                <a:latin typeface="Menlo"/>
              </a:rPr>
              <a:t>10</a:t>
            </a:r>
            <a:r>
              <a:rPr b="0" lang="de-DE" sz="2400" strike="noStrike" u="none">
                <a:solidFill>
                  <a:srgbClr val="d4d4d4"/>
                </a:solidFill>
                <a:uFillTx/>
                <a:latin typeface="Menlo"/>
              </a:rPr>
              <a:t>;</a:t>
            </a:r>
            <a:endParaRPr b="0" lang="de-DE" sz="2400" strike="noStrike" u="none">
              <a:solidFill>
                <a:srgbClr val="000000"/>
              </a:solidFill>
              <a:uFillTx/>
              <a:latin typeface="Arial"/>
            </a:endParaRPr>
          </a:p>
          <a:p>
            <a:pPr marL="457200" indent="0" defTabSz="914400">
              <a:lnSpc>
                <a:spcPct val="90000"/>
              </a:lnSpc>
              <a:spcBef>
                <a:spcPts val="1001"/>
              </a:spcBef>
              <a:buNone/>
              <a:tabLst>
                <a:tab algn="l" pos="0"/>
              </a:tabLst>
            </a:pPr>
            <a:r>
              <a:rPr b="0" lang="de-DE" sz="2800" strike="noStrike" u="none">
                <a:solidFill>
                  <a:srgbClr val="d4d4d4"/>
                </a:solidFill>
                <a:uFillTx/>
                <a:latin typeface="Menlo"/>
              </a:rPr>
              <a:t>	</a:t>
            </a:r>
            <a:r>
              <a:rPr b="0" lang="de-DE" sz="2800" strike="noStrike" u="none">
                <a:solidFill>
                  <a:srgbClr val="d4d4d4"/>
                </a:solidFill>
                <a:uFillTx/>
                <a:latin typeface="Menlo"/>
              </a:rPr>
              <a:t>}</a:t>
            </a:r>
            <a:br>
              <a:rPr sz="2800"/>
            </a:br>
            <a:r>
              <a:rPr b="0" lang="de-DE" sz="2800" strike="noStrike" u="none">
                <a:solidFill>
                  <a:srgbClr val="d4d4d4"/>
                </a:solidFill>
                <a:uFillTx/>
                <a:latin typeface="Menlo"/>
              </a:rPr>
              <a:t>	</a:t>
            </a:r>
            <a:r>
              <a:rPr b="0" lang="de-DE" sz="2800" strike="noStrike" u="none">
                <a:solidFill>
                  <a:srgbClr val="c586c0"/>
                </a:solidFill>
                <a:uFillTx/>
                <a:latin typeface="Menlo"/>
              </a:rPr>
              <a:t>return</a:t>
            </a:r>
            <a:r>
              <a:rPr b="0" lang="de-DE" sz="2800" strike="noStrike" u="none">
                <a:solidFill>
                  <a:srgbClr val="d4d4d4"/>
                </a:solidFill>
                <a:uFillTx/>
                <a:latin typeface="Menlo"/>
              </a:rPr>
              <a:t> </a:t>
            </a:r>
            <a:r>
              <a:rPr b="0" lang="de-DE" sz="2800" strike="noStrike" u="none">
                <a:solidFill>
                  <a:srgbClr val="9cdcfe"/>
                </a:solidFill>
                <a:uFillTx/>
                <a:latin typeface="Menlo"/>
              </a:rPr>
              <a:t>x</a:t>
            </a:r>
            <a:r>
              <a:rPr b="0" lang="de-DE" sz="2800" strike="noStrike" u="none">
                <a:solidFill>
                  <a:srgbClr val="d4d4d4"/>
                </a:solidFill>
                <a:uFillTx/>
                <a:latin typeface="Menlo"/>
              </a:rPr>
              <a:t>;</a:t>
            </a:r>
            <a:endParaRPr b="0" lang="de-DE" sz="2800" strike="noStrike" u="none">
              <a:solidFill>
                <a:srgbClr val="000000"/>
              </a:solidFill>
              <a:uFillTx/>
              <a:latin typeface="Arial"/>
            </a:endParaRPr>
          </a:p>
          <a:p>
            <a:pPr marL="457200" indent="0" defTabSz="914400">
              <a:lnSpc>
                <a:spcPct val="90000"/>
              </a:lnSpc>
              <a:spcBef>
                <a:spcPts val="1001"/>
              </a:spcBef>
              <a:buNone/>
              <a:tabLst>
                <a:tab algn="l" pos="0"/>
              </a:tabLst>
            </a:pPr>
            <a:r>
              <a:rPr b="0" lang="de-DE" sz="2800" strike="noStrike" u="none">
                <a:solidFill>
                  <a:srgbClr val="d4d4d4"/>
                </a:solidFill>
                <a:uFillTx/>
                <a:latin typeface="Menlo"/>
              </a:rPr>
              <a:t>}</a:t>
            </a:r>
            <a:endParaRPr b="0" lang="de-DE" sz="2800" strike="noStrike" u="none">
              <a:solidFill>
                <a:srgbClr val="000000"/>
              </a:solidFill>
              <a:uFillTx/>
              <a:latin typeface="Arial"/>
            </a:endParaRPr>
          </a:p>
          <a:p>
            <a:pPr marL="457200" indent="0" defTabSz="914400">
              <a:lnSpc>
                <a:spcPct val="90000"/>
              </a:lnSpc>
              <a:spcBef>
                <a:spcPts val="1001"/>
              </a:spcBef>
              <a:buNone/>
              <a:tabLst>
                <a:tab algn="l" pos="0"/>
              </a:tabLst>
            </a:pPr>
            <a:endParaRPr b="0" lang="de-DE" sz="2800" strike="noStrike" u="none">
              <a:solidFill>
                <a:srgbClr val="000000"/>
              </a:solidFill>
              <a:uFillTx/>
              <a:latin typeface="Arial"/>
            </a:endParaRPr>
          </a:p>
          <a:p>
            <a:pPr marL="457200" indent="0" defTabSz="914400">
              <a:lnSpc>
                <a:spcPct val="90000"/>
              </a:lnSpc>
              <a:spcBef>
                <a:spcPts val="1001"/>
              </a:spcBef>
              <a:buNone/>
              <a:tabLst>
                <a:tab algn="l" pos="0"/>
              </a:tabLst>
            </a:pPr>
            <a:r>
              <a:rPr b="0" lang="de-DE" sz="2800" strike="noStrike" u="none">
                <a:solidFill>
                  <a:srgbClr val="dcdcaa"/>
                </a:solidFill>
                <a:uFillTx/>
                <a:latin typeface="Menlo"/>
              </a:rPr>
              <a:t>weirdScoping</a:t>
            </a:r>
            <a:r>
              <a:rPr b="0" lang="de-DE" sz="2800" strike="noStrike" u="none">
                <a:solidFill>
                  <a:srgbClr val="d4d4d4"/>
                </a:solidFill>
                <a:uFillTx/>
                <a:latin typeface="Menlo"/>
              </a:rPr>
              <a:t>(</a:t>
            </a:r>
            <a:r>
              <a:rPr b="0" lang="de-DE" sz="2800" strike="noStrike" u="none">
                <a:solidFill>
                  <a:srgbClr val="569cd6"/>
                </a:solidFill>
                <a:uFillTx/>
                <a:latin typeface="Menlo"/>
              </a:rPr>
              <a:t>false</a:t>
            </a:r>
            <a:r>
              <a:rPr b="0" lang="de-DE" sz="2800" strike="noStrike" u="none">
                <a:solidFill>
                  <a:srgbClr val="d4d4d4"/>
                </a:solidFill>
                <a:uFillTx/>
                <a:latin typeface="Menlo"/>
              </a:rPr>
              <a:t>);</a:t>
            </a:r>
            <a:endParaRPr b="0" lang="de-DE" sz="2800" strike="noStrike" u="none">
              <a:solidFill>
                <a:srgbClr val="000000"/>
              </a:solidFill>
              <a:uFillTx/>
              <a:latin typeface="Arial"/>
            </a:endParaRPr>
          </a:p>
          <a:p>
            <a:pPr marL="457200" indent="0" defTabSz="914400">
              <a:lnSpc>
                <a:spcPct val="90000"/>
              </a:lnSpc>
              <a:spcBef>
                <a:spcPts val="1001"/>
              </a:spcBef>
              <a:buNone/>
              <a:tabLst>
                <a:tab algn="l" pos="0"/>
              </a:tabLst>
            </a:pPr>
            <a:endParaRPr b="0" lang="de-DE" sz="2800" strike="noStrike" u="none">
              <a:solidFill>
                <a:srgbClr val="000000"/>
              </a:solidFill>
              <a:uFillTx/>
              <a:latin typeface="Arial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17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0" name="PlaceHolder 1"/>
          <p:cNvSpPr>
            <a:spLocks noGrp="1"/>
          </p:cNvSpPr>
          <p:nvPr>
            <p:ph type="title"/>
          </p:nvPr>
        </p:nvSpPr>
        <p:spPr>
          <a:xfrm>
            <a:off x="838080" y="365040"/>
            <a:ext cx="10514520" cy="132444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ctr">
            <a:noAutofit/>
          </a:bodyPr>
          <a:p>
            <a:pPr indent="0" defTabSz="914400">
              <a:lnSpc>
                <a:spcPct val="90000"/>
              </a:lnSpc>
              <a:buNone/>
              <a:tabLst>
                <a:tab algn="l" pos="0"/>
              </a:tabLst>
            </a:pPr>
            <a:r>
              <a:rPr b="0" lang="de-DE" sz="4400" strike="noStrike" u="none">
                <a:solidFill>
                  <a:schemeClr val="dk1"/>
                </a:solidFill>
                <a:uFillTx/>
                <a:latin typeface="Calibri Light"/>
              </a:rPr>
              <a:t>Var-Scoping Macken 2</a:t>
            </a:r>
            <a:endParaRPr b="0" lang="de-DE" sz="4400" strike="noStrike" u="none">
              <a:solidFill>
                <a:srgbClr val="000000"/>
              </a:solidFill>
              <a:uFillTx/>
              <a:latin typeface="Arial"/>
            </a:endParaRPr>
          </a:p>
        </p:txBody>
      </p:sp>
      <p:sp>
        <p:nvSpPr>
          <p:cNvPr id="201" name="PlaceHolder 2"/>
          <p:cNvSpPr>
            <a:spLocks noGrp="1"/>
          </p:cNvSpPr>
          <p:nvPr>
            <p:ph/>
          </p:nvPr>
        </p:nvSpPr>
        <p:spPr>
          <a:xfrm>
            <a:off x="838080" y="1825560"/>
            <a:ext cx="10514520" cy="435024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t">
            <a:normAutofit lnSpcReduction="9999"/>
          </a:bodyPr>
          <a:p>
            <a:pPr indent="0" defTabSz="914400">
              <a:lnSpc>
                <a:spcPct val="90000"/>
              </a:lnSpc>
              <a:spcBef>
                <a:spcPts val="1001"/>
              </a:spcBef>
              <a:buNone/>
              <a:tabLst>
                <a:tab algn="l" pos="0"/>
              </a:tabLst>
            </a:pPr>
            <a:r>
              <a:rPr b="0" lang="de-DE" sz="2800" strike="noStrike" u="none">
                <a:solidFill>
                  <a:srgbClr val="569cd6"/>
                </a:solidFill>
                <a:uFillTx/>
                <a:latin typeface="Menlo"/>
              </a:rPr>
              <a:t>function</a:t>
            </a:r>
            <a:r>
              <a:rPr b="0" lang="de-DE" sz="2800" strike="noStrike" u="none">
                <a:solidFill>
                  <a:srgbClr val="d4d4d4"/>
                </a:solidFill>
                <a:uFillTx/>
                <a:latin typeface="Menlo"/>
              </a:rPr>
              <a:t> </a:t>
            </a:r>
            <a:r>
              <a:rPr b="0" lang="de-DE" sz="2800" strike="noStrike" u="none">
                <a:solidFill>
                  <a:srgbClr val="dcdcaa"/>
                </a:solidFill>
                <a:uFillTx/>
                <a:latin typeface="Menlo"/>
              </a:rPr>
              <a:t>sumOf</a:t>
            </a:r>
            <a:r>
              <a:rPr b="0" lang="de-DE" sz="2800" strike="noStrike" u="none">
                <a:solidFill>
                  <a:srgbClr val="d4d4d4"/>
                </a:solidFill>
                <a:uFillTx/>
                <a:latin typeface="Menlo"/>
              </a:rPr>
              <a:t>(</a:t>
            </a:r>
            <a:r>
              <a:rPr b="0" lang="de-DE" sz="2800" strike="noStrike" u="none">
                <a:solidFill>
                  <a:srgbClr val="9cdcfe"/>
                </a:solidFill>
                <a:uFillTx/>
                <a:latin typeface="Menlo"/>
              </a:rPr>
              <a:t>matrix</a:t>
            </a:r>
            <a:r>
              <a:rPr b="0" lang="de-DE" sz="2800" strike="noStrike" u="none">
                <a:solidFill>
                  <a:srgbClr val="d4d4d4"/>
                </a:solidFill>
                <a:uFillTx/>
                <a:latin typeface="Menlo"/>
              </a:rPr>
              <a:t>: </a:t>
            </a:r>
            <a:r>
              <a:rPr b="0" lang="de-DE" sz="2800" strike="noStrike" u="none">
                <a:solidFill>
                  <a:srgbClr val="4ec9b0"/>
                </a:solidFill>
                <a:uFillTx/>
                <a:latin typeface="Menlo"/>
              </a:rPr>
              <a:t>number</a:t>
            </a:r>
            <a:r>
              <a:rPr b="0" lang="de-DE" sz="2800" strike="noStrike" u="none">
                <a:solidFill>
                  <a:srgbClr val="d4d4d4"/>
                </a:solidFill>
                <a:uFillTx/>
                <a:latin typeface="Menlo"/>
              </a:rPr>
              <a:t>[][]) {</a:t>
            </a:r>
            <a:endParaRPr b="0" lang="de-DE" sz="2800" strike="noStrike" u="none">
              <a:solidFill>
                <a:srgbClr val="000000"/>
              </a:solidFill>
              <a:uFillTx/>
              <a:latin typeface="Arial"/>
            </a:endParaRPr>
          </a:p>
          <a:p>
            <a:pPr marL="457200" indent="0" defTabSz="914400">
              <a:lnSpc>
                <a:spcPct val="90000"/>
              </a:lnSpc>
              <a:spcBef>
                <a:spcPts val="499"/>
              </a:spcBef>
              <a:buNone/>
              <a:tabLst>
                <a:tab algn="l" pos="0"/>
              </a:tabLst>
            </a:pPr>
            <a:r>
              <a:rPr b="0" lang="de-DE" sz="2400" strike="noStrike" u="none">
                <a:solidFill>
                  <a:srgbClr val="569cd6"/>
                </a:solidFill>
                <a:uFillTx/>
                <a:latin typeface="Menlo"/>
              </a:rPr>
              <a:t>var</a:t>
            </a:r>
            <a:r>
              <a:rPr b="0" lang="de-DE" sz="2400" strike="noStrike" u="none">
                <a:solidFill>
                  <a:srgbClr val="d4d4d4"/>
                </a:solidFill>
                <a:uFillTx/>
                <a:latin typeface="Menlo"/>
              </a:rPr>
              <a:t> </a:t>
            </a:r>
            <a:r>
              <a:rPr b="0" lang="de-DE" sz="2400" strike="noStrike" u="none">
                <a:solidFill>
                  <a:srgbClr val="9cdcfe"/>
                </a:solidFill>
                <a:uFillTx/>
                <a:latin typeface="Menlo"/>
              </a:rPr>
              <a:t>sum</a:t>
            </a:r>
            <a:r>
              <a:rPr b="0" lang="de-DE" sz="2400" strike="noStrike" u="none">
                <a:solidFill>
                  <a:srgbClr val="d4d4d4"/>
                </a:solidFill>
                <a:uFillTx/>
                <a:latin typeface="Menlo"/>
              </a:rPr>
              <a:t> = </a:t>
            </a:r>
            <a:r>
              <a:rPr b="0" lang="de-DE" sz="2400" strike="noStrike" u="none">
                <a:solidFill>
                  <a:srgbClr val="b5cea8"/>
                </a:solidFill>
                <a:uFillTx/>
                <a:latin typeface="Menlo"/>
              </a:rPr>
              <a:t>0</a:t>
            </a:r>
            <a:r>
              <a:rPr b="0" lang="de-DE" sz="2400" strike="noStrike" u="none">
                <a:solidFill>
                  <a:srgbClr val="d4d4d4"/>
                </a:solidFill>
                <a:uFillTx/>
                <a:latin typeface="Menlo"/>
              </a:rPr>
              <a:t>;</a:t>
            </a:r>
            <a:endParaRPr b="0" lang="de-DE" sz="2400" strike="noStrike" u="none">
              <a:solidFill>
                <a:srgbClr val="000000"/>
              </a:solidFill>
              <a:uFillTx/>
              <a:latin typeface="Arial"/>
            </a:endParaRPr>
          </a:p>
          <a:p>
            <a:pPr marL="457200" indent="0" defTabSz="914400">
              <a:lnSpc>
                <a:spcPct val="90000"/>
              </a:lnSpc>
              <a:spcBef>
                <a:spcPts val="499"/>
              </a:spcBef>
              <a:buNone/>
              <a:tabLst>
                <a:tab algn="l" pos="0"/>
              </a:tabLst>
            </a:pPr>
            <a:r>
              <a:rPr b="0" lang="de-DE" sz="2400" strike="noStrike" u="none">
                <a:solidFill>
                  <a:srgbClr val="c586c0"/>
                </a:solidFill>
                <a:uFillTx/>
                <a:latin typeface="Menlo"/>
              </a:rPr>
              <a:t>for</a:t>
            </a:r>
            <a:r>
              <a:rPr b="0" lang="de-DE" sz="2400" strike="noStrike" u="none">
                <a:solidFill>
                  <a:srgbClr val="d4d4d4"/>
                </a:solidFill>
                <a:uFillTx/>
                <a:latin typeface="Menlo"/>
              </a:rPr>
              <a:t> (</a:t>
            </a:r>
            <a:r>
              <a:rPr b="0" lang="de-DE" sz="2400" strike="noStrike" u="none">
                <a:solidFill>
                  <a:srgbClr val="569cd6"/>
                </a:solidFill>
                <a:uFillTx/>
                <a:latin typeface="Menlo"/>
              </a:rPr>
              <a:t>var</a:t>
            </a:r>
            <a:r>
              <a:rPr b="0" lang="de-DE" sz="2400" strike="noStrike" u="none">
                <a:solidFill>
                  <a:srgbClr val="d4d4d4"/>
                </a:solidFill>
                <a:uFillTx/>
                <a:latin typeface="Menlo"/>
              </a:rPr>
              <a:t> </a:t>
            </a:r>
            <a:r>
              <a:rPr b="0" lang="de-DE" sz="2400" strike="noStrike" u="none">
                <a:solidFill>
                  <a:srgbClr val="9cdcfe"/>
                </a:solidFill>
                <a:uFillTx/>
                <a:latin typeface="Menlo"/>
              </a:rPr>
              <a:t>i</a:t>
            </a:r>
            <a:r>
              <a:rPr b="0" lang="de-DE" sz="2400" strike="noStrike" u="none">
                <a:solidFill>
                  <a:srgbClr val="d4d4d4"/>
                </a:solidFill>
                <a:uFillTx/>
                <a:latin typeface="Menlo"/>
              </a:rPr>
              <a:t> = </a:t>
            </a:r>
            <a:r>
              <a:rPr b="0" lang="de-DE" sz="2400" strike="noStrike" u="none">
                <a:solidFill>
                  <a:srgbClr val="b5cea8"/>
                </a:solidFill>
                <a:uFillTx/>
                <a:latin typeface="Menlo"/>
              </a:rPr>
              <a:t>0</a:t>
            </a:r>
            <a:r>
              <a:rPr b="0" lang="de-DE" sz="2400" strike="noStrike" u="none">
                <a:solidFill>
                  <a:srgbClr val="d4d4d4"/>
                </a:solidFill>
                <a:uFillTx/>
                <a:latin typeface="Menlo"/>
              </a:rPr>
              <a:t>; </a:t>
            </a:r>
            <a:r>
              <a:rPr b="0" lang="de-DE" sz="2400" strike="noStrike" u="none">
                <a:solidFill>
                  <a:srgbClr val="9cdcfe"/>
                </a:solidFill>
                <a:uFillTx/>
                <a:latin typeface="Menlo"/>
              </a:rPr>
              <a:t>i</a:t>
            </a:r>
            <a:r>
              <a:rPr b="0" lang="de-DE" sz="2400" strike="noStrike" u="none">
                <a:solidFill>
                  <a:srgbClr val="d4d4d4"/>
                </a:solidFill>
                <a:uFillTx/>
                <a:latin typeface="Menlo"/>
              </a:rPr>
              <a:t> &lt; </a:t>
            </a:r>
            <a:r>
              <a:rPr b="0" lang="de-DE" sz="2400" strike="noStrike" u="none">
                <a:solidFill>
                  <a:srgbClr val="9cdcfe"/>
                </a:solidFill>
                <a:uFillTx/>
                <a:latin typeface="Menlo"/>
              </a:rPr>
              <a:t>matrix</a:t>
            </a:r>
            <a:r>
              <a:rPr b="0" lang="de-DE" sz="2400" strike="noStrike" u="none">
                <a:solidFill>
                  <a:srgbClr val="d4d4d4"/>
                </a:solidFill>
                <a:uFillTx/>
                <a:latin typeface="Menlo"/>
              </a:rPr>
              <a:t>.</a:t>
            </a:r>
            <a:r>
              <a:rPr b="0" lang="de-DE" sz="2400" strike="noStrike" u="none">
                <a:solidFill>
                  <a:srgbClr val="9cdcfe"/>
                </a:solidFill>
                <a:uFillTx/>
                <a:latin typeface="Menlo"/>
              </a:rPr>
              <a:t>length</a:t>
            </a:r>
            <a:r>
              <a:rPr b="0" lang="de-DE" sz="2400" strike="noStrike" u="none">
                <a:solidFill>
                  <a:srgbClr val="d4d4d4"/>
                </a:solidFill>
                <a:uFillTx/>
                <a:latin typeface="Menlo"/>
              </a:rPr>
              <a:t>; </a:t>
            </a:r>
            <a:r>
              <a:rPr b="0" lang="de-DE" sz="2400" strike="noStrike" u="none">
                <a:solidFill>
                  <a:srgbClr val="9cdcfe"/>
                </a:solidFill>
                <a:uFillTx/>
                <a:latin typeface="Menlo"/>
              </a:rPr>
              <a:t>i</a:t>
            </a:r>
            <a:r>
              <a:rPr b="0" lang="de-DE" sz="2400" strike="noStrike" u="none">
                <a:solidFill>
                  <a:srgbClr val="d4d4d4"/>
                </a:solidFill>
                <a:uFillTx/>
                <a:latin typeface="Menlo"/>
              </a:rPr>
              <a:t>++) {</a:t>
            </a:r>
            <a:endParaRPr b="0" lang="de-DE" sz="2400" strike="noStrike" u="none">
              <a:solidFill>
                <a:srgbClr val="000000"/>
              </a:solidFill>
              <a:uFillTx/>
              <a:latin typeface="Arial"/>
            </a:endParaRPr>
          </a:p>
          <a:p>
            <a:pPr marL="457200" indent="0" defTabSz="914400">
              <a:lnSpc>
                <a:spcPct val="90000"/>
              </a:lnSpc>
              <a:spcBef>
                <a:spcPts val="499"/>
              </a:spcBef>
              <a:buNone/>
              <a:tabLst>
                <a:tab algn="l" pos="0"/>
              </a:tabLst>
            </a:pPr>
            <a:r>
              <a:rPr b="0" lang="de-DE" sz="2400" strike="noStrike" u="none">
                <a:solidFill>
                  <a:srgbClr val="569cd6"/>
                </a:solidFill>
                <a:uFillTx/>
                <a:latin typeface="Menlo"/>
              </a:rPr>
              <a:t>	</a:t>
            </a:r>
            <a:r>
              <a:rPr b="0" lang="de-DE" sz="2400" strike="noStrike" u="none">
                <a:solidFill>
                  <a:srgbClr val="569cd6"/>
                </a:solidFill>
                <a:uFillTx/>
                <a:latin typeface="Menlo"/>
              </a:rPr>
              <a:t>var</a:t>
            </a:r>
            <a:r>
              <a:rPr b="0" lang="de-DE" sz="2400" strike="noStrike" u="none">
                <a:solidFill>
                  <a:srgbClr val="d4d4d4"/>
                </a:solidFill>
                <a:uFillTx/>
                <a:latin typeface="Menlo"/>
              </a:rPr>
              <a:t> </a:t>
            </a:r>
            <a:r>
              <a:rPr b="0" lang="de-DE" sz="2400" strike="noStrike" u="none">
                <a:solidFill>
                  <a:srgbClr val="9cdcfe"/>
                </a:solidFill>
                <a:uFillTx/>
                <a:latin typeface="Menlo"/>
              </a:rPr>
              <a:t>row</a:t>
            </a:r>
            <a:r>
              <a:rPr b="0" lang="de-DE" sz="2400" strike="noStrike" u="none">
                <a:solidFill>
                  <a:srgbClr val="d4d4d4"/>
                </a:solidFill>
                <a:uFillTx/>
                <a:latin typeface="Menlo"/>
              </a:rPr>
              <a:t> = </a:t>
            </a:r>
            <a:r>
              <a:rPr b="0" lang="de-DE" sz="2400" strike="noStrike" u="none">
                <a:solidFill>
                  <a:srgbClr val="9cdcfe"/>
                </a:solidFill>
                <a:uFillTx/>
                <a:latin typeface="Menlo"/>
              </a:rPr>
              <a:t>matrix</a:t>
            </a:r>
            <a:r>
              <a:rPr b="0" lang="de-DE" sz="2400" strike="noStrike" u="none">
                <a:solidFill>
                  <a:srgbClr val="d4d4d4"/>
                </a:solidFill>
                <a:uFillTx/>
                <a:latin typeface="Menlo"/>
              </a:rPr>
              <a:t>[</a:t>
            </a:r>
            <a:r>
              <a:rPr b="0" lang="de-DE" sz="2400" strike="noStrike" u="none">
                <a:solidFill>
                  <a:srgbClr val="9cdcfe"/>
                </a:solidFill>
                <a:uFillTx/>
                <a:latin typeface="Menlo"/>
              </a:rPr>
              <a:t>i</a:t>
            </a:r>
            <a:r>
              <a:rPr b="0" lang="de-DE" sz="2400" strike="noStrike" u="none">
                <a:solidFill>
                  <a:srgbClr val="d4d4d4"/>
                </a:solidFill>
                <a:uFillTx/>
                <a:latin typeface="Menlo"/>
              </a:rPr>
              <a:t>];</a:t>
            </a:r>
            <a:endParaRPr b="0" lang="de-DE" sz="2400" strike="noStrike" u="none">
              <a:solidFill>
                <a:srgbClr val="000000"/>
              </a:solidFill>
              <a:uFillTx/>
              <a:latin typeface="Arial"/>
            </a:endParaRPr>
          </a:p>
          <a:p>
            <a:pPr marL="457200" indent="0" defTabSz="914400">
              <a:lnSpc>
                <a:spcPct val="90000"/>
              </a:lnSpc>
              <a:spcBef>
                <a:spcPts val="499"/>
              </a:spcBef>
              <a:buNone/>
              <a:tabLst>
                <a:tab algn="l" pos="0"/>
              </a:tabLst>
            </a:pPr>
            <a:r>
              <a:rPr b="0" lang="de-DE" sz="2400" strike="noStrike" u="none">
                <a:solidFill>
                  <a:srgbClr val="c586c0"/>
                </a:solidFill>
                <a:uFillTx/>
                <a:latin typeface="Menlo"/>
              </a:rPr>
              <a:t>	</a:t>
            </a:r>
            <a:r>
              <a:rPr b="0" lang="de-DE" sz="2400" strike="noStrike" u="none">
                <a:solidFill>
                  <a:srgbClr val="c586c0"/>
                </a:solidFill>
                <a:uFillTx/>
                <a:latin typeface="Menlo"/>
              </a:rPr>
              <a:t>for</a:t>
            </a:r>
            <a:r>
              <a:rPr b="0" lang="de-DE" sz="2400" strike="noStrike" u="none">
                <a:solidFill>
                  <a:srgbClr val="d4d4d4"/>
                </a:solidFill>
                <a:uFillTx/>
                <a:latin typeface="Menlo"/>
              </a:rPr>
              <a:t> (</a:t>
            </a:r>
            <a:r>
              <a:rPr b="0" lang="de-DE" sz="2400" strike="noStrike" u="none">
                <a:solidFill>
                  <a:srgbClr val="569cd6"/>
                </a:solidFill>
                <a:uFillTx/>
                <a:latin typeface="Menlo"/>
              </a:rPr>
              <a:t>var</a:t>
            </a:r>
            <a:r>
              <a:rPr b="0" lang="de-DE" sz="2400" strike="noStrike" u="none">
                <a:solidFill>
                  <a:srgbClr val="d4d4d4"/>
                </a:solidFill>
                <a:uFillTx/>
                <a:latin typeface="Menlo"/>
              </a:rPr>
              <a:t> </a:t>
            </a:r>
            <a:r>
              <a:rPr b="0" lang="de-DE" sz="2400" strike="noStrike" u="none">
                <a:solidFill>
                  <a:srgbClr val="9cdcfe"/>
                </a:solidFill>
                <a:uFillTx/>
                <a:latin typeface="Menlo"/>
              </a:rPr>
              <a:t>i</a:t>
            </a:r>
            <a:r>
              <a:rPr b="0" lang="de-DE" sz="2400" strike="noStrike" u="none">
                <a:solidFill>
                  <a:srgbClr val="d4d4d4"/>
                </a:solidFill>
                <a:uFillTx/>
                <a:latin typeface="Menlo"/>
              </a:rPr>
              <a:t> = </a:t>
            </a:r>
            <a:r>
              <a:rPr b="0" lang="de-DE" sz="2400" strike="noStrike" u="none">
                <a:solidFill>
                  <a:srgbClr val="b5cea8"/>
                </a:solidFill>
                <a:uFillTx/>
                <a:latin typeface="Menlo"/>
              </a:rPr>
              <a:t>0</a:t>
            </a:r>
            <a:r>
              <a:rPr b="0" lang="de-DE" sz="2400" strike="noStrike" u="none">
                <a:solidFill>
                  <a:srgbClr val="d4d4d4"/>
                </a:solidFill>
                <a:uFillTx/>
                <a:latin typeface="Menlo"/>
              </a:rPr>
              <a:t>; </a:t>
            </a:r>
            <a:r>
              <a:rPr b="0" lang="de-DE" sz="2400" strike="noStrike" u="none">
                <a:solidFill>
                  <a:srgbClr val="9cdcfe"/>
                </a:solidFill>
                <a:uFillTx/>
                <a:latin typeface="Menlo"/>
              </a:rPr>
              <a:t>i</a:t>
            </a:r>
            <a:r>
              <a:rPr b="0" lang="de-DE" sz="2400" strike="noStrike" u="none">
                <a:solidFill>
                  <a:srgbClr val="d4d4d4"/>
                </a:solidFill>
                <a:uFillTx/>
                <a:latin typeface="Menlo"/>
              </a:rPr>
              <a:t> &lt; </a:t>
            </a:r>
            <a:r>
              <a:rPr b="0" lang="de-DE" sz="2400" strike="noStrike" u="none">
                <a:solidFill>
                  <a:srgbClr val="9cdcfe"/>
                </a:solidFill>
                <a:uFillTx/>
                <a:latin typeface="Menlo"/>
              </a:rPr>
              <a:t>row</a:t>
            </a:r>
            <a:r>
              <a:rPr b="0" lang="de-DE" sz="2400" strike="noStrike" u="none">
                <a:solidFill>
                  <a:srgbClr val="d4d4d4"/>
                </a:solidFill>
                <a:uFillTx/>
                <a:latin typeface="Menlo"/>
              </a:rPr>
              <a:t>.</a:t>
            </a:r>
            <a:r>
              <a:rPr b="0" lang="de-DE" sz="2400" strike="noStrike" u="none">
                <a:solidFill>
                  <a:srgbClr val="9cdcfe"/>
                </a:solidFill>
                <a:uFillTx/>
                <a:latin typeface="Menlo"/>
              </a:rPr>
              <a:t>length</a:t>
            </a:r>
            <a:r>
              <a:rPr b="0" lang="de-DE" sz="2400" strike="noStrike" u="none">
                <a:solidFill>
                  <a:srgbClr val="d4d4d4"/>
                </a:solidFill>
                <a:uFillTx/>
                <a:latin typeface="Menlo"/>
              </a:rPr>
              <a:t>; </a:t>
            </a:r>
            <a:r>
              <a:rPr b="0" lang="de-DE" sz="2400" strike="noStrike" u="none">
                <a:solidFill>
                  <a:srgbClr val="9cdcfe"/>
                </a:solidFill>
                <a:uFillTx/>
                <a:latin typeface="Menlo"/>
              </a:rPr>
              <a:t>i</a:t>
            </a:r>
            <a:r>
              <a:rPr b="0" lang="de-DE" sz="2400" strike="noStrike" u="none">
                <a:solidFill>
                  <a:srgbClr val="d4d4d4"/>
                </a:solidFill>
                <a:uFillTx/>
                <a:latin typeface="Menlo"/>
              </a:rPr>
              <a:t>++) {</a:t>
            </a:r>
            <a:endParaRPr b="0" lang="de-DE" sz="2400" strike="noStrike" u="none">
              <a:solidFill>
                <a:srgbClr val="000000"/>
              </a:solidFill>
              <a:uFillTx/>
              <a:latin typeface="Arial"/>
            </a:endParaRPr>
          </a:p>
          <a:p>
            <a:pPr marL="457200" indent="0" defTabSz="914400">
              <a:lnSpc>
                <a:spcPct val="90000"/>
              </a:lnSpc>
              <a:spcBef>
                <a:spcPts val="499"/>
              </a:spcBef>
              <a:buNone/>
              <a:tabLst>
                <a:tab algn="l" pos="0"/>
              </a:tabLst>
            </a:pPr>
            <a:r>
              <a:rPr b="0" lang="de-DE" sz="2400" strike="noStrike" u="none">
                <a:solidFill>
                  <a:srgbClr val="9cdcfe"/>
                </a:solidFill>
                <a:uFillTx/>
                <a:latin typeface="Menlo"/>
              </a:rPr>
              <a:t>	</a:t>
            </a:r>
            <a:r>
              <a:rPr b="0" lang="de-DE" sz="2400" strike="noStrike" u="none">
                <a:solidFill>
                  <a:srgbClr val="9cdcfe"/>
                </a:solidFill>
                <a:uFillTx/>
                <a:latin typeface="Menlo"/>
              </a:rPr>
              <a:t>	</a:t>
            </a:r>
            <a:r>
              <a:rPr b="0" lang="de-DE" sz="2400" strike="noStrike" u="none">
                <a:solidFill>
                  <a:srgbClr val="9cdcfe"/>
                </a:solidFill>
                <a:uFillTx/>
                <a:latin typeface="Menlo"/>
              </a:rPr>
              <a:t>sum</a:t>
            </a:r>
            <a:r>
              <a:rPr b="0" lang="de-DE" sz="2400" strike="noStrike" u="none">
                <a:solidFill>
                  <a:srgbClr val="d4d4d4"/>
                </a:solidFill>
                <a:uFillTx/>
                <a:latin typeface="Menlo"/>
              </a:rPr>
              <a:t> += </a:t>
            </a:r>
            <a:r>
              <a:rPr b="0" lang="de-DE" sz="2400" strike="noStrike" u="none">
                <a:solidFill>
                  <a:srgbClr val="9cdcfe"/>
                </a:solidFill>
                <a:uFillTx/>
                <a:latin typeface="Menlo"/>
              </a:rPr>
              <a:t>row</a:t>
            </a:r>
            <a:r>
              <a:rPr b="0" lang="de-DE" sz="2400" strike="noStrike" u="none">
                <a:solidFill>
                  <a:srgbClr val="d4d4d4"/>
                </a:solidFill>
                <a:uFillTx/>
                <a:latin typeface="Menlo"/>
              </a:rPr>
              <a:t>[</a:t>
            </a:r>
            <a:r>
              <a:rPr b="0" lang="de-DE" sz="2400" strike="noStrike" u="none">
                <a:solidFill>
                  <a:srgbClr val="9cdcfe"/>
                </a:solidFill>
                <a:uFillTx/>
                <a:latin typeface="Menlo"/>
              </a:rPr>
              <a:t>i</a:t>
            </a:r>
            <a:r>
              <a:rPr b="0" lang="de-DE" sz="2400" strike="noStrike" u="none">
                <a:solidFill>
                  <a:srgbClr val="d4d4d4"/>
                </a:solidFill>
                <a:uFillTx/>
                <a:latin typeface="Menlo"/>
              </a:rPr>
              <a:t>];</a:t>
            </a:r>
            <a:endParaRPr b="0" lang="de-DE" sz="2400" strike="noStrike" u="none">
              <a:solidFill>
                <a:srgbClr val="000000"/>
              </a:solidFill>
              <a:uFillTx/>
              <a:latin typeface="Arial"/>
            </a:endParaRPr>
          </a:p>
          <a:p>
            <a:pPr marL="457200" indent="0" defTabSz="914400">
              <a:lnSpc>
                <a:spcPct val="90000"/>
              </a:lnSpc>
              <a:spcBef>
                <a:spcPts val="499"/>
              </a:spcBef>
              <a:buNone/>
              <a:tabLst>
                <a:tab algn="l" pos="0"/>
              </a:tabLst>
            </a:pPr>
            <a:r>
              <a:rPr b="0" lang="de-DE" sz="2400" strike="noStrike" u="none">
                <a:solidFill>
                  <a:srgbClr val="d4d4d4"/>
                </a:solidFill>
                <a:uFillTx/>
                <a:latin typeface="Menlo"/>
              </a:rPr>
              <a:t>	</a:t>
            </a:r>
            <a:r>
              <a:rPr b="0" lang="de-DE" sz="2400" strike="noStrike" u="none">
                <a:solidFill>
                  <a:srgbClr val="d4d4d4"/>
                </a:solidFill>
                <a:uFillTx/>
                <a:latin typeface="Menlo"/>
              </a:rPr>
              <a:t>}</a:t>
            </a:r>
            <a:endParaRPr b="0" lang="de-DE" sz="2400" strike="noStrike" u="none">
              <a:solidFill>
                <a:srgbClr val="000000"/>
              </a:solidFill>
              <a:uFillTx/>
              <a:latin typeface="Arial"/>
            </a:endParaRPr>
          </a:p>
          <a:p>
            <a:pPr marL="457200" indent="0" defTabSz="914400">
              <a:lnSpc>
                <a:spcPct val="90000"/>
              </a:lnSpc>
              <a:spcBef>
                <a:spcPts val="499"/>
              </a:spcBef>
              <a:buNone/>
              <a:tabLst>
                <a:tab algn="l" pos="0"/>
              </a:tabLst>
            </a:pPr>
            <a:r>
              <a:rPr b="0" lang="de-DE" sz="2400" strike="noStrike" u="none">
                <a:solidFill>
                  <a:srgbClr val="d4d4d4"/>
                </a:solidFill>
                <a:uFillTx/>
                <a:latin typeface="Menlo"/>
              </a:rPr>
              <a:t>}</a:t>
            </a:r>
            <a:endParaRPr b="0" lang="de-DE" sz="2400" strike="noStrike" u="none">
              <a:solidFill>
                <a:srgbClr val="000000"/>
              </a:solidFill>
              <a:uFillTx/>
              <a:latin typeface="Arial"/>
            </a:endParaRPr>
          </a:p>
          <a:p>
            <a:pPr marL="457200" indent="0" defTabSz="914400">
              <a:lnSpc>
                <a:spcPct val="90000"/>
              </a:lnSpc>
              <a:spcBef>
                <a:spcPts val="499"/>
              </a:spcBef>
              <a:buNone/>
              <a:tabLst>
                <a:tab algn="l" pos="0"/>
              </a:tabLst>
            </a:pPr>
            <a:br>
              <a:rPr sz="2400"/>
            </a:br>
            <a:r>
              <a:rPr b="0" lang="de-DE" sz="2400" strike="noStrike" u="none">
                <a:solidFill>
                  <a:srgbClr val="c586c0"/>
                </a:solidFill>
                <a:uFillTx/>
                <a:latin typeface="Menlo"/>
              </a:rPr>
              <a:t>return</a:t>
            </a:r>
            <a:r>
              <a:rPr b="0" lang="de-DE" sz="2400" strike="noStrike" u="none">
                <a:solidFill>
                  <a:srgbClr val="d4d4d4"/>
                </a:solidFill>
                <a:uFillTx/>
                <a:latin typeface="Menlo"/>
              </a:rPr>
              <a:t> </a:t>
            </a:r>
            <a:r>
              <a:rPr b="0" lang="de-DE" sz="2400" strike="noStrike" u="none">
                <a:solidFill>
                  <a:srgbClr val="9cdcfe"/>
                </a:solidFill>
                <a:uFillTx/>
                <a:latin typeface="Menlo"/>
              </a:rPr>
              <a:t>sum</a:t>
            </a:r>
            <a:r>
              <a:rPr b="0" lang="de-DE" sz="2400" strike="noStrike" u="none">
                <a:solidFill>
                  <a:srgbClr val="d4d4d4"/>
                </a:solidFill>
                <a:uFillTx/>
                <a:latin typeface="Menlo"/>
              </a:rPr>
              <a:t>;</a:t>
            </a:r>
            <a:endParaRPr b="0" lang="de-DE" sz="2400" strike="noStrike" u="none">
              <a:solidFill>
                <a:srgbClr val="000000"/>
              </a:solidFill>
              <a:uFillTx/>
              <a:latin typeface="Arial"/>
            </a:endParaRPr>
          </a:p>
          <a:p>
            <a:pPr marL="457200" indent="0" defTabSz="914400">
              <a:lnSpc>
                <a:spcPct val="90000"/>
              </a:lnSpc>
              <a:spcBef>
                <a:spcPts val="1001"/>
              </a:spcBef>
              <a:buNone/>
              <a:tabLst>
                <a:tab algn="l" pos="0"/>
              </a:tabLst>
            </a:pPr>
            <a:r>
              <a:rPr b="0" lang="de-DE" sz="2800" strike="noStrike" u="none">
                <a:solidFill>
                  <a:srgbClr val="d4d4d4"/>
                </a:solidFill>
                <a:uFillTx/>
                <a:latin typeface="Menlo"/>
              </a:rPr>
              <a:t>}</a:t>
            </a:r>
            <a:endParaRPr b="0" lang="de-DE" sz="2800" strike="noStrike" u="none">
              <a:solidFill>
                <a:srgbClr val="000000"/>
              </a:solidFill>
              <a:uFillTx/>
              <a:latin typeface="Arial"/>
            </a:endParaRPr>
          </a:p>
          <a:p>
            <a:pPr marL="457200" indent="0" defTabSz="914400">
              <a:lnSpc>
                <a:spcPct val="90000"/>
              </a:lnSpc>
              <a:spcBef>
                <a:spcPts val="1001"/>
              </a:spcBef>
              <a:buNone/>
              <a:tabLst>
                <a:tab algn="l" pos="0"/>
              </a:tabLst>
            </a:pPr>
            <a:endParaRPr b="0" lang="de-DE" sz="2800" strike="noStrike" u="none">
              <a:solidFill>
                <a:srgbClr val="000000"/>
              </a:solidFill>
              <a:uFillTx/>
              <a:latin typeface="Arial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18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2" name="PlaceHolder 1"/>
          <p:cNvSpPr>
            <a:spLocks noGrp="1"/>
          </p:cNvSpPr>
          <p:nvPr>
            <p:ph type="title"/>
          </p:nvPr>
        </p:nvSpPr>
        <p:spPr>
          <a:xfrm>
            <a:off x="838080" y="365040"/>
            <a:ext cx="10514520" cy="132444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ctr">
            <a:noAutofit/>
          </a:bodyPr>
          <a:p>
            <a:pPr indent="0" defTabSz="914400">
              <a:lnSpc>
                <a:spcPct val="90000"/>
              </a:lnSpc>
              <a:buNone/>
              <a:tabLst>
                <a:tab algn="l" pos="0"/>
              </a:tabLst>
            </a:pPr>
            <a:r>
              <a:rPr b="0" lang="de-DE" sz="4400" strike="noStrike" u="none">
                <a:solidFill>
                  <a:schemeClr val="dk1"/>
                </a:solidFill>
                <a:uFillTx/>
                <a:latin typeface="Calibri Light"/>
              </a:rPr>
              <a:t>Var-Scoping Macken 3</a:t>
            </a:r>
            <a:endParaRPr b="0" lang="de-DE" sz="4400" strike="noStrike" u="none">
              <a:solidFill>
                <a:srgbClr val="000000"/>
              </a:solidFill>
              <a:uFillTx/>
              <a:latin typeface="Arial"/>
            </a:endParaRPr>
          </a:p>
        </p:txBody>
      </p:sp>
      <p:sp>
        <p:nvSpPr>
          <p:cNvPr id="203" name="PlaceHolder 2"/>
          <p:cNvSpPr>
            <a:spLocks noGrp="1"/>
          </p:cNvSpPr>
          <p:nvPr>
            <p:ph/>
          </p:nvPr>
        </p:nvSpPr>
        <p:spPr>
          <a:xfrm>
            <a:off x="838080" y="1825560"/>
            <a:ext cx="10514520" cy="435024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t">
            <a:noAutofit/>
          </a:bodyPr>
          <a:p>
            <a:pPr indent="0" defTabSz="914400">
              <a:lnSpc>
                <a:spcPct val="90000"/>
              </a:lnSpc>
              <a:spcBef>
                <a:spcPts val="1001"/>
              </a:spcBef>
              <a:buNone/>
              <a:tabLst>
                <a:tab algn="l" pos="0"/>
              </a:tabLst>
            </a:pPr>
            <a:r>
              <a:rPr b="0" lang="de-DE" sz="2800" strike="noStrike" u="none">
                <a:solidFill>
                  <a:srgbClr val="c586c0"/>
                </a:solidFill>
                <a:uFillTx/>
                <a:latin typeface="Menlo"/>
              </a:rPr>
              <a:t>for</a:t>
            </a:r>
            <a:r>
              <a:rPr b="0" lang="de-DE" sz="2800" strike="noStrike" u="none">
                <a:solidFill>
                  <a:srgbClr val="d4d4d4"/>
                </a:solidFill>
                <a:uFillTx/>
                <a:latin typeface="Menlo"/>
              </a:rPr>
              <a:t> (</a:t>
            </a:r>
            <a:r>
              <a:rPr b="0" lang="de-DE" sz="2800" strike="noStrike" u="none">
                <a:solidFill>
                  <a:srgbClr val="569cd6"/>
                </a:solidFill>
                <a:uFillTx/>
                <a:latin typeface="Menlo"/>
              </a:rPr>
              <a:t>var</a:t>
            </a:r>
            <a:r>
              <a:rPr b="0" lang="de-DE" sz="2800" strike="noStrike" u="none">
                <a:solidFill>
                  <a:srgbClr val="d4d4d4"/>
                </a:solidFill>
                <a:uFillTx/>
                <a:latin typeface="Menlo"/>
              </a:rPr>
              <a:t> </a:t>
            </a:r>
            <a:r>
              <a:rPr b="0" lang="de-DE" sz="2800" strike="noStrike" u="none">
                <a:solidFill>
                  <a:srgbClr val="9cdcfe"/>
                </a:solidFill>
                <a:uFillTx/>
                <a:latin typeface="Menlo"/>
              </a:rPr>
              <a:t>i</a:t>
            </a:r>
            <a:r>
              <a:rPr b="0" lang="de-DE" sz="2800" strike="noStrike" u="none">
                <a:solidFill>
                  <a:srgbClr val="d4d4d4"/>
                </a:solidFill>
                <a:uFillTx/>
                <a:latin typeface="Menlo"/>
              </a:rPr>
              <a:t> = </a:t>
            </a:r>
            <a:r>
              <a:rPr b="0" lang="de-DE" sz="2800" strike="noStrike" u="none">
                <a:solidFill>
                  <a:srgbClr val="b5cea8"/>
                </a:solidFill>
                <a:uFillTx/>
                <a:latin typeface="Menlo"/>
              </a:rPr>
              <a:t>0</a:t>
            </a:r>
            <a:r>
              <a:rPr b="0" lang="de-DE" sz="2800" strike="noStrike" u="none">
                <a:solidFill>
                  <a:srgbClr val="d4d4d4"/>
                </a:solidFill>
                <a:uFillTx/>
                <a:latin typeface="Menlo"/>
              </a:rPr>
              <a:t>; </a:t>
            </a:r>
            <a:r>
              <a:rPr b="0" lang="de-DE" sz="2800" strike="noStrike" u="none">
                <a:solidFill>
                  <a:srgbClr val="9cdcfe"/>
                </a:solidFill>
                <a:uFillTx/>
                <a:latin typeface="Menlo"/>
              </a:rPr>
              <a:t>i</a:t>
            </a:r>
            <a:r>
              <a:rPr b="0" lang="de-DE" sz="2800" strike="noStrike" u="none">
                <a:solidFill>
                  <a:srgbClr val="d4d4d4"/>
                </a:solidFill>
                <a:uFillTx/>
                <a:latin typeface="Menlo"/>
              </a:rPr>
              <a:t> &lt; </a:t>
            </a:r>
            <a:r>
              <a:rPr b="0" lang="de-DE" sz="2800" strike="noStrike" u="none">
                <a:solidFill>
                  <a:srgbClr val="b5cea8"/>
                </a:solidFill>
                <a:uFillTx/>
                <a:latin typeface="Menlo"/>
              </a:rPr>
              <a:t>10</a:t>
            </a:r>
            <a:r>
              <a:rPr b="0" lang="de-DE" sz="2800" strike="noStrike" u="none">
                <a:solidFill>
                  <a:srgbClr val="d4d4d4"/>
                </a:solidFill>
                <a:uFillTx/>
                <a:latin typeface="Menlo"/>
              </a:rPr>
              <a:t>; </a:t>
            </a:r>
            <a:r>
              <a:rPr b="0" lang="de-DE" sz="2800" strike="noStrike" u="none">
                <a:solidFill>
                  <a:srgbClr val="9cdcfe"/>
                </a:solidFill>
                <a:uFillTx/>
                <a:latin typeface="Menlo"/>
              </a:rPr>
              <a:t>i</a:t>
            </a:r>
            <a:r>
              <a:rPr b="0" lang="de-DE" sz="2800" strike="noStrike" u="none">
                <a:solidFill>
                  <a:srgbClr val="d4d4d4"/>
                </a:solidFill>
                <a:uFillTx/>
                <a:latin typeface="Menlo"/>
              </a:rPr>
              <a:t>++) {</a:t>
            </a:r>
            <a:endParaRPr b="0" lang="de-DE" sz="2800" strike="noStrike" u="none">
              <a:solidFill>
                <a:srgbClr val="000000"/>
              </a:solidFill>
              <a:uFillTx/>
              <a:latin typeface="Arial"/>
            </a:endParaRPr>
          </a:p>
          <a:p>
            <a:pPr marL="457200" indent="0" defTabSz="914400">
              <a:lnSpc>
                <a:spcPct val="90000"/>
              </a:lnSpc>
              <a:spcBef>
                <a:spcPts val="499"/>
              </a:spcBef>
              <a:buNone/>
              <a:tabLst>
                <a:tab algn="l" pos="0"/>
              </a:tabLst>
            </a:pPr>
            <a:r>
              <a:rPr b="0" lang="de-DE" sz="2400" strike="noStrike" u="none">
                <a:solidFill>
                  <a:srgbClr val="dcdcaa"/>
                </a:solidFill>
                <a:uFillTx/>
                <a:latin typeface="Menlo"/>
              </a:rPr>
              <a:t>setTimeout</a:t>
            </a:r>
            <a:r>
              <a:rPr b="0" lang="de-DE" sz="2400" strike="noStrike" u="none">
                <a:solidFill>
                  <a:srgbClr val="d4d4d4"/>
                </a:solidFill>
                <a:uFillTx/>
                <a:latin typeface="Menlo"/>
              </a:rPr>
              <a:t>(</a:t>
            </a:r>
            <a:r>
              <a:rPr b="0" lang="de-DE" sz="2400" strike="noStrike" u="none">
                <a:solidFill>
                  <a:srgbClr val="569cd6"/>
                </a:solidFill>
                <a:uFillTx/>
                <a:latin typeface="Menlo"/>
              </a:rPr>
              <a:t>function</a:t>
            </a:r>
            <a:r>
              <a:rPr b="0" lang="de-DE" sz="2400" strike="noStrike" u="none">
                <a:solidFill>
                  <a:srgbClr val="d4d4d4"/>
                </a:solidFill>
                <a:uFillTx/>
                <a:latin typeface="Menlo"/>
              </a:rPr>
              <a:t>() { </a:t>
            </a:r>
            <a:r>
              <a:rPr b="0" lang="de-DE" sz="2400" strike="noStrike" u="none">
                <a:solidFill>
                  <a:srgbClr val="4ec9b0"/>
                </a:solidFill>
                <a:uFillTx/>
                <a:latin typeface="Menlo"/>
              </a:rPr>
              <a:t>console</a:t>
            </a:r>
            <a:r>
              <a:rPr b="0" lang="de-DE" sz="2400" strike="noStrike" u="none">
                <a:solidFill>
                  <a:srgbClr val="d4d4d4"/>
                </a:solidFill>
                <a:uFillTx/>
                <a:latin typeface="Menlo"/>
              </a:rPr>
              <a:t>.</a:t>
            </a:r>
            <a:r>
              <a:rPr b="0" lang="de-DE" sz="2400" strike="noStrike" u="none">
                <a:solidFill>
                  <a:srgbClr val="dcdcaa"/>
                </a:solidFill>
                <a:uFillTx/>
                <a:latin typeface="Menlo"/>
              </a:rPr>
              <a:t>log</a:t>
            </a:r>
            <a:r>
              <a:rPr b="0" lang="de-DE" sz="2400" strike="noStrike" u="none">
                <a:solidFill>
                  <a:srgbClr val="d4d4d4"/>
                </a:solidFill>
                <a:uFillTx/>
                <a:latin typeface="Menlo"/>
              </a:rPr>
              <a:t>(</a:t>
            </a:r>
            <a:r>
              <a:rPr b="0" lang="de-DE" sz="2400" strike="noStrike" u="none">
                <a:solidFill>
                  <a:srgbClr val="9cdcfe"/>
                </a:solidFill>
                <a:uFillTx/>
                <a:latin typeface="Menlo"/>
              </a:rPr>
              <a:t>i</a:t>
            </a:r>
            <a:r>
              <a:rPr b="0" lang="de-DE" sz="2400" strike="noStrike" u="none">
                <a:solidFill>
                  <a:srgbClr val="d4d4d4"/>
                </a:solidFill>
                <a:uFillTx/>
                <a:latin typeface="Menlo"/>
              </a:rPr>
              <a:t>); }, </a:t>
            </a:r>
            <a:r>
              <a:rPr b="0" lang="de-DE" sz="2400" strike="noStrike" u="none">
                <a:solidFill>
                  <a:srgbClr val="b5cea8"/>
                </a:solidFill>
                <a:uFillTx/>
                <a:latin typeface="Menlo"/>
              </a:rPr>
              <a:t>100</a:t>
            </a:r>
            <a:r>
              <a:rPr b="0" lang="de-DE" sz="2400" strike="noStrike" u="none">
                <a:solidFill>
                  <a:srgbClr val="d4d4d4"/>
                </a:solidFill>
                <a:uFillTx/>
                <a:latin typeface="Menlo"/>
              </a:rPr>
              <a:t> * </a:t>
            </a:r>
            <a:r>
              <a:rPr b="0" lang="de-DE" sz="2400" strike="noStrike" u="none">
                <a:solidFill>
                  <a:srgbClr val="9cdcfe"/>
                </a:solidFill>
                <a:uFillTx/>
                <a:latin typeface="Menlo"/>
              </a:rPr>
              <a:t>i</a:t>
            </a:r>
            <a:r>
              <a:rPr b="0" lang="de-DE" sz="2400" strike="noStrike" u="none">
                <a:solidFill>
                  <a:srgbClr val="d4d4d4"/>
                </a:solidFill>
                <a:uFillTx/>
                <a:latin typeface="Menlo"/>
              </a:rPr>
              <a:t>);</a:t>
            </a:r>
            <a:endParaRPr b="0" lang="de-DE" sz="2400" strike="noStrike" u="none">
              <a:solidFill>
                <a:srgbClr val="000000"/>
              </a:solidFill>
              <a:uFillTx/>
              <a:latin typeface="Arial"/>
            </a:endParaRPr>
          </a:p>
          <a:p>
            <a:pPr marL="457200" indent="0" defTabSz="914400">
              <a:lnSpc>
                <a:spcPct val="90000"/>
              </a:lnSpc>
              <a:spcBef>
                <a:spcPts val="1001"/>
              </a:spcBef>
              <a:buNone/>
              <a:tabLst>
                <a:tab algn="l" pos="0"/>
              </a:tabLst>
            </a:pPr>
            <a:r>
              <a:rPr b="0" lang="de-DE" sz="2800" strike="noStrike" u="none">
                <a:solidFill>
                  <a:srgbClr val="d4d4d4"/>
                </a:solidFill>
                <a:uFillTx/>
                <a:latin typeface="Menlo"/>
              </a:rPr>
              <a:t>}</a:t>
            </a:r>
            <a:endParaRPr b="0" lang="de-DE" sz="2800" strike="noStrike" u="none">
              <a:solidFill>
                <a:srgbClr val="000000"/>
              </a:solidFill>
              <a:uFillTx/>
              <a:latin typeface="Arial"/>
            </a:endParaRPr>
          </a:p>
          <a:p>
            <a:pPr marL="457200" indent="0" defTabSz="914400">
              <a:lnSpc>
                <a:spcPct val="90000"/>
              </a:lnSpc>
              <a:spcBef>
                <a:spcPts val="1001"/>
              </a:spcBef>
              <a:buNone/>
              <a:tabLst>
                <a:tab algn="l" pos="0"/>
              </a:tabLst>
            </a:pPr>
            <a:endParaRPr b="0" lang="de-DE" sz="2800" strike="noStrike" u="none">
              <a:solidFill>
                <a:srgbClr val="000000"/>
              </a:solidFill>
              <a:uFillTx/>
              <a:latin typeface="Arial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19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4" name="PlaceHolder 1"/>
          <p:cNvSpPr>
            <a:spLocks noGrp="1"/>
          </p:cNvSpPr>
          <p:nvPr>
            <p:ph type="title"/>
          </p:nvPr>
        </p:nvSpPr>
        <p:spPr>
          <a:xfrm>
            <a:off x="4965480" y="629280"/>
            <a:ext cx="6585480" cy="128520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b">
            <a:normAutofit/>
          </a:bodyPr>
          <a:p>
            <a:pPr indent="0" defTabSz="914400">
              <a:lnSpc>
                <a:spcPct val="90000"/>
              </a:lnSpc>
              <a:buNone/>
              <a:tabLst>
                <a:tab algn="l" pos="0"/>
              </a:tabLst>
            </a:pPr>
            <a:r>
              <a:rPr b="0" lang="de-DE" sz="4400" strike="noStrike" u="none">
                <a:solidFill>
                  <a:schemeClr val="dk1"/>
                </a:solidFill>
                <a:uFillTx/>
                <a:latin typeface="Calibri Light"/>
              </a:rPr>
              <a:t>Block Scoping</a:t>
            </a:r>
            <a:r>
              <a:rPr b="0" lang="de-DE" sz="4400" strike="noStrike" u="none">
                <a:solidFill>
                  <a:schemeClr val="dk1"/>
                </a:solidFill>
                <a:uFillTx/>
                <a:latin typeface="Calibri Light"/>
              </a:rPr>
              <a:t>	</a:t>
            </a:r>
            <a:endParaRPr b="0" lang="de-DE" sz="4400" strike="noStrike" u="none">
              <a:solidFill>
                <a:srgbClr val="000000"/>
              </a:solidFill>
              <a:uFillTx/>
              <a:latin typeface="Arial"/>
            </a:endParaRPr>
          </a:p>
        </p:txBody>
      </p:sp>
      <p:sp>
        <p:nvSpPr>
          <p:cNvPr id="205" name="PlaceHolder 2"/>
          <p:cNvSpPr>
            <a:spLocks noGrp="1"/>
          </p:cNvSpPr>
          <p:nvPr>
            <p:ph/>
          </p:nvPr>
        </p:nvSpPr>
        <p:spPr>
          <a:xfrm>
            <a:off x="4965480" y="2438280"/>
            <a:ext cx="6585480" cy="378432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t">
            <a:normAutofit/>
          </a:bodyPr>
          <a:p>
            <a:pPr indent="0" defTabSz="914400">
              <a:lnSpc>
                <a:spcPct val="90000"/>
              </a:lnSpc>
              <a:spcBef>
                <a:spcPts val="1001"/>
              </a:spcBef>
              <a:buNone/>
              <a:tabLst>
                <a:tab algn="l" pos="0"/>
              </a:tabLst>
            </a:pPr>
            <a:r>
              <a:rPr b="0" lang="de-DE" sz="2000" strike="noStrike" u="none">
                <a:solidFill>
                  <a:srgbClr val="569cd6"/>
                </a:solidFill>
                <a:uFillTx/>
                <a:latin typeface="Menlo"/>
              </a:rPr>
              <a:t>function</a:t>
            </a:r>
            <a:r>
              <a:rPr b="0" lang="de-DE" sz="2000" strike="noStrike" u="none">
                <a:solidFill>
                  <a:srgbClr val="d4d4d4"/>
                </a:solidFill>
                <a:uFillTx/>
                <a:latin typeface="Menlo"/>
              </a:rPr>
              <a:t> </a:t>
            </a:r>
            <a:r>
              <a:rPr b="0" lang="de-DE" sz="2000" strike="noStrike" u="none">
                <a:solidFill>
                  <a:srgbClr val="dcdcaa"/>
                </a:solidFill>
                <a:uFillTx/>
                <a:latin typeface="Menlo"/>
              </a:rPr>
              <a:t>someFunc</a:t>
            </a:r>
            <a:r>
              <a:rPr b="0" lang="de-DE" sz="2000" strike="noStrike" u="none">
                <a:solidFill>
                  <a:srgbClr val="d4d4d4"/>
                </a:solidFill>
                <a:uFillTx/>
                <a:latin typeface="Menlo"/>
              </a:rPr>
              <a:t>(</a:t>
            </a:r>
            <a:r>
              <a:rPr b="0" lang="de-DE" sz="2000" strike="noStrike" u="none">
                <a:solidFill>
                  <a:srgbClr val="9cdcfe"/>
                </a:solidFill>
                <a:uFillTx/>
                <a:latin typeface="Menlo"/>
              </a:rPr>
              <a:t>flag</a:t>
            </a:r>
            <a:r>
              <a:rPr b="0" lang="de-DE" sz="2000" strike="noStrike" u="none">
                <a:solidFill>
                  <a:srgbClr val="d4d4d4"/>
                </a:solidFill>
                <a:uFillTx/>
                <a:latin typeface="Menlo"/>
              </a:rPr>
              <a:t>: </a:t>
            </a:r>
            <a:r>
              <a:rPr b="0" lang="de-DE" sz="2000" strike="noStrike" u="none">
                <a:solidFill>
                  <a:srgbClr val="4ec9b0"/>
                </a:solidFill>
                <a:uFillTx/>
                <a:latin typeface="Menlo"/>
              </a:rPr>
              <a:t>boolean</a:t>
            </a:r>
            <a:r>
              <a:rPr b="0" lang="de-DE" sz="2000" strike="noStrike" u="none">
                <a:solidFill>
                  <a:srgbClr val="d4d4d4"/>
                </a:solidFill>
                <a:uFillTx/>
                <a:latin typeface="Menlo"/>
              </a:rPr>
              <a:t>) {</a:t>
            </a:r>
            <a:endParaRPr b="0" lang="de-DE" sz="2000" strike="noStrike" u="none">
              <a:solidFill>
                <a:srgbClr val="000000"/>
              </a:solidFill>
              <a:uFillTx/>
              <a:latin typeface="Arial"/>
            </a:endParaRPr>
          </a:p>
          <a:p>
            <a:pPr marL="457200" indent="0" defTabSz="914400">
              <a:lnSpc>
                <a:spcPct val="90000"/>
              </a:lnSpc>
              <a:spcBef>
                <a:spcPts val="499"/>
              </a:spcBef>
              <a:buNone/>
              <a:tabLst>
                <a:tab algn="l" pos="0"/>
              </a:tabLst>
            </a:pPr>
            <a:r>
              <a:rPr b="0" lang="de-DE" sz="1600" strike="noStrike" u="none">
                <a:solidFill>
                  <a:srgbClr val="569cd6"/>
                </a:solidFill>
                <a:uFillTx/>
                <a:latin typeface="Menlo"/>
              </a:rPr>
              <a:t>let</a:t>
            </a:r>
            <a:r>
              <a:rPr b="0" lang="de-DE" sz="1600" strike="noStrike" u="none">
                <a:solidFill>
                  <a:srgbClr val="d4d4d4"/>
                </a:solidFill>
                <a:uFillTx/>
                <a:latin typeface="Menlo"/>
              </a:rPr>
              <a:t> </a:t>
            </a:r>
            <a:r>
              <a:rPr b="0" lang="de-DE" sz="1600" strike="noStrike" u="none">
                <a:solidFill>
                  <a:srgbClr val="9cdcfe"/>
                </a:solidFill>
                <a:uFillTx/>
                <a:latin typeface="Menlo"/>
              </a:rPr>
              <a:t>a</a:t>
            </a:r>
            <a:r>
              <a:rPr b="0" lang="de-DE" sz="1600" strike="noStrike" u="none">
                <a:solidFill>
                  <a:srgbClr val="d4d4d4"/>
                </a:solidFill>
                <a:uFillTx/>
                <a:latin typeface="Menlo"/>
              </a:rPr>
              <a:t> = </a:t>
            </a:r>
            <a:r>
              <a:rPr b="0" lang="de-DE" sz="1600" strike="noStrike" u="none">
                <a:solidFill>
                  <a:srgbClr val="b5cea8"/>
                </a:solidFill>
                <a:uFillTx/>
                <a:latin typeface="Menlo"/>
              </a:rPr>
              <a:t>0</a:t>
            </a:r>
            <a:r>
              <a:rPr b="0" lang="de-DE" sz="1600" strike="noStrike" u="none">
                <a:solidFill>
                  <a:srgbClr val="d4d4d4"/>
                </a:solidFill>
                <a:uFillTx/>
                <a:latin typeface="Menlo"/>
              </a:rPr>
              <a:t>;</a:t>
            </a:r>
            <a:endParaRPr b="0" lang="de-DE" sz="1600" strike="noStrike" u="none">
              <a:solidFill>
                <a:srgbClr val="000000"/>
              </a:solidFill>
              <a:uFillTx/>
              <a:latin typeface="Arial"/>
            </a:endParaRPr>
          </a:p>
          <a:p>
            <a:pPr marL="457200" indent="0" defTabSz="914400">
              <a:lnSpc>
                <a:spcPct val="90000"/>
              </a:lnSpc>
              <a:spcBef>
                <a:spcPts val="499"/>
              </a:spcBef>
              <a:buNone/>
              <a:tabLst>
                <a:tab algn="l" pos="0"/>
              </a:tabLst>
            </a:pPr>
            <a:br>
              <a:rPr sz="1600"/>
            </a:br>
            <a:r>
              <a:rPr b="0" lang="de-DE" sz="1600" strike="noStrike" u="none">
                <a:solidFill>
                  <a:srgbClr val="c586c0"/>
                </a:solidFill>
                <a:uFillTx/>
                <a:latin typeface="Menlo"/>
              </a:rPr>
              <a:t>if</a:t>
            </a:r>
            <a:r>
              <a:rPr b="0" lang="de-DE" sz="1600" strike="noStrike" u="none">
                <a:solidFill>
                  <a:srgbClr val="d4d4d4"/>
                </a:solidFill>
                <a:uFillTx/>
                <a:latin typeface="Menlo"/>
              </a:rPr>
              <a:t> (</a:t>
            </a:r>
            <a:r>
              <a:rPr b="0" lang="de-DE" sz="1600" strike="noStrike" u="none">
                <a:solidFill>
                  <a:srgbClr val="9cdcfe"/>
                </a:solidFill>
                <a:uFillTx/>
                <a:latin typeface="Menlo"/>
              </a:rPr>
              <a:t>input</a:t>
            </a:r>
            <a:r>
              <a:rPr b="0" lang="de-DE" sz="1600" strike="noStrike" u="none">
                <a:solidFill>
                  <a:srgbClr val="d4d4d4"/>
                </a:solidFill>
                <a:uFillTx/>
                <a:latin typeface="Menlo"/>
              </a:rPr>
              <a:t>) {</a:t>
            </a:r>
            <a:endParaRPr b="0" lang="de-DE" sz="1600" strike="noStrike" u="none">
              <a:solidFill>
                <a:srgbClr val="000000"/>
              </a:solidFill>
              <a:uFillTx/>
              <a:latin typeface="Arial"/>
            </a:endParaRPr>
          </a:p>
          <a:p>
            <a:pPr marL="914400" indent="0" defTabSz="914400">
              <a:lnSpc>
                <a:spcPct val="90000"/>
              </a:lnSpc>
              <a:spcBef>
                <a:spcPts val="499"/>
              </a:spcBef>
              <a:buNone/>
              <a:tabLst>
                <a:tab algn="l" pos="0"/>
              </a:tabLst>
            </a:pPr>
            <a:r>
              <a:rPr b="0" lang="de-DE" sz="1200" strike="noStrike" u="none">
                <a:solidFill>
                  <a:srgbClr val="569cd6"/>
                </a:solidFill>
                <a:uFillTx/>
                <a:latin typeface="Menlo"/>
              </a:rPr>
              <a:t>let</a:t>
            </a:r>
            <a:r>
              <a:rPr b="0" lang="de-DE" sz="1200" strike="noStrike" u="none">
                <a:solidFill>
                  <a:srgbClr val="d4d4d4"/>
                </a:solidFill>
                <a:uFillTx/>
                <a:latin typeface="Menlo"/>
              </a:rPr>
              <a:t> </a:t>
            </a:r>
            <a:r>
              <a:rPr b="0" lang="de-DE" sz="1200" strike="noStrike" u="none">
                <a:solidFill>
                  <a:srgbClr val="9cdcfe"/>
                </a:solidFill>
                <a:uFillTx/>
                <a:latin typeface="Menlo"/>
              </a:rPr>
              <a:t>b</a:t>
            </a:r>
            <a:r>
              <a:rPr b="0" lang="de-DE" sz="1200" strike="noStrike" u="none">
                <a:solidFill>
                  <a:srgbClr val="d4d4d4"/>
                </a:solidFill>
                <a:uFillTx/>
                <a:latin typeface="Menlo"/>
              </a:rPr>
              <a:t> = </a:t>
            </a:r>
            <a:r>
              <a:rPr b="0" lang="de-DE" sz="1200" strike="noStrike" u="none">
                <a:solidFill>
                  <a:srgbClr val="9cdcfe"/>
                </a:solidFill>
                <a:uFillTx/>
                <a:latin typeface="Menlo"/>
              </a:rPr>
              <a:t>a</a:t>
            </a:r>
            <a:r>
              <a:rPr b="0" lang="de-DE" sz="1200" strike="noStrike" u="none">
                <a:solidFill>
                  <a:srgbClr val="d4d4d4"/>
                </a:solidFill>
                <a:uFillTx/>
                <a:latin typeface="Menlo"/>
              </a:rPr>
              <a:t> + </a:t>
            </a:r>
            <a:r>
              <a:rPr b="0" lang="de-DE" sz="1200" strike="noStrike" u="none">
                <a:solidFill>
                  <a:srgbClr val="b5cea8"/>
                </a:solidFill>
                <a:uFillTx/>
                <a:latin typeface="Menlo"/>
              </a:rPr>
              <a:t>1</a:t>
            </a:r>
            <a:r>
              <a:rPr b="0" lang="de-DE" sz="1200" strike="noStrike" u="none">
                <a:solidFill>
                  <a:srgbClr val="d4d4d4"/>
                </a:solidFill>
                <a:uFillTx/>
                <a:latin typeface="Menlo"/>
              </a:rPr>
              <a:t>;</a:t>
            </a:r>
            <a:endParaRPr b="0" lang="de-DE" sz="1200" strike="noStrike" u="none">
              <a:solidFill>
                <a:srgbClr val="000000"/>
              </a:solidFill>
              <a:uFillTx/>
              <a:latin typeface="Arial"/>
            </a:endParaRPr>
          </a:p>
          <a:p>
            <a:pPr marL="914400" indent="0" defTabSz="914400">
              <a:lnSpc>
                <a:spcPct val="90000"/>
              </a:lnSpc>
              <a:spcBef>
                <a:spcPts val="499"/>
              </a:spcBef>
              <a:buNone/>
              <a:tabLst>
                <a:tab algn="l" pos="0"/>
              </a:tabLst>
            </a:pPr>
            <a:r>
              <a:rPr b="0" lang="de-DE" sz="1200" strike="noStrike" u="none">
                <a:solidFill>
                  <a:srgbClr val="c586c0"/>
                </a:solidFill>
                <a:uFillTx/>
                <a:latin typeface="Menlo"/>
              </a:rPr>
              <a:t>return</a:t>
            </a:r>
            <a:r>
              <a:rPr b="0" lang="de-DE" sz="1200" strike="noStrike" u="none">
                <a:solidFill>
                  <a:srgbClr val="d4d4d4"/>
                </a:solidFill>
                <a:uFillTx/>
                <a:latin typeface="Menlo"/>
              </a:rPr>
              <a:t> </a:t>
            </a:r>
            <a:r>
              <a:rPr b="0" lang="de-DE" sz="1200" strike="noStrike" u="none">
                <a:solidFill>
                  <a:srgbClr val="9cdcfe"/>
                </a:solidFill>
                <a:uFillTx/>
                <a:latin typeface="Menlo"/>
              </a:rPr>
              <a:t>b</a:t>
            </a:r>
            <a:r>
              <a:rPr b="0" lang="de-DE" sz="1200" strike="noStrike" u="none">
                <a:solidFill>
                  <a:srgbClr val="d4d4d4"/>
                </a:solidFill>
                <a:uFillTx/>
                <a:latin typeface="Menlo"/>
              </a:rPr>
              <a:t>;</a:t>
            </a:r>
            <a:endParaRPr b="0" lang="de-DE" sz="1200" strike="noStrike" u="none">
              <a:solidFill>
                <a:srgbClr val="000000"/>
              </a:solidFill>
              <a:uFillTx/>
              <a:latin typeface="Arial"/>
            </a:endParaRPr>
          </a:p>
          <a:p>
            <a:pPr marL="457200" indent="0" defTabSz="914400">
              <a:lnSpc>
                <a:spcPct val="90000"/>
              </a:lnSpc>
              <a:spcBef>
                <a:spcPts val="499"/>
              </a:spcBef>
              <a:buNone/>
              <a:tabLst>
                <a:tab algn="l" pos="0"/>
              </a:tabLst>
            </a:pPr>
            <a:r>
              <a:rPr b="0" lang="de-DE" sz="1600" strike="noStrike" u="none">
                <a:solidFill>
                  <a:srgbClr val="d4d4d4"/>
                </a:solidFill>
                <a:uFillTx/>
                <a:latin typeface="Menlo"/>
              </a:rPr>
              <a:t>}</a:t>
            </a:r>
            <a:endParaRPr b="0" lang="de-DE" sz="1600" strike="noStrike" u="none">
              <a:solidFill>
                <a:srgbClr val="000000"/>
              </a:solidFill>
              <a:uFillTx/>
              <a:latin typeface="Arial"/>
            </a:endParaRPr>
          </a:p>
          <a:p>
            <a:pPr marL="457200" indent="0" defTabSz="914400">
              <a:lnSpc>
                <a:spcPct val="90000"/>
              </a:lnSpc>
              <a:spcBef>
                <a:spcPts val="499"/>
              </a:spcBef>
              <a:buNone/>
              <a:tabLst>
                <a:tab algn="l" pos="0"/>
              </a:tabLst>
            </a:pPr>
            <a:br>
              <a:rPr sz="1600"/>
            </a:br>
            <a:r>
              <a:rPr b="0" lang="de-DE" sz="1600" strike="noStrike" u="none">
                <a:solidFill>
                  <a:srgbClr val="6a9955"/>
                </a:solidFill>
                <a:uFillTx/>
                <a:latin typeface="Menlo"/>
              </a:rPr>
              <a:t>// CompileError: 'b' doesn't exist</a:t>
            </a:r>
            <a:endParaRPr b="0" lang="de-DE" sz="1600" strike="noStrike" u="none">
              <a:solidFill>
                <a:srgbClr val="000000"/>
              </a:solidFill>
              <a:uFillTx/>
              <a:latin typeface="Arial"/>
            </a:endParaRPr>
          </a:p>
          <a:p>
            <a:pPr marL="457200" indent="0" defTabSz="914400">
              <a:lnSpc>
                <a:spcPct val="90000"/>
              </a:lnSpc>
              <a:spcBef>
                <a:spcPts val="499"/>
              </a:spcBef>
              <a:buNone/>
              <a:tabLst>
                <a:tab algn="l" pos="0"/>
              </a:tabLst>
            </a:pPr>
            <a:r>
              <a:rPr b="0" lang="de-DE" sz="1600" strike="noStrike" u="none">
                <a:solidFill>
                  <a:srgbClr val="c586c0"/>
                </a:solidFill>
                <a:uFillTx/>
                <a:latin typeface="Menlo"/>
              </a:rPr>
              <a:t>return</a:t>
            </a:r>
            <a:r>
              <a:rPr b="0" lang="de-DE" sz="1600" strike="noStrike" u="none">
                <a:solidFill>
                  <a:srgbClr val="d4d4d4"/>
                </a:solidFill>
                <a:uFillTx/>
                <a:latin typeface="Menlo"/>
              </a:rPr>
              <a:t> </a:t>
            </a:r>
            <a:r>
              <a:rPr b="0" lang="de-DE" sz="1600" strike="noStrike" u="none">
                <a:solidFill>
                  <a:srgbClr val="9cdcfe"/>
                </a:solidFill>
                <a:uFillTx/>
                <a:latin typeface="Menlo"/>
              </a:rPr>
              <a:t>b</a:t>
            </a:r>
            <a:r>
              <a:rPr b="0" lang="de-DE" sz="1600" strike="noStrike" u="none">
                <a:solidFill>
                  <a:srgbClr val="d4d4d4"/>
                </a:solidFill>
                <a:uFillTx/>
                <a:latin typeface="Menlo"/>
              </a:rPr>
              <a:t>;</a:t>
            </a:r>
            <a:endParaRPr b="0" lang="de-DE" sz="1600" strike="noStrike" u="none">
              <a:solidFill>
                <a:srgbClr val="000000"/>
              </a:solidFill>
              <a:uFillTx/>
              <a:latin typeface="Arial"/>
            </a:endParaRPr>
          </a:p>
          <a:p>
            <a:pPr marL="457200" indent="0" defTabSz="914400">
              <a:lnSpc>
                <a:spcPct val="90000"/>
              </a:lnSpc>
              <a:spcBef>
                <a:spcPts val="1001"/>
              </a:spcBef>
              <a:buNone/>
              <a:tabLst>
                <a:tab algn="l" pos="0"/>
              </a:tabLst>
            </a:pPr>
            <a:r>
              <a:rPr b="0" lang="de-DE" sz="2000" strike="noStrike" u="none">
                <a:solidFill>
                  <a:srgbClr val="d4d4d4"/>
                </a:solidFill>
                <a:uFillTx/>
                <a:latin typeface="Menlo"/>
              </a:rPr>
              <a:t>}</a:t>
            </a:r>
            <a:endParaRPr b="0" lang="de-DE" sz="2000" strike="noStrike" u="none">
              <a:solidFill>
                <a:srgbClr val="000000"/>
              </a:solidFill>
              <a:uFillTx/>
              <a:latin typeface="Arial"/>
            </a:endParaRPr>
          </a:p>
          <a:p>
            <a:pPr marL="457200" indent="0" defTabSz="914400">
              <a:lnSpc>
                <a:spcPct val="90000"/>
              </a:lnSpc>
              <a:spcBef>
                <a:spcPts val="1001"/>
              </a:spcBef>
              <a:buNone/>
              <a:tabLst>
                <a:tab algn="l" pos="0"/>
              </a:tabLst>
            </a:pPr>
            <a:endParaRPr b="0" lang="de-DE" sz="2000" strike="noStrike" u="none">
              <a:solidFill>
                <a:srgbClr val="000000"/>
              </a:solidFill>
              <a:uFillTx/>
              <a:latin typeface="Arial"/>
            </a:endParaRPr>
          </a:p>
        </p:txBody>
      </p:sp>
      <p:pic>
        <p:nvPicPr>
          <p:cNvPr id="206" name="Picture 4" descr=""/>
          <p:cNvPicPr/>
          <p:nvPr/>
        </p:nvPicPr>
        <p:blipFill>
          <a:blip r:embed="rId1"/>
          <a:stretch/>
        </p:blipFill>
        <p:spPr>
          <a:xfrm>
            <a:off x="0" y="0"/>
            <a:ext cx="4634640" cy="6856920"/>
          </a:xfrm>
          <a:prstGeom prst="rect">
            <a:avLst/>
          </a:prstGeom>
          <a:noFill/>
          <a:ln w="0">
            <a:noFill/>
          </a:ln>
        </p:spPr>
      </p:pic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20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7" name="PlaceHolder 1"/>
          <p:cNvSpPr>
            <a:spLocks noGrp="1"/>
          </p:cNvSpPr>
          <p:nvPr>
            <p:ph type="title"/>
          </p:nvPr>
        </p:nvSpPr>
        <p:spPr>
          <a:xfrm>
            <a:off x="4965480" y="629280"/>
            <a:ext cx="6585480" cy="128520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b">
            <a:normAutofit/>
          </a:bodyPr>
          <a:p>
            <a:pPr indent="0" defTabSz="914400">
              <a:lnSpc>
                <a:spcPct val="90000"/>
              </a:lnSpc>
              <a:buNone/>
              <a:tabLst>
                <a:tab algn="l" pos="0"/>
              </a:tabLst>
            </a:pPr>
            <a:r>
              <a:rPr b="0" lang="de-DE" sz="4400" strike="noStrike" u="none">
                <a:solidFill>
                  <a:schemeClr val="dk1"/>
                </a:solidFill>
                <a:uFillTx/>
                <a:latin typeface="Calibri Light"/>
              </a:rPr>
              <a:t>Block Scoping 2</a:t>
            </a:r>
            <a:r>
              <a:rPr b="0" lang="de-DE" sz="4400" strike="noStrike" u="none">
                <a:solidFill>
                  <a:schemeClr val="dk1"/>
                </a:solidFill>
                <a:uFillTx/>
                <a:latin typeface="Calibri Light"/>
              </a:rPr>
              <a:t>	</a:t>
            </a:r>
            <a:endParaRPr b="0" lang="de-DE" sz="4400" strike="noStrike" u="none">
              <a:solidFill>
                <a:srgbClr val="000000"/>
              </a:solidFill>
              <a:uFillTx/>
              <a:latin typeface="Arial"/>
            </a:endParaRPr>
          </a:p>
        </p:txBody>
      </p:sp>
      <p:sp>
        <p:nvSpPr>
          <p:cNvPr id="208" name="PlaceHolder 2"/>
          <p:cNvSpPr>
            <a:spLocks noGrp="1"/>
          </p:cNvSpPr>
          <p:nvPr>
            <p:ph/>
          </p:nvPr>
        </p:nvSpPr>
        <p:spPr>
          <a:xfrm>
            <a:off x="4965480" y="2438280"/>
            <a:ext cx="6585480" cy="378432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t">
            <a:normAutofit/>
          </a:bodyPr>
          <a:p>
            <a:pPr indent="0" defTabSz="914400">
              <a:lnSpc>
                <a:spcPct val="90000"/>
              </a:lnSpc>
              <a:spcBef>
                <a:spcPts val="1001"/>
              </a:spcBef>
              <a:buNone/>
              <a:tabLst>
                <a:tab algn="l" pos="0"/>
              </a:tabLst>
            </a:pPr>
            <a:r>
              <a:rPr b="0" lang="de-DE" sz="2000" strike="noStrike" u="none">
                <a:solidFill>
                  <a:srgbClr val="569cd6"/>
                </a:solidFill>
                <a:uFillTx/>
                <a:latin typeface="Menlo"/>
              </a:rPr>
              <a:t>function</a:t>
            </a:r>
            <a:r>
              <a:rPr b="0" lang="de-DE" sz="2000" strike="noStrike" u="none">
                <a:solidFill>
                  <a:srgbClr val="d4d4d4"/>
                </a:solidFill>
                <a:uFillTx/>
                <a:latin typeface="Menlo"/>
              </a:rPr>
              <a:t> </a:t>
            </a:r>
            <a:r>
              <a:rPr b="0" lang="de-DE" sz="2000" strike="noStrike" u="none">
                <a:solidFill>
                  <a:srgbClr val="dcdcaa"/>
                </a:solidFill>
                <a:uFillTx/>
                <a:latin typeface="Menlo"/>
              </a:rPr>
              <a:t>foo</a:t>
            </a:r>
            <a:r>
              <a:rPr b="0" lang="de-DE" sz="2000" strike="noStrike" u="none">
                <a:solidFill>
                  <a:srgbClr val="d4d4d4"/>
                </a:solidFill>
                <a:uFillTx/>
                <a:latin typeface="Menlo"/>
              </a:rPr>
              <a:t>() {</a:t>
            </a:r>
            <a:endParaRPr b="0" lang="de-DE" sz="2000" strike="noStrike" u="none">
              <a:solidFill>
                <a:srgbClr val="000000"/>
              </a:solidFill>
              <a:uFillTx/>
              <a:latin typeface="Arial"/>
            </a:endParaRPr>
          </a:p>
          <a:p>
            <a:pPr indent="0" defTabSz="914400">
              <a:lnSpc>
                <a:spcPct val="90000"/>
              </a:lnSpc>
              <a:spcBef>
                <a:spcPts val="1001"/>
              </a:spcBef>
              <a:buNone/>
              <a:tabLst>
                <a:tab algn="l" pos="0"/>
              </a:tabLst>
            </a:pPr>
            <a:r>
              <a:rPr b="0" lang="de-DE" sz="2000" strike="noStrike" u="none">
                <a:solidFill>
                  <a:srgbClr val="d4d4d4"/>
                </a:solidFill>
                <a:uFillTx/>
                <a:latin typeface="Menlo"/>
              </a:rPr>
              <a:t>	</a:t>
            </a:r>
            <a:r>
              <a:rPr b="0" lang="de-DE" sz="2000" strike="noStrike" u="none">
                <a:solidFill>
                  <a:srgbClr val="c586c0"/>
                </a:solidFill>
                <a:uFillTx/>
                <a:latin typeface="Menlo"/>
              </a:rPr>
              <a:t>return</a:t>
            </a:r>
            <a:r>
              <a:rPr b="0" lang="de-DE" sz="2000" strike="noStrike" u="none">
                <a:solidFill>
                  <a:srgbClr val="d4d4d4"/>
                </a:solidFill>
                <a:uFillTx/>
                <a:latin typeface="Menlo"/>
              </a:rPr>
              <a:t> </a:t>
            </a:r>
            <a:r>
              <a:rPr b="0" lang="de-DE" sz="2000" strike="noStrike" u="none">
                <a:solidFill>
                  <a:srgbClr val="9cdcfe"/>
                </a:solidFill>
                <a:uFillTx/>
                <a:latin typeface="Menlo"/>
              </a:rPr>
              <a:t>a</a:t>
            </a:r>
            <a:r>
              <a:rPr b="0" lang="de-DE" sz="2000" strike="noStrike" u="none">
                <a:solidFill>
                  <a:srgbClr val="d4d4d4"/>
                </a:solidFill>
                <a:uFillTx/>
                <a:latin typeface="Menlo"/>
              </a:rPr>
              <a:t>;</a:t>
            </a:r>
            <a:endParaRPr b="0" lang="de-DE" sz="2000" strike="noStrike" u="none">
              <a:solidFill>
                <a:srgbClr val="000000"/>
              </a:solidFill>
              <a:uFillTx/>
              <a:latin typeface="Arial"/>
            </a:endParaRPr>
          </a:p>
          <a:p>
            <a:pPr indent="0" defTabSz="914400">
              <a:lnSpc>
                <a:spcPct val="90000"/>
              </a:lnSpc>
              <a:spcBef>
                <a:spcPts val="1001"/>
              </a:spcBef>
              <a:buNone/>
              <a:tabLst>
                <a:tab algn="l" pos="0"/>
              </a:tabLst>
            </a:pPr>
            <a:r>
              <a:rPr b="0" lang="de-DE" sz="2000" strike="noStrike" u="none">
                <a:solidFill>
                  <a:srgbClr val="d4d4d4"/>
                </a:solidFill>
                <a:uFillTx/>
                <a:latin typeface="Menlo"/>
              </a:rPr>
              <a:t>}</a:t>
            </a:r>
            <a:endParaRPr b="0" lang="de-DE" sz="2000" strike="noStrike" u="none">
              <a:solidFill>
                <a:srgbClr val="000000"/>
              </a:solidFill>
              <a:uFillTx/>
              <a:latin typeface="Arial"/>
            </a:endParaRPr>
          </a:p>
          <a:p>
            <a:pPr indent="0" defTabSz="914400">
              <a:lnSpc>
                <a:spcPct val="90000"/>
              </a:lnSpc>
              <a:spcBef>
                <a:spcPts val="1001"/>
              </a:spcBef>
              <a:buNone/>
              <a:tabLst>
                <a:tab algn="l" pos="0"/>
              </a:tabLst>
            </a:pPr>
            <a:br>
              <a:rPr sz="2000"/>
            </a:br>
            <a:r>
              <a:rPr b="0" lang="de-DE" sz="2000" strike="noStrike" u="none">
                <a:solidFill>
                  <a:srgbClr val="6a9955"/>
                </a:solidFill>
                <a:uFillTx/>
                <a:latin typeface="Menlo"/>
              </a:rPr>
              <a:t>// undefined</a:t>
            </a:r>
            <a:endParaRPr b="0" lang="de-DE" sz="2000" strike="noStrike" u="none">
              <a:solidFill>
                <a:srgbClr val="000000"/>
              </a:solidFill>
              <a:uFillTx/>
              <a:latin typeface="Arial"/>
            </a:endParaRPr>
          </a:p>
          <a:p>
            <a:pPr indent="0" defTabSz="914400">
              <a:lnSpc>
                <a:spcPct val="90000"/>
              </a:lnSpc>
              <a:spcBef>
                <a:spcPts val="1001"/>
              </a:spcBef>
              <a:buNone/>
              <a:tabLst>
                <a:tab algn="l" pos="0"/>
              </a:tabLst>
            </a:pPr>
            <a:r>
              <a:rPr b="0" lang="de-DE" sz="2000" strike="noStrike" u="none">
                <a:solidFill>
                  <a:srgbClr val="4ec9b0"/>
                </a:solidFill>
                <a:uFillTx/>
                <a:latin typeface="Menlo"/>
              </a:rPr>
              <a:t>console</a:t>
            </a:r>
            <a:r>
              <a:rPr b="0" lang="de-DE" sz="2000" strike="noStrike" u="none">
                <a:solidFill>
                  <a:srgbClr val="d4d4d4"/>
                </a:solidFill>
                <a:uFillTx/>
                <a:latin typeface="Menlo"/>
              </a:rPr>
              <a:t>.</a:t>
            </a:r>
            <a:r>
              <a:rPr b="0" lang="de-DE" sz="2000" strike="noStrike" u="none">
                <a:solidFill>
                  <a:srgbClr val="dcdcaa"/>
                </a:solidFill>
                <a:uFillTx/>
                <a:latin typeface="Menlo"/>
              </a:rPr>
              <a:t>log</a:t>
            </a:r>
            <a:r>
              <a:rPr b="0" lang="de-DE" sz="2000" strike="noStrike" u="none">
                <a:solidFill>
                  <a:srgbClr val="d4d4d4"/>
                </a:solidFill>
                <a:uFillTx/>
                <a:latin typeface="Menlo"/>
              </a:rPr>
              <a:t>(</a:t>
            </a:r>
            <a:r>
              <a:rPr b="0" lang="de-DE" sz="2000" strike="noStrike" u="none">
                <a:solidFill>
                  <a:srgbClr val="dcdcaa"/>
                </a:solidFill>
                <a:uFillTx/>
                <a:latin typeface="Menlo"/>
              </a:rPr>
              <a:t>foo</a:t>
            </a:r>
            <a:r>
              <a:rPr b="0" lang="de-DE" sz="2000" strike="noStrike" u="none">
                <a:solidFill>
                  <a:srgbClr val="d4d4d4"/>
                </a:solidFill>
                <a:uFillTx/>
                <a:latin typeface="Menlo"/>
              </a:rPr>
              <a:t>());</a:t>
            </a:r>
            <a:endParaRPr b="0" lang="de-DE" sz="2000" strike="noStrike" u="none">
              <a:solidFill>
                <a:srgbClr val="000000"/>
              </a:solidFill>
              <a:uFillTx/>
              <a:latin typeface="Arial"/>
            </a:endParaRPr>
          </a:p>
          <a:p>
            <a:pPr indent="0" defTabSz="914400">
              <a:lnSpc>
                <a:spcPct val="90000"/>
              </a:lnSpc>
              <a:spcBef>
                <a:spcPts val="1001"/>
              </a:spcBef>
              <a:buNone/>
              <a:tabLst>
                <a:tab algn="l" pos="0"/>
              </a:tabLst>
            </a:pPr>
            <a:br>
              <a:rPr sz="2000"/>
            </a:br>
            <a:r>
              <a:rPr b="0" lang="de-DE" sz="2000" strike="noStrike" u="none">
                <a:solidFill>
                  <a:srgbClr val="569cd6"/>
                </a:solidFill>
                <a:uFillTx/>
                <a:latin typeface="Menlo"/>
              </a:rPr>
              <a:t>let</a:t>
            </a:r>
            <a:r>
              <a:rPr b="0" lang="de-DE" sz="2000" strike="noStrike" u="none">
                <a:solidFill>
                  <a:srgbClr val="d4d4d4"/>
                </a:solidFill>
                <a:uFillTx/>
                <a:latin typeface="Menlo"/>
              </a:rPr>
              <a:t> </a:t>
            </a:r>
            <a:r>
              <a:rPr b="0" lang="de-DE" sz="2000" strike="noStrike" u="none">
                <a:solidFill>
                  <a:srgbClr val="9cdcfe"/>
                </a:solidFill>
                <a:uFillTx/>
                <a:latin typeface="Menlo"/>
              </a:rPr>
              <a:t>a</a:t>
            </a:r>
            <a:r>
              <a:rPr b="0" lang="de-DE" sz="2000" strike="noStrike" u="none">
                <a:solidFill>
                  <a:srgbClr val="d4d4d4"/>
                </a:solidFill>
                <a:uFillTx/>
                <a:latin typeface="Menlo"/>
              </a:rPr>
              <a:t>;</a:t>
            </a:r>
            <a:endParaRPr b="0" lang="de-DE" sz="2000" strike="noStrike" u="none">
              <a:solidFill>
                <a:srgbClr val="000000"/>
              </a:solidFill>
              <a:uFillTx/>
              <a:latin typeface="Arial"/>
            </a:endParaRPr>
          </a:p>
          <a:p>
            <a:pPr indent="0" defTabSz="914400">
              <a:lnSpc>
                <a:spcPct val="90000"/>
              </a:lnSpc>
              <a:spcBef>
                <a:spcPts val="1001"/>
              </a:spcBef>
              <a:buNone/>
              <a:tabLst>
                <a:tab algn="l" pos="0"/>
              </a:tabLst>
            </a:pPr>
            <a:endParaRPr b="0" lang="de-DE" sz="2000" strike="noStrike" u="none">
              <a:solidFill>
                <a:srgbClr val="000000"/>
              </a:solidFill>
              <a:uFillTx/>
              <a:latin typeface="Arial"/>
            </a:endParaRPr>
          </a:p>
        </p:txBody>
      </p:sp>
      <p:pic>
        <p:nvPicPr>
          <p:cNvPr id="209" name="Picture 4" descr=""/>
          <p:cNvPicPr/>
          <p:nvPr/>
        </p:nvPicPr>
        <p:blipFill>
          <a:blip r:embed="rId1"/>
          <a:stretch/>
        </p:blipFill>
        <p:spPr>
          <a:xfrm>
            <a:off x="0" y="0"/>
            <a:ext cx="4634640" cy="6856920"/>
          </a:xfrm>
          <a:prstGeom prst="rect">
            <a:avLst/>
          </a:prstGeom>
          <a:noFill/>
          <a:ln w="0">
            <a:noFill/>
          </a:ln>
        </p:spPr>
      </p:pic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21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0" name="PlaceHolder 1"/>
          <p:cNvSpPr>
            <a:spLocks noGrp="1"/>
          </p:cNvSpPr>
          <p:nvPr>
            <p:ph type="title"/>
          </p:nvPr>
        </p:nvSpPr>
        <p:spPr>
          <a:xfrm>
            <a:off x="4965480" y="629280"/>
            <a:ext cx="6585480" cy="128520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b">
            <a:normAutofit/>
          </a:bodyPr>
          <a:p>
            <a:pPr indent="0" defTabSz="914400">
              <a:lnSpc>
                <a:spcPct val="90000"/>
              </a:lnSpc>
              <a:buNone/>
              <a:tabLst>
                <a:tab algn="l" pos="0"/>
              </a:tabLst>
            </a:pPr>
            <a:r>
              <a:rPr b="0" lang="de-DE" sz="4400" strike="noStrike" u="none">
                <a:solidFill>
                  <a:schemeClr val="dk1"/>
                </a:solidFill>
                <a:uFillTx/>
                <a:latin typeface="Calibri Light"/>
              </a:rPr>
              <a:t>Block Scoping 3</a:t>
            </a:r>
            <a:endParaRPr b="0" lang="de-DE" sz="4400" strike="noStrike" u="none">
              <a:solidFill>
                <a:srgbClr val="000000"/>
              </a:solidFill>
              <a:uFillTx/>
              <a:latin typeface="Arial"/>
            </a:endParaRPr>
          </a:p>
        </p:txBody>
      </p:sp>
      <p:sp>
        <p:nvSpPr>
          <p:cNvPr id="211" name="PlaceHolder 2"/>
          <p:cNvSpPr>
            <a:spLocks noGrp="1"/>
          </p:cNvSpPr>
          <p:nvPr>
            <p:ph/>
          </p:nvPr>
        </p:nvSpPr>
        <p:spPr>
          <a:xfrm>
            <a:off x="4965480" y="2438280"/>
            <a:ext cx="6585480" cy="378432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t">
            <a:normAutofit/>
          </a:bodyPr>
          <a:p>
            <a:pPr indent="0" defTabSz="914400">
              <a:lnSpc>
                <a:spcPct val="90000"/>
              </a:lnSpc>
              <a:spcBef>
                <a:spcPts val="1001"/>
              </a:spcBef>
              <a:buNone/>
              <a:tabLst>
                <a:tab algn="l" pos="0"/>
              </a:tabLst>
            </a:pPr>
            <a:r>
              <a:rPr b="0" lang="de-DE" sz="2000" strike="noStrike" u="none">
                <a:solidFill>
                  <a:srgbClr val="569cd6"/>
                </a:solidFill>
                <a:uFillTx/>
                <a:latin typeface="Menlo"/>
              </a:rPr>
              <a:t>function</a:t>
            </a:r>
            <a:r>
              <a:rPr b="0" lang="de-DE" sz="2000" strike="noStrike" u="none">
                <a:solidFill>
                  <a:srgbClr val="d4d4d4"/>
                </a:solidFill>
                <a:uFillTx/>
                <a:latin typeface="Menlo"/>
              </a:rPr>
              <a:t> </a:t>
            </a:r>
            <a:r>
              <a:rPr b="0" lang="de-DE" sz="2000" strike="noStrike" u="none">
                <a:solidFill>
                  <a:srgbClr val="dcdcaa"/>
                </a:solidFill>
                <a:uFillTx/>
                <a:latin typeface="Menlo"/>
              </a:rPr>
              <a:t>sumOfWithLet</a:t>
            </a:r>
            <a:r>
              <a:rPr b="0" lang="de-DE" sz="2000" strike="noStrike" u="none">
                <a:solidFill>
                  <a:srgbClr val="d4d4d4"/>
                </a:solidFill>
                <a:uFillTx/>
                <a:latin typeface="Menlo"/>
              </a:rPr>
              <a:t>(</a:t>
            </a:r>
            <a:r>
              <a:rPr b="0" lang="de-DE" sz="2000" strike="noStrike" u="none">
                <a:solidFill>
                  <a:srgbClr val="9cdcfe"/>
                </a:solidFill>
                <a:uFillTx/>
                <a:latin typeface="Menlo"/>
              </a:rPr>
              <a:t>matrix</a:t>
            </a:r>
            <a:r>
              <a:rPr b="0" lang="de-DE" sz="2000" strike="noStrike" u="none">
                <a:solidFill>
                  <a:srgbClr val="d4d4d4"/>
                </a:solidFill>
                <a:uFillTx/>
                <a:latin typeface="Menlo"/>
              </a:rPr>
              <a:t>: </a:t>
            </a:r>
            <a:r>
              <a:rPr b="0" lang="de-DE" sz="2000" strike="noStrike" u="none">
                <a:solidFill>
                  <a:srgbClr val="4ec9b0"/>
                </a:solidFill>
                <a:uFillTx/>
                <a:latin typeface="Menlo"/>
              </a:rPr>
              <a:t>number</a:t>
            </a:r>
            <a:r>
              <a:rPr b="0" lang="de-DE" sz="2000" strike="noStrike" u="none">
                <a:solidFill>
                  <a:srgbClr val="d4d4d4"/>
                </a:solidFill>
                <a:uFillTx/>
                <a:latin typeface="Menlo"/>
              </a:rPr>
              <a:t>[][]) {</a:t>
            </a:r>
            <a:endParaRPr b="0" lang="de-DE" sz="2000" strike="noStrike" u="none">
              <a:solidFill>
                <a:srgbClr val="000000"/>
              </a:solidFill>
              <a:uFillTx/>
              <a:latin typeface="Arial"/>
            </a:endParaRPr>
          </a:p>
          <a:p>
            <a:pPr marL="457200" indent="0" defTabSz="914400">
              <a:lnSpc>
                <a:spcPct val="90000"/>
              </a:lnSpc>
              <a:spcBef>
                <a:spcPts val="499"/>
              </a:spcBef>
              <a:buNone/>
              <a:tabLst>
                <a:tab algn="l" pos="0"/>
              </a:tabLst>
            </a:pPr>
            <a:r>
              <a:rPr b="0" lang="de-DE" sz="1600" strike="noStrike" u="none">
                <a:solidFill>
                  <a:srgbClr val="569cd6"/>
                </a:solidFill>
                <a:uFillTx/>
                <a:latin typeface="Menlo"/>
              </a:rPr>
              <a:t>let</a:t>
            </a:r>
            <a:r>
              <a:rPr b="0" lang="de-DE" sz="1600" strike="noStrike" u="none">
                <a:solidFill>
                  <a:srgbClr val="d4d4d4"/>
                </a:solidFill>
                <a:uFillTx/>
                <a:latin typeface="Menlo"/>
              </a:rPr>
              <a:t> </a:t>
            </a:r>
            <a:r>
              <a:rPr b="0" lang="de-DE" sz="1600" strike="noStrike" u="none">
                <a:solidFill>
                  <a:srgbClr val="9cdcfe"/>
                </a:solidFill>
                <a:uFillTx/>
                <a:latin typeface="Menlo"/>
              </a:rPr>
              <a:t>sum</a:t>
            </a:r>
            <a:r>
              <a:rPr b="0" lang="de-DE" sz="1600" strike="noStrike" u="none">
                <a:solidFill>
                  <a:srgbClr val="d4d4d4"/>
                </a:solidFill>
                <a:uFillTx/>
                <a:latin typeface="Menlo"/>
              </a:rPr>
              <a:t> = </a:t>
            </a:r>
            <a:r>
              <a:rPr b="0" lang="de-DE" sz="1600" strike="noStrike" u="none">
                <a:solidFill>
                  <a:srgbClr val="b5cea8"/>
                </a:solidFill>
                <a:uFillTx/>
                <a:latin typeface="Menlo"/>
              </a:rPr>
              <a:t>0</a:t>
            </a:r>
            <a:r>
              <a:rPr b="0" lang="de-DE" sz="1600" strike="noStrike" u="none">
                <a:solidFill>
                  <a:srgbClr val="d4d4d4"/>
                </a:solidFill>
                <a:uFillTx/>
                <a:latin typeface="Menlo"/>
              </a:rPr>
              <a:t>;</a:t>
            </a:r>
            <a:endParaRPr b="0" lang="de-DE" sz="1600" strike="noStrike" u="none">
              <a:solidFill>
                <a:srgbClr val="000000"/>
              </a:solidFill>
              <a:uFillTx/>
              <a:latin typeface="Arial"/>
            </a:endParaRPr>
          </a:p>
          <a:p>
            <a:pPr marL="457200" indent="0" defTabSz="914400">
              <a:lnSpc>
                <a:spcPct val="90000"/>
              </a:lnSpc>
              <a:spcBef>
                <a:spcPts val="499"/>
              </a:spcBef>
              <a:buNone/>
              <a:tabLst>
                <a:tab algn="l" pos="0"/>
              </a:tabLst>
            </a:pPr>
            <a:r>
              <a:rPr b="0" lang="de-DE" sz="1600" strike="noStrike" u="none">
                <a:solidFill>
                  <a:srgbClr val="c586c0"/>
                </a:solidFill>
                <a:uFillTx/>
                <a:latin typeface="Menlo"/>
              </a:rPr>
              <a:t>for</a:t>
            </a:r>
            <a:r>
              <a:rPr b="0" lang="de-DE" sz="1600" strike="noStrike" u="none">
                <a:solidFill>
                  <a:srgbClr val="d4d4d4"/>
                </a:solidFill>
                <a:uFillTx/>
                <a:latin typeface="Menlo"/>
              </a:rPr>
              <a:t> (</a:t>
            </a:r>
            <a:r>
              <a:rPr b="0" lang="de-DE" sz="1600" strike="noStrike" u="none">
                <a:solidFill>
                  <a:srgbClr val="569cd6"/>
                </a:solidFill>
                <a:uFillTx/>
                <a:latin typeface="Menlo"/>
              </a:rPr>
              <a:t>let</a:t>
            </a:r>
            <a:r>
              <a:rPr b="0" lang="de-DE" sz="1600" strike="noStrike" u="none">
                <a:solidFill>
                  <a:srgbClr val="d4d4d4"/>
                </a:solidFill>
                <a:uFillTx/>
                <a:latin typeface="Menlo"/>
              </a:rPr>
              <a:t> </a:t>
            </a:r>
            <a:r>
              <a:rPr b="0" lang="de-DE" sz="1600" strike="noStrike" u="none">
                <a:solidFill>
                  <a:srgbClr val="9cdcfe"/>
                </a:solidFill>
                <a:uFillTx/>
                <a:latin typeface="Menlo"/>
              </a:rPr>
              <a:t>i</a:t>
            </a:r>
            <a:r>
              <a:rPr b="0" lang="de-DE" sz="1600" strike="noStrike" u="none">
                <a:solidFill>
                  <a:srgbClr val="d4d4d4"/>
                </a:solidFill>
                <a:uFillTx/>
                <a:latin typeface="Menlo"/>
              </a:rPr>
              <a:t> = </a:t>
            </a:r>
            <a:r>
              <a:rPr b="0" lang="de-DE" sz="1600" strike="noStrike" u="none">
                <a:solidFill>
                  <a:srgbClr val="b5cea8"/>
                </a:solidFill>
                <a:uFillTx/>
                <a:latin typeface="Menlo"/>
              </a:rPr>
              <a:t>0</a:t>
            </a:r>
            <a:r>
              <a:rPr b="0" lang="de-DE" sz="1600" strike="noStrike" u="none">
                <a:solidFill>
                  <a:srgbClr val="d4d4d4"/>
                </a:solidFill>
                <a:uFillTx/>
                <a:latin typeface="Menlo"/>
              </a:rPr>
              <a:t>; </a:t>
            </a:r>
            <a:r>
              <a:rPr b="0" lang="de-DE" sz="1600" strike="noStrike" u="none">
                <a:solidFill>
                  <a:srgbClr val="9cdcfe"/>
                </a:solidFill>
                <a:uFillTx/>
                <a:latin typeface="Menlo"/>
              </a:rPr>
              <a:t>i</a:t>
            </a:r>
            <a:r>
              <a:rPr b="0" lang="de-DE" sz="1600" strike="noStrike" u="none">
                <a:solidFill>
                  <a:srgbClr val="d4d4d4"/>
                </a:solidFill>
                <a:uFillTx/>
                <a:latin typeface="Menlo"/>
              </a:rPr>
              <a:t> &lt; </a:t>
            </a:r>
            <a:r>
              <a:rPr b="0" lang="de-DE" sz="1600" strike="noStrike" u="none">
                <a:solidFill>
                  <a:srgbClr val="9cdcfe"/>
                </a:solidFill>
                <a:uFillTx/>
                <a:latin typeface="Menlo"/>
              </a:rPr>
              <a:t>matrix</a:t>
            </a:r>
            <a:r>
              <a:rPr b="0" lang="de-DE" sz="1600" strike="noStrike" u="none">
                <a:solidFill>
                  <a:srgbClr val="d4d4d4"/>
                </a:solidFill>
                <a:uFillTx/>
                <a:latin typeface="Menlo"/>
              </a:rPr>
              <a:t>.</a:t>
            </a:r>
            <a:r>
              <a:rPr b="0" lang="de-DE" sz="1600" strike="noStrike" u="none">
                <a:solidFill>
                  <a:srgbClr val="9cdcfe"/>
                </a:solidFill>
                <a:uFillTx/>
                <a:latin typeface="Menlo"/>
              </a:rPr>
              <a:t>length</a:t>
            </a:r>
            <a:r>
              <a:rPr b="0" lang="de-DE" sz="1600" strike="noStrike" u="none">
                <a:solidFill>
                  <a:srgbClr val="d4d4d4"/>
                </a:solidFill>
                <a:uFillTx/>
                <a:latin typeface="Menlo"/>
              </a:rPr>
              <a:t>; </a:t>
            </a:r>
            <a:r>
              <a:rPr b="0" lang="de-DE" sz="1600" strike="noStrike" u="none">
                <a:solidFill>
                  <a:srgbClr val="9cdcfe"/>
                </a:solidFill>
                <a:uFillTx/>
                <a:latin typeface="Menlo"/>
              </a:rPr>
              <a:t>i</a:t>
            </a:r>
            <a:r>
              <a:rPr b="0" lang="de-DE" sz="1600" strike="noStrike" u="none">
                <a:solidFill>
                  <a:srgbClr val="d4d4d4"/>
                </a:solidFill>
                <a:uFillTx/>
                <a:latin typeface="Menlo"/>
              </a:rPr>
              <a:t>++) {</a:t>
            </a:r>
            <a:endParaRPr b="0" lang="de-DE" sz="1600" strike="noStrike" u="none">
              <a:solidFill>
                <a:srgbClr val="000000"/>
              </a:solidFill>
              <a:uFillTx/>
              <a:latin typeface="Arial"/>
            </a:endParaRPr>
          </a:p>
          <a:p>
            <a:pPr marL="457200" indent="0" defTabSz="914400">
              <a:lnSpc>
                <a:spcPct val="90000"/>
              </a:lnSpc>
              <a:spcBef>
                <a:spcPts val="499"/>
              </a:spcBef>
              <a:buNone/>
              <a:tabLst>
                <a:tab algn="l" pos="0"/>
              </a:tabLst>
            </a:pPr>
            <a:r>
              <a:rPr b="0" lang="de-DE" sz="1600" strike="noStrike" u="none">
                <a:solidFill>
                  <a:srgbClr val="569cd6"/>
                </a:solidFill>
                <a:uFillTx/>
                <a:latin typeface="Menlo"/>
              </a:rPr>
              <a:t>	</a:t>
            </a:r>
            <a:r>
              <a:rPr b="0" lang="de-DE" sz="1600" strike="noStrike" u="none">
                <a:solidFill>
                  <a:srgbClr val="569cd6"/>
                </a:solidFill>
                <a:uFillTx/>
                <a:latin typeface="Menlo"/>
              </a:rPr>
              <a:t>var</a:t>
            </a:r>
            <a:r>
              <a:rPr b="0" lang="de-DE" sz="1600" strike="noStrike" u="none">
                <a:solidFill>
                  <a:srgbClr val="d4d4d4"/>
                </a:solidFill>
                <a:uFillTx/>
                <a:latin typeface="Menlo"/>
              </a:rPr>
              <a:t> </a:t>
            </a:r>
            <a:r>
              <a:rPr b="0" lang="de-DE" sz="1600" strike="noStrike" u="none">
                <a:solidFill>
                  <a:srgbClr val="9cdcfe"/>
                </a:solidFill>
                <a:uFillTx/>
                <a:latin typeface="Menlo"/>
              </a:rPr>
              <a:t>row</a:t>
            </a:r>
            <a:r>
              <a:rPr b="0" lang="de-DE" sz="1600" strike="noStrike" u="none">
                <a:solidFill>
                  <a:srgbClr val="d4d4d4"/>
                </a:solidFill>
                <a:uFillTx/>
                <a:latin typeface="Menlo"/>
              </a:rPr>
              <a:t> = </a:t>
            </a:r>
            <a:r>
              <a:rPr b="0" lang="de-DE" sz="1600" strike="noStrike" u="none">
                <a:solidFill>
                  <a:srgbClr val="9cdcfe"/>
                </a:solidFill>
                <a:uFillTx/>
                <a:latin typeface="Menlo"/>
              </a:rPr>
              <a:t>matrix</a:t>
            </a:r>
            <a:r>
              <a:rPr b="0" lang="de-DE" sz="1600" strike="noStrike" u="none">
                <a:solidFill>
                  <a:srgbClr val="d4d4d4"/>
                </a:solidFill>
                <a:uFillTx/>
                <a:latin typeface="Menlo"/>
              </a:rPr>
              <a:t>[</a:t>
            </a:r>
            <a:r>
              <a:rPr b="0" lang="de-DE" sz="1600" strike="noStrike" u="none">
                <a:solidFill>
                  <a:srgbClr val="9cdcfe"/>
                </a:solidFill>
                <a:uFillTx/>
                <a:latin typeface="Menlo"/>
              </a:rPr>
              <a:t>i</a:t>
            </a:r>
            <a:r>
              <a:rPr b="0" lang="de-DE" sz="1600" strike="noStrike" u="none">
                <a:solidFill>
                  <a:srgbClr val="d4d4d4"/>
                </a:solidFill>
                <a:uFillTx/>
                <a:latin typeface="Menlo"/>
              </a:rPr>
              <a:t>];</a:t>
            </a:r>
            <a:endParaRPr b="0" lang="de-DE" sz="1600" strike="noStrike" u="none">
              <a:solidFill>
                <a:srgbClr val="000000"/>
              </a:solidFill>
              <a:uFillTx/>
              <a:latin typeface="Arial"/>
            </a:endParaRPr>
          </a:p>
          <a:p>
            <a:pPr marL="457200" indent="0" defTabSz="914400">
              <a:lnSpc>
                <a:spcPct val="90000"/>
              </a:lnSpc>
              <a:spcBef>
                <a:spcPts val="499"/>
              </a:spcBef>
              <a:buNone/>
              <a:tabLst>
                <a:tab algn="l" pos="0"/>
              </a:tabLst>
            </a:pPr>
            <a:r>
              <a:rPr b="0" lang="de-DE" sz="1600" strike="noStrike" u="none">
                <a:solidFill>
                  <a:srgbClr val="c586c0"/>
                </a:solidFill>
                <a:uFillTx/>
                <a:latin typeface="Menlo"/>
              </a:rPr>
              <a:t>	</a:t>
            </a:r>
            <a:r>
              <a:rPr b="0" lang="de-DE" sz="1600" strike="noStrike" u="none">
                <a:solidFill>
                  <a:srgbClr val="c586c0"/>
                </a:solidFill>
                <a:uFillTx/>
                <a:latin typeface="Menlo"/>
              </a:rPr>
              <a:t>for</a:t>
            </a:r>
            <a:r>
              <a:rPr b="0" lang="de-DE" sz="1600" strike="noStrike" u="none">
                <a:solidFill>
                  <a:srgbClr val="d4d4d4"/>
                </a:solidFill>
                <a:uFillTx/>
                <a:latin typeface="Menlo"/>
              </a:rPr>
              <a:t> (</a:t>
            </a:r>
            <a:r>
              <a:rPr b="0" lang="de-DE" sz="1600" strike="noStrike" u="none">
                <a:solidFill>
                  <a:srgbClr val="569cd6"/>
                </a:solidFill>
                <a:uFillTx/>
                <a:latin typeface="Menlo"/>
              </a:rPr>
              <a:t>let</a:t>
            </a:r>
            <a:r>
              <a:rPr b="0" lang="de-DE" sz="1600" strike="noStrike" u="none">
                <a:solidFill>
                  <a:srgbClr val="d4d4d4"/>
                </a:solidFill>
                <a:uFillTx/>
                <a:latin typeface="Menlo"/>
              </a:rPr>
              <a:t> </a:t>
            </a:r>
            <a:r>
              <a:rPr b="0" lang="de-DE" sz="1600" strike="noStrike" u="none">
                <a:solidFill>
                  <a:srgbClr val="9cdcfe"/>
                </a:solidFill>
                <a:uFillTx/>
                <a:latin typeface="Menlo"/>
              </a:rPr>
              <a:t>i</a:t>
            </a:r>
            <a:r>
              <a:rPr b="0" lang="de-DE" sz="1600" strike="noStrike" u="none">
                <a:solidFill>
                  <a:srgbClr val="d4d4d4"/>
                </a:solidFill>
                <a:uFillTx/>
                <a:latin typeface="Menlo"/>
              </a:rPr>
              <a:t> = </a:t>
            </a:r>
            <a:r>
              <a:rPr b="0" lang="de-DE" sz="1600" strike="noStrike" u="none">
                <a:solidFill>
                  <a:srgbClr val="b5cea8"/>
                </a:solidFill>
                <a:uFillTx/>
                <a:latin typeface="Menlo"/>
              </a:rPr>
              <a:t>0</a:t>
            </a:r>
            <a:r>
              <a:rPr b="0" lang="de-DE" sz="1600" strike="noStrike" u="none">
                <a:solidFill>
                  <a:srgbClr val="d4d4d4"/>
                </a:solidFill>
                <a:uFillTx/>
                <a:latin typeface="Menlo"/>
              </a:rPr>
              <a:t>; </a:t>
            </a:r>
            <a:r>
              <a:rPr b="0" lang="de-DE" sz="1600" strike="noStrike" u="none">
                <a:solidFill>
                  <a:srgbClr val="9cdcfe"/>
                </a:solidFill>
                <a:uFillTx/>
                <a:latin typeface="Menlo"/>
              </a:rPr>
              <a:t>i</a:t>
            </a:r>
            <a:r>
              <a:rPr b="0" lang="de-DE" sz="1600" strike="noStrike" u="none">
                <a:solidFill>
                  <a:srgbClr val="d4d4d4"/>
                </a:solidFill>
                <a:uFillTx/>
                <a:latin typeface="Menlo"/>
              </a:rPr>
              <a:t> &lt; </a:t>
            </a:r>
            <a:r>
              <a:rPr b="0" lang="de-DE" sz="1600" strike="noStrike" u="none">
                <a:solidFill>
                  <a:srgbClr val="9cdcfe"/>
                </a:solidFill>
                <a:uFillTx/>
                <a:latin typeface="Menlo"/>
              </a:rPr>
              <a:t>row</a:t>
            </a:r>
            <a:r>
              <a:rPr b="0" lang="de-DE" sz="1600" strike="noStrike" u="none">
                <a:solidFill>
                  <a:srgbClr val="d4d4d4"/>
                </a:solidFill>
                <a:uFillTx/>
                <a:latin typeface="Menlo"/>
              </a:rPr>
              <a:t>.</a:t>
            </a:r>
            <a:r>
              <a:rPr b="0" lang="de-DE" sz="1600" strike="noStrike" u="none">
                <a:solidFill>
                  <a:srgbClr val="9cdcfe"/>
                </a:solidFill>
                <a:uFillTx/>
                <a:latin typeface="Menlo"/>
              </a:rPr>
              <a:t>length</a:t>
            </a:r>
            <a:r>
              <a:rPr b="0" lang="de-DE" sz="1600" strike="noStrike" u="none">
                <a:solidFill>
                  <a:srgbClr val="d4d4d4"/>
                </a:solidFill>
                <a:uFillTx/>
                <a:latin typeface="Menlo"/>
              </a:rPr>
              <a:t>; </a:t>
            </a:r>
            <a:r>
              <a:rPr b="0" lang="de-DE" sz="1600" strike="noStrike" u="none">
                <a:solidFill>
                  <a:srgbClr val="9cdcfe"/>
                </a:solidFill>
                <a:uFillTx/>
                <a:latin typeface="Menlo"/>
              </a:rPr>
              <a:t>i</a:t>
            </a:r>
            <a:r>
              <a:rPr b="0" lang="de-DE" sz="1600" strike="noStrike" u="none">
                <a:solidFill>
                  <a:srgbClr val="d4d4d4"/>
                </a:solidFill>
                <a:uFillTx/>
                <a:latin typeface="Menlo"/>
              </a:rPr>
              <a:t>++) {</a:t>
            </a:r>
            <a:endParaRPr b="0" lang="de-DE" sz="1600" strike="noStrike" u="none">
              <a:solidFill>
                <a:srgbClr val="000000"/>
              </a:solidFill>
              <a:uFillTx/>
              <a:latin typeface="Arial"/>
            </a:endParaRPr>
          </a:p>
          <a:p>
            <a:pPr marL="457200" indent="0" defTabSz="914400">
              <a:lnSpc>
                <a:spcPct val="90000"/>
              </a:lnSpc>
              <a:spcBef>
                <a:spcPts val="499"/>
              </a:spcBef>
              <a:buNone/>
              <a:tabLst>
                <a:tab algn="l" pos="0"/>
              </a:tabLst>
            </a:pPr>
            <a:r>
              <a:rPr b="0" lang="de-DE" sz="1600" strike="noStrike" u="none">
                <a:solidFill>
                  <a:srgbClr val="9cdcfe"/>
                </a:solidFill>
                <a:uFillTx/>
                <a:latin typeface="Menlo"/>
              </a:rPr>
              <a:t>	</a:t>
            </a:r>
            <a:r>
              <a:rPr b="0" lang="de-DE" sz="1600" strike="noStrike" u="none">
                <a:solidFill>
                  <a:srgbClr val="9cdcfe"/>
                </a:solidFill>
                <a:uFillTx/>
                <a:latin typeface="Menlo"/>
              </a:rPr>
              <a:t>	</a:t>
            </a:r>
            <a:r>
              <a:rPr b="0" lang="de-DE" sz="1600" strike="noStrike" u="none">
                <a:solidFill>
                  <a:srgbClr val="9cdcfe"/>
                </a:solidFill>
                <a:uFillTx/>
                <a:latin typeface="Menlo"/>
              </a:rPr>
              <a:t>sum</a:t>
            </a:r>
            <a:r>
              <a:rPr b="0" lang="de-DE" sz="1600" strike="noStrike" u="none">
                <a:solidFill>
                  <a:srgbClr val="d4d4d4"/>
                </a:solidFill>
                <a:uFillTx/>
                <a:latin typeface="Menlo"/>
              </a:rPr>
              <a:t> += </a:t>
            </a:r>
            <a:r>
              <a:rPr b="0" lang="de-DE" sz="1600" strike="noStrike" u="none">
                <a:solidFill>
                  <a:srgbClr val="9cdcfe"/>
                </a:solidFill>
                <a:uFillTx/>
                <a:latin typeface="Menlo"/>
              </a:rPr>
              <a:t>row</a:t>
            </a:r>
            <a:r>
              <a:rPr b="0" lang="de-DE" sz="1600" strike="noStrike" u="none">
                <a:solidFill>
                  <a:srgbClr val="d4d4d4"/>
                </a:solidFill>
                <a:uFillTx/>
                <a:latin typeface="Menlo"/>
              </a:rPr>
              <a:t>[</a:t>
            </a:r>
            <a:r>
              <a:rPr b="0" lang="de-DE" sz="1600" strike="noStrike" u="none">
                <a:solidFill>
                  <a:srgbClr val="9cdcfe"/>
                </a:solidFill>
                <a:uFillTx/>
                <a:latin typeface="Menlo"/>
              </a:rPr>
              <a:t>i</a:t>
            </a:r>
            <a:r>
              <a:rPr b="0" lang="de-DE" sz="1600" strike="noStrike" u="none">
                <a:solidFill>
                  <a:srgbClr val="d4d4d4"/>
                </a:solidFill>
                <a:uFillTx/>
                <a:latin typeface="Menlo"/>
              </a:rPr>
              <a:t>];</a:t>
            </a:r>
            <a:endParaRPr b="0" lang="de-DE" sz="1600" strike="noStrike" u="none">
              <a:solidFill>
                <a:srgbClr val="000000"/>
              </a:solidFill>
              <a:uFillTx/>
              <a:latin typeface="Arial"/>
            </a:endParaRPr>
          </a:p>
          <a:p>
            <a:pPr marL="457200" indent="0" defTabSz="914400">
              <a:lnSpc>
                <a:spcPct val="90000"/>
              </a:lnSpc>
              <a:spcBef>
                <a:spcPts val="499"/>
              </a:spcBef>
              <a:buNone/>
              <a:tabLst>
                <a:tab algn="l" pos="0"/>
              </a:tabLst>
            </a:pPr>
            <a:r>
              <a:rPr b="0" lang="de-DE" sz="1600" strike="noStrike" u="none">
                <a:solidFill>
                  <a:srgbClr val="d4d4d4"/>
                </a:solidFill>
                <a:uFillTx/>
                <a:latin typeface="Menlo"/>
              </a:rPr>
              <a:t>	</a:t>
            </a:r>
            <a:r>
              <a:rPr b="0" lang="de-DE" sz="1600" strike="noStrike" u="none">
                <a:solidFill>
                  <a:srgbClr val="d4d4d4"/>
                </a:solidFill>
                <a:uFillTx/>
                <a:latin typeface="Menlo"/>
              </a:rPr>
              <a:t>}</a:t>
            </a:r>
            <a:endParaRPr b="0" lang="de-DE" sz="1600" strike="noStrike" u="none">
              <a:solidFill>
                <a:srgbClr val="000000"/>
              </a:solidFill>
              <a:uFillTx/>
              <a:latin typeface="Arial"/>
            </a:endParaRPr>
          </a:p>
          <a:p>
            <a:pPr marL="457200" indent="0" defTabSz="914400">
              <a:lnSpc>
                <a:spcPct val="90000"/>
              </a:lnSpc>
              <a:spcBef>
                <a:spcPts val="499"/>
              </a:spcBef>
              <a:buNone/>
              <a:tabLst>
                <a:tab algn="l" pos="0"/>
              </a:tabLst>
            </a:pPr>
            <a:r>
              <a:rPr b="0" lang="de-DE" sz="1600" strike="noStrike" u="none">
                <a:solidFill>
                  <a:srgbClr val="d4d4d4"/>
                </a:solidFill>
                <a:uFillTx/>
                <a:latin typeface="Menlo"/>
              </a:rPr>
              <a:t>}</a:t>
            </a:r>
            <a:endParaRPr b="0" lang="de-DE" sz="1600" strike="noStrike" u="none">
              <a:solidFill>
                <a:srgbClr val="000000"/>
              </a:solidFill>
              <a:uFillTx/>
              <a:latin typeface="Arial"/>
            </a:endParaRPr>
          </a:p>
          <a:p>
            <a:pPr marL="457200" indent="0" defTabSz="914400">
              <a:lnSpc>
                <a:spcPct val="90000"/>
              </a:lnSpc>
              <a:spcBef>
                <a:spcPts val="499"/>
              </a:spcBef>
              <a:buNone/>
              <a:tabLst>
                <a:tab algn="l" pos="0"/>
              </a:tabLst>
            </a:pPr>
            <a:br>
              <a:rPr sz="1600"/>
            </a:br>
            <a:r>
              <a:rPr b="0" lang="de-DE" sz="1600" strike="noStrike" u="none">
                <a:solidFill>
                  <a:srgbClr val="c586c0"/>
                </a:solidFill>
                <a:uFillTx/>
                <a:latin typeface="Menlo"/>
              </a:rPr>
              <a:t>return</a:t>
            </a:r>
            <a:r>
              <a:rPr b="0" lang="de-DE" sz="1600" strike="noStrike" u="none">
                <a:solidFill>
                  <a:srgbClr val="d4d4d4"/>
                </a:solidFill>
                <a:uFillTx/>
                <a:latin typeface="Menlo"/>
              </a:rPr>
              <a:t> </a:t>
            </a:r>
            <a:r>
              <a:rPr b="0" lang="de-DE" sz="1600" strike="noStrike" u="none">
                <a:solidFill>
                  <a:srgbClr val="9cdcfe"/>
                </a:solidFill>
                <a:uFillTx/>
                <a:latin typeface="Menlo"/>
              </a:rPr>
              <a:t>sum</a:t>
            </a:r>
            <a:r>
              <a:rPr b="0" lang="de-DE" sz="1600" strike="noStrike" u="none">
                <a:solidFill>
                  <a:srgbClr val="d4d4d4"/>
                </a:solidFill>
                <a:uFillTx/>
                <a:latin typeface="Menlo"/>
              </a:rPr>
              <a:t>;</a:t>
            </a:r>
            <a:endParaRPr b="0" lang="de-DE" sz="1600" strike="noStrike" u="none">
              <a:solidFill>
                <a:srgbClr val="000000"/>
              </a:solidFill>
              <a:uFillTx/>
              <a:latin typeface="Arial"/>
            </a:endParaRPr>
          </a:p>
          <a:p>
            <a:pPr marL="457200" indent="0" defTabSz="914400">
              <a:lnSpc>
                <a:spcPct val="90000"/>
              </a:lnSpc>
              <a:spcBef>
                <a:spcPts val="1001"/>
              </a:spcBef>
              <a:buNone/>
              <a:tabLst>
                <a:tab algn="l" pos="0"/>
              </a:tabLst>
            </a:pPr>
            <a:r>
              <a:rPr b="0" lang="de-DE" sz="2000" strike="noStrike" u="none">
                <a:solidFill>
                  <a:srgbClr val="d4d4d4"/>
                </a:solidFill>
                <a:uFillTx/>
                <a:latin typeface="Menlo"/>
              </a:rPr>
              <a:t>}</a:t>
            </a:r>
            <a:endParaRPr b="0" lang="de-DE" sz="2000" strike="noStrike" u="none">
              <a:solidFill>
                <a:srgbClr val="000000"/>
              </a:solidFill>
              <a:uFillTx/>
              <a:latin typeface="Arial"/>
            </a:endParaRPr>
          </a:p>
        </p:txBody>
      </p:sp>
      <p:pic>
        <p:nvPicPr>
          <p:cNvPr id="212" name="Picture 4" descr=""/>
          <p:cNvPicPr/>
          <p:nvPr/>
        </p:nvPicPr>
        <p:blipFill>
          <a:blip r:embed="rId1"/>
          <a:stretch/>
        </p:blipFill>
        <p:spPr>
          <a:xfrm>
            <a:off x="0" y="0"/>
            <a:ext cx="4634640" cy="6856920"/>
          </a:xfrm>
          <a:prstGeom prst="rect">
            <a:avLst/>
          </a:prstGeom>
          <a:noFill/>
          <a:ln w="0">
            <a:noFill/>
          </a:ln>
        </p:spPr>
      </p:pic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22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3" name="PlaceHolder 1"/>
          <p:cNvSpPr>
            <a:spLocks noGrp="1"/>
          </p:cNvSpPr>
          <p:nvPr>
            <p:ph type="title"/>
          </p:nvPr>
        </p:nvSpPr>
        <p:spPr>
          <a:xfrm>
            <a:off x="838080" y="291240"/>
            <a:ext cx="10514520" cy="93168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b">
            <a:normAutofit/>
          </a:bodyPr>
          <a:p>
            <a:pPr indent="0" algn="r" defTabSz="914400">
              <a:lnSpc>
                <a:spcPct val="90000"/>
              </a:lnSpc>
              <a:buNone/>
              <a:tabLst>
                <a:tab algn="l" pos="0"/>
              </a:tabLst>
            </a:pPr>
            <a:r>
              <a:rPr b="0" lang="en-US" sz="5400" strike="noStrike" u="none">
                <a:solidFill>
                  <a:schemeClr val="dk1"/>
                </a:solidFill>
                <a:uFillTx/>
                <a:latin typeface="Calibri Light"/>
              </a:rPr>
              <a:t>const</a:t>
            </a:r>
            <a:endParaRPr b="0" lang="de-DE" sz="5400" strike="noStrike" u="none">
              <a:solidFill>
                <a:srgbClr val="000000"/>
              </a:solidFill>
              <a:uFillTx/>
              <a:latin typeface="Arial"/>
            </a:endParaRPr>
          </a:p>
        </p:txBody>
      </p:sp>
      <p:pic>
        <p:nvPicPr>
          <p:cNvPr id="214" name="Picture 6" descr="A close up of a screen&#10;&#10;Description automatically generated"/>
          <p:cNvPicPr/>
          <p:nvPr/>
        </p:nvPicPr>
        <p:blipFill>
          <a:blip r:embed="rId1"/>
          <a:stretch/>
        </p:blipFill>
        <p:spPr>
          <a:xfrm>
            <a:off x="838080" y="3137760"/>
            <a:ext cx="10514520" cy="1891800"/>
          </a:xfrm>
          <a:prstGeom prst="rect">
            <a:avLst/>
          </a:prstGeom>
          <a:noFill/>
          <a:ln w="0">
            <a:noFill/>
          </a:ln>
        </p:spPr>
      </p:pic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23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5" name="PlaceHolder 1"/>
          <p:cNvSpPr>
            <a:spLocks noGrp="1"/>
          </p:cNvSpPr>
          <p:nvPr>
            <p:ph type="title"/>
          </p:nvPr>
        </p:nvSpPr>
        <p:spPr>
          <a:xfrm>
            <a:off x="960840" y="498240"/>
            <a:ext cx="10268640" cy="127800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ctr">
            <a:normAutofit/>
          </a:bodyPr>
          <a:p>
            <a:pPr indent="0" defTabSz="914400">
              <a:lnSpc>
                <a:spcPct val="90000"/>
              </a:lnSpc>
              <a:buNone/>
              <a:tabLst>
                <a:tab algn="l" pos="0"/>
              </a:tabLst>
            </a:pPr>
            <a:r>
              <a:rPr b="0" lang="de-DE" sz="4400" strike="noStrike" u="none">
                <a:solidFill>
                  <a:schemeClr val="lt1"/>
                </a:solidFill>
                <a:uFillTx/>
                <a:latin typeface="Calibri Light"/>
              </a:rPr>
              <a:t>Kontrollstrukturen</a:t>
            </a:r>
            <a:endParaRPr b="0" lang="de-DE" sz="4400" strike="noStrike" u="none">
              <a:solidFill>
                <a:srgbClr val="000000"/>
              </a:solidFill>
              <a:uFillTx/>
              <a:latin typeface="Arial"/>
            </a:endParaRPr>
          </a:p>
        </p:txBody>
      </p:sp>
      <p:sp>
        <p:nvSpPr>
          <p:cNvPr id="216" name="PlaceHolder 2"/>
          <p:cNvSpPr>
            <a:spLocks noGrp="1"/>
          </p:cNvSpPr>
          <p:nvPr>
            <p:ph/>
          </p:nvPr>
        </p:nvSpPr>
        <p:spPr>
          <a:xfrm>
            <a:off x="4389120" y="2944440"/>
            <a:ext cx="6840360" cy="286524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t">
            <a:normAutofit lnSpcReduction="9999"/>
          </a:bodyPr>
          <a:p>
            <a:pPr indent="0" defTabSz="914400">
              <a:lnSpc>
                <a:spcPct val="90000"/>
              </a:lnSpc>
              <a:spcBef>
                <a:spcPts val="1001"/>
              </a:spcBef>
              <a:buNone/>
              <a:tabLst>
                <a:tab algn="l" pos="0"/>
              </a:tabLst>
            </a:pPr>
            <a:r>
              <a:rPr b="0" lang="de-DE" sz="2400" strike="noStrike" u="none">
                <a:solidFill>
                  <a:srgbClr val="c586c0"/>
                </a:solidFill>
                <a:uFillTx/>
                <a:latin typeface="Menlo"/>
              </a:rPr>
              <a:t>if</a:t>
            </a:r>
            <a:r>
              <a:rPr b="0" lang="de-DE" sz="2400" strike="noStrike" u="none">
                <a:solidFill>
                  <a:srgbClr val="d4d4d4"/>
                </a:solidFill>
                <a:uFillTx/>
                <a:latin typeface="Menlo"/>
              </a:rPr>
              <a:t> (</a:t>
            </a:r>
            <a:r>
              <a:rPr b="0" lang="de-DE" sz="2400" strike="noStrike" u="none">
                <a:solidFill>
                  <a:srgbClr val="9cdcfe"/>
                </a:solidFill>
                <a:uFillTx/>
                <a:latin typeface="Menlo"/>
              </a:rPr>
              <a:t>boolean_expression1</a:t>
            </a:r>
            <a:r>
              <a:rPr b="0" lang="de-DE" sz="2400" strike="noStrike" u="none">
                <a:solidFill>
                  <a:srgbClr val="d4d4d4"/>
                </a:solidFill>
                <a:uFillTx/>
                <a:latin typeface="Menlo"/>
              </a:rPr>
              <a:t>) { </a:t>
            </a:r>
            <a:endParaRPr b="0" lang="de-DE" sz="2400" strike="noStrike" u="none">
              <a:solidFill>
                <a:srgbClr val="000000"/>
              </a:solidFill>
              <a:uFillTx/>
              <a:latin typeface="Arial"/>
            </a:endParaRPr>
          </a:p>
          <a:p>
            <a:pPr indent="0" defTabSz="914400">
              <a:lnSpc>
                <a:spcPct val="90000"/>
              </a:lnSpc>
              <a:spcBef>
                <a:spcPts val="1001"/>
              </a:spcBef>
              <a:buNone/>
              <a:tabLst>
                <a:tab algn="l" pos="0"/>
              </a:tabLst>
            </a:pPr>
            <a:r>
              <a:rPr b="0" lang="de-DE" sz="2400" strike="noStrike" u="none">
                <a:solidFill>
                  <a:srgbClr val="6a9955"/>
                </a:solidFill>
                <a:uFillTx/>
                <a:latin typeface="Menlo"/>
              </a:rPr>
              <a:t>	</a:t>
            </a:r>
            <a:r>
              <a:rPr b="0" lang="de-DE" sz="2400" strike="noStrike" u="none">
                <a:solidFill>
                  <a:srgbClr val="6a9955"/>
                </a:solidFill>
                <a:uFillTx/>
                <a:latin typeface="Menlo"/>
              </a:rPr>
              <a:t>//some</a:t>
            </a:r>
            <a:endParaRPr b="0" lang="de-DE" sz="2400" strike="noStrike" u="none">
              <a:solidFill>
                <a:srgbClr val="000000"/>
              </a:solidFill>
              <a:uFillTx/>
              <a:latin typeface="Arial"/>
            </a:endParaRPr>
          </a:p>
          <a:p>
            <a:pPr indent="0" defTabSz="914400">
              <a:lnSpc>
                <a:spcPct val="90000"/>
              </a:lnSpc>
              <a:spcBef>
                <a:spcPts val="1001"/>
              </a:spcBef>
              <a:buNone/>
              <a:tabLst>
                <a:tab algn="l" pos="0"/>
              </a:tabLst>
            </a:pPr>
            <a:r>
              <a:rPr b="0" lang="de-DE" sz="2400" strike="noStrike" u="none">
                <a:solidFill>
                  <a:srgbClr val="d4d4d4"/>
                </a:solidFill>
                <a:uFillTx/>
                <a:latin typeface="Menlo"/>
              </a:rPr>
              <a:t>} </a:t>
            </a:r>
            <a:r>
              <a:rPr b="0" lang="de-DE" sz="2400" strike="noStrike" u="none">
                <a:solidFill>
                  <a:srgbClr val="c586c0"/>
                </a:solidFill>
                <a:uFillTx/>
                <a:latin typeface="Menlo"/>
              </a:rPr>
              <a:t>else</a:t>
            </a:r>
            <a:r>
              <a:rPr b="0" lang="de-DE" sz="2400" strike="noStrike" u="none">
                <a:solidFill>
                  <a:srgbClr val="d4d4d4"/>
                </a:solidFill>
                <a:uFillTx/>
                <a:latin typeface="Menlo"/>
              </a:rPr>
              <a:t> </a:t>
            </a:r>
            <a:r>
              <a:rPr b="0" lang="de-DE" sz="2400" strike="noStrike" u="none">
                <a:solidFill>
                  <a:srgbClr val="c586c0"/>
                </a:solidFill>
                <a:uFillTx/>
                <a:latin typeface="Menlo"/>
              </a:rPr>
              <a:t>if</a:t>
            </a:r>
            <a:r>
              <a:rPr b="0" lang="de-DE" sz="2400" strike="noStrike" u="none">
                <a:solidFill>
                  <a:srgbClr val="d4d4d4"/>
                </a:solidFill>
                <a:uFillTx/>
                <a:latin typeface="Menlo"/>
              </a:rPr>
              <a:t> (</a:t>
            </a:r>
            <a:r>
              <a:rPr b="0" lang="de-DE" sz="2400" strike="noStrike" u="none">
                <a:solidFill>
                  <a:srgbClr val="9cdcfe"/>
                </a:solidFill>
                <a:uFillTx/>
                <a:latin typeface="Menlo"/>
              </a:rPr>
              <a:t>boolean_expression2</a:t>
            </a:r>
            <a:r>
              <a:rPr b="0" lang="de-DE" sz="2400" strike="noStrike" u="none">
                <a:solidFill>
                  <a:srgbClr val="d4d4d4"/>
                </a:solidFill>
                <a:uFillTx/>
                <a:latin typeface="Menlo"/>
              </a:rPr>
              <a:t>) { </a:t>
            </a:r>
            <a:endParaRPr b="0" lang="de-DE" sz="2400" strike="noStrike" u="none">
              <a:solidFill>
                <a:srgbClr val="000000"/>
              </a:solidFill>
              <a:uFillTx/>
              <a:latin typeface="Arial"/>
            </a:endParaRPr>
          </a:p>
          <a:p>
            <a:pPr indent="0" defTabSz="914400">
              <a:lnSpc>
                <a:spcPct val="90000"/>
              </a:lnSpc>
              <a:spcBef>
                <a:spcPts val="1001"/>
              </a:spcBef>
              <a:buNone/>
              <a:tabLst>
                <a:tab algn="l" pos="0"/>
              </a:tabLst>
            </a:pPr>
            <a:r>
              <a:rPr b="0" lang="de-DE" sz="2400" strike="noStrike" u="none">
                <a:solidFill>
                  <a:srgbClr val="6a9955"/>
                </a:solidFill>
                <a:uFillTx/>
                <a:latin typeface="Menlo"/>
              </a:rPr>
              <a:t>	</a:t>
            </a:r>
            <a:r>
              <a:rPr b="0" lang="de-DE" sz="2400" strike="noStrike" u="none">
                <a:solidFill>
                  <a:srgbClr val="6a9955"/>
                </a:solidFill>
                <a:uFillTx/>
                <a:latin typeface="Menlo"/>
              </a:rPr>
              <a:t>//someOther</a:t>
            </a:r>
            <a:endParaRPr b="0" lang="de-DE" sz="2400" strike="noStrike" u="none">
              <a:solidFill>
                <a:srgbClr val="000000"/>
              </a:solidFill>
              <a:uFillTx/>
              <a:latin typeface="Arial"/>
            </a:endParaRPr>
          </a:p>
          <a:p>
            <a:pPr indent="0" defTabSz="914400">
              <a:lnSpc>
                <a:spcPct val="90000"/>
              </a:lnSpc>
              <a:spcBef>
                <a:spcPts val="1001"/>
              </a:spcBef>
              <a:buNone/>
              <a:tabLst>
                <a:tab algn="l" pos="0"/>
              </a:tabLst>
            </a:pPr>
            <a:r>
              <a:rPr b="0" lang="de-DE" sz="2400" strike="noStrike" u="none">
                <a:solidFill>
                  <a:srgbClr val="d4d4d4"/>
                </a:solidFill>
                <a:uFillTx/>
                <a:latin typeface="Menlo"/>
              </a:rPr>
              <a:t>} </a:t>
            </a:r>
            <a:r>
              <a:rPr b="0" lang="de-DE" sz="2400" strike="noStrike" u="none">
                <a:solidFill>
                  <a:srgbClr val="c586c0"/>
                </a:solidFill>
                <a:uFillTx/>
                <a:latin typeface="Menlo"/>
              </a:rPr>
              <a:t>else</a:t>
            </a:r>
            <a:r>
              <a:rPr b="0" lang="de-DE" sz="2400" strike="noStrike" u="none">
                <a:solidFill>
                  <a:srgbClr val="d4d4d4"/>
                </a:solidFill>
                <a:uFillTx/>
                <a:latin typeface="Menlo"/>
              </a:rPr>
              <a:t> { </a:t>
            </a:r>
            <a:endParaRPr b="0" lang="de-DE" sz="2400" strike="noStrike" u="none">
              <a:solidFill>
                <a:srgbClr val="000000"/>
              </a:solidFill>
              <a:uFillTx/>
              <a:latin typeface="Arial"/>
            </a:endParaRPr>
          </a:p>
          <a:p>
            <a:pPr indent="0" defTabSz="914400">
              <a:lnSpc>
                <a:spcPct val="90000"/>
              </a:lnSpc>
              <a:spcBef>
                <a:spcPts val="1001"/>
              </a:spcBef>
              <a:buNone/>
              <a:tabLst>
                <a:tab algn="l" pos="0"/>
              </a:tabLst>
            </a:pPr>
            <a:r>
              <a:rPr b="0" lang="de-DE" sz="2400" strike="noStrike" u="none">
                <a:solidFill>
                  <a:srgbClr val="6a9955"/>
                </a:solidFill>
                <a:uFillTx/>
                <a:latin typeface="Menlo"/>
              </a:rPr>
              <a:t>	</a:t>
            </a:r>
            <a:r>
              <a:rPr b="0" lang="de-DE" sz="2400" strike="noStrike" u="none">
                <a:solidFill>
                  <a:srgbClr val="6a9955"/>
                </a:solidFill>
                <a:uFillTx/>
                <a:latin typeface="Menlo"/>
              </a:rPr>
              <a:t>//elsedo</a:t>
            </a:r>
            <a:endParaRPr b="0" lang="de-DE" sz="2400" strike="noStrike" u="none">
              <a:solidFill>
                <a:srgbClr val="000000"/>
              </a:solidFill>
              <a:uFillTx/>
              <a:latin typeface="Arial"/>
            </a:endParaRPr>
          </a:p>
          <a:p>
            <a:pPr indent="0" defTabSz="914400">
              <a:lnSpc>
                <a:spcPct val="90000"/>
              </a:lnSpc>
              <a:spcBef>
                <a:spcPts val="1001"/>
              </a:spcBef>
              <a:buNone/>
              <a:tabLst>
                <a:tab algn="l" pos="0"/>
              </a:tabLst>
            </a:pPr>
            <a:r>
              <a:rPr b="0" lang="de-DE" sz="2400" strike="noStrike" u="none">
                <a:solidFill>
                  <a:srgbClr val="d4d4d4"/>
                </a:solidFill>
                <a:uFillTx/>
                <a:latin typeface="Menlo"/>
              </a:rPr>
              <a:t>}</a:t>
            </a:r>
            <a:endParaRPr b="0" lang="de-DE" sz="2400" strike="noStrike" u="none">
              <a:solidFill>
                <a:srgbClr val="000000"/>
              </a:solidFill>
              <a:uFillTx/>
              <a:latin typeface="Arial"/>
            </a:endParaRPr>
          </a:p>
          <a:p>
            <a:pPr indent="0" defTabSz="914400">
              <a:lnSpc>
                <a:spcPct val="90000"/>
              </a:lnSpc>
              <a:spcBef>
                <a:spcPts val="1001"/>
              </a:spcBef>
              <a:buNone/>
              <a:tabLst>
                <a:tab algn="l" pos="0"/>
              </a:tabLst>
            </a:pPr>
            <a:endParaRPr b="0" lang="de-DE" sz="2200" strike="noStrike" u="none">
              <a:solidFill>
                <a:srgbClr val="000000"/>
              </a:solidFill>
              <a:uFillTx/>
              <a:latin typeface="Arial"/>
            </a:endParaRPr>
          </a:p>
        </p:txBody>
      </p:sp>
      <p:pic>
        <p:nvPicPr>
          <p:cNvPr id="217" name="Picture 4" descr="A blue and white sign&#10;&#10;Description automatically generated"/>
          <p:cNvPicPr/>
          <p:nvPr/>
        </p:nvPicPr>
        <p:blipFill>
          <a:blip r:embed="rId1"/>
          <a:srcRect l="17712" t="36597" r="25103" b="0"/>
          <a:stretch/>
        </p:blipFill>
        <p:spPr>
          <a:xfrm>
            <a:off x="1224000" y="2989440"/>
            <a:ext cx="2579400" cy="2602440"/>
          </a:xfrm>
          <a:prstGeom prst="rect">
            <a:avLst/>
          </a:prstGeom>
          <a:noFill/>
          <a:ln w="0">
            <a:noFill/>
          </a:ln>
        </p:spPr>
      </p:pic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24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8" name="PlaceHolder 1"/>
          <p:cNvSpPr>
            <a:spLocks noGrp="1"/>
          </p:cNvSpPr>
          <p:nvPr>
            <p:ph type="title"/>
          </p:nvPr>
        </p:nvSpPr>
        <p:spPr>
          <a:xfrm>
            <a:off x="960840" y="498240"/>
            <a:ext cx="10268640" cy="127800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ctr">
            <a:normAutofit/>
          </a:bodyPr>
          <a:p>
            <a:pPr indent="0" defTabSz="914400">
              <a:lnSpc>
                <a:spcPct val="90000"/>
              </a:lnSpc>
              <a:buNone/>
              <a:tabLst>
                <a:tab algn="l" pos="0"/>
              </a:tabLst>
            </a:pPr>
            <a:r>
              <a:rPr b="0" lang="de-DE" sz="4400" strike="noStrike" u="none">
                <a:solidFill>
                  <a:schemeClr val="lt1"/>
                </a:solidFill>
                <a:uFillTx/>
                <a:latin typeface="Calibri Light"/>
              </a:rPr>
              <a:t>Kontrollstrukturen</a:t>
            </a:r>
            <a:endParaRPr b="0" lang="de-DE" sz="4400" strike="noStrike" u="none">
              <a:solidFill>
                <a:srgbClr val="000000"/>
              </a:solidFill>
              <a:uFillTx/>
              <a:latin typeface="Arial"/>
            </a:endParaRPr>
          </a:p>
        </p:txBody>
      </p:sp>
      <p:sp>
        <p:nvSpPr>
          <p:cNvPr id="219" name="PlaceHolder 2"/>
          <p:cNvSpPr>
            <a:spLocks noGrp="1"/>
          </p:cNvSpPr>
          <p:nvPr>
            <p:ph/>
          </p:nvPr>
        </p:nvSpPr>
        <p:spPr>
          <a:xfrm>
            <a:off x="4389120" y="2944440"/>
            <a:ext cx="6840360" cy="286524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t">
            <a:normAutofit fontScale="77500" lnSpcReduction="19999"/>
          </a:bodyPr>
          <a:p>
            <a:pPr indent="0" defTabSz="914400">
              <a:lnSpc>
                <a:spcPct val="90000"/>
              </a:lnSpc>
              <a:spcBef>
                <a:spcPts val="1001"/>
              </a:spcBef>
              <a:buNone/>
              <a:tabLst>
                <a:tab algn="l" pos="0"/>
              </a:tabLst>
            </a:pPr>
            <a:r>
              <a:rPr b="0" lang="de-DE" sz="2400" strike="noStrike" u="none">
                <a:solidFill>
                  <a:srgbClr val="569cd6"/>
                </a:solidFill>
                <a:uFillTx/>
                <a:latin typeface="Menlo"/>
              </a:rPr>
              <a:t>var</a:t>
            </a:r>
            <a:r>
              <a:rPr b="0" lang="de-DE" sz="2400" strike="noStrike" u="none">
                <a:solidFill>
                  <a:srgbClr val="d4d4d4"/>
                </a:solidFill>
                <a:uFillTx/>
                <a:latin typeface="Menlo"/>
              </a:rPr>
              <a:t> </a:t>
            </a:r>
            <a:r>
              <a:rPr b="0" lang="de-DE" sz="2400" strike="noStrike" u="none">
                <a:solidFill>
                  <a:srgbClr val="9cdcfe"/>
                </a:solidFill>
                <a:uFillTx/>
                <a:latin typeface="Menlo"/>
              </a:rPr>
              <a:t>n</a:t>
            </a:r>
            <a:r>
              <a:rPr b="0" lang="de-DE" sz="2400" strike="noStrike" u="none">
                <a:solidFill>
                  <a:srgbClr val="d4d4d4"/>
                </a:solidFill>
                <a:uFillTx/>
                <a:latin typeface="Menlo"/>
              </a:rPr>
              <a:t>:</a:t>
            </a:r>
            <a:r>
              <a:rPr b="0" lang="de-DE" sz="2400" strike="noStrike" u="none">
                <a:solidFill>
                  <a:srgbClr val="4ec9b0"/>
                </a:solidFill>
                <a:uFillTx/>
                <a:latin typeface="Menlo"/>
              </a:rPr>
              <a:t>number</a:t>
            </a:r>
            <a:r>
              <a:rPr b="0" lang="de-DE" sz="2400" strike="noStrike" u="none">
                <a:solidFill>
                  <a:srgbClr val="d4d4d4"/>
                </a:solidFill>
                <a:uFillTx/>
                <a:latin typeface="Menlo"/>
              </a:rPr>
              <a:t> = </a:t>
            </a:r>
            <a:r>
              <a:rPr b="0" lang="de-DE" sz="2400" strike="noStrike" u="none">
                <a:solidFill>
                  <a:srgbClr val="b5cea8"/>
                </a:solidFill>
                <a:uFillTx/>
                <a:latin typeface="Menlo"/>
              </a:rPr>
              <a:t>1</a:t>
            </a:r>
            <a:r>
              <a:rPr b="0" lang="de-DE" sz="2400" strike="noStrike" u="none">
                <a:solidFill>
                  <a:srgbClr val="d4d4d4"/>
                </a:solidFill>
                <a:uFillTx/>
                <a:latin typeface="Menlo"/>
              </a:rPr>
              <a:t> </a:t>
            </a:r>
            <a:endParaRPr b="0" lang="de-DE" sz="2400" strike="noStrike" u="none">
              <a:solidFill>
                <a:srgbClr val="000000"/>
              </a:solidFill>
              <a:uFillTx/>
              <a:latin typeface="Arial"/>
            </a:endParaRPr>
          </a:p>
          <a:p>
            <a:pPr indent="0" defTabSz="914400">
              <a:lnSpc>
                <a:spcPct val="90000"/>
              </a:lnSpc>
              <a:spcBef>
                <a:spcPts val="1001"/>
              </a:spcBef>
              <a:buNone/>
              <a:tabLst>
                <a:tab algn="l" pos="0"/>
              </a:tabLst>
            </a:pPr>
            <a:r>
              <a:rPr b="0" lang="de-DE" sz="2400" strike="noStrike" u="none">
                <a:solidFill>
                  <a:srgbClr val="c586c0"/>
                </a:solidFill>
                <a:uFillTx/>
                <a:latin typeface="Menlo"/>
              </a:rPr>
              <a:t>while</a:t>
            </a:r>
            <a:r>
              <a:rPr b="0" lang="de-DE" sz="2400" strike="noStrike" u="none">
                <a:solidFill>
                  <a:srgbClr val="d4d4d4"/>
                </a:solidFill>
                <a:uFillTx/>
                <a:latin typeface="Menlo"/>
              </a:rPr>
              <a:t>(</a:t>
            </a:r>
            <a:r>
              <a:rPr b="0" lang="de-DE" sz="2400" strike="noStrike" u="none">
                <a:solidFill>
                  <a:srgbClr val="9cdcfe"/>
                </a:solidFill>
                <a:uFillTx/>
                <a:latin typeface="Menlo"/>
              </a:rPr>
              <a:t>n</a:t>
            </a:r>
            <a:r>
              <a:rPr b="0" lang="de-DE" sz="2400" strike="noStrike" u="none">
                <a:solidFill>
                  <a:srgbClr val="d4d4d4"/>
                </a:solidFill>
                <a:uFillTx/>
                <a:latin typeface="Menlo"/>
              </a:rPr>
              <a:t> &gt; </a:t>
            </a:r>
            <a:r>
              <a:rPr b="0" lang="de-DE" sz="2400" strike="noStrike" u="none">
                <a:solidFill>
                  <a:srgbClr val="b5cea8"/>
                </a:solidFill>
                <a:uFillTx/>
                <a:latin typeface="Menlo"/>
              </a:rPr>
              <a:t>5</a:t>
            </a:r>
            <a:r>
              <a:rPr b="0" lang="de-DE" sz="2400" strike="noStrike" u="none">
                <a:solidFill>
                  <a:srgbClr val="d4d4d4"/>
                </a:solidFill>
                <a:uFillTx/>
                <a:latin typeface="Menlo"/>
              </a:rPr>
              <a:t>) { </a:t>
            </a:r>
            <a:endParaRPr b="0" lang="de-DE" sz="2400" strike="noStrike" u="none">
              <a:solidFill>
                <a:srgbClr val="000000"/>
              </a:solidFill>
              <a:uFillTx/>
              <a:latin typeface="Arial"/>
            </a:endParaRPr>
          </a:p>
          <a:p>
            <a:pPr indent="0" defTabSz="914400">
              <a:lnSpc>
                <a:spcPct val="90000"/>
              </a:lnSpc>
              <a:spcBef>
                <a:spcPts val="1001"/>
              </a:spcBef>
              <a:buNone/>
              <a:tabLst>
                <a:tab algn="l" pos="0"/>
              </a:tabLst>
            </a:pPr>
            <a:r>
              <a:rPr b="0" lang="de-DE" sz="2400" strike="noStrike" u="none">
                <a:solidFill>
                  <a:srgbClr val="6a9955"/>
                </a:solidFill>
                <a:uFillTx/>
                <a:latin typeface="Menlo"/>
              </a:rPr>
              <a:t>	</a:t>
            </a:r>
            <a:r>
              <a:rPr b="0" lang="de-DE" sz="2400" strike="noStrike" u="none">
                <a:solidFill>
                  <a:srgbClr val="6a9955"/>
                </a:solidFill>
                <a:uFillTx/>
                <a:latin typeface="Menlo"/>
              </a:rPr>
              <a:t>//some</a:t>
            </a:r>
            <a:endParaRPr b="0" lang="de-DE" sz="2400" strike="noStrike" u="none">
              <a:solidFill>
                <a:srgbClr val="000000"/>
              </a:solidFill>
              <a:uFillTx/>
              <a:latin typeface="Arial"/>
            </a:endParaRPr>
          </a:p>
          <a:p>
            <a:pPr indent="0" defTabSz="914400">
              <a:lnSpc>
                <a:spcPct val="90000"/>
              </a:lnSpc>
              <a:spcBef>
                <a:spcPts val="1001"/>
              </a:spcBef>
              <a:buNone/>
              <a:tabLst>
                <a:tab algn="l" pos="0"/>
              </a:tabLst>
            </a:pPr>
            <a:r>
              <a:rPr b="0" lang="de-DE" sz="2400" strike="noStrike" u="none">
                <a:solidFill>
                  <a:srgbClr val="d4d4d4"/>
                </a:solidFill>
                <a:uFillTx/>
                <a:latin typeface="Menlo"/>
              </a:rPr>
              <a:t>} </a:t>
            </a:r>
            <a:endParaRPr b="0" lang="de-DE" sz="2400" strike="noStrike" u="none">
              <a:solidFill>
                <a:srgbClr val="000000"/>
              </a:solidFill>
              <a:uFillTx/>
              <a:latin typeface="Arial"/>
            </a:endParaRPr>
          </a:p>
          <a:p>
            <a:pPr indent="0" defTabSz="914400">
              <a:lnSpc>
                <a:spcPct val="90000"/>
              </a:lnSpc>
              <a:spcBef>
                <a:spcPts val="1001"/>
              </a:spcBef>
              <a:buNone/>
              <a:tabLst>
                <a:tab algn="l" pos="0"/>
              </a:tabLst>
            </a:pPr>
            <a:endParaRPr b="0" lang="de-DE" sz="2400" strike="noStrike" u="none">
              <a:solidFill>
                <a:srgbClr val="000000"/>
              </a:solidFill>
              <a:uFillTx/>
              <a:latin typeface="Arial"/>
            </a:endParaRPr>
          </a:p>
          <a:p>
            <a:pPr indent="0" defTabSz="914400">
              <a:lnSpc>
                <a:spcPct val="90000"/>
              </a:lnSpc>
              <a:spcBef>
                <a:spcPts val="1001"/>
              </a:spcBef>
              <a:buNone/>
              <a:tabLst>
                <a:tab algn="l" pos="0"/>
              </a:tabLst>
            </a:pPr>
            <a:r>
              <a:rPr b="0" lang="de-DE" sz="2400" strike="noStrike" u="none">
                <a:solidFill>
                  <a:srgbClr val="c586c0"/>
                </a:solidFill>
                <a:uFillTx/>
                <a:latin typeface="Menlo"/>
              </a:rPr>
              <a:t>do</a:t>
            </a:r>
            <a:r>
              <a:rPr b="0" lang="de-DE" sz="2400" strike="noStrike" u="none">
                <a:solidFill>
                  <a:srgbClr val="d4d4d4"/>
                </a:solidFill>
                <a:uFillTx/>
                <a:latin typeface="Menlo"/>
              </a:rPr>
              <a:t> { </a:t>
            </a:r>
            <a:endParaRPr b="0" lang="de-DE" sz="2400" strike="noStrike" u="none">
              <a:solidFill>
                <a:srgbClr val="000000"/>
              </a:solidFill>
              <a:uFillTx/>
              <a:latin typeface="Arial"/>
            </a:endParaRPr>
          </a:p>
          <a:p>
            <a:pPr indent="0" defTabSz="914400">
              <a:lnSpc>
                <a:spcPct val="90000"/>
              </a:lnSpc>
              <a:spcBef>
                <a:spcPts val="1001"/>
              </a:spcBef>
              <a:buNone/>
              <a:tabLst>
                <a:tab algn="l" pos="0"/>
              </a:tabLst>
            </a:pPr>
            <a:r>
              <a:rPr b="0" lang="de-DE" sz="2400" strike="noStrike" u="none">
                <a:solidFill>
                  <a:srgbClr val="6a9955"/>
                </a:solidFill>
                <a:uFillTx/>
                <a:latin typeface="Menlo"/>
              </a:rPr>
              <a:t>	</a:t>
            </a:r>
            <a:r>
              <a:rPr b="0" lang="de-DE" sz="2400" strike="noStrike" u="none">
                <a:solidFill>
                  <a:srgbClr val="6a9955"/>
                </a:solidFill>
                <a:uFillTx/>
                <a:latin typeface="Menlo"/>
              </a:rPr>
              <a:t>//some </a:t>
            </a:r>
            <a:endParaRPr b="0" lang="de-DE" sz="2400" strike="noStrike" u="none">
              <a:solidFill>
                <a:srgbClr val="000000"/>
              </a:solidFill>
              <a:uFillTx/>
              <a:latin typeface="Arial"/>
            </a:endParaRPr>
          </a:p>
          <a:p>
            <a:pPr indent="0" defTabSz="914400">
              <a:lnSpc>
                <a:spcPct val="90000"/>
              </a:lnSpc>
              <a:spcBef>
                <a:spcPts val="1001"/>
              </a:spcBef>
              <a:buNone/>
              <a:tabLst>
                <a:tab algn="l" pos="0"/>
              </a:tabLst>
            </a:pPr>
            <a:r>
              <a:rPr b="0" lang="de-DE" sz="2400" strike="noStrike" u="none">
                <a:solidFill>
                  <a:srgbClr val="d4d4d4"/>
                </a:solidFill>
                <a:uFillTx/>
                <a:latin typeface="Menlo"/>
              </a:rPr>
              <a:t>} </a:t>
            </a:r>
            <a:endParaRPr b="0" lang="de-DE" sz="2400" strike="noStrike" u="none">
              <a:solidFill>
                <a:srgbClr val="000000"/>
              </a:solidFill>
              <a:uFillTx/>
              <a:latin typeface="Arial"/>
            </a:endParaRPr>
          </a:p>
          <a:p>
            <a:pPr indent="0" defTabSz="914400">
              <a:lnSpc>
                <a:spcPct val="90000"/>
              </a:lnSpc>
              <a:spcBef>
                <a:spcPts val="1001"/>
              </a:spcBef>
              <a:buNone/>
              <a:tabLst>
                <a:tab algn="l" pos="0"/>
              </a:tabLst>
            </a:pPr>
            <a:r>
              <a:rPr b="0" lang="de-DE" sz="2400" strike="noStrike" u="none">
                <a:solidFill>
                  <a:srgbClr val="c586c0"/>
                </a:solidFill>
                <a:uFillTx/>
                <a:latin typeface="Menlo"/>
              </a:rPr>
              <a:t>while</a:t>
            </a:r>
            <a:r>
              <a:rPr b="0" lang="de-DE" sz="2400" strike="noStrike" u="none">
                <a:solidFill>
                  <a:srgbClr val="d4d4d4"/>
                </a:solidFill>
                <a:uFillTx/>
                <a:latin typeface="Menlo"/>
              </a:rPr>
              <a:t>(</a:t>
            </a:r>
            <a:r>
              <a:rPr b="0" lang="de-DE" sz="2400" strike="noStrike" u="none">
                <a:solidFill>
                  <a:srgbClr val="9cdcfe"/>
                </a:solidFill>
                <a:uFillTx/>
                <a:latin typeface="Menlo"/>
              </a:rPr>
              <a:t>n</a:t>
            </a:r>
            <a:r>
              <a:rPr b="0" lang="de-DE" sz="2400" strike="noStrike" u="none">
                <a:solidFill>
                  <a:srgbClr val="d4d4d4"/>
                </a:solidFill>
                <a:uFillTx/>
                <a:latin typeface="Menlo"/>
              </a:rPr>
              <a:t>&gt;</a:t>
            </a:r>
            <a:r>
              <a:rPr b="0" lang="de-DE" sz="2400" strike="noStrike" u="none">
                <a:solidFill>
                  <a:srgbClr val="b5cea8"/>
                </a:solidFill>
                <a:uFillTx/>
                <a:latin typeface="Menlo"/>
              </a:rPr>
              <a:t>5</a:t>
            </a:r>
            <a:r>
              <a:rPr b="0" lang="de-DE" sz="2400" strike="noStrike" u="none">
                <a:solidFill>
                  <a:srgbClr val="d4d4d4"/>
                </a:solidFill>
                <a:uFillTx/>
                <a:latin typeface="Menlo"/>
              </a:rPr>
              <a:t>)</a:t>
            </a:r>
            <a:endParaRPr b="0" lang="de-DE" sz="2400" strike="noStrike" u="none">
              <a:solidFill>
                <a:srgbClr val="000000"/>
              </a:solidFill>
              <a:uFillTx/>
              <a:latin typeface="Arial"/>
            </a:endParaRPr>
          </a:p>
          <a:p>
            <a:pPr indent="0" defTabSz="914400">
              <a:lnSpc>
                <a:spcPct val="90000"/>
              </a:lnSpc>
              <a:spcBef>
                <a:spcPts val="1001"/>
              </a:spcBef>
              <a:buNone/>
              <a:tabLst>
                <a:tab algn="l" pos="0"/>
              </a:tabLst>
            </a:pPr>
            <a:endParaRPr b="0" lang="de-DE" sz="2400" strike="noStrike" u="none">
              <a:solidFill>
                <a:srgbClr val="000000"/>
              </a:solidFill>
              <a:uFillTx/>
              <a:latin typeface="Arial"/>
            </a:endParaRPr>
          </a:p>
          <a:p>
            <a:pPr indent="0" defTabSz="914400">
              <a:lnSpc>
                <a:spcPct val="90000"/>
              </a:lnSpc>
              <a:spcBef>
                <a:spcPts val="1001"/>
              </a:spcBef>
              <a:buNone/>
              <a:tabLst>
                <a:tab algn="l" pos="0"/>
              </a:tabLst>
            </a:pPr>
            <a:endParaRPr b="0" lang="de-DE" sz="2200" strike="noStrike" u="none">
              <a:solidFill>
                <a:srgbClr val="000000"/>
              </a:solidFill>
              <a:uFillTx/>
              <a:latin typeface="Arial"/>
            </a:endParaRPr>
          </a:p>
        </p:txBody>
      </p:sp>
      <p:pic>
        <p:nvPicPr>
          <p:cNvPr id="220" name="Picture 4" descr="A blue and white sign&#10;&#10;Description automatically generated"/>
          <p:cNvPicPr/>
          <p:nvPr/>
        </p:nvPicPr>
        <p:blipFill>
          <a:blip r:embed="rId1"/>
          <a:srcRect l="17712" t="36597" r="25103" b="0"/>
          <a:stretch/>
        </p:blipFill>
        <p:spPr>
          <a:xfrm>
            <a:off x="1224000" y="2989440"/>
            <a:ext cx="2579400" cy="2602440"/>
          </a:xfrm>
          <a:prstGeom prst="rect">
            <a:avLst/>
          </a:prstGeom>
          <a:noFill/>
          <a:ln w="0">
            <a:noFill/>
          </a:ln>
        </p:spPr>
      </p:pic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25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1" name="PlaceHolder 1"/>
          <p:cNvSpPr>
            <a:spLocks noGrp="1"/>
          </p:cNvSpPr>
          <p:nvPr>
            <p:ph type="title"/>
          </p:nvPr>
        </p:nvSpPr>
        <p:spPr>
          <a:xfrm>
            <a:off x="838080" y="365040"/>
            <a:ext cx="10514520" cy="132444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ctr">
            <a:noAutofit/>
          </a:bodyPr>
          <a:p>
            <a:pPr indent="0" defTabSz="914400">
              <a:lnSpc>
                <a:spcPct val="90000"/>
              </a:lnSpc>
              <a:buNone/>
              <a:tabLst>
                <a:tab algn="l" pos="0"/>
              </a:tabLst>
            </a:pPr>
            <a:r>
              <a:rPr b="0" lang="de-DE" sz="4400" strike="noStrike" u="none">
                <a:solidFill>
                  <a:schemeClr val="dk1"/>
                </a:solidFill>
                <a:uFillTx/>
                <a:latin typeface="Calibri Light"/>
              </a:rPr>
              <a:t>Number Datentyp</a:t>
            </a:r>
            <a:endParaRPr b="0" lang="de-DE" sz="4400" strike="noStrike" u="none">
              <a:solidFill>
                <a:srgbClr val="000000"/>
              </a:solidFill>
              <a:uFillTx/>
              <a:latin typeface="Arial"/>
            </a:endParaRPr>
          </a:p>
        </p:txBody>
      </p:sp>
      <p:graphicFrame>
        <p:nvGraphicFramePr>
          <p:cNvPr id="4" name="Diagram4"/>
          <p:cNvGraphicFramePr/>
          <p:nvPr>
            <p:extLst>
              <p:ext uri="{D42A27DB-BD31-4B8C-83A1-F6EECF244321}">
                <p14:modId xmlns:p14="http://schemas.microsoft.com/office/powerpoint/2010/main" val="779718921"/>
              </p:ext>
            </p:extLst>
          </p:nvPr>
        </p:nvGraphicFramePr>
        <p:xfrm>
          <a:off x="859320" y="1846800"/>
          <a:ext cx="10514520" cy="4350240"/>
        </p:xfrm>
        <a:graphic>
          <a:graphicData uri="http://schemas.openxmlformats.org/drawingml/2006/diagram">
            <dgm:relIds xmlns:dgm="http://schemas.openxmlformats.org/drawingml/2006/diagram" xmlns:r="http://schemas.openxmlformats.org/officeDocument/2006/relationships" r:dm="rId1" r:lo="rId2" r:qs="rId3" r:cs="rId4"/>
          </a:graphicData>
        </a:graphic>
      </p:graphicFrame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26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2" name="PlaceHolder 1"/>
          <p:cNvSpPr>
            <a:spLocks noGrp="1"/>
          </p:cNvSpPr>
          <p:nvPr>
            <p:ph type="title"/>
          </p:nvPr>
        </p:nvSpPr>
        <p:spPr>
          <a:xfrm>
            <a:off x="838080" y="365040"/>
            <a:ext cx="10514520" cy="132444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ctr">
            <a:noAutofit/>
          </a:bodyPr>
          <a:p>
            <a:pPr indent="0" defTabSz="914400">
              <a:lnSpc>
                <a:spcPct val="90000"/>
              </a:lnSpc>
              <a:buNone/>
              <a:tabLst>
                <a:tab algn="l" pos="0"/>
              </a:tabLst>
            </a:pPr>
            <a:r>
              <a:rPr b="0" lang="de-DE" sz="4400" strike="noStrike" u="none">
                <a:solidFill>
                  <a:schemeClr val="dk1"/>
                </a:solidFill>
                <a:uFillTx/>
                <a:latin typeface="Calibri Light"/>
              </a:rPr>
              <a:t>Number Funktionen</a:t>
            </a:r>
            <a:endParaRPr b="0" lang="de-DE" sz="4400" strike="noStrike" u="none">
              <a:solidFill>
                <a:srgbClr val="000000"/>
              </a:solidFill>
              <a:uFillTx/>
              <a:latin typeface="Arial"/>
            </a:endParaRPr>
          </a:p>
        </p:txBody>
      </p:sp>
      <p:sp>
        <p:nvSpPr>
          <p:cNvPr id="223" name="PlaceHolder 2"/>
          <p:cNvSpPr>
            <a:spLocks noGrp="1"/>
          </p:cNvSpPr>
          <p:nvPr>
            <p:ph/>
          </p:nvPr>
        </p:nvSpPr>
        <p:spPr>
          <a:xfrm>
            <a:off x="838080" y="1825560"/>
            <a:ext cx="10514520" cy="435024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t">
            <a:normAutofit/>
          </a:bodyPr>
          <a:p>
            <a:pPr marL="228600" indent="-228600" defTabSz="914400">
              <a:lnSpc>
                <a:spcPct val="90000"/>
              </a:lnSpc>
              <a:spcBef>
                <a:spcPts val="1001"/>
              </a:spcBef>
              <a:buClr>
                <a:srgbClr val="000000"/>
              </a:buClr>
              <a:buFont typeface="Arial"/>
              <a:buChar char="•"/>
            </a:pPr>
            <a:r>
              <a:rPr b="0" lang="de-DE" sz="2800" strike="noStrike" u="none">
                <a:solidFill>
                  <a:schemeClr val="dk1"/>
                </a:solidFill>
                <a:uFillTx/>
                <a:latin typeface="Calibri"/>
              </a:rPr>
              <a:t>toFixed()</a:t>
            </a:r>
            <a:endParaRPr b="0" lang="de-DE" sz="2800" strike="noStrike" u="none">
              <a:solidFill>
                <a:srgbClr val="000000"/>
              </a:solidFill>
              <a:uFillTx/>
              <a:latin typeface="Arial"/>
            </a:endParaRPr>
          </a:p>
          <a:p>
            <a:pPr lvl="1" marL="685800" indent="-228600" defTabSz="914400">
              <a:lnSpc>
                <a:spcPct val="90000"/>
              </a:lnSpc>
              <a:spcBef>
                <a:spcPts val="499"/>
              </a:spcBef>
              <a:buClr>
                <a:srgbClr val="569cd6"/>
              </a:buClr>
              <a:buFont typeface="Arial"/>
              <a:buChar char="•"/>
            </a:pPr>
            <a:r>
              <a:rPr b="0" lang="de-DE" sz="2000" strike="noStrike" u="none">
                <a:solidFill>
                  <a:srgbClr val="569cd6"/>
                </a:solidFill>
                <a:uFillTx/>
                <a:latin typeface="Menlo"/>
              </a:rPr>
              <a:t>var</a:t>
            </a:r>
            <a:r>
              <a:rPr b="0" lang="de-DE" sz="2000" strike="noStrike" u="none">
                <a:solidFill>
                  <a:srgbClr val="d4d4d4"/>
                </a:solidFill>
                <a:uFillTx/>
                <a:latin typeface="Menlo"/>
              </a:rPr>
              <a:t> </a:t>
            </a:r>
            <a:r>
              <a:rPr b="0" lang="de-DE" sz="2000" strike="noStrike" u="none">
                <a:solidFill>
                  <a:srgbClr val="9cdcfe"/>
                </a:solidFill>
                <a:uFillTx/>
                <a:latin typeface="Menlo"/>
              </a:rPr>
              <a:t>numToFixed</a:t>
            </a:r>
            <a:r>
              <a:rPr b="0" lang="de-DE" sz="2000" strike="noStrike" u="none">
                <a:solidFill>
                  <a:srgbClr val="d4d4d4"/>
                </a:solidFill>
                <a:uFillTx/>
                <a:latin typeface="Menlo"/>
              </a:rPr>
              <a:t> = </a:t>
            </a:r>
            <a:r>
              <a:rPr b="0" lang="de-DE" sz="2000" strike="noStrike" u="none">
                <a:solidFill>
                  <a:srgbClr val="569cd6"/>
                </a:solidFill>
                <a:uFillTx/>
                <a:latin typeface="Menlo"/>
              </a:rPr>
              <a:t>new</a:t>
            </a:r>
            <a:r>
              <a:rPr b="0" lang="de-DE" sz="2000" strike="noStrike" u="none">
                <a:solidFill>
                  <a:srgbClr val="d4d4d4"/>
                </a:solidFill>
                <a:uFillTx/>
                <a:latin typeface="Menlo"/>
              </a:rPr>
              <a:t> </a:t>
            </a:r>
            <a:r>
              <a:rPr b="0" lang="de-DE" sz="2000" strike="noStrike" u="none">
                <a:solidFill>
                  <a:srgbClr val="4ec9b0"/>
                </a:solidFill>
                <a:uFillTx/>
                <a:latin typeface="Menlo"/>
              </a:rPr>
              <a:t>Number</a:t>
            </a:r>
            <a:r>
              <a:rPr b="0" lang="de-DE" sz="2000" strike="noStrike" u="none">
                <a:solidFill>
                  <a:srgbClr val="d4d4d4"/>
                </a:solidFill>
                <a:uFillTx/>
                <a:latin typeface="Menlo"/>
              </a:rPr>
              <a:t>(</a:t>
            </a:r>
            <a:r>
              <a:rPr b="0" lang="de-DE" sz="2000" strike="noStrike" u="none">
                <a:solidFill>
                  <a:srgbClr val="b5cea8"/>
                </a:solidFill>
                <a:uFillTx/>
                <a:latin typeface="Menlo"/>
              </a:rPr>
              <a:t>123.456</a:t>
            </a:r>
            <a:r>
              <a:rPr b="0" lang="de-DE" sz="2000" strike="noStrike" u="none">
                <a:solidFill>
                  <a:srgbClr val="d4d4d4"/>
                </a:solidFill>
                <a:uFillTx/>
                <a:latin typeface="Menlo"/>
              </a:rPr>
              <a:t>); </a:t>
            </a:r>
            <a:endParaRPr b="0" lang="de-DE" sz="2000" strike="noStrike" u="none">
              <a:solidFill>
                <a:srgbClr val="000000"/>
              </a:solidFill>
              <a:uFillTx/>
              <a:latin typeface="Arial"/>
            </a:endParaRPr>
          </a:p>
          <a:p>
            <a:pPr lvl="1" marL="685800" indent="-228600" defTabSz="914400">
              <a:lnSpc>
                <a:spcPct val="90000"/>
              </a:lnSpc>
              <a:spcBef>
                <a:spcPts val="499"/>
              </a:spcBef>
              <a:buClr>
                <a:srgbClr val="4ec9b0"/>
              </a:buClr>
              <a:buFont typeface="Arial"/>
              <a:buChar char="•"/>
            </a:pPr>
            <a:r>
              <a:rPr b="0" lang="de-DE" sz="2000" strike="noStrike" u="none">
                <a:solidFill>
                  <a:srgbClr val="4ec9b0"/>
                </a:solidFill>
                <a:uFillTx/>
                <a:latin typeface="Menlo"/>
              </a:rPr>
              <a:t>console</a:t>
            </a:r>
            <a:r>
              <a:rPr b="0" lang="de-DE" sz="2000" strike="noStrike" u="none">
                <a:solidFill>
                  <a:srgbClr val="d4d4d4"/>
                </a:solidFill>
                <a:uFillTx/>
                <a:latin typeface="Menlo"/>
              </a:rPr>
              <a:t>.</a:t>
            </a:r>
            <a:r>
              <a:rPr b="0" lang="de-DE" sz="2000" strike="noStrike" u="none">
                <a:solidFill>
                  <a:srgbClr val="dcdcaa"/>
                </a:solidFill>
                <a:uFillTx/>
                <a:latin typeface="Menlo"/>
              </a:rPr>
              <a:t>log</a:t>
            </a:r>
            <a:r>
              <a:rPr b="0" lang="de-DE" sz="2000" strike="noStrike" u="none">
                <a:solidFill>
                  <a:srgbClr val="d4d4d4"/>
                </a:solidFill>
                <a:uFillTx/>
                <a:latin typeface="Menlo"/>
              </a:rPr>
              <a:t>(</a:t>
            </a:r>
            <a:r>
              <a:rPr b="0" lang="de-DE" sz="2000" strike="noStrike" u="none">
                <a:solidFill>
                  <a:srgbClr val="ce9178"/>
                </a:solidFill>
                <a:uFillTx/>
                <a:latin typeface="Menlo"/>
              </a:rPr>
              <a:t>"numToFixed.toFixed() is "</a:t>
            </a:r>
            <a:r>
              <a:rPr b="0" lang="de-DE" sz="2000" strike="noStrike" u="none">
                <a:solidFill>
                  <a:srgbClr val="d4d4d4"/>
                </a:solidFill>
                <a:uFillTx/>
                <a:latin typeface="Menlo"/>
              </a:rPr>
              <a:t>+</a:t>
            </a:r>
            <a:r>
              <a:rPr b="0" lang="de-DE" sz="2000" strike="noStrike" u="none">
                <a:solidFill>
                  <a:srgbClr val="9cdcfe"/>
                </a:solidFill>
                <a:uFillTx/>
                <a:latin typeface="Menlo"/>
              </a:rPr>
              <a:t>numToFixed</a:t>
            </a:r>
            <a:r>
              <a:rPr b="0" lang="de-DE" sz="2000" strike="noStrike" u="none">
                <a:solidFill>
                  <a:srgbClr val="d4d4d4"/>
                </a:solidFill>
                <a:uFillTx/>
                <a:latin typeface="Menlo"/>
              </a:rPr>
              <a:t>.</a:t>
            </a:r>
            <a:r>
              <a:rPr b="0" lang="de-DE" sz="2000" strike="noStrike" u="none">
                <a:solidFill>
                  <a:srgbClr val="dcdcaa"/>
                </a:solidFill>
                <a:uFillTx/>
                <a:latin typeface="Menlo"/>
              </a:rPr>
              <a:t>toFixed</a:t>
            </a:r>
            <a:r>
              <a:rPr b="0" lang="de-DE" sz="2000" strike="noStrike" u="none">
                <a:solidFill>
                  <a:srgbClr val="d4d4d4"/>
                </a:solidFill>
                <a:uFillTx/>
                <a:latin typeface="Menlo"/>
              </a:rPr>
              <a:t>()) </a:t>
            </a:r>
            <a:endParaRPr b="0" lang="de-DE" sz="2000" strike="noStrike" u="none">
              <a:solidFill>
                <a:srgbClr val="000000"/>
              </a:solidFill>
              <a:uFillTx/>
              <a:latin typeface="Arial"/>
            </a:endParaRPr>
          </a:p>
          <a:p>
            <a:pPr lvl="1" marL="685800" indent="-228600" defTabSz="914400">
              <a:lnSpc>
                <a:spcPct val="90000"/>
              </a:lnSpc>
              <a:spcBef>
                <a:spcPts val="499"/>
              </a:spcBef>
              <a:buClr>
                <a:srgbClr val="4ec9b0"/>
              </a:buClr>
              <a:buFont typeface="Arial"/>
              <a:buChar char="•"/>
            </a:pPr>
            <a:r>
              <a:rPr b="0" lang="de-DE" sz="2000" strike="noStrike" u="none">
                <a:solidFill>
                  <a:srgbClr val="4ec9b0"/>
                </a:solidFill>
                <a:uFillTx/>
                <a:latin typeface="Menlo"/>
              </a:rPr>
              <a:t>console</a:t>
            </a:r>
            <a:r>
              <a:rPr b="0" lang="de-DE" sz="2000" strike="noStrike" u="none">
                <a:solidFill>
                  <a:srgbClr val="d4d4d4"/>
                </a:solidFill>
                <a:uFillTx/>
                <a:latin typeface="Menlo"/>
              </a:rPr>
              <a:t>.</a:t>
            </a:r>
            <a:r>
              <a:rPr b="0" lang="de-DE" sz="2000" strike="noStrike" u="none">
                <a:solidFill>
                  <a:srgbClr val="dcdcaa"/>
                </a:solidFill>
                <a:uFillTx/>
                <a:latin typeface="Menlo"/>
              </a:rPr>
              <a:t>log</a:t>
            </a:r>
            <a:r>
              <a:rPr b="0" lang="de-DE" sz="2000" strike="noStrike" u="none">
                <a:solidFill>
                  <a:srgbClr val="d4d4d4"/>
                </a:solidFill>
                <a:uFillTx/>
                <a:latin typeface="Menlo"/>
              </a:rPr>
              <a:t>(</a:t>
            </a:r>
            <a:r>
              <a:rPr b="0" lang="de-DE" sz="2000" strike="noStrike" u="none">
                <a:solidFill>
                  <a:srgbClr val="ce9178"/>
                </a:solidFill>
                <a:uFillTx/>
                <a:latin typeface="Menlo"/>
              </a:rPr>
              <a:t>"numToFixed.toFixed(2) is "</a:t>
            </a:r>
            <a:r>
              <a:rPr b="0" lang="de-DE" sz="2000" strike="noStrike" u="none">
                <a:solidFill>
                  <a:srgbClr val="d4d4d4"/>
                </a:solidFill>
                <a:uFillTx/>
                <a:latin typeface="Menlo"/>
              </a:rPr>
              <a:t>+</a:t>
            </a:r>
            <a:r>
              <a:rPr b="0" lang="de-DE" sz="2000" strike="noStrike" u="none">
                <a:solidFill>
                  <a:srgbClr val="9cdcfe"/>
                </a:solidFill>
                <a:uFillTx/>
                <a:latin typeface="Menlo"/>
              </a:rPr>
              <a:t>numToFixed</a:t>
            </a:r>
            <a:r>
              <a:rPr b="0" lang="de-DE" sz="2000" strike="noStrike" u="none">
                <a:solidFill>
                  <a:srgbClr val="d4d4d4"/>
                </a:solidFill>
                <a:uFillTx/>
                <a:latin typeface="Menlo"/>
              </a:rPr>
              <a:t>.</a:t>
            </a:r>
            <a:r>
              <a:rPr b="0" lang="de-DE" sz="2000" strike="noStrike" u="none">
                <a:solidFill>
                  <a:srgbClr val="dcdcaa"/>
                </a:solidFill>
                <a:uFillTx/>
                <a:latin typeface="Menlo"/>
              </a:rPr>
              <a:t>toFixed</a:t>
            </a:r>
            <a:r>
              <a:rPr b="0" lang="de-DE" sz="2000" strike="noStrike" u="none">
                <a:solidFill>
                  <a:srgbClr val="d4d4d4"/>
                </a:solidFill>
                <a:uFillTx/>
                <a:latin typeface="Menlo"/>
              </a:rPr>
              <a:t>(</a:t>
            </a:r>
            <a:r>
              <a:rPr b="0" lang="de-DE" sz="2000" strike="noStrike" u="none">
                <a:solidFill>
                  <a:srgbClr val="b5cea8"/>
                </a:solidFill>
                <a:uFillTx/>
                <a:latin typeface="Menlo"/>
              </a:rPr>
              <a:t>2</a:t>
            </a:r>
            <a:r>
              <a:rPr b="0" lang="de-DE" sz="2000" strike="noStrike" u="none">
                <a:solidFill>
                  <a:srgbClr val="d4d4d4"/>
                </a:solidFill>
                <a:uFillTx/>
                <a:latin typeface="Menlo"/>
              </a:rPr>
              <a:t>)) </a:t>
            </a:r>
            <a:endParaRPr b="0" lang="de-DE" sz="2000" strike="noStrike" u="none">
              <a:solidFill>
                <a:srgbClr val="000000"/>
              </a:solidFill>
              <a:uFillTx/>
              <a:latin typeface="Arial"/>
            </a:endParaRPr>
          </a:p>
          <a:p>
            <a:pPr lvl="1" marL="685800" indent="-228600" defTabSz="914400">
              <a:lnSpc>
                <a:spcPct val="90000"/>
              </a:lnSpc>
              <a:spcBef>
                <a:spcPts val="499"/>
              </a:spcBef>
              <a:buClr>
                <a:srgbClr val="4ec9b0"/>
              </a:buClr>
              <a:buFont typeface="Arial"/>
              <a:buChar char="•"/>
            </a:pPr>
            <a:r>
              <a:rPr b="0" lang="de-DE" sz="2000" strike="noStrike" u="none">
                <a:solidFill>
                  <a:srgbClr val="4ec9b0"/>
                </a:solidFill>
                <a:uFillTx/>
                <a:latin typeface="Menlo"/>
              </a:rPr>
              <a:t>console</a:t>
            </a:r>
            <a:r>
              <a:rPr b="0" lang="de-DE" sz="2000" strike="noStrike" u="none">
                <a:solidFill>
                  <a:srgbClr val="d4d4d4"/>
                </a:solidFill>
                <a:uFillTx/>
                <a:latin typeface="Menlo"/>
              </a:rPr>
              <a:t>.</a:t>
            </a:r>
            <a:r>
              <a:rPr b="0" lang="de-DE" sz="2000" strike="noStrike" u="none">
                <a:solidFill>
                  <a:srgbClr val="dcdcaa"/>
                </a:solidFill>
                <a:uFillTx/>
                <a:latin typeface="Menlo"/>
              </a:rPr>
              <a:t>log</a:t>
            </a:r>
            <a:r>
              <a:rPr b="0" lang="de-DE" sz="2000" strike="noStrike" u="none">
                <a:solidFill>
                  <a:srgbClr val="d4d4d4"/>
                </a:solidFill>
                <a:uFillTx/>
                <a:latin typeface="Menlo"/>
              </a:rPr>
              <a:t>(</a:t>
            </a:r>
            <a:r>
              <a:rPr b="0" lang="de-DE" sz="2000" strike="noStrike" u="none">
                <a:solidFill>
                  <a:srgbClr val="ce9178"/>
                </a:solidFill>
                <a:uFillTx/>
                <a:latin typeface="Menlo"/>
              </a:rPr>
              <a:t>"numToFixed.toFixed(6) is "</a:t>
            </a:r>
            <a:r>
              <a:rPr b="0" lang="de-DE" sz="2000" strike="noStrike" u="none">
                <a:solidFill>
                  <a:srgbClr val="d4d4d4"/>
                </a:solidFill>
                <a:uFillTx/>
                <a:latin typeface="Menlo"/>
              </a:rPr>
              <a:t>+</a:t>
            </a:r>
            <a:r>
              <a:rPr b="0" lang="de-DE" sz="2000" strike="noStrike" u="none">
                <a:solidFill>
                  <a:srgbClr val="9cdcfe"/>
                </a:solidFill>
                <a:uFillTx/>
                <a:latin typeface="Menlo"/>
              </a:rPr>
              <a:t>numToFixed</a:t>
            </a:r>
            <a:r>
              <a:rPr b="0" lang="de-DE" sz="2000" strike="noStrike" u="none">
                <a:solidFill>
                  <a:srgbClr val="d4d4d4"/>
                </a:solidFill>
                <a:uFillTx/>
                <a:latin typeface="Menlo"/>
              </a:rPr>
              <a:t>.</a:t>
            </a:r>
            <a:r>
              <a:rPr b="0" lang="de-DE" sz="2000" strike="noStrike" u="none">
                <a:solidFill>
                  <a:srgbClr val="dcdcaa"/>
                </a:solidFill>
                <a:uFillTx/>
                <a:latin typeface="Menlo"/>
              </a:rPr>
              <a:t>toFixed</a:t>
            </a:r>
            <a:r>
              <a:rPr b="0" lang="de-DE" sz="2000" strike="noStrike" u="none">
                <a:solidFill>
                  <a:srgbClr val="d4d4d4"/>
                </a:solidFill>
                <a:uFillTx/>
                <a:latin typeface="Menlo"/>
              </a:rPr>
              <a:t>(</a:t>
            </a:r>
            <a:r>
              <a:rPr b="0" lang="de-DE" sz="2000" strike="noStrike" u="none">
                <a:solidFill>
                  <a:srgbClr val="b5cea8"/>
                </a:solidFill>
                <a:uFillTx/>
                <a:latin typeface="Menlo"/>
              </a:rPr>
              <a:t>4</a:t>
            </a:r>
            <a:r>
              <a:rPr b="0" lang="de-DE" sz="2000" strike="noStrike" u="none">
                <a:solidFill>
                  <a:srgbClr val="d4d4d4"/>
                </a:solidFill>
                <a:uFillTx/>
                <a:latin typeface="Menlo"/>
              </a:rPr>
              <a:t>))</a:t>
            </a:r>
            <a:endParaRPr b="0" lang="de-DE" sz="2000" strike="noStrike" u="none">
              <a:solidFill>
                <a:srgbClr val="000000"/>
              </a:solidFill>
              <a:uFillTx/>
              <a:latin typeface="Arial"/>
            </a:endParaRPr>
          </a:p>
          <a:p>
            <a:pPr marL="228600" indent="-228600" defTabSz="914400">
              <a:lnSpc>
                <a:spcPct val="90000"/>
              </a:lnSpc>
              <a:spcBef>
                <a:spcPts val="1001"/>
              </a:spcBef>
              <a:buClr>
                <a:srgbClr val="000000"/>
              </a:buClr>
              <a:buFont typeface="Arial"/>
              <a:buChar char="•"/>
            </a:pPr>
            <a:r>
              <a:rPr b="0" lang="de-DE" sz="2800" strike="noStrike" u="none">
                <a:solidFill>
                  <a:schemeClr val="dk1"/>
                </a:solidFill>
                <a:uFillTx/>
                <a:latin typeface="Calibri"/>
              </a:rPr>
              <a:t>toLocaleString()</a:t>
            </a:r>
            <a:endParaRPr b="0" lang="de-DE" sz="2800" strike="noStrike" u="none">
              <a:solidFill>
                <a:srgbClr val="000000"/>
              </a:solidFill>
              <a:uFillTx/>
              <a:latin typeface="Arial"/>
            </a:endParaRPr>
          </a:p>
          <a:p>
            <a:pPr lvl="1" marL="685800" indent="-228600" defTabSz="914400">
              <a:lnSpc>
                <a:spcPct val="90000"/>
              </a:lnSpc>
              <a:spcBef>
                <a:spcPts val="499"/>
              </a:spcBef>
              <a:buClr>
                <a:srgbClr val="569cd6"/>
              </a:buClr>
              <a:buFont typeface="Arial"/>
              <a:buChar char="•"/>
            </a:pPr>
            <a:r>
              <a:rPr b="0" lang="de-DE" sz="2000" strike="noStrike" u="none">
                <a:solidFill>
                  <a:srgbClr val="569cd6"/>
                </a:solidFill>
                <a:uFillTx/>
                <a:latin typeface="Menlo"/>
              </a:rPr>
              <a:t>var</a:t>
            </a:r>
            <a:r>
              <a:rPr b="0" lang="de-DE" sz="2000" strike="noStrike" u="none">
                <a:solidFill>
                  <a:srgbClr val="d4d4d4"/>
                </a:solidFill>
                <a:uFillTx/>
                <a:latin typeface="Menlo"/>
              </a:rPr>
              <a:t> </a:t>
            </a:r>
            <a:r>
              <a:rPr b="0" lang="de-DE" sz="2000" strike="noStrike" u="none">
                <a:solidFill>
                  <a:srgbClr val="9cdcfe"/>
                </a:solidFill>
                <a:uFillTx/>
                <a:latin typeface="Menlo"/>
              </a:rPr>
              <a:t>numTo</a:t>
            </a:r>
            <a:r>
              <a:rPr b="0" lang="de-DE" sz="2000" strike="noStrike" u="none">
                <a:solidFill>
                  <a:srgbClr val="d4d4d4"/>
                </a:solidFill>
                <a:uFillTx/>
                <a:latin typeface="Menlo"/>
              </a:rPr>
              <a:t> = </a:t>
            </a:r>
            <a:r>
              <a:rPr b="0" lang="de-DE" sz="2000" strike="noStrike" u="none">
                <a:solidFill>
                  <a:srgbClr val="569cd6"/>
                </a:solidFill>
                <a:uFillTx/>
                <a:latin typeface="Menlo"/>
              </a:rPr>
              <a:t>new</a:t>
            </a:r>
            <a:r>
              <a:rPr b="0" lang="de-DE" sz="2000" strike="noStrike" u="none">
                <a:solidFill>
                  <a:srgbClr val="d4d4d4"/>
                </a:solidFill>
                <a:uFillTx/>
                <a:latin typeface="Menlo"/>
              </a:rPr>
              <a:t> </a:t>
            </a:r>
            <a:r>
              <a:rPr b="0" lang="de-DE" sz="2000" strike="noStrike" u="none">
                <a:solidFill>
                  <a:srgbClr val="4ec9b0"/>
                </a:solidFill>
                <a:uFillTx/>
                <a:latin typeface="Menlo"/>
              </a:rPr>
              <a:t>Number</a:t>
            </a:r>
            <a:r>
              <a:rPr b="0" lang="de-DE" sz="2000" strike="noStrike" u="none">
                <a:solidFill>
                  <a:srgbClr val="d4d4d4"/>
                </a:solidFill>
                <a:uFillTx/>
                <a:latin typeface="Menlo"/>
              </a:rPr>
              <a:t>(</a:t>
            </a:r>
            <a:r>
              <a:rPr b="0" lang="de-DE" sz="2000" strike="noStrike" u="none">
                <a:solidFill>
                  <a:srgbClr val="b5cea8"/>
                </a:solidFill>
                <a:uFillTx/>
                <a:latin typeface="Menlo"/>
              </a:rPr>
              <a:t>123.456</a:t>
            </a:r>
            <a:r>
              <a:rPr b="0" lang="de-DE" sz="2000" strike="noStrike" u="none">
                <a:solidFill>
                  <a:srgbClr val="d4d4d4"/>
                </a:solidFill>
                <a:uFillTx/>
                <a:latin typeface="Menlo"/>
              </a:rPr>
              <a:t>); </a:t>
            </a:r>
            <a:endParaRPr b="0" lang="de-DE" sz="2000" strike="noStrike" u="none">
              <a:solidFill>
                <a:srgbClr val="000000"/>
              </a:solidFill>
              <a:uFillTx/>
              <a:latin typeface="Arial"/>
            </a:endParaRPr>
          </a:p>
          <a:p>
            <a:pPr lvl="1" marL="685800" indent="-228600" defTabSz="914400">
              <a:lnSpc>
                <a:spcPct val="90000"/>
              </a:lnSpc>
              <a:spcBef>
                <a:spcPts val="499"/>
              </a:spcBef>
              <a:buClr>
                <a:srgbClr val="4ec9b0"/>
              </a:buClr>
              <a:buFont typeface="Arial"/>
              <a:buChar char="•"/>
            </a:pPr>
            <a:r>
              <a:rPr b="0" lang="de-DE" sz="2000" strike="noStrike" u="none">
                <a:solidFill>
                  <a:srgbClr val="4ec9b0"/>
                </a:solidFill>
                <a:uFillTx/>
                <a:latin typeface="Menlo"/>
              </a:rPr>
              <a:t>console</a:t>
            </a:r>
            <a:r>
              <a:rPr b="0" lang="de-DE" sz="2000" strike="noStrike" u="none">
                <a:solidFill>
                  <a:srgbClr val="d4d4d4"/>
                </a:solidFill>
                <a:uFillTx/>
                <a:latin typeface="Menlo"/>
              </a:rPr>
              <a:t>.</a:t>
            </a:r>
            <a:r>
              <a:rPr b="0" lang="de-DE" sz="2000" strike="noStrike" u="none">
                <a:solidFill>
                  <a:srgbClr val="dcdcaa"/>
                </a:solidFill>
                <a:uFillTx/>
                <a:latin typeface="Menlo"/>
              </a:rPr>
              <a:t>log</a:t>
            </a:r>
            <a:r>
              <a:rPr b="0" lang="de-DE" sz="2000" strike="noStrike" u="none">
                <a:solidFill>
                  <a:srgbClr val="d4d4d4"/>
                </a:solidFill>
                <a:uFillTx/>
                <a:latin typeface="Menlo"/>
              </a:rPr>
              <a:t>( </a:t>
            </a:r>
            <a:r>
              <a:rPr b="0" lang="de-DE" sz="2000" strike="noStrike" u="none">
                <a:solidFill>
                  <a:srgbClr val="9cdcfe"/>
                </a:solidFill>
                <a:uFillTx/>
                <a:latin typeface="Menlo"/>
              </a:rPr>
              <a:t>numTo</a:t>
            </a:r>
            <a:r>
              <a:rPr b="0" lang="de-DE" sz="2000" strike="noStrike" u="none">
                <a:solidFill>
                  <a:srgbClr val="d4d4d4"/>
                </a:solidFill>
                <a:uFillTx/>
                <a:latin typeface="Menlo"/>
              </a:rPr>
              <a:t>.</a:t>
            </a:r>
            <a:r>
              <a:rPr b="0" lang="de-DE" sz="2000" strike="noStrike" u="none">
                <a:solidFill>
                  <a:srgbClr val="dcdcaa"/>
                </a:solidFill>
                <a:uFillTx/>
                <a:latin typeface="Menlo"/>
              </a:rPr>
              <a:t>toLocaleString</a:t>
            </a:r>
            <a:r>
              <a:rPr b="0" lang="de-DE" sz="2000" strike="noStrike" u="none">
                <a:solidFill>
                  <a:srgbClr val="d4d4d4"/>
                </a:solidFill>
                <a:uFillTx/>
                <a:latin typeface="Menlo"/>
              </a:rPr>
              <a:t>());</a:t>
            </a:r>
            <a:endParaRPr b="0" lang="de-DE" sz="2000" strike="noStrike" u="none">
              <a:solidFill>
                <a:srgbClr val="000000"/>
              </a:solidFill>
              <a:uFillTx/>
              <a:latin typeface="Arial"/>
            </a:endParaRPr>
          </a:p>
          <a:p>
            <a:pPr indent="0" defTabSz="914400">
              <a:lnSpc>
                <a:spcPct val="90000"/>
              </a:lnSpc>
              <a:spcBef>
                <a:spcPts val="499"/>
              </a:spcBef>
              <a:buNone/>
              <a:tabLst>
                <a:tab algn="l" pos="0"/>
              </a:tabLst>
            </a:pPr>
            <a:endParaRPr b="0" lang="de-DE" sz="2400" strike="noStrike" u="none">
              <a:solidFill>
                <a:srgbClr val="000000"/>
              </a:solidFill>
              <a:uFillTx/>
              <a:latin typeface="Arial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27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4" name="PlaceHolder 1"/>
          <p:cNvSpPr>
            <a:spLocks noGrp="1"/>
          </p:cNvSpPr>
          <p:nvPr>
            <p:ph type="title"/>
          </p:nvPr>
        </p:nvSpPr>
        <p:spPr>
          <a:xfrm>
            <a:off x="838080" y="365040"/>
            <a:ext cx="10514520" cy="132444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ctr">
            <a:noAutofit/>
          </a:bodyPr>
          <a:p>
            <a:pPr indent="0" defTabSz="914400">
              <a:lnSpc>
                <a:spcPct val="90000"/>
              </a:lnSpc>
              <a:buNone/>
              <a:tabLst>
                <a:tab algn="l" pos="0"/>
              </a:tabLst>
            </a:pPr>
            <a:r>
              <a:rPr b="0" lang="de-DE" sz="4400" strike="noStrike" u="none">
                <a:solidFill>
                  <a:schemeClr val="dk1"/>
                </a:solidFill>
                <a:uFillTx/>
                <a:latin typeface="Calibri Light"/>
              </a:rPr>
              <a:t>String Funktionen</a:t>
            </a:r>
            <a:r>
              <a:rPr b="0" lang="de-DE" sz="4400" strike="noStrike" u="none">
                <a:solidFill>
                  <a:schemeClr val="dk1"/>
                </a:solidFill>
                <a:uFillTx/>
                <a:latin typeface="Calibri Light"/>
              </a:rPr>
              <a:t>	</a:t>
            </a:r>
            <a:endParaRPr b="0" lang="de-DE" sz="4400" strike="noStrike" u="none">
              <a:solidFill>
                <a:srgbClr val="000000"/>
              </a:solidFill>
              <a:uFillTx/>
              <a:latin typeface="Arial"/>
            </a:endParaRPr>
          </a:p>
        </p:txBody>
      </p:sp>
      <p:sp>
        <p:nvSpPr>
          <p:cNvPr id="225" name="PlaceHolder 2"/>
          <p:cNvSpPr>
            <a:spLocks noGrp="1"/>
          </p:cNvSpPr>
          <p:nvPr>
            <p:ph/>
          </p:nvPr>
        </p:nvSpPr>
        <p:spPr>
          <a:xfrm>
            <a:off x="838080" y="1825560"/>
            <a:ext cx="10514520" cy="435024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t">
            <a:noAutofit/>
          </a:bodyPr>
          <a:p>
            <a:pPr indent="0" defTabSz="914400">
              <a:lnSpc>
                <a:spcPct val="90000"/>
              </a:lnSpc>
              <a:spcBef>
                <a:spcPts val="1001"/>
              </a:spcBef>
              <a:buNone/>
              <a:tabLst>
                <a:tab algn="l" pos="0"/>
              </a:tabLst>
            </a:pPr>
            <a:r>
              <a:rPr b="0" lang="de-DE" sz="2800" strike="noStrike" u="none">
                <a:solidFill>
                  <a:srgbClr val="569cd6"/>
                </a:solidFill>
                <a:uFillTx/>
                <a:latin typeface="Menlo"/>
              </a:rPr>
              <a:t>var</a:t>
            </a:r>
            <a:r>
              <a:rPr b="0" lang="de-DE" sz="2800" strike="noStrike" u="none">
                <a:solidFill>
                  <a:srgbClr val="d4d4d4"/>
                </a:solidFill>
                <a:uFillTx/>
                <a:latin typeface="Menlo"/>
              </a:rPr>
              <a:t> </a:t>
            </a:r>
            <a:r>
              <a:rPr b="0" lang="de-DE" sz="2800" strike="noStrike" u="none">
                <a:solidFill>
                  <a:srgbClr val="9cdcfe"/>
                </a:solidFill>
                <a:uFillTx/>
                <a:latin typeface="Menlo"/>
              </a:rPr>
              <a:t>str1</a:t>
            </a:r>
            <a:r>
              <a:rPr b="0" lang="de-DE" sz="2800" strike="noStrike" u="none">
                <a:solidFill>
                  <a:srgbClr val="d4d4d4"/>
                </a:solidFill>
                <a:uFillTx/>
                <a:latin typeface="Menlo"/>
              </a:rPr>
              <a:t> = </a:t>
            </a:r>
            <a:r>
              <a:rPr b="0" lang="de-DE" sz="2800" strike="noStrike" u="none">
                <a:solidFill>
                  <a:srgbClr val="569cd6"/>
                </a:solidFill>
                <a:uFillTx/>
                <a:latin typeface="Menlo"/>
              </a:rPr>
              <a:t>new</a:t>
            </a:r>
            <a:r>
              <a:rPr b="0" lang="de-DE" sz="2800" strike="noStrike" u="none">
                <a:solidFill>
                  <a:srgbClr val="d4d4d4"/>
                </a:solidFill>
                <a:uFillTx/>
                <a:latin typeface="Menlo"/>
              </a:rPr>
              <a:t> </a:t>
            </a:r>
            <a:r>
              <a:rPr b="0" lang="de-DE" sz="2800" strike="noStrike" u="none">
                <a:solidFill>
                  <a:srgbClr val="4ec9b0"/>
                </a:solidFill>
                <a:uFillTx/>
                <a:latin typeface="Menlo"/>
              </a:rPr>
              <a:t>String</a:t>
            </a:r>
            <a:r>
              <a:rPr b="0" lang="de-DE" sz="2800" strike="noStrike" u="none">
                <a:solidFill>
                  <a:srgbClr val="d4d4d4"/>
                </a:solidFill>
                <a:uFillTx/>
                <a:latin typeface="Menlo"/>
              </a:rPr>
              <a:t>( </a:t>
            </a:r>
            <a:r>
              <a:rPr b="0" lang="de-DE" sz="2800" strike="noStrike" u="none">
                <a:solidFill>
                  <a:srgbClr val="ce9178"/>
                </a:solidFill>
                <a:uFillTx/>
                <a:latin typeface="Menlo"/>
              </a:rPr>
              <a:t>"The TS String"</a:t>
            </a:r>
            <a:r>
              <a:rPr b="0" lang="de-DE" sz="2800" strike="noStrike" u="none">
                <a:solidFill>
                  <a:srgbClr val="d4d4d4"/>
                </a:solidFill>
                <a:uFillTx/>
                <a:latin typeface="Menlo"/>
              </a:rPr>
              <a:t> );</a:t>
            </a:r>
            <a:endParaRPr b="0" lang="de-DE" sz="2800" strike="noStrike" u="none">
              <a:solidFill>
                <a:srgbClr val="000000"/>
              </a:solidFill>
              <a:uFillTx/>
              <a:latin typeface="Arial"/>
            </a:endParaRPr>
          </a:p>
          <a:p>
            <a:pPr indent="0" defTabSz="914400">
              <a:lnSpc>
                <a:spcPct val="90000"/>
              </a:lnSpc>
              <a:spcBef>
                <a:spcPts val="1001"/>
              </a:spcBef>
              <a:buNone/>
              <a:tabLst>
                <a:tab algn="l" pos="0"/>
              </a:tabLst>
            </a:pPr>
            <a:r>
              <a:rPr b="0" lang="de-DE" sz="2800" strike="noStrike" u="none">
                <a:solidFill>
                  <a:srgbClr val="569cd6"/>
                </a:solidFill>
                <a:uFillTx/>
                <a:latin typeface="Menlo"/>
              </a:rPr>
              <a:t>var</a:t>
            </a:r>
            <a:r>
              <a:rPr b="0" lang="de-DE" sz="2800" strike="noStrike" u="none">
                <a:solidFill>
                  <a:srgbClr val="d4d4d4"/>
                </a:solidFill>
                <a:uFillTx/>
                <a:latin typeface="Menlo"/>
              </a:rPr>
              <a:t> </a:t>
            </a:r>
            <a:r>
              <a:rPr b="0" lang="de-DE" sz="2800" strike="noStrike" u="none">
                <a:solidFill>
                  <a:srgbClr val="9cdcfe"/>
                </a:solidFill>
                <a:uFillTx/>
                <a:latin typeface="Menlo"/>
              </a:rPr>
              <a:t>index</a:t>
            </a:r>
            <a:r>
              <a:rPr b="0" lang="de-DE" sz="2800" strike="noStrike" u="none">
                <a:solidFill>
                  <a:srgbClr val="d4d4d4"/>
                </a:solidFill>
                <a:uFillTx/>
                <a:latin typeface="Menlo"/>
              </a:rPr>
              <a:t> = </a:t>
            </a:r>
            <a:r>
              <a:rPr b="0" lang="de-DE" sz="2800" strike="noStrike" u="none">
                <a:solidFill>
                  <a:srgbClr val="9cdcfe"/>
                </a:solidFill>
                <a:uFillTx/>
                <a:latin typeface="Menlo"/>
              </a:rPr>
              <a:t>str1</a:t>
            </a:r>
            <a:r>
              <a:rPr b="0" lang="de-DE" sz="2800" strike="noStrike" u="none">
                <a:solidFill>
                  <a:srgbClr val="d4d4d4"/>
                </a:solidFill>
                <a:uFillTx/>
                <a:latin typeface="Menlo"/>
              </a:rPr>
              <a:t>.</a:t>
            </a:r>
            <a:r>
              <a:rPr b="0" lang="de-DE" sz="2800" strike="noStrike" u="none">
                <a:solidFill>
                  <a:srgbClr val="dcdcaa"/>
                </a:solidFill>
                <a:uFillTx/>
                <a:latin typeface="Menlo"/>
              </a:rPr>
              <a:t>indexOf</a:t>
            </a:r>
            <a:r>
              <a:rPr b="0" lang="de-DE" sz="2800" strike="noStrike" u="none">
                <a:solidFill>
                  <a:srgbClr val="d4d4d4"/>
                </a:solidFill>
                <a:uFillTx/>
                <a:latin typeface="Menlo"/>
              </a:rPr>
              <a:t>( </a:t>
            </a:r>
            <a:r>
              <a:rPr b="0" lang="de-DE" sz="2800" strike="noStrike" u="none">
                <a:solidFill>
                  <a:srgbClr val="ce9178"/>
                </a:solidFill>
                <a:uFillTx/>
                <a:latin typeface="Menlo"/>
              </a:rPr>
              <a:t>"String"</a:t>
            </a:r>
            <a:r>
              <a:rPr b="0" lang="de-DE" sz="2800" strike="noStrike" u="none">
                <a:solidFill>
                  <a:srgbClr val="d4d4d4"/>
                </a:solidFill>
                <a:uFillTx/>
                <a:latin typeface="Menlo"/>
              </a:rPr>
              <a:t> ); </a:t>
            </a:r>
            <a:endParaRPr b="0" lang="de-DE" sz="2800" strike="noStrike" u="none">
              <a:solidFill>
                <a:srgbClr val="000000"/>
              </a:solidFill>
              <a:uFillTx/>
              <a:latin typeface="Arial"/>
            </a:endParaRPr>
          </a:p>
          <a:p>
            <a:pPr indent="0" defTabSz="914400">
              <a:lnSpc>
                <a:spcPct val="90000"/>
              </a:lnSpc>
              <a:spcBef>
                <a:spcPts val="1001"/>
              </a:spcBef>
              <a:buNone/>
              <a:tabLst>
                <a:tab algn="l" pos="0"/>
              </a:tabLst>
            </a:pPr>
            <a:r>
              <a:rPr b="0" lang="de-DE" sz="2800" strike="noStrike" u="none">
                <a:solidFill>
                  <a:srgbClr val="4ec9b0"/>
                </a:solidFill>
                <a:uFillTx/>
                <a:latin typeface="Menlo"/>
              </a:rPr>
              <a:t>console</a:t>
            </a:r>
            <a:r>
              <a:rPr b="0" lang="de-DE" sz="2800" strike="noStrike" u="none">
                <a:solidFill>
                  <a:srgbClr val="d4d4d4"/>
                </a:solidFill>
                <a:uFillTx/>
                <a:latin typeface="Menlo"/>
              </a:rPr>
              <a:t>.</a:t>
            </a:r>
            <a:r>
              <a:rPr b="0" lang="de-DE" sz="2800" strike="noStrike" u="none">
                <a:solidFill>
                  <a:srgbClr val="dcdcaa"/>
                </a:solidFill>
                <a:uFillTx/>
                <a:latin typeface="Menlo"/>
              </a:rPr>
              <a:t>log</a:t>
            </a:r>
            <a:r>
              <a:rPr b="0" lang="de-DE" sz="2800" strike="noStrike" u="none">
                <a:solidFill>
                  <a:srgbClr val="d4d4d4"/>
                </a:solidFill>
                <a:uFillTx/>
                <a:latin typeface="Menlo"/>
              </a:rPr>
              <a:t>(</a:t>
            </a:r>
            <a:r>
              <a:rPr b="0" lang="de-DE" sz="2800" strike="noStrike" u="none">
                <a:solidFill>
                  <a:srgbClr val="ce9178"/>
                </a:solidFill>
                <a:uFillTx/>
                <a:latin typeface="Menlo"/>
              </a:rPr>
              <a:t>"indexOf found String :"</a:t>
            </a:r>
            <a:r>
              <a:rPr b="0" lang="de-DE" sz="2800" strike="noStrike" u="none">
                <a:solidFill>
                  <a:srgbClr val="d4d4d4"/>
                </a:solidFill>
                <a:uFillTx/>
                <a:latin typeface="Menlo"/>
              </a:rPr>
              <a:t> + </a:t>
            </a:r>
            <a:r>
              <a:rPr b="0" lang="de-DE" sz="2800" strike="noStrike" u="none">
                <a:solidFill>
                  <a:srgbClr val="9cdcfe"/>
                </a:solidFill>
                <a:uFillTx/>
                <a:latin typeface="Menlo"/>
              </a:rPr>
              <a:t>index</a:t>
            </a:r>
            <a:r>
              <a:rPr b="0" lang="de-DE" sz="2800" strike="noStrike" u="none">
                <a:solidFill>
                  <a:srgbClr val="d4d4d4"/>
                </a:solidFill>
                <a:uFillTx/>
                <a:latin typeface="Menlo"/>
              </a:rPr>
              <a:t> ); </a:t>
            </a:r>
            <a:endParaRPr b="0" lang="de-DE" sz="2800" strike="noStrike" u="none">
              <a:solidFill>
                <a:srgbClr val="000000"/>
              </a:solidFill>
              <a:uFillTx/>
              <a:latin typeface="Arial"/>
            </a:endParaRPr>
          </a:p>
          <a:p>
            <a:pPr indent="0" defTabSz="914400">
              <a:lnSpc>
                <a:spcPct val="90000"/>
              </a:lnSpc>
              <a:spcBef>
                <a:spcPts val="1001"/>
              </a:spcBef>
              <a:buNone/>
              <a:tabLst>
                <a:tab algn="l" pos="0"/>
              </a:tabLst>
            </a:pPr>
            <a:br>
              <a:rPr sz="2800"/>
            </a:br>
            <a:r>
              <a:rPr b="0" lang="de-DE" sz="2800" strike="noStrike" u="none">
                <a:solidFill>
                  <a:srgbClr val="4ec9b0"/>
                </a:solidFill>
                <a:uFillTx/>
                <a:latin typeface="Menlo"/>
              </a:rPr>
              <a:t>console</a:t>
            </a:r>
            <a:r>
              <a:rPr b="0" lang="de-DE" sz="2800" strike="noStrike" u="none">
                <a:solidFill>
                  <a:srgbClr val="d4d4d4"/>
                </a:solidFill>
                <a:uFillTx/>
                <a:latin typeface="Menlo"/>
              </a:rPr>
              <a:t>.</a:t>
            </a:r>
            <a:r>
              <a:rPr b="0" lang="de-DE" sz="2800" strike="noStrike" u="none">
                <a:solidFill>
                  <a:srgbClr val="dcdcaa"/>
                </a:solidFill>
                <a:uFillTx/>
                <a:latin typeface="Menlo"/>
              </a:rPr>
              <a:t>log</a:t>
            </a:r>
            <a:r>
              <a:rPr b="0" lang="de-DE" sz="2800" strike="noStrike" u="none">
                <a:solidFill>
                  <a:srgbClr val="d4d4d4"/>
                </a:solidFill>
                <a:uFillTx/>
                <a:latin typeface="Menlo"/>
              </a:rPr>
              <a:t>(</a:t>
            </a:r>
            <a:r>
              <a:rPr b="0" lang="de-DE" sz="2800" strike="noStrike" u="none">
                <a:solidFill>
                  <a:srgbClr val="ce9178"/>
                </a:solidFill>
                <a:uFillTx/>
                <a:latin typeface="Menlo"/>
              </a:rPr>
              <a:t>"(1,2): "</a:t>
            </a:r>
            <a:r>
              <a:rPr b="0" lang="de-DE" sz="2800" strike="noStrike" u="none">
                <a:solidFill>
                  <a:srgbClr val="d4d4d4"/>
                </a:solidFill>
                <a:uFillTx/>
                <a:latin typeface="Menlo"/>
              </a:rPr>
              <a:t> + </a:t>
            </a:r>
            <a:r>
              <a:rPr b="0" lang="de-DE" sz="2800" strike="noStrike" u="none">
                <a:solidFill>
                  <a:srgbClr val="9cdcfe"/>
                </a:solidFill>
                <a:uFillTx/>
                <a:latin typeface="Menlo"/>
              </a:rPr>
              <a:t>str1</a:t>
            </a:r>
            <a:r>
              <a:rPr b="0" lang="de-DE" sz="2800" strike="noStrike" u="none">
                <a:solidFill>
                  <a:srgbClr val="d4d4d4"/>
                </a:solidFill>
                <a:uFillTx/>
                <a:latin typeface="Menlo"/>
              </a:rPr>
              <a:t>.</a:t>
            </a:r>
            <a:r>
              <a:rPr b="0" lang="de-DE" sz="2800" strike="noStrike" u="none">
                <a:solidFill>
                  <a:srgbClr val="dcdcaa"/>
                </a:solidFill>
                <a:uFillTx/>
                <a:latin typeface="Menlo"/>
              </a:rPr>
              <a:t>substring</a:t>
            </a:r>
            <a:r>
              <a:rPr b="0" lang="de-DE" sz="2800" strike="noStrike" u="none">
                <a:solidFill>
                  <a:srgbClr val="d4d4d4"/>
                </a:solidFill>
                <a:uFillTx/>
                <a:latin typeface="Menlo"/>
              </a:rPr>
              <a:t>(</a:t>
            </a:r>
            <a:r>
              <a:rPr b="0" lang="de-DE" sz="2800" strike="noStrike" u="none">
                <a:solidFill>
                  <a:srgbClr val="b5cea8"/>
                </a:solidFill>
                <a:uFillTx/>
                <a:latin typeface="Menlo"/>
              </a:rPr>
              <a:t>1</a:t>
            </a:r>
            <a:r>
              <a:rPr b="0" lang="de-DE" sz="2800" strike="noStrike" u="none">
                <a:solidFill>
                  <a:srgbClr val="d4d4d4"/>
                </a:solidFill>
                <a:uFillTx/>
                <a:latin typeface="Menlo"/>
              </a:rPr>
              <a:t>,</a:t>
            </a:r>
            <a:r>
              <a:rPr b="0" lang="de-DE" sz="2800" strike="noStrike" u="none">
                <a:solidFill>
                  <a:srgbClr val="b5cea8"/>
                </a:solidFill>
                <a:uFillTx/>
                <a:latin typeface="Menlo"/>
              </a:rPr>
              <a:t>2</a:t>
            </a:r>
            <a:r>
              <a:rPr b="0" lang="de-DE" sz="2800" strike="noStrike" u="none">
                <a:solidFill>
                  <a:srgbClr val="d4d4d4"/>
                </a:solidFill>
                <a:uFillTx/>
                <a:latin typeface="Menlo"/>
              </a:rPr>
              <a:t>)); </a:t>
            </a:r>
            <a:endParaRPr b="0" lang="de-DE" sz="2800" strike="noStrike" u="none">
              <a:solidFill>
                <a:srgbClr val="000000"/>
              </a:solidFill>
              <a:uFillTx/>
              <a:latin typeface="Arial"/>
            </a:endParaRPr>
          </a:p>
          <a:p>
            <a:pPr indent="0" defTabSz="914400">
              <a:lnSpc>
                <a:spcPct val="90000"/>
              </a:lnSpc>
              <a:spcBef>
                <a:spcPts val="1001"/>
              </a:spcBef>
              <a:buNone/>
              <a:tabLst>
                <a:tab algn="l" pos="0"/>
              </a:tabLst>
            </a:pPr>
            <a:r>
              <a:rPr b="0" lang="de-DE" sz="2800" strike="noStrike" u="none">
                <a:solidFill>
                  <a:srgbClr val="4ec9b0"/>
                </a:solidFill>
                <a:uFillTx/>
                <a:latin typeface="Menlo"/>
              </a:rPr>
              <a:t>console</a:t>
            </a:r>
            <a:r>
              <a:rPr b="0" lang="de-DE" sz="2800" strike="noStrike" u="none">
                <a:solidFill>
                  <a:srgbClr val="d4d4d4"/>
                </a:solidFill>
                <a:uFillTx/>
                <a:latin typeface="Menlo"/>
              </a:rPr>
              <a:t>.</a:t>
            </a:r>
            <a:r>
              <a:rPr b="0" lang="de-DE" sz="2800" strike="noStrike" u="none">
                <a:solidFill>
                  <a:srgbClr val="dcdcaa"/>
                </a:solidFill>
                <a:uFillTx/>
                <a:latin typeface="Menlo"/>
              </a:rPr>
              <a:t>log</a:t>
            </a:r>
            <a:r>
              <a:rPr b="0" lang="de-DE" sz="2800" strike="noStrike" u="none">
                <a:solidFill>
                  <a:srgbClr val="d4d4d4"/>
                </a:solidFill>
                <a:uFillTx/>
                <a:latin typeface="Menlo"/>
              </a:rPr>
              <a:t>(</a:t>
            </a:r>
            <a:r>
              <a:rPr b="0" lang="de-DE" sz="2800" strike="noStrike" u="none">
                <a:solidFill>
                  <a:srgbClr val="ce9178"/>
                </a:solidFill>
                <a:uFillTx/>
                <a:latin typeface="Menlo"/>
              </a:rPr>
              <a:t>"(0,8): "</a:t>
            </a:r>
            <a:r>
              <a:rPr b="0" lang="de-DE" sz="2800" strike="noStrike" u="none">
                <a:solidFill>
                  <a:srgbClr val="d4d4d4"/>
                </a:solidFill>
                <a:uFillTx/>
                <a:latin typeface="Menlo"/>
              </a:rPr>
              <a:t> + </a:t>
            </a:r>
            <a:r>
              <a:rPr b="0" lang="de-DE" sz="2800" strike="noStrike" u="none">
                <a:solidFill>
                  <a:srgbClr val="9cdcfe"/>
                </a:solidFill>
                <a:uFillTx/>
                <a:latin typeface="Menlo"/>
              </a:rPr>
              <a:t>str1</a:t>
            </a:r>
            <a:r>
              <a:rPr b="0" lang="de-DE" sz="2800" strike="noStrike" u="none">
                <a:solidFill>
                  <a:srgbClr val="d4d4d4"/>
                </a:solidFill>
                <a:uFillTx/>
                <a:latin typeface="Menlo"/>
              </a:rPr>
              <a:t>.</a:t>
            </a:r>
            <a:r>
              <a:rPr b="0" lang="de-DE" sz="2800" strike="noStrike" u="none">
                <a:solidFill>
                  <a:srgbClr val="dcdcaa"/>
                </a:solidFill>
                <a:uFillTx/>
                <a:latin typeface="Menlo"/>
              </a:rPr>
              <a:t>substring</a:t>
            </a:r>
            <a:r>
              <a:rPr b="0" lang="de-DE" sz="2800" strike="noStrike" u="none">
                <a:solidFill>
                  <a:srgbClr val="d4d4d4"/>
                </a:solidFill>
                <a:uFillTx/>
                <a:latin typeface="Menlo"/>
              </a:rPr>
              <a:t>(</a:t>
            </a:r>
            <a:r>
              <a:rPr b="0" lang="de-DE" sz="2800" strike="noStrike" u="none">
                <a:solidFill>
                  <a:srgbClr val="b5cea8"/>
                </a:solidFill>
                <a:uFillTx/>
                <a:latin typeface="Menlo"/>
              </a:rPr>
              <a:t>0</a:t>
            </a:r>
            <a:r>
              <a:rPr b="0" lang="de-DE" sz="2800" strike="noStrike" u="none">
                <a:solidFill>
                  <a:srgbClr val="d4d4d4"/>
                </a:solidFill>
                <a:uFillTx/>
                <a:latin typeface="Menlo"/>
              </a:rPr>
              <a:t>, </a:t>
            </a:r>
            <a:r>
              <a:rPr b="0" lang="de-DE" sz="2800" strike="noStrike" u="none">
                <a:solidFill>
                  <a:srgbClr val="b5cea8"/>
                </a:solidFill>
                <a:uFillTx/>
                <a:latin typeface="Menlo"/>
              </a:rPr>
              <a:t>8</a:t>
            </a:r>
            <a:r>
              <a:rPr b="0" lang="de-DE" sz="2800" strike="noStrike" u="none">
                <a:solidFill>
                  <a:srgbClr val="d4d4d4"/>
                </a:solidFill>
                <a:uFillTx/>
                <a:latin typeface="Menlo"/>
              </a:rPr>
              <a:t>)); </a:t>
            </a:r>
            <a:endParaRPr b="0" lang="de-DE" sz="2800" strike="noStrike" u="none">
              <a:solidFill>
                <a:srgbClr val="000000"/>
              </a:solidFill>
              <a:uFillTx/>
              <a:latin typeface="Arial"/>
            </a:endParaRPr>
          </a:p>
          <a:p>
            <a:pPr indent="0" defTabSz="914400">
              <a:lnSpc>
                <a:spcPct val="90000"/>
              </a:lnSpc>
              <a:spcBef>
                <a:spcPts val="1001"/>
              </a:spcBef>
              <a:buNone/>
              <a:tabLst>
                <a:tab algn="l" pos="0"/>
              </a:tabLst>
            </a:pPr>
            <a:endParaRPr b="0" lang="de-DE" sz="2800" strike="noStrike" u="none">
              <a:solidFill>
                <a:srgbClr val="000000"/>
              </a:solidFill>
              <a:uFillTx/>
              <a:latin typeface="Arial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28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6" name="PlaceHolder 1"/>
          <p:cNvSpPr>
            <a:spLocks noGrp="1"/>
          </p:cNvSpPr>
          <p:nvPr>
            <p:ph type="title"/>
          </p:nvPr>
        </p:nvSpPr>
        <p:spPr>
          <a:xfrm>
            <a:off x="838080" y="963720"/>
            <a:ext cx="3493440" cy="492912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ctr">
            <a:normAutofit/>
          </a:bodyPr>
          <a:p>
            <a:pPr indent="0" algn="r" defTabSz="914400">
              <a:lnSpc>
                <a:spcPct val="90000"/>
              </a:lnSpc>
              <a:buNone/>
              <a:tabLst>
                <a:tab algn="l" pos="0"/>
              </a:tabLst>
            </a:pPr>
            <a:r>
              <a:rPr b="0" lang="de-DE" sz="4400" strike="noStrike" u="none">
                <a:solidFill>
                  <a:schemeClr val="accent1"/>
                </a:solidFill>
                <a:uFillTx/>
                <a:latin typeface="Calibri Light"/>
              </a:rPr>
              <a:t>Funktionen deklarieren</a:t>
            </a:r>
            <a:endParaRPr b="0" lang="de-DE" sz="4400" strike="noStrike" u="none">
              <a:solidFill>
                <a:srgbClr val="000000"/>
              </a:solidFill>
              <a:uFillTx/>
              <a:latin typeface="Arial"/>
            </a:endParaRPr>
          </a:p>
        </p:txBody>
      </p:sp>
      <p:sp>
        <p:nvSpPr>
          <p:cNvPr id="227" name="PlaceHolder 2"/>
          <p:cNvSpPr>
            <a:spLocks noGrp="1"/>
          </p:cNvSpPr>
          <p:nvPr>
            <p:ph/>
          </p:nvPr>
        </p:nvSpPr>
        <p:spPr>
          <a:xfrm>
            <a:off x="4975920" y="963720"/>
            <a:ext cx="6376680" cy="492912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ctr">
            <a:normAutofit/>
          </a:bodyPr>
          <a:p>
            <a:pPr marL="228600" indent="-228600" defTabSz="914400">
              <a:lnSpc>
                <a:spcPct val="90000"/>
              </a:lnSpc>
              <a:spcBef>
                <a:spcPts val="1001"/>
              </a:spcBef>
              <a:buClr>
                <a:srgbClr val="000000"/>
              </a:buClr>
              <a:buFont typeface="Arial"/>
              <a:buChar char="•"/>
            </a:pPr>
            <a:r>
              <a:rPr b="0" lang="de-DE" sz="2400" strike="noStrike" u="none">
                <a:solidFill>
                  <a:schemeClr val="dk1"/>
                </a:solidFill>
                <a:uFillTx/>
                <a:latin typeface="Calibri"/>
              </a:rPr>
              <a:t>function name (param1[:type], param2?[:type])</a:t>
            </a:r>
            <a:endParaRPr b="0" lang="de-DE" sz="2400" strike="noStrike" u="none">
              <a:solidFill>
                <a:srgbClr val="000000"/>
              </a:solidFill>
              <a:uFillTx/>
              <a:latin typeface="Arial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29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8" name="PlaceHolder 1"/>
          <p:cNvSpPr>
            <a:spLocks noGrp="1"/>
          </p:cNvSpPr>
          <p:nvPr>
            <p:ph type="title"/>
          </p:nvPr>
        </p:nvSpPr>
        <p:spPr>
          <a:xfrm>
            <a:off x="838080" y="365040"/>
            <a:ext cx="10514520" cy="132444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ctr">
            <a:noAutofit/>
          </a:bodyPr>
          <a:p>
            <a:pPr indent="0" defTabSz="914400">
              <a:lnSpc>
                <a:spcPct val="90000"/>
              </a:lnSpc>
              <a:buNone/>
              <a:tabLst>
                <a:tab algn="l" pos="0"/>
              </a:tabLst>
            </a:pPr>
            <a:r>
              <a:rPr b="0" lang="de-DE" sz="4400" strike="noStrike" u="none">
                <a:solidFill>
                  <a:schemeClr val="dk1"/>
                </a:solidFill>
                <a:uFillTx/>
                <a:latin typeface="Calibri Light"/>
              </a:rPr>
              <a:t>Varargs AKA Rest Parameters</a:t>
            </a:r>
            <a:endParaRPr b="0" lang="de-DE" sz="4400" strike="noStrike" u="none">
              <a:solidFill>
                <a:srgbClr val="000000"/>
              </a:solidFill>
              <a:uFillTx/>
              <a:latin typeface="Arial"/>
            </a:endParaRPr>
          </a:p>
        </p:txBody>
      </p:sp>
      <p:sp>
        <p:nvSpPr>
          <p:cNvPr id="229" name="PlaceHolder 2"/>
          <p:cNvSpPr>
            <a:spLocks noGrp="1"/>
          </p:cNvSpPr>
          <p:nvPr>
            <p:ph/>
          </p:nvPr>
        </p:nvSpPr>
        <p:spPr>
          <a:xfrm>
            <a:off x="838080" y="1825560"/>
            <a:ext cx="10514520" cy="435024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t">
            <a:normAutofit/>
          </a:bodyPr>
          <a:p>
            <a:pPr indent="0" defTabSz="914400">
              <a:lnSpc>
                <a:spcPct val="90000"/>
              </a:lnSpc>
              <a:spcBef>
                <a:spcPts val="1001"/>
              </a:spcBef>
              <a:buNone/>
              <a:tabLst>
                <a:tab algn="l" pos="0"/>
              </a:tabLst>
            </a:pPr>
            <a:r>
              <a:rPr b="0" lang="de-DE" sz="2800" strike="noStrike" u="none">
                <a:solidFill>
                  <a:srgbClr val="569cd6"/>
                </a:solidFill>
                <a:uFillTx/>
                <a:latin typeface="Menlo"/>
              </a:rPr>
              <a:t>function</a:t>
            </a:r>
            <a:r>
              <a:rPr b="0" lang="de-DE" sz="2800" strike="noStrike" u="none">
                <a:solidFill>
                  <a:srgbClr val="d4d4d4"/>
                </a:solidFill>
                <a:uFillTx/>
                <a:latin typeface="Menlo"/>
              </a:rPr>
              <a:t> </a:t>
            </a:r>
            <a:r>
              <a:rPr b="0" lang="de-DE" sz="2800" strike="noStrike" u="none">
                <a:solidFill>
                  <a:srgbClr val="dcdcaa"/>
                </a:solidFill>
                <a:uFillTx/>
                <a:latin typeface="Menlo"/>
              </a:rPr>
              <a:t>sumUp</a:t>
            </a:r>
            <a:r>
              <a:rPr b="0" lang="de-DE" sz="2800" strike="noStrike" u="none">
                <a:solidFill>
                  <a:srgbClr val="d4d4d4"/>
                </a:solidFill>
                <a:uFillTx/>
                <a:latin typeface="Menlo"/>
              </a:rPr>
              <a:t>(...</a:t>
            </a:r>
            <a:r>
              <a:rPr b="0" lang="de-DE" sz="2800" strike="noStrike" u="none">
                <a:solidFill>
                  <a:srgbClr val="9cdcfe"/>
                </a:solidFill>
                <a:uFillTx/>
                <a:latin typeface="Menlo"/>
              </a:rPr>
              <a:t>nums</a:t>
            </a:r>
            <a:r>
              <a:rPr b="0" lang="de-DE" sz="2800" strike="noStrike" u="none">
                <a:solidFill>
                  <a:srgbClr val="d4d4d4"/>
                </a:solidFill>
                <a:uFillTx/>
                <a:latin typeface="Menlo"/>
              </a:rPr>
              <a:t>:</a:t>
            </a:r>
            <a:r>
              <a:rPr b="0" lang="de-DE" sz="2800" strike="noStrike" u="none">
                <a:solidFill>
                  <a:srgbClr val="4ec9b0"/>
                </a:solidFill>
                <a:uFillTx/>
                <a:latin typeface="Menlo"/>
              </a:rPr>
              <a:t>number</a:t>
            </a:r>
            <a:r>
              <a:rPr b="0" lang="de-DE" sz="2800" strike="noStrike" u="none">
                <a:solidFill>
                  <a:srgbClr val="d4d4d4"/>
                </a:solidFill>
                <a:uFillTx/>
                <a:latin typeface="Menlo"/>
              </a:rPr>
              <a:t>[]) { </a:t>
            </a:r>
            <a:endParaRPr b="0" lang="de-DE" sz="2800" strike="noStrike" u="none">
              <a:solidFill>
                <a:srgbClr val="000000"/>
              </a:solidFill>
              <a:uFillTx/>
              <a:latin typeface="Arial"/>
            </a:endParaRPr>
          </a:p>
          <a:p>
            <a:pPr marL="457200" indent="0" defTabSz="914400">
              <a:lnSpc>
                <a:spcPct val="90000"/>
              </a:lnSpc>
              <a:spcBef>
                <a:spcPts val="499"/>
              </a:spcBef>
              <a:buNone/>
              <a:tabLst>
                <a:tab algn="l" pos="0"/>
              </a:tabLst>
            </a:pPr>
            <a:r>
              <a:rPr b="0" lang="de-DE" sz="2400" strike="noStrike" u="none">
                <a:solidFill>
                  <a:srgbClr val="569cd6"/>
                </a:solidFill>
                <a:uFillTx/>
                <a:latin typeface="Menlo"/>
              </a:rPr>
              <a:t>var</a:t>
            </a:r>
            <a:r>
              <a:rPr b="0" lang="de-DE" sz="2400" strike="noStrike" u="none">
                <a:solidFill>
                  <a:srgbClr val="d4d4d4"/>
                </a:solidFill>
                <a:uFillTx/>
                <a:latin typeface="Menlo"/>
              </a:rPr>
              <a:t> </a:t>
            </a:r>
            <a:r>
              <a:rPr b="0" lang="de-DE" sz="2400" strike="noStrike" u="none">
                <a:solidFill>
                  <a:srgbClr val="9cdcfe"/>
                </a:solidFill>
                <a:uFillTx/>
                <a:latin typeface="Menlo"/>
              </a:rPr>
              <a:t>sum</a:t>
            </a:r>
            <a:r>
              <a:rPr b="0" lang="de-DE" sz="2400" strike="noStrike" u="none">
                <a:solidFill>
                  <a:srgbClr val="d4d4d4"/>
                </a:solidFill>
                <a:uFillTx/>
                <a:latin typeface="Menlo"/>
              </a:rPr>
              <a:t>:</a:t>
            </a:r>
            <a:r>
              <a:rPr b="0" lang="de-DE" sz="2400" strike="noStrike" u="none">
                <a:solidFill>
                  <a:srgbClr val="4ec9b0"/>
                </a:solidFill>
                <a:uFillTx/>
                <a:latin typeface="Menlo"/>
              </a:rPr>
              <a:t>number</a:t>
            </a:r>
            <a:r>
              <a:rPr b="0" lang="de-DE" sz="2400" strike="noStrike" u="none">
                <a:solidFill>
                  <a:srgbClr val="d4d4d4"/>
                </a:solidFill>
                <a:uFillTx/>
                <a:latin typeface="Menlo"/>
              </a:rPr>
              <a:t> = </a:t>
            </a:r>
            <a:r>
              <a:rPr b="0" lang="de-DE" sz="2400" strike="noStrike" u="none">
                <a:solidFill>
                  <a:srgbClr val="b5cea8"/>
                </a:solidFill>
                <a:uFillTx/>
                <a:latin typeface="Menlo"/>
              </a:rPr>
              <a:t>0</a:t>
            </a:r>
            <a:r>
              <a:rPr b="0" lang="de-DE" sz="2400" strike="noStrike" u="none">
                <a:solidFill>
                  <a:srgbClr val="d4d4d4"/>
                </a:solidFill>
                <a:uFillTx/>
                <a:latin typeface="Menlo"/>
              </a:rPr>
              <a:t>; </a:t>
            </a:r>
            <a:endParaRPr b="0" lang="de-DE" sz="2400" strike="noStrike" u="none">
              <a:solidFill>
                <a:srgbClr val="000000"/>
              </a:solidFill>
              <a:uFillTx/>
              <a:latin typeface="Arial"/>
            </a:endParaRPr>
          </a:p>
          <a:p>
            <a:pPr marL="457200" indent="0" defTabSz="914400">
              <a:lnSpc>
                <a:spcPct val="90000"/>
              </a:lnSpc>
              <a:spcBef>
                <a:spcPts val="499"/>
              </a:spcBef>
              <a:buNone/>
              <a:tabLst>
                <a:tab algn="l" pos="0"/>
              </a:tabLst>
            </a:pPr>
            <a:r>
              <a:rPr b="0" lang="de-DE" sz="2400" strike="noStrike" u="none">
                <a:solidFill>
                  <a:srgbClr val="c586c0"/>
                </a:solidFill>
                <a:uFillTx/>
                <a:latin typeface="Menlo"/>
              </a:rPr>
              <a:t>for</a:t>
            </a:r>
            <a:r>
              <a:rPr b="0" lang="de-DE" sz="2400" strike="noStrike" u="none">
                <a:solidFill>
                  <a:srgbClr val="d4d4d4"/>
                </a:solidFill>
                <a:uFillTx/>
                <a:latin typeface="Menlo"/>
              </a:rPr>
              <a:t>(</a:t>
            </a:r>
            <a:r>
              <a:rPr b="0" lang="de-DE" sz="2400" strike="noStrike" u="none">
                <a:solidFill>
                  <a:srgbClr val="569cd6"/>
                </a:solidFill>
                <a:uFillTx/>
                <a:latin typeface="Menlo"/>
              </a:rPr>
              <a:t>var</a:t>
            </a:r>
            <a:r>
              <a:rPr b="0" lang="de-DE" sz="2400" strike="noStrike" u="none">
                <a:solidFill>
                  <a:srgbClr val="d4d4d4"/>
                </a:solidFill>
                <a:uFillTx/>
                <a:latin typeface="Menlo"/>
              </a:rPr>
              <a:t> </a:t>
            </a:r>
            <a:r>
              <a:rPr b="0" lang="de-DE" sz="2400" strike="noStrike" u="none">
                <a:solidFill>
                  <a:srgbClr val="9cdcfe"/>
                </a:solidFill>
                <a:uFillTx/>
                <a:latin typeface="Menlo"/>
              </a:rPr>
              <a:t>i</a:t>
            </a:r>
            <a:r>
              <a:rPr b="0" lang="de-DE" sz="2400" strike="noStrike" u="none">
                <a:solidFill>
                  <a:srgbClr val="d4d4d4"/>
                </a:solidFill>
                <a:uFillTx/>
                <a:latin typeface="Menlo"/>
              </a:rPr>
              <a:t> = </a:t>
            </a:r>
            <a:r>
              <a:rPr b="0" lang="de-DE" sz="2400" strike="noStrike" u="none">
                <a:solidFill>
                  <a:srgbClr val="b5cea8"/>
                </a:solidFill>
                <a:uFillTx/>
                <a:latin typeface="Menlo"/>
              </a:rPr>
              <a:t>0</a:t>
            </a:r>
            <a:r>
              <a:rPr b="0" lang="de-DE" sz="2400" strike="noStrike" u="none">
                <a:solidFill>
                  <a:srgbClr val="d4d4d4"/>
                </a:solidFill>
                <a:uFillTx/>
                <a:latin typeface="Menlo"/>
              </a:rPr>
              <a:t>;</a:t>
            </a:r>
            <a:r>
              <a:rPr b="0" lang="de-DE" sz="2400" strike="noStrike" u="none">
                <a:solidFill>
                  <a:srgbClr val="9cdcfe"/>
                </a:solidFill>
                <a:uFillTx/>
                <a:latin typeface="Menlo"/>
              </a:rPr>
              <a:t>i</a:t>
            </a:r>
            <a:r>
              <a:rPr b="0" lang="de-DE" sz="2400" strike="noStrike" u="none">
                <a:solidFill>
                  <a:srgbClr val="d4d4d4"/>
                </a:solidFill>
                <a:uFillTx/>
                <a:latin typeface="Menlo"/>
              </a:rPr>
              <a:t>&lt;</a:t>
            </a:r>
            <a:r>
              <a:rPr b="0" lang="de-DE" sz="2400" strike="noStrike" u="none">
                <a:solidFill>
                  <a:srgbClr val="9cdcfe"/>
                </a:solidFill>
                <a:uFillTx/>
                <a:latin typeface="Menlo"/>
              </a:rPr>
              <a:t>nums</a:t>
            </a:r>
            <a:r>
              <a:rPr b="0" lang="de-DE" sz="2400" strike="noStrike" u="none">
                <a:solidFill>
                  <a:srgbClr val="d4d4d4"/>
                </a:solidFill>
                <a:uFillTx/>
                <a:latin typeface="Menlo"/>
              </a:rPr>
              <a:t>.</a:t>
            </a:r>
            <a:r>
              <a:rPr b="0" lang="de-DE" sz="2400" strike="noStrike" u="none">
                <a:solidFill>
                  <a:srgbClr val="9cdcfe"/>
                </a:solidFill>
                <a:uFillTx/>
                <a:latin typeface="Menlo"/>
              </a:rPr>
              <a:t>length</a:t>
            </a:r>
            <a:r>
              <a:rPr b="0" lang="de-DE" sz="2400" strike="noStrike" u="none">
                <a:solidFill>
                  <a:srgbClr val="d4d4d4"/>
                </a:solidFill>
                <a:uFillTx/>
                <a:latin typeface="Menlo"/>
              </a:rPr>
              <a:t>;</a:t>
            </a:r>
            <a:r>
              <a:rPr b="0" lang="de-DE" sz="2400" strike="noStrike" u="none">
                <a:solidFill>
                  <a:srgbClr val="9cdcfe"/>
                </a:solidFill>
                <a:uFillTx/>
                <a:latin typeface="Menlo"/>
              </a:rPr>
              <a:t>i</a:t>
            </a:r>
            <a:r>
              <a:rPr b="0" lang="de-DE" sz="2400" strike="noStrike" u="none">
                <a:solidFill>
                  <a:srgbClr val="d4d4d4"/>
                </a:solidFill>
                <a:uFillTx/>
                <a:latin typeface="Menlo"/>
              </a:rPr>
              <a:t>++) { </a:t>
            </a:r>
            <a:endParaRPr b="0" lang="de-DE" sz="2400" strike="noStrike" u="none">
              <a:solidFill>
                <a:srgbClr val="000000"/>
              </a:solidFill>
              <a:uFillTx/>
              <a:latin typeface="Arial"/>
            </a:endParaRPr>
          </a:p>
          <a:p>
            <a:pPr marL="457200" indent="0" defTabSz="914400">
              <a:lnSpc>
                <a:spcPct val="90000"/>
              </a:lnSpc>
              <a:spcBef>
                <a:spcPts val="499"/>
              </a:spcBef>
              <a:buNone/>
              <a:tabLst>
                <a:tab algn="l" pos="0"/>
              </a:tabLst>
            </a:pPr>
            <a:r>
              <a:rPr b="0" lang="de-DE" sz="2400" strike="noStrike" u="none">
                <a:solidFill>
                  <a:srgbClr val="9cdcfe"/>
                </a:solidFill>
                <a:uFillTx/>
                <a:latin typeface="Menlo"/>
              </a:rPr>
              <a:t>	</a:t>
            </a:r>
            <a:r>
              <a:rPr b="0" lang="de-DE" sz="2400" strike="noStrike" u="none">
                <a:solidFill>
                  <a:srgbClr val="9cdcfe"/>
                </a:solidFill>
                <a:uFillTx/>
                <a:latin typeface="Menlo"/>
              </a:rPr>
              <a:t>sum</a:t>
            </a:r>
            <a:r>
              <a:rPr b="0" lang="de-DE" sz="2400" strike="noStrike" u="none">
                <a:solidFill>
                  <a:srgbClr val="d4d4d4"/>
                </a:solidFill>
                <a:uFillTx/>
                <a:latin typeface="Menlo"/>
              </a:rPr>
              <a:t> = </a:t>
            </a:r>
            <a:r>
              <a:rPr b="0" lang="de-DE" sz="2400" strike="noStrike" u="none">
                <a:solidFill>
                  <a:srgbClr val="9cdcfe"/>
                </a:solidFill>
                <a:uFillTx/>
                <a:latin typeface="Menlo"/>
              </a:rPr>
              <a:t>sum</a:t>
            </a:r>
            <a:r>
              <a:rPr b="0" lang="de-DE" sz="2400" strike="noStrike" u="none">
                <a:solidFill>
                  <a:srgbClr val="d4d4d4"/>
                </a:solidFill>
                <a:uFillTx/>
                <a:latin typeface="Menlo"/>
              </a:rPr>
              <a:t> + </a:t>
            </a:r>
            <a:r>
              <a:rPr b="0" lang="de-DE" sz="2400" strike="noStrike" u="none">
                <a:solidFill>
                  <a:srgbClr val="9cdcfe"/>
                </a:solidFill>
                <a:uFillTx/>
                <a:latin typeface="Menlo"/>
              </a:rPr>
              <a:t>nums</a:t>
            </a:r>
            <a:r>
              <a:rPr b="0" lang="de-DE" sz="2400" strike="noStrike" u="none">
                <a:solidFill>
                  <a:srgbClr val="d4d4d4"/>
                </a:solidFill>
                <a:uFillTx/>
                <a:latin typeface="Menlo"/>
              </a:rPr>
              <a:t>[</a:t>
            </a:r>
            <a:r>
              <a:rPr b="0" lang="de-DE" sz="2400" strike="noStrike" u="none">
                <a:solidFill>
                  <a:srgbClr val="9cdcfe"/>
                </a:solidFill>
                <a:uFillTx/>
                <a:latin typeface="Menlo"/>
              </a:rPr>
              <a:t>i</a:t>
            </a:r>
            <a:r>
              <a:rPr b="0" lang="de-DE" sz="2400" strike="noStrike" u="none">
                <a:solidFill>
                  <a:srgbClr val="d4d4d4"/>
                </a:solidFill>
                <a:uFillTx/>
                <a:latin typeface="Menlo"/>
              </a:rPr>
              <a:t>]; </a:t>
            </a:r>
            <a:endParaRPr b="0" lang="de-DE" sz="2400" strike="noStrike" u="none">
              <a:solidFill>
                <a:srgbClr val="000000"/>
              </a:solidFill>
              <a:uFillTx/>
              <a:latin typeface="Arial"/>
            </a:endParaRPr>
          </a:p>
          <a:p>
            <a:pPr marL="457200" indent="0" defTabSz="914400">
              <a:lnSpc>
                <a:spcPct val="90000"/>
              </a:lnSpc>
              <a:spcBef>
                <a:spcPts val="499"/>
              </a:spcBef>
              <a:buNone/>
              <a:tabLst>
                <a:tab algn="l" pos="0"/>
              </a:tabLst>
            </a:pPr>
            <a:r>
              <a:rPr b="0" lang="de-DE" sz="2400" strike="noStrike" u="none">
                <a:solidFill>
                  <a:srgbClr val="d4d4d4"/>
                </a:solidFill>
                <a:uFillTx/>
                <a:latin typeface="Menlo"/>
              </a:rPr>
              <a:t>} </a:t>
            </a:r>
            <a:endParaRPr b="0" lang="de-DE" sz="2400" strike="noStrike" u="none">
              <a:solidFill>
                <a:srgbClr val="000000"/>
              </a:solidFill>
              <a:uFillTx/>
              <a:latin typeface="Arial"/>
            </a:endParaRPr>
          </a:p>
          <a:p>
            <a:pPr marL="457200" indent="0" defTabSz="914400">
              <a:lnSpc>
                <a:spcPct val="90000"/>
              </a:lnSpc>
              <a:spcBef>
                <a:spcPts val="499"/>
              </a:spcBef>
              <a:buNone/>
              <a:tabLst>
                <a:tab algn="l" pos="0"/>
              </a:tabLst>
            </a:pPr>
            <a:r>
              <a:rPr b="0" lang="de-DE" sz="2400" strike="noStrike" u="none">
                <a:solidFill>
                  <a:srgbClr val="4ec9b0"/>
                </a:solidFill>
                <a:uFillTx/>
                <a:latin typeface="Menlo"/>
              </a:rPr>
              <a:t>console</a:t>
            </a:r>
            <a:r>
              <a:rPr b="0" lang="de-DE" sz="2400" strike="noStrike" u="none">
                <a:solidFill>
                  <a:srgbClr val="d4d4d4"/>
                </a:solidFill>
                <a:uFillTx/>
                <a:latin typeface="Menlo"/>
              </a:rPr>
              <a:t>.</a:t>
            </a:r>
            <a:r>
              <a:rPr b="0" lang="de-DE" sz="2400" strike="noStrike" u="none">
                <a:solidFill>
                  <a:srgbClr val="dcdcaa"/>
                </a:solidFill>
                <a:uFillTx/>
                <a:latin typeface="Menlo"/>
              </a:rPr>
              <a:t>log</a:t>
            </a:r>
            <a:r>
              <a:rPr b="0" lang="de-DE" sz="2400" strike="noStrike" u="none">
                <a:solidFill>
                  <a:srgbClr val="d4d4d4"/>
                </a:solidFill>
                <a:uFillTx/>
                <a:latin typeface="Menlo"/>
              </a:rPr>
              <a:t>(</a:t>
            </a:r>
            <a:r>
              <a:rPr b="0" lang="de-DE" sz="2400" strike="noStrike" u="none">
                <a:solidFill>
                  <a:srgbClr val="ce9178"/>
                </a:solidFill>
                <a:uFillTx/>
                <a:latin typeface="Menlo"/>
              </a:rPr>
              <a:t>"sum of the numbers"</a:t>
            </a:r>
            <a:r>
              <a:rPr b="0" lang="de-DE" sz="2400" strike="noStrike" u="none">
                <a:solidFill>
                  <a:srgbClr val="d4d4d4"/>
                </a:solidFill>
                <a:uFillTx/>
                <a:latin typeface="Menlo"/>
              </a:rPr>
              <a:t>,</a:t>
            </a:r>
            <a:r>
              <a:rPr b="0" lang="de-DE" sz="2400" strike="noStrike" u="none">
                <a:solidFill>
                  <a:srgbClr val="9cdcfe"/>
                </a:solidFill>
                <a:uFillTx/>
                <a:latin typeface="Menlo"/>
              </a:rPr>
              <a:t>sum</a:t>
            </a:r>
            <a:r>
              <a:rPr b="0" lang="de-DE" sz="2400" strike="noStrike" u="none">
                <a:solidFill>
                  <a:srgbClr val="d4d4d4"/>
                </a:solidFill>
                <a:uFillTx/>
                <a:latin typeface="Menlo"/>
              </a:rPr>
              <a:t>) </a:t>
            </a:r>
            <a:endParaRPr b="0" lang="de-DE" sz="2400" strike="noStrike" u="none">
              <a:solidFill>
                <a:srgbClr val="000000"/>
              </a:solidFill>
              <a:uFillTx/>
              <a:latin typeface="Arial"/>
            </a:endParaRPr>
          </a:p>
          <a:p>
            <a:pPr marL="457200" indent="0" defTabSz="914400">
              <a:lnSpc>
                <a:spcPct val="90000"/>
              </a:lnSpc>
              <a:spcBef>
                <a:spcPts val="1001"/>
              </a:spcBef>
              <a:buNone/>
              <a:tabLst>
                <a:tab algn="l" pos="0"/>
              </a:tabLst>
            </a:pPr>
            <a:r>
              <a:rPr b="0" lang="de-DE" sz="2800" strike="noStrike" u="none">
                <a:solidFill>
                  <a:srgbClr val="d4d4d4"/>
                </a:solidFill>
                <a:uFillTx/>
                <a:latin typeface="Menlo"/>
              </a:rPr>
              <a:t>} </a:t>
            </a:r>
            <a:endParaRPr b="0" lang="de-DE" sz="2800" strike="noStrike" u="none">
              <a:solidFill>
                <a:srgbClr val="000000"/>
              </a:solidFill>
              <a:uFillTx/>
              <a:latin typeface="Arial"/>
            </a:endParaRPr>
          </a:p>
          <a:p>
            <a:pPr marL="457200" indent="0" defTabSz="914400">
              <a:lnSpc>
                <a:spcPct val="90000"/>
              </a:lnSpc>
              <a:spcBef>
                <a:spcPts val="1001"/>
              </a:spcBef>
              <a:buNone/>
              <a:tabLst>
                <a:tab algn="l" pos="0"/>
              </a:tabLst>
            </a:pPr>
            <a:r>
              <a:rPr b="0" lang="de-DE" sz="2800" strike="noStrike" u="none">
                <a:solidFill>
                  <a:srgbClr val="dcdcaa"/>
                </a:solidFill>
                <a:uFillTx/>
                <a:latin typeface="Menlo"/>
              </a:rPr>
              <a:t>sumUp</a:t>
            </a:r>
            <a:r>
              <a:rPr b="0" lang="de-DE" sz="2800" strike="noStrike" u="none">
                <a:solidFill>
                  <a:srgbClr val="d4d4d4"/>
                </a:solidFill>
                <a:uFillTx/>
                <a:latin typeface="Menlo"/>
              </a:rPr>
              <a:t>(</a:t>
            </a:r>
            <a:r>
              <a:rPr b="0" lang="de-DE" sz="2800" strike="noStrike" u="none">
                <a:solidFill>
                  <a:srgbClr val="b5cea8"/>
                </a:solidFill>
                <a:uFillTx/>
                <a:latin typeface="Menlo"/>
              </a:rPr>
              <a:t>1</a:t>
            </a:r>
            <a:r>
              <a:rPr b="0" lang="de-DE" sz="2800" strike="noStrike" u="none">
                <a:solidFill>
                  <a:srgbClr val="d4d4d4"/>
                </a:solidFill>
                <a:uFillTx/>
                <a:latin typeface="Menlo"/>
              </a:rPr>
              <a:t>,</a:t>
            </a:r>
            <a:r>
              <a:rPr b="0" lang="de-DE" sz="2800" strike="noStrike" u="none">
                <a:solidFill>
                  <a:srgbClr val="b5cea8"/>
                </a:solidFill>
                <a:uFillTx/>
                <a:latin typeface="Menlo"/>
              </a:rPr>
              <a:t>2</a:t>
            </a:r>
            <a:r>
              <a:rPr b="0" lang="de-DE" sz="2800" strike="noStrike" u="none">
                <a:solidFill>
                  <a:srgbClr val="d4d4d4"/>
                </a:solidFill>
                <a:uFillTx/>
                <a:latin typeface="Menlo"/>
              </a:rPr>
              <a:t>,</a:t>
            </a:r>
            <a:r>
              <a:rPr b="0" lang="de-DE" sz="2800" strike="noStrike" u="none">
                <a:solidFill>
                  <a:srgbClr val="b5cea8"/>
                </a:solidFill>
                <a:uFillTx/>
                <a:latin typeface="Menlo"/>
              </a:rPr>
              <a:t>3</a:t>
            </a:r>
            <a:r>
              <a:rPr b="0" lang="de-DE" sz="2800" strike="noStrike" u="none">
                <a:solidFill>
                  <a:srgbClr val="d4d4d4"/>
                </a:solidFill>
                <a:uFillTx/>
                <a:latin typeface="Menlo"/>
              </a:rPr>
              <a:t>) </a:t>
            </a:r>
            <a:endParaRPr b="0" lang="de-DE" sz="2800" strike="noStrike" u="none">
              <a:solidFill>
                <a:srgbClr val="000000"/>
              </a:solidFill>
              <a:uFillTx/>
              <a:latin typeface="Arial"/>
            </a:endParaRPr>
          </a:p>
          <a:p>
            <a:pPr marL="457200" indent="0" defTabSz="914400">
              <a:lnSpc>
                <a:spcPct val="90000"/>
              </a:lnSpc>
              <a:spcBef>
                <a:spcPts val="1001"/>
              </a:spcBef>
              <a:buNone/>
              <a:tabLst>
                <a:tab algn="l" pos="0"/>
              </a:tabLst>
            </a:pPr>
            <a:r>
              <a:rPr b="0" lang="de-DE" sz="2800" strike="noStrike" u="none">
                <a:solidFill>
                  <a:srgbClr val="dcdcaa"/>
                </a:solidFill>
                <a:uFillTx/>
                <a:latin typeface="Menlo"/>
              </a:rPr>
              <a:t>sumUp</a:t>
            </a:r>
            <a:r>
              <a:rPr b="0" lang="de-DE" sz="2800" strike="noStrike" u="none">
                <a:solidFill>
                  <a:srgbClr val="d4d4d4"/>
                </a:solidFill>
                <a:uFillTx/>
                <a:latin typeface="Menlo"/>
              </a:rPr>
              <a:t>(</a:t>
            </a:r>
            <a:r>
              <a:rPr b="0" lang="de-DE" sz="2800" strike="noStrike" u="none">
                <a:solidFill>
                  <a:srgbClr val="b5cea8"/>
                </a:solidFill>
                <a:uFillTx/>
                <a:latin typeface="Menlo"/>
              </a:rPr>
              <a:t>1</a:t>
            </a:r>
            <a:r>
              <a:rPr b="0" lang="de-DE" sz="2800" strike="noStrike" u="none">
                <a:solidFill>
                  <a:srgbClr val="d4d4d4"/>
                </a:solidFill>
                <a:uFillTx/>
                <a:latin typeface="Menlo"/>
              </a:rPr>
              <a:t>,</a:t>
            </a:r>
            <a:r>
              <a:rPr b="0" lang="de-DE" sz="2800" strike="noStrike" u="none">
                <a:solidFill>
                  <a:srgbClr val="b5cea8"/>
                </a:solidFill>
                <a:uFillTx/>
                <a:latin typeface="Menlo"/>
              </a:rPr>
              <a:t>1</a:t>
            </a:r>
            <a:r>
              <a:rPr b="0" lang="de-DE" sz="2800" strike="noStrike" u="none">
                <a:solidFill>
                  <a:srgbClr val="d4d4d4"/>
                </a:solidFill>
                <a:uFillTx/>
                <a:latin typeface="Menlo"/>
              </a:rPr>
              <a:t>,</a:t>
            </a:r>
            <a:r>
              <a:rPr b="0" lang="de-DE" sz="2800" strike="noStrike" u="none">
                <a:solidFill>
                  <a:srgbClr val="b5cea8"/>
                </a:solidFill>
                <a:uFillTx/>
                <a:latin typeface="Menlo"/>
              </a:rPr>
              <a:t>1</a:t>
            </a:r>
            <a:r>
              <a:rPr b="0" lang="de-DE" sz="2800" strike="noStrike" u="none">
                <a:solidFill>
                  <a:srgbClr val="d4d4d4"/>
                </a:solidFill>
                <a:uFillTx/>
                <a:latin typeface="Menlo"/>
              </a:rPr>
              <a:t>,</a:t>
            </a:r>
            <a:r>
              <a:rPr b="0" lang="de-DE" sz="2800" strike="noStrike" u="none">
                <a:solidFill>
                  <a:srgbClr val="b5cea8"/>
                </a:solidFill>
                <a:uFillTx/>
                <a:latin typeface="Menlo"/>
              </a:rPr>
              <a:t>1</a:t>
            </a:r>
            <a:r>
              <a:rPr b="0" lang="de-DE" sz="2800" strike="noStrike" u="none">
                <a:solidFill>
                  <a:srgbClr val="d4d4d4"/>
                </a:solidFill>
                <a:uFillTx/>
                <a:latin typeface="Menlo"/>
              </a:rPr>
              <a:t>,</a:t>
            </a:r>
            <a:r>
              <a:rPr b="0" lang="de-DE" sz="2800" strike="noStrike" u="none">
                <a:solidFill>
                  <a:srgbClr val="b5cea8"/>
                </a:solidFill>
                <a:uFillTx/>
                <a:latin typeface="Menlo"/>
              </a:rPr>
              <a:t>1</a:t>
            </a:r>
            <a:r>
              <a:rPr b="0" lang="de-DE" sz="2800" strike="noStrike" u="none">
                <a:solidFill>
                  <a:srgbClr val="d4d4d4"/>
                </a:solidFill>
                <a:uFillTx/>
                <a:latin typeface="Menlo"/>
              </a:rPr>
              <a:t>,</a:t>
            </a:r>
            <a:r>
              <a:rPr b="0" lang="de-DE" sz="2800" strike="noStrike" u="none">
                <a:solidFill>
                  <a:srgbClr val="b5cea8"/>
                </a:solidFill>
                <a:uFillTx/>
                <a:latin typeface="Menlo"/>
              </a:rPr>
              <a:t>1</a:t>
            </a:r>
            <a:r>
              <a:rPr b="0" lang="de-DE" sz="2800" strike="noStrike" u="none">
                <a:solidFill>
                  <a:srgbClr val="d4d4d4"/>
                </a:solidFill>
                <a:uFillTx/>
                <a:latin typeface="Menlo"/>
              </a:rPr>
              <a:t>)</a:t>
            </a:r>
            <a:endParaRPr b="0" lang="de-DE" sz="2800" strike="noStrike" u="none">
              <a:solidFill>
                <a:srgbClr val="000000"/>
              </a:solidFill>
              <a:uFillTx/>
              <a:latin typeface="Arial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30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30" name="PlaceHolder 1"/>
          <p:cNvSpPr>
            <a:spLocks noGrp="1"/>
          </p:cNvSpPr>
          <p:nvPr>
            <p:ph type="title"/>
          </p:nvPr>
        </p:nvSpPr>
        <p:spPr>
          <a:xfrm>
            <a:off x="838080" y="963720"/>
            <a:ext cx="3493440" cy="492912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ctr">
            <a:normAutofit/>
          </a:bodyPr>
          <a:p>
            <a:pPr indent="0" algn="r" defTabSz="914400">
              <a:lnSpc>
                <a:spcPct val="90000"/>
              </a:lnSpc>
              <a:buNone/>
              <a:tabLst>
                <a:tab algn="l" pos="0"/>
              </a:tabLst>
            </a:pPr>
            <a:r>
              <a:rPr b="0" lang="de-DE" sz="4400" strike="noStrike" u="none">
                <a:solidFill>
                  <a:schemeClr val="accent1"/>
                </a:solidFill>
                <a:uFillTx/>
                <a:latin typeface="Calibri Light"/>
              </a:rPr>
              <a:t>Default Parameter</a:t>
            </a:r>
            <a:endParaRPr b="0" lang="de-DE" sz="4400" strike="noStrike" u="none">
              <a:solidFill>
                <a:srgbClr val="000000"/>
              </a:solidFill>
              <a:uFillTx/>
              <a:latin typeface="Arial"/>
            </a:endParaRPr>
          </a:p>
        </p:txBody>
      </p:sp>
      <p:sp>
        <p:nvSpPr>
          <p:cNvPr id="231" name="PlaceHolder 2"/>
          <p:cNvSpPr>
            <a:spLocks noGrp="1"/>
          </p:cNvSpPr>
          <p:nvPr>
            <p:ph/>
          </p:nvPr>
        </p:nvSpPr>
        <p:spPr>
          <a:xfrm>
            <a:off x="4975920" y="963720"/>
            <a:ext cx="6376680" cy="492912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ctr">
            <a:normAutofit/>
          </a:bodyPr>
          <a:p>
            <a:pPr marL="228600" indent="-228600" defTabSz="914400">
              <a:lnSpc>
                <a:spcPct val="90000"/>
              </a:lnSpc>
              <a:spcBef>
                <a:spcPts val="1001"/>
              </a:spcBef>
              <a:buClr>
                <a:srgbClr val="000000"/>
              </a:buClr>
              <a:buFont typeface="Arial"/>
              <a:buChar char="•"/>
            </a:pPr>
            <a:r>
              <a:rPr b="0" lang="de-DE" sz="2400" strike="noStrike" u="none">
                <a:solidFill>
                  <a:schemeClr val="dk1"/>
                </a:solidFill>
                <a:uFillTx/>
                <a:latin typeface="Calibri"/>
              </a:rPr>
              <a:t>function name(param1[:type],param2[:type] = default_value) { }</a:t>
            </a:r>
            <a:endParaRPr b="0" lang="de-DE" sz="2400" strike="noStrike" u="none">
              <a:solidFill>
                <a:srgbClr val="000000"/>
              </a:solidFill>
              <a:uFillTx/>
              <a:latin typeface="Arial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31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32" name="PlaceHolder 1"/>
          <p:cNvSpPr>
            <a:spLocks noGrp="1"/>
          </p:cNvSpPr>
          <p:nvPr>
            <p:ph type="title"/>
          </p:nvPr>
        </p:nvSpPr>
        <p:spPr>
          <a:xfrm>
            <a:off x="838080" y="963720"/>
            <a:ext cx="3493440" cy="492912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ctr">
            <a:normAutofit/>
          </a:bodyPr>
          <a:p>
            <a:pPr indent="0" algn="r" defTabSz="914400">
              <a:lnSpc>
                <a:spcPct val="90000"/>
              </a:lnSpc>
              <a:buNone/>
              <a:tabLst>
                <a:tab algn="l" pos="0"/>
              </a:tabLst>
            </a:pPr>
            <a:r>
              <a:rPr b="0" lang="de-DE" sz="4400" strike="noStrike" u="none">
                <a:solidFill>
                  <a:schemeClr val="accent1"/>
                </a:solidFill>
                <a:uFillTx/>
                <a:latin typeface="Calibri Light"/>
              </a:rPr>
              <a:t>Anonyme Funktionen</a:t>
            </a:r>
            <a:endParaRPr b="0" lang="de-DE" sz="4400" strike="noStrike" u="none">
              <a:solidFill>
                <a:srgbClr val="000000"/>
              </a:solidFill>
              <a:uFillTx/>
              <a:latin typeface="Arial"/>
            </a:endParaRPr>
          </a:p>
        </p:txBody>
      </p:sp>
      <p:sp>
        <p:nvSpPr>
          <p:cNvPr id="233" name="PlaceHolder 2"/>
          <p:cNvSpPr>
            <a:spLocks noGrp="1"/>
          </p:cNvSpPr>
          <p:nvPr>
            <p:ph/>
          </p:nvPr>
        </p:nvSpPr>
        <p:spPr>
          <a:xfrm>
            <a:off x="4975920" y="963720"/>
            <a:ext cx="6633360" cy="492912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ctr">
            <a:normAutofit/>
          </a:bodyPr>
          <a:p>
            <a:pPr indent="0" defTabSz="914400">
              <a:lnSpc>
                <a:spcPct val="90000"/>
              </a:lnSpc>
              <a:spcBef>
                <a:spcPts val="1001"/>
              </a:spcBef>
              <a:buNone/>
              <a:tabLst>
                <a:tab algn="l" pos="0"/>
              </a:tabLst>
            </a:pPr>
            <a:r>
              <a:rPr b="0" lang="de-DE" sz="2400" strike="noStrike" u="none">
                <a:solidFill>
                  <a:schemeClr val="dk1"/>
                </a:solidFill>
                <a:uFillTx/>
                <a:latin typeface="Calibri"/>
              </a:rPr>
              <a:t>var res = function( [arguments] ) { ... }</a:t>
            </a:r>
            <a:endParaRPr b="0" lang="de-DE" sz="2400" strike="noStrike" u="none">
              <a:solidFill>
                <a:srgbClr val="000000"/>
              </a:solidFill>
              <a:uFillTx/>
              <a:latin typeface="Arial"/>
            </a:endParaRPr>
          </a:p>
          <a:p>
            <a:pPr indent="0" defTabSz="914400">
              <a:lnSpc>
                <a:spcPct val="90000"/>
              </a:lnSpc>
              <a:spcBef>
                <a:spcPts val="1001"/>
              </a:spcBef>
              <a:buNone/>
              <a:tabLst>
                <a:tab algn="l" pos="0"/>
              </a:tabLst>
            </a:pPr>
            <a:endParaRPr b="0" lang="de-DE" sz="2400" strike="noStrike" u="none">
              <a:solidFill>
                <a:srgbClr val="000000"/>
              </a:solidFill>
              <a:uFillTx/>
              <a:latin typeface="Arial"/>
            </a:endParaRPr>
          </a:p>
          <a:p>
            <a:pPr indent="0" defTabSz="914400">
              <a:lnSpc>
                <a:spcPct val="90000"/>
              </a:lnSpc>
              <a:spcBef>
                <a:spcPts val="1001"/>
              </a:spcBef>
              <a:buNone/>
              <a:tabLst>
                <a:tab algn="l" pos="0"/>
              </a:tabLst>
            </a:pPr>
            <a:r>
              <a:rPr b="0" lang="de-DE" sz="2800" strike="noStrike" u="none">
                <a:solidFill>
                  <a:schemeClr val="dk1"/>
                </a:solidFill>
                <a:uFillTx/>
                <a:latin typeface="Calibri"/>
              </a:rPr>
              <a:t>( [param1, parma2,…param n] )=&gt;statement;</a:t>
            </a:r>
            <a:endParaRPr b="0" lang="de-DE" sz="2800" strike="noStrike" u="none">
              <a:solidFill>
                <a:srgbClr val="000000"/>
              </a:solidFill>
              <a:uFillTx/>
              <a:latin typeface="Arial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32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34" name="PlaceHolder 1"/>
          <p:cNvSpPr>
            <a:spLocks noGrp="1"/>
          </p:cNvSpPr>
          <p:nvPr>
            <p:ph type="title"/>
          </p:nvPr>
        </p:nvSpPr>
        <p:spPr>
          <a:xfrm>
            <a:off x="838080" y="365040"/>
            <a:ext cx="10514520" cy="132444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ctr">
            <a:noAutofit/>
          </a:bodyPr>
          <a:p>
            <a:pPr indent="0" defTabSz="914400">
              <a:lnSpc>
                <a:spcPct val="90000"/>
              </a:lnSpc>
              <a:buNone/>
              <a:tabLst>
                <a:tab algn="l" pos="0"/>
              </a:tabLst>
            </a:pPr>
            <a:r>
              <a:rPr b="0" lang="de-DE" sz="4400" strike="noStrike" u="none">
                <a:solidFill>
                  <a:schemeClr val="dk1"/>
                </a:solidFill>
                <a:uFillTx/>
                <a:latin typeface="Calibri Light"/>
              </a:rPr>
              <a:t>Funktionen überladen</a:t>
            </a:r>
            <a:endParaRPr b="0" lang="de-DE" sz="4400" strike="noStrike" u="none">
              <a:solidFill>
                <a:srgbClr val="000000"/>
              </a:solidFill>
              <a:uFillTx/>
              <a:latin typeface="Arial"/>
            </a:endParaRPr>
          </a:p>
        </p:txBody>
      </p:sp>
      <p:sp>
        <p:nvSpPr>
          <p:cNvPr id="235" name="PlaceHolder 2"/>
          <p:cNvSpPr>
            <a:spLocks noGrp="1"/>
          </p:cNvSpPr>
          <p:nvPr>
            <p:ph/>
          </p:nvPr>
        </p:nvSpPr>
        <p:spPr>
          <a:xfrm>
            <a:off x="838080" y="1825560"/>
            <a:ext cx="10514520" cy="435024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t">
            <a:normAutofit fontScale="92500" lnSpcReduction="9999"/>
          </a:bodyPr>
          <a:p>
            <a:pPr indent="0" defTabSz="914400">
              <a:lnSpc>
                <a:spcPct val="90000"/>
              </a:lnSpc>
              <a:spcBef>
                <a:spcPts val="1001"/>
              </a:spcBef>
              <a:buNone/>
              <a:tabLst>
                <a:tab algn="l" pos="0"/>
              </a:tabLst>
            </a:pPr>
            <a:r>
              <a:rPr b="0" lang="de-DE" sz="2800" strike="noStrike" u="none">
                <a:solidFill>
                  <a:srgbClr val="d4d4d4"/>
                </a:solidFill>
                <a:uFillTx/>
                <a:latin typeface="Menlo"/>
              </a:rPr>
              <a:t>1.SIGNATURES</a:t>
            </a:r>
            <a:endParaRPr b="0" lang="de-DE" sz="2800" strike="noStrike" u="none">
              <a:solidFill>
                <a:srgbClr val="000000"/>
              </a:solidFill>
              <a:uFillTx/>
              <a:latin typeface="Arial"/>
            </a:endParaRPr>
          </a:p>
          <a:p>
            <a:pPr indent="0" defTabSz="914400">
              <a:lnSpc>
                <a:spcPct val="90000"/>
              </a:lnSpc>
              <a:spcBef>
                <a:spcPts val="1001"/>
              </a:spcBef>
              <a:buNone/>
              <a:tabLst>
                <a:tab algn="l" pos="0"/>
              </a:tabLst>
            </a:pPr>
            <a:br>
              <a:rPr sz="2800"/>
            </a:br>
            <a:r>
              <a:rPr b="0" lang="de-DE" sz="2800" strike="noStrike" u="none">
                <a:solidFill>
                  <a:srgbClr val="569cd6"/>
                </a:solidFill>
                <a:uFillTx/>
                <a:latin typeface="Menlo"/>
              </a:rPr>
              <a:t>function</a:t>
            </a:r>
            <a:r>
              <a:rPr b="0" lang="de-DE" sz="2800" strike="noStrike" u="none">
                <a:solidFill>
                  <a:srgbClr val="d4d4d4"/>
                </a:solidFill>
                <a:uFillTx/>
                <a:latin typeface="Menlo"/>
              </a:rPr>
              <a:t> </a:t>
            </a:r>
            <a:r>
              <a:rPr b="0" lang="de-DE" sz="2800" strike="noStrike" u="none">
                <a:solidFill>
                  <a:srgbClr val="dcdcaa"/>
                </a:solidFill>
                <a:uFillTx/>
                <a:latin typeface="Menlo"/>
              </a:rPr>
              <a:t>someOverload</a:t>
            </a:r>
            <a:r>
              <a:rPr b="0" lang="de-DE" sz="2800" strike="noStrike" u="none">
                <a:solidFill>
                  <a:srgbClr val="d4d4d4"/>
                </a:solidFill>
                <a:uFillTx/>
                <a:latin typeface="Menlo"/>
              </a:rPr>
              <a:t>(</a:t>
            </a:r>
            <a:r>
              <a:rPr b="0" lang="de-DE" sz="2800" strike="noStrike" u="none">
                <a:solidFill>
                  <a:srgbClr val="9cdcfe"/>
                </a:solidFill>
                <a:uFillTx/>
                <a:latin typeface="Menlo"/>
              </a:rPr>
              <a:t>n</a:t>
            </a:r>
            <a:r>
              <a:rPr b="0" lang="de-DE" sz="2800" strike="noStrike" u="none">
                <a:solidFill>
                  <a:srgbClr val="d4d4d4"/>
                </a:solidFill>
                <a:uFillTx/>
                <a:latin typeface="Menlo"/>
              </a:rPr>
              <a:t>:</a:t>
            </a:r>
            <a:r>
              <a:rPr b="0" lang="de-DE" sz="2800" strike="noStrike" u="none">
                <a:solidFill>
                  <a:srgbClr val="4ec9b0"/>
                </a:solidFill>
                <a:uFillTx/>
                <a:latin typeface="Menlo"/>
              </a:rPr>
              <a:t>number</a:t>
            </a:r>
            <a:r>
              <a:rPr b="0" lang="de-DE" sz="2800" strike="noStrike" u="none">
                <a:solidFill>
                  <a:srgbClr val="d4d4d4"/>
                </a:solidFill>
                <a:uFillTx/>
                <a:latin typeface="Menlo"/>
              </a:rPr>
              <a:t>) : </a:t>
            </a:r>
            <a:r>
              <a:rPr b="0" lang="de-DE" sz="2800" strike="noStrike" u="none">
                <a:solidFill>
                  <a:srgbClr val="4ec9b0"/>
                </a:solidFill>
                <a:uFillTx/>
                <a:latin typeface="Menlo"/>
              </a:rPr>
              <a:t>void</a:t>
            </a:r>
            <a:r>
              <a:rPr b="0" lang="de-DE" sz="2800" strike="noStrike" u="none">
                <a:solidFill>
                  <a:srgbClr val="d4d4d4"/>
                </a:solidFill>
                <a:uFillTx/>
                <a:latin typeface="Menlo"/>
              </a:rPr>
              <a:t>;</a:t>
            </a:r>
            <a:endParaRPr b="0" lang="de-DE" sz="2800" strike="noStrike" u="none">
              <a:solidFill>
                <a:srgbClr val="000000"/>
              </a:solidFill>
              <a:uFillTx/>
              <a:latin typeface="Arial"/>
            </a:endParaRPr>
          </a:p>
          <a:p>
            <a:pPr indent="0" defTabSz="914400">
              <a:lnSpc>
                <a:spcPct val="90000"/>
              </a:lnSpc>
              <a:spcBef>
                <a:spcPts val="1001"/>
              </a:spcBef>
              <a:buNone/>
              <a:tabLst>
                <a:tab algn="l" pos="0"/>
              </a:tabLst>
            </a:pPr>
            <a:r>
              <a:rPr b="0" lang="de-DE" sz="2800" strike="noStrike" u="none">
                <a:solidFill>
                  <a:srgbClr val="569cd6"/>
                </a:solidFill>
                <a:uFillTx/>
                <a:latin typeface="Menlo"/>
              </a:rPr>
              <a:t>function</a:t>
            </a:r>
            <a:r>
              <a:rPr b="0" lang="de-DE" sz="2800" strike="noStrike" u="none">
                <a:solidFill>
                  <a:srgbClr val="d4d4d4"/>
                </a:solidFill>
                <a:uFillTx/>
                <a:latin typeface="Menlo"/>
              </a:rPr>
              <a:t> </a:t>
            </a:r>
            <a:r>
              <a:rPr b="0" lang="de-DE" sz="2800" strike="noStrike" u="none">
                <a:solidFill>
                  <a:srgbClr val="dcdcaa"/>
                </a:solidFill>
                <a:uFillTx/>
                <a:latin typeface="Menlo"/>
              </a:rPr>
              <a:t>someOverload</a:t>
            </a:r>
            <a:r>
              <a:rPr b="0" lang="de-DE" sz="2800" strike="noStrike" u="none">
                <a:solidFill>
                  <a:srgbClr val="d4d4d4"/>
                </a:solidFill>
                <a:uFillTx/>
                <a:latin typeface="Menlo"/>
              </a:rPr>
              <a:t>(</a:t>
            </a:r>
            <a:r>
              <a:rPr b="0" lang="de-DE" sz="2800" strike="noStrike" u="none">
                <a:solidFill>
                  <a:srgbClr val="9cdcfe"/>
                </a:solidFill>
                <a:uFillTx/>
                <a:latin typeface="Menlo"/>
              </a:rPr>
              <a:t>s</a:t>
            </a:r>
            <a:r>
              <a:rPr b="0" lang="de-DE" sz="2800" strike="noStrike" u="none">
                <a:solidFill>
                  <a:srgbClr val="d4d4d4"/>
                </a:solidFill>
                <a:uFillTx/>
                <a:latin typeface="Menlo"/>
              </a:rPr>
              <a:t>:</a:t>
            </a:r>
            <a:r>
              <a:rPr b="0" lang="de-DE" sz="2800" strike="noStrike" u="none">
                <a:solidFill>
                  <a:srgbClr val="4ec9b0"/>
                </a:solidFill>
                <a:uFillTx/>
                <a:latin typeface="Menlo"/>
              </a:rPr>
              <a:t>string</a:t>
            </a:r>
            <a:r>
              <a:rPr b="0" lang="de-DE" sz="2800" strike="noStrike" u="none">
                <a:solidFill>
                  <a:srgbClr val="d4d4d4"/>
                </a:solidFill>
                <a:uFillTx/>
                <a:latin typeface="Menlo"/>
              </a:rPr>
              <a:t>) : </a:t>
            </a:r>
            <a:r>
              <a:rPr b="0" lang="de-DE" sz="2800" strike="noStrike" u="none">
                <a:solidFill>
                  <a:srgbClr val="4ec9b0"/>
                </a:solidFill>
                <a:uFillTx/>
                <a:latin typeface="Menlo"/>
              </a:rPr>
              <a:t>void</a:t>
            </a:r>
            <a:r>
              <a:rPr b="0" lang="de-DE" sz="2800" strike="noStrike" u="none">
                <a:solidFill>
                  <a:srgbClr val="d4d4d4"/>
                </a:solidFill>
                <a:uFillTx/>
                <a:latin typeface="Menlo"/>
              </a:rPr>
              <a:t>;</a:t>
            </a:r>
            <a:endParaRPr b="0" lang="de-DE" sz="2800" strike="noStrike" u="none">
              <a:solidFill>
                <a:srgbClr val="000000"/>
              </a:solidFill>
              <a:uFillTx/>
              <a:latin typeface="Arial"/>
            </a:endParaRPr>
          </a:p>
          <a:p>
            <a:pPr indent="0" defTabSz="914400">
              <a:lnSpc>
                <a:spcPct val="90000"/>
              </a:lnSpc>
              <a:spcBef>
                <a:spcPts val="1001"/>
              </a:spcBef>
              <a:buNone/>
              <a:tabLst>
                <a:tab algn="l" pos="0"/>
              </a:tabLst>
            </a:pPr>
            <a:endParaRPr b="0" lang="de-DE" sz="2800" strike="noStrike" u="none">
              <a:solidFill>
                <a:srgbClr val="000000"/>
              </a:solidFill>
              <a:uFillTx/>
              <a:latin typeface="Arial"/>
            </a:endParaRPr>
          </a:p>
          <a:p>
            <a:pPr indent="0" defTabSz="914400">
              <a:lnSpc>
                <a:spcPct val="90000"/>
              </a:lnSpc>
              <a:spcBef>
                <a:spcPts val="1001"/>
              </a:spcBef>
              <a:buNone/>
              <a:tabLst>
                <a:tab algn="l" pos="0"/>
              </a:tabLst>
            </a:pPr>
            <a:endParaRPr b="0" lang="de-DE" sz="2800" strike="noStrike" u="none">
              <a:solidFill>
                <a:srgbClr val="000000"/>
              </a:solidFill>
              <a:uFillTx/>
              <a:latin typeface="Arial"/>
            </a:endParaRPr>
          </a:p>
          <a:p>
            <a:pPr indent="0" defTabSz="914400">
              <a:lnSpc>
                <a:spcPct val="90000"/>
              </a:lnSpc>
              <a:spcBef>
                <a:spcPts val="1001"/>
              </a:spcBef>
              <a:buNone/>
              <a:tabLst>
                <a:tab algn="l" pos="0"/>
              </a:tabLst>
            </a:pPr>
            <a:r>
              <a:rPr b="0" lang="de-DE" sz="2800" strike="noStrike" u="none">
                <a:solidFill>
                  <a:srgbClr val="d4d4d4"/>
                </a:solidFill>
                <a:uFillTx/>
                <a:latin typeface="Menlo"/>
              </a:rPr>
              <a:t>2. 1 BODY FOR ALL</a:t>
            </a:r>
            <a:br>
              <a:rPr sz="2800"/>
            </a:br>
            <a:r>
              <a:rPr b="0" lang="de-DE" sz="2800" strike="noStrike" u="none">
                <a:solidFill>
                  <a:srgbClr val="569cd6"/>
                </a:solidFill>
                <a:uFillTx/>
                <a:latin typeface="Menlo"/>
              </a:rPr>
              <a:t>function</a:t>
            </a:r>
            <a:r>
              <a:rPr b="0" lang="de-DE" sz="2800" strike="noStrike" u="none">
                <a:solidFill>
                  <a:srgbClr val="d4d4d4"/>
                </a:solidFill>
                <a:uFillTx/>
                <a:latin typeface="Menlo"/>
              </a:rPr>
              <a:t> </a:t>
            </a:r>
            <a:r>
              <a:rPr b="0" lang="de-DE" sz="2800" strike="noStrike" u="none">
                <a:solidFill>
                  <a:srgbClr val="dcdcaa"/>
                </a:solidFill>
                <a:uFillTx/>
                <a:latin typeface="Menlo"/>
              </a:rPr>
              <a:t>someOverload</a:t>
            </a:r>
            <a:r>
              <a:rPr b="0" lang="de-DE" sz="2800" strike="noStrike" u="none">
                <a:solidFill>
                  <a:srgbClr val="d4d4d4"/>
                </a:solidFill>
                <a:uFillTx/>
                <a:latin typeface="Menlo"/>
              </a:rPr>
              <a:t>(</a:t>
            </a:r>
            <a:r>
              <a:rPr b="0" lang="de-DE" sz="2800" strike="noStrike" u="none">
                <a:solidFill>
                  <a:srgbClr val="9cdcfe"/>
                </a:solidFill>
                <a:uFillTx/>
                <a:latin typeface="Menlo"/>
              </a:rPr>
              <a:t>x</a:t>
            </a:r>
            <a:r>
              <a:rPr b="0" lang="de-DE" sz="2800" strike="noStrike" u="none">
                <a:solidFill>
                  <a:srgbClr val="d4d4d4"/>
                </a:solidFill>
                <a:uFillTx/>
                <a:latin typeface="Menlo"/>
              </a:rPr>
              <a:t>:</a:t>
            </a:r>
            <a:r>
              <a:rPr b="0" lang="de-DE" sz="2800" strike="noStrike" u="none">
                <a:solidFill>
                  <a:srgbClr val="4ec9b0"/>
                </a:solidFill>
                <a:uFillTx/>
                <a:latin typeface="Menlo"/>
              </a:rPr>
              <a:t>any</a:t>
            </a:r>
            <a:r>
              <a:rPr b="0" lang="de-DE" sz="2800" strike="noStrike" u="none">
                <a:solidFill>
                  <a:srgbClr val="d4d4d4"/>
                </a:solidFill>
                <a:uFillTx/>
                <a:latin typeface="Menlo"/>
              </a:rPr>
              <a:t>):</a:t>
            </a:r>
            <a:r>
              <a:rPr b="0" lang="de-DE" sz="2800" strike="noStrike" u="none">
                <a:solidFill>
                  <a:srgbClr val="4ec9b0"/>
                </a:solidFill>
                <a:uFillTx/>
                <a:latin typeface="Menlo"/>
              </a:rPr>
              <a:t>void</a:t>
            </a:r>
            <a:r>
              <a:rPr b="0" lang="de-DE" sz="2800" strike="noStrike" u="none">
                <a:solidFill>
                  <a:srgbClr val="d4d4d4"/>
                </a:solidFill>
                <a:uFillTx/>
                <a:latin typeface="Menlo"/>
              </a:rPr>
              <a:t>{</a:t>
            </a:r>
            <a:endParaRPr b="0" lang="de-DE" sz="2800" strike="noStrike" u="none">
              <a:solidFill>
                <a:srgbClr val="000000"/>
              </a:solidFill>
              <a:uFillTx/>
              <a:latin typeface="Arial"/>
            </a:endParaRPr>
          </a:p>
          <a:p>
            <a:pPr indent="0" defTabSz="914400">
              <a:lnSpc>
                <a:spcPct val="90000"/>
              </a:lnSpc>
              <a:spcBef>
                <a:spcPts val="1001"/>
              </a:spcBef>
              <a:buNone/>
              <a:tabLst>
                <a:tab algn="l" pos="0"/>
              </a:tabLst>
            </a:pPr>
            <a:r>
              <a:rPr b="0" lang="de-DE" sz="2800" strike="noStrike" u="none">
                <a:solidFill>
                  <a:srgbClr val="4ec9b0"/>
                </a:solidFill>
                <a:uFillTx/>
                <a:latin typeface="Menlo"/>
              </a:rPr>
              <a:t>	</a:t>
            </a:r>
            <a:r>
              <a:rPr b="0" lang="de-DE" sz="2800" strike="noStrike" u="none">
                <a:solidFill>
                  <a:srgbClr val="4ec9b0"/>
                </a:solidFill>
                <a:uFillTx/>
                <a:latin typeface="Menlo"/>
              </a:rPr>
              <a:t>console</a:t>
            </a:r>
            <a:r>
              <a:rPr b="0" lang="de-DE" sz="2800" strike="noStrike" u="none">
                <a:solidFill>
                  <a:srgbClr val="d4d4d4"/>
                </a:solidFill>
                <a:uFillTx/>
                <a:latin typeface="Menlo"/>
              </a:rPr>
              <a:t>.</a:t>
            </a:r>
            <a:r>
              <a:rPr b="0" lang="de-DE" sz="2800" strike="noStrike" u="none">
                <a:solidFill>
                  <a:srgbClr val="dcdcaa"/>
                </a:solidFill>
                <a:uFillTx/>
                <a:latin typeface="Menlo"/>
              </a:rPr>
              <a:t>log</a:t>
            </a:r>
            <a:r>
              <a:rPr b="0" lang="de-DE" sz="2800" strike="noStrike" u="none">
                <a:solidFill>
                  <a:srgbClr val="d4d4d4"/>
                </a:solidFill>
                <a:uFillTx/>
                <a:latin typeface="Menlo"/>
              </a:rPr>
              <a:t>(</a:t>
            </a:r>
            <a:r>
              <a:rPr b="0" lang="de-DE" sz="2800" strike="noStrike" u="none">
                <a:solidFill>
                  <a:srgbClr val="9cdcfe"/>
                </a:solidFill>
                <a:uFillTx/>
                <a:latin typeface="Menlo"/>
              </a:rPr>
              <a:t>x</a:t>
            </a:r>
            <a:r>
              <a:rPr b="0" lang="de-DE" sz="2800" strike="noStrike" u="none">
                <a:solidFill>
                  <a:srgbClr val="d4d4d4"/>
                </a:solidFill>
                <a:uFillTx/>
                <a:latin typeface="Menlo"/>
              </a:rPr>
              <a:t>);</a:t>
            </a:r>
            <a:endParaRPr b="0" lang="de-DE" sz="2800" strike="noStrike" u="none">
              <a:solidFill>
                <a:srgbClr val="000000"/>
              </a:solidFill>
              <a:uFillTx/>
              <a:latin typeface="Arial"/>
            </a:endParaRPr>
          </a:p>
          <a:p>
            <a:pPr indent="0" defTabSz="914400">
              <a:lnSpc>
                <a:spcPct val="90000"/>
              </a:lnSpc>
              <a:spcBef>
                <a:spcPts val="1001"/>
              </a:spcBef>
              <a:buNone/>
              <a:tabLst>
                <a:tab algn="l" pos="0"/>
              </a:tabLst>
            </a:pPr>
            <a:r>
              <a:rPr b="0" lang="de-DE" sz="2800" strike="noStrike" u="none">
                <a:solidFill>
                  <a:srgbClr val="d4d4d4"/>
                </a:solidFill>
                <a:uFillTx/>
                <a:latin typeface="Menlo"/>
              </a:rPr>
              <a:t>}</a:t>
            </a:r>
            <a:endParaRPr b="0" lang="de-DE" sz="2800" strike="noStrike" u="none">
              <a:solidFill>
                <a:srgbClr val="000000"/>
              </a:solidFill>
              <a:uFillTx/>
              <a:latin typeface="Arial"/>
            </a:endParaRPr>
          </a:p>
          <a:p>
            <a:pPr indent="0" defTabSz="914400">
              <a:lnSpc>
                <a:spcPct val="90000"/>
              </a:lnSpc>
              <a:spcBef>
                <a:spcPts val="1001"/>
              </a:spcBef>
              <a:buNone/>
              <a:tabLst>
                <a:tab algn="l" pos="0"/>
              </a:tabLst>
            </a:pPr>
            <a:endParaRPr b="0" lang="de-DE" sz="2800" strike="noStrike" u="none">
              <a:solidFill>
                <a:srgbClr val="000000"/>
              </a:solidFill>
              <a:uFillTx/>
              <a:latin typeface="Arial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33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bg>
      <p:bgPr>
        <a:solidFill>
          <a:schemeClr val="lt1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 useBgFill="1">
        <p:nvSpPr>
          <p:cNvPr id="236" name="Rectangle 7">
            <a:extLst>
              <a:ext uri="{C183D7F6-B498-43B3-948B-1728B52AA6E4}">
                <adec:decorative xmlns:adec="http://schemas.microsoft.com/office/drawing/2017/decorative" val="1"/>
              </a:ext>
            </a:extLst>
          </p:cNvPr>
          <p:cNvSpPr/>
          <p:nvPr/>
        </p:nvSpPr>
        <p:spPr>
          <a:xfrm>
            <a:off x="0" y="0"/>
            <a:ext cx="12191040" cy="6856920"/>
          </a:xfrm>
          <a:prstGeom prst="rect">
            <a:avLst/>
          </a:prstGeom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 algn="ctr" defTabSz="914400">
              <a:lnSpc>
                <a:spcPct val="100000"/>
              </a:lnSpc>
            </a:pPr>
            <a:endParaRPr b="0" lang="en-US" sz="1800" strike="noStrike" u="none">
              <a:solidFill>
                <a:schemeClr val="lt1"/>
              </a:solidFill>
              <a:uFillTx/>
              <a:latin typeface="Calibri"/>
            </a:endParaRPr>
          </a:p>
        </p:txBody>
      </p:sp>
      <p:sp>
        <p:nvSpPr>
          <p:cNvPr id="237" name="Rectangle 9">
            <a:extLst>
              <a:ext uri="{C183D7F6-B498-43B3-948B-1728B52AA6E4}">
                <adec:decorative xmlns:adec="http://schemas.microsoft.com/office/drawing/2017/decorative" val="1"/>
              </a:ext>
            </a:extLst>
          </p:cNvPr>
          <p:cNvSpPr/>
          <p:nvPr/>
        </p:nvSpPr>
        <p:spPr>
          <a:xfrm flipH="1">
            <a:off x="-720" y="0"/>
            <a:ext cx="12191040" cy="1589760"/>
          </a:xfrm>
          <a:prstGeom prst="rect">
            <a:avLst/>
          </a:prstGeom>
          <a:gradFill rotWithShape="0">
            <a:gsLst>
              <a:gs pos="0">
                <a:srgbClr val="000000"/>
              </a:gs>
              <a:gs pos="100000">
                <a:srgbClr val="16735a"/>
              </a:gs>
            </a:gsLst>
            <a:lin ang="2400000"/>
          </a:gra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 algn="ctr" defTabSz="914400">
              <a:lnSpc>
                <a:spcPct val="100000"/>
              </a:lnSpc>
            </a:pPr>
            <a:endParaRPr b="0" lang="en-US" sz="1800" strike="noStrike" u="none">
              <a:solidFill>
                <a:schemeClr val="lt1"/>
              </a:solidFill>
              <a:uFillTx/>
              <a:latin typeface="Calibri"/>
            </a:endParaRPr>
          </a:p>
        </p:txBody>
      </p:sp>
      <p:sp>
        <p:nvSpPr>
          <p:cNvPr id="238" name="Rectangle 11">
            <a:extLst>
              <a:ext uri="{C183D7F6-B498-43B3-948B-1728B52AA6E4}">
                <adec:decorative xmlns:adec="http://schemas.microsoft.com/office/drawing/2017/decorative" val="1"/>
              </a:ext>
            </a:extLst>
          </p:cNvPr>
          <p:cNvSpPr/>
          <p:nvPr/>
        </p:nvSpPr>
        <p:spPr>
          <a:xfrm flipH="1" rot="10800000">
            <a:off x="360" y="1080"/>
            <a:ext cx="8114400" cy="1589760"/>
          </a:xfrm>
          <a:prstGeom prst="rect">
            <a:avLst/>
          </a:prstGeom>
          <a:gradFill rotWithShape="0">
            <a:gsLst>
              <a:gs pos="20000">
                <a:srgbClr val="1d9a78">
                  <a:alpha val="0"/>
                </a:srgbClr>
              </a:gs>
              <a:gs pos="100000">
                <a:srgbClr val="0e4d3c">
                  <a:alpha val="55000"/>
                </a:srgbClr>
              </a:gs>
            </a:gsLst>
            <a:lin ang="7800000"/>
          </a:gra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 algn="ctr" defTabSz="914400">
              <a:lnSpc>
                <a:spcPct val="100000"/>
              </a:lnSpc>
            </a:pPr>
            <a:endParaRPr b="0" lang="en-US" sz="1800" strike="noStrike" u="none">
              <a:solidFill>
                <a:schemeClr val="lt1"/>
              </a:solidFill>
              <a:uFillTx/>
              <a:latin typeface="Calibri"/>
            </a:endParaRPr>
          </a:p>
        </p:txBody>
      </p:sp>
      <p:sp>
        <p:nvSpPr>
          <p:cNvPr id="239" name="Rectangle 13">
            <a:extLst>
              <a:ext uri="{C183D7F6-B498-43B3-948B-1728B52AA6E4}">
                <adec:decorative xmlns:adec="http://schemas.microsoft.com/office/drawing/2017/decorative" val="1"/>
              </a:ext>
            </a:extLst>
          </p:cNvPr>
          <p:cNvSpPr/>
          <p:nvPr/>
        </p:nvSpPr>
        <p:spPr>
          <a:xfrm flipH="1">
            <a:off x="8113680" y="0"/>
            <a:ext cx="4075560" cy="1589760"/>
          </a:xfrm>
          <a:prstGeom prst="rect">
            <a:avLst/>
          </a:prstGeom>
          <a:gradFill rotWithShape="0">
            <a:gsLst>
              <a:gs pos="0">
                <a:srgbClr val="1d9a78">
                  <a:alpha val="66000"/>
                </a:srgbClr>
              </a:gs>
              <a:gs pos="100000">
                <a:srgbClr val="000000">
                  <a:alpha val="30000"/>
                </a:srgbClr>
              </a:gs>
            </a:gsLst>
            <a:lin ang="19200000"/>
          </a:gra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 algn="ctr" defTabSz="914400">
              <a:lnSpc>
                <a:spcPct val="100000"/>
              </a:lnSpc>
            </a:pPr>
            <a:endParaRPr b="0" lang="en-US" sz="1800" strike="noStrike" u="none">
              <a:solidFill>
                <a:schemeClr val="lt1"/>
              </a:solidFill>
              <a:uFillTx/>
              <a:latin typeface="Calibri"/>
            </a:endParaRPr>
          </a:p>
        </p:txBody>
      </p:sp>
      <p:sp>
        <p:nvSpPr>
          <p:cNvPr id="240" name="Rectangle 15">
            <a:extLst>
              <a:ext uri="{C183D7F6-B498-43B3-948B-1728B52AA6E4}">
                <adec:decorative xmlns:adec="http://schemas.microsoft.com/office/drawing/2017/decorative" val="1"/>
              </a:ext>
            </a:extLst>
          </p:cNvPr>
          <p:cNvSpPr/>
          <p:nvPr/>
        </p:nvSpPr>
        <p:spPr>
          <a:xfrm>
            <a:off x="459360" y="0"/>
            <a:ext cx="11731680" cy="1596240"/>
          </a:xfrm>
          <a:prstGeom prst="rect">
            <a:avLst/>
          </a:prstGeom>
          <a:gradFill rotWithShape="0">
            <a:gsLst>
              <a:gs pos="50000">
                <a:srgbClr val="000000">
                  <a:alpha val="0"/>
                </a:srgbClr>
              </a:gs>
              <a:gs pos="99000">
                <a:srgbClr val="0e4d3c">
                  <a:alpha val="52000"/>
                </a:srgbClr>
              </a:gs>
            </a:gsLst>
            <a:lin ang="16800000"/>
          </a:gra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 algn="ctr" defTabSz="914400">
              <a:lnSpc>
                <a:spcPct val="100000"/>
              </a:lnSpc>
            </a:pPr>
            <a:endParaRPr b="0" lang="en-US" sz="1800" strike="noStrike" u="none">
              <a:solidFill>
                <a:schemeClr val="lt1"/>
              </a:solidFill>
              <a:uFillTx/>
              <a:latin typeface="Calibri"/>
            </a:endParaRPr>
          </a:p>
        </p:txBody>
      </p:sp>
      <p:sp>
        <p:nvSpPr>
          <p:cNvPr id="241" name="PlaceHolder 1"/>
          <p:cNvSpPr>
            <a:spLocks noGrp="1"/>
          </p:cNvSpPr>
          <p:nvPr>
            <p:ph type="title"/>
          </p:nvPr>
        </p:nvSpPr>
        <p:spPr>
          <a:xfrm>
            <a:off x="1371600" y="294480"/>
            <a:ext cx="9894960" cy="103248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ctr">
            <a:normAutofit/>
          </a:bodyPr>
          <a:p>
            <a:pPr indent="0" defTabSz="914400">
              <a:lnSpc>
                <a:spcPct val="90000"/>
              </a:lnSpc>
              <a:buNone/>
              <a:tabLst>
                <a:tab algn="l" pos="0"/>
              </a:tabLst>
            </a:pPr>
            <a:r>
              <a:rPr b="0" lang="de-DE" sz="4000" strike="noStrike" u="none">
                <a:solidFill>
                  <a:srgbClr val="ffffff"/>
                </a:solidFill>
                <a:uFillTx/>
                <a:latin typeface="Calibri Light"/>
              </a:rPr>
              <a:t>Container</a:t>
            </a:r>
            <a:endParaRPr b="0" lang="de-DE" sz="4000" strike="noStrike" u="none">
              <a:solidFill>
                <a:srgbClr val="000000"/>
              </a:solidFill>
              <a:uFillTx/>
              <a:latin typeface="Arial"/>
            </a:endParaRPr>
          </a:p>
        </p:txBody>
      </p:sp>
      <p:sp>
        <p:nvSpPr>
          <p:cNvPr id="242" name="PlaceHolder 2"/>
          <p:cNvSpPr>
            <a:spLocks noGrp="1"/>
          </p:cNvSpPr>
          <p:nvPr>
            <p:ph/>
          </p:nvPr>
        </p:nvSpPr>
        <p:spPr>
          <a:xfrm>
            <a:off x="1371600" y="2318040"/>
            <a:ext cx="9722880" cy="368244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ctr">
            <a:normAutofit/>
          </a:bodyPr>
          <a:p>
            <a:pPr marL="228600" indent="-228600" defTabSz="914400">
              <a:lnSpc>
                <a:spcPct val="90000"/>
              </a:lnSpc>
              <a:spcBef>
                <a:spcPts val="1001"/>
              </a:spcBef>
              <a:buClr>
                <a:srgbClr val="000000"/>
              </a:buClr>
              <a:buFont typeface="Arial"/>
              <a:buChar char="•"/>
            </a:pPr>
            <a:r>
              <a:rPr b="0" lang="de-DE" sz="2000" strike="noStrike" u="none">
                <a:solidFill>
                  <a:schemeClr val="dk1"/>
                </a:solidFill>
                <a:uFillTx/>
                <a:latin typeface="Courier New"/>
              </a:rPr>
              <a:t>array</a:t>
            </a:r>
            <a:endParaRPr b="0" lang="de-DE" sz="2000" strike="noStrike" u="none">
              <a:solidFill>
                <a:srgbClr val="000000"/>
              </a:solidFill>
              <a:uFillTx/>
              <a:latin typeface="Arial"/>
            </a:endParaRPr>
          </a:p>
          <a:p>
            <a:pPr lvl="1" marL="685800" indent="-228600" defTabSz="914400">
              <a:lnSpc>
                <a:spcPct val="90000"/>
              </a:lnSpc>
              <a:spcBef>
                <a:spcPts val="499"/>
              </a:spcBef>
              <a:buClr>
                <a:srgbClr val="000000"/>
              </a:buClr>
              <a:buFont typeface="Arial"/>
              <a:buChar char="•"/>
            </a:pPr>
            <a:r>
              <a:rPr b="0" lang="de-DE" sz="2000" strike="noStrike" u="none">
                <a:solidFill>
                  <a:schemeClr val="dk1"/>
                </a:solidFill>
                <a:uFillTx/>
                <a:latin typeface="Calibri"/>
              </a:rPr>
              <a:t>Eine Liste</a:t>
            </a:r>
            <a:endParaRPr b="0" lang="de-DE" sz="2000" strike="noStrike" u="none">
              <a:solidFill>
                <a:srgbClr val="000000"/>
              </a:solidFill>
              <a:uFillTx/>
              <a:latin typeface="Arial"/>
            </a:endParaRPr>
          </a:p>
          <a:p>
            <a:pPr marL="228600" indent="-228600" defTabSz="914400">
              <a:lnSpc>
                <a:spcPct val="90000"/>
              </a:lnSpc>
              <a:spcBef>
                <a:spcPts val="1001"/>
              </a:spcBef>
              <a:buClr>
                <a:srgbClr val="000000"/>
              </a:buClr>
              <a:buFont typeface="Arial"/>
              <a:buChar char="•"/>
            </a:pPr>
            <a:r>
              <a:rPr b="0" lang="de-DE" sz="2000" strike="noStrike" u="none">
                <a:solidFill>
                  <a:schemeClr val="dk1"/>
                </a:solidFill>
                <a:uFillTx/>
                <a:latin typeface="Courier New"/>
              </a:rPr>
              <a:t>tuple</a:t>
            </a:r>
            <a:endParaRPr b="0" lang="de-DE" sz="2000" strike="noStrike" u="none">
              <a:solidFill>
                <a:srgbClr val="000000"/>
              </a:solidFill>
              <a:uFillTx/>
              <a:latin typeface="Arial"/>
            </a:endParaRPr>
          </a:p>
          <a:p>
            <a:pPr lvl="1" marL="685800" indent="-228600" defTabSz="914400">
              <a:lnSpc>
                <a:spcPct val="90000"/>
              </a:lnSpc>
              <a:spcBef>
                <a:spcPts val="499"/>
              </a:spcBef>
              <a:buClr>
                <a:srgbClr val="000000"/>
              </a:buClr>
              <a:buFont typeface="Arial"/>
              <a:buChar char="•"/>
            </a:pPr>
            <a:r>
              <a:rPr b="0" lang="de-DE" sz="2000" strike="noStrike" u="none">
                <a:solidFill>
                  <a:schemeClr val="dk1"/>
                </a:solidFill>
                <a:uFillTx/>
                <a:latin typeface="Calibri"/>
              </a:rPr>
              <a:t>Eine feste Menge von anderen Basis-Typen</a:t>
            </a:r>
            <a:endParaRPr b="0" lang="de-DE" sz="2000" strike="noStrike" u="none">
              <a:solidFill>
                <a:srgbClr val="000000"/>
              </a:solidFill>
              <a:uFillTx/>
              <a:latin typeface="Arial"/>
            </a:endParaRPr>
          </a:p>
          <a:p>
            <a:pPr marL="228600" indent="-228600" defTabSz="914400">
              <a:lnSpc>
                <a:spcPct val="90000"/>
              </a:lnSpc>
              <a:spcBef>
                <a:spcPts val="1001"/>
              </a:spcBef>
              <a:buClr>
                <a:srgbClr val="000000"/>
              </a:buClr>
              <a:buFont typeface="Arial"/>
              <a:buChar char="•"/>
            </a:pPr>
            <a:r>
              <a:rPr b="0" lang="de-DE" sz="2000" strike="noStrike" u="none">
                <a:solidFill>
                  <a:schemeClr val="dk1"/>
                </a:solidFill>
                <a:uFillTx/>
                <a:latin typeface="Courier New"/>
              </a:rPr>
              <a:t>enum</a:t>
            </a:r>
            <a:endParaRPr b="0" lang="de-DE" sz="2000" strike="noStrike" u="none">
              <a:solidFill>
                <a:srgbClr val="000000"/>
              </a:solidFill>
              <a:uFillTx/>
              <a:latin typeface="Arial"/>
            </a:endParaRPr>
          </a:p>
          <a:p>
            <a:pPr lvl="1" marL="685800" indent="-228600" defTabSz="914400">
              <a:lnSpc>
                <a:spcPct val="90000"/>
              </a:lnSpc>
              <a:spcBef>
                <a:spcPts val="499"/>
              </a:spcBef>
              <a:buClr>
                <a:srgbClr val="000000"/>
              </a:buClr>
              <a:buFont typeface="Arial"/>
              <a:buChar char="•"/>
            </a:pPr>
            <a:r>
              <a:rPr b="0" lang="de-DE" sz="2000" strike="noStrike" u="none">
                <a:solidFill>
                  <a:schemeClr val="dk1"/>
                </a:solidFill>
                <a:uFillTx/>
                <a:latin typeface="Calibri"/>
              </a:rPr>
              <a:t>Eine feste Menge von Werten</a:t>
            </a:r>
            <a:endParaRPr b="0" lang="de-DE" sz="2000" strike="noStrike" u="none">
              <a:solidFill>
                <a:srgbClr val="000000"/>
              </a:solidFill>
              <a:uFillTx/>
              <a:latin typeface="Arial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34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3" name="Rounded Rectangle 3"/>
          <p:cNvSpPr/>
          <p:nvPr/>
        </p:nvSpPr>
        <p:spPr>
          <a:xfrm>
            <a:off x="794160" y="4908960"/>
            <a:ext cx="9479880" cy="1057680"/>
          </a:xfrm>
          <a:prstGeom prst="roundRect">
            <a:avLst>
              <a:gd name="adj" fmla="val 16667"/>
            </a:avLst>
          </a:prstGeom>
          <a:solidFill>
            <a:srgbClr val="1d9a78"/>
          </a:solidFill>
          <a:ln>
            <a:solidFill>
              <a:srgbClr val="157158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 algn="ctr" defTabSz="914400">
              <a:lnSpc>
                <a:spcPct val="100000"/>
              </a:lnSpc>
            </a:pPr>
            <a:endParaRPr b="0" lang="de-DE" sz="1800" strike="noStrike" u="none">
              <a:solidFill>
                <a:schemeClr val="lt1"/>
              </a:solidFill>
              <a:uFillTx/>
              <a:latin typeface="Calibri"/>
            </a:endParaRPr>
          </a:p>
        </p:txBody>
      </p:sp>
      <p:cxnSp>
        <p:nvCxnSpPr>
          <p:cNvPr id="244" name="Straight Connector 5"/>
          <p:cNvCxnSpPr/>
          <p:nvPr/>
        </p:nvCxnSpPr>
        <p:spPr>
          <a:xfrm>
            <a:off x="2045160" y="4908600"/>
            <a:ext cx="1080" cy="1072080"/>
          </a:xfrm>
          <a:prstGeom prst="straightConnector1">
            <a:avLst/>
          </a:prstGeom>
          <a:ln w="0">
            <a:solidFill>
              <a:srgbClr val="000000"/>
            </a:solidFill>
          </a:ln>
        </p:spPr>
      </p:cxnSp>
      <p:cxnSp>
        <p:nvCxnSpPr>
          <p:cNvPr id="245" name="Straight Connector 6"/>
          <p:cNvCxnSpPr/>
          <p:nvPr/>
        </p:nvCxnSpPr>
        <p:spPr>
          <a:xfrm>
            <a:off x="3160080" y="4880520"/>
            <a:ext cx="1080" cy="1072080"/>
          </a:xfrm>
          <a:prstGeom prst="straightConnector1">
            <a:avLst/>
          </a:prstGeom>
          <a:ln w="0">
            <a:solidFill>
              <a:srgbClr val="000000"/>
            </a:solidFill>
          </a:ln>
        </p:spPr>
      </p:cxnSp>
      <p:cxnSp>
        <p:nvCxnSpPr>
          <p:cNvPr id="246" name="Straight Connector 7"/>
          <p:cNvCxnSpPr/>
          <p:nvPr/>
        </p:nvCxnSpPr>
        <p:spPr>
          <a:xfrm>
            <a:off x="4443480" y="4896720"/>
            <a:ext cx="1080" cy="1071720"/>
          </a:xfrm>
          <a:prstGeom prst="straightConnector1">
            <a:avLst/>
          </a:prstGeom>
          <a:ln w="0">
            <a:solidFill>
              <a:srgbClr val="000000"/>
            </a:solidFill>
          </a:ln>
        </p:spPr>
      </p:cxnSp>
      <p:cxnSp>
        <p:nvCxnSpPr>
          <p:cNvPr id="247" name="Straight Connector 8"/>
          <p:cNvCxnSpPr/>
          <p:nvPr/>
        </p:nvCxnSpPr>
        <p:spPr>
          <a:xfrm>
            <a:off x="8458200" y="4880520"/>
            <a:ext cx="1080" cy="1072080"/>
          </a:xfrm>
          <a:prstGeom prst="straightConnector1">
            <a:avLst/>
          </a:prstGeom>
          <a:ln w="0">
            <a:solidFill>
              <a:srgbClr val="000000"/>
            </a:solidFill>
          </a:ln>
        </p:spPr>
      </p:cxnSp>
      <p:cxnSp>
        <p:nvCxnSpPr>
          <p:cNvPr id="248" name="Straight Connector 9"/>
          <p:cNvCxnSpPr/>
          <p:nvPr/>
        </p:nvCxnSpPr>
        <p:spPr>
          <a:xfrm>
            <a:off x="7166520" y="4908600"/>
            <a:ext cx="1080" cy="1072080"/>
          </a:xfrm>
          <a:prstGeom prst="straightConnector1">
            <a:avLst/>
          </a:prstGeom>
          <a:ln w="0">
            <a:solidFill>
              <a:srgbClr val="000000"/>
            </a:solidFill>
          </a:ln>
        </p:spPr>
      </p:cxnSp>
      <p:cxnSp>
        <p:nvCxnSpPr>
          <p:cNvPr id="249" name="Straight Connector 10"/>
          <p:cNvCxnSpPr/>
          <p:nvPr/>
        </p:nvCxnSpPr>
        <p:spPr>
          <a:xfrm>
            <a:off x="5766840" y="4908600"/>
            <a:ext cx="1080" cy="1072080"/>
          </a:xfrm>
          <a:prstGeom prst="straightConnector1">
            <a:avLst/>
          </a:prstGeom>
          <a:ln w="0">
            <a:solidFill>
              <a:srgbClr val="000000"/>
            </a:solidFill>
          </a:ln>
        </p:spPr>
      </p:cxnSp>
      <p:sp>
        <p:nvSpPr>
          <p:cNvPr id="250" name="TextBox 11"/>
          <p:cNvSpPr/>
          <p:nvPr/>
        </p:nvSpPr>
        <p:spPr>
          <a:xfrm>
            <a:off x="1375920" y="4511880"/>
            <a:ext cx="7818120" cy="3639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wrap="none" lIns="90000" rIns="90000" tIns="45000" bIns="45000" anchor="t">
            <a:spAutoFit/>
          </a:bodyPr>
          <a:p>
            <a:pPr defTabSz="914400">
              <a:lnSpc>
                <a:spcPct val="100000"/>
              </a:lnSpc>
            </a:pPr>
            <a:r>
              <a:rPr b="0" lang="de-DE" sz="1800" strike="noStrike" u="none">
                <a:solidFill>
                  <a:schemeClr val="dk1"/>
                </a:solidFill>
                <a:uFillTx/>
                <a:latin typeface="Calibri"/>
              </a:rPr>
              <a:t>0</a:t>
            </a:r>
            <a:r>
              <a:rPr b="0" lang="de-DE" sz="1800" strike="noStrike" u="none">
                <a:solidFill>
                  <a:schemeClr val="dk1"/>
                </a:solidFill>
                <a:uFillTx/>
                <a:latin typeface="Calibri"/>
              </a:rPr>
              <a:t>	</a:t>
            </a:r>
            <a:r>
              <a:rPr b="0" lang="de-DE" sz="1800" strike="noStrike" u="none">
                <a:solidFill>
                  <a:schemeClr val="dk1"/>
                </a:solidFill>
                <a:uFillTx/>
                <a:latin typeface="Calibri"/>
              </a:rPr>
              <a:t>1</a:t>
            </a:r>
            <a:r>
              <a:rPr b="0" lang="de-DE" sz="1800" strike="noStrike" u="none">
                <a:solidFill>
                  <a:schemeClr val="dk1"/>
                </a:solidFill>
                <a:uFillTx/>
                <a:latin typeface="Calibri"/>
              </a:rPr>
              <a:t>	</a:t>
            </a:r>
            <a:r>
              <a:rPr b="0" lang="de-DE" sz="1800" strike="noStrike" u="none">
                <a:solidFill>
                  <a:schemeClr val="dk1"/>
                </a:solidFill>
                <a:uFillTx/>
                <a:latin typeface="Calibri"/>
              </a:rPr>
              <a:t>         2</a:t>
            </a:r>
            <a:r>
              <a:rPr b="0" lang="de-DE" sz="1800" strike="noStrike" u="none">
                <a:solidFill>
                  <a:schemeClr val="dk1"/>
                </a:solidFill>
                <a:uFillTx/>
                <a:latin typeface="Calibri"/>
              </a:rPr>
              <a:t>	</a:t>
            </a:r>
            <a:r>
              <a:rPr b="0" lang="de-DE" sz="1800" strike="noStrike" u="none">
                <a:solidFill>
                  <a:schemeClr val="dk1"/>
                </a:solidFill>
                <a:uFillTx/>
                <a:latin typeface="Calibri"/>
              </a:rPr>
              <a:t>	</a:t>
            </a:r>
            <a:r>
              <a:rPr b="0" lang="de-DE" sz="1800" strike="noStrike" u="none">
                <a:solidFill>
                  <a:schemeClr val="dk1"/>
                </a:solidFill>
                <a:uFillTx/>
                <a:latin typeface="Calibri"/>
              </a:rPr>
              <a:t>3</a:t>
            </a:r>
            <a:r>
              <a:rPr b="0" lang="de-DE" sz="1800" strike="noStrike" u="none">
                <a:solidFill>
                  <a:schemeClr val="dk1"/>
                </a:solidFill>
                <a:uFillTx/>
                <a:latin typeface="Calibri"/>
              </a:rPr>
              <a:t>	</a:t>
            </a:r>
            <a:r>
              <a:rPr b="0" lang="de-DE" sz="1800" strike="noStrike" u="none">
                <a:solidFill>
                  <a:schemeClr val="dk1"/>
                </a:solidFill>
                <a:uFillTx/>
                <a:latin typeface="Calibri"/>
              </a:rPr>
              <a:t>      4</a:t>
            </a:r>
            <a:r>
              <a:rPr b="0" lang="de-DE" sz="1800" strike="noStrike" u="none">
                <a:solidFill>
                  <a:schemeClr val="dk1"/>
                </a:solidFill>
                <a:uFillTx/>
                <a:latin typeface="Calibri"/>
              </a:rPr>
              <a:t>	</a:t>
            </a:r>
            <a:r>
              <a:rPr b="0" lang="de-DE" sz="1800" strike="noStrike" u="none">
                <a:solidFill>
                  <a:schemeClr val="dk1"/>
                </a:solidFill>
                <a:uFillTx/>
                <a:latin typeface="Calibri"/>
              </a:rPr>
              <a:t>	</a:t>
            </a:r>
            <a:r>
              <a:rPr b="0" lang="de-DE" sz="1800" strike="noStrike" u="none">
                <a:solidFill>
                  <a:schemeClr val="dk1"/>
                </a:solidFill>
                <a:uFillTx/>
                <a:latin typeface="Calibri"/>
              </a:rPr>
              <a:t>5</a:t>
            </a:r>
            <a:r>
              <a:rPr b="0" lang="de-DE" sz="1800" strike="noStrike" u="none">
                <a:solidFill>
                  <a:schemeClr val="dk1"/>
                </a:solidFill>
                <a:uFillTx/>
                <a:latin typeface="Calibri"/>
              </a:rPr>
              <a:t>	</a:t>
            </a:r>
            <a:r>
              <a:rPr b="0" lang="de-DE" sz="1800" strike="noStrike" u="none">
                <a:solidFill>
                  <a:schemeClr val="dk1"/>
                </a:solidFill>
                <a:uFillTx/>
                <a:latin typeface="Calibri"/>
              </a:rPr>
              <a:t>    6</a:t>
            </a:r>
            <a:endParaRPr b="0" lang="de-DE" sz="1800" strike="noStrike" u="none">
              <a:solidFill>
                <a:srgbClr val="000000"/>
              </a:solidFill>
              <a:uFillTx/>
              <a:latin typeface="Arial"/>
            </a:endParaRPr>
          </a:p>
        </p:txBody>
      </p:sp>
      <p:sp>
        <p:nvSpPr>
          <p:cNvPr id="251" name="Rectangle 13"/>
          <p:cNvSpPr/>
          <p:nvPr/>
        </p:nvSpPr>
        <p:spPr>
          <a:xfrm>
            <a:off x="6244560" y="3238200"/>
            <a:ext cx="4390560" cy="14612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spAutoFit/>
          </a:bodyPr>
          <a:p>
            <a:pPr defTabSz="914400">
              <a:lnSpc>
                <a:spcPct val="100000"/>
              </a:lnSpc>
            </a:pPr>
            <a:r>
              <a:rPr b="0" lang="de-DE" sz="1800" strike="noStrike" u="none">
                <a:solidFill>
                  <a:srgbClr val="569cd6"/>
                </a:solidFill>
                <a:uFillTx/>
                <a:latin typeface="Menlo"/>
              </a:rPr>
              <a:t>var</a:t>
            </a:r>
            <a:r>
              <a:rPr b="0" lang="de-DE" sz="1800" strike="noStrike" u="none">
                <a:solidFill>
                  <a:srgbClr val="d4d4d4"/>
                </a:solidFill>
                <a:uFillTx/>
                <a:latin typeface="Menlo"/>
              </a:rPr>
              <a:t> </a:t>
            </a:r>
            <a:r>
              <a:rPr b="0" lang="de-DE" sz="1800" strike="noStrike" u="none">
                <a:solidFill>
                  <a:srgbClr val="9cdcfe"/>
                </a:solidFill>
                <a:uFillTx/>
                <a:latin typeface="Menlo"/>
              </a:rPr>
              <a:t>nummern</a:t>
            </a:r>
            <a:r>
              <a:rPr b="0" lang="de-DE" sz="1800" strike="noStrike" u="none">
                <a:solidFill>
                  <a:srgbClr val="d4d4d4"/>
                </a:solidFill>
                <a:uFillTx/>
                <a:latin typeface="Menlo"/>
              </a:rPr>
              <a:t>:</a:t>
            </a:r>
            <a:r>
              <a:rPr b="0" lang="de-DE" sz="1800" strike="noStrike" u="none">
                <a:solidFill>
                  <a:srgbClr val="4ec9b0"/>
                </a:solidFill>
                <a:uFillTx/>
                <a:latin typeface="Menlo"/>
              </a:rPr>
              <a:t>number</a:t>
            </a:r>
            <a:r>
              <a:rPr b="0" lang="de-DE" sz="1800" strike="noStrike" u="none">
                <a:solidFill>
                  <a:srgbClr val="d4d4d4"/>
                </a:solidFill>
                <a:uFillTx/>
                <a:latin typeface="Menlo"/>
              </a:rPr>
              <a:t>[]; </a:t>
            </a:r>
            <a:endParaRPr b="0" lang="de-DE" sz="1800" strike="noStrike" u="none">
              <a:solidFill>
                <a:srgbClr val="000000"/>
              </a:solidFill>
              <a:uFillTx/>
              <a:latin typeface="Arial"/>
            </a:endParaRPr>
          </a:p>
          <a:p>
            <a:pPr defTabSz="914400">
              <a:lnSpc>
                <a:spcPct val="100000"/>
              </a:lnSpc>
            </a:pPr>
            <a:r>
              <a:rPr b="0" lang="de-DE" sz="1800" strike="noStrike" u="none">
                <a:solidFill>
                  <a:srgbClr val="9cdcfe"/>
                </a:solidFill>
                <a:uFillTx/>
                <a:latin typeface="Menlo"/>
              </a:rPr>
              <a:t>nummern</a:t>
            </a:r>
            <a:r>
              <a:rPr b="0" lang="de-DE" sz="1800" strike="noStrike" u="none">
                <a:solidFill>
                  <a:srgbClr val="d4d4d4"/>
                </a:solidFill>
                <a:uFillTx/>
                <a:latin typeface="Menlo"/>
              </a:rPr>
              <a:t> = [</a:t>
            </a:r>
            <a:r>
              <a:rPr b="0" lang="de-DE" sz="1800" strike="noStrike" u="none">
                <a:solidFill>
                  <a:srgbClr val="b5cea8"/>
                </a:solidFill>
                <a:uFillTx/>
                <a:latin typeface="Menlo"/>
              </a:rPr>
              <a:t>1</a:t>
            </a:r>
            <a:r>
              <a:rPr b="0" lang="de-DE" sz="1800" strike="noStrike" u="none">
                <a:solidFill>
                  <a:srgbClr val="d4d4d4"/>
                </a:solidFill>
                <a:uFillTx/>
                <a:latin typeface="Menlo"/>
              </a:rPr>
              <a:t>,</a:t>
            </a:r>
            <a:r>
              <a:rPr b="0" lang="de-DE" sz="1800" strike="noStrike" u="none">
                <a:solidFill>
                  <a:srgbClr val="b5cea8"/>
                </a:solidFill>
                <a:uFillTx/>
                <a:latin typeface="Menlo"/>
              </a:rPr>
              <a:t>3</a:t>
            </a:r>
            <a:r>
              <a:rPr b="0" lang="de-DE" sz="1800" strike="noStrike" u="none">
                <a:solidFill>
                  <a:srgbClr val="d4d4d4"/>
                </a:solidFill>
                <a:uFillTx/>
                <a:latin typeface="Menlo"/>
              </a:rPr>
              <a:t>,</a:t>
            </a:r>
            <a:r>
              <a:rPr b="0" lang="de-DE" sz="1800" strike="noStrike" u="none">
                <a:solidFill>
                  <a:srgbClr val="b5cea8"/>
                </a:solidFill>
                <a:uFillTx/>
                <a:latin typeface="Menlo"/>
              </a:rPr>
              <a:t>5</a:t>
            </a:r>
            <a:r>
              <a:rPr b="0" lang="de-DE" sz="1800" strike="noStrike" u="none">
                <a:solidFill>
                  <a:srgbClr val="d4d4d4"/>
                </a:solidFill>
                <a:uFillTx/>
                <a:latin typeface="Menlo"/>
              </a:rPr>
              <a:t>,</a:t>
            </a:r>
            <a:r>
              <a:rPr b="0" lang="de-DE" sz="1800" strike="noStrike" u="none">
                <a:solidFill>
                  <a:srgbClr val="b5cea8"/>
                </a:solidFill>
                <a:uFillTx/>
                <a:latin typeface="Menlo"/>
              </a:rPr>
              <a:t>7</a:t>
            </a:r>
            <a:r>
              <a:rPr b="0" lang="de-DE" sz="1800" strike="noStrike" u="none">
                <a:solidFill>
                  <a:srgbClr val="d4d4d4"/>
                </a:solidFill>
                <a:uFillTx/>
                <a:latin typeface="Menlo"/>
              </a:rPr>
              <a:t>];</a:t>
            </a:r>
            <a:endParaRPr b="0" lang="de-DE" sz="1800" strike="noStrike" u="none">
              <a:solidFill>
                <a:srgbClr val="000000"/>
              </a:solidFill>
              <a:uFillTx/>
              <a:latin typeface="Arial"/>
            </a:endParaRPr>
          </a:p>
          <a:p>
            <a:pPr defTabSz="914400">
              <a:lnSpc>
                <a:spcPct val="100000"/>
              </a:lnSpc>
            </a:pPr>
            <a:endParaRPr b="0" lang="de-DE" sz="1800" strike="noStrike" u="none">
              <a:solidFill>
                <a:srgbClr val="000000"/>
              </a:solidFill>
              <a:uFillTx/>
              <a:latin typeface="Arial"/>
            </a:endParaRPr>
          </a:p>
          <a:p>
            <a:pPr defTabSz="914400">
              <a:lnSpc>
                <a:spcPct val="100000"/>
              </a:lnSpc>
            </a:pPr>
            <a:r>
              <a:rPr b="0" lang="de-DE" sz="1800" strike="noStrike" u="none">
                <a:solidFill>
                  <a:srgbClr val="569cd6"/>
                </a:solidFill>
                <a:uFillTx/>
                <a:latin typeface="Menlo"/>
              </a:rPr>
              <a:t>var</a:t>
            </a:r>
            <a:r>
              <a:rPr b="0" lang="de-DE" sz="1800" strike="noStrike" u="none">
                <a:solidFill>
                  <a:srgbClr val="d4d4d4"/>
                </a:solidFill>
                <a:uFillTx/>
                <a:latin typeface="Menlo"/>
              </a:rPr>
              <a:t> </a:t>
            </a:r>
            <a:r>
              <a:rPr b="0" lang="de-DE" sz="1800" strike="noStrike" u="none">
                <a:solidFill>
                  <a:srgbClr val="9cdcfe"/>
                </a:solidFill>
                <a:uFillTx/>
                <a:latin typeface="Menlo"/>
              </a:rPr>
              <a:t>secondEntry</a:t>
            </a:r>
            <a:r>
              <a:rPr b="0" lang="de-DE" sz="1800" strike="noStrike" u="none">
                <a:solidFill>
                  <a:srgbClr val="d4d4d4"/>
                </a:solidFill>
                <a:uFillTx/>
                <a:latin typeface="Menlo"/>
              </a:rPr>
              <a:t> = </a:t>
            </a:r>
            <a:r>
              <a:rPr b="0" lang="de-DE" sz="1800" strike="noStrike" u="none">
                <a:solidFill>
                  <a:srgbClr val="9cdcfe"/>
                </a:solidFill>
                <a:uFillTx/>
                <a:latin typeface="Menlo"/>
              </a:rPr>
              <a:t>nummern</a:t>
            </a:r>
            <a:r>
              <a:rPr b="0" lang="de-DE" sz="1800" strike="noStrike" u="none">
                <a:solidFill>
                  <a:srgbClr val="d4d4d4"/>
                </a:solidFill>
                <a:uFillTx/>
                <a:latin typeface="Menlo"/>
              </a:rPr>
              <a:t>[</a:t>
            </a:r>
            <a:r>
              <a:rPr b="0" lang="de-DE" sz="1800" strike="noStrike" u="none">
                <a:solidFill>
                  <a:srgbClr val="b5cea8"/>
                </a:solidFill>
                <a:uFillTx/>
                <a:latin typeface="Menlo"/>
              </a:rPr>
              <a:t>1</a:t>
            </a:r>
            <a:r>
              <a:rPr b="0" lang="de-DE" sz="1800" strike="noStrike" u="none">
                <a:solidFill>
                  <a:srgbClr val="d4d4d4"/>
                </a:solidFill>
                <a:uFillTx/>
                <a:latin typeface="Menlo"/>
              </a:rPr>
              <a:t>];</a:t>
            </a:r>
            <a:endParaRPr b="0" lang="de-DE" sz="1800" strike="noStrike" u="none">
              <a:solidFill>
                <a:srgbClr val="000000"/>
              </a:solidFill>
              <a:uFillTx/>
              <a:latin typeface="Arial"/>
            </a:endParaRPr>
          </a:p>
          <a:p>
            <a:pPr defTabSz="914400">
              <a:lnSpc>
                <a:spcPct val="100000"/>
              </a:lnSpc>
            </a:pPr>
            <a:r>
              <a:rPr b="0" lang="de-DE" sz="1800" strike="noStrike" u="none">
                <a:solidFill>
                  <a:srgbClr val="d4d4d4"/>
                </a:solidFill>
                <a:uFillTx/>
                <a:latin typeface="Menlo"/>
              </a:rPr>
              <a:t> </a:t>
            </a:r>
            <a:endParaRPr b="0" lang="de-DE" sz="1800" strike="noStrike" u="none">
              <a:solidFill>
                <a:srgbClr val="000000"/>
              </a:solidFill>
              <a:uFillTx/>
              <a:latin typeface="Arial"/>
            </a:endParaRPr>
          </a:p>
        </p:txBody>
      </p:sp>
      <p:sp>
        <p:nvSpPr>
          <p:cNvPr id="252" name="Rectangle 14"/>
          <p:cNvSpPr/>
          <p:nvPr/>
        </p:nvSpPr>
        <p:spPr>
          <a:xfrm>
            <a:off x="908640" y="878400"/>
            <a:ext cx="5834880" cy="4554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wrap="none" lIns="90000" rIns="90000" tIns="45000" bIns="45000" anchor="t">
            <a:spAutoFit/>
          </a:bodyPr>
          <a:p>
            <a:pPr defTabSz="914400">
              <a:lnSpc>
                <a:spcPct val="100000"/>
              </a:lnSpc>
            </a:pPr>
            <a:r>
              <a:rPr b="0" lang="de-DE" sz="2400" strike="noStrike" u="none">
                <a:solidFill>
                  <a:schemeClr val="dk1"/>
                </a:solidFill>
                <a:uFillTx/>
                <a:latin typeface="Calibri"/>
              </a:rPr>
              <a:t>var array_name[:data type] = [val1,val2…valn]</a:t>
            </a:r>
            <a:endParaRPr b="0" lang="de-DE" sz="2400" strike="noStrike" u="none">
              <a:solidFill>
                <a:srgbClr val="000000"/>
              </a:solidFill>
              <a:uFillTx/>
              <a:latin typeface="Arial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35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3" name="Rectangle 1"/>
          <p:cNvSpPr/>
          <p:nvPr/>
        </p:nvSpPr>
        <p:spPr>
          <a:xfrm>
            <a:off x="4523760" y="3947400"/>
            <a:ext cx="7410240" cy="17355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spAutoFit/>
          </a:bodyPr>
          <a:p>
            <a:pPr defTabSz="914400">
              <a:lnSpc>
                <a:spcPct val="100000"/>
              </a:lnSpc>
            </a:pPr>
            <a:r>
              <a:rPr b="0" lang="de-DE" sz="1800" strike="noStrike" u="none">
                <a:solidFill>
                  <a:srgbClr val="569cd6"/>
                </a:solidFill>
                <a:uFillTx/>
                <a:latin typeface="Menlo"/>
              </a:rPr>
              <a:t>var</a:t>
            </a:r>
            <a:r>
              <a:rPr b="0" lang="de-DE" sz="1800" strike="noStrike" u="none">
                <a:solidFill>
                  <a:srgbClr val="d4d4d4"/>
                </a:solidFill>
                <a:uFillTx/>
                <a:latin typeface="Menlo"/>
              </a:rPr>
              <a:t> </a:t>
            </a:r>
            <a:r>
              <a:rPr b="0" lang="de-DE" sz="1800" strike="noStrike" u="none">
                <a:solidFill>
                  <a:srgbClr val="9cdcfe"/>
                </a:solidFill>
                <a:uFillTx/>
                <a:latin typeface="Menlo"/>
              </a:rPr>
              <a:t>nummern2</a:t>
            </a:r>
            <a:r>
              <a:rPr b="0" lang="de-DE" sz="1800" strike="noStrike" u="none">
                <a:solidFill>
                  <a:srgbClr val="d4d4d4"/>
                </a:solidFill>
                <a:uFillTx/>
                <a:latin typeface="Menlo"/>
              </a:rPr>
              <a:t>:</a:t>
            </a:r>
            <a:r>
              <a:rPr b="0" lang="de-DE" sz="1800" strike="noStrike" u="none">
                <a:solidFill>
                  <a:srgbClr val="4ec9b0"/>
                </a:solidFill>
                <a:uFillTx/>
                <a:latin typeface="Menlo"/>
              </a:rPr>
              <a:t>number</a:t>
            </a:r>
            <a:r>
              <a:rPr b="0" lang="de-DE" sz="1800" strike="noStrike" u="none">
                <a:solidFill>
                  <a:srgbClr val="d4d4d4"/>
                </a:solidFill>
                <a:uFillTx/>
                <a:latin typeface="Menlo"/>
              </a:rPr>
              <a:t>[] = </a:t>
            </a:r>
            <a:r>
              <a:rPr b="0" lang="de-DE" sz="1800" strike="noStrike" u="none">
                <a:solidFill>
                  <a:srgbClr val="569cd6"/>
                </a:solidFill>
                <a:uFillTx/>
                <a:latin typeface="Menlo"/>
              </a:rPr>
              <a:t>new</a:t>
            </a:r>
            <a:r>
              <a:rPr b="0" lang="de-DE" sz="1800" strike="noStrike" u="none">
                <a:solidFill>
                  <a:srgbClr val="d4d4d4"/>
                </a:solidFill>
                <a:uFillTx/>
                <a:latin typeface="Menlo"/>
              </a:rPr>
              <a:t> </a:t>
            </a:r>
            <a:r>
              <a:rPr b="0" lang="de-DE" sz="1800" strike="noStrike" u="none">
                <a:solidFill>
                  <a:srgbClr val="4ec9b0"/>
                </a:solidFill>
                <a:uFillTx/>
                <a:latin typeface="Menlo"/>
              </a:rPr>
              <a:t>Array</a:t>
            </a:r>
            <a:r>
              <a:rPr b="0" lang="de-DE" sz="1800" strike="noStrike" u="none">
                <a:solidFill>
                  <a:srgbClr val="d4d4d4"/>
                </a:solidFill>
                <a:uFillTx/>
                <a:latin typeface="Menlo"/>
              </a:rPr>
              <a:t>(</a:t>
            </a:r>
            <a:r>
              <a:rPr b="0" lang="de-DE" sz="1800" strike="noStrike" u="none">
                <a:solidFill>
                  <a:srgbClr val="b5cea8"/>
                </a:solidFill>
                <a:uFillTx/>
                <a:latin typeface="Menlo"/>
              </a:rPr>
              <a:t>4</a:t>
            </a:r>
            <a:r>
              <a:rPr b="0" lang="de-DE" sz="1800" strike="noStrike" u="none">
                <a:solidFill>
                  <a:srgbClr val="d4d4d4"/>
                </a:solidFill>
                <a:uFillTx/>
                <a:latin typeface="Menlo"/>
              </a:rPr>
              <a:t>) </a:t>
            </a:r>
            <a:endParaRPr b="0" lang="de-DE" sz="1800" strike="noStrike" u="none">
              <a:solidFill>
                <a:srgbClr val="000000"/>
              </a:solidFill>
              <a:uFillTx/>
              <a:latin typeface="Arial"/>
            </a:endParaRPr>
          </a:p>
          <a:p>
            <a:pPr defTabSz="914400">
              <a:lnSpc>
                <a:spcPct val="100000"/>
              </a:lnSpc>
            </a:pPr>
            <a:br>
              <a:rPr sz="1800"/>
            </a:br>
            <a:r>
              <a:rPr b="0" lang="de-DE" sz="1800" strike="noStrike" u="none">
                <a:solidFill>
                  <a:srgbClr val="c586c0"/>
                </a:solidFill>
                <a:uFillTx/>
                <a:latin typeface="Menlo"/>
              </a:rPr>
              <a:t>for</a:t>
            </a:r>
            <a:r>
              <a:rPr b="0" lang="de-DE" sz="1800" strike="noStrike" u="none">
                <a:solidFill>
                  <a:srgbClr val="d4d4d4"/>
                </a:solidFill>
                <a:uFillTx/>
                <a:latin typeface="Menlo"/>
              </a:rPr>
              <a:t>(</a:t>
            </a:r>
            <a:r>
              <a:rPr b="0" lang="de-DE" sz="1800" strike="noStrike" u="none">
                <a:solidFill>
                  <a:srgbClr val="569cd6"/>
                </a:solidFill>
                <a:uFillTx/>
                <a:latin typeface="Menlo"/>
              </a:rPr>
              <a:t>var</a:t>
            </a:r>
            <a:r>
              <a:rPr b="0" lang="de-DE" sz="1800" strike="noStrike" u="none">
                <a:solidFill>
                  <a:srgbClr val="d4d4d4"/>
                </a:solidFill>
                <a:uFillTx/>
                <a:latin typeface="Menlo"/>
              </a:rPr>
              <a:t> </a:t>
            </a:r>
            <a:r>
              <a:rPr b="0" lang="de-DE" sz="1800" strike="noStrike" u="none">
                <a:solidFill>
                  <a:srgbClr val="9cdcfe"/>
                </a:solidFill>
                <a:uFillTx/>
                <a:latin typeface="Menlo"/>
              </a:rPr>
              <a:t>i</a:t>
            </a:r>
            <a:r>
              <a:rPr b="0" lang="de-DE" sz="1800" strike="noStrike" u="none">
                <a:solidFill>
                  <a:srgbClr val="d4d4d4"/>
                </a:solidFill>
                <a:uFillTx/>
                <a:latin typeface="Menlo"/>
              </a:rPr>
              <a:t> = </a:t>
            </a:r>
            <a:r>
              <a:rPr b="0" lang="de-DE" sz="1800" strike="noStrike" u="none">
                <a:solidFill>
                  <a:srgbClr val="b5cea8"/>
                </a:solidFill>
                <a:uFillTx/>
                <a:latin typeface="Menlo"/>
              </a:rPr>
              <a:t>0</a:t>
            </a:r>
            <a:r>
              <a:rPr b="0" lang="de-DE" sz="1800" strike="noStrike" u="none">
                <a:solidFill>
                  <a:srgbClr val="d4d4d4"/>
                </a:solidFill>
                <a:uFillTx/>
                <a:latin typeface="Menlo"/>
              </a:rPr>
              <a:t>;</a:t>
            </a:r>
            <a:r>
              <a:rPr b="0" lang="de-DE" sz="1800" strike="noStrike" u="none">
                <a:solidFill>
                  <a:srgbClr val="9cdcfe"/>
                </a:solidFill>
                <a:uFillTx/>
                <a:latin typeface="Menlo"/>
              </a:rPr>
              <a:t>i</a:t>
            </a:r>
            <a:r>
              <a:rPr b="0" lang="de-DE" sz="1800" strike="noStrike" u="none">
                <a:solidFill>
                  <a:srgbClr val="d4d4d4"/>
                </a:solidFill>
                <a:uFillTx/>
                <a:latin typeface="Menlo"/>
              </a:rPr>
              <a:t>&lt;</a:t>
            </a:r>
            <a:r>
              <a:rPr b="0" lang="de-DE" sz="1800" strike="noStrike" u="none">
                <a:solidFill>
                  <a:srgbClr val="9cdcfe"/>
                </a:solidFill>
                <a:uFillTx/>
                <a:latin typeface="Menlo"/>
              </a:rPr>
              <a:t>nummern2</a:t>
            </a:r>
            <a:r>
              <a:rPr b="0" lang="de-DE" sz="1800" strike="noStrike" u="none">
                <a:solidFill>
                  <a:srgbClr val="d4d4d4"/>
                </a:solidFill>
                <a:uFillTx/>
                <a:latin typeface="Menlo"/>
              </a:rPr>
              <a:t>.</a:t>
            </a:r>
            <a:r>
              <a:rPr b="0" lang="de-DE" sz="1800" strike="noStrike" u="none">
                <a:solidFill>
                  <a:srgbClr val="9cdcfe"/>
                </a:solidFill>
                <a:uFillTx/>
                <a:latin typeface="Menlo"/>
              </a:rPr>
              <a:t>length</a:t>
            </a:r>
            <a:r>
              <a:rPr b="0" lang="de-DE" sz="1800" strike="noStrike" u="none">
                <a:solidFill>
                  <a:srgbClr val="d4d4d4"/>
                </a:solidFill>
                <a:uFillTx/>
                <a:latin typeface="Menlo"/>
              </a:rPr>
              <a:t>;</a:t>
            </a:r>
            <a:r>
              <a:rPr b="0" lang="de-DE" sz="1800" strike="noStrike" u="none">
                <a:solidFill>
                  <a:srgbClr val="9cdcfe"/>
                </a:solidFill>
                <a:uFillTx/>
                <a:latin typeface="Menlo"/>
              </a:rPr>
              <a:t>i</a:t>
            </a:r>
            <a:r>
              <a:rPr b="0" lang="de-DE" sz="1800" strike="noStrike" u="none">
                <a:solidFill>
                  <a:srgbClr val="d4d4d4"/>
                </a:solidFill>
                <a:uFillTx/>
                <a:latin typeface="Menlo"/>
              </a:rPr>
              <a:t>++) { </a:t>
            </a:r>
            <a:endParaRPr b="0" lang="de-DE" sz="1800" strike="noStrike" u="none">
              <a:solidFill>
                <a:srgbClr val="000000"/>
              </a:solidFill>
              <a:uFillTx/>
              <a:latin typeface="Arial"/>
            </a:endParaRPr>
          </a:p>
          <a:p>
            <a:pPr defTabSz="914400">
              <a:lnSpc>
                <a:spcPct val="100000"/>
              </a:lnSpc>
            </a:pPr>
            <a:r>
              <a:rPr b="0" lang="de-DE" sz="1800" strike="noStrike" u="none">
                <a:solidFill>
                  <a:srgbClr val="9cdcfe"/>
                </a:solidFill>
                <a:uFillTx/>
                <a:latin typeface="Menlo"/>
              </a:rPr>
              <a:t>	</a:t>
            </a:r>
            <a:r>
              <a:rPr b="0" lang="de-DE" sz="1800" strike="noStrike" u="none">
                <a:solidFill>
                  <a:srgbClr val="9cdcfe"/>
                </a:solidFill>
                <a:uFillTx/>
                <a:latin typeface="Menlo"/>
              </a:rPr>
              <a:t>nummern2</a:t>
            </a:r>
            <a:r>
              <a:rPr b="0" lang="de-DE" sz="1800" strike="noStrike" u="none">
                <a:solidFill>
                  <a:srgbClr val="d4d4d4"/>
                </a:solidFill>
                <a:uFillTx/>
                <a:latin typeface="Menlo"/>
              </a:rPr>
              <a:t>[</a:t>
            </a:r>
            <a:r>
              <a:rPr b="0" lang="de-DE" sz="1800" strike="noStrike" u="none">
                <a:solidFill>
                  <a:srgbClr val="9cdcfe"/>
                </a:solidFill>
                <a:uFillTx/>
                <a:latin typeface="Menlo"/>
              </a:rPr>
              <a:t>i</a:t>
            </a:r>
            <a:r>
              <a:rPr b="0" lang="de-DE" sz="1800" strike="noStrike" u="none">
                <a:solidFill>
                  <a:srgbClr val="d4d4d4"/>
                </a:solidFill>
                <a:uFillTx/>
                <a:latin typeface="Menlo"/>
              </a:rPr>
              <a:t>] = </a:t>
            </a:r>
            <a:r>
              <a:rPr b="0" lang="de-DE" sz="1800" strike="noStrike" u="none">
                <a:solidFill>
                  <a:srgbClr val="9cdcfe"/>
                </a:solidFill>
                <a:uFillTx/>
                <a:latin typeface="Menlo"/>
              </a:rPr>
              <a:t>i</a:t>
            </a:r>
            <a:r>
              <a:rPr b="0" lang="de-DE" sz="1800" strike="noStrike" u="none">
                <a:solidFill>
                  <a:srgbClr val="d4d4d4"/>
                </a:solidFill>
                <a:uFillTx/>
                <a:latin typeface="Menlo"/>
              </a:rPr>
              <a:t> * </a:t>
            </a:r>
            <a:r>
              <a:rPr b="0" lang="de-DE" sz="1800" strike="noStrike" u="none">
                <a:solidFill>
                  <a:srgbClr val="b5cea8"/>
                </a:solidFill>
                <a:uFillTx/>
                <a:latin typeface="Menlo"/>
              </a:rPr>
              <a:t>10</a:t>
            </a:r>
            <a:r>
              <a:rPr b="0" lang="de-DE" sz="1800" strike="noStrike" u="none">
                <a:solidFill>
                  <a:srgbClr val="d4d4d4"/>
                </a:solidFill>
                <a:uFillTx/>
                <a:latin typeface="Menlo"/>
              </a:rPr>
              <a:t>; </a:t>
            </a:r>
            <a:endParaRPr b="0" lang="de-DE" sz="1800" strike="noStrike" u="none">
              <a:solidFill>
                <a:srgbClr val="000000"/>
              </a:solidFill>
              <a:uFillTx/>
              <a:latin typeface="Arial"/>
            </a:endParaRPr>
          </a:p>
          <a:p>
            <a:pPr defTabSz="914400">
              <a:lnSpc>
                <a:spcPct val="100000"/>
              </a:lnSpc>
            </a:pPr>
            <a:r>
              <a:rPr b="0" lang="de-DE" sz="1800" strike="noStrike" u="none">
                <a:solidFill>
                  <a:srgbClr val="4ec9b0"/>
                </a:solidFill>
                <a:uFillTx/>
                <a:latin typeface="Menlo"/>
              </a:rPr>
              <a:t>	</a:t>
            </a:r>
            <a:r>
              <a:rPr b="0" lang="de-DE" sz="1800" strike="noStrike" u="none">
                <a:solidFill>
                  <a:srgbClr val="4ec9b0"/>
                </a:solidFill>
                <a:uFillTx/>
                <a:latin typeface="Menlo"/>
              </a:rPr>
              <a:t>console</a:t>
            </a:r>
            <a:r>
              <a:rPr b="0" lang="de-DE" sz="1800" strike="noStrike" u="none">
                <a:solidFill>
                  <a:srgbClr val="d4d4d4"/>
                </a:solidFill>
                <a:uFillTx/>
                <a:latin typeface="Menlo"/>
              </a:rPr>
              <a:t>.</a:t>
            </a:r>
            <a:r>
              <a:rPr b="0" lang="de-DE" sz="1800" strike="noStrike" u="none">
                <a:solidFill>
                  <a:srgbClr val="dcdcaa"/>
                </a:solidFill>
                <a:uFillTx/>
                <a:latin typeface="Menlo"/>
              </a:rPr>
              <a:t>log</a:t>
            </a:r>
            <a:r>
              <a:rPr b="0" lang="de-DE" sz="1800" strike="noStrike" u="none">
                <a:solidFill>
                  <a:srgbClr val="d4d4d4"/>
                </a:solidFill>
                <a:uFillTx/>
                <a:latin typeface="Menlo"/>
              </a:rPr>
              <a:t>(</a:t>
            </a:r>
            <a:r>
              <a:rPr b="0" lang="de-DE" sz="1800" strike="noStrike" u="none">
                <a:solidFill>
                  <a:srgbClr val="9cdcfe"/>
                </a:solidFill>
                <a:uFillTx/>
                <a:latin typeface="Menlo"/>
              </a:rPr>
              <a:t>nummern2</a:t>
            </a:r>
            <a:r>
              <a:rPr b="0" lang="de-DE" sz="1800" strike="noStrike" u="none">
                <a:solidFill>
                  <a:srgbClr val="d4d4d4"/>
                </a:solidFill>
                <a:uFillTx/>
                <a:latin typeface="Menlo"/>
              </a:rPr>
              <a:t>[</a:t>
            </a:r>
            <a:r>
              <a:rPr b="0" lang="de-DE" sz="1800" strike="noStrike" u="none">
                <a:solidFill>
                  <a:srgbClr val="9cdcfe"/>
                </a:solidFill>
                <a:uFillTx/>
                <a:latin typeface="Menlo"/>
              </a:rPr>
              <a:t>i</a:t>
            </a:r>
            <a:r>
              <a:rPr b="0" lang="de-DE" sz="1800" strike="noStrike" u="none">
                <a:solidFill>
                  <a:srgbClr val="d4d4d4"/>
                </a:solidFill>
                <a:uFillTx/>
                <a:latin typeface="Menlo"/>
              </a:rPr>
              <a:t>]) </a:t>
            </a:r>
            <a:endParaRPr b="0" lang="de-DE" sz="1800" strike="noStrike" u="none">
              <a:solidFill>
                <a:srgbClr val="000000"/>
              </a:solidFill>
              <a:uFillTx/>
              <a:latin typeface="Arial"/>
            </a:endParaRPr>
          </a:p>
          <a:p>
            <a:pPr defTabSz="914400">
              <a:lnSpc>
                <a:spcPct val="100000"/>
              </a:lnSpc>
            </a:pPr>
            <a:r>
              <a:rPr b="0" lang="de-DE" sz="1800" strike="noStrike" u="none">
                <a:solidFill>
                  <a:srgbClr val="d4d4d4"/>
                </a:solidFill>
                <a:uFillTx/>
                <a:latin typeface="Menlo"/>
              </a:rPr>
              <a:t>}</a:t>
            </a:r>
            <a:endParaRPr b="0" lang="de-DE" sz="1800" strike="noStrike" u="none">
              <a:solidFill>
                <a:srgbClr val="000000"/>
              </a:solidFill>
              <a:uFillTx/>
              <a:latin typeface="Arial"/>
            </a:endParaRPr>
          </a:p>
        </p:txBody>
      </p:sp>
      <p:pic>
        <p:nvPicPr>
          <p:cNvPr id="254" name="Picture 5" descr="A crowd of people in a room&#10;&#10;Description automatically generated"/>
          <p:cNvPicPr/>
          <p:nvPr/>
        </p:nvPicPr>
        <p:blipFill>
          <a:blip r:embed="rId1"/>
          <a:stretch/>
        </p:blipFill>
        <p:spPr>
          <a:xfrm>
            <a:off x="885960" y="990720"/>
            <a:ext cx="3047040" cy="2208600"/>
          </a:xfrm>
          <a:prstGeom prst="rect">
            <a:avLst/>
          </a:prstGeom>
          <a:noFill/>
          <a:ln w="0">
            <a:noFill/>
          </a:ln>
        </p:spPr>
      </p:pic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36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 useBgFill="1">
        <p:nvSpPr>
          <p:cNvPr id="255" name="Rectangle 72">
            <a:extLst>
              <a:ext uri="{C183D7F6-B498-43B3-948B-1728B52AA6E4}">
                <adec:decorative xmlns:adec="http://schemas.microsoft.com/office/drawing/2017/decorative" val="1"/>
              </a:ext>
            </a:extLst>
          </p:cNvPr>
          <p:cNvSpPr/>
          <p:nvPr/>
        </p:nvSpPr>
        <p:spPr>
          <a:xfrm>
            <a:off x="0" y="0"/>
            <a:ext cx="12187800" cy="6856920"/>
          </a:xfrm>
          <a:prstGeom prst="rect">
            <a:avLst/>
          </a:prstGeom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 algn="ctr" defTabSz="914400">
              <a:lnSpc>
                <a:spcPct val="100000"/>
              </a:lnSpc>
            </a:pPr>
            <a:endParaRPr b="0" lang="en-US" sz="1800" strike="noStrike" u="none">
              <a:solidFill>
                <a:schemeClr val="lt1"/>
              </a:solidFill>
              <a:uFillTx/>
              <a:latin typeface="Calibri"/>
            </a:endParaRPr>
          </a:p>
        </p:txBody>
      </p:sp>
      <p:sp>
        <p:nvSpPr>
          <p:cNvPr id="256" name="PlaceHolder 1"/>
          <p:cNvSpPr>
            <a:spLocks noGrp="1"/>
          </p:cNvSpPr>
          <p:nvPr>
            <p:ph type="title"/>
          </p:nvPr>
        </p:nvSpPr>
        <p:spPr>
          <a:xfrm>
            <a:off x="5297760" y="329040"/>
            <a:ext cx="6249960" cy="178200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b">
            <a:normAutofit fontScale="92500" lnSpcReduction="9999"/>
          </a:bodyPr>
          <a:p>
            <a:pPr indent="0" defTabSz="914400">
              <a:lnSpc>
                <a:spcPct val="90000"/>
              </a:lnSpc>
              <a:buNone/>
              <a:tabLst>
                <a:tab algn="l" pos="0"/>
              </a:tabLst>
            </a:pPr>
            <a:r>
              <a:rPr b="0" lang="en-US" sz="5400" strike="noStrike" u="none">
                <a:solidFill>
                  <a:schemeClr val="dk1"/>
                </a:solidFill>
                <a:uFillTx/>
                <a:latin typeface="Calibri Light"/>
              </a:rPr>
              <a:t>Array Schnittstellen Auszug </a:t>
            </a:r>
            <a:endParaRPr b="0" lang="de-DE" sz="5400" strike="noStrike" u="none">
              <a:solidFill>
                <a:srgbClr val="000000"/>
              </a:solidFill>
              <a:uFillTx/>
              <a:latin typeface="Arial"/>
            </a:endParaRPr>
          </a:p>
        </p:txBody>
      </p:sp>
      <p:pic>
        <p:nvPicPr>
          <p:cNvPr id="257" name="Picture 4" descr="NewSpringcollection2007_"/>
          <p:cNvPicPr/>
          <p:nvPr/>
        </p:nvPicPr>
        <p:blipFill>
          <a:blip r:embed="rId1"/>
          <a:srcRect l="21422" t="0" r="10668" b="0"/>
          <a:stretch/>
        </p:blipFill>
        <p:spPr>
          <a:xfrm>
            <a:off x="0" y="0"/>
            <a:ext cx="4656240" cy="6856920"/>
          </a:xfrm>
          <a:prstGeom prst="rect">
            <a:avLst/>
          </a:prstGeom>
          <a:noFill/>
          <a:ln w="0">
            <a:noFill/>
          </a:ln>
        </p:spPr>
      </p:pic>
      <p:sp>
        <p:nvSpPr>
          <p:cNvPr id="258" name="sketchy line">
            <a:extLst>
              <a:ext uri="{C183D7F6-B498-43B3-948B-1728B52AA6E4}">
                <adec:decorative xmlns:adec="http://schemas.microsoft.com/office/drawing/2017/decorative" val="1"/>
              </a:ext>
            </a:extLst>
          </p:cNvPr>
          <p:cNvSpPr/>
          <p:nvPr/>
        </p:nvSpPr>
        <p:spPr>
          <a:xfrm>
            <a:off x="5297760" y="2374920"/>
            <a:ext cx="4242600" cy="17280"/>
          </a:xfrm>
          <a:custGeom>
            <a:avLst/>
            <a:gdLst>
              <a:gd name="textAreaLeft" fmla="*/ 0 w 4242600"/>
              <a:gd name="textAreaRight" fmla="*/ 4243680 w 4242600"/>
              <a:gd name="textAreaTop" fmla="*/ 0 h 17280"/>
              <a:gd name="textAreaBottom" fmla="*/ 18360 h 17280"/>
            </a:gdLst>
            <a:ahLst/>
            <a:rect l="textAreaLeft" t="textAreaTop" r="textAreaRight" b="textAreaBottom"/>
            <a:pathLst>
              <a:path fill="none" w="4243589" h="18288">
                <a:moveTo>
                  <a:pt x="0" y="0"/>
                </a:moveTo>
                <a:cubicBezTo>
                  <a:pt x="213395" y="-21006"/>
                  <a:pt x="307421" y="-18116"/>
                  <a:pt x="478919" y="0"/>
                </a:cubicBezTo>
                <a:cubicBezTo>
                  <a:pt x="650417" y="18116"/>
                  <a:pt x="831092" y="-21237"/>
                  <a:pt x="957839" y="0"/>
                </a:cubicBezTo>
                <a:cubicBezTo>
                  <a:pt x="1084586" y="21237"/>
                  <a:pt x="1301682" y="25124"/>
                  <a:pt x="1521630" y="0"/>
                </a:cubicBezTo>
                <a:cubicBezTo>
                  <a:pt x="1741578" y="-25124"/>
                  <a:pt x="1970269" y="-29139"/>
                  <a:pt x="2212729" y="0"/>
                </a:cubicBezTo>
                <a:cubicBezTo>
                  <a:pt x="2455189" y="29139"/>
                  <a:pt x="2558847" y="-4796"/>
                  <a:pt x="2734084" y="0"/>
                </a:cubicBezTo>
                <a:cubicBezTo>
                  <a:pt x="2909321" y="4796"/>
                  <a:pt x="3097217" y="-13409"/>
                  <a:pt x="3255439" y="0"/>
                </a:cubicBezTo>
                <a:cubicBezTo>
                  <a:pt x="3413662" y="13409"/>
                  <a:pt x="3979999" y="-10121"/>
                  <a:pt x="4243589" y="0"/>
                </a:cubicBezTo>
                <a:cubicBezTo>
                  <a:pt x="4244484" y="8974"/>
                  <a:pt x="4243043" y="9359"/>
                  <a:pt x="4243589" y="18288"/>
                </a:cubicBezTo>
                <a:cubicBezTo>
                  <a:pt x="4058777" y="31246"/>
                  <a:pt x="3910348" y="3158"/>
                  <a:pt x="3594926" y="18288"/>
                </a:cubicBezTo>
                <a:cubicBezTo>
                  <a:pt x="3279504" y="33418"/>
                  <a:pt x="3319955" y="-3977"/>
                  <a:pt x="3073571" y="18288"/>
                </a:cubicBezTo>
                <a:cubicBezTo>
                  <a:pt x="2827187" y="40553"/>
                  <a:pt x="2767387" y="1863"/>
                  <a:pt x="2552216" y="18288"/>
                </a:cubicBezTo>
                <a:cubicBezTo>
                  <a:pt x="2337046" y="34713"/>
                  <a:pt x="2181871" y="19527"/>
                  <a:pt x="1903553" y="18288"/>
                </a:cubicBezTo>
                <a:cubicBezTo>
                  <a:pt x="1625235" y="17049"/>
                  <a:pt x="1557672" y="24174"/>
                  <a:pt x="1212454" y="18288"/>
                </a:cubicBezTo>
                <a:cubicBezTo>
                  <a:pt x="867236" y="12402"/>
                  <a:pt x="874382" y="15627"/>
                  <a:pt x="733535" y="18288"/>
                </a:cubicBezTo>
                <a:cubicBezTo>
                  <a:pt x="592688" y="20949"/>
                  <a:pt x="183477" y="14753"/>
                  <a:pt x="0" y="18288"/>
                </a:cubicBezTo>
                <a:cubicBezTo>
                  <a:pt x="-229" y="14222"/>
                  <a:pt x="509" y="5816"/>
                  <a:pt x="0" y="0"/>
                </a:cubicBezTo>
                <a:close/>
              </a:path>
              <a:path stroke="0" w="4243589" h="18288">
                <a:moveTo>
                  <a:pt x="0" y="0"/>
                </a:moveTo>
                <a:cubicBezTo>
                  <a:pt x="143690" y="16630"/>
                  <a:pt x="266667" y="14847"/>
                  <a:pt x="521355" y="0"/>
                </a:cubicBezTo>
                <a:cubicBezTo>
                  <a:pt x="776043" y="-14847"/>
                  <a:pt x="814491" y="-17363"/>
                  <a:pt x="1000275" y="0"/>
                </a:cubicBezTo>
                <a:cubicBezTo>
                  <a:pt x="1186059" y="17363"/>
                  <a:pt x="1352504" y="-23507"/>
                  <a:pt x="1521630" y="0"/>
                </a:cubicBezTo>
                <a:cubicBezTo>
                  <a:pt x="1690756" y="23507"/>
                  <a:pt x="1889525" y="5871"/>
                  <a:pt x="2127857" y="0"/>
                </a:cubicBezTo>
                <a:cubicBezTo>
                  <a:pt x="2366189" y="-5871"/>
                  <a:pt x="2620628" y="-27997"/>
                  <a:pt x="2776520" y="0"/>
                </a:cubicBezTo>
                <a:cubicBezTo>
                  <a:pt x="2932412" y="27997"/>
                  <a:pt x="3131683" y="-25073"/>
                  <a:pt x="3467618" y="0"/>
                </a:cubicBezTo>
                <a:cubicBezTo>
                  <a:pt x="3803553" y="25073"/>
                  <a:pt x="4017371" y="3071"/>
                  <a:pt x="4243589" y="0"/>
                </a:cubicBezTo>
                <a:cubicBezTo>
                  <a:pt x="4243134" y="6162"/>
                  <a:pt x="4243492" y="11775"/>
                  <a:pt x="4243589" y="18288"/>
                </a:cubicBezTo>
                <a:cubicBezTo>
                  <a:pt x="4017834" y="-5779"/>
                  <a:pt x="3834586" y="13376"/>
                  <a:pt x="3594926" y="18288"/>
                </a:cubicBezTo>
                <a:cubicBezTo>
                  <a:pt x="3355266" y="23200"/>
                  <a:pt x="3204179" y="2869"/>
                  <a:pt x="2903827" y="18288"/>
                </a:cubicBezTo>
                <a:cubicBezTo>
                  <a:pt x="2603475" y="33707"/>
                  <a:pt x="2526187" y="46187"/>
                  <a:pt x="2212729" y="18288"/>
                </a:cubicBezTo>
                <a:cubicBezTo>
                  <a:pt x="1899271" y="-9611"/>
                  <a:pt x="1966289" y="29692"/>
                  <a:pt x="1733809" y="18288"/>
                </a:cubicBezTo>
                <a:cubicBezTo>
                  <a:pt x="1501329" y="6884"/>
                  <a:pt x="1343612" y="12492"/>
                  <a:pt x="1085146" y="18288"/>
                </a:cubicBezTo>
                <a:cubicBezTo>
                  <a:pt x="826680" y="24084"/>
                  <a:pt x="778184" y="35607"/>
                  <a:pt x="521355" y="18288"/>
                </a:cubicBezTo>
                <a:cubicBezTo>
                  <a:pt x="264526" y="969"/>
                  <a:pt x="120277" y="4268"/>
                  <a:pt x="0" y="18288"/>
                </a:cubicBezTo>
                <a:cubicBezTo>
                  <a:pt x="766" y="10800"/>
                  <a:pt x="-457" y="8180"/>
                  <a:pt x="0" y="0"/>
                </a:cubicBezTo>
                <a:close/>
              </a:path>
            </a:pathLst>
          </a:custGeom>
          <a:solidFill>
            <a:schemeClr val="accent2"/>
          </a:solidFill>
          <a:ln cap="rnd" w="44450">
            <a:solidFill>
              <a:srgbClr val="8bc145"/>
            </a:solidFill>
            <a:round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/>
        </p:style>
        <p:txBody>
          <a:bodyPr lIns="90000" rIns="90000" tIns="-26640" bIns="-26640" anchor="ctr">
            <a:noAutofit/>
          </a:bodyPr>
          <a:p>
            <a:pPr algn="ctr" defTabSz="914400">
              <a:lnSpc>
                <a:spcPct val="100000"/>
              </a:lnSpc>
            </a:pPr>
            <a:endParaRPr b="0" lang="en-US" sz="1800" strike="noStrike" u="none">
              <a:solidFill>
                <a:schemeClr val="lt1"/>
              </a:solidFill>
              <a:uFillTx/>
              <a:latin typeface="Calibri"/>
            </a:endParaRPr>
          </a:p>
        </p:txBody>
      </p:sp>
      <p:sp>
        <p:nvSpPr>
          <p:cNvPr id="259" name="PlaceHolder 2"/>
          <p:cNvSpPr>
            <a:spLocks noGrp="1"/>
          </p:cNvSpPr>
          <p:nvPr>
            <p:ph/>
          </p:nvPr>
        </p:nvSpPr>
        <p:spPr>
          <a:xfrm>
            <a:off x="5297760" y="2706480"/>
            <a:ext cx="6249960" cy="348264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t">
            <a:normAutofit/>
          </a:bodyPr>
          <a:p>
            <a:pPr marL="228600" indent="-228600" defTabSz="914400">
              <a:lnSpc>
                <a:spcPct val="90000"/>
              </a:lnSpc>
              <a:spcBef>
                <a:spcPts val="1001"/>
              </a:spcBef>
              <a:buClr>
                <a:srgbClr val="000000"/>
              </a:buClr>
              <a:buFont typeface="Arial"/>
              <a:buChar char="•"/>
            </a:pPr>
            <a:r>
              <a:rPr b="0" lang="en-US" sz="2200" strike="noStrike" u="none">
                <a:solidFill>
                  <a:schemeClr val="dk1"/>
                </a:solidFill>
                <a:uFillTx/>
                <a:latin typeface="Calibri"/>
              </a:rPr>
              <a:t>concat(value1, value2, ..., valueN) : T[];</a:t>
            </a:r>
            <a:endParaRPr b="0" lang="de-DE" sz="2200" strike="noStrike" u="none">
              <a:solidFill>
                <a:srgbClr val="000000"/>
              </a:solidFill>
              <a:uFillTx/>
              <a:latin typeface="Arial"/>
            </a:endParaRPr>
          </a:p>
          <a:p>
            <a:pPr marL="228600" indent="-228600" defTabSz="914400">
              <a:lnSpc>
                <a:spcPct val="90000"/>
              </a:lnSpc>
              <a:spcBef>
                <a:spcPts val="1001"/>
              </a:spcBef>
              <a:buClr>
                <a:srgbClr val="000000"/>
              </a:buClr>
              <a:buFont typeface="Arial"/>
              <a:buChar char="•"/>
            </a:pPr>
            <a:r>
              <a:rPr b="0" lang="en-US" sz="2200" strike="noStrike" u="none">
                <a:solidFill>
                  <a:schemeClr val="dk1"/>
                </a:solidFill>
                <a:uFillTx/>
                <a:latin typeface="Calibri"/>
              </a:rPr>
              <a:t>indexOf(o) : number;</a:t>
            </a:r>
            <a:endParaRPr b="0" lang="de-DE" sz="2200" strike="noStrike" u="none">
              <a:solidFill>
                <a:srgbClr val="000000"/>
              </a:solidFill>
              <a:uFillTx/>
              <a:latin typeface="Arial"/>
            </a:endParaRPr>
          </a:p>
          <a:p>
            <a:pPr marL="228600" indent="-228600" defTabSz="914400">
              <a:lnSpc>
                <a:spcPct val="90000"/>
              </a:lnSpc>
              <a:spcBef>
                <a:spcPts val="1001"/>
              </a:spcBef>
              <a:buClr>
                <a:srgbClr val="000000"/>
              </a:buClr>
              <a:buFont typeface="Arial"/>
              <a:buChar char="•"/>
            </a:pPr>
            <a:r>
              <a:rPr b="0" lang="en-US" sz="2200" strike="noStrike" u="none">
                <a:solidFill>
                  <a:schemeClr val="dk1"/>
                </a:solidFill>
                <a:uFillTx/>
                <a:latin typeface="Calibri"/>
              </a:rPr>
              <a:t>lastIndexOf(o) : number;</a:t>
            </a:r>
            <a:r>
              <a:rPr b="1" lang="en-US" sz="2200" strike="noStrike" u="none">
                <a:solidFill>
                  <a:schemeClr val="dk1"/>
                </a:solidFill>
                <a:uFillTx/>
                <a:latin typeface="Calibri"/>
              </a:rPr>
              <a:t> </a:t>
            </a:r>
            <a:endParaRPr b="0" lang="de-DE" sz="2200" strike="noStrike" u="none">
              <a:solidFill>
                <a:srgbClr val="000000"/>
              </a:solidFill>
              <a:uFillTx/>
              <a:latin typeface="Arial"/>
            </a:endParaRPr>
          </a:p>
          <a:p>
            <a:pPr indent="0" defTabSz="914400">
              <a:lnSpc>
                <a:spcPct val="90000"/>
              </a:lnSpc>
              <a:spcBef>
                <a:spcPts val="1001"/>
              </a:spcBef>
              <a:buNone/>
              <a:tabLst>
                <a:tab algn="l" pos="0"/>
              </a:tabLst>
            </a:pPr>
            <a:endParaRPr b="0" lang="de-DE" sz="2200" strike="noStrike" u="none">
              <a:solidFill>
                <a:srgbClr val="000000"/>
              </a:solidFill>
              <a:uFillTx/>
              <a:latin typeface="Arial"/>
            </a:endParaRPr>
          </a:p>
          <a:p>
            <a:pPr marL="228600" indent="-228600" defTabSz="914400">
              <a:lnSpc>
                <a:spcPct val="90000"/>
              </a:lnSpc>
              <a:spcBef>
                <a:spcPts val="1001"/>
              </a:spcBef>
              <a:buClr>
                <a:srgbClr val="000000"/>
              </a:buClr>
              <a:buFont typeface="Arial"/>
              <a:buChar char="•"/>
              <a:tabLst>
                <a:tab algn="l" pos="0"/>
              </a:tabLst>
            </a:pPr>
            <a:r>
              <a:rPr b="0" lang="en-US" sz="2200" strike="noStrike" u="none">
                <a:solidFill>
                  <a:schemeClr val="dk1"/>
                </a:solidFill>
                <a:uFillTx/>
                <a:latin typeface="Calibri"/>
              </a:rPr>
              <a:t>push(e1,e2,..en) : number;</a:t>
            </a:r>
            <a:endParaRPr b="0" lang="de-DE" sz="2200" strike="noStrike" u="none">
              <a:solidFill>
                <a:srgbClr val="000000"/>
              </a:solidFill>
              <a:uFillTx/>
              <a:latin typeface="Arial"/>
            </a:endParaRPr>
          </a:p>
          <a:p>
            <a:pPr marL="228600" indent="-228600" defTabSz="914400">
              <a:lnSpc>
                <a:spcPct val="90000"/>
              </a:lnSpc>
              <a:spcBef>
                <a:spcPts val="1001"/>
              </a:spcBef>
              <a:buClr>
                <a:srgbClr val="000000"/>
              </a:buClr>
              <a:buFont typeface="Arial"/>
              <a:buChar char="•"/>
              <a:tabLst>
                <a:tab algn="l" pos="0"/>
              </a:tabLst>
            </a:pPr>
            <a:r>
              <a:rPr b="0" lang="en-US" sz="2200" strike="noStrike" u="none">
                <a:solidFill>
                  <a:schemeClr val="dk1"/>
                </a:solidFill>
                <a:uFillTx/>
                <a:latin typeface="Calibri"/>
              </a:rPr>
              <a:t>unshift(e1,e2,..en) : number;</a:t>
            </a:r>
            <a:endParaRPr b="0" lang="de-DE" sz="2200" strike="noStrike" u="none">
              <a:solidFill>
                <a:srgbClr val="000000"/>
              </a:solidFill>
              <a:uFillTx/>
              <a:latin typeface="Arial"/>
            </a:endParaRPr>
          </a:p>
          <a:p>
            <a:pPr marL="228600" indent="-228600" defTabSz="914400">
              <a:lnSpc>
                <a:spcPct val="90000"/>
              </a:lnSpc>
              <a:spcBef>
                <a:spcPts val="1001"/>
              </a:spcBef>
              <a:buClr>
                <a:srgbClr val="000000"/>
              </a:buClr>
              <a:buFont typeface="Arial"/>
              <a:buChar char="•"/>
              <a:tabLst>
                <a:tab algn="l" pos="0"/>
              </a:tabLst>
            </a:pPr>
            <a:r>
              <a:rPr b="0" lang="en-US" sz="2200" strike="noStrike" u="none">
                <a:solidFill>
                  <a:schemeClr val="dk1"/>
                </a:solidFill>
                <a:uFillTx/>
                <a:latin typeface="Calibri"/>
              </a:rPr>
              <a:t>pop() : T;</a:t>
            </a:r>
            <a:endParaRPr b="0" lang="de-DE" sz="2200" strike="noStrike" u="none">
              <a:solidFill>
                <a:srgbClr val="000000"/>
              </a:solidFill>
              <a:uFillTx/>
              <a:latin typeface="Arial"/>
            </a:endParaRPr>
          </a:p>
          <a:p>
            <a:pPr marL="228600" indent="-228600" defTabSz="914400">
              <a:lnSpc>
                <a:spcPct val="90000"/>
              </a:lnSpc>
              <a:spcBef>
                <a:spcPts val="1001"/>
              </a:spcBef>
              <a:buClr>
                <a:srgbClr val="000000"/>
              </a:buClr>
              <a:buFont typeface="Arial"/>
              <a:buChar char="•"/>
              <a:tabLst>
                <a:tab algn="l" pos="0"/>
              </a:tabLst>
            </a:pPr>
            <a:r>
              <a:rPr b="0" lang="en-US" sz="2200" strike="noStrike" u="none">
                <a:solidFill>
                  <a:schemeClr val="dk1"/>
                </a:solidFill>
                <a:uFillTx/>
                <a:latin typeface="Calibri"/>
              </a:rPr>
              <a:t>shift() : T;</a:t>
            </a:r>
            <a:endParaRPr b="0" lang="de-DE" sz="2200" strike="noStrike" u="none">
              <a:solidFill>
                <a:srgbClr val="000000"/>
              </a:solidFill>
              <a:uFillTx/>
              <a:latin typeface="Arial"/>
            </a:endParaRPr>
          </a:p>
        </p:txBody>
      </p:sp>
      <p:sp>
        <p:nvSpPr>
          <p:cNvPr id="260" name="Rectangle 1"/>
          <p:cNvSpPr/>
          <p:nvPr/>
        </p:nvSpPr>
        <p:spPr>
          <a:xfrm>
            <a:off x="5297760" y="6319080"/>
            <a:ext cx="6351480" cy="3639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spAutoFit/>
          </a:bodyPr>
          <a:p>
            <a:pPr defTabSz="914400">
              <a:lnSpc>
                <a:spcPct val="100000"/>
              </a:lnSpc>
              <a:spcAft>
                <a:spcPts val="601"/>
              </a:spcAft>
            </a:pPr>
            <a:r>
              <a:rPr b="0" lang="en-DE" sz="1800" strike="noStrike" u="none">
                <a:solidFill>
                  <a:schemeClr val="dk1"/>
                </a:solidFill>
                <a:uFillTx/>
                <a:latin typeface="Calibri"/>
              </a:rPr>
              <a:t>https://www.tutorialspoint.com/typescript/typescript_arrays.htm</a:t>
            </a:r>
            <a:endParaRPr b="0" lang="de-DE" sz="1800" strike="noStrike" u="none">
              <a:solidFill>
                <a:srgbClr val="000000"/>
              </a:solidFill>
              <a:uFillTx/>
              <a:latin typeface="Arial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37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61" name="PlaceHolder 1"/>
          <p:cNvSpPr>
            <a:spLocks noGrp="1"/>
          </p:cNvSpPr>
          <p:nvPr>
            <p:ph type="title"/>
          </p:nvPr>
        </p:nvSpPr>
        <p:spPr>
          <a:xfrm>
            <a:off x="838080" y="365040"/>
            <a:ext cx="10514520" cy="132444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ctr">
            <a:noAutofit/>
          </a:bodyPr>
          <a:p>
            <a:pPr indent="0" defTabSz="914400">
              <a:lnSpc>
                <a:spcPct val="90000"/>
              </a:lnSpc>
              <a:buNone/>
              <a:tabLst>
                <a:tab algn="l" pos="0"/>
              </a:tabLst>
            </a:pPr>
            <a:r>
              <a:rPr b="0" lang="de-DE" sz="4400" strike="noStrike" u="none">
                <a:solidFill>
                  <a:schemeClr val="dk1"/>
                </a:solidFill>
                <a:uFillTx/>
                <a:latin typeface="Calibri Light"/>
              </a:rPr>
              <a:t>concat()</a:t>
            </a:r>
            <a:endParaRPr b="0" lang="de-DE" sz="4400" strike="noStrike" u="none">
              <a:solidFill>
                <a:srgbClr val="000000"/>
              </a:solidFill>
              <a:uFillTx/>
              <a:latin typeface="Arial"/>
            </a:endParaRPr>
          </a:p>
        </p:txBody>
      </p:sp>
      <p:sp>
        <p:nvSpPr>
          <p:cNvPr id="262" name="PlaceHolder 2"/>
          <p:cNvSpPr>
            <a:spLocks noGrp="1"/>
          </p:cNvSpPr>
          <p:nvPr>
            <p:ph/>
          </p:nvPr>
        </p:nvSpPr>
        <p:spPr>
          <a:xfrm>
            <a:off x="838080" y="1825560"/>
            <a:ext cx="10514520" cy="435024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t">
            <a:noAutofit/>
          </a:bodyPr>
          <a:p>
            <a:pPr indent="0" defTabSz="914400">
              <a:lnSpc>
                <a:spcPct val="90000"/>
              </a:lnSpc>
              <a:spcBef>
                <a:spcPts val="1001"/>
              </a:spcBef>
              <a:buNone/>
              <a:tabLst>
                <a:tab algn="l" pos="0"/>
              </a:tabLst>
            </a:pPr>
            <a:r>
              <a:rPr b="0" lang="de-DE" sz="2800" strike="noStrike" u="none">
                <a:solidFill>
                  <a:srgbClr val="569cd6"/>
                </a:solidFill>
                <a:uFillTx/>
                <a:latin typeface="Menlo"/>
              </a:rPr>
              <a:t>var</a:t>
            </a:r>
            <a:r>
              <a:rPr b="0" lang="de-DE" sz="2800" strike="noStrike" u="none">
                <a:solidFill>
                  <a:srgbClr val="d4d4d4"/>
                </a:solidFill>
                <a:uFillTx/>
                <a:latin typeface="Menlo"/>
              </a:rPr>
              <a:t> </a:t>
            </a:r>
            <a:r>
              <a:rPr b="0" lang="de-DE" sz="2800" strike="noStrike" u="none">
                <a:solidFill>
                  <a:srgbClr val="9cdcfe"/>
                </a:solidFill>
                <a:uFillTx/>
                <a:latin typeface="Menlo"/>
              </a:rPr>
              <a:t>chars</a:t>
            </a:r>
            <a:r>
              <a:rPr b="0" lang="de-DE" sz="2800" strike="noStrike" u="none">
                <a:solidFill>
                  <a:srgbClr val="d4d4d4"/>
                </a:solidFill>
                <a:uFillTx/>
                <a:latin typeface="Menlo"/>
              </a:rPr>
              <a:t>:</a:t>
            </a:r>
            <a:r>
              <a:rPr b="0" lang="de-DE" sz="2800" strike="noStrike" u="none">
                <a:solidFill>
                  <a:srgbClr val="4ec9b0"/>
                </a:solidFill>
                <a:uFillTx/>
                <a:latin typeface="Menlo"/>
              </a:rPr>
              <a:t>any</a:t>
            </a:r>
            <a:r>
              <a:rPr b="0" lang="de-DE" sz="2800" strike="noStrike" u="none">
                <a:solidFill>
                  <a:srgbClr val="d4d4d4"/>
                </a:solidFill>
                <a:uFillTx/>
                <a:latin typeface="Menlo"/>
              </a:rPr>
              <a:t>[] = [</a:t>
            </a:r>
            <a:r>
              <a:rPr b="0" lang="de-DE" sz="2800" strike="noStrike" u="none">
                <a:solidFill>
                  <a:srgbClr val="ce9178"/>
                </a:solidFill>
                <a:uFillTx/>
                <a:latin typeface="Menlo"/>
              </a:rPr>
              <a:t>"a"</a:t>
            </a:r>
            <a:r>
              <a:rPr b="0" lang="de-DE" sz="2800" strike="noStrike" u="none">
                <a:solidFill>
                  <a:srgbClr val="d4d4d4"/>
                </a:solidFill>
                <a:uFillTx/>
                <a:latin typeface="Menlo"/>
              </a:rPr>
              <a:t>, </a:t>
            </a:r>
            <a:r>
              <a:rPr b="0" lang="de-DE" sz="2800" strike="noStrike" u="none">
                <a:solidFill>
                  <a:srgbClr val="ce9178"/>
                </a:solidFill>
                <a:uFillTx/>
                <a:latin typeface="Menlo"/>
              </a:rPr>
              <a:t>"b"</a:t>
            </a:r>
            <a:r>
              <a:rPr b="0" lang="de-DE" sz="2800" strike="noStrike" u="none">
                <a:solidFill>
                  <a:srgbClr val="d4d4d4"/>
                </a:solidFill>
                <a:uFillTx/>
                <a:latin typeface="Menlo"/>
              </a:rPr>
              <a:t>, </a:t>
            </a:r>
            <a:r>
              <a:rPr b="0" lang="de-DE" sz="2800" strike="noStrike" u="none">
                <a:solidFill>
                  <a:srgbClr val="ce9178"/>
                </a:solidFill>
                <a:uFillTx/>
                <a:latin typeface="Menlo"/>
              </a:rPr>
              <a:t>"c"</a:t>
            </a:r>
            <a:r>
              <a:rPr b="0" lang="de-DE" sz="2800" strike="noStrike" u="none">
                <a:solidFill>
                  <a:srgbClr val="d4d4d4"/>
                </a:solidFill>
                <a:uFillTx/>
                <a:latin typeface="Menlo"/>
              </a:rPr>
              <a:t>]; </a:t>
            </a:r>
            <a:endParaRPr b="0" lang="de-DE" sz="2800" strike="noStrike" u="none">
              <a:solidFill>
                <a:srgbClr val="000000"/>
              </a:solidFill>
              <a:uFillTx/>
              <a:latin typeface="Arial"/>
            </a:endParaRPr>
          </a:p>
          <a:p>
            <a:pPr indent="0" defTabSz="914400">
              <a:lnSpc>
                <a:spcPct val="90000"/>
              </a:lnSpc>
              <a:spcBef>
                <a:spcPts val="1001"/>
              </a:spcBef>
              <a:buNone/>
              <a:tabLst>
                <a:tab algn="l" pos="0"/>
              </a:tabLst>
            </a:pPr>
            <a:r>
              <a:rPr b="0" lang="de-DE" sz="2800" strike="noStrike" u="none">
                <a:solidFill>
                  <a:srgbClr val="569cd6"/>
                </a:solidFill>
                <a:uFillTx/>
                <a:latin typeface="Menlo"/>
              </a:rPr>
              <a:t>var</a:t>
            </a:r>
            <a:r>
              <a:rPr b="0" lang="de-DE" sz="2800" strike="noStrike" u="none">
                <a:solidFill>
                  <a:srgbClr val="d4d4d4"/>
                </a:solidFill>
                <a:uFillTx/>
                <a:latin typeface="Menlo"/>
              </a:rPr>
              <a:t> </a:t>
            </a:r>
            <a:r>
              <a:rPr b="0" lang="de-DE" sz="2800" strike="noStrike" u="none">
                <a:solidFill>
                  <a:srgbClr val="9cdcfe"/>
                </a:solidFill>
                <a:uFillTx/>
                <a:latin typeface="Menlo"/>
              </a:rPr>
              <a:t>nummern2</a:t>
            </a:r>
            <a:r>
              <a:rPr b="0" lang="de-DE" sz="2800" strike="noStrike" u="none">
                <a:solidFill>
                  <a:srgbClr val="d4d4d4"/>
                </a:solidFill>
                <a:uFillTx/>
                <a:latin typeface="Menlo"/>
              </a:rPr>
              <a:t> = [</a:t>
            </a:r>
            <a:r>
              <a:rPr b="0" lang="de-DE" sz="2800" strike="noStrike" u="none">
                <a:solidFill>
                  <a:srgbClr val="b5cea8"/>
                </a:solidFill>
                <a:uFillTx/>
                <a:latin typeface="Menlo"/>
              </a:rPr>
              <a:t>1</a:t>
            </a:r>
            <a:r>
              <a:rPr b="0" lang="de-DE" sz="2800" strike="noStrike" u="none">
                <a:solidFill>
                  <a:srgbClr val="d4d4d4"/>
                </a:solidFill>
                <a:uFillTx/>
                <a:latin typeface="Menlo"/>
              </a:rPr>
              <a:t>, </a:t>
            </a:r>
            <a:r>
              <a:rPr b="0" lang="de-DE" sz="2800" strike="noStrike" u="none">
                <a:solidFill>
                  <a:srgbClr val="b5cea8"/>
                </a:solidFill>
                <a:uFillTx/>
                <a:latin typeface="Menlo"/>
              </a:rPr>
              <a:t>2</a:t>
            </a:r>
            <a:r>
              <a:rPr b="0" lang="de-DE" sz="2800" strike="noStrike" u="none">
                <a:solidFill>
                  <a:srgbClr val="d4d4d4"/>
                </a:solidFill>
                <a:uFillTx/>
                <a:latin typeface="Menlo"/>
              </a:rPr>
              <a:t>, </a:t>
            </a:r>
            <a:r>
              <a:rPr b="0" lang="de-DE" sz="2800" strike="noStrike" u="none">
                <a:solidFill>
                  <a:srgbClr val="b5cea8"/>
                </a:solidFill>
                <a:uFillTx/>
                <a:latin typeface="Menlo"/>
              </a:rPr>
              <a:t>3</a:t>
            </a:r>
            <a:r>
              <a:rPr b="0" lang="de-DE" sz="2800" strike="noStrike" u="none">
                <a:solidFill>
                  <a:srgbClr val="d4d4d4"/>
                </a:solidFill>
                <a:uFillTx/>
                <a:latin typeface="Menlo"/>
              </a:rPr>
              <a:t>];</a:t>
            </a:r>
            <a:endParaRPr b="0" lang="de-DE" sz="2800" strike="noStrike" u="none">
              <a:solidFill>
                <a:srgbClr val="000000"/>
              </a:solidFill>
              <a:uFillTx/>
              <a:latin typeface="Arial"/>
            </a:endParaRPr>
          </a:p>
          <a:p>
            <a:pPr indent="0" defTabSz="914400">
              <a:lnSpc>
                <a:spcPct val="90000"/>
              </a:lnSpc>
              <a:spcBef>
                <a:spcPts val="1001"/>
              </a:spcBef>
              <a:buNone/>
              <a:tabLst>
                <a:tab algn="l" pos="0"/>
              </a:tabLst>
            </a:pPr>
            <a:br>
              <a:rPr sz="2800"/>
            </a:br>
            <a:r>
              <a:rPr b="0" lang="de-DE" sz="2800" strike="noStrike" u="none">
                <a:solidFill>
                  <a:srgbClr val="569cd6"/>
                </a:solidFill>
                <a:uFillTx/>
                <a:latin typeface="Menlo"/>
              </a:rPr>
              <a:t>var</a:t>
            </a:r>
            <a:r>
              <a:rPr b="0" lang="de-DE" sz="2800" strike="noStrike" u="none">
                <a:solidFill>
                  <a:srgbClr val="d4d4d4"/>
                </a:solidFill>
                <a:uFillTx/>
                <a:latin typeface="Menlo"/>
              </a:rPr>
              <a:t> </a:t>
            </a:r>
            <a:r>
              <a:rPr b="0" lang="de-DE" sz="2800" strike="noStrike" u="none">
                <a:solidFill>
                  <a:srgbClr val="9cdcfe"/>
                </a:solidFill>
                <a:uFillTx/>
                <a:latin typeface="Menlo"/>
              </a:rPr>
              <a:t>alphaNumeric</a:t>
            </a:r>
            <a:r>
              <a:rPr b="0" lang="de-DE" sz="2800" strike="noStrike" u="none">
                <a:solidFill>
                  <a:srgbClr val="d4d4d4"/>
                </a:solidFill>
                <a:uFillTx/>
                <a:latin typeface="Menlo"/>
              </a:rPr>
              <a:t> = </a:t>
            </a:r>
            <a:r>
              <a:rPr b="0" lang="de-DE" sz="2800" strike="noStrike" u="none">
                <a:solidFill>
                  <a:srgbClr val="9cdcfe"/>
                </a:solidFill>
                <a:uFillTx/>
                <a:latin typeface="Menlo"/>
              </a:rPr>
              <a:t>chars</a:t>
            </a:r>
            <a:r>
              <a:rPr b="0" lang="de-DE" sz="2800" strike="noStrike" u="none">
                <a:solidFill>
                  <a:srgbClr val="d4d4d4"/>
                </a:solidFill>
                <a:uFillTx/>
                <a:latin typeface="Menlo"/>
              </a:rPr>
              <a:t>.</a:t>
            </a:r>
            <a:r>
              <a:rPr b="0" lang="de-DE" sz="2800" strike="noStrike" u="none">
                <a:solidFill>
                  <a:srgbClr val="dcdcaa"/>
                </a:solidFill>
                <a:uFillTx/>
                <a:latin typeface="Menlo"/>
              </a:rPr>
              <a:t>concat</a:t>
            </a:r>
            <a:r>
              <a:rPr b="0" lang="de-DE" sz="2800" strike="noStrike" u="none">
                <a:solidFill>
                  <a:srgbClr val="d4d4d4"/>
                </a:solidFill>
                <a:uFillTx/>
                <a:latin typeface="Menlo"/>
              </a:rPr>
              <a:t>(</a:t>
            </a:r>
            <a:r>
              <a:rPr b="0" lang="de-DE" sz="2800" strike="noStrike" u="none">
                <a:solidFill>
                  <a:srgbClr val="9cdcfe"/>
                </a:solidFill>
                <a:uFillTx/>
                <a:latin typeface="Menlo"/>
              </a:rPr>
              <a:t>nummern2</a:t>
            </a:r>
            <a:r>
              <a:rPr b="0" lang="de-DE" sz="2800" strike="noStrike" u="none">
                <a:solidFill>
                  <a:srgbClr val="d4d4d4"/>
                </a:solidFill>
                <a:uFillTx/>
                <a:latin typeface="Menlo"/>
              </a:rPr>
              <a:t>); </a:t>
            </a:r>
            <a:endParaRPr b="0" lang="de-DE" sz="2800" strike="noStrike" u="none">
              <a:solidFill>
                <a:srgbClr val="000000"/>
              </a:solidFill>
              <a:uFillTx/>
              <a:latin typeface="Arial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38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63" name="PlaceHolder 1"/>
          <p:cNvSpPr>
            <a:spLocks noGrp="1"/>
          </p:cNvSpPr>
          <p:nvPr>
            <p:ph type="title"/>
          </p:nvPr>
        </p:nvSpPr>
        <p:spPr>
          <a:xfrm>
            <a:off x="838080" y="365040"/>
            <a:ext cx="10514520" cy="132444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ctr">
            <a:noAutofit/>
          </a:bodyPr>
          <a:p>
            <a:pPr indent="0" defTabSz="914400">
              <a:lnSpc>
                <a:spcPct val="90000"/>
              </a:lnSpc>
              <a:buNone/>
              <a:tabLst>
                <a:tab algn="l" pos="0"/>
              </a:tabLst>
            </a:pPr>
            <a:r>
              <a:rPr b="0" lang="de-DE" sz="4400" strike="noStrike" u="none">
                <a:solidFill>
                  <a:schemeClr val="dk1"/>
                </a:solidFill>
                <a:uFillTx/>
                <a:latin typeface="Calibri Light"/>
              </a:rPr>
              <a:t>Pop und push</a:t>
            </a:r>
            <a:endParaRPr b="0" lang="de-DE" sz="4400" strike="noStrike" u="none">
              <a:solidFill>
                <a:srgbClr val="000000"/>
              </a:solidFill>
              <a:uFillTx/>
              <a:latin typeface="Arial"/>
            </a:endParaRPr>
          </a:p>
        </p:txBody>
      </p:sp>
      <p:sp>
        <p:nvSpPr>
          <p:cNvPr id="264" name="PlaceHolder 2"/>
          <p:cNvSpPr>
            <a:spLocks noGrp="1"/>
          </p:cNvSpPr>
          <p:nvPr>
            <p:ph/>
          </p:nvPr>
        </p:nvSpPr>
        <p:spPr>
          <a:xfrm>
            <a:off x="3473280" y="3073320"/>
            <a:ext cx="8717400" cy="150372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t">
            <a:normAutofit/>
          </a:bodyPr>
          <a:p>
            <a:pPr indent="0" defTabSz="914400">
              <a:lnSpc>
                <a:spcPct val="90000"/>
              </a:lnSpc>
              <a:spcBef>
                <a:spcPts val="1001"/>
              </a:spcBef>
              <a:buNone/>
              <a:tabLst>
                <a:tab algn="l" pos="0"/>
              </a:tabLst>
            </a:pPr>
            <a:r>
              <a:rPr b="0" lang="en-GB" sz="2000" strike="noStrike" u="none">
                <a:solidFill>
                  <a:srgbClr val="569cd6"/>
                </a:solidFill>
                <a:uFillTx/>
                <a:latin typeface="Menlo"/>
              </a:rPr>
              <a:t>var</a:t>
            </a:r>
            <a:r>
              <a:rPr b="0" lang="en-GB" sz="2000" strike="noStrike" u="none">
                <a:solidFill>
                  <a:srgbClr val="d4d4d4"/>
                </a:solidFill>
                <a:uFillTx/>
                <a:latin typeface="Menlo"/>
              </a:rPr>
              <a:t> </a:t>
            </a:r>
            <a:r>
              <a:rPr b="0" lang="en-GB" sz="2000" strike="noStrike" u="none">
                <a:solidFill>
                  <a:srgbClr val="9cdcfe"/>
                </a:solidFill>
                <a:uFillTx/>
                <a:latin typeface="Menlo"/>
              </a:rPr>
              <a:t>lengthAfterPush</a:t>
            </a:r>
            <a:r>
              <a:rPr b="0" lang="en-GB" sz="2000" strike="noStrike" u="none">
                <a:solidFill>
                  <a:srgbClr val="d4d4d4"/>
                </a:solidFill>
                <a:uFillTx/>
                <a:latin typeface="Menlo"/>
              </a:rPr>
              <a:t> = </a:t>
            </a:r>
            <a:r>
              <a:rPr b="0" lang="en-GB" sz="2000" strike="noStrike" u="none">
                <a:solidFill>
                  <a:srgbClr val="9cdcfe"/>
                </a:solidFill>
                <a:uFillTx/>
                <a:latin typeface="Menlo"/>
              </a:rPr>
              <a:t>v</a:t>
            </a:r>
            <a:r>
              <a:rPr b="0" lang="en-GB" sz="2000" strike="noStrike" u="none">
                <a:solidFill>
                  <a:srgbClr val="d4d4d4"/>
                </a:solidFill>
                <a:uFillTx/>
                <a:latin typeface="Menlo"/>
              </a:rPr>
              <a:t>.</a:t>
            </a:r>
            <a:r>
              <a:rPr b="0" lang="en-GB" sz="2000" strike="noStrike" u="none">
                <a:solidFill>
                  <a:srgbClr val="dcdcaa"/>
                </a:solidFill>
                <a:uFillTx/>
                <a:latin typeface="Menlo"/>
              </a:rPr>
              <a:t>push</a:t>
            </a:r>
            <a:r>
              <a:rPr b="0" lang="en-GB" sz="2000" strike="noStrike" u="none">
                <a:solidFill>
                  <a:srgbClr val="d4d4d4"/>
                </a:solidFill>
                <a:uFillTx/>
                <a:latin typeface="Menlo"/>
              </a:rPr>
              <a:t>(</a:t>
            </a:r>
            <a:endParaRPr b="0" lang="de-DE" sz="2000" strike="noStrike" u="none">
              <a:solidFill>
                <a:srgbClr val="000000"/>
              </a:solidFill>
              <a:uFillTx/>
              <a:latin typeface="Arial"/>
            </a:endParaRPr>
          </a:p>
          <a:p>
            <a:pPr marL="457200" indent="0" defTabSz="914400">
              <a:lnSpc>
                <a:spcPct val="90000"/>
              </a:lnSpc>
              <a:spcBef>
                <a:spcPts val="499"/>
              </a:spcBef>
              <a:buNone/>
              <a:tabLst>
                <a:tab algn="l" pos="0"/>
              </a:tabLst>
            </a:pPr>
            <a:r>
              <a:rPr b="0" lang="en-GB" sz="2000" strike="noStrike" u="none">
                <a:solidFill>
                  <a:srgbClr val="569cd6"/>
                </a:solidFill>
                <a:uFillTx/>
                <a:latin typeface="Menlo"/>
              </a:rPr>
              <a:t>new</a:t>
            </a:r>
            <a:r>
              <a:rPr b="0" lang="en-GB" sz="2000" strike="noStrike" u="none">
                <a:solidFill>
                  <a:srgbClr val="d4d4d4"/>
                </a:solidFill>
                <a:uFillTx/>
                <a:latin typeface="Menlo"/>
              </a:rPr>
              <a:t> </a:t>
            </a:r>
            <a:r>
              <a:rPr b="0" lang="en-GB" sz="2000" strike="noStrike" u="none">
                <a:solidFill>
                  <a:srgbClr val="4ec9b0"/>
                </a:solidFill>
                <a:uFillTx/>
                <a:latin typeface="Menlo"/>
              </a:rPr>
              <a:t>Fahrzeug</a:t>
            </a:r>
            <a:r>
              <a:rPr b="0" lang="en-GB" sz="2000" strike="noStrike" u="none">
                <a:solidFill>
                  <a:srgbClr val="d4d4d4"/>
                </a:solidFill>
                <a:uFillTx/>
                <a:latin typeface="Menlo"/>
              </a:rPr>
              <a:t>(</a:t>
            </a:r>
            <a:r>
              <a:rPr b="0" lang="en-GB" sz="2000" strike="noStrike" u="none">
                <a:solidFill>
                  <a:srgbClr val="ce9178"/>
                </a:solidFill>
                <a:uFillTx/>
                <a:latin typeface="Menlo"/>
              </a:rPr>
              <a:t>"Cybertruck Dual Motor"</a:t>
            </a:r>
            <a:r>
              <a:rPr b="0" lang="en-GB" sz="2000" strike="noStrike" u="none">
                <a:solidFill>
                  <a:srgbClr val="d4d4d4"/>
                </a:solidFill>
                <a:uFillTx/>
                <a:latin typeface="Menlo"/>
              </a:rPr>
              <a:t>,</a:t>
            </a:r>
            <a:r>
              <a:rPr b="0" lang="en-GB" sz="2000" strike="noStrike" u="none">
                <a:solidFill>
                  <a:srgbClr val="ce9178"/>
                </a:solidFill>
                <a:uFillTx/>
                <a:latin typeface="Menlo"/>
              </a:rPr>
              <a:t>"Tesla"</a:t>
            </a:r>
            <a:r>
              <a:rPr b="0" lang="en-GB" sz="2000" strike="noStrike" u="none">
                <a:solidFill>
                  <a:srgbClr val="d4d4d4"/>
                </a:solidFill>
                <a:uFillTx/>
                <a:latin typeface="Menlo"/>
              </a:rPr>
              <a:t>));</a:t>
            </a:r>
            <a:endParaRPr b="0" lang="de-DE" sz="2000" strike="noStrike" u="none">
              <a:solidFill>
                <a:srgbClr val="000000"/>
              </a:solidFill>
              <a:uFillTx/>
              <a:latin typeface="Arial"/>
            </a:endParaRPr>
          </a:p>
          <a:p>
            <a:pPr marL="457200" indent="0" defTabSz="914400">
              <a:lnSpc>
                <a:spcPct val="90000"/>
              </a:lnSpc>
              <a:spcBef>
                <a:spcPts val="1001"/>
              </a:spcBef>
              <a:buNone/>
              <a:tabLst>
                <a:tab algn="l" pos="0"/>
              </a:tabLst>
            </a:pPr>
            <a:r>
              <a:rPr b="0" lang="en-GB" sz="2000" strike="noStrike" u="none">
                <a:solidFill>
                  <a:srgbClr val="569cd6"/>
                </a:solidFill>
                <a:uFillTx/>
                <a:latin typeface="Menlo"/>
              </a:rPr>
              <a:t>var</a:t>
            </a:r>
            <a:r>
              <a:rPr b="0" lang="en-GB" sz="2000" strike="noStrike" u="none">
                <a:solidFill>
                  <a:srgbClr val="d4d4d4"/>
                </a:solidFill>
                <a:uFillTx/>
                <a:latin typeface="Menlo"/>
              </a:rPr>
              <a:t> </a:t>
            </a:r>
            <a:r>
              <a:rPr b="0" lang="en-GB" sz="2000" strike="noStrike" u="none">
                <a:solidFill>
                  <a:srgbClr val="9cdcfe"/>
                </a:solidFill>
                <a:uFillTx/>
                <a:latin typeface="Menlo"/>
              </a:rPr>
              <a:t>fahrzeug</a:t>
            </a:r>
            <a:r>
              <a:rPr b="0" lang="en-GB" sz="2000" strike="noStrike" u="none">
                <a:solidFill>
                  <a:srgbClr val="d4d4d4"/>
                </a:solidFill>
                <a:uFillTx/>
                <a:latin typeface="Menlo"/>
              </a:rPr>
              <a:t>:</a:t>
            </a:r>
            <a:r>
              <a:rPr b="0" lang="en-GB" sz="2000" strike="noStrike" u="none">
                <a:solidFill>
                  <a:srgbClr val="4ec9b0"/>
                </a:solidFill>
                <a:uFillTx/>
                <a:latin typeface="Menlo"/>
              </a:rPr>
              <a:t>Fahrzeug</a:t>
            </a:r>
            <a:r>
              <a:rPr b="0" lang="en-GB" sz="2000" strike="noStrike" u="none">
                <a:solidFill>
                  <a:srgbClr val="d4d4d4"/>
                </a:solidFill>
                <a:uFillTx/>
                <a:latin typeface="Menlo"/>
              </a:rPr>
              <a:t> = </a:t>
            </a:r>
            <a:r>
              <a:rPr b="0" lang="en-GB" sz="2000" strike="noStrike" u="none">
                <a:solidFill>
                  <a:srgbClr val="9cdcfe"/>
                </a:solidFill>
                <a:uFillTx/>
                <a:latin typeface="Menlo"/>
              </a:rPr>
              <a:t>v</a:t>
            </a:r>
            <a:r>
              <a:rPr b="0" lang="en-GB" sz="2000" strike="noStrike" u="none">
                <a:solidFill>
                  <a:srgbClr val="d4d4d4"/>
                </a:solidFill>
                <a:uFillTx/>
                <a:latin typeface="Menlo"/>
              </a:rPr>
              <a:t>.</a:t>
            </a:r>
            <a:r>
              <a:rPr b="0" lang="en-GB" sz="2000" strike="noStrike" u="none">
                <a:solidFill>
                  <a:srgbClr val="dcdcaa"/>
                </a:solidFill>
                <a:uFillTx/>
                <a:latin typeface="Menlo"/>
              </a:rPr>
              <a:t>pop</a:t>
            </a:r>
            <a:r>
              <a:rPr b="0" lang="en-GB" sz="2000" strike="noStrike" u="none">
                <a:solidFill>
                  <a:srgbClr val="d4d4d4"/>
                </a:solidFill>
                <a:uFillTx/>
                <a:latin typeface="Menlo"/>
              </a:rPr>
              <a:t>();</a:t>
            </a:r>
            <a:endParaRPr b="0" lang="de-DE" sz="2000" strike="noStrike" u="none">
              <a:solidFill>
                <a:srgbClr val="000000"/>
              </a:solidFill>
              <a:uFillTx/>
              <a:latin typeface="Arial"/>
            </a:endParaRPr>
          </a:p>
          <a:p>
            <a:pPr marL="457200" indent="0" defTabSz="914400">
              <a:lnSpc>
                <a:spcPct val="90000"/>
              </a:lnSpc>
              <a:spcBef>
                <a:spcPts val="1001"/>
              </a:spcBef>
              <a:buNone/>
              <a:tabLst>
                <a:tab algn="l" pos="0"/>
              </a:tabLst>
            </a:pPr>
            <a:endParaRPr b="0" lang="de-DE" sz="1400" strike="noStrike" u="none">
              <a:solidFill>
                <a:srgbClr val="000000"/>
              </a:solidFill>
              <a:uFillTx/>
              <a:latin typeface="Arial"/>
            </a:endParaRPr>
          </a:p>
        </p:txBody>
      </p:sp>
      <p:sp>
        <p:nvSpPr>
          <p:cNvPr id="265" name="Rectangle 27"/>
          <p:cNvSpPr/>
          <p:nvPr/>
        </p:nvSpPr>
        <p:spPr>
          <a:xfrm>
            <a:off x="6095880" y="4149720"/>
            <a:ext cx="913320" cy="9133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wrap="none" lIns="90000" rIns="90000" tIns="45000" bIns="45000" anchor="ctr">
            <a:noAutofit/>
          </a:bodyPr>
          <a:p>
            <a:pPr defTabSz="914400">
              <a:lnSpc>
                <a:spcPct val="100000"/>
              </a:lnSpc>
            </a:pPr>
            <a:endParaRPr b="0" lang="de-DE" sz="1800" strike="noStrike" u="none">
              <a:solidFill>
                <a:schemeClr val="dk1"/>
              </a:solidFill>
              <a:uFillTx/>
              <a:latin typeface="Calibri"/>
            </a:endParaRPr>
          </a:p>
        </p:txBody>
      </p:sp>
      <p:sp>
        <p:nvSpPr>
          <p:cNvPr id="266" name="Rectangle 28"/>
          <p:cNvSpPr/>
          <p:nvPr/>
        </p:nvSpPr>
        <p:spPr>
          <a:xfrm>
            <a:off x="2063880" y="4724280"/>
            <a:ext cx="1583280" cy="1872000"/>
          </a:xfrm>
          <a:prstGeom prst="rect">
            <a:avLst/>
          </a:prstGeom>
          <a:noFill/>
          <a:ln w="9525">
            <a:solidFill>
              <a:srgbClr val="000000"/>
            </a:solidFill>
            <a:miter/>
          </a:ln>
        </p:spPr>
        <p:style>
          <a:lnRef idx="0"/>
          <a:fillRef idx="0"/>
          <a:effectRef idx="0"/>
          <a:fontRef idx="minor"/>
        </p:style>
        <p:txBody>
          <a:bodyPr wrap="none" lIns="90000" rIns="90000" tIns="45000" bIns="45000" anchor="ctr">
            <a:noAutofit/>
          </a:bodyPr>
          <a:p>
            <a:pPr defTabSz="914400">
              <a:lnSpc>
                <a:spcPct val="100000"/>
              </a:lnSpc>
            </a:pPr>
            <a:endParaRPr b="0" lang="de-DE" sz="1800" strike="noStrike" u="none">
              <a:solidFill>
                <a:schemeClr val="dk1"/>
              </a:solidFill>
              <a:uFillTx/>
              <a:latin typeface="Calibri"/>
            </a:endParaRPr>
          </a:p>
        </p:txBody>
      </p:sp>
      <p:sp>
        <p:nvSpPr>
          <p:cNvPr id="267" name="Line 29"/>
          <p:cNvSpPr/>
          <p:nvPr/>
        </p:nvSpPr>
        <p:spPr>
          <a:xfrm>
            <a:off x="2063520" y="5013000"/>
            <a:ext cx="1584360" cy="360"/>
          </a:xfrm>
          <a:prstGeom prst="line">
            <a:avLst/>
          </a:prstGeom>
          <a:ln w="9525">
            <a:solidFill>
              <a:srgbClr val="000000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-44640" bIns="-44640" anchor="t">
            <a:noAutofit/>
          </a:bodyPr>
          <a:p>
            <a:endParaRPr b="0" lang="de-DE" sz="1800" strike="noStrike" u="none">
              <a:solidFill>
                <a:schemeClr val="dk1"/>
              </a:solidFill>
              <a:uFillTx/>
              <a:latin typeface="Calibri"/>
            </a:endParaRPr>
          </a:p>
        </p:txBody>
      </p:sp>
      <p:sp>
        <p:nvSpPr>
          <p:cNvPr id="268" name="Line 30"/>
          <p:cNvSpPr/>
          <p:nvPr/>
        </p:nvSpPr>
        <p:spPr>
          <a:xfrm>
            <a:off x="2063520" y="5373360"/>
            <a:ext cx="1584360" cy="360"/>
          </a:xfrm>
          <a:prstGeom prst="line">
            <a:avLst/>
          </a:prstGeom>
          <a:ln w="9525">
            <a:solidFill>
              <a:srgbClr val="000000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-44640" bIns="-44640" anchor="t">
            <a:noAutofit/>
          </a:bodyPr>
          <a:p>
            <a:endParaRPr b="0" lang="de-DE" sz="1800" strike="noStrike" u="none">
              <a:solidFill>
                <a:schemeClr val="dk1"/>
              </a:solidFill>
              <a:uFillTx/>
              <a:latin typeface="Calibri"/>
            </a:endParaRPr>
          </a:p>
        </p:txBody>
      </p:sp>
      <p:sp>
        <p:nvSpPr>
          <p:cNvPr id="269" name="Line 31"/>
          <p:cNvSpPr/>
          <p:nvPr/>
        </p:nvSpPr>
        <p:spPr>
          <a:xfrm>
            <a:off x="2063520" y="5733720"/>
            <a:ext cx="1584360" cy="360"/>
          </a:xfrm>
          <a:prstGeom prst="line">
            <a:avLst/>
          </a:prstGeom>
          <a:ln w="9525">
            <a:solidFill>
              <a:srgbClr val="000000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-44640" bIns="-44640" anchor="t">
            <a:noAutofit/>
          </a:bodyPr>
          <a:p>
            <a:endParaRPr b="0" lang="de-DE" sz="1800" strike="noStrike" u="none">
              <a:solidFill>
                <a:schemeClr val="dk1"/>
              </a:solidFill>
              <a:uFillTx/>
              <a:latin typeface="Calibri"/>
            </a:endParaRPr>
          </a:p>
        </p:txBody>
      </p:sp>
      <p:sp>
        <p:nvSpPr>
          <p:cNvPr id="270" name="Line 32"/>
          <p:cNvSpPr/>
          <p:nvPr/>
        </p:nvSpPr>
        <p:spPr>
          <a:xfrm>
            <a:off x="2063520" y="6165720"/>
            <a:ext cx="1584360" cy="360"/>
          </a:xfrm>
          <a:prstGeom prst="line">
            <a:avLst/>
          </a:prstGeom>
          <a:ln w="9525">
            <a:solidFill>
              <a:srgbClr val="000000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-44640" bIns="-44640" anchor="t">
            <a:noAutofit/>
          </a:bodyPr>
          <a:p>
            <a:endParaRPr b="0" lang="de-DE" sz="1800" strike="noStrike" u="none">
              <a:solidFill>
                <a:schemeClr val="dk1"/>
              </a:solidFill>
              <a:uFillTx/>
              <a:latin typeface="Calibri"/>
            </a:endParaRPr>
          </a:p>
        </p:txBody>
      </p:sp>
      <p:sp>
        <p:nvSpPr>
          <p:cNvPr id="271" name="Text Box 33"/>
          <p:cNvSpPr/>
          <p:nvPr/>
        </p:nvSpPr>
        <p:spPr>
          <a:xfrm>
            <a:off x="2424600" y="4724280"/>
            <a:ext cx="844200" cy="3031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wrap="none" lIns="90000" rIns="90000" tIns="45000" bIns="45000" anchor="t">
            <a:spAutoFit/>
          </a:bodyPr>
          <a:p>
            <a:pPr defTabSz="914400">
              <a:lnSpc>
                <a:spcPct val="100000"/>
              </a:lnSpc>
            </a:pPr>
            <a:r>
              <a:rPr b="0" lang="de-DE" sz="1400" strike="noStrike" u="none">
                <a:solidFill>
                  <a:schemeClr val="dk1"/>
                </a:solidFill>
                <a:uFillTx/>
                <a:latin typeface="Arial"/>
              </a:rPr>
              <a:t>VW Golf</a:t>
            </a:r>
            <a:endParaRPr b="0" lang="de-DE" sz="1400" strike="noStrike" u="none">
              <a:solidFill>
                <a:srgbClr val="000000"/>
              </a:solidFill>
              <a:uFillTx/>
              <a:latin typeface="Arial"/>
            </a:endParaRPr>
          </a:p>
        </p:txBody>
      </p:sp>
      <p:sp>
        <p:nvSpPr>
          <p:cNvPr id="272" name="Text Box 34"/>
          <p:cNvSpPr/>
          <p:nvPr/>
        </p:nvSpPr>
        <p:spPr>
          <a:xfrm>
            <a:off x="2352600" y="5084640"/>
            <a:ext cx="1002240" cy="3031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wrap="none" lIns="90000" rIns="90000" tIns="45000" bIns="45000" anchor="t">
            <a:spAutoFit/>
          </a:bodyPr>
          <a:p>
            <a:pPr defTabSz="914400">
              <a:lnSpc>
                <a:spcPct val="100000"/>
              </a:lnSpc>
            </a:pPr>
            <a:r>
              <a:rPr b="0" lang="de-DE" sz="1400" strike="noStrike" u="none">
                <a:solidFill>
                  <a:schemeClr val="dk1"/>
                </a:solidFill>
                <a:uFillTx/>
                <a:latin typeface="Arial"/>
              </a:rPr>
              <a:t>BMW 323i</a:t>
            </a:r>
            <a:endParaRPr b="0" lang="de-DE" sz="1400" strike="noStrike" u="none">
              <a:solidFill>
                <a:srgbClr val="000000"/>
              </a:solidFill>
              <a:uFillTx/>
              <a:latin typeface="Arial"/>
            </a:endParaRPr>
          </a:p>
        </p:txBody>
      </p:sp>
      <p:sp>
        <p:nvSpPr>
          <p:cNvPr id="273" name="Text Box 35"/>
          <p:cNvSpPr/>
          <p:nvPr/>
        </p:nvSpPr>
        <p:spPr>
          <a:xfrm>
            <a:off x="2207160" y="5373720"/>
            <a:ext cx="1359000" cy="3031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wrap="none" lIns="90000" rIns="90000" tIns="45000" bIns="45000" anchor="t">
            <a:spAutoFit/>
          </a:bodyPr>
          <a:p>
            <a:pPr defTabSz="914400">
              <a:lnSpc>
                <a:spcPct val="100000"/>
              </a:lnSpc>
            </a:pPr>
            <a:r>
              <a:rPr b="0" lang="de-DE" sz="1400" strike="noStrike" u="none">
                <a:solidFill>
                  <a:schemeClr val="dk1"/>
                </a:solidFill>
                <a:uFillTx/>
                <a:latin typeface="Arial"/>
              </a:rPr>
              <a:t>Mercedes CLK</a:t>
            </a:r>
            <a:endParaRPr b="0" lang="de-DE" sz="1400" strike="noStrike" u="none">
              <a:solidFill>
                <a:srgbClr val="000000"/>
              </a:solidFill>
              <a:uFillTx/>
              <a:latin typeface="Arial"/>
            </a:endParaRPr>
          </a:p>
        </p:txBody>
      </p:sp>
      <p:sp>
        <p:nvSpPr>
          <p:cNvPr id="274" name="Text Box 36"/>
          <p:cNvSpPr/>
          <p:nvPr/>
        </p:nvSpPr>
        <p:spPr>
          <a:xfrm>
            <a:off x="2356200" y="5805360"/>
            <a:ext cx="1112040" cy="3031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wrap="none" lIns="90000" rIns="90000" tIns="45000" bIns="45000" anchor="t">
            <a:spAutoFit/>
          </a:bodyPr>
          <a:p>
            <a:pPr defTabSz="914400">
              <a:lnSpc>
                <a:spcPct val="100000"/>
              </a:lnSpc>
            </a:pPr>
            <a:r>
              <a:rPr b="0" lang="de-DE" sz="1400" strike="noStrike" u="none">
                <a:solidFill>
                  <a:schemeClr val="dk1"/>
                </a:solidFill>
                <a:uFillTx/>
                <a:latin typeface="Arial"/>
              </a:rPr>
              <a:t>Opel Vectra</a:t>
            </a:r>
            <a:endParaRPr b="0" lang="de-DE" sz="1400" strike="noStrike" u="none">
              <a:solidFill>
                <a:srgbClr val="000000"/>
              </a:solidFill>
              <a:uFillTx/>
              <a:latin typeface="Arial"/>
            </a:endParaRPr>
          </a:p>
        </p:txBody>
      </p:sp>
      <p:cxnSp>
        <p:nvCxnSpPr>
          <p:cNvPr id="275" name="AutoShape 46"/>
          <p:cNvCxnSpPr>
            <a:stCxn id="266" idx="3"/>
          </p:cNvCxnSpPr>
          <p:nvPr/>
        </p:nvCxnSpPr>
        <p:spPr>
          <a:xfrm>
            <a:off x="3647160" y="5660280"/>
            <a:ext cx="1873440" cy="1800"/>
          </a:xfrm>
          <a:prstGeom prst="straightConnector1">
            <a:avLst/>
          </a:prstGeom>
          <a:ln w="9525">
            <a:solidFill>
              <a:srgbClr val="000000"/>
            </a:solidFill>
            <a:round/>
            <a:tailEnd len="med" type="triangle" w="med"/>
          </a:ln>
        </p:spPr>
      </p:cxnSp>
      <p:sp>
        <p:nvSpPr>
          <p:cNvPr id="276" name="Rectangle 49"/>
          <p:cNvSpPr/>
          <p:nvPr/>
        </p:nvSpPr>
        <p:spPr>
          <a:xfrm>
            <a:off x="8616960" y="4797360"/>
            <a:ext cx="1583280" cy="1872000"/>
          </a:xfrm>
          <a:prstGeom prst="rect">
            <a:avLst/>
          </a:prstGeom>
          <a:noFill/>
          <a:ln w="9525">
            <a:solidFill>
              <a:srgbClr val="000000"/>
            </a:solidFill>
            <a:miter/>
          </a:ln>
        </p:spPr>
        <p:style>
          <a:lnRef idx="0"/>
          <a:fillRef idx="0"/>
          <a:effectRef idx="0"/>
          <a:fontRef idx="minor"/>
        </p:style>
        <p:txBody>
          <a:bodyPr wrap="none" lIns="90000" rIns="90000" tIns="45000" bIns="45000" anchor="ctr">
            <a:noAutofit/>
          </a:bodyPr>
          <a:p>
            <a:pPr defTabSz="914400">
              <a:lnSpc>
                <a:spcPct val="100000"/>
              </a:lnSpc>
            </a:pPr>
            <a:endParaRPr b="0" lang="de-DE" sz="1800" strike="noStrike" u="none">
              <a:solidFill>
                <a:schemeClr val="dk1"/>
              </a:solidFill>
              <a:uFillTx/>
              <a:latin typeface="Calibri"/>
            </a:endParaRPr>
          </a:p>
        </p:txBody>
      </p:sp>
      <p:sp>
        <p:nvSpPr>
          <p:cNvPr id="277" name="Line 50"/>
          <p:cNvSpPr/>
          <p:nvPr/>
        </p:nvSpPr>
        <p:spPr>
          <a:xfrm>
            <a:off x="8616600" y="5086080"/>
            <a:ext cx="1584360" cy="360"/>
          </a:xfrm>
          <a:prstGeom prst="line">
            <a:avLst/>
          </a:prstGeom>
          <a:ln w="9525">
            <a:solidFill>
              <a:srgbClr val="000000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-44640" bIns="-44640" anchor="t">
            <a:noAutofit/>
          </a:bodyPr>
          <a:p>
            <a:endParaRPr b="0" lang="de-DE" sz="1800" strike="noStrike" u="none">
              <a:solidFill>
                <a:schemeClr val="dk1"/>
              </a:solidFill>
              <a:uFillTx/>
              <a:latin typeface="Calibri"/>
            </a:endParaRPr>
          </a:p>
        </p:txBody>
      </p:sp>
      <p:sp>
        <p:nvSpPr>
          <p:cNvPr id="278" name="Line 51"/>
          <p:cNvSpPr/>
          <p:nvPr/>
        </p:nvSpPr>
        <p:spPr>
          <a:xfrm>
            <a:off x="8616600" y="5446440"/>
            <a:ext cx="1584360" cy="360"/>
          </a:xfrm>
          <a:prstGeom prst="line">
            <a:avLst/>
          </a:prstGeom>
          <a:ln w="9525">
            <a:solidFill>
              <a:srgbClr val="000000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-44640" bIns="-44640" anchor="t">
            <a:noAutofit/>
          </a:bodyPr>
          <a:p>
            <a:endParaRPr b="0" lang="de-DE" sz="1800" strike="noStrike" u="none">
              <a:solidFill>
                <a:schemeClr val="dk1"/>
              </a:solidFill>
              <a:uFillTx/>
              <a:latin typeface="Calibri"/>
            </a:endParaRPr>
          </a:p>
        </p:txBody>
      </p:sp>
      <p:sp>
        <p:nvSpPr>
          <p:cNvPr id="279" name="Line 52"/>
          <p:cNvSpPr/>
          <p:nvPr/>
        </p:nvSpPr>
        <p:spPr>
          <a:xfrm>
            <a:off x="8616600" y="5806800"/>
            <a:ext cx="1584360" cy="360"/>
          </a:xfrm>
          <a:prstGeom prst="line">
            <a:avLst/>
          </a:prstGeom>
          <a:ln w="9525">
            <a:solidFill>
              <a:srgbClr val="000000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-44640" bIns="-44640" anchor="t">
            <a:noAutofit/>
          </a:bodyPr>
          <a:p>
            <a:endParaRPr b="0" lang="de-DE" sz="1800" strike="noStrike" u="none">
              <a:solidFill>
                <a:schemeClr val="dk1"/>
              </a:solidFill>
              <a:uFillTx/>
              <a:latin typeface="Calibri"/>
            </a:endParaRPr>
          </a:p>
        </p:txBody>
      </p:sp>
      <p:sp>
        <p:nvSpPr>
          <p:cNvPr id="280" name="Line 53"/>
          <p:cNvSpPr/>
          <p:nvPr/>
        </p:nvSpPr>
        <p:spPr>
          <a:xfrm>
            <a:off x="8616600" y="6238800"/>
            <a:ext cx="1584360" cy="360"/>
          </a:xfrm>
          <a:prstGeom prst="line">
            <a:avLst/>
          </a:prstGeom>
          <a:ln w="9525">
            <a:solidFill>
              <a:srgbClr val="000000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-44640" bIns="-44640" anchor="t">
            <a:noAutofit/>
          </a:bodyPr>
          <a:p>
            <a:endParaRPr b="0" lang="de-DE" sz="1800" strike="noStrike" u="none">
              <a:solidFill>
                <a:schemeClr val="dk1"/>
              </a:solidFill>
              <a:uFillTx/>
              <a:latin typeface="Calibri"/>
            </a:endParaRPr>
          </a:p>
        </p:txBody>
      </p:sp>
      <p:sp>
        <p:nvSpPr>
          <p:cNvPr id="281" name="Text Box 54"/>
          <p:cNvSpPr/>
          <p:nvPr/>
        </p:nvSpPr>
        <p:spPr>
          <a:xfrm>
            <a:off x="8977680" y="4797360"/>
            <a:ext cx="844200" cy="3031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wrap="none" lIns="90000" rIns="90000" tIns="45000" bIns="45000" anchor="t">
            <a:spAutoFit/>
          </a:bodyPr>
          <a:p>
            <a:pPr defTabSz="914400">
              <a:lnSpc>
                <a:spcPct val="100000"/>
              </a:lnSpc>
            </a:pPr>
            <a:r>
              <a:rPr b="0" lang="de-DE" sz="1400" strike="noStrike" u="none">
                <a:solidFill>
                  <a:schemeClr val="dk1"/>
                </a:solidFill>
                <a:uFillTx/>
                <a:latin typeface="Arial"/>
              </a:rPr>
              <a:t>VW Golf</a:t>
            </a:r>
            <a:endParaRPr b="0" lang="de-DE" sz="1400" strike="noStrike" u="none">
              <a:solidFill>
                <a:srgbClr val="000000"/>
              </a:solidFill>
              <a:uFillTx/>
              <a:latin typeface="Arial"/>
            </a:endParaRPr>
          </a:p>
        </p:txBody>
      </p:sp>
      <p:sp>
        <p:nvSpPr>
          <p:cNvPr id="282" name="Text Box 55"/>
          <p:cNvSpPr/>
          <p:nvPr/>
        </p:nvSpPr>
        <p:spPr>
          <a:xfrm>
            <a:off x="8906040" y="5157720"/>
            <a:ext cx="1002240" cy="3031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wrap="none" lIns="90000" rIns="90000" tIns="45000" bIns="45000" anchor="t">
            <a:spAutoFit/>
          </a:bodyPr>
          <a:p>
            <a:pPr defTabSz="914400">
              <a:lnSpc>
                <a:spcPct val="100000"/>
              </a:lnSpc>
            </a:pPr>
            <a:r>
              <a:rPr b="0" lang="de-DE" sz="1400" strike="noStrike" u="none">
                <a:solidFill>
                  <a:schemeClr val="dk1"/>
                </a:solidFill>
                <a:uFillTx/>
                <a:latin typeface="Arial"/>
              </a:rPr>
              <a:t>BMW 323i</a:t>
            </a:r>
            <a:endParaRPr b="0" lang="de-DE" sz="1400" strike="noStrike" u="none">
              <a:solidFill>
                <a:srgbClr val="000000"/>
              </a:solidFill>
              <a:uFillTx/>
              <a:latin typeface="Arial"/>
            </a:endParaRPr>
          </a:p>
        </p:txBody>
      </p:sp>
      <p:sp>
        <p:nvSpPr>
          <p:cNvPr id="283" name="Text Box 56"/>
          <p:cNvSpPr/>
          <p:nvPr/>
        </p:nvSpPr>
        <p:spPr>
          <a:xfrm>
            <a:off x="8760240" y="5446800"/>
            <a:ext cx="1359000" cy="3031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wrap="none" lIns="90000" rIns="90000" tIns="45000" bIns="45000" anchor="t">
            <a:spAutoFit/>
          </a:bodyPr>
          <a:p>
            <a:pPr defTabSz="914400">
              <a:lnSpc>
                <a:spcPct val="100000"/>
              </a:lnSpc>
            </a:pPr>
            <a:r>
              <a:rPr b="0" lang="de-DE" sz="1400" strike="noStrike" u="none">
                <a:solidFill>
                  <a:schemeClr val="dk1"/>
                </a:solidFill>
                <a:uFillTx/>
                <a:latin typeface="Arial"/>
              </a:rPr>
              <a:t>Mercedes CLK</a:t>
            </a:r>
            <a:endParaRPr b="0" lang="de-DE" sz="1400" strike="noStrike" u="none">
              <a:solidFill>
                <a:srgbClr val="000000"/>
              </a:solidFill>
              <a:uFillTx/>
              <a:latin typeface="Arial"/>
            </a:endParaRPr>
          </a:p>
        </p:txBody>
      </p:sp>
      <p:sp>
        <p:nvSpPr>
          <p:cNvPr id="284" name="Text Box 57"/>
          <p:cNvSpPr/>
          <p:nvPr/>
        </p:nvSpPr>
        <p:spPr>
          <a:xfrm>
            <a:off x="8909640" y="5878440"/>
            <a:ext cx="1112040" cy="3031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wrap="none" lIns="90000" rIns="90000" tIns="45000" bIns="45000" anchor="t">
            <a:spAutoFit/>
          </a:bodyPr>
          <a:p>
            <a:pPr defTabSz="914400">
              <a:lnSpc>
                <a:spcPct val="100000"/>
              </a:lnSpc>
            </a:pPr>
            <a:r>
              <a:rPr b="0" lang="de-DE" sz="1400" strike="noStrike" u="none">
                <a:solidFill>
                  <a:schemeClr val="dk1"/>
                </a:solidFill>
                <a:uFillTx/>
                <a:latin typeface="Arial"/>
              </a:rPr>
              <a:t>Opel Vectra</a:t>
            </a:r>
            <a:endParaRPr b="0" lang="de-DE" sz="1400" strike="noStrike" u="none">
              <a:solidFill>
                <a:srgbClr val="000000"/>
              </a:solidFill>
              <a:uFillTx/>
              <a:latin typeface="Arial"/>
            </a:endParaRPr>
          </a:p>
        </p:txBody>
      </p:sp>
      <p:cxnSp>
        <p:nvCxnSpPr>
          <p:cNvPr id="285" name="AutoShape 59"/>
          <p:cNvCxnSpPr>
            <a:endCxn id="276" idx="1"/>
          </p:cNvCxnSpPr>
          <p:nvPr/>
        </p:nvCxnSpPr>
        <p:spPr>
          <a:xfrm>
            <a:off x="7103880" y="5661000"/>
            <a:ext cx="1513440" cy="72720"/>
          </a:xfrm>
          <a:prstGeom prst="bentConnector3">
            <a:avLst>
              <a:gd name="adj1" fmla="val 49964"/>
            </a:avLst>
          </a:prstGeom>
          <a:ln w="9525">
            <a:solidFill>
              <a:srgbClr val="000000"/>
            </a:solidFill>
            <a:miter/>
            <a:tailEnd len="med" type="triangle" w="med"/>
          </a:ln>
        </p:spPr>
      </p:cxnSp>
      <p:sp>
        <p:nvSpPr>
          <p:cNvPr id="286" name="Text Box 61"/>
          <p:cNvSpPr/>
          <p:nvPr/>
        </p:nvSpPr>
        <p:spPr>
          <a:xfrm>
            <a:off x="7086240" y="5083200"/>
            <a:ext cx="1275480" cy="5166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wrap="none" lIns="90000" rIns="90000" tIns="45000" bIns="45000" anchor="t">
            <a:spAutoFit/>
          </a:bodyPr>
          <a:p>
            <a:pPr defTabSz="914400">
              <a:lnSpc>
                <a:spcPct val="100000"/>
              </a:lnSpc>
            </a:pPr>
            <a:r>
              <a:rPr b="0" lang="de-DE" sz="1400" strike="noStrike" u="none">
                <a:solidFill>
                  <a:schemeClr val="dk1"/>
                </a:solidFill>
                <a:uFillTx/>
                <a:latin typeface="Arial"/>
              </a:rPr>
              <a:t>Fahrzeug ct =</a:t>
            </a:r>
            <a:endParaRPr b="0" lang="de-DE" sz="1400" strike="noStrike" u="none">
              <a:solidFill>
                <a:srgbClr val="000000"/>
              </a:solidFill>
              <a:uFillTx/>
              <a:latin typeface="Arial"/>
            </a:endParaRPr>
          </a:p>
          <a:p>
            <a:pPr defTabSz="914400">
              <a:lnSpc>
                <a:spcPct val="100000"/>
              </a:lnSpc>
            </a:pPr>
            <a:r>
              <a:rPr b="0" lang="de-DE" sz="1400" strike="noStrike" u="none">
                <a:solidFill>
                  <a:schemeClr val="dk1"/>
                </a:solidFill>
                <a:uFillTx/>
                <a:latin typeface="Arial"/>
              </a:rPr>
              <a:t>v.pop();</a:t>
            </a:r>
            <a:endParaRPr b="0" lang="de-DE" sz="1400" strike="noStrike" u="none">
              <a:solidFill>
                <a:srgbClr val="000000"/>
              </a:solidFill>
              <a:uFillTx/>
              <a:latin typeface="Arial"/>
            </a:endParaRPr>
          </a:p>
        </p:txBody>
      </p:sp>
      <p:sp>
        <p:nvSpPr>
          <p:cNvPr id="287" name="Text Box 48"/>
          <p:cNvSpPr/>
          <p:nvPr/>
        </p:nvSpPr>
        <p:spPr>
          <a:xfrm>
            <a:off x="5547960" y="6257520"/>
            <a:ext cx="1508040" cy="3031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wrap="none" lIns="90000" rIns="90000" tIns="45000" bIns="45000" anchor="t">
            <a:spAutoFit/>
          </a:bodyPr>
          <a:p>
            <a:pPr defTabSz="914400">
              <a:lnSpc>
                <a:spcPct val="100000"/>
              </a:lnSpc>
            </a:pPr>
            <a:r>
              <a:rPr b="0" lang="de-DE" sz="1400" strike="noStrike" u="none">
                <a:solidFill>
                  <a:schemeClr val="dk1"/>
                </a:solidFill>
                <a:uFillTx/>
                <a:latin typeface="Arial"/>
              </a:rPr>
              <a:t>Tesla Cybertruck</a:t>
            </a:r>
            <a:endParaRPr b="0" lang="de-DE" sz="1400" strike="noStrike" u="none">
              <a:solidFill>
                <a:srgbClr val="000000"/>
              </a:solidFill>
              <a:uFillTx/>
              <a:latin typeface="Arial"/>
            </a:endParaRPr>
          </a:p>
        </p:txBody>
      </p:sp>
      <p:sp>
        <p:nvSpPr>
          <p:cNvPr id="288" name="Rectangle 28"/>
          <p:cNvSpPr/>
          <p:nvPr/>
        </p:nvSpPr>
        <p:spPr>
          <a:xfrm>
            <a:off x="5519880" y="4770360"/>
            <a:ext cx="1583280" cy="1872000"/>
          </a:xfrm>
          <a:prstGeom prst="rect">
            <a:avLst/>
          </a:prstGeom>
          <a:noFill/>
          <a:ln w="9525">
            <a:solidFill>
              <a:srgbClr val="000000"/>
            </a:solidFill>
            <a:miter/>
          </a:ln>
        </p:spPr>
        <p:style>
          <a:lnRef idx="0"/>
          <a:fillRef idx="0"/>
          <a:effectRef idx="0"/>
          <a:fontRef idx="minor"/>
        </p:style>
        <p:txBody>
          <a:bodyPr wrap="none" lIns="90000" rIns="90000" tIns="45000" bIns="45000" anchor="ctr">
            <a:noAutofit/>
          </a:bodyPr>
          <a:p>
            <a:pPr defTabSz="914400">
              <a:lnSpc>
                <a:spcPct val="100000"/>
              </a:lnSpc>
            </a:pPr>
            <a:endParaRPr b="0" lang="de-DE" sz="1800" strike="noStrike" u="none">
              <a:solidFill>
                <a:schemeClr val="dk1"/>
              </a:solidFill>
              <a:uFillTx/>
              <a:latin typeface="Calibri"/>
            </a:endParaRPr>
          </a:p>
        </p:txBody>
      </p:sp>
      <p:sp>
        <p:nvSpPr>
          <p:cNvPr id="289" name="Line 29"/>
          <p:cNvSpPr/>
          <p:nvPr/>
        </p:nvSpPr>
        <p:spPr>
          <a:xfrm>
            <a:off x="5519520" y="5059080"/>
            <a:ext cx="1584360" cy="360"/>
          </a:xfrm>
          <a:prstGeom prst="line">
            <a:avLst/>
          </a:prstGeom>
          <a:ln w="9525">
            <a:solidFill>
              <a:srgbClr val="000000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-44640" bIns="-44640" anchor="t">
            <a:noAutofit/>
          </a:bodyPr>
          <a:p>
            <a:endParaRPr b="0" lang="de-DE" sz="1800" strike="noStrike" u="none">
              <a:solidFill>
                <a:schemeClr val="dk1"/>
              </a:solidFill>
              <a:uFillTx/>
              <a:latin typeface="Calibri"/>
            </a:endParaRPr>
          </a:p>
        </p:txBody>
      </p:sp>
      <p:sp>
        <p:nvSpPr>
          <p:cNvPr id="290" name="Line 30"/>
          <p:cNvSpPr/>
          <p:nvPr/>
        </p:nvSpPr>
        <p:spPr>
          <a:xfrm>
            <a:off x="5519520" y="5419440"/>
            <a:ext cx="1584360" cy="360"/>
          </a:xfrm>
          <a:prstGeom prst="line">
            <a:avLst/>
          </a:prstGeom>
          <a:ln w="9525">
            <a:solidFill>
              <a:srgbClr val="000000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-44640" bIns="-44640" anchor="t">
            <a:noAutofit/>
          </a:bodyPr>
          <a:p>
            <a:endParaRPr b="0" lang="de-DE" sz="1800" strike="noStrike" u="none">
              <a:solidFill>
                <a:schemeClr val="dk1"/>
              </a:solidFill>
              <a:uFillTx/>
              <a:latin typeface="Calibri"/>
            </a:endParaRPr>
          </a:p>
        </p:txBody>
      </p:sp>
      <p:sp>
        <p:nvSpPr>
          <p:cNvPr id="291" name="Line 31"/>
          <p:cNvSpPr/>
          <p:nvPr/>
        </p:nvSpPr>
        <p:spPr>
          <a:xfrm>
            <a:off x="5519520" y="5779800"/>
            <a:ext cx="1584360" cy="360"/>
          </a:xfrm>
          <a:prstGeom prst="line">
            <a:avLst/>
          </a:prstGeom>
          <a:ln w="9525">
            <a:solidFill>
              <a:srgbClr val="000000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-44640" bIns="-44640" anchor="t">
            <a:noAutofit/>
          </a:bodyPr>
          <a:p>
            <a:endParaRPr b="0" lang="de-DE" sz="1800" strike="noStrike" u="none">
              <a:solidFill>
                <a:schemeClr val="dk1"/>
              </a:solidFill>
              <a:uFillTx/>
              <a:latin typeface="Calibri"/>
            </a:endParaRPr>
          </a:p>
        </p:txBody>
      </p:sp>
      <p:sp>
        <p:nvSpPr>
          <p:cNvPr id="292" name="Line 32"/>
          <p:cNvSpPr/>
          <p:nvPr/>
        </p:nvSpPr>
        <p:spPr>
          <a:xfrm>
            <a:off x="5519520" y="6211800"/>
            <a:ext cx="1584360" cy="360"/>
          </a:xfrm>
          <a:prstGeom prst="line">
            <a:avLst/>
          </a:prstGeom>
          <a:ln w="9525">
            <a:solidFill>
              <a:srgbClr val="000000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-44640" bIns="-44640" anchor="t">
            <a:noAutofit/>
          </a:bodyPr>
          <a:p>
            <a:endParaRPr b="0" lang="de-DE" sz="1800" strike="noStrike" u="none">
              <a:solidFill>
                <a:schemeClr val="dk1"/>
              </a:solidFill>
              <a:uFillTx/>
              <a:latin typeface="Calibri"/>
            </a:endParaRPr>
          </a:p>
        </p:txBody>
      </p:sp>
      <p:sp>
        <p:nvSpPr>
          <p:cNvPr id="293" name="Text Box 33"/>
          <p:cNvSpPr/>
          <p:nvPr/>
        </p:nvSpPr>
        <p:spPr>
          <a:xfrm>
            <a:off x="5880600" y="4770360"/>
            <a:ext cx="844200" cy="3031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wrap="none" lIns="90000" rIns="90000" tIns="45000" bIns="45000" anchor="t">
            <a:spAutoFit/>
          </a:bodyPr>
          <a:p>
            <a:pPr defTabSz="914400">
              <a:lnSpc>
                <a:spcPct val="100000"/>
              </a:lnSpc>
            </a:pPr>
            <a:r>
              <a:rPr b="0" lang="de-DE" sz="1400" strike="noStrike" u="none">
                <a:solidFill>
                  <a:schemeClr val="dk1"/>
                </a:solidFill>
                <a:uFillTx/>
                <a:latin typeface="Arial"/>
              </a:rPr>
              <a:t>VW Golf</a:t>
            </a:r>
            <a:endParaRPr b="0" lang="de-DE" sz="1400" strike="noStrike" u="none">
              <a:solidFill>
                <a:srgbClr val="000000"/>
              </a:solidFill>
              <a:uFillTx/>
              <a:latin typeface="Arial"/>
            </a:endParaRPr>
          </a:p>
        </p:txBody>
      </p:sp>
      <p:sp>
        <p:nvSpPr>
          <p:cNvPr id="294" name="Text Box 34"/>
          <p:cNvSpPr/>
          <p:nvPr/>
        </p:nvSpPr>
        <p:spPr>
          <a:xfrm>
            <a:off x="5808600" y="5130720"/>
            <a:ext cx="1002240" cy="3031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wrap="none" lIns="90000" rIns="90000" tIns="45000" bIns="45000" anchor="t">
            <a:spAutoFit/>
          </a:bodyPr>
          <a:p>
            <a:pPr defTabSz="914400">
              <a:lnSpc>
                <a:spcPct val="100000"/>
              </a:lnSpc>
            </a:pPr>
            <a:r>
              <a:rPr b="0" lang="de-DE" sz="1400" strike="noStrike" u="none">
                <a:solidFill>
                  <a:schemeClr val="dk1"/>
                </a:solidFill>
                <a:uFillTx/>
                <a:latin typeface="Arial"/>
              </a:rPr>
              <a:t>BMW 323i</a:t>
            </a:r>
            <a:endParaRPr b="0" lang="de-DE" sz="1400" strike="noStrike" u="none">
              <a:solidFill>
                <a:srgbClr val="000000"/>
              </a:solidFill>
              <a:uFillTx/>
              <a:latin typeface="Arial"/>
            </a:endParaRPr>
          </a:p>
        </p:txBody>
      </p:sp>
      <p:sp>
        <p:nvSpPr>
          <p:cNvPr id="295" name="Text Box 35"/>
          <p:cNvSpPr/>
          <p:nvPr/>
        </p:nvSpPr>
        <p:spPr>
          <a:xfrm>
            <a:off x="5663160" y="5419800"/>
            <a:ext cx="1359000" cy="3031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wrap="none" lIns="90000" rIns="90000" tIns="45000" bIns="45000" anchor="t">
            <a:spAutoFit/>
          </a:bodyPr>
          <a:p>
            <a:pPr defTabSz="914400">
              <a:lnSpc>
                <a:spcPct val="100000"/>
              </a:lnSpc>
            </a:pPr>
            <a:r>
              <a:rPr b="0" lang="de-DE" sz="1400" strike="noStrike" u="none">
                <a:solidFill>
                  <a:schemeClr val="dk1"/>
                </a:solidFill>
                <a:uFillTx/>
                <a:latin typeface="Arial"/>
              </a:rPr>
              <a:t>Mercedes CLK</a:t>
            </a:r>
            <a:endParaRPr b="0" lang="de-DE" sz="1400" strike="noStrike" u="none">
              <a:solidFill>
                <a:srgbClr val="000000"/>
              </a:solidFill>
              <a:uFillTx/>
              <a:latin typeface="Arial"/>
            </a:endParaRPr>
          </a:p>
        </p:txBody>
      </p:sp>
      <p:sp>
        <p:nvSpPr>
          <p:cNvPr id="296" name="Text Box 36"/>
          <p:cNvSpPr/>
          <p:nvPr/>
        </p:nvSpPr>
        <p:spPr>
          <a:xfrm>
            <a:off x="5812200" y="5851440"/>
            <a:ext cx="1112040" cy="3031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wrap="none" lIns="90000" rIns="90000" tIns="45000" bIns="45000" anchor="t">
            <a:spAutoFit/>
          </a:bodyPr>
          <a:p>
            <a:pPr defTabSz="914400">
              <a:lnSpc>
                <a:spcPct val="100000"/>
              </a:lnSpc>
            </a:pPr>
            <a:r>
              <a:rPr b="0" lang="de-DE" sz="1400" strike="noStrike" u="none">
                <a:solidFill>
                  <a:schemeClr val="dk1"/>
                </a:solidFill>
                <a:uFillTx/>
                <a:latin typeface="Arial"/>
              </a:rPr>
              <a:t>Opel Vectra</a:t>
            </a:r>
            <a:endParaRPr b="0" lang="de-DE" sz="1400" strike="noStrike" u="none">
              <a:solidFill>
                <a:srgbClr val="000000"/>
              </a:solidFill>
              <a:uFillTx/>
              <a:latin typeface="Arial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39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97" name="Rectangle 5"/>
          <p:cNvSpPr/>
          <p:nvPr/>
        </p:nvSpPr>
        <p:spPr>
          <a:xfrm>
            <a:off x="655200" y="365040"/>
            <a:ext cx="5119200" cy="16916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ctr">
            <a:normAutofit/>
          </a:bodyPr>
          <a:p>
            <a:pPr defTabSz="914400">
              <a:lnSpc>
                <a:spcPct val="90000"/>
              </a:lnSpc>
              <a:spcAft>
                <a:spcPts val="601"/>
              </a:spcAft>
            </a:pPr>
            <a:r>
              <a:rPr b="1" lang="en-US" sz="4400" spc="51" strike="noStrike" u="none">
                <a:solidFill>
                  <a:schemeClr val="dk1"/>
                </a:solidFill>
                <a:uFillTx/>
                <a:latin typeface="Calibri Light"/>
              </a:rPr>
              <a:t>UNION TYPES</a:t>
            </a:r>
            <a:endParaRPr b="0" lang="de-DE" sz="4400" strike="noStrike" u="none">
              <a:solidFill>
                <a:srgbClr val="000000"/>
              </a:solidFill>
              <a:uFillTx/>
              <a:latin typeface="Arial"/>
            </a:endParaRPr>
          </a:p>
        </p:txBody>
      </p:sp>
      <p:sp>
        <p:nvSpPr>
          <p:cNvPr id="298" name="Rectangle 6"/>
          <p:cNvSpPr/>
          <p:nvPr/>
        </p:nvSpPr>
        <p:spPr>
          <a:xfrm>
            <a:off x="529560" y="3549600"/>
            <a:ext cx="6312240" cy="23810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rmAutofit/>
          </a:bodyPr>
          <a:p>
            <a:pPr defTabSz="914400">
              <a:lnSpc>
                <a:spcPct val="100000"/>
              </a:lnSpc>
            </a:pPr>
            <a:br>
              <a:rPr sz="1800"/>
            </a:br>
            <a:r>
              <a:rPr b="0" lang="en-GB" sz="1800" strike="noStrike" u="none">
                <a:solidFill>
                  <a:srgbClr val="569cd6"/>
                </a:solidFill>
                <a:uFillTx/>
                <a:latin typeface="Menlo"/>
              </a:rPr>
              <a:t>var</a:t>
            </a:r>
            <a:r>
              <a:rPr b="0" lang="en-GB" sz="1800" strike="noStrike" u="none">
                <a:solidFill>
                  <a:srgbClr val="d4d4d4"/>
                </a:solidFill>
                <a:uFillTx/>
                <a:latin typeface="Menlo"/>
              </a:rPr>
              <a:t> </a:t>
            </a:r>
            <a:r>
              <a:rPr b="0" lang="en-GB" sz="1800" strike="noStrike" u="none">
                <a:solidFill>
                  <a:srgbClr val="9cdcfe"/>
                </a:solidFill>
                <a:uFillTx/>
                <a:latin typeface="Menlo"/>
              </a:rPr>
              <a:t>someUnionValue</a:t>
            </a:r>
            <a:r>
              <a:rPr b="0" lang="en-GB" sz="1800" strike="noStrike" u="none">
                <a:solidFill>
                  <a:srgbClr val="d4d4d4"/>
                </a:solidFill>
                <a:uFillTx/>
                <a:latin typeface="Menlo"/>
              </a:rPr>
              <a:t>:</a:t>
            </a:r>
            <a:r>
              <a:rPr b="0" lang="en-GB" sz="1800" strike="noStrike" u="none">
                <a:solidFill>
                  <a:srgbClr val="4ec9b0"/>
                </a:solidFill>
                <a:uFillTx/>
                <a:latin typeface="Menlo"/>
              </a:rPr>
              <a:t>string</a:t>
            </a:r>
            <a:r>
              <a:rPr b="0" lang="en-GB" sz="1800" strike="noStrike" u="none">
                <a:solidFill>
                  <a:srgbClr val="d4d4d4"/>
                </a:solidFill>
                <a:uFillTx/>
                <a:latin typeface="Menlo"/>
              </a:rPr>
              <a:t>|</a:t>
            </a:r>
            <a:r>
              <a:rPr b="0" lang="en-GB" sz="1800" strike="noStrike" u="none">
                <a:solidFill>
                  <a:srgbClr val="4ec9b0"/>
                </a:solidFill>
                <a:uFillTx/>
                <a:latin typeface="Menlo"/>
              </a:rPr>
              <a:t>number</a:t>
            </a:r>
            <a:r>
              <a:rPr b="0" lang="en-GB" sz="1800" strike="noStrike" u="none">
                <a:solidFill>
                  <a:srgbClr val="d4d4d4"/>
                </a:solidFill>
                <a:uFillTx/>
                <a:latin typeface="Menlo"/>
              </a:rPr>
              <a:t> </a:t>
            </a:r>
            <a:endParaRPr b="0" lang="de-DE" sz="1800" strike="noStrike" u="none">
              <a:solidFill>
                <a:srgbClr val="000000"/>
              </a:solidFill>
              <a:uFillTx/>
              <a:latin typeface="Arial"/>
            </a:endParaRPr>
          </a:p>
          <a:p>
            <a:pPr defTabSz="914400">
              <a:lnSpc>
                <a:spcPct val="100000"/>
              </a:lnSpc>
            </a:pPr>
            <a:r>
              <a:rPr b="0" lang="en-GB" sz="1800" strike="noStrike" u="none">
                <a:solidFill>
                  <a:srgbClr val="9cdcfe"/>
                </a:solidFill>
                <a:uFillTx/>
                <a:latin typeface="Menlo"/>
              </a:rPr>
              <a:t>someUnionValue</a:t>
            </a:r>
            <a:r>
              <a:rPr b="0" lang="en-GB" sz="1800" strike="noStrike" u="none">
                <a:solidFill>
                  <a:srgbClr val="d4d4d4"/>
                </a:solidFill>
                <a:uFillTx/>
                <a:latin typeface="Menlo"/>
              </a:rPr>
              <a:t> = </a:t>
            </a:r>
            <a:r>
              <a:rPr b="0" lang="en-GB" sz="1800" strike="noStrike" u="none">
                <a:solidFill>
                  <a:srgbClr val="b5cea8"/>
                </a:solidFill>
                <a:uFillTx/>
                <a:latin typeface="Menlo"/>
              </a:rPr>
              <a:t>42</a:t>
            </a:r>
            <a:r>
              <a:rPr b="0" lang="en-GB" sz="1800" strike="noStrike" u="none">
                <a:solidFill>
                  <a:srgbClr val="d4d4d4"/>
                </a:solidFill>
                <a:uFillTx/>
                <a:latin typeface="Menlo"/>
              </a:rPr>
              <a:t> </a:t>
            </a:r>
            <a:endParaRPr b="0" lang="de-DE" sz="1800" strike="noStrike" u="none">
              <a:solidFill>
                <a:srgbClr val="000000"/>
              </a:solidFill>
              <a:uFillTx/>
              <a:latin typeface="Arial"/>
            </a:endParaRPr>
          </a:p>
          <a:p>
            <a:pPr defTabSz="914400">
              <a:lnSpc>
                <a:spcPct val="100000"/>
              </a:lnSpc>
            </a:pPr>
            <a:r>
              <a:rPr b="0" lang="en-GB" sz="1800" strike="noStrike" u="none">
                <a:solidFill>
                  <a:srgbClr val="4ec9b0"/>
                </a:solidFill>
                <a:uFillTx/>
                <a:latin typeface="Menlo"/>
              </a:rPr>
              <a:t>console</a:t>
            </a:r>
            <a:r>
              <a:rPr b="0" lang="en-GB" sz="1800" strike="noStrike" u="none">
                <a:solidFill>
                  <a:srgbClr val="d4d4d4"/>
                </a:solidFill>
                <a:uFillTx/>
                <a:latin typeface="Menlo"/>
              </a:rPr>
              <a:t>.</a:t>
            </a:r>
            <a:r>
              <a:rPr b="0" lang="en-GB" sz="1800" strike="noStrike" u="none">
                <a:solidFill>
                  <a:srgbClr val="dcdcaa"/>
                </a:solidFill>
                <a:uFillTx/>
                <a:latin typeface="Menlo"/>
              </a:rPr>
              <a:t>log</a:t>
            </a:r>
            <a:r>
              <a:rPr b="0" lang="en-GB" sz="1800" strike="noStrike" u="none">
                <a:solidFill>
                  <a:srgbClr val="d4d4d4"/>
                </a:solidFill>
                <a:uFillTx/>
                <a:latin typeface="Menlo"/>
              </a:rPr>
              <a:t>(</a:t>
            </a:r>
            <a:r>
              <a:rPr b="0" lang="en-GB" sz="1800" strike="noStrike" u="none">
                <a:solidFill>
                  <a:srgbClr val="ce9178"/>
                </a:solidFill>
                <a:uFillTx/>
                <a:latin typeface="Menlo"/>
              </a:rPr>
              <a:t>"numeric value "</a:t>
            </a:r>
            <a:r>
              <a:rPr b="0" lang="en-GB" sz="1800" strike="noStrike" u="none">
                <a:solidFill>
                  <a:srgbClr val="d4d4d4"/>
                </a:solidFill>
                <a:uFillTx/>
                <a:latin typeface="Menlo"/>
              </a:rPr>
              <a:t>+</a:t>
            </a:r>
            <a:r>
              <a:rPr b="0" lang="en-GB" sz="1800" strike="noStrike" u="none">
                <a:solidFill>
                  <a:srgbClr val="9cdcfe"/>
                </a:solidFill>
                <a:uFillTx/>
                <a:latin typeface="Menlo"/>
              </a:rPr>
              <a:t>someUnionValue</a:t>
            </a:r>
            <a:r>
              <a:rPr b="0" lang="en-GB" sz="1800" strike="noStrike" u="none">
                <a:solidFill>
                  <a:srgbClr val="d4d4d4"/>
                </a:solidFill>
                <a:uFillTx/>
                <a:latin typeface="Menlo"/>
              </a:rPr>
              <a:t>) </a:t>
            </a:r>
            <a:endParaRPr b="0" lang="de-DE" sz="1800" strike="noStrike" u="none">
              <a:solidFill>
                <a:srgbClr val="000000"/>
              </a:solidFill>
              <a:uFillTx/>
              <a:latin typeface="Arial"/>
            </a:endParaRPr>
          </a:p>
          <a:p>
            <a:pPr defTabSz="914400">
              <a:lnSpc>
                <a:spcPct val="100000"/>
              </a:lnSpc>
            </a:pPr>
            <a:r>
              <a:rPr b="0" lang="en-GB" sz="1800" strike="noStrike" u="none">
                <a:solidFill>
                  <a:srgbClr val="9cdcfe"/>
                </a:solidFill>
                <a:uFillTx/>
                <a:latin typeface="Menlo"/>
              </a:rPr>
              <a:t>someUnionValue</a:t>
            </a:r>
            <a:r>
              <a:rPr b="0" lang="en-GB" sz="1800" strike="noStrike" u="none">
                <a:solidFill>
                  <a:srgbClr val="d4d4d4"/>
                </a:solidFill>
                <a:uFillTx/>
                <a:latin typeface="Menlo"/>
              </a:rPr>
              <a:t> = </a:t>
            </a:r>
            <a:r>
              <a:rPr b="0" lang="en-GB" sz="1800" strike="noStrike" u="none">
                <a:solidFill>
                  <a:srgbClr val="ce9178"/>
                </a:solidFill>
                <a:uFillTx/>
                <a:latin typeface="Menlo"/>
              </a:rPr>
              <a:t>"42 as string"</a:t>
            </a:r>
            <a:r>
              <a:rPr b="0" lang="en-GB" sz="1800" strike="noStrike" u="none">
                <a:solidFill>
                  <a:srgbClr val="d4d4d4"/>
                </a:solidFill>
                <a:uFillTx/>
                <a:latin typeface="Menlo"/>
              </a:rPr>
              <a:t> </a:t>
            </a:r>
            <a:endParaRPr b="0" lang="de-DE" sz="1800" strike="noStrike" u="none">
              <a:solidFill>
                <a:srgbClr val="000000"/>
              </a:solidFill>
              <a:uFillTx/>
              <a:latin typeface="Arial"/>
            </a:endParaRPr>
          </a:p>
          <a:p>
            <a:pPr defTabSz="914400">
              <a:lnSpc>
                <a:spcPct val="100000"/>
              </a:lnSpc>
            </a:pPr>
            <a:r>
              <a:rPr b="0" lang="en-GB" sz="1800" strike="noStrike" u="none">
                <a:solidFill>
                  <a:srgbClr val="4ec9b0"/>
                </a:solidFill>
                <a:uFillTx/>
                <a:latin typeface="Menlo"/>
              </a:rPr>
              <a:t>console</a:t>
            </a:r>
            <a:r>
              <a:rPr b="0" lang="en-GB" sz="1800" strike="noStrike" u="none">
                <a:solidFill>
                  <a:srgbClr val="d4d4d4"/>
                </a:solidFill>
                <a:uFillTx/>
                <a:latin typeface="Menlo"/>
              </a:rPr>
              <a:t>.</a:t>
            </a:r>
            <a:r>
              <a:rPr b="0" lang="en-GB" sz="1800" strike="noStrike" u="none">
                <a:solidFill>
                  <a:srgbClr val="dcdcaa"/>
                </a:solidFill>
                <a:uFillTx/>
                <a:latin typeface="Menlo"/>
              </a:rPr>
              <a:t>log</a:t>
            </a:r>
            <a:r>
              <a:rPr b="0" lang="en-GB" sz="1800" strike="noStrike" u="none">
                <a:solidFill>
                  <a:srgbClr val="d4d4d4"/>
                </a:solidFill>
                <a:uFillTx/>
                <a:latin typeface="Menlo"/>
              </a:rPr>
              <a:t>(</a:t>
            </a:r>
            <a:r>
              <a:rPr b="0" lang="en-GB" sz="1800" strike="noStrike" u="none">
                <a:solidFill>
                  <a:srgbClr val="ce9178"/>
                </a:solidFill>
                <a:uFillTx/>
                <a:latin typeface="Menlo"/>
              </a:rPr>
              <a:t>"string value "</a:t>
            </a:r>
            <a:r>
              <a:rPr b="0" lang="en-GB" sz="1800" strike="noStrike" u="none">
                <a:solidFill>
                  <a:srgbClr val="d4d4d4"/>
                </a:solidFill>
                <a:uFillTx/>
                <a:latin typeface="Menlo"/>
              </a:rPr>
              <a:t>+</a:t>
            </a:r>
            <a:r>
              <a:rPr b="0" lang="en-GB" sz="1800" strike="noStrike" u="none">
                <a:solidFill>
                  <a:srgbClr val="9cdcfe"/>
                </a:solidFill>
                <a:uFillTx/>
                <a:latin typeface="Menlo"/>
              </a:rPr>
              <a:t>someUnionValue</a:t>
            </a:r>
            <a:r>
              <a:rPr b="0" lang="en-GB" sz="1800" strike="noStrike" u="none">
                <a:solidFill>
                  <a:srgbClr val="d4d4d4"/>
                </a:solidFill>
                <a:uFillTx/>
                <a:latin typeface="Menlo"/>
              </a:rPr>
              <a:t>)</a:t>
            </a:r>
            <a:endParaRPr b="0" lang="de-DE" sz="1800" strike="noStrike" u="none">
              <a:solidFill>
                <a:srgbClr val="000000"/>
              </a:solidFill>
              <a:uFillTx/>
              <a:latin typeface="Arial"/>
            </a:endParaRPr>
          </a:p>
        </p:txBody>
      </p:sp>
      <p:sp>
        <p:nvSpPr>
          <p:cNvPr id="299" name="Picture 4"/>
          <p:cNvSpPr/>
          <p:nvPr/>
        </p:nvSpPr>
        <p:spPr>
          <a:xfrm>
            <a:off x="5878800" y="0"/>
            <a:ext cx="6312240" cy="6856920"/>
          </a:xfrm>
          <a:custGeom>
            <a:avLst/>
            <a:gdLst>
              <a:gd name="textAreaLeft" fmla="*/ 0 w 6312240"/>
              <a:gd name="textAreaRight" fmla="*/ 6313320 w 6312240"/>
              <a:gd name="textAreaTop" fmla="*/ 0 h 6856920"/>
              <a:gd name="textAreaBottom" fmla="*/ 6858000 h 6856920"/>
            </a:gdLst>
            <a:ahLst/>
            <a:rect l="textAreaLeft" t="textAreaTop" r="textAreaRight" b="textAreaBottom"/>
            <a:pathLst>
              <a:path w="6313150" h="6857997">
                <a:moveTo>
                  <a:pt x="65565" y="0"/>
                </a:moveTo>
                <a:lnTo>
                  <a:pt x="6313150" y="0"/>
                </a:lnTo>
                <a:lnTo>
                  <a:pt x="6313150" y="6857997"/>
                </a:lnTo>
                <a:lnTo>
                  <a:pt x="3293946" y="6857997"/>
                </a:lnTo>
                <a:lnTo>
                  <a:pt x="3235857" y="6823061"/>
                </a:lnTo>
                <a:cubicBezTo>
                  <a:pt x="1291240" y="5592803"/>
                  <a:pt x="0" y="3423096"/>
                  <a:pt x="0" y="951803"/>
                </a:cubicBezTo>
                <a:cubicBezTo>
                  <a:pt x="0" y="727140"/>
                  <a:pt x="10673" y="504970"/>
                  <a:pt x="31536" y="285771"/>
                </a:cubicBezTo>
                <a:close/>
              </a:path>
            </a:pathLst>
          </a:custGeom>
          <a:blipFill rotWithShape="0">
            <a:blip r:embed="rId1"/>
            <a:srcRect/>
            <a:stretch/>
          </a:blip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pPr>
              <a:lnSpc>
                <a:spcPct val="100000"/>
              </a:lnSpc>
            </a:pPr>
            <a:endParaRPr b="0" lang="de-DE" sz="1800" strike="noStrike" u="none">
              <a:solidFill>
                <a:srgbClr val="000000"/>
              </a:solidFill>
              <a:uFillTx/>
              <a:latin typeface="Arial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40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00" name="PlaceHolder 1"/>
          <p:cNvSpPr>
            <a:spLocks noGrp="1"/>
          </p:cNvSpPr>
          <p:nvPr>
            <p:ph type="title"/>
          </p:nvPr>
        </p:nvSpPr>
        <p:spPr>
          <a:xfrm>
            <a:off x="838080" y="963720"/>
            <a:ext cx="3493440" cy="492912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ctr">
            <a:normAutofit/>
          </a:bodyPr>
          <a:p>
            <a:pPr indent="0" algn="r" defTabSz="914400">
              <a:lnSpc>
                <a:spcPct val="90000"/>
              </a:lnSpc>
              <a:buNone/>
              <a:tabLst>
                <a:tab algn="l" pos="0"/>
              </a:tabLst>
            </a:pPr>
            <a:r>
              <a:rPr b="0" lang="de-DE" sz="4400" strike="noStrike" u="none">
                <a:solidFill>
                  <a:schemeClr val="accent1"/>
                </a:solidFill>
                <a:uFillTx/>
                <a:latin typeface="Calibri Light"/>
              </a:rPr>
              <a:t>Schnittstellen - Interfaces</a:t>
            </a:r>
            <a:endParaRPr b="0" lang="de-DE" sz="4400" strike="noStrike" u="none">
              <a:solidFill>
                <a:srgbClr val="000000"/>
              </a:solidFill>
              <a:uFillTx/>
              <a:latin typeface="Arial"/>
            </a:endParaRPr>
          </a:p>
        </p:txBody>
      </p:sp>
      <p:sp>
        <p:nvSpPr>
          <p:cNvPr id="301" name="PlaceHolder 2"/>
          <p:cNvSpPr>
            <a:spLocks noGrp="1"/>
          </p:cNvSpPr>
          <p:nvPr>
            <p:ph/>
          </p:nvPr>
        </p:nvSpPr>
        <p:spPr>
          <a:xfrm>
            <a:off x="4975920" y="963720"/>
            <a:ext cx="6376680" cy="492912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ctr">
            <a:normAutofit/>
          </a:bodyPr>
          <a:p>
            <a:pPr marL="228600" indent="-228600" defTabSz="914400">
              <a:lnSpc>
                <a:spcPct val="90000"/>
              </a:lnSpc>
              <a:spcBef>
                <a:spcPts val="1001"/>
              </a:spcBef>
              <a:buClr>
                <a:srgbClr val="000000"/>
              </a:buClr>
              <a:buFont typeface="Arial"/>
              <a:buChar char="•"/>
            </a:pPr>
            <a:r>
              <a:rPr b="0" lang="de-DE" sz="2400" strike="noStrike" u="none">
                <a:solidFill>
                  <a:schemeClr val="dk1"/>
                </a:solidFill>
                <a:uFillTx/>
                <a:latin typeface="Calibri"/>
              </a:rPr>
              <a:t>Eine Schnittstelle beschreibt eine Menge von Signaturen und Attributen</a:t>
            </a:r>
            <a:endParaRPr b="0" lang="de-DE" sz="2400" strike="noStrike" u="none">
              <a:solidFill>
                <a:srgbClr val="000000"/>
              </a:solidFill>
              <a:uFillTx/>
              <a:latin typeface="Arial"/>
            </a:endParaRPr>
          </a:p>
          <a:p>
            <a:pPr marL="228600" indent="-228600" defTabSz="914400">
              <a:lnSpc>
                <a:spcPct val="90000"/>
              </a:lnSpc>
              <a:spcBef>
                <a:spcPts val="1001"/>
              </a:spcBef>
              <a:buClr>
                <a:srgbClr val="000000"/>
              </a:buClr>
              <a:buFont typeface="Arial"/>
              <a:buChar char="•"/>
            </a:pPr>
            <a:r>
              <a:rPr b="0" lang="de-DE" sz="2400" strike="noStrike" u="none">
                <a:solidFill>
                  <a:schemeClr val="dk1"/>
                </a:solidFill>
                <a:uFillTx/>
                <a:latin typeface="Calibri"/>
              </a:rPr>
              <a:t>Externe </a:t>
            </a:r>
            <a:r>
              <a:rPr b="0" i="1" lang="de-DE" sz="2400" strike="noStrike" u="none">
                <a:solidFill>
                  <a:schemeClr val="dk1"/>
                </a:solidFill>
                <a:uFillTx/>
                <a:latin typeface="Calibri"/>
              </a:rPr>
              <a:t>Sicht</a:t>
            </a:r>
            <a:r>
              <a:rPr b="0" lang="de-DE" sz="2400" strike="noStrike" u="none">
                <a:solidFill>
                  <a:schemeClr val="dk1"/>
                </a:solidFill>
                <a:uFillTx/>
                <a:latin typeface="Calibri"/>
              </a:rPr>
              <a:t> auf eine Klasse</a:t>
            </a:r>
            <a:endParaRPr b="0" lang="de-DE" sz="2400" strike="noStrike" u="none">
              <a:solidFill>
                <a:srgbClr val="000000"/>
              </a:solidFill>
              <a:uFillTx/>
              <a:latin typeface="Arial"/>
            </a:endParaRPr>
          </a:p>
          <a:p>
            <a:pPr lvl="1" marL="685800" indent="-228600" defTabSz="914400">
              <a:lnSpc>
                <a:spcPct val="90000"/>
              </a:lnSpc>
              <a:spcBef>
                <a:spcPts val="499"/>
              </a:spcBef>
              <a:buClr>
                <a:srgbClr val="000000"/>
              </a:buClr>
              <a:buFont typeface="Arial"/>
              <a:buChar char="•"/>
            </a:pPr>
            <a:r>
              <a:rPr b="0" lang="de-DE" sz="2400" strike="noStrike" u="none">
                <a:solidFill>
                  <a:schemeClr val="dk1"/>
                </a:solidFill>
                <a:uFillTx/>
                <a:latin typeface="Calibri"/>
              </a:rPr>
              <a:t>Verhalten der Klasse</a:t>
            </a:r>
            <a:endParaRPr b="0" lang="de-DE" sz="2400" strike="noStrike" u="none">
              <a:solidFill>
                <a:srgbClr val="000000"/>
              </a:solidFill>
              <a:uFillTx/>
              <a:latin typeface="Arial"/>
            </a:endParaRPr>
          </a:p>
          <a:p>
            <a:pPr lvl="1" marL="685800" indent="-228600" defTabSz="914400">
              <a:lnSpc>
                <a:spcPct val="90000"/>
              </a:lnSpc>
              <a:spcBef>
                <a:spcPts val="499"/>
              </a:spcBef>
              <a:buClr>
                <a:srgbClr val="000000"/>
              </a:buClr>
              <a:buFont typeface="Arial"/>
              <a:buChar char="•"/>
            </a:pPr>
            <a:r>
              <a:rPr b="0" lang="de-DE" sz="2400" strike="noStrike" u="none">
                <a:solidFill>
                  <a:schemeClr val="dk1"/>
                </a:solidFill>
                <a:uFillTx/>
                <a:latin typeface="Calibri"/>
              </a:rPr>
              <a:t>Enthält in der Regel nicht alle Attribute/Methoden der Klasse</a:t>
            </a:r>
            <a:endParaRPr b="0" lang="de-DE" sz="2400" strike="noStrike" u="none">
              <a:solidFill>
                <a:srgbClr val="000000"/>
              </a:solidFill>
              <a:uFillTx/>
              <a:latin typeface="Arial"/>
            </a:endParaRPr>
          </a:p>
          <a:p>
            <a:pPr marL="228600" indent="-228600" defTabSz="914400">
              <a:lnSpc>
                <a:spcPct val="90000"/>
              </a:lnSpc>
              <a:spcBef>
                <a:spcPts val="1001"/>
              </a:spcBef>
              <a:buClr>
                <a:srgbClr val="000000"/>
              </a:buClr>
              <a:buFont typeface="Arial"/>
              <a:buChar char="•"/>
            </a:pPr>
            <a:r>
              <a:rPr b="0" lang="de-DE" sz="2400" strike="noStrike" u="none">
                <a:solidFill>
                  <a:schemeClr val="dk1"/>
                </a:solidFill>
                <a:uFillTx/>
                <a:latin typeface="Calibri"/>
              </a:rPr>
              <a:t>Eine Klasse kann mehrere Interfaces </a:t>
            </a:r>
            <a:r>
              <a:rPr b="0" i="1" lang="de-DE" sz="2400" strike="noStrike" u="none">
                <a:solidFill>
                  <a:schemeClr val="dk1"/>
                </a:solidFill>
                <a:uFillTx/>
                <a:latin typeface="Calibri"/>
              </a:rPr>
              <a:t>implementieren</a:t>
            </a:r>
            <a:endParaRPr b="0" lang="de-DE" sz="2400" strike="noStrike" u="none">
              <a:solidFill>
                <a:srgbClr val="000000"/>
              </a:solidFill>
              <a:uFillTx/>
              <a:latin typeface="Arial"/>
            </a:endParaRPr>
          </a:p>
          <a:p>
            <a:pPr lvl="1" marL="685800" indent="-228600" defTabSz="914400">
              <a:lnSpc>
                <a:spcPct val="90000"/>
              </a:lnSpc>
              <a:spcBef>
                <a:spcPts val="499"/>
              </a:spcBef>
              <a:buClr>
                <a:srgbClr val="000000"/>
              </a:buClr>
              <a:buFont typeface="Arial"/>
              <a:buChar char="•"/>
            </a:pPr>
            <a:r>
              <a:rPr b="0" lang="de-DE" sz="2400" strike="noStrike" u="none">
                <a:solidFill>
                  <a:schemeClr val="dk1"/>
                </a:solidFill>
                <a:uFillTx/>
                <a:latin typeface="Calibri"/>
              </a:rPr>
              <a:t>Muss alle in der Schnittstelle deklarierten Methoden implementieren</a:t>
            </a:r>
            <a:endParaRPr b="0" lang="de-DE" sz="2400" strike="noStrike" u="none">
              <a:solidFill>
                <a:srgbClr val="000000"/>
              </a:solidFill>
              <a:uFillTx/>
              <a:latin typeface="Arial"/>
            </a:endParaRPr>
          </a:p>
          <a:p>
            <a:pPr lvl="1" marL="685800" indent="-228600" defTabSz="914400">
              <a:lnSpc>
                <a:spcPct val="90000"/>
              </a:lnSpc>
              <a:spcBef>
                <a:spcPts val="499"/>
              </a:spcBef>
              <a:buClr>
                <a:srgbClr val="000000"/>
              </a:buClr>
              <a:buFont typeface="Arial"/>
              <a:buChar char="•"/>
            </a:pPr>
            <a:r>
              <a:rPr b="0" lang="de-DE" sz="2400" strike="noStrike" u="none">
                <a:solidFill>
                  <a:schemeClr val="dk1"/>
                </a:solidFill>
                <a:uFillTx/>
                <a:latin typeface="Calibri"/>
              </a:rPr>
              <a:t>Schnittstellenmethoden sind de facto abstrakt</a:t>
            </a:r>
            <a:endParaRPr b="0" lang="de-DE" sz="2400" strike="noStrike" u="none">
              <a:solidFill>
                <a:srgbClr val="000000"/>
              </a:solidFill>
              <a:uFillTx/>
              <a:latin typeface="Arial"/>
            </a:endParaRPr>
          </a:p>
          <a:p>
            <a:pPr indent="0" defTabSz="914400">
              <a:lnSpc>
                <a:spcPct val="90000"/>
              </a:lnSpc>
              <a:spcBef>
                <a:spcPts val="1001"/>
              </a:spcBef>
              <a:buNone/>
              <a:tabLst>
                <a:tab algn="l" pos="0"/>
              </a:tabLst>
            </a:pPr>
            <a:endParaRPr b="0" lang="de-DE" sz="2400" strike="noStrike" u="none">
              <a:solidFill>
                <a:srgbClr val="000000"/>
              </a:solidFill>
              <a:uFillTx/>
              <a:latin typeface="Arial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41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02" name="PlaceHolder 1"/>
          <p:cNvSpPr>
            <a:spLocks noGrp="1"/>
          </p:cNvSpPr>
          <p:nvPr>
            <p:ph type="title"/>
          </p:nvPr>
        </p:nvSpPr>
        <p:spPr>
          <a:xfrm>
            <a:off x="838080" y="365040"/>
            <a:ext cx="10514520" cy="132444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ctr">
            <a:noAutofit/>
          </a:bodyPr>
          <a:p>
            <a:pPr indent="0" defTabSz="914400">
              <a:lnSpc>
                <a:spcPct val="90000"/>
              </a:lnSpc>
              <a:buNone/>
              <a:tabLst>
                <a:tab algn="l" pos="0"/>
              </a:tabLst>
            </a:pPr>
            <a:r>
              <a:rPr b="0" lang="en-DE" sz="4400" strike="noStrike" u="none">
                <a:solidFill>
                  <a:schemeClr val="dk1"/>
                </a:solidFill>
                <a:uFillTx/>
                <a:latin typeface="Calibri Light"/>
              </a:rPr>
              <a:t>Enum</a:t>
            </a:r>
            <a:endParaRPr b="0" lang="de-DE" sz="4400" strike="noStrike" u="none">
              <a:solidFill>
                <a:srgbClr val="000000"/>
              </a:solidFill>
              <a:uFillTx/>
              <a:latin typeface="Arial"/>
            </a:endParaRPr>
          </a:p>
        </p:txBody>
      </p:sp>
      <p:sp>
        <p:nvSpPr>
          <p:cNvPr id="303" name="PlaceHolder 2"/>
          <p:cNvSpPr>
            <a:spLocks noGrp="1"/>
          </p:cNvSpPr>
          <p:nvPr>
            <p:ph/>
          </p:nvPr>
        </p:nvSpPr>
        <p:spPr>
          <a:xfrm>
            <a:off x="838080" y="1825560"/>
            <a:ext cx="10514520" cy="435024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t">
            <a:normAutofit/>
          </a:bodyPr>
          <a:p>
            <a:pPr indent="0" defTabSz="914400">
              <a:lnSpc>
                <a:spcPct val="90000"/>
              </a:lnSpc>
              <a:spcBef>
                <a:spcPts val="1001"/>
              </a:spcBef>
              <a:buNone/>
              <a:tabLst>
                <a:tab algn="l" pos="0"/>
              </a:tabLst>
            </a:pPr>
            <a:r>
              <a:rPr b="0" lang="en-GB" sz="2800" strike="noStrike" u="none">
                <a:solidFill>
                  <a:srgbClr val="569cd6"/>
                </a:solidFill>
                <a:uFillTx/>
                <a:latin typeface="Menlo"/>
              </a:rPr>
              <a:t>enum</a:t>
            </a:r>
            <a:r>
              <a:rPr b="0" lang="en-GB" sz="2800" strike="noStrike" u="none">
                <a:solidFill>
                  <a:srgbClr val="d4d4d4"/>
                </a:solidFill>
                <a:uFillTx/>
                <a:latin typeface="Menlo"/>
              </a:rPr>
              <a:t> </a:t>
            </a:r>
            <a:r>
              <a:rPr b="0" lang="en-GB" sz="2800" strike="noStrike" u="none">
                <a:solidFill>
                  <a:srgbClr val="4ec9b0"/>
                </a:solidFill>
                <a:uFillTx/>
                <a:latin typeface="Menlo"/>
              </a:rPr>
              <a:t>Direction</a:t>
            </a:r>
            <a:r>
              <a:rPr b="0" lang="en-GB" sz="2800" strike="noStrike" u="none">
                <a:solidFill>
                  <a:srgbClr val="d4d4d4"/>
                </a:solidFill>
                <a:uFillTx/>
                <a:latin typeface="Menlo"/>
              </a:rPr>
              <a:t> {</a:t>
            </a:r>
            <a:endParaRPr b="0" lang="de-DE" sz="2800" strike="noStrike" u="none">
              <a:solidFill>
                <a:srgbClr val="000000"/>
              </a:solidFill>
              <a:uFillTx/>
              <a:latin typeface="Arial"/>
            </a:endParaRPr>
          </a:p>
          <a:p>
            <a:pPr indent="0" defTabSz="914400">
              <a:lnSpc>
                <a:spcPct val="90000"/>
              </a:lnSpc>
              <a:spcBef>
                <a:spcPts val="1001"/>
              </a:spcBef>
              <a:buNone/>
              <a:tabLst>
                <a:tab algn="l" pos="0"/>
              </a:tabLst>
            </a:pPr>
            <a:r>
              <a:rPr b="0" lang="en-GB" sz="2800" strike="noStrike" u="none">
                <a:solidFill>
                  <a:srgbClr val="b5cea8"/>
                </a:solidFill>
                <a:uFillTx/>
                <a:latin typeface="Menlo"/>
              </a:rPr>
              <a:t>	</a:t>
            </a:r>
            <a:r>
              <a:rPr b="0" lang="en-GB" sz="2800" strike="noStrike" u="none">
                <a:solidFill>
                  <a:srgbClr val="b5cea8"/>
                </a:solidFill>
                <a:uFillTx/>
                <a:latin typeface="Menlo"/>
              </a:rPr>
              <a:t>Up</a:t>
            </a:r>
            <a:r>
              <a:rPr b="0" lang="en-GB" sz="2800" strike="noStrike" u="none">
                <a:solidFill>
                  <a:srgbClr val="d4d4d4"/>
                </a:solidFill>
                <a:uFillTx/>
                <a:latin typeface="Menlo"/>
              </a:rPr>
              <a:t> = </a:t>
            </a:r>
            <a:r>
              <a:rPr b="0" lang="en-GB" sz="2800" strike="noStrike" u="none">
                <a:solidFill>
                  <a:srgbClr val="b5cea8"/>
                </a:solidFill>
                <a:uFillTx/>
                <a:latin typeface="Menlo"/>
              </a:rPr>
              <a:t>1</a:t>
            </a:r>
            <a:r>
              <a:rPr b="0" lang="en-GB" sz="2800" strike="noStrike" u="none">
                <a:solidFill>
                  <a:srgbClr val="d4d4d4"/>
                </a:solidFill>
                <a:uFillTx/>
                <a:latin typeface="Menlo"/>
              </a:rPr>
              <a:t>, </a:t>
            </a:r>
            <a:endParaRPr b="0" lang="de-DE" sz="2800" strike="noStrike" u="none">
              <a:solidFill>
                <a:srgbClr val="000000"/>
              </a:solidFill>
              <a:uFillTx/>
              <a:latin typeface="Arial"/>
            </a:endParaRPr>
          </a:p>
          <a:p>
            <a:pPr indent="0" defTabSz="914400">
              <a:lnSpc>
                <a:spcPct val="90000"/>
              </a:lnSpc>
              <a:spcBef>
                <a:spcPts val="1001"/>
              </a:spcBef>
              <a:buNone/>
              <a:tabLst>
                <a:tab algn="l" pos="0"/>
              </a:tabLst>
            </a:pPr>
            <a:r>
              <a:rPr b="0" lang="en-GB" sz="2800" strike="noStrike" u="none">
                <a:solidFill>
                  <a:srgbClr val="b5cea8"/>
                </a:solidFill>
                <a:uFillTx/>
                <a:latin typeface="Menlo"/>
              </a:rPr>
              <a:t>	</a:t>
            </a:r>
            <a:r>
              <a:rPr b="0" lang="en-GB" sz="2800" strike="noStrike" u="none">
                <a:solidFill>
                  <a:srgbClr val="b5cea8"/>
                </a:solidFill>
                <a:uFillTx/>
                <a:latin typeface="Menlo"/>
              </a:rPr>
              <a:t>Down</a:t>
            </a:r>
            <a:r>
              <a:rPr b="0" lang="en-GB" sz="2800" strike="noStrike" u="none">
                <a:solidFill>
                  <a:srgbClr val="d4d4d4"/>
                </a:solidFill>
                <a:uFillTx/>
                <a:latin typeface="Menlo"/>
              </a:rPr>
              <a:t>, </a:t>
            </a:r>
            <a:endParaRPr b="0" lang="de-DE" sz="2800" strike="noStrike" u="none">
              <a:solidFill>
                <a:srgbClr val="000000"/>
              </a:solidFill>
              <a:uFillTx/>
              <a:latin typeface="Arial"/>
            </a:endParaRPr>
          </a:p>
          <a:p>
            <a:pPr indent="0" defTabSz="914400">
              <a:lnSpc>
                <a:spcPct val="90000"/>
              </a:lnSpc>
              <a:spcBef>
                <a:spcPts val="1001"/>
              </a:spcBef>
              <a:buNone/>
              <a:tabLst>
                <a:tab algn="l" pos="0"/>
              </a:tabLst>
            </a:pPr>
            <a:r>
              <a:rPr b="0" lang="en-GB" sz="2800" strike="noStrike" u="none">
                <a:solidFill>
                  <a:srgbClr val="d4d4d4"/>
                </a:solidFill>
                <a:uFillTx/>
                <a:latin typeface="Menlo"/>
              </a:rPr>
              <a:t>	</a:t>
            </a:r>
            <a:r>
              <a:rPr b="0" lang="en-GB" sz="2800" strike="noStrike" u="none">
                <a:solidFill>
                  <a:srgbClr val="b5cea8"/>
                </a:solidFill>
                <a:uFillTx/>
                <a:latin typeface="Menlo"/>
              </a:rPr>
              <a:t>Left</a:t>
            </a:r>
            <a:r>
              <a:rPr b="0" lang="en-GB" sz="2800" strike="noStrike" u="none">
                <a:solidFill>
                  <a:srgbClr val="d4d4d4"/>
                </a:solidFill>
                <a:uFillTx/>
                <a:latin typeface="Menlo"/>
              </a:rPr>
              <a:t>, </a:t>
            </a:r>
            <a:endParaRPr b="0" lang="de-DE" sz="2800" strike="noStrike" u="none">
              <a:solidFill>
                <a:srgbClr val="000000"/>
              </a:solidFill>
              <a:uFillTx/>
              <a:latin typeface="Arial"/>
            </a:endParaRPr>
          </a:p>
          <a:p>
            <a:pPr indent="0" defTabSz="914400">
              <a:lnSpc>
                <a:spcPct val="90000"/>
              </a:lnSpc>
              <a:spcBef>
                <a:spcPts val="1001"/>
              </a:spcBef>
              <a:buNone/>
              <a:tabLst>
                <a:tab algn="l" pos="0"/>
              </a:tabLst>
            </a:pPr>
            <a:r>
              <a:rPr b="0" lang="en-GB" sz="2800" strike="noStrike" u="none">
                <a:solidFill>
                  <a:srgbClr val="d4d4d4"/>
                </a:solidFill>
                <a:uFillTx/>
                <a:latin typeface="Menlo"/>
              </a:rPr>
              <a:t>	</a:t>
            </a:r>
            <a:r>
              <a:rPr b="0" lang="en-GB" sz="2800" strike="noStrike" u="none">
                <a:solidFill>
                  <a:srgbClr val="b5cea8"/>
                </a:solidFill>
                <a:uFillTx/>
                <a:latin typeface="Menlo"/>
              </a:rPr>
              <a:t>Right</a:t>
            </a:r>
            <a:endParaRPr b="0" lang="de-DE" sz="2800" strike="noStrike" u="none">
              <a:solidFill>
                <a:srgbClr val="000000"/>
              </a:solidFill>
              <a:uFillTx/>
              <a:latin typeface="Arial"/>
            </a:endParaRPr>
          </a:p>
          <a:p>
            <a:pPr indent="0" defTabSz="914400">
              <a:lnSpc>
                <a:spcPct val="90000"/>
              </a:lnSpc>
              <a:spcBef>
                <a:spcPts val="1001"/>
              </a:spcBef>
              <a:buNone/>
              <a:tabLst>
                <a:tab algn="l" pos="0"/>
              </a:tabLst>
            </a:pPr>
            <a:r>
              <a:rPr b="0" lang="en-GB" sz="2800" strike="noStrike" u="none">
                <a:solidFill>
                  <a:srgbClr val="d4d4d4"/>
                </a:solidFill>
                <a:uFillTx/>
                <a:latin typeface="Menlo"/>
              </a:rPr>
              <a:t>}</a:t>
            </a:r>
            <a:endParaRPr b="0" lang="de-DE" sz="2800" strike="noStrike" u="none">
              <a:solidFill>
                <a:srgbClr val="000000"/>
              </a:solidFill>
              <a:uFillTx/>
              <a:latin typeface="Arial"/>
            </a:endParaRPr>
          </a:p>
          <a:p>
            <a:pPr indent="0" defTabSz="914400">
              <a:lnSpc>
                <a:spcPct val="90000"/>
              </a:lnSpc>
              <a:spcBef>
                <a:spcPts val="1001"/>
              </a:spcBef>
              <a:buNone/>
              <a:tabLst>
                <a:tab algn="l" pos="0"/>
              </a:tabLst>
            </a:pPr>
            <a:endParaRPr b="0" lang="de-DE" sz="2800" strike="noStrike" u="none">
              <a:solidFill>
                <a:srgbClr val="000000"/>
              </a:solidFill>
              <a:uFillTx/>
              <a:latin typeface="Arial"/>
            </a:endParaRPr>
          </a:p>
          <a:p>
            <a:pPr indent="0" defTabSz="914400">
              <a:lnSpc>
                <a:spcPct val="90000"/>
              </a:lnSpc>
              <a:spcBef>
                <a:spcPts val="1001"/>
              </a:spcBef>
              <a:buNone/>
              <a:tabLst>
                <a:tab algn="l" pos="0"/>
              </a:tabLst>
            </a:pPr>
            <a:r>
              <a:rPr b="0" lang="en-GB" sz="2800" strike="noStrike" u="none">
                <a:solidFill>
                  <a:srgbClr val="569cd6"/>
                </a:solidFill>
                <a:uFillTx/>
                <a:latin typeface="Menlo"/>
              </a:rPr>
              <a:t>var</a:t>
            </a:r>
            <a:r>
              <a:rPr b="0" lang="en-GB" sz="2800" strike="noStrike" u="none">
                <a:solidFill>
                  <a:srgbClr val="d4d4d4"/>
                </a:solidFill>
                <a:uFillTx/>
                <a:latin typeface="Menlo"/>
              </a:rPr>
              <a:t> </a:t>
            </a:r>
            <a:r>
              <a:rPr b="0" lang="en-GB" sz="2800" strike="noStrike" u="none">
                <a:solidFill>
                  <a:srgbClr val="9cdcfe"/>
                </a:solidFill>
                <a:uFillTx/>
                <a:latin typeface="Menlo"/>
              </a:rPr>
              <a:t>dir</a:t>
            </a:r>
            <a:r>
              <a:rPr b="0" lang="en-GB" sz="2800" strike="noStrike" u="none">
                <a:solidFill>
                  <a:srgbClr val="d4d4d4"/>
                </a:solidFill>
                <a:uFillTx/>
                <a:latin typeface="Menlo"/>
              </a:rPr>
              <a:t>: </a:t>
            </a:r>
            <a:r>
              <a:rPr b="0" lang="en-GB" sz="2800" strike="noStrike" u="none">
                <a:solidFill>
                  <a:srgbClr val="4ec9b0"/>
                </a:solidFill>
                <a:uFillTx/>
                <a:latin typeface="Menlo"/>
              </a:rPr>
              <a:t>Direction</a:t>
            </a:r>
            <a:r>
              <a:rPr b="0" lang="en-GB" sz="2800" strike="noStrike" u="none">
                <a:solidFill>
                  <a:srgbClr val="d4d4d4"/>
                </a:solidFill>
                <a:uFillTx/>
                <a:latin typeface="Menlo"/>
              </a:rPr>
              <a:t> = </a:t>
            </a:r>
            <a:r>
              <a:rPr b="0" lang="en-GB" sz="2800" strike="noStrike" u="none">
                <a:solidFill>
                  <a:srgbClr val="9cdcfe"/>
                </a:solidFill>
                <a:uFillTx/>
                <a:latin typeface="Menlo"/>
              </a:rPr>
              <a:t>Direction</a:t>
            </a:r>
            <a:r>
              <a:rPr b="0" lang="en-GB" sz="2800" strike="noStrike" u="none">
                <a:solidFill>
                  <a:srgbClr val="d4d4d4"/>
                </a:solidFill>
                <a:uFillTx/>
                <a:latin typeface="Menlo"/>
              </a:rPr>
              <a:t>.</a:t>
            </a:r>
            <a:r>
              <a:rPr b="0" lang="en-GB" sz="2800" strike="noStrike" u="none">
                <a:solidFill>
                  <a:srgbClr val="9cdcfe"/>
                </a:solidFill>
                <a:uFillTx/>
                <a:latin typeface="Menlo"/>
              </a:rPr>
              <a:t>Up</a:t>
            </a:r>
            <a:r>
              <a:rPr b="0" lang="en-GB" sz="2800" strike="noStrike" u="none">
                <a:solidFill>
                  <a:srgbClr val="d4d4d4"/>
                </a:solidFill>
                <a:uFillTx/>
                <a:latin typeface="Menlo"/>
              </a:rPr>
              <a:t>;</a:t>
            </a:r>
            <a:endParaRPr b="0" lang="de-DE" sz="2800" strike="noStrike" u="none">
              <a:solidFill>
                <a:srgbClr val="000000"/>
              </a:solidFill>
              <a:uFillTx/>
              <a:latin typeface="Arial"/>
            </a:endParaRPr>
          </a:p>
          <a:p>
            <a:pPr indent="0" defTabSz="914400">
              <a:lnSpc>
                <a:spcPct val="90000"/>
              </a:lnSpc>
              <a:spcBef>
                <a:spcPts val="1001"/>
              </a:spcBef>
              <a:buNone/>
              <a:tabLst>
                <a:tab algn="l" pos="0"/>
              </a:tabLst>
            </a:pPr>
            <a:endParaRPr b="0" lang="de-DE" sz="2800" strike="noStrike" u="none">
              <a:solidFill>
                <a:srgbClr val="000000"/>
              </a:solidFill>
              <a:uFillTx/>
              <a:latin typeface="Arial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42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04" name="PlaceHolder 1"/>
          <p:cNvSpPr>
            <a:spLocks noGrp="1"/>
          </p:cNvSpPr>
          <p:nvPr>
            <p:ph type="title"/>
          </p:nvPr>
        </p:nvSpPr>
        <p:spPr>
          <a:xfrm>
            <a:off x="838080" y="365040"/>
            <a:ext cx="10514520" cy="132444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ctr">
            <a:noAutofit/>
          </a:bodyPr>
          <a:p>
            <a:pPr indent="0" defTabSz="914400">
              <a:lnSpc>
                <a:spcPct val="90000"/>
              </a:lnSpc>
              <a:buNone/>
              <a:tabLst>
                <a:tab algn="l" pos="0"/>
              </a:tabLst>
            </a:pPr>
            <a:r>
              <a:rPr b="0" lang="en-DE" sz="4400" strike="noStrike" u="none">
                <a:solidFill>
                  <a:schemeClr val="dk1"/>
                </a:solidFill>
                <a:uFillTx/>
                <a:latin typeface="Calibri Light"/>
              </a:rPr>
              <a:t>Nonsens Code</a:t>
            </a:r>
            <a:endParaRPr b="0" lang="de-DE" sz="4400" strike="noStrike" u="none">
              <a:solidFill>
                <a:srgbClr val="000000"/>
              </a:solidFill>
              <a:uFillTx/>
              <a:latin typeface="Arial"/>
            </a:endParaRPr>
          </a:p>
        </p:txBody>
      </p:sp>
      <p:sp>
        <p:nvSpPr>
          <p:cNvPr id="305" name="PlaceHolder 2"/>
          <p:cNvSpPr>
            <a:spLocks noGrp="1"/>
          </p:cNvSpPr>
          <p:nvPr>
            <p:ph/>
          </p:nvPr>
        </p:nvSpPr>
        <p:spPr>
          <a:xfrm>
            <a:off x="838080" y="1825560"/>
            <a:ext cx="10514520" cy="435024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t">
            <a:noAutofit/>
          </a:bodyPr>
          <a:p>
            <a:pPr marL="228600" indent="-228600" defTabSz="914400">
              <a:lnSpc>
                <a:spcPct val="90000"/>
              </a:lnSpc>
              <a:spcBef>
                <a:spcPts val="1001"/>
              </a:spcBef>
              <a:buClr>
                <a:srgbClr val="569cd6"/>
              </a:buClr>
              <a:buFont typeface="Arial"/>
              <a:buChar char="•"/>
            </a:pPr>
            <a:r>
              <a:rPr b="0" lang="en-GB" sz="2800" strike="noStrike" u="none">
                <a:solidFill>
                  <a:srgbClr val="569cd6"/>
                </a:solidFill>
                <a:uFillTx/>
                <a:latin typeface="Menlo"/>
              </a:rPr>
              <a:t>function</a:t>
            </a:r>
            <a:r>
              <a:rPr b="0" lang="en-GB" sz="2800" strike="noStrike" u="none">
                <a:solidFill>
                  <a:srgbClr val="d4d4d4"/>
                </a:solidFill>
                <a:uFillTx/>
                <a:latin typeface="Menlo"/>
              </a:rPr>
              <a:t> </a:t>
            </a:r>
            <a:r>
              <a:rPr b="0" lang="en-GB" sz="2800" strike="noStrike" u="none">
                <a:solidFill>
                  <a:srgbClr val="dcdcaa"/>
                </a:solidFill>
                <a:uFillTx/>
                <a:latin typeface="Menlo"/>
              </a:rPr>
              <a:t>some</a:t>
            </a:r>
            <a:r>
              <a:rPr b="0" lang="en-GB" sz="2800" strike="noStrike" u="none">
                <a:solidFill>
                  <a:srgbClr val="d4d4d4"/>
                </a:solidFill>
                <a:uFillTx/>
                <a:latin typeface="Menlo"/>
              </a:rPr>
              <a:t>(</a:t>
            </a:r>
            <a:r>
              <a:rPr b="0" lang="en-GB" sz="2800" strike="noStrike" u="none">
                <a:solidFill>
                  <a:srgbClr val="9cdcfe"/>
                </a:solidFill>
                <a:uFillTx/>
                <a:latin typeface="Menlo"/>
              </a:rPr>
              <a:t>x</a:t>
            </a:r>
            <a:r>
              <a:rPr b="0" lang="en-GB" sz="2800" strike="noStrike" u="none">
                <a:solidFill>
                  <a:srgbClr val="d4d4d4"/>
                </a:solidFill>
                <a:uFillTx/>
                <a:latin typeface="Menlo"/>
              </a:rPr>
              <a:t>: </a:t>
            </a:r>
            <a:r>
              <a:rPr b="0" lang="en-GB" sz="2800" strike="noStrike" u="none">
                <a:solidFill>
                  <a:srgbClr val="4ec9b0"/>
                </a:solidFill>
                <a:uFillTx/>
                <a:latin typeface="Menlo"/>
              </a:rPr>
              <a:t>Direction</a:t>
            </a:r>
            <a:r>
              <a:rPr b="0" lang="en-GB" sz="2800" strike="noStrike" u="none">
                <a:solidFill>
                  <a:srgbClr val="d4d4d4"/>
                </a:solidFill>
                <a:uFillTx/>
                <a:latin typeface="Menlo"/>
              </a:rPr>
              <a:t>) {</a:t>
            </a:r>
            <a:endParaRPr b="0" lang="de-DE" sz="2800" strike="noStrike" u="none">
              <a:solidFill>
                <a:srgbClr val="000000"/>
              </a:solidFill>
              <a:uFillTx/>
              <a:latin typeface="Arial"/>
            </a:endParaRPr>
          </a:p>
          <a:p>
            <a:pPr marL="228600" indent="-228600" defTabSz="914400">
              <a:lnSpc>
                <a:spcPct val="90000"/>
              </a:lnSpc>
              <a:spcBef>
                <a:spcPts val="1001"/>
              </a:spcBef>
              <a:buClr>
                <a:srgbClr val="c586c0"/>
              </a:buClr>
              <a:buFont typeface="Arial"/>
              <a:buChar char="•"/>
            </a:pPr>
            <a:r>
              <a:rPr b="0" lang="en-GB" sz="2800" strike="noStrike" u="none">
                <a:solidFill>
                  <a:srgbClr val="c586c0"/>
                </a:solidFill>
                <a:uFillTx/>
                <a:latin typeface="Menlo"/>
              </a:rPr>
              <a:t>if</a:t>
            </a:r>
            <a:r>
              <a:rPr b="0" lang="en-GB" sz="2800" strike="noStrike" u="none">
                <a:solidFill>
                  <a:srgbClr val="d4d4d4"/>
                </a:solidFill>
                <a:uFillTx/>
                <a:latin typeface="Menlo"/>
              </a:rPr>
              <a:t> (</a:t>
            </a:r>
            <a:r>
              <a:rPr b="0" lang="en-GB" sz="2800" strike="noStrike" u="none">
                <a:solidFill>
                  <a:srgbClr val="9cdcfe"/>
                </a:solidFill>
                <a:uFillTx/>
                <a:latin typeface="Menlo"/>
              </a:rPr>
              <a:t>x</a:t>
            </a:r>
            <a:r>
              <a:rPr b="0" lang="en-GB" sz="2800" strike="noStrike" u="none">
                <a:solidFill>
                  <a:srgbClr val="d4d4d4"/>
                </a:solidFill>
                <a:uFillTx/>
                <a:latin typeface="Menlo"/>
              </a:rPr>
              <a:t> !== </a:t>
            </a:r>
            <a:r>
              <a:rPr b="0" lang="en-GB" sz="2800" strike="noStrike" u="none">
                <a:solidFill>
                  <a:srgbClr val="9cdcfe"/>
                </a:solidFill>
                <a:uFillTx/>
                <a:latin typeface="Menlo"/>
              </a:rPr>
              <a:t>Direction</a:t>
            </a:r>
            <a:r>
              <a:rPr b="0" lang="en-GB" sz="2800" strike="noStrike" u="none">
                <a:solidFill>
                  <a:srgbClr val="d4d4d4"/>
                </a:solidFill>
                <a:uFillTx/>
                <a:latin typeface="Menlo"/>
              </a:rPr>
              <a:t>.</a:t>
            </a:r>
            <a:r>
              <a:rPr b="0" lang="en-GB" sz="2800" strike="noStrike" u="none">
                <a:solidFill>
                  <a:srgbClr val="9cdcfe"/>
                </a:solidFill>
                <a:uFillTx/>
                <a:latin typeface="Menlo"/>
              </a:rPr>
              <a:t>Up</a:t>
            </a:r>
            <a:r>
              <a:rPr b="0" lang="en-GB" sz="2800" strike="noStrike" u="none">
                <a:solidFill>
                  <a:srgbClr val="d4d4d4"/>
                </a:solidFill>
                <a:uFillTx/>
                <a:latin typeface="Menlo"/>
              </a:rPr>
              <a:t> || </a:t>
            </a:r>
            <a:r>
              <a:rPr b="0" lang="en-GB" sz="2800" strike="noStrike" u="none">
                <a:solidFill>
                  <a:srgbClr val="9cdcfe"/>
                </a:solidFill>
                <a:uFillTx/>
                <a:latin typeface="Menlo"/>
              </a:rPr>
              <a:t>x</a:t>
            </a:r>
            <a:r>
              <a:rPr b="0" lang="en-GB" sz="2800" strike="noStrike" u="none">
                <a:solidFill>
                  <a:srgbClr val="d4d4d4"/>
                </a:solidFill>
                <a:uFillTx/>
                <a:latin typeface="Menlo"/>
              </a:rPr>
              <a:t> !== </a:t>
            </a:r>
            <a:r>
              <a:rPr b="0" lang="en-GB" sz="2800" strike="noStrike" u="none">
                <a:solidFill>
                  <a:srgbClr val="9cdcfe"/>
                </a:solidFill>
                <a:uFillTx/>
                <a:latin typeface="Menlo"/>
              </a:rPr>
              <a:t>Direction</a:t>
            </a:r>
            <a:r>
              <a:rPr b="0" lang="en-GB" sz="2800" strike="noStrike" u="none">
                <a:solidFill>
                  <a:srgbClr val="d4d4d4"/>
                </a:solidFill>
                <a:uFillTx/>
                <a:latin typeface="Menlo"/>
              </a:rPr>
              <a:t>.</a:t>
            </a:r>
            <a:r>
              <a:rPr b="0" lang="en-GB" sz="2800" strike="noStrike" u="none">
                <a:solidFill>
                  <a:srgbClr val="9cdcfe"/>
                </a:solidFill>
                <a:uFillTx/>
                <a:latin typeface="Menlo"/>
              </a:rPr>
              <a:t>Down</a:t>
            </a:r>
            <a:r>
              <a:rPr b="0" lang="en-GB" sz="2800" strike="noStrike" u="none">
                <a:solidFill>
                  <a:srgbClr val="d4d4d4"/>
                </a:solidFill>
                <a:uFillTx/>
                <a:latin typeface="Menlo"/>
              </a:rPr>
              <a:t>) {</a:t>
            </a:r>
            <a:endParaRPr b="0" lang="de-DE" sz="2800" strike="noStrike" u="none">
              <a:solidFill>
                <a:srgbClr val="000000"/>
              </a:solidFill>
              <a:uFillTx/>
              <a:latin typeface="Arial"/>
            </a:endParaRPr>
          </a:p>
          <a:p>
            <a:pPr marL="228600" indent="-228600" defTabSz="914400">
              <a:lnSpc>
                <a:spcPct val="90000"/>
              </a:lnSpc>
              <a:spcBef>
                <a:spcPts val="1001"/>
              </a:spcBef>
              <a:buClr>
                <a:srgbClr val="6a9955"/>
              </a:buClr>
              <a:buFont typeface="Arial"/>
              <a:buChar char="•"/>
            </a:pPr>
            <a:r>
              <a:rPr b="0" lang="en-GB" sz="2800" strike="noStrike" u="none">
                <a:solidFill>
                  <a:srgbClr val="6a9955"/>
                </a:solidFill>
                <a:uFillTx/>
                <a:latin typeface="Menlo"/>
              </a:rPr>
              <a:t>// ~~~~~~~~~~~</a:t>
            </a:r>
            <a:endParaRPr b="0" lang="de-DE" sz="2800" strike="noStrike" u="none">
              <a:solidFill>
                <a:srgbClr val="000000"/>
              </a:solidFill>
              <a:uFillTx/>
              <a:latin typeface="Arial"/>
            </a:endParaRPr>
          </a:p>
          <a:p>
            <a:pPr marL="228600" indent="-228600" defTabSz="914400">
              <a:lnSpc>
                <a:spcPct val="90000"/>
              </a:lnSpc>
              <a:spcBef>
                <a:spcPts val="1001"/>
              </a:spcBef>
              <a:buClr>
                <a:srgbClr val="6a9955"/>
              </a:buClr>
              <a:buFont typeface="Arial"/>
              <a:buChar char="•"/>
            </a:pPr>
            <a:r>
              <a:rPr b="0" lang="en-GB" sz="2800" strike="noStrike" u="none">
                <a:solidFill>
                  <a:srgbClr val="6a9955"/>
                </a:solidFill>
                <a:uFillTx/>
                <a:latin typeface="Menlo"/>
              </a:rPr>
              <a:t>// Error! This condition will always return 'true' since the types 'Direction.Up' and 'Direction.Down' have no overlap.</a:t>
            </a:r>
            <a:endParaRPr b="0" lang="de-DE" sz="2800" strike="noStrike" u="none">
              <a:solidFill>
                <a:srgbClr val="000000"/>
              </a:solidFill>
              <a:uFillTx/>
              <a:latin typeface="Arial"/>
            </a:endParaRPr>
          </a:p>
          <a:p>
            <a:pPr marL="228600" indent="-228600" defTabSz="914400">
              <a:lnSpc>
                <a:spcPct val="90000"/>
              </a:lnSpc>
              <a:spcBef>
                <a:spcPts val="1001"/>
              </a:spcBef>
              <a:buClr>
                <a:srgbClr val="d4d4d4"/>
              </a:buClr>
              <a:buFont typeface="Arial"/>
              <a:buChar char="•"/>
            </a:pPr>
            <a:r>
              <a:rPr b="0" lang="en-GB" sz="2800" strike="noStrike" u="none">
                <a:solidFill>
                  <a:srgbClr val="d4d4d4"/>
                </a:solidFill>
                <a:uFillTx/>
                <a:latin typeface="Menlo"/>
              </a:rPr>
              <a:t>}</a:t>
            </a:r>
            <a:endParaRPr b="0" lang="de-DE" sz="2800" strike="noStrike" u="none">
              <a:solidFill>
                <a:srgbClr val="000000"/>
              </a:solidFill>
              <a:uFillTx/>
              <a:latin typeface="Arial"/>
            </a:endParaRPr>
          </a:p>
          <a:p>
            <a:pPr marL="228600" indent="-228600" defTabSz="914400">
              <a:lnSpc>
                <a:spcPct val="90000"/>
              </a:lnSpc>
              <a:spcBef>
                <a:spcPts val="1001"/>
              </a:spcBef>
              <a:buClr>
                <a:srgbClr val="d4d4d4"/>
              </a:buClr>
              <a:buFont typeface="Arial"/>
              <a:buChar char="•"/>
            </a:pPr>
            <a:r>
              <a:rPr b="0" lang="en-GB" sz="2800" strike="noStrike" u="none">
                <a:solidFill>
                  <a:srgbClr val="d4d4d4"/>
                </a:solidFill>
                <a:uFillTx/>
                <a:latin typeface="Menlo"/>
              </a:rPr>
              <a:t>}</a:t>
            </a:r>
            <a:endParaRPr b="0" lang="de-DE" sz="2800" strike="noStrike" u="none">
              <a:solidFill>
                <a:srgbClr val="000000"/>
              </a:solidFill>
              <a:uFillTx/>
              <a:latin typeface="Arial"/>
            </a:endParaRPr>
          </a:p>
          <a:p>
            <a:pPr indent="0" defTabSz="914400">
              <a:lnSpc>
                <a:spcPct val="90000"/>
              </a:lnSpc>
              <a:spcBef>
                <a:spcPts val="1001"/>
              </a:spcBef>
              <a:buNone/>
              <a:tabLst>
                <a:tab algn="l" pos="0"/>
              </a:tabLst>
            </a:pPr>
            <a:endParaRPr b="0" lang="de-DE" sz="2800" strike="noStrike" u="none">
              <a:solidFill>
                <a:srgbClr val="000000"/>
              </a:solidFill>
              <a:uFillTx/>
              <a:latin typeface="Arial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43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bg>
      <p:bgPr>
        <a:solidFill>
          <a:schemeClr val="lt1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 useBgFill="1">
        <p:nvSpPr>
          <p:cNvPr id="306" name="Rectangle 71">
            <a:extLst>
              <a:ext uri="{C183D7F6-B498-43B3-948B-1728B52AA6E4}">
                <adec:decorative xmlns:adec="http://schemas.microsoft.com/office/drawing/2017/decorative" val="1"/>
              </a:ext>
            </a:extLst>
          </p:cNvPr>
          <p:cNvSpPr/>
          <p:nvPr/>
        </p:nvSpPr>
        <p:spPr>
          <a:xfrm>
            <a:off x="0" y="0"/>
            <a:ext cx="12191040" cy="6856920"/>
          </a:xfrm>
          <a:prstGeom prst="rect">
            <a:avLst/>
          </a:prstGeom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 algn="ctr" defTabSz="914400">
              <a:lnSpc>
                <a:spcPct val="100000"/>
              </a:lnSpc>
            </a:pPr>
            <a:endParaRPr b="0" lang="en-US" sz="1800" strike="noStrike" u="none">
              <a:solidFill>
                <a:schemeClr val="lt1"/>
              </a:solidFill>
              <a:uFillTx/>
              <a:latin typeface="Calibri"/>
            </a:endParaRPr>
          </a:p>
        </p:txBody>
      </p:sp>
      <p:sp>
        <p:nvSpPr>
          <p:cNvPr id="307" name="Rectangle 73">
            <a:extLst>
              <a:ext uri="{C183D7F6-B498-43B3-948B-1728B52AA6E4}">
                <adec:decorative xmlns:adec="http://schemas.microsoft.com/office/drawing/2017/decorative" val="1"/>
              </a:ext>
            </a:extLst>
          </p:cNvPr>
          <p:cNvSpPr/>
          <p:nvPr/>
        </p:nvSpPr>
        <p:spPr>
          <a:xfrm flipH="1" rot="5400000">
            <a:off x="-1418760" y="1418400"/>
            <a:ext cx="6874560" cy="4039560"/>
          </a:xfrm>
          <a:prstGeom prst="rect">
            <a:avLst/>
          </a:prstGeom>
          <a:gradFill rotWithShape="0">
            <a:gsLst>
              <a:gs pos="0">
                <a:srgbClr val="000000"/>
              </a:gs>
              <a:gs pos="100000">
                <a:srgbClr val="16735a"/>
              </a:gs>
            </a:gsLst>
            <a:lin ang="19200000"/>
          </a:gra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 algn="ctr" defTabSz="914400">
              <a:lnSpc>
                <a:spcPct val="100000"/>
              </a:lnSpc>
            </a:pPr>
            <a:endParaRPr b="0" lang="en-US" sz="1800" strike="noStrike" u="none">
              <a:solidFill>
                <a:schemeClr val="lt1"/>
              </a:solidFill>
              <a:uFillTx/>
              <a:latin typeface="Calibri"/>
            </a:endParaRPr>
          </a:p>
        </p:txBody>
      </p:sp>
      <p:sp>
        <p:nvSpPr>
          <p:cNvPr id="308" name="Rectangle 75">
            <a:extLst>
              <a:ext uri="{C183D7F6-B498-43B3-948B-1728B52AA6E4}">
                <adec:decorative xmlns:adec="http://schemas.microsoft.com/office/drawing/2017/decorative" val="1"/>
              </a:ext>
            </a:extLst>
          </p:cNvPr>
          <p:cNvSpPr/>
          <p:nvPr/>
        </p:nvSpPr>
        <p:spPr>
          <a:xfrm rot="16200000">
            <a:off x="-157680" y="2661480"/>
            <a:ext cx="4354560" cy="4037400"/>
          </a:xfrm>
          <a:prstGeom prst="rect">
            <a:avLst/>
          </a:prstGeom>
          <a:gradFill rotWithShape="0">
            <a:gsLst>
              <a:gs pos="0">
                <a:srgbClr val="1d9a78">
                  <a:alpha val="50000"/>
                </a:srgbClr>
              </a:gs>
              <a:gs pos="100000">
                <a:srgbClr val="0e4d3c">
                  <a:alpha val="0"/>
                </a:srgbClr>
              </a:gs>
            </a:gsLst>
            <a:lin ang="6000000"/>
          </a:gra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 algn="ctr" defTabSz="914400">
              <a:lnSpc>
                <a:spcPct val="100000"/>
              </a:lnSpc>
            </a:pPr>
            <a:endParaRPr b="0" lang="en-US" sz="1800" strike="noStrike" u="none">
              <a:solidFill>
                <a:schemeClr val="lt1"/>
              </a:solidFill>
              <a:uFillTx/>
              <a:latin typeface="Calibri"/>
            </a:endParaRPr>
          </a:p>
        </p:txBody>
      </p:sp>
      <p:sp>
        <p:nvSpPr>
          <p:cNvPr id="309" name="Rectangle 77">
            <a:extLst>
              <a:ext uri="{C183D7F6-B498-43B3-948B-1728B52AA6E4}">
                <adec:decorative xmlns:adec="http://schemas.microsoft.com/office/drawing/2017/decorative" val="1"/>
              </a:ext>
            </a:extLst>
          </p:cNvPr>
          <p:cNvSpPr/>
          <p:nvPr/>
        </p:nvSpPr>
        <p:spPr>
          <a:xfrm flipH="1" rot="16200000">
            <a:off x="-1180440" y="1637280"/>
            <a:ext cx="6856560" cy="3580200"/>
          </a:xfrm>
          <a:prstGeom prst="rect">
            <a:avLst/>
          </a:prstGeom>
          <a:gradFill rotWithShape="0">
            <a:gsLst>
              <a:gs pos="0">
                <a:srgbClr val="000000">
                  <a:alpha val="59000"/>
                </a:srgbClr>
              </a:gs>
              <a:gs pos="69000">
                <a:srgbClr val="1d9a78">
                  <a:alpha val="0"/>
                </a:srgbClr>
              </a:gs>
            </a:gsLst>
            <a:lin ang="13800000"/>
          </a:gra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 algn="ctr" defTabSz="914400">
              <a:lnSpc>
                <a:spcPct val="100000"/>
              </a:lnSpc>
            </a:pPr>
            <a:endParaRPr b="0" lang="en-US" sz="1800" strike="noStrike" u="none">
              <a:solidFill>
                <a:schemeClr val="lt1"/>
              </a:solidFill>
              <a:uFillTx/>
              <a:latin typeface="Calibri"/>
            </a:endParaRPr>
          </a:p>
        </p:txBody>
      </p:sp>
      <p:sp>
        <p:nvSpPr>
          <p:cNvPr id="310" name="Freeform: Shape 79">
            <a:extLst>
              <a:ext uri="{C183D7F6-B498-43B3-948B-1728B52AA6E4}">
                <adec:decorative xmlns:adec="http://schemas.microsoft.com/office/drawing/2017/decorative" val="1"/>
              </a:ext>
            </a:extLst>
          </p:cNvPr>
          <p:cNvSpPr/>
          <p:nvPr/>
        </p:nvSpPr>
        <p:spPr>
          <a:xfrm rot="6097800">
            <a:off x="-745200" y="1200240"/>
            <a:ext cx="4807080" cy="4087440"/>
          </a:xfrm>
          <a:custGeom>
            <a:avLst/>
            <a:gdLst>
              <a:gd name="textAreaLeft" fmla="*/ 0 w 4807080"/>
              <a:gd name="textAreaRight" fmla="*/ 4808160 w 4807080"/>
              <a:gd name="textAreaTop" fmla="*/ 0 h 4087440"/>
              <a:gd name="textAreaBottom" fmla="*/ 4088520 h 4087440"/>
            </a:gdLst>
            <a:ahLst/>
            <a:rect l="textAreaLeft" t="textAreaTop" r="textAreaRight" b="textAreaBottom"/>
            <a:pathLst>
              <a:path w="4808302" h="4088666">
                <a:moveTo>
                  <a:pt x="48844" y="2888671"/>
                </a:moveTo>
                <a:cubicBezTo>
                  <a:pt x="16818" y="2732167"/>
                  <a:pt x="0" y="2570123"/>
                  <a:pt x="0" y="2404151"/>
                </a:cubicBezTo>
                <a:cubicBezTo>
                  <a:pt x="0" y="1076375"/>
                  <a:pt x="1076375" y="0"/>
                  <a:pt x="2404151" y="0"/>
                </a:cubicBezTo>
                <a:cubicBezTo>
                  <a:pt x="3731927" y="0"/>
                  <a:pt x="4808302" y="1076375"/>
                  <a:pt x="4808302" y="2404151"/>
                </a:cubicBezTo>
                <a:cubicBezTo>
                  <a:pt x="4808302" y="2653109"/>
                  <a:pt x="4770461" y="2893229"/>
                  <a:pt x="4700216" y="3119072"/>
                </a:cubicBezTo>
                <a:lnTo>
                  <a:pt x="4643143" y="3275009"/>
                </a:lnTo>
                <a:lnTo>
                  <a:pt x="690093" y="4088666"/>
                </a:lnTo>
                <a:lnTo>
                  <a:pt x="548991" y="3933414"/>
                </a:lnTo>
                <a:cubicBezTo>
                  <a:pt x="304015" y="3636572"/>
                  <a:pt x="128908" y="3279932"/>
                  <a:pt x="48844" y="2888671"/>
                </a:cubicBezTo>
                <a:close/>
              </a:path>
            </a:pathLst>
          </a:custGeom>
          <a:gradFill rotWithShape="0">
            <a:gsLst>
              <a:gs pos="39000">
                <a:srgbClr val="5ae0bb">
                  <a:alpha val="0"/>
                </a:srgbClr>
              </a:gs>
              <a:gs pos="100000">
                <a:srgbClr val="16735a">
                  <a:alpha val="26000"/>
                </a:srgbClr>
              </a:gs>
            </a:gsLst>
            <a:lin ang="3096000"/>
          </a:gra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 algn="ctr" defTabSz="914400">
              <a:lnSpc>
                <a:spcPct val="100000"/>
              </a:lnSpc>
            </a:pPr>
            <a:endParaRPr b="0" lang="en-US" sz="1800" strike="noStrike" u="none">
              <a:solidFill>
                <a:schemeClr val="lt1"/>
              </a:solidFill>
              <a:uFillTx/>
              <a:latin typeface="Calibri"/>
            </a:endParaRPr>
          </a:p>
        </p:txBody>
      </p:sp>
      <p:sp>
        <p:nvSpPr>
          <p:cNvPr id="311" name="PlaceHolder 1"/>
          <p:cNvSpPr>
            <a:spLocks noGrp="1"/>
          </p:cNvSpPr>
          <p:nvPr>
            <p:ph type="title"/>
          </p:nvPr>
        </p:nvSpPr>
        <p:spPr>
          <a:xfrm>
            <a:off x="659880" y="2766960"/>
            <a:ext cx="2879640" cy="307080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t">
            <a:normAutofit/>
          </a:bodyPr>
          <a:p>
            <a:pPr indent="0" defTabSz="914400">
              <a:lnSpc>
                <a:spcPct val="90000"/>
              </a:lnSpc>
              <a:buNone/>
              <a:tabLst>
                <a:tab algn="l" pos="0"/>
              </a:tabLst>
            </a:pPr>
            <a:r>
              <a:rPr b="0" lang="en-US" sz="4000" strike="noStrike" u="none">
                <a:solidFill>
                  <a:srgbClr val="ffffff"/>
                </a:solidFill>
                <a:uFillTx/>
                <a:latin typeface="Calibri Light"/>
              </a:rPr>
              <a:t>Beispiel Interface</a:t>
            </a:r>
            <a:endParaRPr b="0" lang="de-DE" sz="4000" strike="noStrike" u="none">
              <a:solidFill>
                <a:srgbClr val="000000"/>
              </a:solidFill>
              <a:uFillTx/>
              <a:latin typeface="Arial"/>
            </a:endParaRPr>
          </a:p>
        </p:txBody>
      </p:sp>
      <p:pic>
        <p:nvPicPr>
          <p:cNvPr id="312" name="Inhaltsplatzhalter 4" descr="schnittstelle.jpg"/>
          <p:cNvPicPr/>
          <p:nvPr/>
        </p:nvPicPr>
        <p:blipFill>
          <a:blip r:embed="rId1"/>
          <a:stretch/>
        </p:blipFill>
        <p:spPr>
          <a:xfrm>
            <a:off x="6464160" y="467280"/>
            <a:ext cx="3301200" cy="5922360"/>
          </a:xfrm>
          <a:prstGeom prst="rect">
            <a:avLst/>
          </a:prstGeom>
          <a:noFill/>
          <a:ln w="0">
            <a:noFill/>
          </a:ln>
        </p:spPr>
      </p:pic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44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3" name="Rectangle 3"/>
          <p:cNvSpPr/>
          <p:nvPr/>
        </p:nvSpPr>
        <p:spPr>
          <a:xfrm>
            <a:off x="1514520" y="2780280"/>
            <a:ext cx="8914320" cy="33814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spAutoFit/>
          </a:bodyPr>
          <a:p>
            <a:pPr defTabSz="914400">
              <a:lnSpc>
                <a:spcPct val="100000"/>
              </a:lnSpc>
            </a:pPr>
            <a:r>
              <a:rPr b="0" lang="en-GB" sz="1800" strike="noStrike" u="none">
                <a:solidFill>
                  <a:srgbClr val="569cd6"/>
                </a:solidFill>
                <a:uFillTx/>
                <a:latin typeface="Menlo"/>
              </a:rPr>
              <a:t>interface</a:t>
            </a:r>
            <a:r>
              <a:rPr b="0" lang="en-GB" sz="1800" strike="noStrike" u="none">
                <a:solidFill>
                  <a:srgbClr val="d4d4d4"/>
                </a:solidFill>
                <a:uFillTx/>
                <a:latin typeface="Menlo"/>
              </a:rPr>
              <a:t> </a:t>
            </a:r>
            <a:r>
              <a:rPr b="0" lang="en-GB" sz="1800" strike="noStrike" u="none">
                <a:solidFill>
                  <a:srgbClr val="4ec9b0"/>
                </a:solidFill>
                <a:uFillTx/>
                <a:latin typeface="Menlo"/>
              </a:rPr>
              <a:t>Schmutzfink</a:t>
            </a:r>
            <a:r>
              <a:rPr b="0" lang="en-GB" sz="1800" strike="noStrike" u="none">
                <a:solidFill>
                  <a:srgbClr val="d4d4d4"/>
                </a:solidFill>
                <a:uFillTx/>
                <a:latin typeface="Menlo"/>
              </a:rPr>
              <a:t>{</a:t>
            </a:r>
            <a:endParaRPr b="0" lang="de-DE" sz="1800" strike="noStrike" u="none">
              <a:solidFill>
                <a:srgbClr val="000000"/>
              </a:solidFill>
              <a:uFillTx/>
              <a:latin typeface="Arial"/>
            </a:endParaRPr>
          </a:p>
          <a:p>
            <a:pPr marL="457200" defTabSz="914400">
              <a:lnSpc>
                <a:spcPct val="100000"/>
              </a:lnSpc>
            </a:pPr>
            <a:r>
              <a:rPr b="0" lang="en-GB" sz="1800" strike="noStrike" u="none">
                <a:solidFill>
                  <a:srgbClr val="9cdcfe"/>
                </a:solidFill>
                <a:uFillTx/>
                <a:latin typeface="Menlo"/>
              </a:rPr>
              <a:t>name</a:t>
            </a:r>
            <a:r>
              <a:rPr b="0" lang="en-GB" sz="1800" strike="noStrike" u="none">
                <a:solidFill>
                  <a:srgbClr val="d4d4d4"/>
                </a:solidFill>
                <a:uFillTx/>
                <a:latin typeface="Menlo"/>
              </a:rPr>
              <a:t>: </a:t>
            </a:r>
            <a:r>
              <a:rPr b="0" lang="en-GB" sz="1800" strike="noStrike" u="none">
                <a:solidFill>
                  <a:srgbClr val="4ec9b0"/>
                </a:solidFill>
                <a:uFillTx/>
                <a:latin typeface="Menlo"/>
              </a:rPr>
              <a:t>string</a:t>
            </a:r>
            <a:r>
              <a:rPr b="0" lang="en-GB" sz="1800" strike="noStrike" u="none">
                <a:solidFill>
                  <a:srgbClr val="d4d4d4"/>
                </a:solidFill>
                <a:uFillTx/>
                <a:latin typeface="Menlo"/>
              </a:rPr>
              <a:t>,</a:t>
            </a:r>
            <a:endParaRPr b="0" lang="de-DE" sz="1800" strike="noStrike" u="none">
              <a:solidFill>
                <a:srgbClr val="000000"/>
              </a:solidFill>
              <a:uFillTx/>
              <a:latin typeface="Arial"/>
            </a:endParaRPr>
          </a:p>
          <a:p>
            <a:pPr marL="457200" defTabSz="914400">
              <a:lnSpc>
                <a:spcPct val="100000"/>
              </a:lnSpc>
            </a:pPr>
            <a:r>
              <a:rPr b="0" lang="en-GB" sz="1800" strike="noStrike" u="none">
                <a:solidFill>
                  <a:srgbClr val="9cdcfe"/>
                </a:solidFill>
                <a:uFillTx/>
                <a:latin typeface="Menlo"/>
              </a:rPr>
              <a:t>suhlen</a:t>
            </a:r>
            <a:r>
              <a:rPr b="0" lang="en-GB" sz="1800" strike="noStrike" u="none">
                <a:solidFill>
                  <a:srgbClr val="d4d4d4"/>
                </a:solidFill>
                <a:uFillTx/>
                <a:latin typeface="Menlo"/>
              </a:rPr>
              <a:t> : () </a:t>
            </a:r>
            <a:r>
              <a:rPr b="0" lang="en-GB" sz="1800" strike="noStrike" u="none">
                <a:solidFill>
                  <a:srgbClr val="569cd6"/>
                </a:solidFill>
                <a:uFillTx/>
                <a:latin typeface="Menlo"/>
              </a:rPr>
              <a:t>=&gt;</a:t>
            </a:r>
            <a:r>
              <a:rPr b="0" lang="en-GB" sz="1800" strike="noStrike" u="none">
                <a:solidFill>
                  <a:srgbClr val="d4d4d4"/>
                </a:solidFill>
                <a:uFillTx/>
                <a:latin typeface="Menlo"/>
              </a:rPr>
              <a:t> </a:t>
            </a:r>
            <a:r>
              <a:rPr b="0" lang="en-GB" sz="1800" strike="noStrike" u="none">
                <a:solidFill>
                  <a:srgbClr val="4ec9b0"/>
                </a:solidFill>
                <a:uFillTx/>
                <a:latin typeface="Menlo"/>
              </a:rPr>
              <a:t>string</a:t>
            </a:r>
            <a:r>
              <a:rPr b="0" lang="en-GB" sz="1800" strike="noStrike" u="none">
                <a:solidFill>
                  <a:srgbClr val="d4d4d4"/>
                </a:solidFill>
                <a:uFillTx/>
                <a:latin typeface="Menlo"/>
              </a:rPr>
              <a:t>;</a:t>
            </a:r>
            <a:endParaRPr b="0" lang="de-DE" sz="1800" strike="noStrike" u="none">
              <a:solidFill>
                <a:srgbClr val="000000"/>
              </a:solidFill>
              <a:uFillTx/>
              <a:latin typeface="Arial"/>
            </a:endParaRPr>
          </a:p>
          <a:p>
            <a:pPr marL="457200" defTabSz="914400">
              <a:lnSpc>
                <a:spcPct val="100000"/>
              </a:lnSpc>
            </a:pPr>
            <a:r>
              <a:rPr b="0" lang="en-GB" sz="1800" strike="noStrike" u="none">
                <a:solidFill>
                  <a:srgbClr val="d4d4d4"/>
                </a:solidFill>
                <a:uFillTx/>
                <a:latin typeface="Menlo"/>
              </a:rPr>
              <a:t>}</a:t>
            </a:r>
            <a:endParaRPr b="0" lang="de-DE" sz="1800" strike="noStrike" u="none">
              <a:solidFill>
                <a:srgbClr val="000000"/>
              </a:solidFill>
              <a:uFillTx/>
              <a:latin typeface="Arial"/>
            </a:endParaRPr>
          </a:p>
          <a:p>
            <a:pPr marL="457200" defTabSz="914400">
              <a:lnSpc>
                <a:spcPct val="100000"/>
              </a:lnSpc>
            </a:pPr>
            <a:br>
              <a:rPr sz="1800"/>
            </a:br>
            <a:r>
              <a:rPr b="0" lang="en-GB" sz="1800" strike="noStrike" u="none">
                <a:solidFill>
                  <a:srgbClr val="4ec9b0"/>
                </a:solidFill>
                <a:uFillTx/>
                <a:latin typeface="Menlo"/>
              </a:rPr>
              <a:t>console</a:t>
            </a:r>
            <a:r>
              <a:rPr b="0" lang="en-GB" sz="1800" strike="noStrike" u="none">
                <a:solidFill>
                  <a:srgbClr val="d4d4d4"/>
                </a:solidFill>
                <a:uFillTx/>
                <a:latin typeface="Menlo"/>
              </a:rPr>
              <a:t>.</a:t>
            </a:r>
            <a:r>
              <a:rPr b="0" lang="en-GB" sz="1800" strike="noStrike" u="none">
                <a:solidFill>
                  <a:srgbClr val="dcdcaa"/>
                </a:solidFill>
                <a:uFillTx/>
                <a:latin typeface="Menlo"/>
              </a:rPr>
              <a:t>log</a:t>
            </a:r>
            <a:r>
              <a:rPr b="0" lang="en-GB" sz="1800" strike="noStrike" u="none">
                <a:solidFill>
                  <a:srgbClr val="d4d4d4"/>
                </a:solidFill>
                <a:uFillTx/>
                <a:latin typeface="Menlo"/>
              </a:rPr>
              <a:t>(</a:t>
            </a:r>
            <a:endParaRPr b="0" lang="de-DE" sz="1800" strike="noStrike" u="none">
              <a:solidFill>
                <a:srgbClr val="000000"/>
              </a:solidFill>
              <a:uFillTx/>
              <a:latin typeface="Arial"/>
            </a:endParaRPr>
          </a:p>
          <a:p>
            <a:pPr marL="457200" defTabSz="914400">
              <a:lnSpc>
                <a:spcPct val="100000"/>
              </a:lnSpc>
            </a:pPr>
            <a:r>
              <a:rPr b="0" lang="en-GB" sz="1800" strike="noStrike" u="none">
                <a:solidFill>
                  <a:srgbClr val="d4d4d4"/>
                </a:solidFill>
                <a:uFillTx/>
                <a:latin typeface="Menlo"/>
              </a:rPr>
              <a:t>	</a:t>
            </a:r>
            <a:r>
              <a:rPr b="0" lang="en-GB" sz="1800" strike="noStrike" u="none">
                <a:solidFill>
                  <a:srgbClr val="d4d4d4"/>
                </a:solidFill>
                <a:uFillTx/>
                <a:latin typeface="Menlo"/>
              </a:rPr>
              <a:t>{</a:t>
            </a:r>
            <a:r>
              <a:rPr b="0" lang="en-GB" sz="1800" strike="noStrike" u="none">
                <a:solidFill>
                  <a:srgbClr val="9cdcfe"/>
                </a:solidFill>
                <a:uFillTx/>
                <a:latin typeface="Menlo"/>
              </a:rPr>
              <a:t>name:</a:t>
            </a:r>
            <a:r>
              <a:rPr b="0" lang="en-GB" sz="1800" strike="noStrike" u="none">
                <a:solidFill>
                  <a:srgbClr val="ce9178"/>
                </a:solidFill>
                <a:uFillTx/>
                <a:latin typeface="Menlo"/>
              </a:rPr>
              <a:t>"Miss Piggy"</a:t>
            </a:r>
            <a:r>
              <a:rPr b="0" lang="en-GB" sz="1800" strike="noStrike" u="none">
                <a:solidFill>
                  <a:srgbClr val="d4d4d4"/>
                </a:solidFill>
                <a:uFillTx/>
                <a:latin typeface="Menlo"/>
              </a:rPr>
              <a:t>, </a:t>
            </a:r>
            <a:endParaRPr b="0" lang="de-DE" sz="1800" strike="noStrike" u="none">
              <a:solidFill>
                <a:srgbClr val="000000"/>
              </a:solidFill>
              <a:uFillTx/>
              <a:latin typeface="Arial"/>
            </a:endParaRPr>
          </a:p>
          <a:p>
            <a:pPr marL="457200" defTabSz="914400">
              <a:lnSpc>
                <a:spcPct val="100000"/>
              </a:lnSpc>
            </a:pPr>
            <a:r>
              <a:rPr b="0" lang="en-GB" sz="1800" strike="noStrike" u="none">
                <a:solidFill>
                  <a:srgbClr val="d4d4d4"/>
                </a:solidFill>
                <a:uFillTx/>
                <a:latin typeface="Menlo"/>
              </a:rPr>
              <a:t>	</a:t>
            </a:r>
            <a:r>
              <a:rPr b="0" lang="en-GB" sz="1800" strike="noStrike" u="none">
                <a:solidFill>
                  <a:srgbClr val="dcdcaa"/>
                </a:solidFill>
                <a:uFillTx/>
                <a:latin typeface="Menlo"/>
              </a:rPr>
              <a:t>suhlen</a:t>
            </a:r>
            <a:r>
              <a:rPr b="0" lang="en-GB" sz="1800" strike="noStrike" u="none">
                <a:solidFill>
                  <a:srgbClr val="9cdcfe"/>
                </a:solidFill>
                <a:uFillTx/>
                <a:latin typeface="Menlo"/>
              </a:rPr>
              <a:t>:</a:t>
            </a:r>
            <a:r>
              <a:rPr b="0" lang="en-GB" sz="1800" strike="noStrike" u="none">
                <a:solidFill>
                  <a:srgbClr val="d4d4d4"/>
                </a:solidFill>
                <a:uFillTx/>
                <a:latin typeface="Menlo"/>
              </a:rPr>
              <a:t>():</a:t>
            </a:r>
            <a:r>
              <a:rPr b="0" lang="en-GB" sz="1800" strike="noStrike" u="none">
                <a:solidFill>
                  <a:srgbClr val="4ec9b0"/>
                </a:solidFill>
                <a:uFillTx/>
                <a:latin typeface="Menlo"/>
              </a:rPr>
              <a:t>string</a:t>
            </a:r>
            <a:r>
              <a:rPr b="0" lang="en-GB" sz="1800" strike="noStrike" u="none">
                <a:solidFill>
                  <a:srgbClr val="d4d4d4"/>
                </a:solidFill>
                <a:uFillTx/>
                <a:latin typeface="Menlo"/>
              </a:rPr>
              <a:t> </a:t>
            </a:r>
            <a:r>
              <a:rPr b="0" lang="en-GB" sz="1800" strike="noStrike" u="none">
                <a:solidFill>
                  <a:srgbClr val="569cd6"/>
                </a:solidFill>
                <a:uFillTx/>
                <a:latin typeface="Menlo"/>
              </a:rPr>
              <a:t>=&gt;</a:t>
            </a:r>
            <a:r>
              <a:rPr b="0" lang="en-GB" sz="1800" strike="noStrike" u="none">
                <a:solidFill>
                  <a:srgbClr val="d4d4d4"/>
                </a:solidFill>
                <a:uFillTx/>
                <a:latin typeface="Menlo"/>
              </a:rPr>
              <a:t> </a:t>
            </a:r>
            <a:r>
              <a:rPr b="0" lang="en-GB" sz="1800" strike="noStrike" u="none">
                <a:solidFill>
                  <a:srgbClr val="ce9178"/>
                </a:solidFill>
                <a:uFillTx/>
                <a:latin typeface="Menlo"/>
              </a:rPr>
              <a:t>"Ich mag nicht schmutzig sein"</a:t>
            </a:r>
            <a:r>
              <a:rPr b="0" lang="en-GB" sz="1800" strike="noStrike" u="none">
                <a:solidFill>
                  <a:srgbClr val="d4d4d4"/>
                </a:solidFill>
                <a:uFillTx/>
                <a:latin typeface="Menlo"/>
              </a:rPr>
              <a:t>}</a:t>
            </a:r>
            <a:endParaRPr b="0" lang="de-DE" sz="1800" strike="noStrike" u="none">
              <a:solidFill>
                <a:srgbClr val="000000"/>
              </a:solidFill>
              <a:uFillTx/>
              <a:latin typeface="Arial"/>
            </a:endParaRPr>
          </a:p>
          <a:p>
            <a:pPr marL="457200" defTabSz="914400">
              <a:lnSpc>
                <a:spcPct val="100000"/>
              </a:lnSpc>
            </a:pPr>
            <a:r>
              <a:rPr b="0" lang="en-GB" sz="1800" strike="noStrike" u="none">
                <a:solidFill>
                  <a:srgbClr val="d4d4d4"/>
                </a:solidFill>
                <a:uFillTx/>
                <a:latin typeface="Menlo"/>
              </a:rPr>
              <a:t>);</a:t>
            </a:r>
            <a:endParaRPr b="0" lang="de-DE" sz="1800" strike="noStrike" u="none">
              <a:solidFill>
                <a:srgbClr val="000000"/>
              </a:solidFill>
              <a:uFillTx/>
              <a:latin typeface="Arial"/>
            </a:endParaRPr>
          </a:p>
          <a:p>
            <a:pPr marL="457200" defTabSz="914400">
              <a:lnSpc>
                <a:spcPct val="100000"/>
              </a:lnSpc>
            </a:pPr>
            <a:br>
              <a:rPr sz="1800"/>
            </a:br>
            <a:br>
              <a:rPr sz="1800"/>
            </a:br>
            <a:endParaRPr b="0" lang="de-DE" sz="1800" strike="noStrike" u="none">
              <a:solidFill>
                <a:srgbClr val="000000"/>
              </a:solidFill>
              <a:uFillTx/>
              <a:latin typeface="Arial"/>
            </a:endParaRPr>
          </a:p>
        </p:txBody>
      </p:sp>
      <p:sp>
        <p:nvSpPr>
          <p:cNvPr id="314" name="PlaceHolder 1"/>
          <p:cNvSpPr>
            <a:spLocks noGrp="1"/>
          </p:cNvSpPr>
          <p:nvPr>
            <p:ph type="title"/>
          </p:nvPr>
        </p:nvSpPr>
        <p:spPr>
          <a:xfrm>
            <a:off x="838080" y="365040"/>
            <a:ext cx="10514520" cy="132444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ctr">
            <a:noAutofit/>
          </a:bodyPr>
          <a:p>
            <a:pPr indent="0" defTabSz="914400">
              <a:lnSpc>
                <a:spcPct val="90000"/>
              </a:lnSpc>
              <a:buNone/>
              <a:tabLst>
                <a:tab algn="l" pos="0"/>
              </a:tabLst>
            </a:pPr>
            <a:r>
              <a:rPr b="0" lang="en-DE" sz="4400" strike="noStrike" u="none">
                <a:solidFill>
                  <a:schemeClr val="dk1"/>
                </a:solidFill>
                <a:uFillTx/>
                <a:latin typeface="Calibri Light"/>
              </a:rPr>
              <a:t>Interface Beispiel</a:t>
            </a:r>
            <a:endParaRPr b="0" lang="de-DE" sz="4400" strike="noStrike" u="none">
              <a:solidFill>
                <a:srgbClr val="000000"/>
              </a:solidFill>
              <a:uFillTx/>
              <a:latin typeface="Arial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45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5" name="Rectangle 3"/>
          <p:cNvSpPr/>
          <p:nvPr/>
        </p:nvSpPr>
        <p:spPr>
          <a:xfrm>
            <a:off x="1514520" y="2780280"/>
            <a:ext cx="8914320" cy="28328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spAutoFit/>
          </a:bodyPr>
          <a:p>
            <a:pPr defTabSz="914400">
              <a:lnSpc>
                <a:spcPct val="100000"/>
              </a:lnSpc>
            </a:pPr>
            <a:r>
              <a:rPr b="0" lang="en-GB" sz="1800" strike="noStrike" u="none">
                <a:solidFill>
                  <a:srgbClr val="569cd6"/>
                </a:solidFill>
                <a:uFillTx/>
                <a:latin typeface="Menlo"/>
              </a:rPr>
              <a:t>var</a:t>
            </a:r>
            <a:r>
              <a:rPr b="0" lang="en-GB" sz="1800" strike="noStrike" u="none">
                <a:solidFill>
                  <a:srgbClr val="d4d4d4"/>
                </a:solidFill>
                <a:uFillTx/>
                <a:latin typeface="Menlo"/>
              </a:rPr>
              <a:t> </a:t>
            </a:r>
            <a:r>
              <a:rPr b="0" lang="en-GB" sz="1800" strike="noStrike" u="none">
                <a:solidFill>
                  <a:srgbClr val="9cdcfe"/>
                </a:solidFill>
                <a:uFillTx/>
                <a:latin typeface="Menlo"/>
              </a:rPr>
              <a:t>schweinchenDick</a:t>
            </a:r>
            <a:r>
              <a:rPr b="0" lang="en-GB" sz="1800" strike="noStrike" u="none">
                <a:solidFill>
                  <a:srgbClr val="d4d4d4"/>
                </a:solidFill>
                <a:uFillTx/>
                <a:latin typeface="Menlo"/>
              </a:rPr>
              <a:t>:</a:t>
            </a:r>
            <a:r>
              <a:rPr b="0" lang="en-GB" sz="1800" strike="noStrike" u="none">
                <a:solidFill>
                  <a:srgbClr val="4ec9b0"/>
                </a:solidFill>
                <a:uFillTx/>
                <a:latin typeface="Menlo"/>
              </a:rPr>
              <a:t>Schmutzfink</a:t>
            </a:r>
            <a:r>
              <a:rPr b="0" lang="en-GB" sz="1800" strike="noStrike" u="none">
                <a:solidFill>
                  <a:srgbClr val="d4d4d4"/>
                </a:solidFill>
                <a:uFillTx/>
                <a:latin typeface="Menlo"/>
              </a:rPr>
              <a:t> = {</a:t>
            </a:r>
            <a:endParaRPr b="0" lang="de-DE" sz="1800" strike="noStrike" u="none">
              <a:solidFill>
                <a:srgbClr val="000000"/>
              </a:solidFill>
              <a:uFillTx/>
              <a:latin typeface="Arial"/>
            </a:endParaRPr>
          </a:p>
          <a:p>
            <a:pPr marL="457200" defTabSz="914400">
              <a:lnSpc>
                <a:spcPct val="100000"/>
              </a:lnSpc>
            </a:pPr>
            <a:r>
              <a:rPr b="0" lang="en-GB" sz="1800" strike="noStrike" u="none">
                <a:solidFill>
                  <a:srgbClr val="9cdcfe"/>
                </a:solidFill>
                <a:uFillTx/>
                <a:latin typeface="Menlo"/>
              </a:rPr>
              <a:t>name :</a:t>
            </a:r>
            <a:r>
              <a:rPr b="0" lang="en-GB" sz="1800" strike="noStrike" u="none">
                <a:solidFill>
                  <a:srgbClr val="d4d4d4"/>
                </a:solidFill>
                <a:uFillTx/>
                <a:latin typeface="Menlo"/>
              </a:rPr>
              <a:t> </a:t>
            </a:r>
            <a:r>
              <a:rPr b="0" lang="en-GB" sz="1800" strike="noStrike" u="none">
                <a:solidFill>
                  <a:srgbClr val="ce9178"/>
                </a:solidFill>
                <a:uFillTx/>
                <a:latin typeface="Menlo"/>
              </a:rPr>
              <a:t>"schweinchenDick"</a:t>
            </a:r>
            <a:r>
              <a:rPr b="0" lang="en-GB" sz="1800" strike="noStrike" u="none">
                <a:solidFill>
                  <a:srgbClr val="d4d4d4"/>
                </a:solidFill>
                <a:uFillTx/>
                <a:latin typeface="Menlo"/>
              </a:rPr>
              <a:t>,</a:t>
            </a:r>
            <a:endParaRPr b="0" lang="de-DE" sz="1800" strike="noStrike" u="none">
              <a:solidFill>
                <a:srgbClr val="000000"/>
              </a:solidFill>
              <a:uFillTx/>
              <a:latin typeface="Arial"/>
            </a:endParaRPr>
          </a:p>
          <a:p>
            <a:pPr marL="457200" defTabSz="914400">
              <a:lnSpc>
                <a:spcPct val="100000"/>
              </a:lnSpc>
            </a:pPr>
            <a:r>
              <a:rPr b="0" lang="en-GB" sz="1800" strike="noStrike" u="none">
                <a:solidFill>
                  <a:srgbClr val="dcdcaa"/>
                </a:solidFill>
                <a:uFillTx/>
                <a:latin typeface="Menlo"/>
              </a:rPr>
              <a:t>suhlen</a:t>
            </a:r>
            <a:r>
              <a:rPr b="0" lang="en-GB" sz="1800" strike="noStrike" u="none">
                <a:solidFill>
                  <a:srgbClr val="9cdcfe"/>
                </a:solidFill>
                <a:uFillTx/>
                <a:latin typeface="Menlo"/>
              </a:rPr>
              <a:t>:</a:t>
            </a:r>
            <a:r>
              <a:rPr b="0" lang="en-GB" sz="1800" strike="noStrike" u="none">
                <a:solidFill>
                  <a:srgbClr val="d4d4d4"/>
                </a:solidFill>
                <a:uFillTx/>
                <a:latin typeface="Menlo"/>
              </a:rPr>
              <a:t> ():</a:t>
            </a:r>
            <a:r>
              <a:rPr b="0" lang="en-GB" sz="1800" strike="noStrike" u="none">
                <a:solidFill>
                  <a:srgbClr val="4ec9b0"/>
                </a:solidFill>
                <a:uFillTx/>
                <a:latin typeface="Menlo"/>
              </a:rPr>
              <a:t>string</a:t>
            </a:r>
            <a:r>
              <a:rPr b="0" lang="en-GB" sz="1800" strike="noStrike" u="none">
                <a:solidFill>
                  <a:srgbClr val="d4d4d4"/>
                </a:solidFill>
                <a:uFillTx/>
                <a:latin typeface="Menlo"/>
              </a:rPr>
              <a:t> </a:t>
            </a:r>
            <a:r>
              <a:rPr b="0" lang="en-GB" sz="1800" strike="noStrike" u="none">
                <a:solidFill>
                  <a:srgbClr val="569cd6"/>
                </a:solidFill>
                <a:uFillTx/>
                <a:latin typeface="Menlo"/>
              </a:rPr>
              <a:t>=&gt;</a:t>
            </a:r>
            <a:r>
              <a:rPr b="0" lang="en-GB" sz="1800" strike="noStrike" u="none">
                <a:solidFill>
                  <a:srgbClr val="d4d4d4"/>
                </a:solidFill>
                <a:uFillTx/>
                <a:latin typeface="Menlo"/>
              </a:rPr>
              <a:t> </a:t>
            </a:r>
            <a:r>
              <a:rPr b="0" lang="en-GB" sz="1800" strike="noStrike" u="none">
                <a:solidFill>
                  <a:srgbClr val="9cdcfe"/>
                </a:solidFill>
                <a:uFillTx/>
                <a:latin typeface="Menlo"/>
              </a:rPr>
              <a:t>name</a:t>
            </a:r>
            <a:r>
              <a:rPr b="0" lang="en-GB" sz="1800" strike="noStrike" u="none">
                <a:solidFill>
                  <a:srgbClr val="d4d4d4"/>
                </a:solidFill>
                <a:uFillTx/>
                <a:latin typeface="Menlo"/>
              </a:rPr>
              <a:t>+ </a:t>
            </a:r>
            <a:r>
              <a:rPr b="0" lang="en-GB" sz="1800" strike="noStrike" u="none">
                <a:solidFill>
                  <a:srgbClr val="ce9178"/>
                </a:solidFill>
                <a:uFillTx/>
                <a:latin typeface="Menlo"/>
              </a:rPr>
              <a:t>" ist gerne im Dreck"</a:t>
            </a:r>
            <a:endParaRPr b="0" lang="de-DE" sz="1800" strike="noStrike" u="none">
              <a:solidFill>
                <a:srgbClr val="000000"/>
              </a:solidFill>
              <a:uFillTx/>
              <a:latin typeface="Arial"/>
            </a:endParaRPr>
          </a:p>
          <a:p>
            <a:pPr marL="457200" defTabSz="914400">
              <a:lnSpc>
                <a:spcPct val="100000"/>
              </a:lnSpc>
            </a:pPr>
            <a:r>
              <a:rPr b="0" lang="en-GB" sz="1800" strike="noStrike" u="none">
                <a:solidFill>
                  <a:srgbClr val="d4d4d4"/>
                </a:solidFill>
                <a:uFillTx/>
                <a:latin typeface="Menlo"/>
              </a:rPr>
              <a:t>}</a:t>
            </a:r>
            <a:endParaRPr b="0" lang="de-DE" sz="1800" strike="noStrike" u="none">
              <a:solidFill>
                <a:srgbClr val="000000"/>
              </a:solidFill>
              <a:uFillTx/>
              <a:latin typeface="Arial"/>
            </a:endParaRPr>
          </a:p>
          <a:p>
            <a:pPr marL="457200" defTabSz="914400">
              <a:lnSpc>
                <a:spcPct val="100000"/>
              </a:lnSpc>
            </a:pPr>
            <a:br>
              <a:rPr sz="1800"/>
            </a:br>
            <a:r>
              <a:rPr b="0" lang="en-GB" sz="1800" strike="noStrike" u="none">
                <a:solidFill>
                  <a:srgbClr val="4ec9b0"/>
                </a:solidFill>
                <a:uFillTx/>
                <a:latin typeface="Menlo"/>
              </a:rPr>
              <a:t>console</a:t>
            </a:r>
            <a:r>
              <a:rPr b="0" lang="en-GB" sz="1800" strike="noStrike" u="none">
                <a:solidFill>
                  <a:srgbClr val="d4d4d4"/>
                </a:solidFill>
                <a:uFillTx/>
                <a:latin typeface="Menlo"/>
              </a:rPr>
              <a:t>.</a:t>
            </a:r>
            <a:r>
              <a:rPr b="0" lang="en-GB" sz="1800" strike="noStrike" u="none">
                <a:solidFill>
                  <a:srgbClr val="dcdcaa"/>
                </a:solidFill>
                <a:uFillTx/>
                <a:latin typeface="Menlo"/>
              </a:rPr>
              <a:t>log</a:t>
            </a:r>
            <a:r>
              <a:rPr b="0" lang="en-GB" sz="1800" strike="noStrike" u="none">
                <a:solidFill>
                  <a:srgbClr val="d4d4d4"/>
                </a:solidFill>
                <a:uFillTx/>
                <a:latin typeface="Menlo"/>
              </a:rPr>
              <a:t>(</a:t>
            </a:r>
            <a:r>
              <a:rPr b="0" lang="en-GB" sz="1800" strike="noStrike" u="none">
                <a:solidFill>
                  <a:srgbClr val="9cdcfe"/>
                </a:solidFill>
                <a:uFillTx/>
                <a:latin typeface="Menlo"/>
              </a:rPr>
              <a:t>schweinchenDick</a:t>
            </a:r>
            <a:r>
              <a:rPr b="0" lang="en-GB" sz="1800" strike="noStrike" u="none">
                <a:solidFill>
                  <a:srgbClr val="d4d4d4"/>
                </a:solidFill>
                <a:uFillTx/>
                <a:latin typeface="Menlo"/>
              </a:rPr>
              <a:t>.</a:t>
            </a:r>
            <a:r>
              <a:rPr b="0" lang="en-GB" sz="1800" strike="noStrike" u="none">
                <a:solidFill>
                  <a:srgbClr val="dcdcaa"/>
                </a:solidFill>
                <a:uFillTx/>
                <a:latin typeface="Menlo"/>
              </a:rPr>
              <a:t>suhlen</a:t>
            </a:r>
            <a:r>
              <a:rPr b="0" lang="en-GB" sz="1800" strike="noStrike" u="none">
                <a:solidFill>
                  <a:srgbClr val="d4d4d4"/>
                </a:solidFill>
                <a:uFillTx/>
                <a:latin typeface="Menlo"/>
              </a:rPr>
              <a:t>());</a:t>
            </a:r>
            <a:endParaRPr b="0" lang="de-DE" sz="1800" strike="noStrike" u="none">
              <a:solidFill>
                <a:srgbClr val="000000"/>
              </a:solidFill>
              <a:uFillTx/>
              <a:latin typeface="Arial"/>
            </a:endParaRPr>
          </a:p>
          <a:p>
            <a:pPr marL="457200" defTabSz="914400">
              <a:lnSpc>
                <a:spcPct val="100000"/>
              </a:lnSpc>
            </a:pPr>
            <a:endParaRPr b="0" lang="de-DE" sz="1800" strike="noStrike" u="none">
              <a:solidFill>
                <a:srgbClr val="000000"/>
              </a:solidFill>
              <a:uFillTx/>
              <a:latin typeface="Arial"/>
            </a:endParaRPr>
          </a:p>
          <a:p>
            <a:pPr marL="457200" defTabSz="914400">
              <a:lnSpc>
                <a:spcPct val="100000"/>
              </a:lnSpc>
            </a:pPr>
            <a:br>
              <a:rPr sz="1800"/>
            </a:br>
            <a:br>
              <a:rPr sz="1800"/>
            </a:br>
            <a:endParaRPr b="0" lang="de-DE" sz="1800" strike="noStrike" u="none">
              <a:solidFill>
                <a:srgbClr val="000000"/>
              </a:solidFill>
              <a:uFillTx/>
              <a:latin typeface="Arial"/>
            </a:endParaRPr>
          </a:p>
        </p:txBody>
      </p:sp>
      <p:sp>
        <p:nvSpPr>
          <p:cNvPr id="316" name="PlaceHolder 1"/>
          <p:cNvSpPr>
            <a:spLocks noGrp="1"/>
          </p:cNvSpPr>
          <p:nvPr>
            <p:ph type="title"/>
          </p:nvPr>
        </p:nvSpPr>
        <p:spPr>
          <a:xfrm>
            <a:off x="838080" y="365040"/>
            <a:ext cx="10514520" cy="132444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ctr">
            <a:noAutofit/>
          </a:bodyPr>
          <a:p>
            <a:pPr indent="0" defTabSz="914400">
              <a:lnSpc>
                <a:spcPct val="90000"/>
              </a:lnSpc>
              <a:buNone/>
              <a:tabLst>
                <a:tab algn="l" pos="0"/>
              </a:tabLst>
            </a:pPr>
            <a:r>
              <a:rPr b="0" lang="en-DE" sz="4400" strike="noStrike" u="none">
                <a:solidFill>
                  <a:schemeClr val="dk1"/>
                </a:solidFill>
                <a:uFillTx/>
                <a:latin typeface="Calibri Light"/>
              </a:rPr>
              <a:t>Interface Beispiel mit var</a:t>
            </a:r>
            <a:endParaRPr b="0" lang="de-DE" sz="4400" strike="noStrike" u="none">
              <a:solidFill>
                <a:srgbClr val="000000"/>
              </a:solidFill>
              <a:uFillTx/>
              <a:latin typeface="Arial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46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7" name="PlaceHolder 1"/>
          <p:cNvSpPr>
            <a:spLocks noGrp="1"/>
          </p:cNvSpPr>
          <p:nvPr>
            <p:ph type="title"/>
          </p:nvPr>
        </p:nvSpPr>
        <p:spPr>
          <a:xfrm>
            <a:off x="838080" y="365040"/>
            <a:ext cx="10514520" cy="132444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ctr">
            <a:noAutofit/>
          </a:bodyPr>
          <a:p>
            <a:pPr indent="0" defTabSz="914400">
              <a:lnSpc>
                <a:spcPct val="90000"/>
              </a:lnSpc>
              <a:buNone/>
              <a:tabLst>
                <a:tab algn="l" pos="0"/>
              </a:tabLst>
            </a:pPr>
            <a:r>
              <a:rPr b="0" lang="en-DE" sz="4400" strike="noStrike" u="none">
                <a:solidFill>
                  <a:schemeClr val="dk1"/>
                </a:solidFill>
                <a:uFillTx/>
                <a:latin typeface="Calibri Light"/>
              </a:rPr>
              <a:t>Inline Interface Def</a:t>
            </a:r>
            <a:endParaRPr b="0" lang="de-DE" sz="4400" strike="noStrike" u="none">
              <a:solidFill>
                <a:srgbClr val="000000"/>
              </a:solidFill>
              <a:uFillTx/>
              <a:latin typeface="Arial"/>
            </a:endParaRPr>
          </a:p>
        </p:txBody>
      </p:sp>
      <p:sp>
        <p:nvSpPr>
          <p:cNvPr id="318" name="Rectangle 2"/>
          <p:cNvSpPr/>
          <p:nvPr/>
        </p:nvSpPr>
        <p:spPr>
          <a:xfrm>
            <a:off x="2683080" y="2828880"/>
            <a:ext cx="6459840" cy="11869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spAutoFit/>
          </a:bodyPr>
          <a:p>
            <a:pPr defTabSz="914400">
              <a:lnSpc>
                <a:spcPct val="100000"/>
              </a:lnSpc>
            </a:pPr>
            <a:r>
              <a:rPr b="0" lang="en-GB" sz="1800" strike="noStrike" u="none">
                <a:solidFill>
                  <a:srgbClr val="569cd6"/>
                </a:solidFill>
                <a:uFillTx/>
                <a:latin typeface="Menlo"/>
              </a:rPr>
              <a:t>function</a:t>
            </a:r>
            <a:r>
              <a:rPr b="0" lang="en-GB" sz="1800" strike="noStrike" u="none">
                <a:solidFill>
                  <a:srgbClr val="d4d4d4"/>
                </a:solidFill>
                <a:uFillTx/>
                <a:latin typeface="Menlo"/>
              </a:rPr>
              <a:t> </a:t>
            </a:r>
            <a:r>
              <a:rPr b="0" lang="en-GB" sz="1800" strike="noStrike" u="none">
                <a:solidFill>
                  <a:srgbClr val="dcdcaa"/>
                </a:solidFill>
                <a:uFillTx/>
                <a:latin typeface="Menlo"/>
              </a:rPr>
              <a:t>printName</a:t>
            </a:r>
            <a:r>
              <a:rPr b="0" lang="en-GB" sz="1800" strike="noStrike" u="none">
                <a:solidFill>
                  <a:srgbClr val="d4d4d4"/>
                </a:solidFill>
                <a:uFillTx/>
                <a:latin typeface="Menlo"/>
              </a:rPr>
              <a:t>(</a:t>
            </a:r>
            <a:r>
              <a:rPr b="0" lang="en-GB" sz="1800" strike="noStrike" u="none">
                <a:solidFill>
                  <a:srgbClr val="9cdcfe"/>
                </a:solidFill>
                <a:uFillTx/>
                <a:latin typeface="Menlo"/>
              </a:rPr>
              <a:t>named</a:t>
            </a:r>
            <a:r>
              <a:rPr b="0" lang="en-GB" sz="1800" strike="noStrike" u="none">
                <a:solidFill>
                  <a:srgbClr val="d4d4d4"/>
                </a:solidFill>
                <a:uFillTx/>
                <a:latin typeface="Menlo"/>
              </a:rPr>
              <a:t> : {</a:t>
            </a:r>
            <a:r>
              <a:rPr b="0" lang="en-GB" sz="1800" strike="noStrike" u="none">
                <a:solidFill>
                  <a:srgbClr val="9cdcfe"/>
                </a:solidFill>
                <a:uFillTx/>
                <a:latin typeface="Menlo"/>
              </a:rPr>
              <a:t>name</a:t>
            </a:r>
            <a:r>
              <a:rPr b="0" lang="en-GB" sz="1800" strike="noStrike" u="none">
                <a:solidFill>
                  <a:srgbClr val="d4d4d4"/>
                </a:solidFill>
                <a:uFillTx/>
                <a:latin typeface="Menlo"/>
              </a:rPr>
              <a:t>:</a:t>
            </a:r>
            <a:r>
              <a:rPr b="0" lang="en-GB" sz="1800" strike="noStrike" u="none">
                <a:solidFill>
                  <a:srgbClr val="4ec9b0"/>
                </a:solidFill>
                <a:uFillTx/>
                <a:latin typeface="Menlo"/>
              </a:rPr>
              <a:t>String</a:t>
            </a:r>
            <a:r>
              <a:rPr b="0" lang="en-GB" sz="1800" strike="noStrike" u="none">
                <a:solidFill>
                  <a:srgbClr val="d4d4d4"/>
                </a:solidFill>
                <a:uFillTx/>
                <a:latin typeface="Menlo"/>
              </a:rPr>
              <a:t>}){</a:t>
            </a:r>
            <a:endParaRPr b="0" lang="de-DE" sz="1800" strike="noStrike" u="none">
              <a:solidFill>
                <a:srgbClr val="000000"/>
              </a:solidFill>
              <a:uFillTx/>
              <a:latin typeface="Arial"/>
            </a:endParaRPr>
          </a:p>
          <a:p>
            <a:pPr defTabSz="914400">
              <a:lnSpc>
                <a:spcPct val="100000"/>
              </a:lnSpc>
            </a:pPr>
            <a:r>
              <a:rPr b="0" lang="en-GB" sz="1800" strike="noStrike" u="none">
                <a:solidFill>
                  <a:srgbClr val="4ec9b0"/>
                </a:solidFill>
                <a:uFillTx/>
                <a:latin typeface="Menlo"/>
              </a:rPr>
              <a:t>	</a:t>
            </a:r>
            <a:r>
              <a:rPr b="0" lang="en-GB" sz="1800" strike="noStrike" u="none">
                <a:solidFill>
                  <a:srgbClr val="4ec9b0"/>
                </a:solidFill>
                <a:uFillTx/>
                <a:latin typeface="Menlo"/>
              </a:rPr>
              <a:t>console</a:t>
            </a:r>
            <a:r>
              <a:rPr b="0" lang="en-GB" sz="1800" strike="noStrike" u="none">
                <a:solidFill>
                  <a:srgbClr val="d4d4d4"/>
                </a:solidFill>
                <a:uFillTx/>
                <a:latin typeface="Menlo"/>
              </a:rPr>
              <a:t>.</a:t>
            </a:r>
            <a:r>
              <a:rPr b="0" lang="en-GB" sz="1800" strike="noStrike" u="none">
                <a:solidFill>
                  <a:srgbClr val="dcdcaa"/>
                </a:solidFill>
                <a:uFillTx/>
                <a:latin typeface="Menlo"/>
              </a:rPr>
              <a:t>log</a:t>
            </a:r>
            <a:r>
              <a:rPr b="0" lang="en-GB" sz="1800" strike="noStrike" u="none">
                <a:solidFill>
                  <a:srgbClr val="d4d4d4"/>
                </a:solidFill>
                <a:uFillTx/>
                <a:latin typeface="Menlo"/>
              </a:rPr>
              <a:t>(</a:t>
            </a:r>
            <a:r>
              <a:rPr b="0" lang="en-GB" sz="1800" strike="noStrike" u="none">
                <a:solidFill>
                  <a:srgbClr val="9cdcfe"/>
                </a:solidFill>
                <a:uFillTx/>
                <a:latin typeface="Menlo"/>
              </a:rPr>
              <a:t>named</a:t>
            </a:r>
            <a:r>
              <a:rPr b="0" lang="en-GB" sz="1800" strike="noStrike" u="none">
                <a:solidFill>
                  <a:srgbClr val="d4d4d4"/>
                </a:solidFill>
                <a:uFillTx/>
                <a:latin typeface="Menlo"/>
              </a:rPr>
              <a:t>.</a:t>
            </a:r>
            <a:r>
              <a:rPr b="0" lang="en-GB" sz="1800" strike="noStrike" u="none">
                <a:solidFill>
                  <a:srgbClr val="9cdcfe"/>
                </a:solidFill>
                <a:uFillTx/>
                <a:latin typeface="Menlo"/>
              </a:rPr>
              <a:t>name</a:t>
            </a:r>
            <a:r>
              <a:rPr b="0" lang="en-GB" sz="1800" strike="noStrike" u="none">
                <a:solidFill>
                  <a:srgbClr val="d4d4d4"/>
                </a:solidFill>
                <a:uFillTx/>
                <a:latin typeface="Menlo"/>
              </a:rPr>
              <a:t>);</a:t>
            </a:r>
            <a:endParaRPr b="0" lang="de-DE" sz="1800" strike="noStrike" u="none">
              <a:solidFill>
                <a:srgbClr val="000000"/>
              </a:solidFill>
              <a:uFillTx/>
              <a:latin typeface="Arial"/>
            </a:endParaRPr>
          </a:p>
          <a:p>
            <a:pPr defTabSz="914400">
              <a:lnSpc>
                <a:spcPct val="100000"/>
              </a:lnSpc>
            </a:pPr>
            <a:r>
              <a:rPr b="0" lang="en-GB" sz="1800" strike="noStrike" u="none">
                <a:solidFill>
                  <a:srgbClr val="d4d4d4"/>
                </a:solidFill>
                <a:uFillTx/>
                <a:latin typeface="Menlo"/>
              </a:rPr>
              <a:t>}</a:t>
            </a:r>
            <a:endParaRPr b="0" lang="de-DE" sz="1800" strike="noStrike" u="none">
              <a:solidFill>
                <a:srgbClr val="000000"/>
              </a:solidFill>
              <a:uFillTx/>
              <a:latin typeface="Arial"/>
            </a:endParaRPr>
          </a:p>
          <a:p>
            <a:pPr defTabSz="914400">
              <a:lnSpc>
                <a:spcPct val="100000"/>
              </a:lnSpc>
            </a:pPr>
            <a:r>
              <a:rPr b="0" lang="en-GB" sz="1800" strike="noStrike" u="none">
                <a:solidFill>
                  <a:srgbClr val="dcdcaa"/>
                </a:solidFill>
                <a:uFillTx/>
                <a:latin typeface="Menlo"/>
              </a:rPr>
              <a:t>printName</a:t>
            </a:r>
            <a:r>
              <a:rPr b="0" lang="en-GB" sz="1800" strike="noStrike" u="none">
                <a:solidFill>
                  <a:srgbClr val="d4d4d4"/>
                </a:solidFill>
                <a:uFillTx/>
                <a:latin typeface="Menlo"/>
              </a:rPr>
              <a:t>(</a:t>
            </a:r>
            <a:r>
              <a:rPr b="0" lang="en-GB" sz="1800" strike="noStrike" u="none">
                <a:solidFill>
                  <a:srgbClr val="9cdcfe"/>
                </a:solidFill>
                <a:uFillTx/>
                <a:latin typeface="Menlo"/>
              </a:rPr>
              <a:t>schweinchenDick</a:t>
            </a:r>
            <a:r>
              <a:rPr b="0" lang="en-GB" sz="1800" strike="noStrike" u="none">
                <a:solidFill>
                  <a:srgbClr val="d4d4d4"/>
                </a:solidFill>
                <a:uFillTx/>
                <a:latin typeface="Menlo"/>
              </a:rPr>
              <a:t>);</a:t>
            </a:r>
            <a:endParaRPr b="0" lang="de-DE" sz="1800" strike="noStrike" u="none">
              <a:solidFill>
                <a:srgbClr val="000000"/>
              </a:solidFill>
              <a:uFillTx/>
              <a:latin typeface="Arial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47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9" name="PlaceHolder 1"/>
          <p:cNvSpPr>
            <a:spLocks noGrp="1"/>
          </p:cNvSpPr>
          <p:nvPr>
            <p:ph type="title"/>
          </p:nvPr>
        </p:nvSpPr>
        <p:spPr>
          <a:xfrm>
            <a:off x="838080" y="365040"/>
            <a:ext cx="10514520" cy="132444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ctr">
            <a:noAutofit/>
          </a:bodyPr>
          <a:p>
            <a:pPr indent="0" defTabSz="914400">
              <a:lnSpc>
                <a:spcPct val="90000"/>
              </a:lnSpc>
              <a:buNone/>
              <a:tabLst>
                <a:tab algn="l" pos="0"/>
              </a:tabLst>
            </a:pPr>
            <a:r>
              <a:rPr b="0" lang="en-DE" sz="4400" strike="noStrike" u="none">
                <a:solidFill>
                  <a:schemeClr val="dk1"/>
                </a:solidFill>
                <a:uFillTx/>
                <a:latin typeface="Calibri Light"/>
              </a:rPr>
              <a:t>Optional und Readonly</a:t>
            </a:r>
            <a:endParaRPr b="0" lang="de-DE" sz="4400" strike="noStrike" u="none">
              <a:solidFill>
                <a:srgbClr val="000000"/>
              </a:solidFill>
              <a:uFillTx/>
              <a:latin typeface="Arial"/>
            </a:endParaRPr>
          </a:p>
        </p:txBody>
      </p:sp>
      <p:sp>
        <p:nvSpPr>
          <p:cNvPr id="320" name="Rectangle 2"/>
          <p:cNvSpPr/>
          <p:nvPr/>
        </p:nvSpPr>
        <p:spPr>
          <a:xfrm>
            <a:off x="1154880" y="3285360"/>
            <a:ext cx="8938440" cy="22842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spAutoFit/>
          </a:bodyPr>
          <a:p>
            <a:pPr defTabSz="914400">
              <a:lnSpc>
                <a:spcPct val="100000"/>
              </a:lnSpc>
            </a:pPr>
            <a:br>
              <a:rPr sz="1800"/>
            </a:br>
            <a:r>
              <a:rPr b="0" lang="en-GB" sz="1800" strike="noStrike" u="none">
                <a:solidFill>
                  <a:srgbClr val="569cd6"/>
                </a:solidFill>
                <a:uFillTx/>
                <a:latin typeface="Menlo"/>
              </a:rPr>
              <a:t>interface</a:t>
            </a:r>
            <a:r>
              <a:rPr b="0" lang="en-GB" sz="1800" strike="noStrike" u="none">
                <a:solidFill>
                  <a:srgbClr val="d4d4d4"/>
                </a:solidFill>
                <a:uFillTx/>
                <a:latin typeface="Menlo"/>
              </a:rPr>
              <a:t> </a:t>
            </a:r>
            <a:r>
              <a:rPr b="0" lang="en-GB" sz="1800" strike="noStrike" u="none">
                <a:solidFill>
                  <a:srgbClr val="4ec9b0"/>
                </a:solidFill>
                <a:uFillTx/>
                <a:latin typeface="Menlo"/>
              </a:rPr>
              <a:t>Animal</a:t>
            </a:r>
            <a:r>
              <a:rPr b="0" lang="en-GB" sz="1800" strike="noStrike" u="none">
                <a:solidFill>
                  <a:srgbClr val="d4d4d4"/>
                </a:solidFill>
                <a:uFillTx/>
                <a:latin typeface="Menlo"/>
              </a:rPr>
              <a:t>{</a:t>
            </a:r>
            <a:endParaRPr b="0" lang="de-DE" sz="1800" strike="noStrike" u="none">
              <a:solidFill>
                <a:srgbClr val="000000"/>
              </a:solidFill>
              <a:uFillTx/>
              <a:latin typeface="Arial"/>
            </a:endParaRPr>
          </a:p>
          <a:p>
            <a:pPr defTabSz="914400">
              <a:lnSpc>
                <a:spcPct val="100000"/>
              </a:lnSpc>
            </a:pPr>
            <a:r>
              <a:rPr b="0" lang="en-GB" sz="1800" strike="noStrike" u="none">
                <a:solidFill>
                  <a:srgbClr val="569cd6"/>
                </a:solidFill>
                <a:uFillTx/>
                <a:latin typeface="Menlo"/>
              </a:rPr>
              <a:t>	</a:t>
            </a:r>
            <a:r>
              <a:rPr b="0" lang="en-GB" sz="1800" strike="noStrike" u="none">
                <a:solidFill>
                  <a:srgbClr val="569cd6"/>
                </a:solidFill>
                <a:uFillTx/>
                <a:latin typeface="Menlo"/>
              </a:rPr>
              <a:t>readonly</a:t>
            </a:r>
            <a:r>
              <a:rPr b="0" lang="en-GB" sz="1800" strike="noStrike" u="none">
                <a:solidFill>
                  <a:srgbClr val="d4d4d4"/>
                </a:solidFill>
                <a:uFillTx/>
                <a:latin typeface="Menlo"/>
              </a:rPr>
              <a:t> </a:t>
            </a:r>
            <a:r>
              <a:rPr b="0" lang="en-GB" sz="1800" strike="noStrike" u="none">
                <a:solidFill>
                  <a:srgbClr val="9cdcfe"/>
                </a:solidFill>
                <a:uFillTx/>
                <a:latin typeface="Menlo"/>
              </a:rPr>
              <a:t>name</a:t>
            </a:r>
            <a:r>
              <a:rPr b="0" lang="en-GB" sz="1800" strike="noStrike" u="none">
                <a:solidFill>
                  <a:srgbClr val="d4d4d4"/>
                </a:solidFill>
                <a:uFillTx/>
                <a:latin typeface="Menlo"/>
              </a:rPr>
              <a:t>: </a:t>
            </a:r>
            <a:r>
              <a:rPr b="0" lang="en-GB" sz="1800" strike="noStrike" u="none">
                <a:solidFill>
                  <a:srgbClr val="4ec9b0"/>
                </a:solidFill>
                <a:uFillTx/>
                <a:latin typeface="Menlo"/>
              </a:rPr>
              <a:t>String</a:t>
            </a:r>
            <a:r>
              <a:rPr b="0" lang="en-GB" sz="1800" strike="noStrike" u="none">
                <a:solidFill>
                  <a:srgbClr val="d4d4d4"/>
                </a:solidFill>
                <a:uFillTx/>
                <a:latin typeface="Menlo"/>
              </a:rPr>
              <a:t>,</a:t>
            </a:r>
            <a:endParaRPr b="0" lang="de-DE" sz="1800" strike="noStrike" u="none">
              <a:solidFill>
                <a:srgbClr val="000000"/>
              </a:solidFill>
              <a:uFillTx/>
              <a:latin typeface="Arial"/>
            </a:endParaRPr>
          </a:p>
          <a:p>
            <a:pPr defTabSz="914400">
              <a:lnSpc>
                <a:spcPct val="100000"/>
              </a:lnSpc>
            </a:pPr>
            <a:r>
              <a:rPr b="0" lang="en-GB" sz="1800" strike="noStrike" u="none">
                <a:solidFill>
                  <a:srgbClr val="9cdcfe"/>
                </a:solidFill>
                <a:uFillTx/>
                <a:latin typeface="Menlo"/>
              </a:rPr>
              <a:t>	</a:t>
            </a:r>
            <a:r>
              <a:rPr b="0" lang="en-GB" sz="1800" strike="noStrike" u="none">
                <a:solidFill>
                  <a:srgbClr val="9cdcfe"/>
                </a:solidFill>
                <a:uFillTx/>
                <a:latin typeface="Menlo"/>
              </a:rPr>
              <a:t>weight</a:t>
            </a:r>
            <a:r>
              <a:rPr b="0" lang="en-GB" sz="1800" strike="noStrike" u="none">
                <a:solidFill>
                  <a:srgbClr val="d4d4d4"/>
                </a:solidFill>
                <a:uFillTx/>
                <a:latin typeface="Menlo"/>
              </a:rPr>
              <a:t>?: </a:t>
            </a:r>
            <a:r>
              <a:rPr b="0" lang="en-GB" sz="1800" strike="noStrike" u="none">
                <a:solidFill>
                  <a:srgbClr val="4ec9b0"/>
                </a:solidFill>
                <a:uFillTx/>
                <a:latin typeface="Menlo"/>
              </a:rPr>
              <a:t>number</a:t>
            </a:r>
            <a:r>
              <a:rPr b="0" lang="en-GB" sz="1800" strike="noStrike" u="none">
                <a:solidFill>
                  <a:srgbClr val="d4d4d4"/>
                </a:solidFill>
                <a:uFillTx/>
                <a:latin typeface="Menlo"/>
              </a:rPr>
              <a:t>;</a:t>
            </a:r>
            <a:endParaRPr b="0" lang="de-DE" sz="1800" strike="noStrike" u="none">
              <a:solidFill>
                <a:srgbClr val="000000"/>
              </a:solidFill>
              <a:uFillTx/>
              <a:latin typeface="Arial"/>
            </a:endParaRPr>
          </a:p>
          <a:p>
            <a:pPr defTabSz="914400">
              <a:lnSpc>
                <a:spcPct val="100000"/>
              </a:lnSpc>
            </a:pPr>
            <a:r>
              <a:rPr b="0" lang="en-GB" sz="1800" strike="noStrike" u="none">
                <a:solidFill>
                  <a:srgbClr val="d4d4d4"/>
                </a:solidFill>
                <a:uFillTx/>
                <a:latin typeface="Menlo"/>
              </a:rPr>
              <a:t>}</a:t>
            </a:r>
            <a:endParaRPr b="0" lang="de-DE" sz="1800" strike="noStrike" u="none">
              <a:solidFill>
                <a:srgbClr val="000000"/>
              </a:solidFill>
              <a:uFillTx/>
              <a:latin typeface="Arial"/>
            </a:endParaRPr>
          </a:p>
          <a:p>
            <a:pPr defTabSz="914400">
              <a:lnSpc>
                <a:spcPct val="100000"/>
              </a:lnSpc>
            </a:pPr>
            <a:br>
              <a:rPr sz="1800"/>
            </a:br>
            <a:r>
              <a:rPr b="0" lang="en-GB" sz="1800" strike="noStrike" u="none">
                <a:solidFill>
                  <a:srgbClr val="569cd6"/>
                </a:solidFill>
                <a:uFillTx/>
                <a:latin typeface="Menlo"/>
              </a:rPr>
              <a:t>var</a:t>
            </a:r>
            <a:r>
              <a:rPr b="0" lang="en-GB" sz="1800" strike="noStrike" u="none">
                <a:solidFill>
                  <a:srgbClr val="d4d4d4"/>
                </a:solidFill>
                <a:uFillTx/>
                <a:latin typeface="Menlo"/>
              </a:rPr>
              <a:t> </a:t>
            </a:r>
            <a:r>
              <a:rPr b="0" lang="en-GB" sz="1800" strike="noStrike" u="none">
                <a:solidFill>
                  <a:srgbClr val="9cdcfe"/>
                </a:solidFill>
                <a:uFillTx/>
                <a:latin typeface="Menlo"/>
              </a:rPr>
              <a:t>missPiggy2</a:t>
            </a:r>
            <a:r>
              <a:rPr b="0" lang="en-GB" sz="1800" strike="noStrike" u="none">
                <a:solidFill>
                  <a:srgbClr val="d4d4d4"/>
                </a:solidFill>
                <a:uFillTx/>
                <a:latin typeface="Menlo"/>
              </a:rPr>
              <a:t> : </a:t>
            </a:r>
            <a:r>
              <a:rPr b="0" lang="en-GB" sz="1800" strike="noStrike" u="none">
                <a:solidFill>
                  <a:srgbClr val="4ec9b0"/>
                </a:solidFill>
                <a:uFillTx/>
                <a:latin typeface="Menlo"/>
              </a:rPr>
              <a:t>Animal</a:t>
            </a:r>
            <a:r>
              <a:rPr b="0" lang="en-GB" sz="1800" strike="noStrike" u="none">
                <a:solidFill>
                  <a:srgbClr val="d4d4d4"/>
                </a:solidFill>
                <a:uFillTx/>
                <a:latin typeface="Menlo"/>
              </a:rPr>
              <a:t> = { </a:t>
            </a:r>
            <a:r>
              <a:rPr b="0" lang="en-GB" sz="1800" strike="noStrike" u="none">
                <a:solidFill>
                  <a:srgbClr val="9cdcfe"/>
                </a:solidFill>
                <a:uFillTx/>
                <a:latin typeface="Menlo"/>
              </a:rPr>
              <a:t>name:</a:t>
            </a:r>
            <a:r>
              <a:rPr b="0" lang="en-GB" sz="1800" strike="noStrike" u="none">
                <a:solidFill>
                  <a:srgbClr val="d4d4d4"/>
                </a:solidFill>
                <a:uFillTx/>
                <a:latin typeface="Menlo"/>
              </a:rPr>
              <a:t> </a:t>
            </a:r>
            <a:r>
              <a:rPr b="0" lang="en-GB" sz="1800" strike="noStrike" u="none">
                <a:solidFill>
                  <a:srgbClr val="ce9178"/>
                </a:solidFill>
                <a:uFillTx/>
                <a:latin typeface="Menlo"/>
              </a:rPr>
              <a:t>"Miss Piggy"</a:t>
            </a:r>
            <a:r>
              <a:rPr b="0" lang="en-GB" sz="1800" strike="noStrike" u="none">
                <a:solidFill>
                  <a:srgbClr val="d4d4d4"/>
                </a:solidFill>
                <a:uFillTx/>
                <a:latin typeface="Menlo"/>
              </a:rPr>
              <a:t>};</a:t>
            </a:r>
            <a:endParaRPr b="0" lang="de-DE" sz="1800" strike="noStrike" u="none">
              <a:solidFill>
                <a:srgbClr val="000000"/>
              </a:solidFill>
              <a:uFillTx/>
              <a:latin typeface="Arial"/>
            </a:endParaRPr>
          </a:p>
          <a:p>
            <a:pPr defTabSz="914400">
              <a:lnSpc>
                <a:spcPct val="100000"/>
              </a:lnSpc>
            </a:pPr>
            <a:r>
              <a:rPr b="0" lang="en-GB" sz="1800" strike="noStrike" u="none">
                <a:solidFill>
                  <a:srgbClr val="569cd6"/>
                </a:solidFill>
                <a:uFillTx/>
                <a:latin typeface="Menlo"/>
              </a:rPr>
              <a:t>var</a:t>
            </a:r>
            <a:r>
              <a:rPr b="0" lang="en-GB" sz="1800" strike="noStrike" u="none">
                <a:solidFill>
                  <a:srgbClr val="d4d4d4"/>
                </a:solidFill>
                <a:uFillTx/>
                <a:latin typeface="Menlo"/>
              </a:rPr>
              <a:t> </a:t>
            </a:r>
            <a:r>
              <a:rPr b="0" lang="en-GB" sz="1800" strike="noStrike" u="none">
                <a:solidFill>
                  <a:srgbClr val="9cdcfe"/>
                </a:solidFill>
                <a:uFillTx/>
                <a:latin typeface="Menlo"/>
              </a:rPr>
              <a:t>missPiggy2_1</a:t>
            </a:r>
            <a:r>
              <a:rPr b="0" lang="en-GB" sz="1800" strike="noStrike" u="none">
                <a:solidFill>
                  <a:srgbClr val="d4d4d4"/>
                </a:solidFill>
                <a:uFillTx/>
                <a:latin typeface="Menlo"/>
              </a:rPr>
              <a:t> : </a:t>
            </a:r>
            <a:r>
              <a:rPr b="0" lang="en-GB" sz="1800" strike="noStrike" u="none">
                <a:solidFill>
                  <a:srgbClr val="4ec9b0"/>
                </a:solidFill>
                <a:uFillTx/>
                <a:latin typeface="Menlo"/>
              </a:rPr>
              <a:t>Animal</a:t>
            </a:r>
            <a:r>
              <a:rPr b="0" lang="en-GB" sz="1800" strike="noStrike" u="none">
                <a:solidFill>
                  <a:srgbClr val="d4d4d4"/>
                </a:solidFill>
                <a:uFillTx/>
                <a:latin typeface="Menlo"/>
              </a:rPr>
              <a:t> = { </a:t>
            </a:r>
            <a:r>
              <a:rPr b="0" lang="en-GB" sz="1800" strike="noStrike" u="none">
                <a:solidFill>
                  <a:srgbClr val="9cdcfe"/>
                </a:solidFill>
                <a:uFillTx/>
                <a:latin typeface="Menlo"/>
              </a:rPr>
              <a:t>name:</a:t>
            </a:r>
            <a:r>
              <a:rPr b="0" lang="en-GB" sz="1800" strike="noStrike" u="none">
                <a:solidFill>
                  <a:srgbClr val="d4d4d4"/>
                </a:solidFill>
                <a:uFillTx/>
                <a:latin typeface="Menlo"/>
              </a:rPr>
              <a:t> </a:t>
            </a:r>
            <a:r>
              <a:rPr b="0" lang="en-GB" sz="1800" strike="noStrike" u="none">
                <a:solidFill>
                  <a:srgbClr val="ce9178"/>
                </a:solidFill>
                <a:uFillTx/>
                <a:latin typeface="Menlo"/>
              </a:rPr>
              <a:t>"Miss Piggy"</a:t>
            </a:r>
            <a:r>
              <a:rPr b="0" lang="en-GB" sz="1800" strike="noStrike" u="none">
                <a:solidFill>
                  <a:srgbClr val="d4d4d4"/>
                </a:solidFill>
                <a:uFillTx/>
                <a:latin typeface="Menlo"/>
              </a:rPr>
              <a:t>, </a:t>
            </a:r>
            <a:r>
              <a:rPr b="0" lang="en-GB" sz="1800" strike="noStrike" u="none">
                <a:solidFill>
                  <a:srgbClr val="9cdcfe"/>
                </a:solidFill>
                <a:uFillTx/>
                <a:latin typeface="Menlo"/>
              </a:rPr>
              <a:t>weight:</a:t>
            </a:r>
            <a:r>
              <a:rPr b="0" lang="en-GB" sz="1800" strike="noStrike" u="none">
                <a:solidFill>
                  <a:srgbClr val="d4d4d4"/>
                </a:solidFill>
                <a:uFillTx/>
                <a:latin typeface="Menlo"/>
              </a:rPr>
              <a:t> </a:t>
            </a:r>
            <a:r>
              <a:rPr b="0" lang="en-GB" sz="1800" strike="noStrike" u="none">
                <a:solidFill>
                  <a:srgbClr val="b5cea8"/>
                </a:solidFill>
                <a:uFillTx/>
                <a:latin typeface="Menlo"/>
              </a:rPr>
              <a:t>100</a:t>
            </a:r>
            <a:r>
              <a:rPr b="0" lang="en-GB" sz="1800" strike="noStrike" u="none">
                <a:solidFill>
                  <a:srgbClr val="d4d4d4"/>
                </a:solidFill>
                <a:uFillTx/>
                <a:latin typeface="Menlo"/>
              </a:rPr>
              <a:t>};</a:t>
            </a:r>
            <a:endParaRPr b="0" lang="de-DE" sz="1800" strike="noStrike" u="none">
              <a:solidFill>
                <a:srgbClr val="000000"/>
              </a:solidFill>
              <a:uFillTx/>
              <a:latin typeface="Arial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48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21" name="PlaceHolder 1"/>
          <p:cNvSpPr>
            <a:spLocks noGrp="1"/>
          </p:cNvSpPr>
          <p:nvPr>
            <p:ph type="title"/>
          </p:nvPr>
        </p:nvSpPr>
        <p:spPr>
          <a:xfrm>
            <a:off x="838080" y="963720"/>
            <a:ext cx="3493440" cy="492912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ctr">
            <a:normAutofit/>
          </a:bodyPr>
          <a:p>
            <a:pPr indent="0" algn="r" defTabSz="914400">
              <a:lnSpc>
                <a:spcPct val="90000"/>
              </a:lnSpc>
              <a:buNone/>
              <a:tabLst>
                <a:tab algn="l" pos="0"/>
              </a:tabLst>
            </a:pPr>
            <a:r>
              <a:rPr b="0" lang="de-DE" sz="4400" strike="noStrike" u="none">
                <a:solidFill>
                  <a:schemeClr val="accent1"/>
                </a:solidFill>
                <a:uFillTx/>
                <a:latin typeface="Calibri Light"/>
              </a:rPr>
              <a:t>Klassen deklarieren</a:t>
            </a:r>
            <a:endParaRPr b="0" lang="de-DE" sz="4400" strike="noStrike" u="none">
              <a:solidFill>
                <a:srgbClr val="000000"/>
              </a:solidFill>
              <a:uFillTx/>
              <a:latin typeface="Arial"/>
            </a:endParaRPr>
          </a:p>
        </p:txBody>
      </p:sp>
      <p:sp>
        <p:nvSpPr>
          <p:cNvPr id="322" name="PlaceHolder 2"/>
          <p:cNvSpPr>
            <a:spLocks noGrp="1"/>
          </p:cNvSpPr>
          <p:nvPr>
            <p:ph/>
          </p:nvPr>
        </p:nvSpPr>
        <p:spPr>
          <a:xfrm>
            <a:off x="4975920" y="963720"/>
            <a:ext cx="6376680" cy="492912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ctr">
            <a:normAutofit/>
          </a:bodyPr>
          <a:p>
            <a:pPr indent="0" defTabSz="914400">
              <a:lnSpc>
                <a:spcPct val="90000"/>
              </a:lnSpc>
              <a:spcBef>
                <a:spcPts val="1001"/>
              </a:spcBef>
              <a:buNone/>
              <a:tabLst>
                <a:tab algn="l" pos="0"/>
              </a:tabLst>
            </a:pPr>
            <a:r>
              <a:rPr b="0" lang="en-GB" sz="2400" strike="noStrike" u="none">
                <a:solidFill>
                  <a:schemeClr val="dk1"/>
                </a:solidFill>
                <a:uFillTx/>
                <a:latin typeface="Calibri"/>
              </a:rPr>
              <a:t>	</a:t>
            </a:r>
            <a:r>
              <a:rPr b="0" lang="en-GB" sz="2400" strike="noStrike" u="none">
                <a:solidFill>
                  <a:schemeClr val="dk1"/>
                </a:solidFill>
                <a:uFillTx/>
                <a:latin typeface="Calibri"/>
              </a:rPr>
              <a:t>class class_name { </a:t>
            </a:r>
            <a:endParaRPr b="0" lang="de-DE" sz="2400" strike="noStrike" u="none">
              <a:solidFill>
                <a:srgbClr val="000000"/>
              </a:solidFill>
              <a:uFillTx/>
              <a:latin typeface="Arial"/>
            </a:endParaRPr>
          </a:p>
          <a:p>
            <a:pPr indent="0" defTabSz="914400">
              <a:lnSpc>
                <a:spcPct val="90000"/>
              </a:lnSpc>
              <a:spcBef>
                <a:spcPts val="1001"/>
              </a:spcBef>
              <a:buNone/>
              <a:tabLst>
                <a:tab algn="l" pos="0"/>
              </a:tabLst>
            </a:pPr>
            <a:r>
              <a:rPr b="0" lang="en-GB" sz="2400" strike="noStrike" u="none">
                <a:solidFill>
                  <a:schemeClr val="dk1"/>
                </a:solidFill>
                <a:uFillTx/>
                <a:latin typeface="Calibri"/>
              </a:rPr>
              <a:t>	</a:t>
            </a:r>
            <a:r>
              <a:rPr b="0" lang="en-GB" sz="2400" strike="noStrike" u="none">
                <a:solidFill>
                  <a:schemeClr val="dk1"/>
                </a:solidFill>
                <a:uFillTx/>
                <a:latin typeface="Calibri"/>
              </a:rPr>
              <a:t>	</a:t>
            </a:r>
            <a:r>
              <a:rPr b="0" lang="en-GB" sz="2400" strike="noStrike" u="none">
                <a:solidFill>
                  <a:schemeClr val="dk1"/>
                </a:solidFill>
                <a:uFillTx/>
                <a:latin typeface="Calibri"/>
              </a:rPr>
              <a:t>//class scope </a:t>
            </a:r>
            <a:endParaRPr b="0" lang="de-DE" sz="2400" strike="noStrike" u="none">
              <a:solidFill>
                <a:srgbClr val="000000"/>
              </a:solidFill>
              <a:uFillTx/>
              <a:latin typeface="Arial"/>
            </a:endParaRPr>
          </a:p>
          <a:p>
            <a:pPr indent="0" defTabSz="914400">
              <a:lnSpc>
                <a:spcPct val="90000"/>
              </a:lnSpc>
              <a:spcBef>
                <a:spcPts val="1001"/>
              </a:spcBef>
              <a:buNone/>
              <a:tabLst>
                <a:tab algn="l" pos="0"/>
              </a:tabLst>
            </a:pPr>
            <a:r>
              <a:rPr b="0" lang="en-GB" sz="2400" strike="noStrike" u="none">
                <a:solidFill>
                  <a:schemeClr val="dk1"/>
                </a:solidFill>
                <a:uFillTx/>
                <a:latin typeface="Calibri"/>
              </a:rPr>
              <a:t>	</a:t>
            </a:r>
            <a:r>
              <a:rPr b="0" lang="en-GB" sz="2400" strike="noStrike" u="none">
                <a:solidFill>
                  <a:schemeClr val="dk1"/>
                </a:solidFill>
                <a:uFillTx/>
                <a:latin typeface="Calibri"/>
              </a:rPr>
              <a:t>}</a:t>
            </a:r>
            <a:endParaRPr b="0" lang="de-DE" sz="2400" strike="noStrike" u="none">
              <a:solidFill>
                <a:srgbClr val="000000"/>
              </a:solidFill>
              <a:uFillTx/>
              <a:latin typeface="Arial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49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23" name="PlaceHolder 1"/>
          <p:cNvSpPr>
            <a:spLocks noGrp="1"/>
          </p:cNvSpPr>
          <p:nvPr>
            <p:ph type="title"/>
          </p:nvPr>
        </p:nvSpPr>
        <p:spPr>
          <a:xfrm>
            <a:off x="838080" y="365040"/>
            <a:ext cx="10514520" cy="132444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ctr">
            <a:noAutofit/>
          </a:bodyPr>
          <a:p>
            <a:pPr indent="0" defTabSz="914400">
              <a:lnSpc>
                <a:spcPct val="90000"/>
              </a:lnSpc>
              <a:buNone/>
              <a:tabLst>
                <a:tab algn="l" pos="0"/>
              </a:tabLst>
            </a:pPr>
            <a:r>
              <a:rPr b="0" lang="en-DE" sz="4400" strike="noStrike" u="none">
                <a:solidFill>
                  <a:schemeClr val="dk1"/>
                </a:solidFill>
                <a:uFillTx/>
                <a:latin typeface="Calibri Light"/>
              </a:rPr>
              <a:t>Member von Klassen</a:t>
            </a:r>
            <a:endParaRPr b="0" lang="de-DE" sz="4400" strike="noStrike" u="none">
              <a:solidFill>
                <a:srgbClr val="000000"/>
              </a:solidFill>
              <a:uFillTx/>
              <a:latin typeface="Arial"/>
            </a:endParaRPr>
          </a:p>
        </p:txBody>
      </p:sp>
      <p:graphicFrame>
        <p:nvGraphicFramePr>
          <p:cNvPr id="5" name="Diagram5"/>
          <p:cNvGraphicFramePr/>
          <p:nvPr>
            <p:extLst>
              <p:ext uri="{D42A27DB-BD31-4B8C-83A1-F6EECF244321}">
                <p14:modId xmlns:p14="http://schemas.microsoft.com/office/powerpoint/2010/main" val="1933631524"/>
              </p:ext>
            </p:extLst>
          </p:nvPr>
        </p:nvGraphicFramePr>
        <p:xfrm>
          <a:off x="838080" y="1825560"/>
          <a:ext cx="10514520" cy="4350240"/>
        </p:xfrm>
        <a:graphic>
          <a:graphicData uri="http://schemas.openxmlformats.org/drawingml/2006/diagram">
            <dgm:relIds xmlns:dgm="http://schemas.openxmlformats.org/drawingml/2006/diagram" xmlns:r="http://schemas.openxmlformats.org/officeDocument/2006/relationships" r:dm="rId1" r:lo="rId2" r:qs="rId3" r:cs="rId4"/>
          </a:graphicData>
        </a:graphic>
      </p:graphicFrame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50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24" name="PlaceHolder 1"/>
          <p:cNvSpPr>
            <a:spLocks noGrp="1"/>
          </p:cNvSpPr>
          <p:nvPr>
            <p:ph type="title"/>
          </p:nvPr>
        </p:nvSpPr>
        <p:spPr>
          <a:xfrm>
            <a:off x="838080" y="365040"/>
            <a:ext cx="10514520" cy="132444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ctr">
            <a:noAutofit/>
          </a:bodyPr>
          <a:p>
            <a:pPr indent="0" defTabSz="914400">
              <a:lnSpc>
                <a:spcPct val="90000"/>
              </a:lnSpc>
              <a:buNone/>
              <a:tabLst>
                <a:tab algn="l" pos="0"/>
              </a:tabLst>
            </a:pPr>
            <a:r>
              <a:rPr b="0" lang="en-DE" sz="4400" strike="noStrike" u="none">
                <a:solidFill>
                  <a:schemeClr val="dk1"/>
                </a:solidFill>
                <a:uFillTx/>
                <a:latin typeface="Calibri Light"/>
              </a:rPr>
              <a:t>Klassen Definition</a:t>
            </a:r>
            <a:endParaRPr b="0" lang="de-DE" sz="4400" strike="noStrike" u="none">
              <a:solidFill>
                <a:srgbClr val="000000"/>
              </a:solidFill>
              <a:uFillTx/>
              <a:latin typeface="Arial"/>
            </a:endParaRPr>
          </a:p>
        </p:txBody>
      </p:sp>
      <p:sp>
        <p:nvSpPr>
          <p:cNvPr id="325" name="PlaceHolder 2"/>
          <p:cNvSpPr>
            <a:spLocks noGrp="1"/>
          </p:cNvSpPr>
          <p:nvPr>
            <p:ph/>
          </p:nvPr>
        </p:nvSpPr>
        <p:spPr>
          <a:xfrm>
            <a:off x="838080" y="1825560"/>
            <a:ext cx="10514520" cy="435024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t">
            <a:normAutofit fontScale="92500" lnSpcReduction="9999"/>
          </a:bodyPr>
          <a:p>
            <a:pPr indent="0" defTabSz="914400">
              <a:lnSpc>
                <a:spcPct val="90000"/>
              </a:lnSpc>
              <a:spcBef>
                <a:spcPts val="1001"/>
              </a:spcBef>
              <a:buNone/>
              <a:tabLst>
                <a:tab algn="l" pos="0"/>
              </a:tabLst>
            </a:pPr>
            <a:endParaRPr b="0" lang="de-DE" sz="2800" strike="noStrike" u="none">
              <a:solidFill>
                <a:srgbClr val="000000"/>
              </a:solidFill>
              <a:uFillTx/>
              <a:latin typeface="Arial"/>
            </a:endParaRPr>
          </a:p>
          <a:p>
            <a:pPr indent="0" defTabSz="914400">
              <a:lnSpc>
                <a:spcPct val="90000"/>
              </a:lnSpc>
              <a:spcBef>
                <a:spcPts val="1001"/>
              </a:spcBef>
              <a:buNone/>
              <a:tabLst>
                <a:tab algn="l" pos="0"/>
              </a:tabLst>
            </a:pPr>
            <a:r>
              <a:rPr b="0" lang="en-GB" sz="2800" strike="noStrike" u="none">
                <a:solidFill>
                  <a:srgbClr val="569cd6"/>
                </a:solidFill>
                <a:uFillTx/>
                <a:latin typeface="Menlo"/>
              </a:rPr>
              <a:t>class</a:t>
            </a:r>
            <a:r>
              <a:rPr b="0" lang="en-GB" sz="2800" strike="noStrike" u="none">
                <a:solidFill>
                  <a:srgbClr val="d4d4d4"/>
                </a:solidFill>
                <a:uFillTx/>
                <a:latin typeface="Menlo"/>
              </a:rPr>
              <a:t> </a:t>
            </a:r>
            <a:r>
              <a:rPr b="0" lang="en-GB" sz="2800" strike="noStrike" u="none">
                <a:solidFill>
                  <a:srgbClr val="4ec9b0"/>
                </a:solidFill>
                <a:uFillTx/>
                <a:latin typeface="Menlo"/>
              </a:rPr>
              <a:t>Schwein</a:t>
            </a:r>
            <a:r>
              <a:rPr b="0" lang="en-GB" sz="2800" strike="noStrike" u="none">
                <a:solidFill>
                  <a:srgbClr val="d4d4d4"/>
                </a:solidFill>
                <a:uFillTx/>
                <a:latin typeface="Menlo"/>
              </a:rPr>
              <a:t>{</a:t>
            </a:r>
            <a:endParaRPr b="0" lang="de-DE" sz="2800" strike="noStrike" u="none">
              <a:solidFill>
                <a:srgbClr val="000000"/>
              </a:solidFill>
              <a:uFillTx/>
              <a:latin typeface="Arial"/>
            </a:endParaRPr>
          </a:p>
          <a:p>
            <a:pPr marL="457200" indent="0" defTabSz="914400">
              <a:lnSpc>
                <a:spcPct val="90000"/>
              </a:lnSpc>
              <a:spcBef>
                <a:spcPts val="499"/>
              </a:spcBef>
              <a:buNone/>
              <a:tabLst>
                <a:tab algn="l" pos="0"/>
              </a:tabLst>
            </a:pPr>
            <a:r>
              <a:rPr b="0" lang="en-GB" sz="2400" strike="noStrike" u="none">
                <a:solidFill>
                  <a:srgbClr val="9cdcfe"/>
                </a:solidFill>
                <a:uFillTx/>
                <a:latin typeface="Menlo"/>
              </a:rPr>
              <a:t>name</a:t>
            </a:r>
            <a:r>
              <a:rPr b="0" lang="en-GB" sz="2400" strike="noStrike" u="none">
                <a:solidFill>
                  <a:srgbClr val="d4d4d4"/>
                </a:solidFill>
                <a:uFillTx/>
                <a:latin typeface="Menlo"/>
              </a:rPr>
              <a:t> : </a:t>
            </a:r>
            <a:r>
              <a:rPr b="0" lang="en-GB" sz="2400" strike="noStrike" u="none">
                <a:solidFill>
                  <a:srgbClr val="4ec9b0"/>
                </a:solidFill>
                <a:uFillTx/>
                <a:latin typeface="Menlo"/>
              </a:rPr>
              <a:t>String</a:t>
            </a:r>
            <a:r>
              <a:rPr b="0" lang="en-GB" sz="2400" strike="noStrike" u="none">
                <a:solidFill>
                  <a:srgbClr val="d4d4d4"/>
                </a:solidFill>
                <a:uFillTx/>
                <a:latin typeface="Menlo"/>
              </a:rPr>
              <a:t>;</a:t>
            </a:r>
            <a:endParaRPr b="0" lang="de-DE" sz="2400" strike="noStrike" u="none">
              <a:solidFill>
                <a:srgbClr val="000000"/>
              </a:solidFill>
              <a:uFillTx/>
              <a:latin typeface="Arial"/>
            </a:endParaRPr>
          </a:p>
          <a:p>
            <a:pPr marL="457200" indent="0" defTabSz="914400">
              <a:lnSpc>
                <a:spcPct val="90000"/>
              </a:lnSpc>
              <a:spcBef>
                <a:spcPts val="499"/>
              </a:spcBef>
              <a:buNone/>
              <a:tabLst>
                <a:tab algn="l" pos="0"/>
              </a:tabLst>
            </a:pPr>
            <a:endParaRPr b="0" lang="de-DE" sz="2400" strike="noStrike" u="none">
              <a:solidFill>
                <a:srgbClr val="000000"/>
              </a:solidFill>
              <a:uFillTx/>
              <a:latin typeface="Arial"/>
            </a:endParaRPr>
          </a:p>
          <a:p>
            <a:pPr marL="457200" indent="0" defTabSz="914400">
              <a:lnSpc>
                <a:spcPct val="90000"/>
              </a:lnSpc>
              <a:spcBef>
                <a:spcPts val="499"/>
              </a:spcBef>
              <a:buNone/>
              <a:tabLst>
                <a:tab algn="l" pos="0"/>
              </a:tabLst>
            </a:pPr>
            <a:r>
              <a:rPr b="0" lang="en-GB" sz="2400" strike="noStrike" u="none">
                <a:solidFill>
                  <a:srgbClr val="569cd6"/>
                </a:solidFill>
                <a:uFillTx/>
                <a:latin typeface="Menlo"/>
              </a:rPr>
              <a:t>constructor</a:t>
            </a:r>
            <a:r>
              <a:rPr b="0" lang="en-GB" sz="2400" strike="noStrike" u="none">
                <a:solidFill>
                  <a:srgbClr val="d4d4d4"/>
                </a:solidFill>
                <a:uFillTx/>
                <a:latin typeface="Menlo"/>
              </a:rPr>
              <a:t> (</a:t>
            </a:r>
            <a:r>
              <a:rPr b="0" lang="en-GB" sz="2400" strike="noStrike" u="none">
                <a:solidFill>
                  <a:srgbClr val="9cdcfe"/>
                </a:solidFill>
                <a:uFillTx/>
                <a:latin typeface="Menlo"/>
              </a:rPr>
              <a:t>name</a:t>
            </a:r>
            <a:r>
              <a:rPr b="0" lang="en-GB" sz="2400" strike="noStrike" u="none">
                <a:solidFill>
                  <a:srgbClr val="d4d4d4"/>
                </a:solidFill>
                <a:uFillTx/>
                <a:latin typeface="Menlo"/>
              </a:rPr>
              <a:t>:</a:t>
            </a:r>
            <a:r>
              <a:rPr b="0" lang="en-GB" sz="2400" strike="noStrike" u="none">
                <a:solidFill>
                  <a:srgbClr val="4ec9b0"/>
                </a:solidFill>
                <a:uFillTx/>
                <a:latin typeface="Menlo"/>
              </a:rPr>
              <a:t>String</a:t>
            </a:r>
            <a:r>
              <a:rPr b="0" lang="en-GB" sz="2400" strike="noStrike" u="none">
                <a:solidFill>
                  <a:srgbClr val="d4d4d4"/>
                </a:solidFill>
                <a:uFillTx/>
                <a:latin typeface="Menlo"/>
              </a:rPr>
              <a:t>){</a:t>
            </a:r>
            <a:endParaRPr b="0" lang="de-DE" sz="2400" strike="noStrike" u="none">
              <a:solidFill>
                <a:srgbClr val="000000"/>
              </a:solidFill>
              <a:uFillTx/>
              <a:latin typeface="Arial"/>
            </a:endParaRPr>
          </a:p>
          <a:p>
            <a:pPr marL="457200" indent="0" defTabSz="914400">
              <a:lnSpc>
                <a:spcPct val="90000"/>
              </a:lnSpc>
              <a:spcBef>
                <a:spcPts val="499"/>
              </a:spcBef>
              <a:buNone/>
              <a:tabLst>
                <a:tab algn="l" pos="0"/>
              </a:tabLst>
            </a:pPr>
            <a:r>
              <a:rPr b="0" lang="en-GB" sz="2400" strike="noStrike" u="none">
                <a:solidFill>
                  <a:srgbClr val="569cd6"/>
                </a:solidFill>
                <a:uFillTx/>
                <a:latin typeface="Menlo"/>
              </a:rPr>
              <a:t>	</a:t>
            </a:r>
            <a:r>
              <a:rPr b="0" lang="en-GB" sz="2400" strike="noStrike" u="none">
                <a:solidFill>
                  <a:srgbClr val="569cd6"/>
                </a:solidFill>
                <a:uFillTx/>
                <a:latin typeface="Menlo"/>
              </a:rPr>
              <a:t>this</a:t>
            </a:r>
            <a:r>
              <a:rPr b="0" lang="en-GB" sz="2400" strike="noStrike" u="none">
                <a:solidFill>
                  <a:srgbClr val="d4d4d4"/>
                </a:solidFill>
                <a:uFillTx/>
                <a:latin typeface="Menlo"/>
              </a:rPr>
              <a:t>.</a:t>
            </a:r>
            <a:r>
              <a:rPr b="0" lang="en-GB" sz="2400" strike="noStrike" u="none">
                <a:solidFill>
                  <a:srgbClr val="9cdcfe"/>
                </a:solidFill>
                <a:uFillTx/>
                <a:latin typeface="Menlo"/>
              </a:rPr>
              <a:t>name</a:t>
            </a:r>
            <a:r>
              <a:rPr b="0" lang="en-GB" sz="2400" strike="noStrike" u="none">
                <a:solidFill>
                  <a:srgbClr val="d4d4d4"/>
                </a:solidFill>
                <a:uFillTx/>
                <a:latin typeface="Menlo"/>
              </a:rPr>
              <a:t> = </a:t>
            </a:r>
            <a:r>
              <a:rPr b="0" lang="en-GB" sz="2400" strike="noStrike" u="none">
                <a:solidFill>
                  <a:srgbClr val="9cdcfe"/>
                </a:solidFill>
                <a:uFillTx/>
                <a:latin typeface="Menlo"/>
              </a:rPr>
              <a:t>name</a:t>
            </a:r>
            <a:r>
              <a:rPr b="0" lang="en-GB" sz="2400" strike="noStrike" u="none">
                <a:solidFill>
                  <a:srgbClr val="d4d4d4"/>
                </a:solidFill>
                <a:uFillTx/>
                <a:latin typeface="Menlo"/>
              </a:rPr>
              <a:t>;</a:t>
            </a:r>
            <a:endParaRPr b="0" lang="de-DE" sz="2400" strike="noStrike" u="none">
              <a:solidFill>
                <a:srgbClr val="000000"/>
              </a:solidFill>
              <a:uFillTx/>
              <a:latin typeface="Arial"/>
            </a:endParaRPr>
          </a:p>
          <a:p>
            <a:pPr marL="457200" indent="0" defTabSz="914400">
              <a:lnSpc>
                <a:spcPct val="90000"/>
              </a:lnSpc>
              <a:spcBef>
                <a:spcPts val="499"/>
              </a:spcBef>
              <a:buNone/>
              <a:tabLst>
                <a:tab algn="l" pos="0"/>
              </a:tabLst>
            </a:pPr>
            <a:r>
              <a:rPr b="0" lang="en-GB" sz="2400" strike="noStrike" u="none">
                <a:solidFill>
                  <a:srgbClr val="d4d4d4"/>
                </a:solidFill>
                <a:uFillTx/>
                <a:latin typeface="Menlo"/>
              </a:rPr>
              <a:t>}</a:t>
            </a:r>
            <a:endParaRPr b="0" lang="de-DE" sz="2400" strike="noStrike" u="none">
              <a:solidFill>
                <a:srgbClr val="000000"/>
              </a:solidFill>
              <a:uFillTx/>
              <a:latin typeface="Arial"/>
            </a:endParaRPr>
          </a:p>
          <a:p>
            <a:pPr marL="457200" indent="0" defTabSz="914400">
              <a:lnSpc>
                <a:spcPct val="90000"/>
              </a:lnSpc>
              <a:spcBef>
                <a:spcPts val="499"/>
              </a:spcBef>
              <a:buNone/>
              <a:tabLst>
                <a:tab algn="l" pos="0"/>
              </a:tabLst>
            </a:pPr>
            <a:br>
              <a:rPr sz="2400"/>
            </a:br>
            <a:r>
              <a:rPr b="0" lang="en-GB" sz="2400" strike="noStrike" u="none">
                <a:solidFill>
                  <a:srgbClr val="dcdcaa"/>
                </a:solidFill>
                <a:uFillTx/>
                <a:latin typeface="Menlo"/>
              </a:rPr>
              <a:t>gibLaut</a:t>
            </a:r>
            <a:r>
              <a:rPr b="0" lang="en-GB" sz="2400" strike="noStrike" u="none">
                <a:solidFill>
                  <a:srgbClr val="d4d4d4"/>
                </a:solidFill>
                <a:uFillTx/>
                <a:latin typeface="Menlo"/>
              </a:rPr>
              <a:t>():</a:t>
            </a:r>
            <a:r>
              <a:rPr b="0" lang="en-GB" sz="2400" strike="noStrike" u="none">
                <a:solidFill>
                  <a:srgbClr val="4ec9b0"/>
                </a:solidFill>
                <a:uFillTx/>
                <a:latin typeface="Menlo"/>
              </a:rPr>
              <a:t>String</a:t>
            </a:r>
            <a:r>
              <a:rPr b="0" lang="en-GB" sz="2400" strike="noStrike" u="none">
                <a:solidFill>
                  <a:srgbClr val="d4d4d4"/>
                </a:solidFill>
                <a:uFillTx/>
                <a:latin typeface="Menlo"/>
              </a:rPr>
              <a:t>{</a:t>
            </a:r>
            <a:endParaRPr b="0" lang="de-DE" sz="2400" strike="noStrike" u="none">
              <a:solidFill>
                <a:srgbClr val="000000"/>
              </a:solidFill>
              <a:uFillTx/>
              <a:latin typeface="Arial"/>
            </a:endParaRPr>
          </a:p>
          <a:p>
            <a:pPr marL="457200" indent="0" defTabSz="914400">
              <a:lnSpc>
                <a:spcPct val="90000"/>
              </a:lnSpc>
              <a:spcBef>
                <a:spcPts val="499"/>
              </a:spcBef>
              <a:buNone/>
              <a:tabLst>
                <a:tab algn="l" pos="0"/>
              </a:tabLst>
            </a:pPr>
            <a:r>
              <a:rPr b="0" lang="en-GB" sz="2400" strike="noStrike" u="none">
                <a:solidFill>
                  <a:srgbClr val="c586c0"/>
                </a:solidFill>
                <a:uFillTx/>
                <a:latin typeface="Menlo"/>
              </a:rPr>
              <a:t>	</a:t>
            </a:r>
            <a:r>
              <a:rPr b="0" lang="en-GB" sz="2400" strike="noStrike" u="none">
                <a:solidFill>
                  <a:srgbClr val="c586c0"/>
                </a:solidFill>
                <a:uFillTx/>
                <a:latin typeface="Menlo"/>
              </a:rPr>
              <a:t>return</a:t>
            </a:r>
            <a:r>
              <a:rPr b="0" lang="en-GB" sz="2400" strike="noStrike" u="none">
                <a:solidFill>
                  <a:srgbClr val="d4d4d4"/>
                </a:solidFill>
                <a:uFillTx/>
                <a:latin typeface="Menlo"/>
              </a:rPr>
              <a:t> </a:t>
            </a:r>
            <a:r>
              <a:rPr b="0" lang="en-GB" sz="2400" strike="noStrike" u="none">
                <a:solidFill>
                  <a:srgbClr val="ce9178"/>
                </a:solidFill>
                <a:uFillTx/>
                <a:latin typeface="Menlo"/>
              </a:rPr>
              <a:t>"Ich bin "</a:t>
            </a:r>
            <a:r>
              <a:rPr b="0" lang="en-GB" sz="2400" strike="noStrike" u="none">
                <a:solidFill>
                  <a:srgbClr val="d4d4d4"/>
                </a:solidFill>
                <a:uFillTx/>
                <a:latin typeface="Menlo"/>
              </a:rPr>
              <a:t> + </a:t>
            </a:r>
            <a:r>
              <a:rPr b="0" lang="en-GB" sz="2400" strike="noStrike" u="none">
                <a:solidFill>
                  <a:srgbClr val="569cd6"/>
                </a:solidFill>
                <a:uFillTx/>
                <a:latin typeface="Menlo"/>
              </a:rPr>
              <a:t>this</a:t>
            </a:r>
            <a:r>
              <a:rPr b="0" lang="en-GB" sz="2400" strike="noStrike" u="none">
                <a:solidFill>
                  <a:srgbClr val="d4d4d4"/>
                </a:solidFill>
                <a:uFillTx/>
                <a:latin typeface="Menlo"/>
              </a:rPr>
              <a:t>.</a:t>
            </a:r>
            <a:r>
              <a:rPr b="0" lang="en-GB" sz="2400" strike="noStrike" u="none">
                <a:solidFill>
                  <a:srgbClr val="9cdcfe"/>
                </a:solidFill>
                <a:uFillTx/>
                <a:latin typeface="Menlo"/>
              </a:rPr>
              <a:t>name</a:t>
            </a:r>
            <a:r>
              <a:rPr b="0" lang="en-GB" sz="2400" strike="noStrike" u="none">
                <a:solidFill>
                  <a:srgbClr val="d4d4d4"/>
                </a:solidFill>
                <a:uFillTx/>
                <a:latin typeface="Menlo"/>
              </a:rPr>
              <a:t>;</a:t>
            </a:r>
            <a:endParaRPr b="0" lang="de-DE" sz="2400" strike="noStrike" u="none">
              <a:solidFill>
                <a:srgbClr val="000000"/>
              </a:solidFill>
              <a:uFillTx/>
              <a:latin typeface="Arial"/>
            </a:endParaRPr>
          </a:p>
          <a:p>
            <a:pPr marL="457200" indent="0" defTabSz="914400">
              <a:lnSpc>
                <a:spcPct val="90000"/>
              </a:lnSpc>
              <a:spcBef>
                <a:spcPts val="499"/>
              </a:spcBef>
              <a:buNone/>
              <a:tabLst>
                <a:tab algn="l" pos="0"/>
              </a:tabLst>
            </a:pPr>
            <a:r>
              <a:rPr b="0" lang="en-GB" sz="2400" strike="noStrike" u="none">
                <a:solidFill>
                  <a:srgbClr val="d4d4d4"/>
                </a:solidFill>
                <a:uFillTx/>
                <a:latin typeface="Menlo"/>
              </a:rPr>
              <a:t>}</a:t>
            </a:r>
            <a:endParaRPr b="0" lang="de-DE" sz="2400" strike="noStrike" u="none">
              <a:solidFill>
                <a:srgbClr val="000000"/>
              </a:solidFill>
              <a:uFillTx/>
              <a:latin typeface="Arial"/>
            </a:endParaRPr>
          </a:p>
          <a:p>
            <a:pPr marL="457200" indent="0" defTabSz="914400">
              <a:lnSpc>
                <a:spcPct val="90000"/>
              </a:lnSpc>
              <a:spcBef>
                <a:spcPts val="1001"/>
              </a:spcBef>
              <a:buNone/>
              <a:tabLst>
                <a:tab algn="l" pos="0"/>
              </a:tabLst>
            </a:pPr>
            <a:r>
              <a:rPr b="0" lang="en-GB" sz="2800" strike="noStrike" u="none">
                <a:solidFill>
                  <a:srgbClr val="d4d4d4"/>
                </a:solidFill>
                <a:uFillTx/>
                <a:latin typeface="Menlo"/>
              </a:rPr>
              <a:t>}</a:t>
            </a:r>
            <a:endParaRPr b="0" lang="de-DE" sz="2800" strike="noStrike" u="none">
              <a:solidFill>
                <a:srgbClr val="000000"/>
              </a:solidFill>
              <a:uFillTx/>
              <a:latin typeface="Arial"/>
            </a:endParaRPr>
          </a:p>
          <a:p>
            <a:pPr marL="457200" indent="0" defTabSz="914400">
              <a:lnSpc>
                <a:spcPct val="90000"/>
              </a:lnSpc>
              <a:spcBef>
                <a:spcPts val="1001"/>
              </a:spcBef>
              <a:buNone/>
              <a:tabLst>
                <a:tab algn="l" pos="0"/>
              </a:tabLst>
            </a:pPr>
            <a:endParaRPr b="0" lang="de-DE" sz="2800" strike="noStrike" u="none">
              <a:solidFill>
                <a:srgbClr val="000000"/>
              </a:solidFill>
              <a:uFillTx/>
              <a:latin typeface="Arial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51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26" name="PlaceHolder 1"/>
          <p:cNvSpPr>
            <a:spLocks noGrp="1"/>
          </p:cNvSpPr>
          <p:nvPr>
            <p:ph type="title"/>
          </p:nvPr>
        </p:nvSpPr>
        <p:spPr>
          <a:xfrm>
            <a:off x="838080" y="365040"/>
            <a:ext cx="10514520" cy="132444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ctr">
            <a:noAutofit/>
          </a:bodyPr>
          <a:p>
            <a:pPr indent="0" defTabSz="914400">
              <a:lnSpc>
                <a:spcPct val="90000"/>
              </a:lnSpc>
              <a:buNone/>
              <a:tabLst>
                <a:tab algn="l" pos="0"/>
              </a:tabLst>
            </a:pPr>
            <a:r>
              <a:rPr b="0" lang="de-DE" sz="4400" strike="noStrike" u="none">
                <a:solidFill>
                  <a:schemeClr val="dk1"/>
                </a:solidFill>
                <a:uFillTx/>
                <a:latin typeface="Calibri Light"/>
              </a:rPr>
              <a:t>Klassen: readonly</a:t>
            </a:r>
            <a:endParaRPr b="0" lang="de-DE" sz="4400" strike="noStrike" u="none">
              <a:solidFill>
                <a:srgbClr val="000000"/>
              </a:solidFill>
              <a:uFillTx/>
              <a:latin typeface="Arial"/>
            </a:endParaRPr>
          </a:p>
        </p:txBody>
      </p:sp>
      <p:sp>
        <p:nvSpPr>
          <p:cNvPr id="327" name="PlaceHolder 2"/>
          <p:cNvSpPr>
            <a:spLocks noGrp="1"/>
          </p:cNvSpPr>
          <p:nvPr>
            <p:ph/>
          </p:nvPr>
        </p:nvSpPr>
        <p:spPr>
          <a:xfrm>
            <a:off x="838080" y="1825560"/>
            <a:ext cx="10514520" cy="435024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t">
            <a:noAutofit/>
          </a:bodyPr>
          <a:p>
            <a:pPr marL="228600" indent="-228600" defTabSz="914400">
              <a:lnSpc>
                <a:spcPct val="90000"/>
              </a:lnSpc>
              <a:spcBef>
                <a:spcPts val="1001"/>
              </a:spcBef>
              <a:buClr>
                <a:srgbClr val="000000"/>
              </a:buClr>
              <a:buFont typeface="Arial"/>
              <a:buChar char="•"/>
            </a:pPr>
            <a:r>
              <a:rPr b="0" lang="de-DE" sz="2800" strike="noStrike" u="none">
                <a:solidFill>
                  <a:schemeClr val="dk1"/>
                </a:solidFill>
                <a:uFillTx/>
                <a:latin typeface="Courier New"/>
              </a:rPr>
              <a:t>readonly</a:t>
            </a:r>
            <a:r>
              <a:rPr b="0" lang="de-DE" sz="2800" strike="noStrike" u="none">
                <a:solidFill>
                  <a:schemeClr val="dk1"/>
                </a:solidFill>
                <a:uFillTx/>
                <a:latin typeface="Calibri"/>
              </a:rPr>
              <a:t>-Attribute sind möglich</a:t>
            </a:r>
            <a:endParaRPr b="0" lang="de-DE" sz="2800" strike="noStrike" u="none">
              <a:solidFill>
                <a:srgbClr val="000000"/>
              </a:solidFill>
              <a:uFillTx/>
              <a:latin typeface="Arial"/>
            </a:endParaRPr>
          </a:p>
          <a:p>
            <a:pPr marL="228600" indent="-228600" defTabSz="914400">
              <a:lnSpc>
                <a:spcPct val="90000"/>
              </a:lnSpc>
              <a:spcBef>
                <a:spcPts val="1001"/>
              </a:spcBef>
              <a:buClr>
                <a:srgbClr val="000000"/>
              </a:buClr>
              <a:buFont typeface="Arial"/>
              <a:buChar char="•"/>
            </a:pPr>
            <a:r>
              <a:rPr b="0" lang="de-DE" sz="2800" strike="noStrike" u="none">
                <a:solidFill>
                  <a:schemeClr val="dk1"/>
                </a:solidFill>
                <a:uFillTx/>
                <a:latin typeface="Calibri"/>
              </a:rPr>
              <a:t>Verkürzter Konstruktor durch "Parameter properties"</a:t>
            </a:r>
            <a:endParaRPr b="0" lang="de-DE" sz="2800" strike="noStrike" u="none">
              <a:solidFill>
                <a:srgbClr val="000000"/>
              </a:solidFill>
              <a:uFillTx/>
              <a:latin typeface="Arial"/>
            </a:endParaRPr>
          </a:p>
          <a:p>
            <a:pPr lvl="1" marL="685800" indent="-228600" defTabSz="914400">
              <a:lnSpc>
                <a:spcPct val="90000"/>
              </a:lnSpc>
              <a:spcBef>
                <a:spcPts val="499"/>
              </a:spcBef>
              <a:buClr>
                <a:srgbClr val="000000"/>
              </a:buClr>
              <a:buFont typeface="Arial"/>
              <a:buChar char="•"/>
            </a:pPr>
            <a:r>
              <a:rPr b="0" lang="de-DE" sz="2400" strike="noStrike" u="none">
                <a:solidFill>
                  <a:schemeClr val="dk1"/>
                </a:solidFill>
                <a:uFillTx/>
                <a:latin typeface="Courier New"/>
              </a:rPr>
              <a:t>constructor(readonly attr:type) </a:t>
            </a:r>
            <a:r>
              <a:rPr b="0" lang="de-DE" sz="2400" strike="noStrike" u="none">
                <a:solidFill>
                  <a:schemeClr val="dk1"/>
                </a:solidFill>
                <a:uFillTx/>
                <a:latin typeface="Calibri"/>
              </a:rPr>
              <a:t>deklariert und setzt ein Attribut</a:t>
            </a:r>
            <a:endParaRPr b="0" lang="de-DE" sz="2400" strike="noStrike" u="none">
              <a:solidFill>
                <a:srgbClr val="000000"/>
              </a:solidFill>
              <a:uFillTx/>
              <a:latin typeface="Arial"/>
            </a:endParaRPr>
          </a:p>
          <a:p>
            <a:pPr indent="0" defTabSz="914400">
              <a:lnSpc>
                <a:spcPct val="90000"/>
              </a:lnSpc>
              <a:spcBef>
                <a:spcPts val="1001"/>
              </a:spcBef>
              <a:buNone/>
              <a:tabLst>
                <a:tab algn="l" pos="0"/>
              </a:tabLst>
            </a:pPr>
            <a:endParaRPr b="0" lang="de-DE" sz="2800" strike="noStrike" u="none">
              <a:solidFill>
                <a:srgbClr val="000000"/>
              </a:solidFill>
              <a:uFillTx/>
              <a:latin typeface="Arial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52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28" name="PlaceHolder 1"/>
          <p:cNvSpPr>
            <a:spLocks noGrp="1"/>
          </p:cNvSpPr>
          <p:nvPr>
            <p:ph type="title"/>
          </p:nvPr>
        </p:nvSpPr>
        <p:spPr>
          <a:xfrm>
            <a:off x="838080" y="365040"/>
            <a:ext cx="10514520" cy="132444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ctr">
            <a:noAutofit/>
          </a:bodyPr>
          <a:p>
            <a:pPr indent="0" defTabSz="914400">
              <a:lnSpc>
                <a:spcPct val="90000"/>
              </a:lnSpc>
              <a:buNone/>
              <a:tabLst>
                <a:tab algn="l" pos="0"/>
              </a:tabLst>
            </a:pPr>
            <a:r>
              <a:rPr b="0" lang="de-DE" sz="4400" strike="noStrike" u="none">
                <a:solidFill>
                  <a:schemeClr val="dk1"/>
                </a:solidFill>
                <a:uFillTx/>
                <a:latin typeface="Calibri Light"/>
              </a:rPr>
              <a:t>Sichtbarkeit</a:t>
            </a:r>
            <a:endParaRPr b="0" lang="de-DE" sz="4400" strike="noStrike" u="none">
              <a:solidFill>
                <a:srgbClr val="000000"/>
              </a:solidFill>
              <a:uFillTx/>
              <a:latin typeface="Arial"/>
            </a:endParaRPr>
          </a:p>
        </p:txBody>
      </p:sp>
      <p:sp>
        <p:nvSpPr>
          <p:cNvPr id="329" name="PlaceHolder 2"/>
          <p:cNvSpPr>
            <a:spLocks noGrp="1"/>
          </p:cNvSpPr>
          <p:nvPr>
            <p:ph/>
          </p:nvPr>
        </p:nvSpPr>
        <p:spPr>
          <a:xfrm>
            <a:off x="838080" y="1825560"/>
            <a:ext cx="10514520" cy="435024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t">
            <a:noAutofit/>
          </a:bodyPr>
          <a:p>
            <a:pPr marL="228600" indent="-228600" defTabSz="914400">
              <a:lnSpc>
                <a:spcPct val="90000"/>
              </a:lnSpc>
              <a:spcBef>
                <a:spcPts val="1001"/>
              </a:spcBef>
              <a:buClr>
                <a:srgbClr val="000000"/>
              </a:buClr>
              <a:buFont typeface="Arial"/>
              <a:buChar char="•"/>
            </a:pPr>
            <a:r>
              <a:rPr b="0" lang="de-DE" sz="2800" strike="noStrike" u="none">
                <a:solidFill>
                  <a:schemeClr val="dk1"/>
                </a:solidFill>
                <a:uFillTx/>
                <a:latin typeface="Calibri"/>
              </a:rPr>
              <a:t>Sichtbarkeiten von Exemplarvariablen und Methoden</a:t>
            </a:r>
            <a:endParaRPr b="0" lang="de-DE" sz="2800" strike="noStrike" u="none">
              <a:solidFill>
                <a:srgbClr val="000000"/>
              </a:solidFill>
              <a:uFillTx/>
              <a:latin typeface="Arial"/>
            </a:endParaRPr>
          </a:p>
          <a:p>
            <a:pPr lvl="1" marL="685800" indent="-228600" defTabSz="914400">
              <a:lnSpc>
                <a:spcPct val="90000"/>
              </a:lnSpc>
              <a:spcBef>
                <a:spcPts val="499"/>
              </a:spcBef>
              <a:buClr>
                <a:srgbClr val="000000"/>
              </a:buClr>
              <a:buFont typeface="Arial"/>
              <a:buChar char="•"/>
            </a:pPr>
            <a:r>
              <a:rPr b="0" lang="de-DE" sz="2400" strike="noStrike" u="none">
                <a:solidFill>
                  <a:schemeClr val="dk1"/>
                </a:solidFill>
                <a:uFillTx/>
                <a:latin typeface="Calibri"/>
              </a:rPr>
              <a:t>public</a:t>
            </a:r>
            <a:r>
              <a:rPr b="0" lang="de-DE" sz="2400" strike="noStrike" u="none">
                <a:solidFill>
                  <a:schemeClr val="dk1"/>
                </a:solidFill>
                <a:uFillTx/>
                <a:latin typeface="Calibri"/>
              </a:rPr>
              <a:t>	</a:t>
            </a:r>
            <a:r>
              <a:rPr b="0" lang="de-DE" sz="2400" strike="noStrike" u="none">
                <a:solidFill>
                  <a:schemeClr val="dk1"/>
                </a:solidFill>
                <a:uFillTx/>
                <a:latin typeface="Calibri"/>
              </a:rPr>
              <a:t>Zugriff von allen Klassen möglich (</a:t>
            </a:r>
            <a:r>
              <a:rPr b="1" lang="de-DE" sz="2400" strike="noStrike" u="none">
                <a:solidFill>
                  <a:schemeClr val="dk1"/>
                </a:solidFill>
                <a:uFillTx/>
                <a:latin typeface="Calibri"/>
              </a:rPr>
              <a:t>+</a:t>
            </a:r>
            <a:r>
              <a:rPr b="0" lang="de-DE" sz="2400" strike="noStrike" u="none">
                <a:solidFill>
                  <a:schemeClr val="dk1"/>
                </a:solidFill>
                <a:uFillTx/>
                <a:latin typeface="Calibri"/>
              </a:rPr>
              <a:t>)</a:t>
            </a:r>
            <a:endParaRPr b="0" lang="de-DE" sz="2400" strike="noStrike" u="none">
              <a:solidFill>
                <a:srgbClr val="000000"/>
              </a:solidFill>
              <a:uFillTx/>
              <a:latin typeface="Arial"/>
            </a:endParaRPr>
          </a:p>
          <a:p>
            <a:pPr lvl="1" marL="685800" indent="-228600" defTabSz="914400">
              <a:lnSpc>
                <a:spcPct val="90000"/>
              </a:lnSpc>
              <a:spcBef>
                <a:spcPts val="499"/>
              </a:spcBef>
              <a:buClr>
                <a:srgbClr val="000000"/>
              </a:buClr>
              <a:buFont typeface="Arial"/>
              <a:buChar char="•"/>
            </a:pPr>
            <a:r>
              <a:rPr b="0" lang="de-DE" sz="2400" strike="noStrike" u="none">
                <a:solidFill>
                  <a:schemeClr val="dk1"/>
                </a:solidFill>
                <a:uFillTx/>
                <a:latin typeface="Calibri"/>
              </a:rPr>
              <a:t>protected</a:t>
            </a:r>
            <a:r>
              <a:rPr b="0" lang="de-DE" sz="2400" strike="noStrike" u="none">
                <a:solidFill>
                  <a:schemeClr val="dk1"/>
                </a:solidFill>
                <a:uFillTx/>
                <a:latin typeface="Calibri"/>
              </a:rPr>
              <a:t>	</a:t>
            </a:r>
            <a:r>
              <a:rPr b="0" lang="de-DE" sz="2400" strike="noStrike" u="none">
                <a:solidFill>
                  <a:schemeClr val="dk1"/>
                </a:solidFill>
                <a:uFillTx/>
                <a:latin typeface="Calibri"/>
              </a:rPr>
              <a:t>Zugriff von Unterklassen (</a:t>
            </a:r>
            <a:r>
              <a:rPr b="1" lang="de-DE" sz="2400" strike="noStrike" u="none">
                <a:solidFill>
                  <a:schemeClr val="dk1"/>
                </a:solidFill>
                <a:uFillTx/>
                <a:latin typeface="Calibri"/>
              </a:rPr>
              <a:t>#</a:t>
            </a:r>
            <a:r>
              <a:rPr b="0" lang="de-DE" sz="2400" strike="noStrike" u="none">
                <a:solidFill>
                  <a:schemeClr val="dk1"/>
                </a:solidFill>
                <a:uFillTx/>
                <a:latin typeface="Calibri"/>
              </a:rPr>
              <a:t>)</a:t>
            </a:r>
            <a:endParaRPr b="0" lang="de-DE" sz="2400" strike="noStrike" u="none">
              <a:solidFill>
                <a:srgbClr val="000000"/>
              </a:solidFill>
              <a:uFillTx/>
              <a:latin typeface="Arial"/>
            </a:endParaRPr>
          </a:p>
          <a:p>
            <a:pPr lvl="1" marL="685800" indent="-228600" defTabSz="914400">
              <a:lnSpc>
                <a:spcPct val="90000"/>
              </a:lnSpc>
              <a:spcBef>
                <a:spcPts val="499"/>
              </a:spcBef>
              <a:buClr>
                <a:srgbClr val="000000"/>
              </a:buClr>
              <a:buFont typeface="Arial"/>
              <a:buChar char="•"/>
            </a:pPr>
            <a:r>
              <a:rPr b="0" lang="de-DE" sz="2400" strike="noStrike" u="none">
                <a:solidFill>
                  <a:schemeClr val="dk1"/>
                </a:solidFill>
                <a:uFillTx/>
                <a:latin typeface="Calibri"/>
              </a:rPr>
              <a:t>private</a:t>
            </a:r>
            <a:r>
              <a:rPr b="0" lang="de-DE" sz="2400" strike="noStrike" u="none">
                <a:solidFill>
                  <a:schemeClr val="dk1"/>
                </a:solidFill>
                <a:uFillTx/>
                <a:latin typeface="Calibri"/>
              </a:rPr>
              <a:t>	</a:t>
            </a:r>
            <a:r>
              <a:rPr b="0" lang="de-DE" sz="2400" strike="noStrike" u="none">
                <a:solidFill>
                  <a:schemeClr val="dk1"/>
                </a:solidFill>
                <a:uFillTx/>
                <a:latin typeface="Calibri"/>
              </a:rPr>
              <a:t>Zugriff nur innerhalb Klasse  (</a:t>
            </a:r>
            <a:r>
              <a:rPr b="1" lang="de-DE" sz="2400" strike="noStrike" u="none">
                <a:solidFill>
                  <a:schemeClr val="dk1"/>
                </a:solidFill>
                <a:uFillTx/>
                <a:latin typeface="Calibri"/>
              </a:rPr>
              <a:t>-</a:t>
            </a:r>
            <a:r>
              <a:rPr b="0" lang="de-DE" sz="2400" strike="noStrike" u="none">
                <a:solidFill>
                  <a:schemeClr val="dk1"/>
                </a:solidFill>
                <a:uFillTx/>
                <a:latin typeface="Calibri"/>
              </a:rPr>
              <a:t>)</a:t>
            </a:r>
            <a:endParaRPr b="0" lang="de-DE" sz="2400" strike="noStrike" u="none">
              <a:solidFill>
                <a:srgbClr val="000000"/>
              </a:solidFill>
              <a:uFillTx/>
              <a:latin typeface="Arial"/>
            </a:endParaRPr>
          </a:p>
        </p:txBody>
      </p:sp>
      <p:pic>
        <p:nvPicPr>
          <p:cNvPr id="330" name="Picture 4" descr="cd_bild_sichtbarkeit"/>
          <p:cNvPicPr/>
          <p:nvPr/>
        </p:nvPicPr>
        <p:blipFill>
          <a:blip r:embed="rId1"/>
          <a:stretch/>
        </p:blipFill>
        <p:spPr>
          <a:xfrm>
            <a:off x="5238720" y="4500720"/>
            <a:ext cx="2157840" cy="2065680"/>
          </a:xfrm>
          <a:prstGeom prst="rect">
            <a:avLst/>
          </a:prstGeom>
          <a:noFill/>
          <a:ln w="0">
            <a:noFill/>
          </a:ln>
        </p:spPr>
      </p:pic>
      <p:sp>
        <p:nvSpPr>
          <p:cNvPr id="331" name="Line 5"/>
          <p:cNvSpPr/>
          <p:nvPr/>
        </p:nvSpPr>
        <p:spPr>
          <a:xfrm flipV="1">
            <a:off x="4511520" y="4952880"/>
            <a:ext cx="746280" cy="131760"/>
          </a:xfrm>
          <a:prstGeom prst="line">
            <a:avLst/>
          </a:prstGeom>
          <a:ln w="9525">
            <a:solidFill>
              <a:srgbClr val="000000"/>
            </a:solidFill>
            <a:round/>
            <a:tailEnd len="med" type="triangle" w="med"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endParaRPr b="0" lang="de-DE" sz="1800" strike="noStrike" u="none">
              <a:solidFill>
                <a:schemeClr val="dk1"/>
              </a:solidFill>
              <a:uFillTx/>
              <a:latin typeface="Calibri"/>
            </a:endParaRPr>
          </a:p>
        </p:txBody>
      </p:sp>
      <p:sp>
        <p:nvSpPr>
          <p:cNvPr id="332" name="Text Box 6"/>
          <p:cNvSpPr/>
          <p:nvPr/>
        </p:nvSpPr>
        <p:spPr>
          <a:xfrm>
            <a:off x="3270600" y="4940280"/>
            <a:ext cx="1082160" cy="5166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wrap="none" lIns="90000" rIns="90000" tIns="45000" bIns="45000" anchor="t">
            <a:spAutoFit/>
          </a:bodyPr>
          <a:p>
            <a:pPr defTabSz="914400">
              <a:lnSpc>
                <a:spcPct val="100000"/>
              </a:lnSpc>
            </a:pPr>
            <a:r>
              <a:rPr b="0" lang="de-DE" sz="1400" strike="noStrike" u="none">
                <a:solidFill>
                  <a:schemeClr val="dk1"/>
                </a:solidFill>
                <a:uFillTx/>
                <a:latin typeface="Arial"/>
              </a:rPr>
              <a:t>sichtbarkeit</a:t>
            </a:r>
            <a:endParaRPr b="0" lang="de-DE" sz="1400" strike="noStrike" u="none">
              <a:solidFill>
                <a:srgbClr val="000000"/>
              </a:solidFill>
              <a:uFillTx/>
              <a:latin typeface="Arial"/>
            </a:endParaRPr>
          </a:p>
          <a:p>
            <a:pPr defTabSz="914400">
              <a:lnSpc>
                <a:spcPct val="100000"/>
              </a:lnSpc>
            </a:pPr>
            <a:r>
              <a:rPr b="0" lang="de-DE" sz="1400" strike="noStrike" u="none">
                <a:solidFill>
                  <a:schemeClr val="dk1"/>
                </a:solidFill>
                <a:uFillTx/>
                <a:latin typeface="Arial"/>
              </a:rPr>
              <a:t>private</a:t>
            </a:r>
            <a:endParaRPr b="0" lang="de-DE" sz="1400" strike="noStrike" u="none">
              <a:solidFill>
                <a:srgbClr val="000000"/>
              </a:solidFill>
              <a:uFillTx/>
              <a:latin typeface="Arial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53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33" name="PlaceHolder 1"/>
          <p:cNvSpPr>
            <a:spLocks noGrp="1"/>
          </p:cNvSpPr>
          <p:nvPr>
            <p:ph type="title"/>
          </p:nvPr>
        </p:nvSpPr>
        <p:spPr>
          <a:xfrm>
            <a:off x="838080" y="365040"/>
            <a:ext cx="10514520" cy="132444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ctr">
            <a:noAutofit/>
          </a:bodyPr>
          <a:p>
            <a:pPr indent="0" defTabSz="914400">
              <a:lnSpc>
                <a:spcPct val="90000"/>
              </a:lnSpc>
              <a:buNone/>
              <a:tabLst>
                <a:tab algn="l" pos="0"/>
              </a:tabLst>
            </a:pPr>
            <a:r>
              <a:rPr b="0" lang="en-DE" sz="4400" strike="noStrike" u="none">
                <a:solidFill>
                  <a:schemeClr val="dk1"/>
                </a:solidFill>
                <a:uFillTx/>
                <a:latin typeface="Calibri Light"/>
              </a:rPr>
              <a:t>Sichtbarkeit Beispiel</a:t>
            </a:r>
            <a:endParaRPr b="0" lang="de-DE" sz="4400" strike="noStrike" u="none">
              <a:solidFill>
                <a:srgbClr val="000000"/>
              </a:solidFill>
              <a:uFillTx/>
              <a:latin typeface="Arial"/>
            </a:endParaRPr>
          </a:p>
        </p:txBody>
      </p:sp>
      <p:sp>
        <p:nvSpPr>
          <p:cNvPr id="334" name="PlaceHolder 2"/>
          <p:cNvSpPr>
            <a:spLocks noGrp="1"/>
          </p:cNvSpPr>
          <p:nvPr>
            <p:ph/>
          </p:nvPr>
        </p:nvSpPr>
        <p:spPr>
          <a:xfrm>
            <a:off x="838080" y="1825560"/>
            <a:ext cx="10514520" cy="435024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t">
            <a:noAutofit/>
          </a:bodyPr>
          <a:p>
            <a:pPr indent="0" defTabSz="914400">
              <a:lnSpc>
                <a:spcPct val="90000"/>
              </a:lnSpc>
              <a:spcBef>
                <a:spcPts val="1001"/>
              </a:spcBef>
              <a:buNone/>
              <a:tabLst>
                <a:tab algn="l" pos="0"/>
              </a:tabLst>
            </a:pPr>
            <a:r>
              <a:rPr b="0" lang="en-GB" sz="2800" strike="noStrike" u="none">
                <a:solidFill>
                  <a:srgbClr val="569cd6"/>
                </a:solidFill>
                <a:uFillTx/>
                <a:latin typeface="Menlo"/>
              </a:rPr>
              <a:t>class</a:t>
            </a:r>
            <a:r>
              <a:rPr b="0" lang="en-GB" sz="2800" strike="noStrike" u="none">
                <a:solidFill>
                  <a:srgbClr val="d4d4d4"/>
                </a:solidFill>
                <a:uFillTx/>
                <a:latin typeface="Menlo"/>
              </a:rPr>
              <a:t> </a:t>
            </a:r>
            <a:r>
              <a:rPr b="0" lang="en-GB" sz="2800" strike="noStrike" u="none">
                <a:solidFill>
                  <a:srgbClr val="4ec9b0"/>
                </a:solidFill>
                <a:uFillTx/>
                <a:latin typeface="Menlo"/>
              </a:rPr>
              <a:t>Schwein</a:t>
            </a:r>
            <a:r>
              <a:rPr b="0" lang="en-GB" sz="2800" strike="noStrike" u="none">
                <a:solidFill>
                  <a:srgbClr val="d4d4d4"/>
                </a:solidFill>
                <a:uFillTx/>
                <a:latin typeface="Menlo"/>
              </a:rPr>
              <a:t>{</a:t>
            </a:r>
            <a:endParaRPr b="0" lang="de-DE" sz="2800" strike="noStrike" u="none">
              <a:solidFill>
                <a:srgbClr val="000000"/>
              </a:solidFill>
              <a:uFillTx/>
              <a:latin typeface="Arial"/>
            </a:endParaRPr>
          </a:p>
          <a:p>
            <a:pPr indent="0" defTabSz="914400">
              <a:lnSpc>
                <a:spcPct val="90000"/>
              </a:lnSpc>
              <a:spcBef>
                <a:spcPts val="1001"/>
              </a:spcBef>
              <a:buNone/>
              <a:tabLst>
                <a:tab algn="l" pos="0"/>
              </a:tabLst>
            </a:pPr>
            <a:r>
              <a:rPr b="0" lang="en-GB" sz="2800" strike="noStrike" u="none">
                <a:solidFill>
                  <a:srgbClr val="569cd6"/>
                </a:solidFill>
                <a:uFillTx/>
                <a:latin typeface="Menlo"/>
              </a:rPr>
              <a:t>	</a:t>
            </a:r>
            <a:r>
              <a:rPr b="0" lang="en-GB" sz="2800" strike="noStrike" u="none">
                <a:solidFill>
                  <a:srgbClr val="569cd6"/>
                </a:solidFill>
                <a:uFillTx/>
                <a:latin typeface="Menlo"/>
              </a:rPr>
              <a:t>private</a:t>
            </a:r>
            <a:r>
              <a:rPr b="0" lang="en-GB" sz="2800" strike="noStrike" u="none">
                <a:solidFill>
                  <a:srgbClr val="d4d4d4"/>
                </a:solidFill>
                <a:uFillTx/>
                <a:latin typeface="Menlo"/>
              </a:rPr>
              <a:t> </a:t>
            </a:r>
            <a:r>
              <a:rPr b="0" lang="en-GB" sz="2800" strike="noStrike" u="none">
                <a:solidFill>
                  <a:srgbClr val="9cdcfe"/>
                </a:solidFill>
                <a:uFillTx/>
                <a:latin typeface="Menlo"/>
              </a:rPr>
              <a:t>name</a:t>
            </a:r>
            <a:r>
              <a:rPr b="0" lang="en-GB" sz="2800" strike="noStrike" u="none">
                <a:solidFill>
                  <a:srgbClr val="d4d4d4"/>
                </a:solidFill>
                <a:uFillTx/>
                <a:latin typeface="Menlo"/>
              </a:rPr>
              <a:t> : </a:t>
            </a:r>
            <a:r>
              <a:rPr b="0" lang="en-GB" sz="2800" strike="noStrike" u="none">
                <a:solidFill>
                  <a:srgbClr val="4ec9b0"/>
                </a:solidFill>
                <a:uFillTx/>
                <a:latin typeface="Menlo"/>
              </a:rPr>
              <a:t>String</a:t>
            </a:r>
            <a:r>
              <a:rPr b="0" lang="en-GB" sz="2800" strike="noStrike" u="none">
                <a:solidFill>
                  <a:srgbClr val="d4d4d4"/>
                </a:solidFill>
                <a:uFillTx/>
                <a:latin typeface="Menlo"/>
              </a:rPr>
              <a:t>;</a:t>
            </a:r>
            <a:endParaRPr b="0" lang="de-DE" sz="2800" strike="noStrike" u="none">
              <a:solidFill>
                <a:srgbClr val="000000"/>
              </a:solidFill>
              <a:uFillTx/>
              <a:latin typeface="Arial"/>
            </a:endParaRPr>
          </a:p>
          <a:p>
            <a:pPr indent="0" defTabSz="914400">
              <a:lnSpc>
                <a:spcPct val="90000"/>
              </a:lnSpc>
              <a:spcBef>
                <a:spcPts val="1001"/>
              </a:spcBef>
              <a:buNone/>
              <a:tabLst>
                <a:tab algn="l" pos="0"/>
              </a:tabLst>
            </a:pPr>
            <a:endParaRPr b="0" lang="de-DE" sz="2800" strike="noStrike" u="none">
              <a:solidFill>
                <a:srgbClr val="000000"/>
              </a:solidFill>
              <a:uFillTx/>
              <a:latin typeface="Arial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54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35" name="PlaceHolder 1"/>
          <p:cNvSpPr>
            <a:spLocks noGrp="1"/>
          </p:cNvSpPr>
          <p:nvPr>
            <p:ph type="title"/>
          </p:nvPr>
        </p:nvSpPr>
        <p:spPr>
          <a:xfrm>
            <a:off x="838080" y="365040"/>
            <a:ext cx="10514520" cy="132444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ctr">
            <a:normAutofit/>
          </a:bodyPr>
          <a:p>
            <a:pPr indent="0" defTabSz="914400">
              <a:lnSpc>
                <a:spcPct val="90000"/>
              </a:lnSpc>
              <a:buNone/>
              <a:tabLst>
                <a:tab algn="l" pos="0"/>
              </a:tabLst>
            </a:pPr>
            <a:r>
              <a:rPr b="0" lang="de-DE" sz="4400" strike="noStrike" u="none">
                <a:solidFill>
                  <a:schemeClr val="dk1"/>
                </a:solidFill>
                <a:uFillTx/>
                <a:latin typeface="Calibri Light"/>
              </a:rPr>
              <a:t>Übung 1: Erstelle die Klasse Student,</a:t>
            </a:r>
            <a:br>
              <a:rPr sz="4400"/>
            </a:br>
            <a:r>
              <a:rPr b="0" lang="de-DE" sz="4400" strike="noStrike" u="none">
                <a:solidFill>
                  <a:schemeClr val="dk1"/>
                </a:solidFill>
                <a:uFillTx/>
                <a:latin typeface="Calibri Light"/>
              </a:rPr>
              <a:t>so dass sie wie hier arbeitet</a:t>
            </a:r>
            <a:endParaRPr b="0" lang="de-DE" sz="4400" strike="noStrike" u="none">
              <a:solidFill>
                <a:srgbClr val="000000"/>
              </a:solidFill>
              <a:uFillTx/>
              <a:latin typeface="Arial"/>
            </a:endParaRPr>
          </a:p>
        </p:txBody>
      </p:sp>
      <p:sp>
        <p:nvSpPr>
          <p:cNvPr id="336" name="PlaceHolder 2"/>
          <p:cNvSpPr>
            <a:spLocks noGrp="1"/>
          </p:cNvSpPr>
          <p:nvPr>
            <p:ph/>
          </p:nvPr>
        </p:nvSpPr>
        <p:spPr>
          <a:xfrm>
            <a:off x="838080" y="1825560"/>
            <a:ext cx="10514520" cy="435024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t">
            <a:noAutofit/>
          </a:bodyPr>
          <a:p>
            <a:pPr indent="0" defTabSz="914400">
              <a:lnSpc>
                <a:spcPct val="90000"/>
              </a:lnSpc>
              <a:spcBef>
                <a:spcPts val="1001"/>
              </a:spcBef>
              <a:buNone/>
              <a:tabLst>
                <a:tab algn="l" pos="0"/>
              </a:tabLst>
            </a:pPr>
            <a:r>
              <a:rPr b="0" lang="de-DE" sz="2800" strike="noStrike" u="none">
                <a:solidFill>
                  <a:srgbClr val="1e347b"/>
                </a:solidFill>
                <a:uFillTx/>
                <a:latin typeface="SourceCodePro"/>
              </a:rPr>
              <a:t>let</a:t>
            </a:r>
            <a:r>
              <a:rPr b="0" lang="de-DE" sz="2800" strike="noStrike" u="none">
                <a:solidFill>
                  <a:srgbClr val="48484c"/>
                </a:solidFill>
                <a:uFillTx/>
                <a:latin typeface="SourceCodePro"/>
              </a:rPr>
              <a:t> s</a:t>
            </a:r>
            <a:r>
              <a:rPr b="0" lang="de-DE" sz="2800" strike="noStrike" u="none">
                <a:solidFill>
                  <a:srgbClr val="93a1a1"/>
                </a:solidFill>
                <a:uFillTx/>
                <a:latin typeface="SourceCodePro"/>
              </a:rPr>
              <a:t>:</a:t>
            </a:r>
            <a:r>
              <a:rPr b="0" lang="de-DE" sz="2800" strike="noStrike" u="none">
                <a:solidFill>
                  <a:srgbClr val="48484c"/>
                </a:solidFill>
                <a:uFillTx/>
                <a:latin typeface="SourceCodePro"/>
              </a:rPr>
              <a:t> </a:t>
            </a:r>
            <a:r>
              <a:rPr b="0" lang="de-DE" sz="2800" strike="noStrike" u="none">
                <a:solidFill>
                  <a:srgbClr val="008080"/>
                </a:solidFill>
                <a:uFillTx/>
                <a:latin typeface="SourceCodePro"/>
              </a:rPr>
              <a:t>Student</a:t>
            </a:r>
            <a:r>
              <a:rPr b="0" lang="de-DE" sz="2800" strike="noStrike" u="none">
                <a:solidFill>
                  <a:srgbClr val="48484c"/>
                </a:solidFill>
                <a:uFillTx/>
                <a:latin typeface="SourceCodePro"/>
              </a:rPr>
              <a:t> </a:t>
            </a:r>
            <a:r>
              <a:rPr b="0" lang="de-DE" sz="2800" strike="noStrike" u="none">
                <a:solidFill>
                  <a:srgbClr val="93a1a1"/>
                </a:solidFill>
                <a:uFillTx/>
                <a:latin typeface="SourceCodePro"/>
              </a:rPr>
              <a:t>=</a:t>
            </a:r>
            <a:r>
              <a:rPr b="0" lang="de-DE" sz="2800" strike="noStrike" u="none">
                <a:solidFill>
                  <a:srgbClr val="48484c"/>
                </a:solidFill>
                <a:uFillTx/>
                <a:latin typeface="SourceCodePro"/>
              </a:rPr>
              <a:t> </a:t>
            </a:r>
            <a:r>
              <a:rPr b="0" lang="de-DE" sz="2800" strike="noStrike" u="none">
                <a:solidFill>
                  <a:srgbClr val="1e347b"/>
                </a:solidFill>
                <a:uFillTx/>
                <a:latin typeface="SourceCodePro"/>
              </a:rPr>
              <a:t>new</a:t>
            </a:r>
            <a:r>
              <a:rPr b="0" lang="de-DE" sz="2800" strike="noStrike" u="none">
                <a:solidFill>
                  <a:srgbClr val="48484c"/>
                </a:solidFill>
                <a:uFillTx/>
                <a:latin typeface="SourceCodePro"/>
              </a:rPr>
              <a:t> </a:t>
            </a:r>
            <a:r>
              <a:rPr b="0" lang="de-DE" sz="2800" strike="noStrike" u="none">
                <a:solidFill>
                  <a:srgbClr val="008080"/>
                </a:solidFill>
                <a:uFillTx/>
                <a:latin typeface="SourceCodePro"/>
              </a:rPr>
              <a:t>Student</a:t>
            </a:r>
            <a:r>
              <a:rPr b="0" lang="de-DE" sz="2800" strike="noStrike" u="none">
                <a:solidFill>
                  <a:srgbClr val="93a1a1"/>
                </a:solidFill>
                <a:uFillTx/>
                <a:latin typeface="SourceCodePro"/>
              </a:rPr>
              <a:t>();</a:t>
            </a:r>
            <a:endParaRPr b="0" lang="de-DE" sz="2800" strike="noStrike" u="none">
              <a:solidFill>
                <a:srgbClr val="000000"/>
              </a:solidFill>
              <a:uFillTx/>
              <a:latin typeface="Arial"/>
            </a:endParaRPr>
          </a:p>
          <a:p>
            <a:pPr indent="0" defTabSz="914400">
              <a:lnSpc>
                <a:spcPct val="90000"/>
              </a:lnSpc>
              <a:spcBef>
                <a:spcPts val="1001"/>
              </a:spcBef>
              <a:buNone/>
              <a:tabLst>
                <a:tab algn="l" pos="0"/>
              </a:tabLst>
            </a:pPr>
            <a:r>
              <a:rPr b="0" lang="de-DE" sz="2800" strike="noStrike" u="none">
                <a:solidFill>
                  <a:srgbClr val="1e347b"/>
                </a:solidFill>
                <a:uFillTx/>
                <a:latin typeface="SourceCodePro"/>
              </a:rPr>
              <a:t>let</a:t>
            </a:r>
            <a:r>
              <a:rPr b="0" lang="de-DE" sz="2800" strike="noStrike" u="none">
                <a:solidFill>
                  <a:srgbClr val="48484c"/>
                </a:solidFill>
                <a:uFillTx/>
                <a:latin typeface="SourceCodePro"/>
              </a:rPr>
              <a:t> label</a:t>
            </a:r>
            <a:r>
              <a:rPr b="0" lang="de-DE" sz="2800" strike="noStrike" u="none">
                <a:solidFill>
                  <a:srgbClr val="93a1a1"/>
                </a:solidFill>
                <a:uFillTx/>
                <a:latin typeface="SourceCodePro"/>
              </a:rPr>
              <a:t>:</a:t>
            </a:r>
            <a:r>
              <a:rPr b="0" lang="de-DE" sz="2800" strike="noStrike" u="none">
                <a:solidFill>
                  <a:srgbClr val="48484c"/>
                </a:solidFill>
                <a:uFillTx/>
                <a:latin typeface="SourceCodePro"/>
              </a:rPr>
              <a:t> </a:t>
            </a:r>
            <a:r>
              <a:rPr b="0" lang="de-DE" sz="2800" strike="noStrike" u="none">
                <a:solidFill>
                  <a:srgbClr val="1e347b"/>
                </a:solidFill>
                <a:uFillTx/>
                <a:latin typeface="SourceCodePro"/>
              </a:rPr>
              <a:t>string</a:t>
            </a:r>
            <a:r>
              <a:rPr b="0" lang="de-DE" sz="2800" strike="noStrike" u="none">
                <a:solidFill>
                  <a:srgbClr val="48484c"/>
                </a:solidFill>
                <a:uFillTx/>
                <a:latin typeface="SourceCodePro"/>
              </a:rPr>
              <a:t> </a:t>
            </a:r>
            <a:r>
              <a:rPr b="0" lang="de-DE" sz="2800" strike="noStrike" u="none">
                <a:solidFill>
                  <a:srgbClr val="93a1a1"/>
                </a:solidFill>
                <a:uFillTx/>
                <a:latin typeface="SourceCodePro"/>
              </a:rPr>
              <a:t>=</a:t>
            </a:r>
            <a:r>
              <a:rPr b="0" lang="de-DE" sz="2800" strike="noStrike" u="none">
                <a:solidFill>
                  <a:srgbClr val="48484c"/>
                </a:solidFill>
                <a:uFillTx/>
                <a:latin typeface="SourceCodePro"/>
              </a:rPr>
              <a:t> s</a:t>
            </a:r>
            <a:r>
              <a:rPr b="0" lang="de-DE" sz="2800" strike="noStrike" u="none">
                <a:solidFill>
                  <a:srgbClr val="93a1a1"/>
                </a:solidFill>
                <a:uFillTx/>
                <a:latin typeface="SourceCodePro"/>
              </a:rPr>
              <a:t>.</a:t>
            </a:r>
            <a:r>
              <a:rPr b="0" lang="de-DE" sz="2800" strike="noStrike" u="none">
                <a:solidFill>
                  <a:srgbClr val="48484c"/>
                </a:solidFill>
                <a:uFillTx/>
                <a:latin typeface="SourceCodePro"/>
              </a:rPr>
              <a:t>getLabel</a:t>
            </a:r>
            <a:r>
              <a:rPr b="0" lang="de-DE" sz="2800" strike="noStrike" u="none">
                <a:solidFill>
                  <a:srgbClr val="93a1a1"/>
                </a:solidFill>
                <a:uFillTx/>
                <a:latin typeface="SourceCodePro"/>
              </a:rPr>
              <a:t>(</a:t>
            </a:r>
            <a:r>
              <a:rPr b="0" lang="de-DE" sz="2800" strike="noStrike" u="none">
                <a:solidFill>
                  <a:srgbClr val="195f91"/>
                </a:solidFill>
                <a:uFillTx/>
                <a:latin typeface="SourceCodePro"/>
              </a:rPr>
              <a:t>123456</a:t>
            </a:r>
            <a:r>
              <a:rPr b="0" lang="de-DE" sz="2800" strike="noStrike" u="none">
                <a:solidFill>
                  <a:srgbClr val="93a1a1"/>
                </a:solidFill>
                <a:uFillTx/>
                <a:latin typeface="SourceCodePro"/>
              </a:rPr>
              <a:t>);</a:t>
            </a:r>
            <a:endParaRPr b="0" lang="de-DE" sz="2800" strike="noStrike" u="none">
              <a:solidFill>
                <a:srgbClr val="000000"/>
              </a:solidFill>
              <a:uFillTx/>
              <a:latin typeface="Arial"/>
            </a:endParaRPr>
          </a:p>
          <a:p>
            <a:pPr indent="0" defTabSz="914400">
              <a:lnSpc>
                <a:spcPct val="90000"/>
              </a:lnSpc>
              <a:spcBef>
                <a:spcPts val="1001"/>
              </a:spcBef>
              <a:buNone/>
              <a:tabLst>
                <a:tab algn="l" pos="0"/>
              </a:tabLst>
            </a:pPr>
            <a:r>
              <a:rPr b="0" lang="de-DE" sz="2800" strike="noStrike" u="none">
                <a:solidFill>
                  <a:srgbClr val="48484c"/>
                </a:solidFill>
                <a:uFillTx/>
                <a:latin typeface="SourceCodePro"/>
              </a:rPr>
              <a:t>console</a:t>
            </a:r>
            <a:r>
              <a:rPr b="0" lang="de-DE" sz="2800" strike="noStrike" u="none">
                <a:solidFill>
                  <a:srgbClr val="93a1a1"/>
                </a:solidFill>
                <a:uFillTx/>
                <a:latin typeface="SourceCodePro"/>
              </a:rPr>
              <a:t>.</a:t>
            </a:r>
            <a:r>
              <a:rPr b="0" lang="de-DE" sz="2800" strike="noStrike" u="none">
                <a:solidFill>
                  <a:srgbClr val="48484c"/>
                </a:solidFill>
                <a:uFillTx/>
                <a:latin typeface="SourceCodePro"/>
              </a:rPr>
              <a:t>log</a:t>
            </a:r>
            <a:r>
              <a:rPr b="0" lang="de-DE" sz="2800" strike="noStrike" u="none">
                <a:solidFill>
                  <a:srgbClr val="93a1a1"/>
                </a:solidFill>
                <a:uFillTx/>
                <a:latin typeface="SourceCodePro"/>
              </a:rPr>
              <a:t>(</a:t>
            </a:r>
            <a:r>
              <a:rPr b="0" lang="de-DE" sz="2800" strike="noStrike" u="none">
                <a:solidFill>
                  <a:srgbClr val="48484c"/>
                </a:solidFill>
                <a:uFillTx/>
                <a:latin typeface="SourceCodePro"/>
              </a:rPr>
              <a:t>label</a:t>
            </a:r>
            <a:r>
              <a:rPr b="0" lang="de-DE" sz="2800" strike="noStrike" u="none">
                <a:solidFill>
                  <a:srgbClr val="93a1a1"/>
                </a:solidFill>
                <a:uFillTx/>
                <a:latin typeface="SourceCodePro"/>
              </a:rPr>
              <a:t>);</a:t>
            </a:r>
            <a:r>
              <a:rPr b="0" lang="de-DE" sz="2800" strike="noStrike" u="none">
                <a:solidFill>
                  <a:srgbClr val="48484c"/>
                </a:solidFill>
                <a:uFillTx/>
                <a:latin typeface="SourceCodePro"/>
              </a:rPr>
              <a:t> </a:t>
            </a:r>
            <a:r>
              <a:rPr b="0" lang="de-DE" sz="2800" strike="noStrike" u="none">
                <a:solidFill>
                  <a:srgbClr val="93a1a1"/>
                </a:solidFill>
                <a:uFillTx/>
                <a:latin typeface="SourceCodePro"/>
              </a:rPr>
              <a:t>// "Student mit Matrikelnummer: 123456"</a:t>
            </a:r>
            <a:endParaRPr b="0" lang="de-DE" sz="2800" strike="noStrike" u="none">
              <a:solidFill>
                <a:srgbClr val="000000"/>
              </a:solidFill>
              <a:uFillTx/>
              <a:latin typeface="Arial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55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37" name="PlaceHolder 1"/>
          <p:cNvSpPr>
            <a:spLocks noGrp="1"/>
          </p:cNvSpPr>
          <p:nvPr>
            <p:ph type="title"/>
          </p:nvPr>
        </p:nvSpPr>
        <p:spPr>
          <a:xfrm>
            <a:off x="838080" y="365040"/>
            <a:ext cx="10514520" cy="132444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ctr">
            <a:normAutofit/>
          </a:bodyPr>
          <a:p>
            <a:pPr indent="0" defTabSz="914400">
              <a:lnSpc>
                <a:spcPct val="90000"/>
              </a:lnSpc>
              <a:buNone/>
              <a:tabLst>
                <a:tab algn="l" pos="0"/>
              </a:tabLst>
            </a:pPr>
            <a:r>
              <a:rPr b="0" lang="de-DE" sz="4400" strike="noStrike" u="none">
                <a:solidFill>
                  <a:schemeClr val="dk1"/>
                </a:solidFill>
                <a:uFillTx/>
                <a:latin typeface="Calibri Light"/>
              </a:rPr>
              <a:t>Übung 2: Erstelle einen Konstruktor,</a:t>
            </a:r>
            <a:br>
              <a:rPr sz="4400"/>
            </a:br>
            <a:r>
              <a:rPr b="0" lang="de-DE" sz="4400" strike="noStrike" u="none">
                <a:solidFill>
                  <a:schemeClr val="dk1"/>
                </a:solidFill>
                <a:uFillTx/>
                <a:latin typeface="Calibri Light"/>
              </a:rPr>
              <a:t>so dass die Klasse wie hier arbeitet</a:t>
            </a:r>
            <a:endParaRPr b="0" lang="de-DE" sz="4400" strike="noStrike" u="none">
              <a:solidFill>
                <a:srgbClr val="000000"/>
              </a:solidFill>
              <a:uFillTx/>
              <a:latin typeface="Arial"/>
            </a:endParaRPr>
          </a:p>
        </p:txBody>
      </p:sp>
      <p:sp>
        <p:nvSpPr>
          <p:cNvPr id="338" name="PlaceHolder 2"/>
          <p:cNvSpPr>
            <a:spLocks noGrp="1"/>
          </p:cNvSpPr>
          <p:nvPr>
            <p:ph/>
          </p:nvPr>
        </p:nvSpPr>
        <p:spPr>
          <a:xfrm>
            <a:off x="838080" y="1825560"/>
            <a:ext cx="10514520" cy="435024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t">
            <a:noAutofit/>
          </a:bodyPr>
          <a:p>
            <a:pPr indent="0" defTabSz="914400">
              <a:lnSpc>
                <a:spcPct val="90000"/>
              </a:lnSpc>
              <a:spcBef>
                <a:spcPts val="1001"/>
              </a:spcBef>
              <a:buNone/>
              <a:tabLst>
                <a:tab algn="l" pos="0"/>
              </a:tabLst>
            </a:pPr>
            <a:r>
              <a:rPr b="0" lang="de-DE" sz="2800" strike="noStrike" u="none">
                <a:solidFill>
                  <a:srgbClr val="1e347b"/>
                </a:solidFill>
                <a:uFillTx/>
                <a:latin typeface="SourceCodePro"/>
              </a:rPr>
              <a:t>let</a:t>
            </a:r>
            <a:r>
              <a:rPr b="0" lang="de-DE" sz="2800" strike="noStrike" u="none">
                <a:solidFill>
                  <a:srgbClr val="48484c"/>
                </a:solidFill>
                <a:uFillTx/>
                <a:latin typeface="SourceCodePro"/>
              </a:rPr>
              <a:t> s</a:t>
            </a:r>
            <a:r>
              <a:rPr b="0" lang="de-DE" sz="2800" strike="noStrike" u="none">
                <a:solidFill>
                  <a:srgbClr val="93a1a1"/>
                </a:solidFill>
                <a:uFillTx/>
                <a:latin typeface="SourceCodePro"/>
              </a:rPr>
              <a:t>:</a:t>
            </a:r>
            <a:r>
              <a:rPr b="0" lang="de-DE" sz="2800" strike="noStrike" u="none">
                <a:solidFill>
                  <a:srgbClr val="48484c"/>
                </a:solidFill>
                <a:uFillTx/>
                <a:latin typeface="SourceCodePro"/>
              </a:rPr>
              <a:t> </a:t>
            </a:r>
            <a:r>
              <a:rPr b="0" lang="de-DE" sz="2800" strike="noStrike" u="none">
                <a:solidFill>
                  <a:srgbClr val="008080"/>
                </a:solidFill>
                <a:uFillTx/>
                <a:latin typeface="SourceCodePro"/>
              </a:rPr>
              <a:t>Student</a:t>
            </a:r>
            <a:r>
              <a:rPr b="0" lang="de-DE" sz="2800" strike="noStrike" u="none">
                <a:solidFill>
                  <a:srgbClr val="48484c"/>
                </a:solidFill>
                <a:uFillTx/>
                <a:latin typeface="SourceCodePro"/>
              </a:rPr>
              <a:t> </a:t>
            </a:r>
            <a:r>
              <a:rPr b="0" lang="de-DE" sz="2800" strike="noStrike" u="none">
                <a:solidFill>
                  <a:srgbClr val="93a1a1"/>
                </a:solidFill>
                <a:uFillTx/>
                <a:latin typeface="SourceCodePro"/>
              </a:rPr>
              <a:t>=</a:t>
            </a:r>
            <a:r>
              <a:rPr b="0" lang="de-DE" sz="2800" strike="noStrike" u="none">
                <a:solidFill>
                  <a:srgbClr val="48484c"/>
                </a:solidFill>
                <a:uFillTx/>
                <a:latin typeface="SourceCodePro"/>
              </a:rPr>
              <a:t> </a:t>
            </a:r>
            <a:r>
              <a:rPr b="0" lang="de-DE" sz="2800" strike="noStrike" u="none">
                <a:solidFill>
                  <a:srgbClr val="1e347b"/>
                </a:solidFill>
                <a:uFillTx/>
                <a:latin typeface="SourceCodePro"/>
              </a:rPr>
              <a:t>new</a:t>
            </a:r>
            <a:r>
              <a:rPr b="0" lang="de-DE" sz="2800" strike="noStrike" u="none">
                <a:solidFill>
                  <a:srgbClr val="48484c"/>
                </a:solidFill>
                <a:uFillTx/>
                <a:latin typeface="SourceCodePro"/>
              </a:rPr>
              <a:t> </a:t>
            </a:r>
            <a:r>
              <a:rPr b="0" lang="de-DE" sz="2800" strike="noStrike" u="none">
                <a:solidFill>
                  <a:srgbClr val="008080"/>
                </a:solidFill>
                <a:uFillTx/>
                <a:latin typeface="SourceCodePro"/>
              </a:rPr>
              <a:t>Student</a:t>
            </a:r>
            <a:r>
              <a:rPr b="0" lang="de-DE" sz="2800" strike="noStrike" u="none">
                <a:solidFill>
                  <a:srgbClr val="93a1a1"/>
                </a:solidFill>
                <a:uFillTx/>
                <a:latin typeface="SourceCodePro"/>
              </a:rPr>
              <a:t>(</a:t>
            </a:r>
            <a:r>
              <a:rPr b="0" lang="de-DE" sz="2800" strike="noStrike" u="none">
                <a:solidFill>
                  <a:srgbClr val="dd1144"/>
                </a:solidFill>
                <a:uFillTx/>
                <a:latin typeface="SourceCodePro"/>
              </a:rPr>
              <a:t>"Max"</a:t>
            </a:r>
            <a:r>
              <a:rPr b="0" lang="de-DE" sz="2800" strike="noStrike" u="none">
                <a:solidFill>
                  <a:srgbClr val="93a1a1"/>
                </a:solidFill>
                <a:uFillTx/>
                <a:latin typeface="SourceCodePro"/>
              </a:rPr>
              <a:t>,</a:t>
            </a:r>
            <a:r>
              <a:rPr b="0" lang="de-DE" sz="2800" strike="noStrike" u="none">
                <a:solidFill>
                  <a:srgbClr val="48484c"/>
                </a:solidFill>
                <a:uFillTx/>
                <a:latin typeface="SourceCodePro"/>
              </a:rPr>
              <a:t> </a:t>
            </a:r>
            <a:r>
              <a:rPr b="0" lang="de-DE" sz="2800" strike="noStrike" u="none">
                <a:solidFill>
                  <a:srgbClr val="195f91"/>
                </a:solidFill>
                <a:uFillTx/>
                <a:latin typeface="SourceCodePro"/>
              </a:rPr>
              <a:t>123456</a:t>
            </a:r>
            <a:r>
              <a:rPr b="0" lang="de-DE" sz="2800" strike="noStrike" u="none">
                <a:solidFill>
                  <a:srgbClr val="93a1a1"/>
                </a:solidFill>
                <a:uFillTx/>
                <a:latin typeface="SourceCodePro"/>
              </a:rPr>
              <a:t>);</a:t>
            </a:r>
            <a:endParaRPr b="0" lang="de-DE" sz="2800" strike="noStrike" u="none">
              <a:solidFill>
                <a:srgbClr val="000000"/>
              </a:solidFill>
              <a:uFillTx/>
              <a:latin typeface="Arial"/>
            </a:endParaRPr>
          </a:p>
          <a:p>
            <a:pPr indent="0" defTabSz="914400">
              <a:lnSpc>
                <a:spcPct val="90000"/>
              </a:lnSpc>
              <a:spcBef>
                <a:spcPts val="1001"/>
              </a:spcBef>
              <a:buNone/>
              <a:tabLst>
                <a:tab algn="l" pos="0"/>
              </a:tabLst>
            </a:pPr>
            <a:r>
              <a:rPr b="0" lang="de-DE" sz="2800" strike="noStrike" u="none">
                <a:solidFill>
                  <a:srgbClr val="1e347b"/>
                </a:solidFill>
                <a:uFillTx/>
                <a:latin typeface="SourceCodePro"/>
              </a:rPr>
              <a:t>let</a:t>
            </a:r>
            <a:r>
              <a:rPr b="0" lang="de-DE" sz="2800" strike="noStrike" u="none">
                <a:solidFill>
                  <a:srgbClr val="48484c"/>
                </a:solidFill>
                <a:uFillTx/>
                <a:latin typeface="SourceCodePro"/>
              </a:rPr>
              <a:t> label</a:t>
            </a:r>
            <a:r>
              <a:rPr b="0" lang="de-DE" sz="2800" strike="noStrike" u="none">
                <a:solidFill>
                  <a:srgbClr val="93a1a1"/>
                </a:solidFill>
                <a:uFillTx/>
                <a:latin typeface="SourceCodePro"/>
              </a:rPr>
              <a:t>:</a:t>
            </a:r>
            <a:r>
              <a:rPr b="0" lang="de-DE" sz="2800" strike="noStrike" u="none">
                <a:solidFill>
                  <a:srgbClr val="48484c"/>
                </a:solidFill>
                <a:uFillTx/>
                <a:latin typeface="SourceCodePro"/>
              </a:rPr>
              <a:t> </a:t>
            </a:r>
            <a:r>
              <a:rPr b="0" lang="de-DE" sz="2800" strike="noStrike" u="none">
                <a:solidFill>
                  <a:srgbClr val="1e347b"/>
                </a:solidFill>
                <a:uFillTx/>
                <a:latin typeface="SourceCodePro"/>
              </a:rPr>
              <a:t>string</a:t>
            </a:r>
            <a:r>
              <a:rPr b="0" lang="de-DE" sz="2800" strike="noStrike" u="none">
                <a:solidFill>
                  <a:srgbClr val="48484c"/>
                </a:solidFill>
                <a:uFillTx/>
                <a:latin typeface="SourceCodePro"/>
              </a:rPr>
              <a:t> </a:t>
            </a:r>
            <a:r>
              <a:rPr b="0" lang="de-DE" sz="2800" strike="noStrike" u="none">
                <a:solidFill>
                  <a:srgbClr val="93a1a1"/>
                </a:solidFill>
                <a:uFillTx/>
                <a:latin typeface="SourceCodePro"/>
              </a:rPr>
              <a:t>=</a:t>
            </a:r>
            <a:r>
              <a:rPr b="0" lang="de-DE" sz="2800" strike="noStrike" u="none">
                <a:solidFill>
                  <a:srgbClr val="48484c"/>
                </a:solidFill>
                <a:uFillTx/>
                <a:latin typeface="SourceCodePro"/>
              </a:rPr>
              <a:t> s</a:t>
            </a:r>
            <a:r>
              <a:rPr b="0" lang="de-DE" sz="2800" strike="noStrike" u="none">
                <a:solidFill>
                  <a:srgbClr val="93a1a1"/>
                </a:solidFill>
                <a:uFillTx/>
                <a:latin typeface="SourceCodePro"/>
              </a:rPr>
              <a:t>.</a:t>
            </a:r>
            <a:r>
              <a:rPr b="0" lang="de-DE" sz="2800" strike="noStrike" u="none">
                <a:solidFill>
                  <a:srgbClr val="48484c"/>
                </a:solidFill>
                <a:uFillTx/>
                <a:latin typeface="SourceCodePro"/>
              </a:rPr>
              <a:t>getLabel</a:t>
            </a:r>
            <a:r>
              <a:rPr b="0" lang="de-DE" sz="2800" strike="noStrike" u="none">
                <a:solidFill>
                  <a:srgbClr val="93a1a1"/>
                </a:solidFill>
                <a:uFillTx/>
                <a:latin typeface="SourceCodePro"/>
              </a:rPr>
              <a:t>();</a:t>
            </a:r>
            <a:endParaRPr b="0" lang="de-DE" sz="2800" strike="noStrike" u="none">
              <a:solidFill>
                <a:srgbClr val="000000"/>
              </a:solidFill>
              <a:uFillTx/>
              <a:latin typeface="Arial"/>
            </a:endParaRPr>
          </a:p>
          <a:p>
            <a:pPr indent="0" defTabSz="914400">
              <a:lnSpc>
                <a:spcPct val="90000"/>
              </a:lnSpc>
              <a:spcBef>
                <a:spcPts val="1001"/>
              </a:spcBef>
              <a:buNone/>
              <a:tabLst>
                <a:tab algn="l" pos="0"/>
              </a:tabLst>
            </a:pPr>
            <a:r>
              <a:rPr b="0" lang="de-DE" sz="2800" strike="noStrike" u="none">
                <a:solidFill>
                  <a:srgbClr val="48484c"/>
                </a:solidFill>
                <a:uFillTx/>
                <a:latin typeface="SourceCodePro"/>
              </a:rPr>
              <a:t>console</a:t>
            </a:r>
            <a:r>
              <a:rPr b="0" lang="de-DE" sz="2800" strike="noStrike" u="none">
                <a:solidFill>
                  <a:srgbClr val="93a1a1"/>
                </a:solidFill>
                <a:uFillTx/>
                <a:latin typeface="SourceCodePro"/>
              </a:rPr>
              <a:t>.</a:t>
            </a:r>
            <a:r>
              <a:rPr b="0" lang="de-DE" sz="2800" strike="noStrike" u="none">
                <a:solidFill>
                  <a:srgbClr val="48484c"/>
                </a:solidFill>
                <a:uFillTx/>
                <a:latin typeface="SourceCodePro"/>
              </a:rPr>
              <a:t>log</a:t>
            </a:r>
            <a:r>
              <a:rPr b="0" lang="de-DE" sz="2800" strike="noStrike" u="none">
                <a:solidFill>
                  <a:srgbClr val="93a1a1"/>
                </a:solidFill>
                <a:uFillTx/>
                <a:latin typeface="SourceCodePro"/>
              </a:rPr>
              <a:t>(</a:t>
            </a:r>
            <a:r>
              <a:rPr b="0" lang="de-DE" sz="2800" strike="noStrike" u="none">
                <a:solidFill>
                  <a:srgbClr val="48484c"/>
                </a:solidFill>
                <a:uFillTx/>
                <a:latin typeface="SourceCodePro"/>
              </a:rPr>
              <a:t>label</a:t>
            </a:r>
            <a:r>
              <a:rPr b="0" lang="de-DE" sz="2800" strike="noStrike" u="none">
                <a:solidFill>
                  <a:srgbClr val="93a1a1"/>
                </a:solidFill>
                <a:uFillTx/>
                <a:latin typeface="SourceCodePro"/>
              </a:rPr>
              <a:t>);</a:t>
            </a:r>
            <a:r>
              <a:rPr b="0" lang="de-DE" sz="2800" strike="noStrike" u="none">
                <a:solidFill>
                  <a:srgbClr val="48484c"/>
                </a:solidFill>
                <a:uFillTx/>
                <a:latin typeface="SourceCodePro"/>
              </a:rPr>
              <a:t> </a:t>
            </a:r>
            <a:r>
              <a:rPr b="0" lang="de-DE" sz="2800" strike="noStrike" u="none">
                <a:solidFill>
                  <a:srgbClr val="93a1a1"/>
                </a:solidFill>
                <a:uFillTx/>
                <a:latin typeface="SourceCodePro"/>
              </a:rPr>
              <a:t>// "Student Max mit Matrikelnummer: 123456"</a:t>
            </a:r>
            <a:endParaRPr b="0" lang="de-DE" sz="2800" strike="noStrike" u="none">
              <a:solidFill>
                <a:srgbClr val="000000"/>
              </a:solidFill>
              <a:uFillTx/>
              <a:latin typeface="Arial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56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39" name="PlaceHolder 1"/>
          <p:cNvSpPr>
            <a:spLocks noGrp="1"/>
          </p:cNvSpPr>
          <p:nvPr>
            <p:ph type="title"/>
          </p:nvPr>
        </p:nvSpPr>
        <p:spPr>
          <a:xfrm>
            <a:off x="838080" y="365040"/>
            <a:ext cx="10514520" cy="132444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ctr">
            <a:noAutofit/>
          </a:bodyPr>
          <a:p>
            <a:pPr indent="0" defTabSz="914400">
              <a:lnSpc>
                <a:spcPct val="90000"/>
              </a:lnSpc>
              <a:buNone/>
              <a:tabLst>
                <a:tab algn="l" pos="0"/>
              </a:tabLst>
            </a:pPr>
            <a:r>
              <a:rPr b="0" lang="en-DE" sz="4400" strike="noStrike" u="none">
                <a:solidFill>
                  <a:schemeClr val="dk1"/>
                </a:solidFill>
                <a:uFillTx/>
                <a:latin typeface="Calibri Light"/>
              </a:rPr>
              <a:t>Getter Setter</a:t>
            </a:r>
            <a:endParaRPr b="0" lang="de-DE" sz="4400" strike="noStrike" u="none">
              <a:solidFill>
                <a:srgbClr val="000000"/>
              </a:solidFill>
              <a:uFillTx/>
              <a:latin typeface="Arial"/>
            </a:endParaRPr>
          </a:p>
        </p:txBody>
      </p:sp>
      <p:sp>
        <p:nvSpPr>
          <p:cNvPr id="340" name="Rectangle 2"/>
          <p:cNvSpPr/>
          <p:nvPr/>
        </p:nvSpPr>
        <p:spPr>
          <a:xfrm>
            <a:off x="3336840" y="2171880"/>
            <a:ext cx="6094800" cy="39301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spAutoFit/>
          </a:bodyPr>
          <a:p>
            <a:pPr defTabSz="914400">
              <a:lnSpc>
                <a:spcPct val="100000"/>
              </a:lnSpc>
            </a:pPr>
            <a:r>
              <a:rPr b="0" lang="en-GB" sz="1800" strike="noStrike" u="none">
                <a:solidFill>
                  <a:srgbClr val="569cd6"/>
                </a:solidFill>
                <a:uFillTx/>
                <a:latin typeface="Menlo"/>
              </a:rPr>
              <a:t>private</a:t>
            </a:r>
            <a:r>
              <a:rPr b="0" lang="en-GB" sz="1800" strike="noStrike" u="none">
                <a:solidFill>
                  <a:srgbClr val="d4d4d4"/>
                </a:solidFill>
                <a:uFillTx/>
                <a:latin typeface="Menlo"/>
              </a:rPr>
              <a:t> </a:t>
            </a:r>
            <a:r>
              <a:rPr b="0" lang="en-GB" sz="1800" strike="noStrike" u="none">
                <a:solidFill>
                  <a:srgbClr val="9cdcfe"/>
                </a:solidFill>
                <a:uFillTx/>
                <a:latin typeface="Menlo"/>
              </a:rPr>
              <a:t>_name</a:t>
            </a:r>
            <a:r>
              <a:rPr b="0" lang="en-GB" sz="1800" strike="noStrike" u="none">
                <a:solidFill>
                  <a:srgbClr val="d4d4d4"/>
                </a:solidFill>
                <a:uFillTx/>
                <a:latin typeface="Menlo"/>
              </a:rPr>
              <a:t> : </a:t>
            </a:r>
            <a:r>
              <a:rPr b="0" lang="en-GB" sz="1800" strike="noStrike" u="none">
                <a:solidFill>
                  <a:srgbClr val="4ec9b0"/>
                </a:solidFill>
                <a:uFillTx/>
                <a:latin typeface="Menlo"/>
              </a:rPr>
              <a:t>string</a:t>
            </a:r>
            <a:r>
              <a:rPr b="0" lang="en-GB" sz="1800" strike="noStrike" u="none">
                <a:solidFill>
                  <a:srgbClr val="d4d4d4"/>
                </a:solidFill>
                <a:uFillTx/>
                <a:latin typeface="Menlo"/>
              </a:rPr>
              <a:t>;</a:t>
            </a:r>
            <a:endParaRPr b="0" lang="de-DE" sz="1800" strike="noStrike" u="none">
              <a:solidFill>
                <a:srgbClr val="000000"/>
              </a:solidFill>
              <a:uFillTx/>
              <a:latin typeface="Arial"/>
            </a:endParaRPr>
          </a:p>
          <a:p>
            <a:pPr defTabSz="914400">
              <a:lnSpc>
                <a:spcPct val="100000"/>
              </a:lnSpc>
            </a:pPr>
            <a:endParaRPr b="0" lang="de-DE" sz="1800" strike="noStrike" u="none">
              <a:solidFill>
                <a:srgbClr val="000000"/>
              </a:solidFill>
              <a:uFillTx/>
              <a:latin typeface="Arial"/>
            </a:endParaRPr>
          </a:p>
          <a:p>
            <a:pPr defTabSz="914400">
              <a:lnSpc>
                <a:spcPct val="100000"/>
              </a:lnSpc>
            </a:pPr>
            <a:r>
              <a:rPr b="0" lang="en-GB" sz="1800" strike="noStrike" u="none">
                <a:solidFill>
                  <a:srgbClr val="569cd6"/>
                </a:solidFill>
                <a:uFillTx/>
                <a:latin typeface="Menlo"/>
              </a:rPr>
              <a:t>constructor</a:t>
            </a:r>
            <a:r>
              <a:rPr b="0" lang="en-GB" sz="1800" strike="noStrike" u="none">
                <a:solidFill>
                  <a:srgbClr val="d4d4d4"/>
                </a:solidFill>
                <a:uFillTx/>
                <a:latin typeface="Menlo"/>
              </a:rPr>
              <a:t> (</a:t>
            </a:r>
            <a:r>
              <a:rPr b="0" lang="en-GB" sz="1800" strike="noStrike" u="none">
                <a:solidFill>
                  <a:srgbClr val="9cdcfe"/>
                </a:solidFill>
                <a:uFillTx/>
                <a:latin typeface="Menlo"/>
              </a:rPr>
              <a:t>name</a:t>
            </a:r>
            <a:r>
              <a:rPr b="0" lang="en-GB" sz="1800" strike="noStrike" u="none">
                <a:solidFill>
                  <a:srgbClr val="d4d4d4"/>
                </a:solidFill>
                <a:uFillTx/>
                <a:latin typeface="Menlo"/>
              </a:rPr>
              <a:t>:</a:t>
            </a:r>
            <a:r>
              <a:rPr b="0" lang="en-GB" sz="1800" strike="noStrike" u="none">
                <a:solidFill>
                  <a:srgbClr val="4ec9b0"/>
                </a:solidFill>
                <a:uFillTx/>
                <a:latin typeface="Menlo"/>
              </a:rPr>
              <a:t>string</a:t>
            </a:r>
            <a:r>
              <a:rPr b="0" lang="en-GB" sz="1800" strike="noStrike" u="none">
                <a:solidFill>
                  <a:srgbClr val="d4d4d4"/>
                </a:solidFill>
                <a:uFillTx/>
                <a:latin typeface="Menlo"/>
              </a:rPr>
              <a:t>){</a:t>
            </a:r>
            <a:endParaRPr b="0" lang="de-DE" sz="1800" strike="noStrike" u="none">
              <a:solidFill>
                <a:srgbClr val="000000"/>
              </a:solidFill>
              <a:uFillTx/>
              <a:latin typeface="Arial"/>
            </a:endParaRPr>
          </a:p>
          <a:p>
            <a:pPr defTabSz="914400">
              <a:lnSpc>
                <a:spcPct val="100000"/>
              </a:lnSpc>
            </a:pPr>
            <a:r>
              <a:rPr b="0" lang="en-GB" sz="1800" strike="noStrike" u="none">
                <a:solidFill>
                  <a:srgbClr val="569cd6"/>
                </a:solidFill>
                <a:uFillTx/>
                <a:latin typeface="Menlo"/>
              </a:rPr>
              <a:t>	</a:t>
            </a:r>
            <a:r>
              <a:rPr b="0" lang="en-GB" sz="1800" strike="noStrike" u="none">
                <a:solidFill>
                  <a:srgbClr val="569cd6"/>
                </a:solidFill>
                <a:uFillTx/>
                <a:latin typeface="Menlo"/>
              </a:rPr>
              <a:t>this</a:t>
            </a:r>
            <a:r>
              <a:rPr b="0" lang="en-GB" sz="1800" strike="noStrike" u="none">
                <a:solidFill>
                  <a:srgbClr val="d4d4d4"/>
                </a:solidFill>
                <a:uFillTx/>
                <a:latin typeface="Menlo"/>
              </a:rPr>
              <a:t>.</a:t>
            </a:r>
            <a:r>
              <a:rPr b="0" lang="en-GB" sz="1800" strike="noStrike" u="none">
                <a:solidFill>
                  <a:srgbClr val="9cdcfe"/>
                </a:solidFill>
                <a:uFillTx/>
                <a:latin typeface="Menlo"/>
              </a:rPr>
              <a:t>_name</a:t>
            </a:r>
            <a:r>
              <a:rPr b="0" lang="en-GB" sz="1800" strike="noStrike" u="none">
                <a:solidFill>
                  <a:srgbClr val="d4d4d4"/>
                </a:solidFill>
                <a:uFillTx/>
                <a:latin typeface="Menlo"/>
              </a:rPr>
              <a:t> = </a:t>
            </a:r>
            <a:r>
              <a:rPr b="0" lang="en-GB" sz="1800" strike="noStrike" u="none">
                <a:solidFill>
                  <a:srgbClr val="9cdcfe"/>
                </a:solidFill>
                <a:uFillTx/>
                <a:latin typeface="Menlo"/>
              </a:rPr>
              <a:t>name</a:t>
            </a:r>
            <a:r>
              <a:rPr b="0" lang="en-GB" sz="1800" strike="noStrike" u="none">
                <a:solidFill>
                  <a:srgbClr val="d4d4d4"/>
                </a:solidFill>
                <a:uFillTx/>
                <a:latin typeface="Menlo"/>
              </a:rPr>
              <a:t>;</a:t>
            </a:r>
            <a:endParaRPr b="0" lang="de-DE" sz="1800" strike="noStrike" u="none">
              <a:solidFill>
                <a:srgbClr val="000000"/>
              </a:solidFill>
              <a:uFillTx/>
              <a:latin typeface="Arial"/>
            </a:endParaRPr>
          </a:p>
          <a:p>
            <a:pPr defTabSz="914400">
              <a:lnSpc>
                <a:spcPct val="100000"/>
              </a:lnSpc>
            </a:pPr>
            <a:r>
              <a:rPr b="0" lang="en-GB" sz="1800" strike="noStrike" u="none">
                <a:solidFill>
                  <a:srgbClr val="d4d4d4"/>
                </a:solidFill>
                <a:uFillTx/>
                <a:latin typeface="Menlo"/>
              </a:rPr>
              <a:t>}</a:t>
            </a:r>
            <a:endParaRPr b="0" lang="de-DE" sz="1800" strike="noStrike" u="none">
              <a:solidFill>
                <a:srgbClr val="000000"/>
              </a:solidFill>
              <a:uFillTx/>
              <a:latin typeface="Arial"/>
            </a:endParaRPr>
          </a:p>
          <a:p>
            <a:pPr defTabSz="914400">
              <a:lnSpc>
                <a:spcPct val="100000"/>
              </a:lnSpc>
            </a:pPr>
            <a:br>
              <a:rPr sz="1800"/>
            </a:br>
            <a:endParaRPr b="0" lang="de-DE" sz="1800" strike="noStrike" u="none">
              <a:solidFill>
                <a:srgbClr val="000000"/>
              </a:solidFill>
              <a:uFillTx/>
              <a:latin typeface="Arial"/>
            </a:endParaRPr>
          </a:p>
          <a:p>
            <a:pPr defTabSz="914400">
              <a:lnSpc>
                <a:spcPct val="100000"/>
              </a:lnSpc>
            </a:pPr>
            <a:r>
              <a:rPr b="0" lang="en-GB" sz="1800" strike="noStrike" u="none">
                <a:solidFill>
                  <a:srgbClr val="569cd6"/>
                </a:solidFill>
                <a:uFillTx/>
                <a:latin typeface="Menlo"/>
              </a:rPr>
              <a:t>get</a:t>
            </a:r>
            <a:r>
              <a:rPr b="0" lang="en-GB" sz="1800" strike="noStrike" u="none">
                <a:solidFill>
                  <a:srgbClr val="d4d4d4"/>
                </a:solidFill>
                <a:uFillTx/>
                <a:latin typeface="Menlo"/>
              </a:rPr>
              <a:t> </a:t>
            </a:r>
            <a:r>
              <a:rPr b="0" lang="en-GB" sz="1800" strike="noStrike" u="none">
                <a:solidFill>
                  <a:srgbClr val="dcdcaa"/>
                </a:solidFill>
                <a:uFillTx/>
                <a:latin typeface="Menlo"/>
              </a:rPr>
              <a:t>name</a:t>
            </a:r>
            <a:r>
              <a:rPr b="0" lang="en-GB" sz="1800" strike="noStrike" u="none">
                <a:solidFill>
                  <a:srgbClr val="d4d4d4"/>
                </a:solidFill>
                <a:uFillTx/>
                <a:latin typeface="Menlo"/>
              </a:rPr>
              <a:t>():</a:t>
            </a:r>
            <a:r>
              <a:rPr b="0" lang="en-GB" sz="1800" strike="noStrike" u="none">
                <a:solidFill>
                  <a:srgbClr val="4ec9b0"/>
                </a:solidFill>
                <a:uFillTx/>
                <a:latin typeface="Menlo"/>
              </a:rPr>
              <a:t>string</a:t>
            </a:r>
            <a:r>
              <a:rPr b="0" lang="en-GB" sz="1800" strike="noStrike" u="none">
                <a:solidFill>
                  <a:srgbClr val="d4d4d4"/>
                </a:solidFill>
                <a:uFillTx/>
                <a:latin typeface="Menlo"/>
              </a:rPr>
              <a:t>{</a:t>
            </a:r>
            <a:r>
              <a:rPr b="0" lang="en-GB" sz="1800" strike="noStrike" u="none">
                <a:solidFill>
                  <a:srgbClr val="d4d4d4"/>
                </a:solidFill>
                <a:uFillTx/>
                <a:latin typeface="Menlo"/>
              </a:rPr>
              <a:t>	</a:t>
            </a:r>
            <a:endParaRPr b="0" lang="de-DE" sz="1800" strike="noStrike" u="none">
              <a:solidFill>
                <a:srgbClr val="000000"/>
              </a:solidFill>
              <a:uFillTx/>
              <a:latin typeface="Arial"/>
            </a:endParaRPr>
          </a:p>
          <a:p>
            <a:pPr defTabSz="914400">
              <a:lnSpc>
                <a:spcPct val="100000"/>
              </a:lnSpc>
            </a:pPr>
            <a:r>
              <a:rPr b="0" lang="en-GB" sz="1800" strike="noStrike" u="none">
                <a:solidFill>
                  <a:srgbClr val="c586c0"/>
                </a:solidFill>
                <a:uFillTx/>
                <a:latin typeface="Menlo"/>
              </a:rPr>
              <a:t>	</a:t>
            </a:r>
            <a:r>
              <a:rPr b="0" lang="en-GB" sz="1800" strike="noStrike" u="none">
                <a:solidFill>
                  <a:srgbClr val="c586c0"/>
                </a:solidFill>
                <a:uFillTx/>
                <a:latin typeface="Menlo"/>
              </a:rPr>
              <a:t>return</a:t>
            </a:r>
            <a:r>
              <a:rPr b="0" lang="en-GB" sz="1800" strike="noStrike" u="none">
                <a:solidFill>
                  <a:srgbClr val="d4d4d4"/>
                </a:solidFill>
                <a:uFillTx/>
                <a:latin typeface="Menlo"/>
              </a:rPr>
              <a:t> </a:t>
            </a:r>
            <a:r>
              <a:rPr b="0" lang="en-GB" sz="1800" strike="noStrike" u="none">
                <a:solidFill>
                  <a:srgbClr val="569cd6"/>
                </a:solidFill>
                <a:uFillTx/>
                <a:latin typeface="Menlo"/>
              </a:rPr>
              <a:t>this</a:t>
            </a:r>
            <a:r>
              <a:rPr b="0" lang="en-GB" sz="1800" strike="noStrike" u="none">
                <a:solidFill>
                  <a:srgbClr val="d4d4d4"/>
                </a:solidFill>
                <a:uFillTx/>
                <a:latin typeface="Menlo"/>
              </a:rPr>
              <a:t>.</a:t>
            </a:r>
            <a:r>
              <a:rPr b="0" lang="en-GB" sz="1800" strike="noStrike" u="none">
                <a:solidFill>
                  <a:srgbClr val="9cdcfe"/>
                </a:solidFill>
                <a:uFillTx/>
                <a:latin typeface="Menlo"/>
              </a:rPr>
              <a:t>_name</a:t>
            </a:r>
            <a:r>
              <a:rPr b="0" lang="en-GB" sz="1800" strike="noStrike" u="none">
                <a:solidFill>
                  <a:srgbClr val="d4d4d4"/>
                </a:solidFill>
                <a:uFillTx/>
                <a:latin typeface="Menlo"/>
              </a:rPr>
              <a:t>;</a:t>
            </a:r>
            <a:endParaRPr b="0" lang="de-DE" sz="1800" strike="noStrike" u="none">
              <a:solidFill>
                <a:srgbClr val="000000"/>
              </a:solidFill>
              <a:uFillTx/>
              <a:latin typeface="Arial"/>
            </a:endParaRPr>
          </a:p>
          <a:p>
            <a:pPr defTabSz="914400">
              <a:lnSpc>
                <a:spcPct val="100000"/>
              </a:lnSpc>
            </a:pPr>
            <a:r>
              <a:rPr b="0" lang="en-GB" sz="1800" strike="noStrike" u="none">
                <a:solidFill>
                  <a:srgbClr val="d4d4d4"/>
                </a:solidFill>
                <a:uFillTx/>
                <a:latin typeface="Menlo"/>
              </a:rPr>
              <a:t>}</a:t>
            </a:r>
            <a:endParaRPr b="0" lang="de-DE" sz="1800" strike="noStrike" u="none">
              <a:solidFill>
                <a:srgbClr val="000000"/>
              </a:solidFill>
              <a:uFillTx/>
              <a:latin typeface="Arial"/>
            </a:endParaRPr>
          </a:p>
          <a:p>
            <a:pPr defTabSz="914400">
              <a:lnSpc>
                <a:spcPct val="100000"/>
              </a:lnSpc>
            </a:pPr>
            <a:br>
              <a:rPr sz="1800"/>
            </a:br>
            <a:r>
              <a:rPr b="0" lang="en-GB" sz="1800" strike="noStrike" u="none">
                <a:solidFill>
                  <a:srgbClr val="dcdcaa"/>
                </a:solidFill>
                <a:uFillTx/>
                <a:latin typeface="Menlo"/>
              </a:rPr>
              <a:t>name</a:t>
            </a:r>
            <a:r>
              <a:rPr b="0" lang="en-GB" sz="1800" strike="noStrike" u="none">
                <a:solidFill>
                  <a:srgbClr val="d4d4d4"/>
                </a:solidFill>
                <a:uFillTx/>
                <a:latin typeface="Menlo"/>
              </a:rPr>
              <a:t>(</a:t>
            </a:r>
            <a:r>
              <a:rPr b="0" lang="en-GB" sz="1800" strike="noStrike" u="none">
                <a:solidFill>
                  <a:srgbClr val="9cdcfe"/>
                </a:solidFill>
                <a:uFillTx/>
                <a:latin typeface="Menlo"/>
              </a:rPr>
              <a:t>new_name</a:t>
            </a:r>
            <a:r>
              <a:rPr b="0" lang="en-GB" sz="1800" strike="noStrike" u="none">
                <a:solidFill>
                  <a:srgbClr val="d4d4d4"/>
                </a:solidFill>
                <a:uFillTx/>
                <a:latin typeface="Menlo"/>
              </a:rPr>
              <a:t>:</a:t>
            </a:r>
            <a:r>
              <a:rPr b="0" lang="en-GB" sz="1800" strike="noStrike" u="none">
                <a:solidFill>
                  <a:srgbClr val="4ec9b0"/>
                </a:solidFill>
                <a:uFillTx/>
                <a:latin typeface="Menlo"/>
              </a:rPr>
              <a:t>string</a:t>
            </a:r>
            <a:r>
              <a:rPr b="0" lang="en-GB" sz="1800" strike="noStrike" u="none">
                <a:solidFill>
                  <a:srgbClr val="d4d4d4"/>
                </a:solidFill>
                <a:uFillTx/>
                <a:latin typeface="Menlo"/>
              </a:rPr>
              <a:t>){</a:t>
            </a:r>
            <a:endParaRPr b="0" lang="de-DE" sz="1800" strike="noStrike" u="none">
              <a:solidFill>
                <a:srgbClr val="000000"/>
              </a:solidFill>
              <a:uFillTx/>
              <a:latin typeface="Arial"/>
            </a:endParaRPr>
          </a:p>
          <a:p>
            <a:pPr defTabSz="914400">
              <a:lnSpc>
                <a:spcPct val="100000"/>
              </a:lnSpc>
            </a:pPr>
            <a:r>
              <a:rPr b="0" lang="en-GB" sz="1800" strike="noStrike" u="none">
                <a:solidFill>
                  <a:srgbClr val="569cd6"/>
                </a:solidFill>
                <a:uFillTx/>
                <a:latin typeface="Menlo"/>
              </a:rPr>
              <a:t>	</a:t>
            </a:r>
            <a:r>
              <a:rPr b="0" lang="en-GB" sz="1800" strike="noStrike" u="none">
                <a:solidFill>
                  <a:srgbClr val="569cd6"/>
                </a:solidFill>
                <a:uFillTx/>
                <a:latin typeface="Menlo"/>
              </a:rPr>
              <a:t>this</a:t>
            </a:r>
            <a:r>
              <a:rPr b="0" lang="en-GB" sz="1800" strike="noStrike" u="none">
                <a:solidFill>
                  <a:srgbClr val="d4d4d4"/>
                </a:solidFill>
                <a:uFillTx/>
                <a:latin typeface="Menlo"/>
              </a:rPr>
              <a:t>.</a:t>
            </a:r>
            <a:r>
              <a:rPr b="0" lang="en-GB" sz="1800" strike="noStrike" u="none">
                <a:solidFill>
                  <a:srgbClr val="9cdcfe"/>
                </a:solidFill>
                <a:uFillTx/>
                <a:latin typeface="Menlo"/>
              </a:rPr>
              <a:t>_name</a:t>
            </a:r>
            <a:r>
              <a:rPr b="0" lang="en-GB" sz="1800" strike="noStrike" u="none">
                <a:solidFill>
                  <a:srgbClr val="d4d4d4"/>
                </a:solidFill>
                <a:uFillTx/>
                <a:latin typeface="Menlo"/>
              </a:rPr>
              <a:t> = </a:t>
            </a:r>
            <a:r>
              <a:rPr b="0" lang="en-GB" sz="1800" strike="noStrike" u="none">
                <a:solidFill>
                  <a:srgbClr val="9cdcfe"/>
                </a:solidFill>
                <a:uFillTx/>
                <a:latin typeface="Menlo"/>
              </a:rPr>
              <a:t>new_name</a:t>
            </a:r>
            <a:r>
              <a:rPr b="0" lang="en-GB" sz="1800" strike="noStrike" u="none">
                <a:solidFill>
                  <a:srgbClr val="d4d4d4"/>
                </a:solidFill>
                <a:uFillTx/>
                <a:latin typeface="Menlo"/>
              </a:rPr>
              <a:t>;</a:t>
            </a:r>
            <a:endParaRPr b="0" lang="de-DE" sz="1800" strike="noStrike" u="none">
              <a:solidFill>
                <a:srgbClr val="000000"/>
              </a:solidFill>
              <a:uFillTx/>
              <a:latin typeface="Arial"/>
            </a:endParaRPr>
          </a:p>
          <a:p>
            <a:pPr defTabSz="914400">
              <a:lnSpc>
                <a:spcPct val="100000"/>
              </a:lnSpc>
            </a:pPr>
            <a:r>
              <a:rPr b="0" lang="en-GB" sz="1800" strike="noStrike" u="none">
                <a:solidFill>
                  <a:srgbClr val="d4d4d4"/>
                </a:solidFill>
                <a:uFillTx/>
                <a:latin typeface="Menlo"/>
              </a:rPr>
              <a:t>}</a:t>
            </a:r>
            <a:endParaRPr b="0" lang="de-DE" sz="1800" strike="noStrike" u="none">
              <a:solidFill>
                <a:srgbClr val="000000"/>
              </a:solidFill>
              <a:uFillTx/>
              <a:latin typeface="Arial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57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341" name="Inhaltsplatzhalter 7" descr="2schnittstelle.jpg"/>
          <p:cNvPicPr/>
          <p:nvPr/>
        </p:nvPicPr>
        <p:blipFill>
          <a:blip r:embed="rId1"/>
          <a:stretch/>
        </p:blipFill>
        <p:spPr>
          <a:xfrm>
            <a:off x="3645720" y="677880"/>
            <a:ext cx="5298120" cy="5500800"/>
          </a:xfrm>
          <a:prstGeom prst="rect">
            <a:avLst/>
          </a:prstGeom>
          <a:noFill/>
          <a:ln w="0">
            <a:noFill/>
          </a:ln>
        </p:spPr>
      </p:pic>
    </p:spTree>
  </p:cSld>
  <p:transition spd="med">
    <p:dissolve/>
  </p:transition>
</p:sld>
</file>

<file path=ppt/slides/slide58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42" name="PlaceHolder 1"/>
          <p:cNvSpPr>
            <a:spLocks noGrp="1"/>
          </p:cNvSpPr>
          <p:nvPr>
            <p:ph type="title"/>
          </p:nvPr>
        </p:nvSpPr>
        <p:spPr>
          <a:xfrm>
            <a:off x="838080" y="365040"/>
            <a:ext cx="10514520" cy="132444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ctr">
            <a:noAutofit/>
          </a:bodyPr>
          <a:p>
            <a:pPr indent="0" defTabSz="914400">
              <a:lnSpc>
                <a:spcPct val="90000"/>
              </a:lnSpc>
              <a:buNone/>
              <a:tabLst>
                <a:tab algn="l" pos="0"/>
              </a:tabLst>
            </a:pPr>
            <a:r>
              <a:rPr b="0" lang="en-DE" sz="4400" strike="noStrike" u="none">
                <a:solidFill>
                  <a:schemeClr val="dk1"/>
                </a:solidFill>
                <a:uFillTx/>
                <a:latin typeface="Calibri Light"/>
              </a:rPr>
              <a:t>Beispiel</a:t>
            </a:r>
            <a:endParaRPr b="0" lang="de-DE" sz="4400" strike="noStrike" u="none">
              <a:solidFill>
                <a:srgbClr val="000000"/>
              </a:solidFill>
              <a:uFillTx/>
              <a:latin typeface="Arial"/>
            </a:endParaRPr>
          </a:p>
        </p:txBody>
      </p:sp>
      <p:sp>
        <p:nvSpPr>
          <p:cNvPr id="343" name="PlaceHolder 2"/>
          <p:cNvSpPr>
            <a:spLocks noGrp="1"/>
          </p:cNvSpPr>
          <p:nvPr>
            <p:ph/>
          </p:nvPr>
        </p:nvSpPr>
        <p:spPr>
          <a:xfrm>
            <a:off x="838080" y="1825560"/>
            <a:ext cx="10514520" cy="435024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t">
            <a:normAutofit fontScale="62500" lnSpcReduction="19999"/>
          </a:bodyPr>
          <a:p>
            <a:pPr indent="0" defTabSz="914400">
              <a:lnSpc>
                <a:spcPct val="90000"/>
              </a:lnSpc>
              <a:spcBef>
                <a:spcPts val="1001"/>
              </a:spcBef>
              <a:buNone/>
              <a:tabLst>
                <a:tab algn="l" pos="0"/>
              </a:tabLst>
            </a:pPr>
            <a:r>
              <a:rPr b="0" lang="en-GB" sz="2800" strike="noStrike" u="none">
                <a:solidFill>
                  <a:srgbClr val="569cd6"/>
                </a:solidFill>
                <a:uFillTx/>
                <a:latin typeface="Menlo"/>
              </a:rPr>
              <a:t>interface</a:t>
            </a:r>
            <a:r>
              <a:rPr b="0" lang="en-GB" sz="2800" strike="noStrike" u="none">
                <a:solidFill>
                  <a:srgbClr val="d4d4d4"/>
                </a:solidFill>
                <a:uFillTx/>
                <a:latin typeface="Menlo"/>
              </a:rPr>
              <a:t> </a:t>
            </a:r>
            <a:r>
              <a:rPr b="0" lang="en-GB" sz="2800" strike="noStrike" u="none">
                <a:solidFill>
                  <a:srgbClr val="4ec9b0"/>
                </a:solidFill>
                <a:uFillTx/>
                <a:latin typeface="Menlo"/>
              </a:rPr>
              <a:t>Schmutzfink</a:t>
            </a:r>
            <a:r>
              <a:rPr b="0" lang="en-GB" sz="2800" strike="noStrike" u="none">
                <a:solidFill>
                  <a:srgbClr val="d4d4d4"/>
                </a:solidFill>
                <a:uFillTx/>
                <a:latin typeface="Menlo"/>
              </a:rPr>
              <a:t>{</a:t>
            </a:r>
            <a:endParaRPr b="0" lang="de-DE" sz="2800" strike="noStrike" u="none">
              <a:solidFill>
                <a:srgbClr val="000000"/>
              </a:solidFill>
              <a:uFillTx/>
              <a:latin typeface="Arial"/>
            </a:endParaRPr>
          </a:p>
          <a:p>
            <a:pPr indent="0" defTabSz="914400">
              <a:lnSpc>
                <a:spcPct val="90000"/>
              </a:lnSpc>
              <a:spcBef>
                <a:spcPts val="1001"/>
              </a:spcBef>
              <a:buNone/>
              <a:tabLst>
                <a:tab algn="l" pos="0"/>
              </a:tabLst>
            </a:pPr>
            <a:r>
              <a:rPr b="0" lang="en-GB" sz="2800" strike="noStrike" u="none">
                <a:solidFill>
                  <a:srgbClr val="9cdcfe"/>
                </a:solidFill>
                <a:uFillTx/>
                <a:latin typeface="Menlo"/>
              </a:rPr>
              <a:t>	</a:t>
            </a:r>
            <a:r>
              <a:rPr b="0" lang="en-GB" sz="2800" strike="noStrike" u="none">
                <a:solidFill>
                  <a:srgbClr val="9cdcfe"/>
                </a:solidFill>
                <a:uFillTx/>
                <a:latin typeface="Menlo"/>
              </a:rPr>
              <a:t>suhlen</a:t>
            </a:r>
            <a:r>
              <a:rPr b="0" lang="en-GB" sz="2800" strike="noStrike" u="none">
                <a:solidFill>
                  <a:srgbClr val="d4d4d4"/>
                </a:solidFill>
                <a:uFillTx/>
                <a:latin typeface="Menlo"/>
              </a:rPr>
              <a:t> : () </a:t>
            </a:r>
            <a:r>
              <a:rPr b="0" lang="en-GB" sz="2800" strike="noStrike" u="none">
                <a:solidFill>
                  <a:srgbClr val="569cd6"/>
                </a:solidFill>
                <a:uFillTx/>
                <a:latin typeface="Menlo"/>
              </a:rPr>
              <a:t>=&gt;</a:t>
            </a:r>
            <a:r>
              <a:rPr b="0" lang="en-GB" sz="2800" strike="noStrike" u="none">
                <a:solidFill>
                  <a:srgbClr val="d4d4d4"/>
                </a:solidFill>
                <a:uFillTx/>
                <a:latin typeface="Menlo"/>
              </a:rPr>
              <a:t> </a:t>
            </a:r>
            <a:r>
              <a:rPr b="0" lang="en-GB" sz="2800" strike="noStrike" u="none">
                <a:solidFill>
                  <a:srgbClr val="4ec9b0"/>
                </a:solidFill>
                <a:uFillTx/>
                <a:latin typeface="Menlo"/>
              </a:rPr>
              <a:t>string</a:t>
            </a:r>
            <a:r>
              <a:rPr b="0" lang="en-GB" sz="2800" strike="noStrike" u="none">
                <a:solidFill>
                  <a:srgbClr val="d4d4d4"/>
                </a:solidFill>
                <a:uFillTx/>
                <a:latin typeface="Menlo"/>
              </a:rPr>
              <a:t>;</a:t>
            </a:r>
            <a:endParaRPr b="0" lang="de-DE" sz="2800" strike="noStrike" u="none">
              <a:solidFill>
                <a:srgbClr val="000000"/>
              </a:solidFill>
              <a:uFillTx/>
              <a:latin typeface="Arial"/>
            </a:endParaRPr>
          </a:p>
          <a:p>
            <a:pPr indent="0" defTabSz="914400">
              <a:lnSpc>
                <a:spcPct val="90000"/>
              </a:lnSpc>
              <a:spcBef>
                <a:spcPts val="1001"/>
              </a:spcBef>
              <a:buNone/>
              <a:tabLst>
                <a:tab algn="l" pos="0"/>
              </a:tabLst>
            </a:pPr>
            <a:r>
              <a:rPr b="0" lang="en-GB" sz="2800" strike="noStrike" u="none">
                <a:solidFill>
                  <a:srgbClr val="d4d4d4"/>
                </a:solidFill>
                <a:uFillTx/>
                <a:latin typeface="Menlo"/>
              </a:rPr>
              <a:t>}</a:t>
            </a:r>
            <a:endParaRPr b="0" lang="de-DE" sz="2800" strike="noStrike" u="none">
              <a:solidFill>
                <a:srgbClr val="000000"/>
              </a:solidFill>
              <a:uFillTx/>
              <a:latin typeface="Arial"/>
            </a:endParaRPr>
          </a:p>
          <a:p>
            <a:pPr indent="0" defTabSz="914400">
              <a:lnSpc>
                <a:spcPct val="90000"/>
              </a:lnSpc>
              <a:spcBef>
                <a:spcPts val="1001"/>
              </a:spcBef>
              <a:buNone/>
              <a:tabLst>
                <a:tab algn="l" pos="0"/>
              </a:tabLst>
            </a:pPr>
            <a:endParaRPr b="0" lang="de-DE" sz="2800" strike="noStrike" u="none">
              <a:solidFill>
                <a:srgbClr val="000000"/>
              </a:solidFill>
              <a:uFillTx/>
              <a:latin typeface="Arial"/>
            </a:endParaRPr>
          </a:p>
          <a:p>
            <a:pPr indent="0" defTabSz="914400">
              <a:lnSpc>
                <a:spcPct val="90000"/>
              </a:lnSpc>
              <a:spcBef>
                <a:spcPts val="1001"/>
              </a:spcBef>
              <a:buNone/>
              <a:tabLst>
                <a:tab algn="l" pos="0"/>
              </a:tabLst>
            </a:pPr>
            <a:r>
              <a:rPr b="0" lang="en-GB" sz="2800" strike="noStrike" u="none">
                <a:solidFill>
                  <a:srgbClr val="569cd6"/>
                </a:solidFill>
                <a:uFillTx/>
                <a:latin typeface="Menlo"/>
              </a:rPr>
              <a:t>class</a:t>
            </a:r>
            <a:r>
              <a:rPr b="0" lang="en-GB" sz="2800" strike="noStrike" u="none">
                <a:solidFill>
                  <a:srgbClr val="d4d4d4"/>
                </a:solidFill>
                <a:uFillTx/>
                <a:latin typeface="Menlo"/>
              </a:rPr>
              <a:t> </a:t>
            </a:r>
            <a:r>
              <a:rPr b="0" lang="en-GB" sz="2800" strike="noStrike" u="none">
                <a:solidFill>
                  <a:srgbClr val="4ec9b0"/>
                </a:solidFill>
                <a:uFillTx/>
                <a:latin typeface="Menlo"/>
              </a:rPr>
              <a:t>Schwein</a:t>
            </a:r>
            <a:r>
              <a:rPr b="0" lang="en-GB" sz="2800" strike="noStrike" u="none">
                <a:solidFill>
                  <a:srgbClr val="d4d4d4"/>
                </a:solidFill>
                <a:uFillTx/>
                <a:latin typeface="Menlo"/>
              </a:rPr>
              <a:t> </a:t>
            </a:r>
            <a:r>
              <a:rPr b="0" lang="en-GB" sz="2800" strike="noStrike" u="none">
                <a:solidFill>
                  <a:srgbClr val="569cd6"/>
                </a:solidFill>
                <a:uFillTx/>
                <a:latin typeface="Menlo"/>
              </a:rPr>
              <a:t>implements</a:t>
            </a:r>
            <a:r>
              <a:rPr b="0" lang="en-GB" sz="2800" strike="noStrike" u="none">
                <a:solidFill>
                  <a:srgbClr val="d4d4d4"/>
                </a:solidFill>
                <a:uFillTx/>
                <a:latin typeface="Menlo"/>
              </a:rPr>
              <a:t> </a:t>
            </a:r>
            <a:r>
              <a:rPr b="0" lang="en-GB" sz="2800" strike="noStrike" u="none">
                <a:solidFill>
                  <a:srgbClr val="4ec9b0"/>
                </a:solidFill>
                <a:uFillTx/>
                <a:latin typeface="Menlo"/>
              </a:rPr>
              <a:t>Schmutzfink</a:t>
            </a:r>
            <a:r>
              <a:rPr b="0" lang="en-GB" sz="2800" strike="noStrike" u="none">
                <a:solidFill>
                  <a:srgbClr val="d4d4d4"/>
                </a:solidFill>
                <a:uFillTx/>
                <a:latin typeface="Menlo"/>
              </a:rPr>
              <a:t>{</a:t>
            </a:r>
            <a:endParaRPr b="0" lang="de-DE" sz="2800" strike="noStrike" u="none">
              <a:solidFill>
                <a:srgbClr val="000000"/>
              </a:solidFill>
              <a:uFillTx/>
              <a:latin typeface="Arial"/>
            </a:endParaRPr>
          </a:p>
          <a:p>
            <a:pPr marL="457200" indent="0" defTabSz="914400">
              <a:lnSpc>
                <a:spcPct val="90000"/>
              </a:lnSpc>
              <a:spcBef>
                <a:spcPts val="499"/>
              </a:spcBef>
              <a:buNone/>
              <a:tabLst>
                <a:tab algn="l" pos="0"/>
              </a:tabLst>
            </a:pPr>
            <a:r>
              <a:rPr b="0" lang="en-GB" sz="2400" strike="noStrike" u="none">
                <a:solidFill>
                  <a:srgbClr val="569cd6"/>
                </a:solidFill>
                <a:uFillTx/>
                <a:latin typeface="Menlo"/>
              </a:rPr>
              <a:t>private</a:t>
            </a:r>
            <a:r>
              <a:rPr b="0" lang="en-GB" sz="2400" strike="noStrike" u="none">
                <a:solidFill>
                  <a:srgbClr val="d4d4d4"/>
                </a:solidFill>
                <a:uFillTx/>
                <a:latin typeface="Menlo"/>
              </a:rPr>
              <a:t> </a:t>
            </a:r>
            <a:r>
              <a:rPr b="0" lang="en-GB" sz="2400" strike="noStrike" u="none">
                <a:solidFill>
                  <a:srgbClr val="9cdcfe"/>
                </a:solidFill>
                <a:uFillTx/>
                <a:latin typeface="Menlo"/>
              </a:rPr>
              <a:t>name</a:t>
            </a:r>
            <a:r>
              <a:rPr b="0" lang="en-GB" sz="2400" strike="noStrike" u="none">
                <a:solidFill>
                  <a:srgbClr val="d4d4d4"/>
                </a:solidFill>
                <a:uFillTx/>
                <a:latin typeface="Menlo"/>
              </a:rPr>
              <a:t> : </a:t>
            </a:r>
            <a:r>
              <a:rPr b="0" lang="en-GB" sz="2400" strike="noStrike" u="none">
                <a:solidFill>
                  <a:srgbClr val="4ec9b0"/>
                </a:solidFill>
                <a:uFillTx/>
                <a:latin typeface="Menlo"/>
              </a:rPr>
              <a:t>string</a:t>
            </a:r>
            <a:r>
              <a:rPr b="0" lang="en-GB" sz="2400" strike="noStrike" u="none">
                <a:solidFill>
                  <a:srgbClr val="d4d4d4"/>
                </a:solidFill>
                <a:uFillTx/>
                <a:latin typeface="Menlo"/>
              </a:rPr>
              <a:t>;</a:t>
            </a:r>
            <a:endParaRPr b="0" lang="de-DE" sz="2400" strike="noStrike" u="none">
              <a:solidFill>
                <a:srgbClr val="000000"/>
              </a:solidFill>
              <a:uFillTx/>
              <a:latin typeface="Arial"/>
            </a:endParaRPr>
          </a:p>
          <a:p>
            <a:pPr marL="457200" indent="0" defTabSz="914400">
              <a:lnSpc>
                <a:spcPct val="90000"/>
              </a:lnSpc>
              <a:spcBef>
                <a:spcPts val="499"/>
              </a:spcBef>
              <a:buNone/>
              <a:tabLst>
                <a:tab algn="l" pos="0"/>
              </a:tabLst>
            </a:pPr>
            <a:r>
              <a:rPr b="0" lang="en-GB" sz="2400" strike="noStrike" u="none">
                <a:solidFill>
                  <a:srgbClr val="569cd6"/>
                </a:solidFill>
                <a:uFillTx/>
                <a:latin typeface="Menlo"/>
              </a:rPr>
              <a:t>constructor</a:t>
            </a:r>
            <a:r>
              <a:rPr b="0" lang="en-GB" sz="2400" strike="noStrike" u="none">
                <a:solidFill>
                  <a:srgbClr val="d4d4d4"/>
                </a:solidFill>
                <a:uFillTx/>
                <a:latin typeface="Menlo"/>
              </a:rPr>
              <a:t> (</a:t>
            </a:r>
            <a:r>
              <a:rPr b="0" lang="en-GB" sz="2400" strike="noStrike" u="none">
                <a:solidFill>
                  <a:srgbClr val="9cdcfe"/>
                </a:solidFill>
                <a:uFillTx/>
                <a:latin typeface="Menlo"/>
              </a:rPr>
              <a:t>name</a:t>
            </a:r>
            <a:r>
              <a:rPr b="0" lang="en-GB" sz="2400" strike="noStrike" u="none">
                <a:solidFill>
                  <a:srgbClr val="d4d4d4"/>
                </a:solidFill>
                <a:uFillTx/>
                <a:latin typeface="Menlo"/>
              </a:rPr>
              <a:t>:</a:t>
            </a:r>
            <a:r>
              <a:rPr b="0" lang="en-GB" sz="2400" strike="noStrike" u="none">
                <a:solidFill>
                  <a:srgbClr val="4ec9b0"/>
                </a:solidFill>
                <a:uFillTx/>
                <a:latin typeface="Menlo"/>
              </a:rPr>
              <a:t>string</a:t>
            </a:r>
            <a:r>
              <a:rPr b="0" lang="en-GB" sz="2400" strike="noStrike" u="none">
                <a:solidFill>
                  <a:srgbClr val="d4d4d4"/>
                </a:solidFill>
                <a:uFillTx/>
                <a:latin typeface="Menlo"/>
              </a:rPr>
              <a:t>){</a:t>
            </a:r>
            <a:endParaRPr b="0" lang="de-DE" sz="2400" strike="noStrike" u="none">
              <a:solidFill>
                <a:srgbClr val="000000"/>
              </a:solidFill>
              <a:uFillTx/>
              <a:latin typeface="Arial"/>
            </a:endParaRPr>
          </a:p>
          <a:p>
            <a:pPr marL="457200" indent="0" defTabSz="914400">
              <a:lnSpc>
                <a:spcPct val="90000"/>
              </a:lnSpc>
              <a:spcBef>
                <a:spcPts val="499"/>
              </a:spcBef>
              <a:buNone/>
              <a:tabLst>
                <a:tab algn="l" pos="0"/>
              </a:tabLst>
            </a:pPr>
            <a:r>
              <a:rPr b="0" lang="en-GB" sz="2400" strike="noStrike" u="none">
                <a:solidFill>
                  <a:srgbClr val="569cd6"/>
                </a:solidFill>
                <a:uFillTx/>
                <a:latin typeface="Menlo"/>
              </a:rPr>
              <a:t>	</a:t>
            </a:r>
            <a:r>
              <a:rPr b="0" lang="en-GB" sz="2400" strike="noStrike" u="none">
                <a:solidFill>
                  <a:srgbClr val="569cd6"/>
                </a:solidFill>
                <a:uFillTx/>
                <a:latin typeface="Menlo"/>
              </a:rPr>
              <a:t>this</a:t>
            </a:r>
            <a:r>
              <a:rPr b="0" lang="en-GB" sz="2400" strike="noStrike" u="none">
                <a:solidFill>
                  <a:srgbClr val="d4d4d4"/>
                </a:solidFill>
                <a:uFillTx/>
                <a:latin typeface="Menlo"/>
              </a:rPr>
              <a:t>.</a:t>
            </a:r>
            <a:r>
              <a:rPr b="0" lang="en-GB" sz="2400" strike="noStrike" u="none">
                <a:solidFill>
                  <a:srgbClr val="9cdcfe"/>
                </a:solidFill>
                <a:uFillTx/>
                <a:latin typeface="Menlo"/>
              </a:rPr>
              <a:t>name</a:t>
            </a:r>
            <a:r>
              <a:rPr b="0" lang="en-GB" sz="2400" strike="noStrike" u="none">
                <a:solidFill>
                  <a:srgbClr val="d4d4d4"/>
                </a:solidFill>
                <a:uFillTx/>
                <a:latin typeface="Menlo"/>
              </a:rPr>
              <a:t> = </a:t>
            </a:r>
            <a:r>
              <a:rPr b="0" lang="en-GB" sz="2400" strike="noStrike" u="none">
                <a:solidFill>
                  <a:srgbClr val="9cdcfe"/>
                </a:solidFill>
                <a:uFillTx/>
                <a:latin typeface="Menlo"/>
              </a:rPr>
              <a:t>name</a:t>
            </a:r>
            <a:r>
              <a:rPr b="0" lang="en-GB" sz="2400" strike="noStrike" u="none">
                <a:solidFill>
                  <a:srgbClr val="d4d4d4"/>
                </a:solidFill>
                <a:uFillTx/>
                <a:latin typeface="Menlo"/>
              </a:rPr>
              <a:t>;</a:t>
            </a:r>
            <a:endParaRPr b="0" lang="de-DE" sz="2400" strike="noStrike" u="none">
              <a:solidFill>
                <a:srgbClr val="000000"/>
              </a:solidFill>
              <a:uFillTx/>
              <a:latin typeface="Arial"/>
            </a:endParaRPr>
          </a:p>
          <a:p>
            <a:pPr marL="457200" indent="0" defTabSz="914400">
              <a:lnSpc>
                <a:spcPct val="90000"/>
              </a:lnSpc>
              <a:spcBef>
                <a:spcPts val="499"/>
              </a:spcBef>
              <a:buNone/>
              <a:tabLst>
                <a:tab algn="l" pos="0"/>
              </a:tabLst>
            </a:pPr>
            <a:r>
              <a:rPr b="0" lang="en-GB" sz="2400" strike="noStrike" u="none">
                <a:solidFill>
                  <a:srgbClr val="d4d4d4"/>
                </a:solidFill>
                <a:uFillTx/>
                <a:latin typeface="Menlo"/>
              </a:rPr>
              <a:t>}</a:t>
            </a:r>
            <a:endParaRPr b="0" lang="de-DE" sz="2400" strike="noStrike" u="none">
              <a:solidFill>
                <a:srgbClr val="000000"/>
              </a:solidFill>
              <a:uFillTx/>
              <a:latin typeface="Arial"/>
            </a:endParaRPr>
          </a:p>
          <a:p>
            <a:pPr marL="457200" indent="0" defTabSz="914400">
              <a:lnSpc>
                <a:spcPct val="90000"/>
              </a:lnSpc>
              <a:spcBef>
                <a:spcPts val="499"/>
              </a:spcBef>
              <a:buNone/>
              <a:tabLst>
                <a:tab algn="l" pos="0"/>
              </a:tabLst>
            </a:pPr>
            <a:br>
              <a:rPr sz="2400"/>
            </a:br>
            <a:r>
              <a:rPr b="0" lang="en-GB" sz="2400" strike="noStrike" u="none">
                <a:solidFill>
                  <a:srgbClr val="dcdcaa"/>
                </a:solidFill>
                <a:uFillTx/>
                <a:latin typeface="Menlo"/>
              </a:rPr>
              <a:t>suhlen</a:t>
            </a:r>
            <a:r>
              <a:rPr b="0" lang="en-GB" sz="2400" strike="noStrike" u="none">
                <a:solidFill>
                  <a:srgbClr val="d4d4d4"/>
                </a:solidFill>
                <a:uFillTx/>
                <a:latin typeface="Menlo"/>
              </a:rPr>
              <a:t>():</a:t>
            </a:r>
            <a:r>
              <a:rPr b="0" lang="en-GB" sz="2400" strike="noStrike" u="none">
                <a:solidFill>
                  <a:srgbClr val="4ec9b0"/>
                </a:solidFill>
                <a:uFillTx/>
                <a:latin typeface="Menlo"/>
              </a:rPr>
              <a:t>string</a:t>
            </a:r>
            <a:r>
              <a:rPr b="0" lang="en-GB" sz="2400" strike="noStrike" u="none">
                <a:solidFill>
                  <a:srgbClr val="d4d4d4"/>
                </a:solidFill>
                <a:uFillTx/>
                <a:latin typeface="Menlo"/>
              </a:rPr>
              <a:t>{</a:t>
            </a:r>
            <a:endParaRPr b="0" lang="de-DE" sz="2400" strike="noStrike" u="none">
              <a:solidFill>
                <a:srgbClr val="000000"/>
              </a:solidFill>
              <a:uFillTx/>
              <a:latin typeface="Arial"/>
            </a:endParaRPr>
          </a:p>
          <a:p>
            <a:pPr marL="457200" indent="0" defTabSz="914400">
              <a:lnSpc>
                <a:spcPct val="90000"/>
              </a:lnSpc>
              <a:spcBef>
                <a:spcPts val="499"/>
              </a:spcBef>
              <a:buNone/>
              <a:tabLst>
                <a:tab algn="l" pos="0"/>
              </a:tabLst>
            </a:pPr>
            <a:r>
              <a:rPr b="0" lang="en-GB" sz="2400" strike="noStrike" u="none">
                <a:solidFill>
                  <a:srgbClr val="c586c0"/>
                </a:solidFill>
                <a:uFillTx/>
                <a:latin typeface="Menlo"/>
              </a:rPr>
              <a:t>	</a:t>
            </a:r>
            <a:r>
              <a:rPr b="0" lang="en-GB" sz="2400" strike="noStrike" u="none">
                <a:solidFill>
                  <a:srgbClr val="c586c0"/>
                </a:solidFill>
                <a:uFillTx/>
                <a:latin typeface="Menlo"/>
              </a:rPr>
              <a:t>return</a:t>
            </a:r>
            <a:r>
              <a:rPr b="0" lang="en-GB" sz="2400" strike="noStrike" u="none">
                <a:solidFill>
                  <a:srgbClr val="d4d4d4"/>
                </a:solidFill>
                <a:uFillTx/>
                <a:latin typeface="Menlo"/>
              </a:rPr>
              <a:t> </a:t>
            </a:r>
            <a:r>
              <a:rPr b="0" lang="en-GB" sz="2400" strike="noStrike" u="none">
                <a:solidFill>
                  <a:srgbClr val="ce9178"/>
                </a:solidFill>
                <a:uFillTx/>
                <a:latin typeface="Menlo"/>
              </a:rPr>
              <a:t>"Ich bin "</a:t>
            </a:r>
            <a:r>
              <a:rPr b="0" lang="en-GB" sz="2400" strike="noStrike" u="none">
                <a:solidFill>
                  <a:srgbClr val="d4d4d4"/>
                </a:solidFill>
                <a:uFillTx/>
                <a:latin typeface="Menlo"/>
              </a:rPr>
              <a:t> + </a:t>
            </a:r>
            <a:r>
              <a:rPr b="0" lang="en-GB" sz="2400" strike="noStrike" u="none">
                <a:solidFill>
                  <a:srgbClr val="569cd6"/>
                </a:solidFill>
                <a:uFillTx/>
                <a:latin typeface="Menlo"/>
              </a:rPr>
              <a:t>this</a:t>
            </a:r>
            <a:r>
              <a:rPr b="0" lang="en-GB" sz="2400" strike="noStrike" u="none">
                <a:solidFill>
                  <a:srgbClr val="d4d4d4"/>
                </a:solidFill>
                <a:uFillTx/>
                <a:latin typeface="Menlo"/>
              </a:rPr>
              <a:t>.</a:t>
            </a:r>
            <a:r>
              <a:rPr b="0" lang="en-GB" sz="2400" strike="noStrike" u="none">
                <a:solidFill>
                  <a:srgbClr val="9cdcfe"/>
                </a:solidFill>
                <a:uFillTx/>
                <a:latin typeface="Menlo"/>
              </a:rPr>
              <a:t>name</a:t>
            </a:r>
            <a:r>
              <a:rPr b="0" lang="en-GB" sz="2400" strike="noStrike" u="none">
                <a:solidFill>
                  <a:srgbClr val="d4d4d4"/>
                </a:solidFill>
                <a:uFillTx/>
                <a:latin typeface="Menlo"/>
              </a:rPr>
              <a:t>;</a:t>
            </a:r>
            <a:endParaRPr b="0" lang="de-DE" sz="2400" strike="noStrike" u="none">
              <a:solidFill>
                <a:srgbClr val="000000"/>
              </a:solidFill>
              <a:uFillTx/>
              <a:latin typeface="Arial"/>
            </a:endParaRPr>
          </a:p>
          <a:p>
            <a:pPr marL="457200" indent="0" defTabSz="914400">
              <a:lnSpc>
                <a:spcPct val="90000"/>
              </a:lnSpc>
              <a:spcBef>
                <a:spcPts val="499"/>
              </a:spcBef>
              <a:buNone/>
              <a:tabLst>
                <a:tab algn="l" pos="0"/>
              </a:tabLst>
            </a:pPr>
            <a:r>
              <a:rPr b="0" lang="en-GB" sz="2400" strike="noStrike" u="none">
                <a:solidFill>
                  <a:srgbClr val="d4d4d4"/>
                </a:solidFill>
                <a:uFillTx/>
                <a:latin typeface="Menlo"/>
              </a:rPr>
              <a:t>}</a:t>
            </a:r>
            <a:endParaRPr b="0" lang="de-DE" sz="2400" strike="noStrike" u="none">
              <a:solidFill>
                <a:srgbClr val="000000"/>
              </a:solidFill>
              <a:uFillTx/>
              <a:latin typeface="Arial"/>
            </a:endParaRPr>
          </a:p>
          <a:p>
            <a:pPr marL="457200" indent="0" defTabSz="914400">
              <a:lnSpc>
                <a:spcPct val="90000"/>
              </a:lnSpc>
              <a:spcBef>
                <a:spcPts val="1001"/>
              </a:spcBef>
              <a:buNone/>
              <a:tabLst>
                <a:tab algn="l" pos="0"/>
              </a:tabLst>
            </a:pPr>
            <a:r>
              <a:rPr b="0" lang="en-GB" sz="2800" strike="noStrike" u="none">
                <a:solidFill>
                  <a:srgbClr val="d4d4d4"/>
                </a:solidFill>
                <a:uFillTx/>
                <a:latin typeface="Menlo"/>
              </a:rPr>
              <a:t>}</a:t>
            </a:r>
            <a:endParaRPr b="0" lang="de-DE" sz="2800" strike="noStrike" u="none">
              <a:solidFill>
                <a:srgbClr val="000000"/>
              </a:solidFill>
              <a:uFillTx/>
              <a:latin typeface="Arial"/>
            </a:endParaRPr>
          </a:p>
          <a:p>
            <a:pPr marL="457200" indent="0" defTabSz="914400">
              <a:lnSpc>
                <a:spcPct val="90000"/>
              </a:lnSpc>
              <a:spcBef>
                <a:spcPts val="1001"/>
              </a:spcBef>
              <a:buNone/>
              <a:tabLst>
                <a:tab algn="l" pos="0"/>
              </a:tabLst>
            </a:pPr>
            <a:r>
              <a:rPr b="0" lang="en-GB" sz="2800" strike="noStrike" u="none">
                <a:solidFill>
                  <a:srgbClr val="569cd6"/>
                </a:solidFill>
                <a:uFillTx/>
                <a:latin typeface="Menlo"/>
              </a:rPr>
              <a:t>var</a:t>
            </a:r>
            <a:r>
              <a:rPr b="0" lang="en-GB" sz="2800" strike="noStrike" u="none">
                <a:solidFill>
                  <a:srgbClr val="d4d4d4"/>
                </a:solidFill>
                <a:uFillTx/>
                <a:latin typeface="Menlo"/>
              </a:rPr>
              <a:t> </a:t>
            </a:r>
            <a:r>
              <a:rPr b="0" lang="en-GB" sz="2800" strike="noStrike" u="none">
                <a:solidFill>
                  <a:srgbClr val="9cdcfe"/>
                </a:solidFill>
                <a:uFillTx/>
                <a:latin typeface="Menlo"/>
              </a:rPr>
              <a:t>miss_piggy</a:t>
            </a:r>
            <a:r>
              <a:rPr b="0" lang="en-GB" sz="2800" strike="noStrike" u="none">
                <a:solidFill>
                  <a:srgbClr val="d4d4d4"/>
                </a:solidFill>
                <a:uFillTx/>
                <a:latin typeface="Menlo"/>
              </a:rPr>
              <a:t> : </a:t>
            </a:r>
            <a:r>
              <a:rPr b="0" lang="en-GB" sz="2800" strike="noStrike" u="none">
                <a:solidFill>
                  <a:srgbClr val="4ec9b0"/>
                </a:solidFill>
                <a:uFillTx/>
                <a:latin typeface="Menlo"/>
              </a:rPr>
              <a:t>Schmutzfink</a:t>
            </a:r>
            <a:r>
              <a:rPr b="0" lang="en-GB" sz="2800" strike="noStrike" u="none">
                <a:solidFill>
                  <a:srgbClr val="d4d4d4"/>
                </a:solidFill>
                <a:uFillTx/>
                <a:latin typeface="Menlo"/>
              </a:rPr>
              <a:t> = </a:t>
            </a:r>
            <a:r>
              <a:rPr b="0" lang="en-GB" sz="2800" strike="noStrike" u="none">
                <a:solidFill>
                  <a:srgbClr val="569cd6"/>
                </a:solidFill>
                <a:uFillTx/>
                <a:latin typeface="Menlo"/>
              </a:rPr>
              <a:t>new</a:t>
            </a:r>
            <a:r>
              <a:rPr b="0" lang="en-GB" sz="2800" strike="noStrike" u="none">
                <a:solidFill>
                  <a:srgbClr val="d4d4d4"/>
                </a:solidFill>
                <a:uFillTx/>
                <a:latin typeface="Menlo"/>
              </a:rPr>
              <a:t> </a:t>
            </a:r>
            <a:r>
              <a:rPr b="0" lang="en-GB" sz="2800" strike="noStrike" u="none">
                <a:solidFill>
                  <a:srgbClr val="4ec9b0"/>
                </a:solidFill>
                <a:uFillTx/>
                <a:latin typeface="Menlo"/>
              </a:rPr>
              <a:t>Schwein</a:t>
            </a:r>
            <a:r>
              <a:rPr b="0" lang="en-GB" sz="2800" strike="noStrike" u="none">
                <a:solidFill>
                  <a:srgbClr val="d4d4d4"/>
                </a:solidFill>
                <a:uFillTx/>
                <a:latin typeface="Menlo"/>
              </a:rPr>
              <a:t>(</a:t>
            </a:r>
            <a:r>
              <a:rPr b="0" lang="en-GB" sz="2800" strike="noStrike" u="none">
                <a:solidFill>
                  <a:srgbClr val="ce9178"/>
                </a:solidFill>
                <a:uFillTx/>
                <a:latin typeface="Menlo"/>
              </a:rPr>
              <a:t>"Miss Piggy"</a:t>
            </a:r>
            <a:r>
              <a:rPr b="0" lang="en-GB" sz="2800" strike="noStrike" u="none">
                <a:solidFill>
                  <a:srgbClr val="d4d4d4"/>
                </a:solidFill>
                <a:uFillTx/>
                <a:latin typeface="Menlo"/>
              </a:rPr>
              <a:t>);</a:t>
            </a:r>
            <a:endParaRPr b="0" lang="de-DE" sz="2800" strike="noStrike" u="none">
              <a:solidFill>
                <a:srgbClr val="000000"/>
              </a:solidFill>
              <a:uFillTx/>
              <a:latin typeface="Arial"/>
            </a:endParaRPr>
          </a:p>
          <a:p>
            <a:pPr marL="457200" indent="0" defTabSz="914400">
              <a:lnSpc>
                <a:spcPct val="90000"/>
              </a:lnSpc>
              <a:spcBef>
                <a:spcPts val="1001"/>
              </a:spcBef>
              <a:buNone/>
              <a:tabLst>
                <a:tab algn="l" pos="0"/>
              </a:tabLst>
            </a:pPr>
            <a:r>
              <a:rPr b="0" lang="en-GB" sz="2800" strike="noStrike" u="none">
                <a:solidFill>
                  <a:srgbClr val="9cdcfe"/>
                </a:solidFill>
                <a:uFillTx/>
                <a:latin typeface="Menlo"/>
              </a:rPr>
              <a:t>miss_piggy</a:t>
            </a:r>
            <a:r>
              <a:rPr b="0" lang="en-GB" sz="2800" strike="noStrike" u="none">
                <a:solidFill>
                  <a:srgbClr val="d4d4d4"/>
                </a:solidFill>
                <a:uFillTx/>
                <a:latin typeface="Menlo"/>
              </a:rPr>
              <a:t>.</a:t>
            </a:r>
            <a:r>
              <a:rPr b="0" lang="en-GB" sz="2800" strike="noStrike" u="none">
                <a:solidFill>
                  <a:srgbClr val="dcdcaa"/>
                </a:solidFill>
                <a:uFillTx/>
                <a:latin typeface="Menlo"/>
              </a:rPr>
              <a:t>suhlen</a:t>
            </a:r>
            <a:r>
              <a:rPr b="0" lang="en-GB" sz="2800" strike="noStrike" u="none">
                <a:solidFill>
                  <a:srgbClr val="d4d4d4"/>
                </a:solidFill>
                <a:uFillTx/>
                <a:latin typeface="Menlo"/>
              </a:rPr>
              <a:t>();</a:t>
            </a:r>
            <a:endParaRPr b="0" lang="de-DE" sz="2800" strike="noStrike" u="none">
              <a:solidFill>
                <a:srgbClr val="000000"/>
              </a:solidFill>
              <a:uFillTx/>
              <a:latin typeface="Arial"/>
            </a:endParaRPr>
          </a:p>
          <a:p>
            <a:pPr marL="457200" indent="0" defTabSz="914400">
              <a:lnSpc>
                <a:spcPct val="90000"/>
              </a:lnSpc>
              <a:spcBef>
                <a:spcPts val="1001"/>
              </a:spcBef>
              <a:buNone/>
              <a:tabLst>
                <a:tab algn="l" pos="0"/>
              </a:tabLst>
            </a:pPr>
            <a:endParaRPr b="0" lang="de-DE" sz="2800" strike="noStrike" u="none">
              <a:solidFill>
                <a:srgbClr val="000000"/>
              </a:solidFill>
              <a:uFillTx/>
              <a:latin typeface="Arial"/>
            </a:endParaRPr>
          </a:p>
          <a:p>
            <a:pPr marL="457200" indent="0" defTabSz="914400">
              <a:lnSpc>
                <a:spcPct val="90000"/>
              </a:lnSpc>
              <a:spcBef>
                <a:spcPts val="1001"/>
              </a:spcBef>
              <a:buNone/>
              <a:tabLst>
                <a:tab algn="l" pos="0"/>
              </a:tabLst>
            </a:pPr>
            <a:endParaRPr b="0" lang="de-DE" sz="2800" strike="noStrike" u="none">
              <a:solidFill>
                <a:srgbClr val="000000"/>
              </a:solidFill>
              <a:uFillTx/>
              <a:latin typeface="Arial"/>
            </a:endParaRPr>
          </a:p>
          <a:p>
            <a:pPr marL="457200" indent="0" defTabSz="914400">
              <a:lnSpc>
                <a:spcPct val="90000"/>
              </a:lnSpc>
              <a:spcBef>
                <a:spcPts val="1001"/>
              </a:spcBef>
              <a:buNone/>
              <a:tabLst>
                <a:tab algn="l" pos="0"/>
              </a:tabLst>
            </a:pPr>
            <a:endParaRPr b="0" lang="de-DE" sz="2800" strike="noStrike" u="none">
              <a:solidFill>
                <a:srgbClr val="000000"/>
              </a:solidFill>
              <a:uFillTx/>
              <a:latin typeface="Arial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59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bg>
      <p:bgPr>
        <a:solidFill>
          <a:schemeClr val="lt1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 useBgFill="1">
        <p:nvSpPr>
          <p:cNvPr id="344" name="Rectangle 70">
            <a:extLst>
              <a:ext uri="{C183D7F6-B498-43B3-948B-1728B52AA6E4}">
                <adec:decorative xmlns:adec="http://schemas.microsoft.com/office/drawing/2017/decorative" val="1"/>
              </a:ext>
            </a:extLst>
          </p:cNvPr>
          <p:cNvSpPr/>
          <p:nvPr/>
        </p:nvSpPr>
        <p:spPr>
          <a:xfrm>
            <a:off x="0" y="0"/>
            <a:ext cx="12191040" cy="6856920"/>
          </a:xfrm>
          <a:prstGeom prst="rect">
            <a:avLst/>
          </a:prstGeom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 algn="ctr" defTabSz="914400">
              <a:lnSpc>
                <a:spcPct val="100000"/>
              </a:lnSpc>
            </a:pPr>
            <a:endParaRPr b="0" lang="en-US" sz="1800" strike="noStrike" u="none">
              <a:solidFill>
                <a:schemeClr val="lt1"/>
              </a:solidFill>
              <a:uFillTx/>
              <a:latin typeface="Calibri"/>
            </a:endParaRPr>
          </a:p>
        </p:txBody>
      </p:sp>
      <p:sp>
        <p:nvSpPr>
          <p:cNvPr id="345" name="Rectangle 72">
            <a:extLst>
              <a:ext uri="{C183D7F6-B498-43B3-948B-1728B52AA6E4}">
                <adec:decorative xmlns:adec="http://schemas.microsoft.com/office/drawing/2017/decorative" val="1"/>
              </a:ext>
            </a:extLst>
          </p:cNvPr>
          <p:cNvSpPr/>
          <p:nvPr/>
        </p:nvSpPr>
        <p:spPr>
          <a:xfrm flipH="1" rot="5400000">
            <a:off x="-1418760" y="1418400"/>
            <a:ext cx="6874560" cy="4039560"/>
          </a:xfrm>
          <a:prstGeom prst="rect">
            <a:avLst/>
          </a:prstGeom>
          <a:gradFill rotWithShape="0">
            <a:gsLst>
              <a:gs pos="0">
                <a:srgbClr val="000000"/>
              </a:gs>
              <a:gs pos="100000">
                <a:srgbClr val="16735a"/>
              </a:gs>
            </a:gsLst>
            <a:lin ang="19200000"/>
          </a:gra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 algn="ctr" defTabSz="914400">
              <a:lnSpc>
                <a:spcPct val="100000"/>
              </a:lnSpc>
            </a:pPr>
            <a:endParaRPr b="0" lang="en-US" sz="1800" strike="noStrike" u="none">
              <a:solidFill>
                <a:schemeClr val="lt1"/>
              </a:solidFill>
              <a:uFillTx/>
              <a:latin typeface="Calibri"/>
            </a:endParaRPr>
          </a:p>
        </p:txBody>
      </p:sp>
      <p:sp>
        <p:nvSpPr>
          <p:cNvPr id="346" name="Rectangle 74">
            <a:extLst>
              <a:ext uri="{C183D7F6-B498-43B3-948B-1728B52AA6E4}">
                <adec:decorative xmlns:adec="http://schemas.microsoft.com/office/drawing/2017/decorative" val="1"/>
              </a:ext>
            </a:extLst>
          </p:cNvPr>
          <p:cNvSpPr/>
          <p:nvPr/>
        </p:nvSpPr>
        <p:spPr>
          <a:xfrm rot="16200000">
            <a:off x="-157680" y="2661480"/>
            <a:ext cx="4354560" cy="4037400"/>
          </a:xfrm>
          <a:prstGeom prst="rect">
            <a:avLst/>
          </a:prstGeom>
          <a:gradFill rotWithShape="0">
            <a:gsLst>
              <a:gs pos="0">
                <a:srgbClr val="1d9a78">
                  <a:alpha val="50000"/>
                </a:srgbClr>
              </a:gs>
              <a:gs pos="100000">
                <a:srgbClr val="0e4d3c">
                  <a:alpha val="0"/>
                </a:srgbClr>
              </a:gs>
            </a:gsLst>
            <a:lin ang="6000000"/>
          </a:gra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 algn="ctr" defTabSz="914400">
              <a:lnSpc>
                <a:spcPct val="100000"/>
              </a:lnSpc>
            </a:pPr>
            <a:endParaRPr b="0" lang="en-US" sz="1800" strike="noStrike" u="none">
              <a:solidFill>
                <a:schemeClr val="lt1"/>
              </a:solidFill>
              <a:uFillTx/>
              <a:latin typeface="Calibri"/>
            </a:endParaRPr>
          </a:p>
        </p:txBody>
      </p:sp>
      <p:sp>
        <p:nvSpPr>
          <p:cNvPr id="347" name="Rectangle 76">
            <a:extLst>
              <a:ext uri="{C183D7F6-B498-43B3-948B-1728B52AA6E4}">
                <adec:decorative xmlns:adec="http://schemas.microsoft.com/office/drawing/2017/decorative" val="1"/>
              </a:ext>
            </a:extLst>
          </p:cNvPr>
          <p:cNvSpPr/>
          <p:nvPr/>
        </p:nvSpPr>
        <p:spPr>
          <a:xfrm flipH="1" rot="16200000">
            <a:off x="-1180440" y="1637280"/>
            <a:ext cx="6856560" cy="3580200"/>
          </a:xfrm>
          <a:prstGeom prst="rect">
            <a:avLst/>
          </a:prstGeom>
          <a:gradFill rotWithShape="0">
            <a:gsLst>
              <a:gs pos="0">
                <a:srgbClr val="000000">
                  <a:alpha val="59000"/>
                </a:srgbClr>
              </a:gs>
              <a:gs pos="69000">
                <a:srgbClr val="1d9a78">
                  <a:alpha val="0"/>
                </a:srgbClr>
              </a:gs>
            </a:gsLst>
            <a:lin ang="13800000"/>
          </a:gra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 algn="ctr" defTabSz="914400">
              <a:lnSpc>
                <a:spcPct val="100000"/>
              </a:lnSpc>
            </a:pPr>
            <a:endParaRPr b="0" lang="en-US" sz="1800" strike="noStrike" u="none">
              <a:solidFill>
                <a:schemeClr val="lt1"/>
              </a:solidFill>
              <a:uFillTx/>
              <a:latin typeface="Calibri"/>
            </a:endParaRPr>
          </a:p>
        </p:txBody>
      </p:sp>
      <p:sp>
        <p:nvSpPr>
          <p:cNvPr id="348" name="Freeform: Shape 78">
            <a:extLst>
              <a:ext uri="{C183D7F6-B498-43B3-948B-1728B52AA6E4}">
                <adec:decorative xmlns:adec="http://schemas.microsoft.com/office/drawing/2017/decorative" val="1"/>
              </a:ext>
            </a:extLst>
          </p:cNvPr>
          <p:cNvSpPr/>
          <p:nvPr/>
        </p:nvSpPr>
        <p:spPr>
          <a:xfrm rot="6097800">
            <a:off x="-745200" y="1200240"/>
            <a:ext cx="4807080" cy="4087440"/>
          </a:xfrm>
          <a:custGeom>
            <a:avLst/>
            <a:gdLst>
              <a:gd name="textAreaLeft" fmla="*/ 0 w 4807080"/>
              <a:gd name="textAreaRight" fmla="*/ 4808160 w 4807080"/>
              <a:gd name="textAreaTop" fmla="*/ 0 h 4087440"/>
              <a:gd name="textAreaBottom" fmla="*/ 4088520 h 4087440"/>
            </a:gdLst>
            <a:ahLst/>
            <a:rect l="textAreaLeft" t="textAreaTop" r="textAreaRight" b="textAreaBottom"/>
            <a:pathLst>
              <a:path w="4808302" h="4088666">
                <a:moveTo>
                  <a:pt x="48844" y="2888671"/>
                </a:moveTo>
                <a:cubicBezTo>
                  <a:pt x="16818" y="2732167"/>
                  <a:pt x="0" y="2570123"/>
                  <a:pt x="0" y="2404151"/>
                </a:cubicBezTo>
                <a:cubicBezTo>
                  <a:pt x="0" y="1076375"/>
                  <a:pt x="1076375" y="0"/>
                  <a:pt x="2404151" y="0"/>
                </a:cubicBezTo>
                <a:cubicBezTo>
                  <a:pt x="3731927" y="0"/>
                  <a:pt x="4808302" y="1076375"/>
                  <a:pt x="4808302" y="2404151"/>
                </a:cubicBezTo>
                <a:cubicBezTo>
                  <a:pt x="4808302" y="2653109"/>
                  <a:pt x="4770461" y="2893229"/>
                  <a:pt x="4700216" y="3119072"/>
                </a:cubicBezTo>
                <a:lnTo>
                  <a:pt x="4643143" y="3275009"/>
                </a:lnTo>
                <a:lnTo>
                  <a:pt x="690093" y="4088666"/>
                </a:lnTo>
                <a:lnTo>
                  <a:pt x="548991" y="3933414"/>
                </a:lnTo>
                <a:cubicBezTo>
                  <a:pt x="304015" y="3636572"/>
                  <a:pt x="128908" y="3279932"/>
                  <a:pt x="48844" y="2888671"/>
                </a:cubicBezTo>
                <a:close/>
              </a:path>
            </a:pathLst>
          </a:custGeom>
          <a:gradFill rotWithShape="0">
            <a:gsLst>
              <a:gs pos="39000">
                <a:srgbClr val="5ae0bb">
                  <a:alpha val="0"/>
                </a:srgbClr>
              </a:gs>
              <a:gs pos="100000">
                <a:srgbClr val="16735a">
                  <a:alpha val="26000"/>
                </a:srgbClr>
              </a:gs>
            </a:gsLst>
            <a:lin ang="3096000"/>
          </a:gra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 algn="ctr" defTabSz="914400">
              <a:lnSpc>
                <a:spcPct val="100000"/>
              </a:lnSpc>
            </a:pPr>
            <a:endParaRPr b="0" lang="en-US" sz="1800" strike="noStrike" u="none">
              <a:solidFill>
                <a:schemeClr val="lt1"/>
              </a:solidFill>
              <a:uFillTx/>
              <a:latin typeface="Calibri"/>
            </a:endParaRPr>
          </a:p>
        </p:txBody>
      </p:sp>
      <p:sp>
        <p:nvSpPr>
          <p:cNvPr id="349" name="Rectangle 1"/>
          <p:cNvSpPr/>
          <p:nvPr/>
        </p:nvSpPr>
        <p:spPr>
          <a:xfrm>
            <a:off x="659880" y="2766960"/>
            <a:ext cx="2879640" cy="30708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rmAutofit/>
          </a:bodyPr>
          <a:p>
            <a:pPr defTabSz="914400">
              <a:lnSpc>
                <a:spcPct val="90000"/>
              </a:lnSpc>
              <a:spcAft>
                <a:spcPts val="601"/>
              </a:spcAft>
            </a:pPr>
            <a:r>
              <a:rPr b="1" lang="en-US" sz="4000" spc="51" strike="noStrike" u="none">
                <a:solidFill>
                  <a:srgbClr val="ffffff"/>
                </a:solidFill>
                <a:uFillTx/>
                <a:latin typeface="Calibri Light"/>
              </a:rPr>
              <a:t>Vererbung</a:t>
            </a:r>
            <a:endParaRPr b="0" lang="de-DE" sz="4000" strike="noStrike" u="none">
              <a:solidFill>
                <a:srgbClr val="000000"/>
              </a:solidFill>
              <a:uFillTx/>
              <a:latin typeface="Arial"/>
            </a:endParaRPr>
          </a:p>
        </p:txBody>
      </p:sp>
      <p:pic>
        <p:nvPicPr>
          <p:cNvPr id="350" name="Inhaltsplatzhalter 3" descr="lineWriter.jpg"/>
          <p:cNvPicPr/>
          <p:nvPr/>
        </p:nvPicPr>
        <p:blipFill>
          <a:blip r:embed="rId1"/>
          <a:stretch/>
        </p:blipFill>
        <p:spPr>
          <a:xfrm>
            <a:off x="4502520" y="1116720"/>
            <a:ext cx="7224840" cy="4623480"/>
          </a:xfrm>
          <a:prstGeom prst="rect">
            <a:avLst/>
          </a:prstGeom>
          <a:noFill/>
          <a:ln w="0">
            <a:noFill/>
          </a:ln>
        </p:spPr>
      </p:pic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60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51" name="PlaceHolder 1"/>
          <p:cNvSpPr>
            <a:spLocks noGrp="1"/>
          </p:cNvSpPr>
          <p:nvPr>
            <p:ph type="title"/>
          </p:nvPr>
        </p:nvSpPr>
        <p:spPr>
          <a:xfrm>
            <a:off x="838080" y="365040"/>
            <a:ext cx="10514520" cy="132444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ctr">
            <a:noAutofit/>
          </a:bodyPr>
          <a:p>
            <a:pPr indent="0" defTabSz="914400">
              <a:lnSpc>
                <a:spcPct val="90000"/>
              </a:lnSpc>
              <a:buNone/>
              <a:tabLst>
                <a:tab algn="l" pos="0"/>
              </a:tabLst>
            </a:pPr>
            <a:r>
              <a:rPr b="0" lang="de-DE" sz="4400" strike="noStrike" u="none">
                <a:solidFill>
                  <a:schemeClr val="dk1"/>
                </a:solidFill>
                <a:uFillTx/>
                <a:latin typeface="Calibri Light"/>
              </a:rPr>
              <a:t>Klassen: Vererbung</a:t>
            </a:r>
            <a:endParaRPr b="0" lang="de-DE" sz="4400" strike="noStrike" u="none">
              <a:solidFill>
                <a:srgbClr val="000000"/>
              </a:solidFill>
              <a:uFillTx/>
              <a:latin typeface="Arial"/>
            </a:endParaRPr>
          </a:p>
        </p:txBody>
      </p:sp>
      <p:sp>
        <p:nvSpPr>
          <p:cNvPr id="352" name="PlaceHolder 2"/>
          <p:cNvSpPr>
            <a:spLocks noGrp="1"/>
          </p:cNvSpPr>
          <p:nvPr>
            <p:ph/>
          </p:nvPr>
        </p:nvSpPr>
        <p:spPr>
          <a:xfrm>
            <a:off x="838080" y="1825560"/>
            <a:ext cx="10514520" cy="435024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t">
            <a:normAutofit/>
          </a:bodyPr>
          <a:p>
            <a:pPr marL="228600" indent="-228600" defTabSz="914400">
              <a:lnSpc>
                <a:spcPct val="90000"/>
              </a:lnSpc>
              <a:spcBef>
                <a:spcPts val="1001"/>
              </a:spcBef>
              <a:buClr>
                <a:srgbClr val="000000"/>
              </a:buClr>
              <a:buFont typeface="Arial"/>
              <a:buChar char="•"/>
            </a:pPr>
            <a:r>
              <a:rPr b="0" lang="de-DE" sz="2800" strike="noStrike" u="none">
                <a:solidFill>
                  <a:schemeClr val="dk1"/>
                </a:solidFill>
                <a:uFillTx/>
                <a:latin typeface="Calibri"/>
              </a:rPr>
              <a:t>Auch Klassen unterstützen das Konzept der Vererbung</a:t>
            </a:r>
            <a:endParaRPr b="0" lang="de-DE" sz="2800" strike="noStrike" u="none">
              <a:solidFill>
                <a:srgbClr val="000000"/>
              </a:solidFill>
              <a:uFillTx/>
              <a:latin typeface="Arial"/>
            </a:endParaRPr>
          </a:p>
          <a:p>
            <a:pPr marL="228600" indent="-228600" defTabSz="914400">
              <a:lnSpc>
                <a:spcPct val="90000"/>
              </a:lnSpc>
              <a:spcBef>
                <a:spcPts val="1001"/>
              </a:spcBef>
              <a:buClr>
                <a:srgbClr val="000000"/>
              </a:buClr>
              <a:buFont typeface="Arial"/>
              <a:buChar char="•"/>
            </a:pPr>
            <a:r>
              <a:rPr b="0" lang="de-DE" sz="2800" strike="noStrike" u="none">
                <a:solidFill>
                  <a:schemeClr val="dk1"/>
                </a:solidFill>
                <a:uFillTx/>
                <a:latin typeface="Calibri"/>
              </a:rPr>
              <a:t>Methoden einer Klasse können auch abstrakt sein</a:t>
            </a:r>
            <a:endParaRPr b="0" lang="de-DE" sz="2800" strike="noStrike" u="none">
              <a:solidFill>
                <a:srgbClr val="000000"/>
              </a:solidFill>
              <a:uFillTx/>
              <a:latin typeface="Arial"/>
            </a:endParaRPr>
          </a:p>
          <a:p>
            <a:pPr lvl="1" marL="685800" indent="-228600" defTabSz="914400">
              <a:lnSpc>
                <a:spcPct val="90000"/>
              </a:lnSpc>
              <a:spcBef>
                <a:spcPts val="499"/>
              </a:spcBef>
              <a:buClr>
                <a:srgbClr val="000000"/>
              </a:buClr>
              <a:buFont typeface="Arial"/>
              <a:buChar char="•"/>
            </a:pPr>
            <a:r>
              <a:rPr b="0" lang="de-DE" sz="2400" strike="noStrike" u="none">
                <a:solidFill>
                  <a:schemeClr val="dk1"/>
                </a:solidFill>
                <a:uFillTx/>
                <a:latin typeface="Calibri"/>
              </a:rPr>
              <a:t>Analog zu Definition einer Interface-Funktion</a:t>
            </a:r>
            <a:endParaRPr b="0" lang="de-DE" sz="2400" strike="noStrike" u="none">
              <a:solidFill>
                <a:srgbClr val="000000"/>
              </a:solidFill>
              <a:uFillTx/>
              <a:latin typeface="Arial"/>
            </a:endParaRPr>
          </a:p>
          <a:p>
            <a:pPr lvl="1" marL="685800" indent="-228600" defTabSz="914400">
              <a:lnSpc>
                <a:spcPct val="90000"/>
              </a:lnSpc>
              <a:spcBef>
                <a:spcPts val="499"/>
              </a:spcBef>
              <a:buClr>
                <a:srgbClr val="000000"/>
              </a:buClr>
              <a:buFont typeface="Arial"/>
              <a:buChar char="•"/>
            </a:pPr>
            <a:r>
              <a:rPr b="0" lang="de-DE" sz="2400" strike="noStrike" u="none">
                <a:solidFill>
                  <a:schemeClr val="dk1"/>
                </a:solidFill>
                <a:uFillTx/>
                <a:latin typeface="Calibri"/>
              </a:rPr>
              <a:t>Eine Klasse, die mit </a:t>
            </a:r>
            <a:r>
              <a:rPr b="0" lang="de-DE" sz="2400" strike="noStrike" u="none">
                <a:solidFill>
                  <a:schemeClr val="dk1"/>
                </a:solidFill>
                <a:uFillTx/>
                <a:latin typeface="Courier New"/>
              </a:rPr>
              <a:t>new</a:t>
            </a:r>
            <a:r>
              <a:rPr b="0" lang="de-DE" sz="2400" strike="noStrike" u="none">
                <a:solidFill>
                  <a:schemeClr val="dk1"/>
                </a:solidFill>
                <a:uFillTx/>
                <a:latin typeface="Calibri"/>
              </a:rPr>
              <a:t> instanziiert werden soll darf keine abstrakten Methoden enthalten</a:t>
            </a:r>
            <a:endParaRPr b="0" lang="de-DE" sz="2400" strike="noStrike" u="none">
              <a:solidFill>
                <a:srgbClr val="000000"/>
              </a:solidFill>
              <a:uFillTx/>
              <a:latin typeface="Arial"/>
            </a:endParaRPr>
          </a:p>
          <a:p>
            <a:pPr marL="228600" indent="-228600" defTabSz="914400">
              <a:lnSpc>
                <a:spcPct val="90000"/>
              </a:lnSpc>
              <a:spcBef>
                <a:spcPts val="1001"/>
              </a:spcBef>
              <a:buClr>
                <a:srgbClr val="000000"/>
              </a:buClr>
              <a:buFont typeface="Arial"/>
              <a:buChar char="•"/>
            </a:pPr>
            <a:r>
              <a:rPr b="0" lang="de-DE" sz="2800" strike="noStrike" u="none">
                <a:solidFill>
                  <a:schemeClr val="dk1"/>
                </a:solidFill>
                <a:uFillTx/>
                <a:latin typeface="Calibri"/>
              </a:rPr>
              <a:t>Ein Interface kann von einer Klasse erben</a:t>
            </a:r>
            <a:endParaRPr b="0" lang="de-DE" sz="2800" strike="noStrike" u="none">
              <a:solidFill>
                <a:srgbClr val="000000"/>
              </a:solidFill>
              <a:uFillTx/>
              <a:latin typeface="Arial"/>
            </a:endParaRPr>
          </a:p>
          <a:p>
            <a:pPr lvl="1" marL="685800" indent="-228600" defTabSz="914400">
              <a:lnSpc>
                <a:spcPct val="90000"/>
              </a:lnSpc>
              <a:spcBef>
                <a:spcPts val="499"/>
              </a:spcBef>
              <a:buClr>
                <a:srgbClr val="000000"/>
              </a:buClr>
              <a:buFont typeface="Arial"/>
              <a:buChar char="•"/>
            </a:pPr>
            <a:r>
              <a:rPr b="0" lang="de-DE" sz="2400" strike="noStrike" u="none">
                <a:solidFill>
                  <a:schemeClr val="dk1"/>
                </a:solidFill>
                <a:uFillTx/>
                <a:latin typeface="Calibri"/>
              </a:rPr>
              <a:t>Allerdings darf die Klasse keine nicht-abstrakten Methoden enthalten</a:t>
            </a:r>
            <a:endParaRPr b="0" lang="de-DE" sz="2400" strike="noStrike" u="none">
              <a:solidFill>
                <a:srgbClr val="000000"/>
              </a:solidFill>
              <a:uFillTx/>
              <a:latin typeface="Arial"/>
            </a:endParaRPr>
          </a:p>
          <a:p>
            <a:pPr marL="228600" indent="-228600" defTabSz="914400">
              <a:lnSpc>
                <a:spcPct val="90000"/>
              </a:lnSpc>
              <a:spcBef>
                <a:spcPts val="1001"/>
              </a:spcBef>
              <a:buClr>
                <a:srgbClr val="000000"/>
              </a:buClr>
              <a:buFont typeface="Arial"/>
              <a:buChar char="•"/>
            </a:pPr>
            <a:r>
              <a:rPr b="0" lang="de-DE" sz="2800" strike="noStrike" u="none">
                <a:solidFill>
                  <a:schemeClr val="dk1"/>
                </a:solidFill>
                <a:uFillTx/>
                <a:latin typeface="Calibri"/>
              </a:rPr>
              <a:t>Eine Klasse kann eine Schnittstelle implementieren</a:t>
            </a:r>
            <a:endParaRPr b="0" lang="de-DE" sz="2800" strike="noStrike" u="none">
              <a:solidFill>
                <a:srgbClr val="000000"/>
              </a:solidFill>
              <a:uFillTx/>
              <a:latin typeface="Arial"/>
            </a:endParaRPr>
          </a:p>
          <a:p>
            <a:pPr lvl="1" marL="685800" indent="-228600" defTabSz="914400">
              <a:lnSpc>
                <a:spcPct val="90000"/>
              </a:lnSpc>
              <a:spcBef>
                <a:spcPts val="499"/>
              </a:spcBef>
              <a:buClr>
                <a:srgbClr val="000000"/>
              </a:buClr>
              <a:buFont typeface="Arial"/>
              <a:buChar char="•"/>
            </a:pPr>
            <a:r>
              <a:rPr b="0" lang="de-DE" sz="2400" strike="noStrike" u="none">
                <a:solidFill>
                  <a:schemeClr val="dk1"/>
                </a:solidFill>
                <a:uFillTx/>
                <a:latin typeface="Calibri"/>
              </a:rPr>
              <a:t>Schlüsselwort </a:t>
            </a:r>
            <a:r>
              <a:rPr b="0" lang="de-DE" sz="2400" strike="noStrike" u="none">
                <a:solidFill>
                  <a:schemeClr val="dk1"/>
                </a:solidFill>
                <a:uFillTx/>
                <a:latin typeface="Courier New"/>
              </a:rPr>
              <a:t>implements</a:t>
            </a:r>
            <a:endParaRPr b="0" lang="de-DE" sz="2400" strike="noStrike" u="none">
              <a:solidFill>
                <a:srgbClr val="000000"/>
              </a:solidFill>
              <a:uFillTx/>
              <a:latin typeface="Arial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61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53" name="Rectangle 1"/>
          <p:cNvSpPr/>
          <p:nvPr/>
        </p:nvSpPr>
        <p:spPr>
          <a:xfrm>
            <a:off x="1082880" y="612720"/>
            <a:ext cx="8348760" cy="53017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spAutoFit/>
          </a:bodyPr>
          <a:p>
            <a:pPr defTabSz="914400">
              <a:lnSpc>
                <a:spcPct val="100000"/>
              </a:lnSpc>
            </a:pPr>
            <a:r>
              <a:rPr b="0" lang="en-GB" sz="1800" strike="noStrike" u="none">
                <a:solidFill>
                  <a:srgbClr val="569cd6"/>
                </a:solidFill>
                <a:uFillTx/>
                <a:latin typeface="Menlo"/>
              </a:rPr>
              <a:t>class</a:t>
            </a:r>
            <a:r>
              <a:rPr b="0" lang="en-GB" sz="1800" strike="noStrike" u="none">
                <a:solidFill>
                  <a:srgbClr val="d4d4d4"/>
                </a:solidFill>
                <a:uFillTx/>
                <a:latin typeface="Menlo"/>
              </a:rPr>
              <a:t> </a:t>
            </a:r>
            <a:r>
              <a:rPr b="0" lang="en-GB" sz="1800" strike="noStrike" u="none">
                <a:solidFill>
                  <a:srgbClr val="4ec9b0"/>
                </a:solidFill>
                <a:uFillTx/>
                <a:latin typeface="Menlo"/>
              </a:rPr>
              <a:t>Schwein</a:t>
            </a:r>
            <a:r>
              <a:rPr b="0" lang="en-GB" sz="1800" strike="noStrike" u="none">
                <a:solidFill>
                  <a:srgbClr val="d4d4d4"/>
                </a:solidFill>
                <a:uFillTx/>
                <a:latin typeface="Menlo"/>
              </a:rPr>
              <a:t> </a:t>
            </a:r>
            <a:r>
              <a:rPr b="0" lang="en-GB" sz="1800" strike="noStrike" u="none">
                <a:solidFill>
                  <a:srgbClr val="569cd6"/>
                </a:solidFill>
                <a:uFillTx/>
                <a:latin typeface="Menlo"/>
              </a:rPr>
              <a:t>implements</a:t>
            </a:r>
            <a:r>
              <a:rPr b="0" lang="en-GB" sz="1800" strike="noStrike" u="none">
                <a:solidFill>
                  <a:srgbClr val="d4d4d4"/>
                </a:solidFill>
                <a:uFillTx/>
                <a:latin typeface="Menlo"/>
              </a:rPr>
              <a:t> </a:t>
            </a:r>
            <a:r>
              <a:rPr b="0" lang="en-GB" sz="1800" strike="noStrike" u="none">
                <a:solidFill>
                  <a:srgbClr val="4ec9b0"/>
                </a:solidFill>
                <a:uFillTx/>
                <a:latin typeface="Menlo"/>
              </a:rPr>
              <a:t>Schmutzfink</a:t>
            </a:r>
            <a:r>
              <a:rPr b="0" lang="en-GB" sz="1800" strike="noStrike" u="none">
                <a:solidFill>
                  <a:srgbClr val="d4d4d4"/>
                </a:solidFill>
                <a:uFillTx/>
                <a:latin typeface="Menlo"/>
              </a:rPr>
              <a:t>{</a:t>
            </a:r>
            <a:endParaRPr b="0" lang="de-DE" sz="1800" strike="noStrike" u="none">
              <a:solidFill>
                <a:srgbClr val="000000"/>
              </a:solidFill>
              <a:uFillTx/>
              <a:latin typeface="Arial"/>
            </a:endParaRPr>
          </a:p>
          <a:p>
            <a:pPr marL="457200" defTabSz="914400">
              <a:lnSpc>
                <a:spcPct val="100000"/>
              </a:lnSpc>
            </a:pPr>
            <a:r>
              <a:rPr b="0" lang="en-GB" sz="1800" strike="noStrike" u="none">
                <a:solidFill>
                  <a:srgbClr val="569cd6"/>
                </a:solidFill>
                <a:uFillTx/>
                <a:latin typeface="Menlo"/>
              </a:rPr>
              <a:t>private</a:t>
            </a:r>
            <a:r>
              <a:rPr b="0" lang="en-GB" sz="1800" strike="noStrike" u="none">
                <a:solidFill>
                  <a:srgbClr val="d4d4d4"/>
                </a:solidFill>
                <a:uFillTx/>
                <a:latin typeface="Menlo"/>
              </a:rPr>
              <a:t> </a:t>
            </a:r>
            <a:r>
              <a:rPr b="0" lang="en-GB" sz="1800" strike="noStrike" u="none">
                <a:solidFill>
                  <a:srgbClr val="9cdcfe"/>
                </a:solidFill>
                <a:uFillTx/>
                <a:latin typeface="Menlo"/>
              </a:rPr>
              <a:t>name</a:t>
            </a:r>
            <a:r>
              <a:rPr b="0" lang="en-GB" sz="1800" strike="noStrike" u="none">
                <a:solidFill>
                  <a:srgbClr val="d4d4d4"/>
                </a:solidFill>
                <a:uFillTx/>
                <a:latin typeface="Menlo"/>
              </a:rPr>
              <a:t> : </a:t>
            </a:r>
            <a:r>
              <a:rPr b="0" lang="en-GB" sz="1800" strike="noStrike" u="none">
                <a:solidFill>
                  <a:srgbClr val="4ec9b0"/>
                </a:solidFill>
                <a:uFillTx/>
                <a:latin typeface="Menlo"/>
              </a:rPr>
              <a:t>string</a:t>
            </a:r>
            <a:r>
              <a:rPr b="0" lang="en-GB" sz="1800" strike="noStrike" u="none">
                <a:solidFill>
                  <a:srgbClr val="d4d4d4"/>
                </a:solidFill>
                <a:uFillTx/>
                <a:latin typeface="Menlo"/>
              </a:rPr>
              <a:t>;</a:t>
            </a:r>
            <a:endParaRPr b="0" lang="de-DE" sz="1800" strike="noStrike" u="none">
              <a:solidFill>
                <a:srgbClr val="000000"/>
              </a:solidFill>
              <a:uFillTx/>
              <a:latin typeface="Arial"/>
            </a:endParaRPr>
          </a:p>
          <a:p>
            <a:pPr marL="457200" defTabSz="914400">
              <a:lnSpc>
                <a:spcPct val="100000"/>
              </a:lnSpc>
            </a:pPr>
            <a:r>
              <a:rPr b="0" lang="en-GB" sz="1800" strike="noStrike" u="none">
                <a:solidFill>
                  <a:srgbClr val="569cd6"/>
                </a:solidFill>
                <a:uFillTx/>
                <a:latin typeface="Menlo"/>
              </a:rPr>
              <a:t>	</a:t>
            </a:r>
            <a:r>
              <a:rPr b="0" lang="en-GB" sz="1800" strike="noStrike" u="none">
                <a:solidFill>
                  <a:srgbClr val="569cd6"/>
                </a:solidFill>
                <a:uFillTx/>
                <a:latin typeface="Menlo"/>
              </a:rPr>
              <a:t>constructor</a:t>
            </a:r>
            <a:r>
              <a:rPr b="0" lang="en-GB" sz="1800" strike="noStrike" u="none">
                <a:solidFill>
                  <a:srgbClr val="d4d4d4"/>
                </a:solidFill>
                <a:uFillTx/>
                <a:latin typeface="Menlo"/>
              </a:rPr>
              <a:t> (</a:t>
            </a:r>
            <a:r>
              <a:rPr b="0" lang="en-GB" sz="1800" strike="noStrike" u="none">
                <a:solidFill>
                  <a:srgbClr val="9cdcfe"/>
                </a:solidFill>
                <a:uFillTx/>
                <a:latin typeface="Menlo"/>
              </a:rPr>
              <a:t>name</a:t>
            </a:r>
            <a:r>
              <a:rPr b="0" lang="en-GB" sz="1800" strike="noStrike" u="none">
                <a:solidFill>
                  <a:srgbClr val="d4d4d4"/>
                </a:solidFill>
                <a:uFillTx/>
                <a:latin typeface="Menlo"/>
              </a:rPr>
              <a:t>:</a:t>
            </a:r>
            <a:r>
              <a:rPr b="0" lang="en-GB" sz="1800" strike="noStrike" u="none">
                <a:solidFill>
                  <a:srgbClr val="4ec9b0"/>
                </a:solidFill>
                <a:uFillTx/>
                <a:latin typeface="Menlo"/>
              </a:rPr>
              <a:t>string</a:t>
            </a:r>
            <a:r>
              <a:rPr b="0" lang="en-GB" sz="1800" strike="noStrike" u="none">
                <a:solidFill>
                  <a:srgbClr val="d4d4d4"/>
                </a:solidFill>
                <a:uFillTx/>
                <a:latin typeface="Menlo"/>
              </a:rPr>
              <a:t>){</a:t>
            </a:r>
            <a:endParaRPr b="0" lang="de-DE" sz="1800" strike="noStrike" u="none">
              <a:solidFill>
                <a:srgbClr val="000000"/>
              </a:solidFill>
              <a:uFillTx/>
              <a:latin typeface="Arial"/>
            </a:endParaRPr>
          </a:p>
          <a:p>
            <a:pPr marL="457200" defTabSz="914400">
              <a:lnSpc>
                <a:spcPct val="100000"/>
              </a:lnSpc>
            </a:pPr>
            <a:r>
              <a:rPr b="0" lang="en-GB" sz="1800" strike="noStrike" u="none">
                <a:solidFill>
                  <a:srgbClr val="569cd6"/>
                </a:solidFill>
                <a:uFillTx/>
                <a:latin typeface="Menlo"/>
              </a:rPr>
              <a:t>	</a:t>
            </a:r>
            <a:r>
              <a:rPr b="0" lang="en-GB" sz="1800" strike="noStrike" u="none">
                <a:solidFill>
                  <a:srgbClr val="569cd6"/>
                </a:solidFill>
                <a:uFillTx/>
                <a:latin typeface="Menlo"/>
              </a:rPr>
              <a:t>this</a:t>
            </a:r>
            <a:r>
              <a:rPr b="0" lang="en-GB" sz="1800" strike="noStrike" u="none">
                <a:solidFill>
                  <a:srgbClr val="d4d4d4"/>
                </a:solidFill>
                <a:uFillTx/>
                <a:latin typeface="Menlo"/>
              </a:rPr>
              <a:t>.</a:t>
            </a:r>
            <a:r>
              <a:rPr b="0" lang="en-GB" sz="1800" strike="noStrike" u="none">
                <a:solidFill>
                  <a:srgbClr val="9cdcfe"/>
                </a:solidFill>
                <a:uFillTx/>
                <a:latin typeface="Menlo"/>
              </a:rPr>
              <a:t>name</a:t>
            </a:r>
            <a:r>
              <a:rPr b="0" lang="en-GB" sz="1800" strike="noStrike" u="none">
                <a:solidFill>
                  <a:srgbClr val="d4d4d4"/>
                </a:solidFill>
                <a:uFillTx/>
                <a:latin typeface="Menlo"/>
              </a:rPr>
              <a:t> = </a:t>
            </a:r>
            <a:r>
              <a:rPr b="0" lang="en-GB" sz="1800" strike="noStrike" u="none">
                <a:solidFill>
                  <a:srgbClr val="9cdcfe"/>
                </a:solidFill>
                <a:uFillTx/>
                <a:latin typeface="Menlo"/>
              </a:rPr>
              <a:t>name</a:t>
            </a:r>
            <a:r>
              <a:rPr b="0" lang="en-GB" sz="1800" strike="noStrike" u="none">
                <a:solidFill>
                  <a:srgbClr val="d4d4d4"/>
                </a:solidFill>
                <a:uFillTx/>
                <a:latin typeface="Menlo"/>
              </a:rPr>
              <a:t>;</a:t>
            </a:r>
            <a:endParaRPr b="0" lang="de-DE" sz="1800" strike="noStrike" u="none">
              <a:solidFill>
                <a:srgbClr val="000000"/>
              </a:solidFill>
              <a:uFillTx/>
              <a:latin typeface="Arial"/>
            </a:endParaRPr>
          </a:p>
          <a:p>
            <a:pPr marL="457200" defTabSz="914400">
              <a:lnSpc>
                <a:spcPct val="100000"/>
              </a:lnSpc>
            </a:pPr>
            <a:r>
              <a:rPr b="0" lang="en-GB" sz="1800" strike="noStrike" u="none">
                <a:solidFill>
                  <a:srgbClr val="d4d4d4"/>
                </a:solidFill>
                <a:uFillTx/>
                <a:latin typeface="Menlo"/>
              </a:rPr>
              <a:t>}</a:t>
            </a:r>
            <a:endParaRPr b="0" lang="de-DE" sz="1800" strike="noStrike" u="none">
              <a:solidFill>
                <a:srgbClr val="000000"/>
              </a:solidFill>
              <a:uFillTx/>
              <a:latin typeface="Arial"/>
            </a:endParaRPr>
          </a:p>
          <a:p>
            <a:pPr marL="457200" defTabSz="914400">
              <a:lnSpc>
                <a:spcPct val="100000"/>
              </a:lnSpc>
            </a:pPr>
            <a:br>
              <a:rPr sz="1800"/>
            </a:br>
            <a:r>
              <a:rPr b="0" lang="en-GB" sz="1800" strike="noStrike" u="none">
                <a:solidFill>
                  <a:srgbClr val="dcdcaa"/>
                </a:solidFill>
                <a:uFillTx/>
                <a:latin typeface="Menlo"/>
              </a:rPr>
              <a:t>suhlen</a:t>
            </a:r>
            <a:r>
              <a:rPr b="0" lang="en-GB" sz="1800" strike="noStrike" u="none">
                <a:solidFill>
                  <a:srgbClr val="d4d4d4"/>
                </a:solidFill>
                <a:uFillTx/>
                <a:latin typeface="Menlo"/>
              </a:rPr>
              <a:t>():</a:t>
            </a:r>
            <a:r>
              <a:rPr b="0" lang="en-GB" sz="1800" strike="noStrike" u="none">
                <a:solidFill>
                  <a:srgbClr val="4ec9b0"/>
                </a:solidFill>
                <a:uFillTx/>
                <a:latin typeface="Menlo"/>
              </a:rPr>
              <a:t>string</a:t>
            </a:r>
            <a:r>
              <a:rPr b="0" lang="en-GB" sz="1800" strike="noStrike" u="none">
                <a:solidFill>
                  <a:srgbClr val="d4d4d4"/>
                </a:solidFill>
                <a:uFillTx/>
                <a:latin typeface="Menlo"/>
              </a:rPr>
              <a:t>{</a:t>
            </a:r>
            <a:endParaRPr b="0" lang="de-DE" sz="1800" strike="noStrike" u="none">
              <a:solidFill>
                <a:srgbClr val="000000"/>
              </a:solidFill>
              <a:uFillTx/>
              <a:latin typeface="Arial"/>
            </a:endParaRPr>
          </a:p>
          <a:p>
            <a:pPr marL="457200" defTabSz="914400">
              <a:lnSpc>
                <a:spcPct val="100000"/>
              </a:lnSpc>
            </a:pPr>
            <a:r>
              <a:rPr b="0" lang="en-GB" sz="1800" strike="noStrike" u="none">
                <a:solidFill>
                  <a:srgbClr val="c586c0"/>
                </a:solidFill>
                <a:uFillTx/>
                <a:latin typeface="Menlo"/>
              </a:rPr>
              <a:t>	</a:t>
            </a:r>
            <a:r>
              <a:rPr b="0" lang="en-GB" sz="1800" strike="noStrike" u="none">
                <a:solidFill>
                  <a:srgbClr val="c586c0"/>
                </a:solidFill>
                <a:uFillTx/>
                <a:latin typeface="Menlo"/>
              </a:rPr>
              <a:t>return</a:t>
            </a:r>
            <a:r>
              <a:rPr b="0" lang="en-GB" sz="1800" strike="noStrike" u="none">
                <a:solidFill>
                  <a:srgbClr val="d4d4d4"/>
                </a:solidFill>
                <a:uFillTx/>
                <a:latin typeface="Menlo"/>
              </a:rPr>
              <a:t> </a:t>
            </a:r>
            <a:r>
              <a:rPr b="0" lang="en-GB" sz="1800" strike="noStrike" u="none">
                <a:solidFill>
                  <a:srgbClr val="ce9178"/>
                </a:solidFill>
                <a:uFillTx/>
                <a:latin typeface="Menlo"/>
              </a:rPr>
              <a:t>"Ich bin "</a:t>
            </a:r>
            <a:r>
              <a:rPr b="0" lang="en-GB" sz="1800" strike="noStrike" u="none">
                <a:solidFill>
                  <a:srgbClr val="d4d4d4"/>
                </a:solidFill>
                <a:uFillTx/>
                <a:latin typeface="Menlo"/>
              </a:rPr>
              <a:t> + </a:t>
            </a:r>
            <a:r>
              <a:rPr b="0" lang="en-GB" sz="1800" strike="noStrike" u="none">
                <a:solidFill>
                  <a:srgbClr val="569cd6"/>
                </a:solidFill>
                <a:uFillTx/>
                <a:latin typeface="Menlo"/>
              </a:rPr>
              <a:t>this</a:t>
            </a:r>
            <a:r>
              <a:rPr b="0" lang="en-GB" sz="1800" strike="noStrike" u="none">
                <a:solidFill>
                  <a:srgbClr val="d4d4d4"/>
                </a:solidFill>
                <a:uFillTx/>
                <a:latin typeface="Menlo"/>
              </a:rPr>
              <a:t>.</a:t>
            </a:r>
            <a:r>
              <a:rPr b="0" lang="en-GB" sz="1800" strike="noStrike" u="none">
                <a:solidFill>
                  <a:srgbClr val="9cdcfe"/>
                </a:solidFill>
                <a:uFillTx/>
                <a:latin typeface="Menlo"/>
              </a:rPr>
              <a:t>name</a:t>
            </a:r>
            <a:r>
              <a:rPr b="0" lang="en-GB" sz="1800" strike="noStrike" u="none">
                <a:solidFill>
                  <a:srgbClr val="d4d4d4"/>
                </a:solidFill>
                <a:uFillTx/>
                <a:latin typeface="Menlo"/>
              </a:rPr>
              <a:t>;</a:t>
            </a:r>
            <a:endParaRPr b="0" lang="de-DE" sz="1800" strike="noStrike" u="none">
              <a:solidFill>
                <a:srgbClr val="000000"/>
              </a:solidFill>
              <a:uFillTx/>
              <a:latin typeface="Arial"/>
            </a:endParaRPr>
          </a:p>
          <a:p>
            <a:pPr marL="457200" defTabSz="914400">
              <a:lnSpc>
                <a:spcPct val="100000"/>
              </a:lnSpc>
            </a:pPr>
            <a:r>
              <a:rPr b="0" lang="en-GB" sz="1800" strike="noStrike" u="none">
                <a:solidFill>
                  <a:srgbClr val="d4d4d4"/>
                </a:solidFill>
                <a:uFillTx/>
                <a:latin typeface="Menlo"/>
              </a:rPr>
              <a:t>}</a:t>
            </a:r>
            <a:endParaRPr b="0" lang="de-DE" sz="1800" strike="noStrike" u="none">
              <a:solidFill>
                <a:srgbClr val="000000"/>
              </a:solidFill>
              <a:uFillTx/>
              <a:latin typeface="Arial"/>
            </a:endParaRPr>
          </a:p>
          <a:p>
            <a:pPr marL="457200" defTabSz="914400">
              <a:lnSpc>
                <a:spcPct val="100000"/>
              </a:lnSpc>
            </a:pPr>
            <a:r>
              <a:rPr b="0" lang="en-GB" sz="1800" strike="noStrike" u="none">
                <a:solidFill>
                  <a:srgbClr val="d4d4d4"/>
                </a:solidFill>
                <a:uFillTx/>
                <a:latin typeface="Menlo"/>
              </a:rPr>
              <a:t>}</a:t>
            </a:r>
            <a:endParaRPr b="0" lang="de-DE" sz="1800" strike="noStrike" u="none">
              <a:solidFill>
                <a:srgbClr val="000000"/>
              </a:solidFill>
              <a:uFillTx/>
              <a:latin typeface="Arial"/>
            </a:endParaRPr>
          </a:p>
          <a:p>
            <a:pPr marL="457200" defTabSz="914400">
              <a:lnSpc>
                <a:spcPct val="100000"/>
              </a:lnSpc>
            </a:pPr>
            <a:br>
              <a:rPr sz="1800"/>
            </a:br>
            <a:r>
              <a:rPr b="0" lang="en-GB" sz="1800" strike="noStrike" u="none">
                <a:solidFill>
                  <a:srgbClr val="569cd6"/>
                </a:solidFill>
                <a:uFillTx/>
                <a:latin typeface="Menlo"/>
              </a:rPr>
              <a:t>class</a:t>
            </a:r>
            <a:r>
              <a:rPr b="0" lang="en-GB" sz="1800" strike="noStrike" u="none">
                <a:solidFill>
                  <a:srgbClr val="d4d4d4"/>
                </a:solidFill>
                <a:uFillTx/>
                <a:latin typeface="Menlo"/>
              </a:rPr>
              <a:t> </a:t>
            </a:r>
            <a:r>
              <a:rPr b="0" lang="en-GB" sz="1800" strike="noStrike" u="none">
                <a:solidFill>
                  <a:srgbClr val="4ec9b0"/>
                </a:solidFill>
                <a:uFillTx/>
                <a:latin typeface="Menlo"/>
              </a:rPr>
              <a:t>Mastschwein</a:t>
            </a:r>
            <a:r>
              <a:rPr b="0" lang="en-GB" sz="1800" strike="noStrike" u="none">
                <a:solidFill>
                  <a:srgbClr val="d4d4d4"/>
                </a:solidFill>
                <a:uFillTx/>
                <a:latin typeface="Menlo"/>
              </a:rPr>
              <a:t> </a:t>
            </a:r>
            <a:r>
              <a:rPr b="0" lang="en-GB" sz="1800" strike="noStrike" u="none">
                <a:solidFill>
                  <a:srgbClr val="569cd6"/>
                </a:solidFill>
                <a:uFillTx/>
                <a:latin typeface="Menlo"/>
              </a:rPr>
              <a:t>extends</a:t>
            </a:r>
            <a:r>
              <a:rPr b="0" lang="en-GB" sz="1800" strike="noStrike" u="none">
                <a:solidFill>
                  <a:srgbClr val="d4d4d4"/>
                </a:solidFill>
                <a:uFillTx/>
                <a:latin typeface="Menlo"/>
              </a:rPr>
              <a:t> </a:t>
            </a:r>
            <a:r>
              <a:rPr b="0" lang="en-GB" sz="1800" strike="noStrike" u="none">
                <a:solidFill>
                  <a:srgbClr val="4ec9b0"/>
                </a:solidFill>
                <a:uFillTx/>
                <a:latin typeface="Menlo"/>
              </a:rPr>
              <a:t>Schwein</a:t>
            </a:r>
            <a:r>
              <a:rPr b="0" lang="en-GB" sz="1800" strike="noStrike" u="none">
                <a:solidFill>
                  <a:srgbClr val="d4d4d4"/>
                </a:solidFill>
                <a:uFillTx/>
                <a:latin typeface="Menlo"/>
              </a:rPr>
              <a:t>{</a:t>
            </a:r>
            <a:endParaRPr b="0" lang="de-DE" sz="1800" strike="noStrike" u="none">
              <a:solidFill>
                <a:srgbClr val="000000"/>
              </a:solidFill>
              <a:uFillTx/>
              <a:latin typeface="Arial"/>
            </a:endParaRPr>
          </a:p>
          <a:p>
            <a:pPr marL="457200" defTabSz="914400">
              <a:lnSpc>
                <a:spcPct val="100000"/>
              </a:lnSpc>
            </a:pPr>
            <a:r>
              <a:rPr b="0" lang="en-GB" sz="1800" strike="noStrike" u="none">
                <a:solidFill>
                  <a:srgbClr val="9cdcfe"/>
                </a:solidFill>
                <a:uFillTx/>
                <a:latin typeface="Menlo"/>
              </a:rPr>
              <a:t>	</a:t>
            </a:r>
            <a:r>
              <a:rPr b="0" lang="en-GB" sz="1800" strike="noStrike" u="none">
                <a:solidFill>
                  <a:srgbClr val="9cdcfe"/>
                </a:solidFill>
                <a:uFillTx/>
                <a:latin typeface="Menlo"/>
              </a:rPr>
              <a:t>genmodifikation</a:t>
            </a:r>
            <a:r>
              <a:rPr b="0" lang="en-GB" sz="1800" strike="noStrike" u="none">
                <a:solidFill>
                  <a:srgbClr val="d4d4d4"/>
                </a:solidFill>
                <a:uFillTx/>
                <a:latin typeface="Menlo"/>
              </a:rPr>
              <a:t>: </a:t>
            </a:r>
            <a:r>
              <a:rPr b="0" lang="en-GB" sz="1800" strike="noStrike" u="none">
                <a:solidFill>
                  <a:srgbClr val="4ec9b0"/>
                </a:solidFill>
                <a:uFillTx/>
                <a:latin typeface="Menlo"/>
              </a:rPr>
              <a:t>number</a:t>
            </a:r>
            <a:r>
              <a:rPr b="0" lang="en-GB" sz="1800" strike="noStrike" u="none">
                <a:solidFill>
                  <a:srgbClr val="d4d4d4"/>
                </a:solidFill>
                <a:uFillTx/>
                <a:latin typeface="Menlo"/>
              </a:rPr>
              <a:t>;</a:t>
            </a:r>
            <a:endParaRPr b="0" lang="de-DE" sz="1800" strike="noStrike" u="none">
              <a:solidFill>
                <a:srgbClr val="000000"/>
              </a:solidFill>
              <a:uFillTx/>
              <a:latin typeface="Arial"/>
            </a:endParaRPr>
          </a:p>
          <a:p>
            <a:pPr marL="457200" defTabSz="914400">
              <a:lnSpc>
                <a:spcPct val="100000"/>
              </a:lnSpc>
            </a:pPr>
            <a:endParaRPr b="0" lang="de-DE" sz="1800" strike="noStrike" u="none">
              <a:solidFill>
                <a:srgbClr val="000000"/>
              </a:solidFill>
              <a:uFillTx/>
              <a:latin typeface="Arial"/>
            </a:endParaRPr>
          </a:p>
          <a:p>
            <a:pPr marL="457200" defTabSz="914400">
              <a:lnSpc>
                <a:spcPct val="100000"/>
              </a:lnSpc>
            </a:pPr>
            <a:r>
              <a:rPr b="0" lang="en-GB" sz="1800" strike="noStrike" u="none">
                <a:solidFill>
                  <a:srgbClr val="569cd6"/>
                </a:solidFill>
                <a:uFillTx/>
                <a:latin typeface="Menlo"/>
              </a:rPr>
              <a:t>	</a:t>
            </a:r>
            <a:r>
              <a:rPr b="0" lang="en-GB" sz="1800" strike="noStrike" u="none">
                <a:solidFill>
                  <a:srgbClr val="569cd6"/>
                </a:solidFill>
                <a:uFillTx/>
                <a:latin typeface="Menlo"/>
              </a:rPr>
              <a:t>constructor</a:t>
            </a:r>
            <a:r>
              <a:rPr b="0" lang="en-GB" sz="1800" strike="noStrike" u="none">
                <a:solidFill>
                  <a:srgbClr val="d4d4d4"/>
                </a:solidFill>
                <a:uFillTx/>
                <a:latin typeface="Menlo"/>
              </a:rPr>
              <a:t>(</a:t>
            </a:r>
            <a:r>
              <a:rPr b="0" lang="en-GB" sz="1800" strike="noStrike" u="none">
                <a:solidFill>
                  <a:srgbClr val="9cdcfe"/>
                </a:solidFill>
                <a:uFillTx/>
                <a:latin typeface="Menlo"/>
              </a:rPr>
              <a:t>name</a:t>
            </a:r>
            <a:r>
              <a:rPr b="0" lang="en-GB" sz="1800" strike="noStrike" u="none">
                <a:solidFill>
                  <a:srgbClr val="d4d4d4"/>
                </a:solidFill>
                <a:uFillTx/>
                <a:latin typeface="Menlo"/>
              </a:rPr>
              <a:t>:</a:t>
            </a:r>
            <a:r>
              <a:rPr b="0" lang="en-GB" sz="1800" strike="noStrike" u="none">
                <a:solidFill>
                  <a:srgbClr val="4ec9b0"/>
                </a:solidFill>
                <a:uFillTx/>
                <a:latin typeface="Menlo"/>
              </a:rPr>
              <a:t>string</a:t>
            </a:r>
            <a:r>
              <a:rPr b="0" lang="en-GB" sz="1800" strike="noStrike" u="none">
                <a:solidFill>
                  <a:srgbClr val="d4d4d4"/>
                </a:solidFill>
                <a:uFillTx/>
                <a:latin typeface="Menlo"/>
              </a:rPr>
              <a:t>, </a:t>
            </a:r>
            <a:r>
              <a:rPr b="0" lang="en-GB" sz="1800" strike="noStrike" u="none">
                <a:solidFill>
                  <a:srgbClr val="9cdcfe"/>
                </a:solidFill>
                <a:uFillTx/>
                <a:latin typeface="Menlo"/>
              </a:rPr>
              <a:t>genmodifikation</a:t>
            </a:r>
            <a:r>
              <a:rPr b="0" lang="en-GB" sz="1800" strike="noStrike" u="none">
                <a:solidFill>
                  <a:srgbClr val="d4d4d4"/>
                </a:solidFill>
                <a:uFillTx/>
                <a:latin typeface="Menlo"/>
              </a:rPr>
              <a:t>:</a:t>
            </a:r>
            <a:r>
              <a:rPr b="0" lang="en-GB" sz="1800" strike="noStrike" u="none">
                <a:solidFill>
                  <a:srgbClr val="4ec9b0"/>
                </a:solidFill>
                <a:uFillTx/>
                <a:latin typeface="Menlo"/>
              </a:rPr>
              <a:t>number</a:t>
            </a:r>
            <a:r>
              <a:rPr b="0" lang="en-GB" sz="1800" strike="noStrike" u="none">
                <a:solidFill>
                  <a:srgbClr val="d4d4d4"/>
                </a:solidFill>
                <a:uFillTx/>
                <a:latin typeface="Menlo"/>
              </a:rPr>
              <a:t>){</a:t>
            </a:r>
            <a:endParaRPr b="0" lang="de-DE" sz="1800" strike="noStrike" u="none">
              <a:solidFill>
                <a:srgbClr val="000000"/>
              </a:solidFill>
              <a:uFillTx/>
              <a:latin typeface="Arial"/>
            </a:endParaRPr>
          </a:p>
          <a:p>
            <a:pPr marL="457200" defTabSz="914400">
              <a:lnSpc>
                <a:spcPct val="100000"/>
              </a:lnSpc>
            </a:pPr>
            <a:r>
              <a:rPr b="0" lang="en-GB" sz="1800" strike="noStrike" u="none">
                <a:solidFill>
                  <a:srgbClr val="569cd6"/>
                </a:solidFill>
                <a:uFillTx/>
                <a:latin typeface="Menlo"/>
              </a:rPr>
              <a:t>	</a:t>
            </a:r>
            <a:r>
              <a:rPr b="0" lang="en-GB" sz="1800" strike="noStrike" u="none">
                <a:solidFill>
                  <a:srgbClr val="569cd6"/>
                </a:solidFill>
                <a:uFillTx/>
                <a:latin typeface="Menlo"/>
              </a:rPr>
              <a:t>	</a:t>
            </a:r>
            <a:r>
              <a:rPr b="0" lang="en-GB" sz="1800" strike="noStrike" u="none">
                <a:solidFill>
                  <a:srgbClr val="569cd6"/>
                </a:solidFill>
                <a:uFillTx/>
                <a:latin typeface="Menlo"/>
              </a:rPr>
              <a:t>super</a:t>
            </a:r>
            <a:r>
              <a:rPr b="0" lang="en-GB" sz="1800" strike="noStrike" u="none">
                <a:solidFill>
                  <a:srgbClr val="d4d4d4"/>
                </a:solidFill>
                <a:uFillTx/>
                <a:latin typeface="Menlo"/>
              </a:rPr>
              <a:t>(</a:t>
            </a:r>
            <a:r>
              <a:rPr b="0" lang="en-GB" sz="1800" strike="noStrike" u="none">
                <a:solidFill>
                  <a:srgbClr val="9cdcfe"/>
                </a:solidFill>
                <a:uFillTx/>
                <a:latin typeface="Menlo"/>
              </a:rPr>
              <a:t>name</a:t>
            </a:r>
            <a:r>
              <a:rPr b="0" lang="en-GB" sz="1800" strike="noStrike" u="none">
                <a:solidFill>
                  <a:srgbClr val="d4d4d4"/>
                </a:solidFill>
                <a:uFillTx/>
                <a:latin typeface="Menlo"/>
              </a:rPr>
              <a:t>);</a:t>
            </a:r>
            <a:endParaRPr b="0" lang="de-DE" sz="1800" strike="noStrike" u="none">
              <a:solidFill>
                <a:srgbClr val="000000"/>
              </a:solidFill>
              <a:uFillTx/>
              <a:latin typeface="Arial"/>
            </a:endParaRPr>
          </a:p>
          <a:p>
            <a:pPr marL="457200" defTabSz="914400">
              <a:lnSpc>
                <a:spcPct val="100000"/>
              </a:lnSpc>
            </a:pPr>
            <a:r>
              <a:rPr b="0" lang="en-GB" sz="1800" strike="noStrike" u="none">
                <a:solidFill>
                  <a:srgbClr val="569cd6"/>
                </a:solidFill>
                <a:uFillTx/>
                <a:latin typeface="Menlo"/>
              </a:rPr>
              <a:t>	</a:t>
            </a:r>
            <a:r>
              <a:rPr b="0" lang="en-GB" sz="1800" strike="noStrike" u="none">
                <a:solidFill>
                  <a:srgbClr val="569cd6"/>
                </a:solidFill>
                <a:uFillTx/>
                <a:latin typeface="Menlo"/>
              </a:rPr>
              <a:t>	</a:t>
            </a:r>
            <a:r>
              <a:rPr b="0" lang="en-GB" sz="1800" strike="noStrike" u="none">
                <a:solidFill>
                  <a:srgbClr val="569cd6"/>
                </a:solidFill>
                <a:uFillTx/>
                <a:latin typeface="Menlo"/>
              </a:rPr>
              <a:t>this</a:t>
            </a:r>
            <a:r>
              <a:rPr b="0" lang="en-GB" sz="1800" strike="noStrike" u="none">
                <a:solidFill>
                  <a:srgbClr val="d4d4d4"/>
                </a:solidFill>
                <a:uFillTx/>
                <a:latin typeface="Menlo"/>
              </a:rPr>
              <a:t>.</a:t>
            </a:r>
            <a:r>
              <a:rPr b="0" lang="en-GB" sz="1800" strike="noStrike" u="none">
                <a:solidFill>
                  <a:srgbClr val="9cdcfe"/>
                </a:solidFill>
                <a:uFillTx/>
                <a:latin typeface="Menlo"/>
              </a:rPr>
              <a:t>genmodifikation</a:t>
            </a:r>
            <a:r>
              <a:rPr b="0" lang="en-GB" sz="1800" strike="noStrike" u="none">
                <a:solidFill>
                  <a:srgbClr val="d4d4d4"/>
                </a:solidFill>
                <a:uFillTx/>
                <a:latin typeface="Menlo"/>
              </a:rPr>
              <a:t> = </a:t>
            </a:r>
            <a:r>
              <a:rPr b="0" lang="en-GB" sz="1800" strike="noStrike" u="none">
                <a:solidFill>
                  <a:srgbClr val="9cdcfe"/>
                </a:solidFill>
                <a:uFillTx/>
                <a:latin typeface="Menlo"/>
              </a:rPr>
              <a:t>genmodifikation</a:t>
            </a:r>
            <a:r>
              <a:rPr b="0" lang="en-GB" sz="1800" strike="noStrike" u="none">
                <a:solidFill>
                  <a:srgbClr val="d4d4d4"/>
                </a:solidFill>
                <a:uFillTx/>
                <a:latin typeface="Menlo"/>
              </a:rPr>
              <a:t>;</a:t>
            </a:r>
            <a:br>
              <a:rPr sz="1800"/>
            </a:br>
            <a:r>
              <a:rPr b="0" lang="en-GB" sz="1800" strike="noStrike" u="none">
                <a:solidFill>
                  <a:srgbClr val="d4d4d4"/>
                </a:solidFill>
                <a:uFillTx/>
                <a:latin typeface="Menlo"/>
              </a:rPr>
              <a:t>	</a:t>
            </a:r>
            <a:r>
              <a:rPr b="0" lang="en-GB" sz="1800" strike="noStrike" u="none">
                <a:solidFill>
                  <a:srgbClr val="d4d4d4"/>
                </a:solidFill>
                <a:uFillTx/>
                <a:latin typeface="Menlo"/>
              </a:rPr>
              <a:t>}</a:t>
            </a:r>
            <a:endParaRPr b="0" lang="de-DE" sz="1800" strike="noStrike" u="none">
              <a:solidFill>
                <a:srgbClr val="000000"/>
              </a:solidFill>
              <a:uFillTx/>
              <a:latin typeface="Arial"/>
            </a:endParaRPr>
          </a:p>
          <a:p>
            <a:pPr marL="457200" defTabSz="914400">
              <a:lnSpc>
                <a:spcPct val="100000"/>
              </a:lnSpc>
            </a:pPr>
            <a:r>
              <a:rPr b="0" lang="en-GB" sz="1800" strike="noStrike" u="none">
                <a:solidFill>
                  <a:srgbClr val="d4d4d4"/>
                </a:solidFill>
                <a:uFillTx/>
                <a:latin typeface="Menlo"/>
              </a:rPr>
              <a:t>}</a:t>
            </a:r>
            <a:endParaRPr b="0" lang="de-DE" sz="1800" strike="noStrike" u="none">
              <a:solidFill>
                <a:srgbClr val="000000"/>
              </a:solidFill>
              <a:uFillTx/>
              <a:latin typeface="Arial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62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54" name="PlaceHolder 1"/>
          <p:cNvSpPr>
            <a:spLocks noGrp="1"/>
          </p:cNvSpPr>
          <p:nvPr>
            <p:ph type="title"/>
          </p:nvPr>
        </p:nvSpPr>
        <p:spPr>
          <a:xfrm>
            <a:off x="838080" y="365040"/>
            <a:ext cx="10514520" cy="132444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ctr">
            <a:noAutofit/>
          </a:bodyPr>
          <a:p>
            <a:pPr indent="0" defTabSz="914400">
              <a:lnSpc>
                <a:spcPct val="90000"/>
              </a:lnSpc>
              <a:buNone/>
              <a:tabLst>
                <a:tab algn="l" pos="0"/>
              </a:tabLst>
            </a:pPr>
            <a:r>
              <a:rPr b="0" lang="de-DE" sz="4400" strike="noStrike" u="none">
                <a:solidFill>
                  <a:schemeClr val="dk1"/>
                </a:solidFill>
                <a:uFillTx/>
                <a:latin typeface="Calibri Light"/>
              </a:rPr>
              <a:t>Klassen im Detail: Attribute und Methoden </a:t>
            </a:r>
            <a:endParaRPr b="0" lang="de-DE" sz="4400" strike="noStrike" u="none">
              <a:solidFill>
                <a:srgbClr val="000000"/>
              </a:solidFill>
              <a:uFillTx/>
              <a:latin typeface="Arial"/>
            </a:endParaRPr>
          </a:p>
        </p:txBody>
      </p:sp>
      <p:sp>
        <p:nvSpPr>
          <p:cNvPr id="355" name="PlaceHolder 2"/>
          <p:cNvSpPr>
            <a:spLocks noGrp="1"/>
          </p:cNvSpPr>
          <p:nvPr>
            <p:ph/>
          </p:nvPr>
        </p:nvSpPr>
        <p:spPr>
          <a:xfrm>
            <a:off x="838080" y="1825560"/>
            <a:ext cx="10514520" cy="435024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t">
            <a:noAutofit/>
          </a:bodyPr>
          <a:p>
            <a:pPr marL="228600" indent="-228600" defTabSz="914400">
              <a:lnSpc>
                <a:spcPct val="90000"/>
              </a:lnSpc>
              <a:spcBef>
                <a:spcPts val="1001"/>
              </a:spcBef>
              <a:buClr>
                <a:srgbClr val="000000"/>
              </a:buClr>
              <a:buFont typeface="Arial"/>
              <a:buChar char="•"/>
            </a:pPr>
            <a:r>
              <a:rPr b="0" lang="de-DE" sz="2800" strike="noStrike" u="none">
                <a:solidFill>
                  <a:schemeClr val="dk1"/>
                </a:solidFill>
                <a:uFillTx/>
                <a:latin typeface="Calibri"/>
              </a:rPr>
              <a:t>Methoden können überschrieben werden</a:t>
            </a:r>
            <a:endParaRPr b="0" lang="de-DE" sz="2800" strike="noStrike" u="none">
              <a:solidFill>
                <a:srgbClr val="000000"/>
              </a:solidFill>
              <a:uFillTx/>
              <a:latin typeface="Arial"/>
            </a:endParaRPr>
          </a:p>
          <a:p>
            <a:pPr lvl="1" marL="685800" indent="-228600" defTabSz="914400">
              <a:lnSpc>
                <a:spcPct val="90000"/>
              </a:lnSpc>
              <a:spcBef>
                <a:spcPts val="499"/>
              </a:spcBef>
              <a:buClr>
                <a:srgbClr val="000000"/>
              </a:buClr>
              <a:buFont typeface="Arial"/>
              <a:buChar char="•"/>
            </a:pPr>
            <a:r>
              <a:rPr b="0" lang="de-DE" sz="2400" strike="noStrike" u="none">
                <a:solidFill>
                  <a:schemeClr val="dk1"/>
                </a:solidFill>
                <a:uFillTx/>
                <a:latin typeface="Calibri"/>
              </a:rPr>
              <a:t>Eine Subklasse implementiert die selbe Signatur einer Methode wie die Superklasse</a:t>
            </a:r>
            <a:endParaRPr b="0" lang="de-DE" sz="2400" strike="noStrike" u="none">
              <a:solidFill>
                <a:srgbClr val="000000"/>
              </a:solidFill>
              <a:uFillTx/>
              <a:latin typeface="Arial"/>
            </a:endParaRPr>
          </a:p>
          <a:p>
            <a:pPr lvl="1" marL="685800" indent="-228600" defTabSz="914400">
              <a:lnSpc>
                <a:spcPct val="90000"/>
              </a:lnSpc>
              <a:spcBef>
                <a:spcPts val="499"/>
              </a:spcBef>
              <a:buClr>
                <a:srgbClr val="000000"/>
              </a:buClr>
              <a:buFont typeface="Arial"/>
              <a:buChar char="•"/>
            </a:pPr>
            <a:r>
              <a:rPr b="0" lang="de-DE" sz="2400" strike="noStrike" u="none">
                <a:solidFill>
                  <a:schemeClr val="dk1"/>
                </a:solidFill>
                <a:uFillTx/>
                <a:latin typeface="Calibri"/>
              </a:rPr>
              <a:t>Die Aufrufe von überschriebenen Methoden werden zur Laufzeit ausgewertet</a:t>
            </a:r>
            <a:endParaRPr b="0" lang="de-DE" sz="2400" strike="noStrike" u="none">
              <a:solidFill>
                <a:srgbClr val="000000"/>
              </a:solidFill>
              <a:uFillTx/>
              <a:latin typeface="Arial"/>
            </a:endParaRPr>
          </a:p>
          <a:p>
            <a:pPr lvl="2" marL="1143000" indent="-228600" defTabSz="914400">
              <a:lnSpc>
                <a:spcPct val="90000"/>
              </a:lnSpc>
              <a:spcBef>
                <a:spcPts val="499"/>
              </a:spcBef>
              <a:buClr>
                <a:srgbClr val="000000"/>
              </a:buClr>
              <a:buFont typeface="Arial"/>
              <a:buChar char="•"/>
            </a:pPr>
            <a:r>
              <a:rPr b="0" lang="de-DE" sz="2000" strike="noStrike" u="none">
                <a:solidFill>
                  <a:schemeClr val="dk1"/>
                </a:solidFill>
                <a:uFillTx/>
                <a:latin typeface="Calibri"/>
              </a:rPr>
              <a:t>Polymorphie</a:t>
            </a:r>
            <a:endParaRPr b="0" lang="de-DE" sz="2000" strike="noStrike" u="none">
              <a:solidFill>
                <a:srgbClr val="000000"/>
              </a:solidFill>
              <a:uFillTx/>
              <a:latin typeface="Arial"/>
            </a:endParaRPr>
          </a:p>
          <a:p>
            <a:pPr lvl="1" marL="685800" indent="-228600" defTabSz="914400">
              <a:lnSpc>
                <a:spcPct val="90000"/>
              </a:lnSpc>
              <a:spcBef>
                <a:spcPts val="499"/>
              </a:spcBef>
              <a:buClr>
                <a:srgbClr val="000000"/>
              </a:buClr>
              <a:buFont typeface="Arial"/>
              <a:buChar char="•"/>
            </a:pPr>
            <a:r>
              <a:rPr b="0" lang="de-DE" sz="2400" strike="noStrike" u="none">
                <a:solidFill>
                  <a:schemeClr val="dk1"/>
                </a:solidFill>
                <a:uFillTx/>
                <a:latin typeface="Calibri"/>
              </a:rPr>
              <a:t>Der Zugriff auf eine Methode der Superklassen-Hierarchie ist mit der Referenz </a:t>
            </a:r>
            <a:r>
              <a:rPr b="0" lang="de-DE" sz="2400" strike="noStrike" u="none">
                <a:solidFill>
                  <a:schemeClr val="dk1"/>
                </a:solidFill>
                <a:uFillTx/>
                <a:latin typeface="Courier New"/>
              </a:rPr>
              <a:t>super</a:t>
            </a:r>
            <a:r>
              <a:rPr b="0" lang="de-DE" sz="2400" strike="noStrike" u="none">
                <a:solidFill>
                  <a:schemeClr val="dk1"/>
                </a:solidFill>
                <a:uFillTx/>
                <a:latin typeface="Calibri"/>
              </a:rPr>
              <a:t> möglich</a:t>
            </a:r>
            <a:endParaRPr b="0" lang="de-DE" sz="2400" strike="noStrike" u="none">
              <a:solidFill>
                <a:srgbClr val="000000"/>
              </a:solidFill>
              <a:uFillTx/>
              <a:latin typeface="Arial"/>
            </a:endParaRPr>
          </a:p>
          <a:p>
            <a:pPr indent="0" defTabSz="914400">
              <a:lnSpc>
                <a:spcPct val="90000"/>
              </a:lnSpc>
              <a:spcBef>
                <a:spcPts val="1001"/>
              </a:spcBef>
              <a:buNone/>
              <a:tabLst>
                <a:tab algn="l" pos="0"/>
              </a:tabLst>
            </a:pPr>
            <a:endParaRPr b="0" lang="de-DE" sz="2800" strike="noStrike" u="none">
              <a:solidFill>
                <a:srgbClr val="000000"/>
              </a:solidFill>
              <a:uFillTx/>
              <a:latin typeface="Arial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63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56" name="PlaceHolder 1"/>
          <p:cNvSpPr>
            <a:spLocks noGrp="1"/>
          </p:cNvSpPr>
          <p:nvPr>
            <p:ph type="title"/>
          </p:nvPr>
        </p:nvSpPr>
        <p:spPr>
          <a:xfrm>
            <a:off x="838080" y="365040"/>
            <a:ext cx="10514520" cy="132444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ctr">
            <a:noAutofit/>
          </a:bodyPr>
          <a:p>
            <a:pPr indent="0" defTabSz="914400">
              <a:lnSpc>
                <a:spcPct val="90000"/>
              </a:lnSpc>
              <a:buNone/>
              <a:tabLst>
                <a:tab algn="l" pos="0"/>
              </a:tabLst>
            </a:pPr>
            <a:r>
              <a:rPr b="0" lang="en-DE" sz="4400" strike="noStrike" u="none">
                <a:solidFill>
                  <a:schemeClr val="dk1"/>
                </a:solidFill>
                <a:uFillTx/>
                <a:latin typeface="Calibri Light"/>
              </a:rPr>
              <a:t>Namespaces</a:t>
            </a:r>
            <a:endParaRPr b="0" lang="de-DE" sz="4400" strike="noStrike" u="none">
              <a:solidFill>
                <a:srgbClr val="000000"/>
              </a:solidFill>
              <a:uFillTx/>
              <a:latin typeface="Arial"/>
            </a:endParaRPr>
          </a:p>
        </p:txBody>
      </p:sp>
      <p:sp>
        <p:nvSpPr>
          <p:cNvPr id="357" name="Rectangle 2"/>
          <p:cNvSpPr/>
          <p:nvPr/>
        </p:nvSpPr>
        <p:spPr>
          <a:xfrm>
            <a:off x="3878280" y="2967480"/>
            <a:ext cx="4433760" cy="9126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wrap="none" lIns="90000" rIns="90000" tIns="45000" bIns="45000" anchor="t">
            <a:spAutoFit/>
            <a:scene3d>
              <a:camera prst="orthographicFront"/>
              <a:lightRig dir="t" rig="harsh"/>
            </a:scene3d>
            <a:sp3d extrusionH="57150" prstMaterial="matte">
              <a:bevelT prst="angle" w="63500" h="12700"/>
              <a:contourClr>
                <a:schemeClr val="bg1"/>
              </a:contourClr>
            </a:sp3d>
          </a:bodyPr>
          <a:p>
            <a:pPr algn="ctr" defTabSz="914400">
              <a:lnSpc>
                <a:spcPct val="100000"/>
              </a:lnSpc>
            </a:pPr>
            <a:r>
              <a:rPr b="1" lang="en-GB" sz="5400" strike="noStrike" u="none">
                <a:solidFill>
                  <a:schemeClr val="accent3"/>
                </a:solidFill>
                <a:uFillTx/>
                <a:latin typeface="Calibri"/>
              </a:rPr>
              <a:t>Code Gruppen </a:t>
            </a:r>
            <a:endParaRPr b="0" lang="de-DE" sz="5400" strike="noStrike" u="none">
              <a:solidFill>
                <a:srgbClr val="000000"/>
              </a:solidFill>
              <a:uFillTx/>
              <a:latin typeface="Arial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64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58" name="PlaceHolder 1"/>
          <p:cNvSpPr>
            <a:spLocks noGrp="1"/>
          </p:cNvSpPr>
          <p:nvPr>
            <p:ph type="title"/>
          </p:nvPr>
        </p:nvSpPr>
        <p:spPr>
          <a:xfrm>
            <a:off x="838080" y="365040"/>
            <a:ext cx="10514520" cy="132444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ctr">
            <a:noAutofit/>
          </a:bodyPr>
          <a:p>
            <a:pPr indent="0" defTabSz="914400">
              <a:lnSpc>
                <a:spcPct val="90000"/>
              </a:lnSpc>
              <a:buNone/>
              <a:tabLst>
                <a:tab algn="l" pos="0"/>
              </a:tabLst>
            </a:pPr>
            <a:r>
              <a:rPr b="0" lang="de-DE" sz="4400" strike="noStrike" u="none">
                <a:solidFill>
                  <a:schemeClr val="dk1"/>
                </a:solidFill>
                <a:uFillTx/>
                <a:latin typeface="Calibri Light"/>
              </a:rPr>
              <a:t>Namespaces</a:t>
            </a:r>
            <a:endParaRPr b="0" lang="de-DE" sz="4400" strike="noStrike" u="none">
              <a:solidFill>
                <a:srgbClr val="000000"/>
              </a:solidFill>
              <a:uFillTx/>
              <a:latin typeface="Arial"/>
            </a:endParaRPr>
          </a:p>
        </p:txBody>
      </p:sp>
      <p:sp>
        <p:nvSpPr>
          <p:cNvPr id="359" name="PlaceHolder 2"/>
          <p:cNvSpPr>
            <a:spLocks noGrp="1"/>
          </p:cNvSpPr>
          <p:nvPr>
            <p:ph/>
          </p:nvPr>
        </p:nvSpPr>
        <p:spPr>
          <a:xfrm>
            <a:off x="838080" y="1825560"/>
            <a:ext cx="10514520" cy="435024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t">
            <a:noAutofit/>
          </a:bodyPr>
          <a:p>
            <a:pPr marL="228600" indent="-228600" defTabSz="914400">
              <a:lnSpc>
                <a:spcPct val="90000"/>
              </a:lnSpc>
              <a:spcBef>
                <a:spcPts val="1001"/>
              </a:spcBef>
              <a:buClr>
                <a:srgbClr val="000000"/>
              </a:buClr>
              <a:buFont typeface="Arial"/>
              <a:buChar char="•"/>
            </a:pPr>
            <a:r>
              <a:rPr b="0" lang="de-DE" sz="2800" strike="noStrike" u="none">
                <a:solidFill>
                  <a:schemeClr val="dk1"/>
                </a:solidFill>
                <a:uFillTx/>
                <a:latin typeface="Calibri"/>
              </a:rPr>
              <a:t>Namespaces gruppieren Deklarationen</a:t>
            </a:r>
            <a:endParaRPr b="0" lang="de-DE" sz="2800" strike="noStrike" u="none">
              <a:solidFill>
                <a:srgbClr val="000000"/>
              </a:solidFill>
              <a:uFillTx/>
              <a:latin typeface="Arial"/>
            </a:endParaRPr>
          </a:p>
          <a:p>
            <a:pPr lvl="1" marL="685800" indent="-228600" defTabSz="914400">
              <a:lnSpc>
                <a:spcPct val="90000"/>
              </a:lnSpc>
              <a:spcBef>
                <a:spcPts val="499"/>
              </a:spcBef>
              <a:buClr>
                <a:srgbClr val="000000"/>
              </a:buClr>
              <a:buFont typeface="Arial"/>
              <a:buChar char="•"/>
            </a:pPr>
            <a:r>
              <a:rPr b="0" lang="de-DE" sz="2400" strike="noStrike" u="none">
                <a:solidFill>
                  <a:schemeClr val="dk1"/>
                </a:solidFill>
                <a:uFillTx/>
                <a:latin typeface="Calibri"/>
              </a:rPr>
              <a:t>Diese sind nur innerhalb des Namespaces direkt ansprechbar</a:t>
            </a:r>
            <a:endParaRPr b="0" lang="de-DE" sz="2400" strike="noStrike" u="none">
              <a:solidFill>
                <a:srgbClr val="000000"/>
              </a:solidFill>
              <a:uFillTx/>
              <a:latin typeface="Arial"/>
            </a:endParaRPr>
          </a:p>
          <a:p>
            <a:pPr lvl="1" marL="685800" indent="-228600" defTabSz="914400">
              <a:lnSpc>
                <a:spcPct val="90000"/>
              </a:lnSpc>
              <a:spcBef>
                <a:spcPts val="499"/>
              </a:spcBef>
              <a:buClr>
                <a:srgbClr val="000000"/>
              </a:buClr>
              <a:buFont typeface="Arial"/>
              <a:buChar char="•"/>
            </a:pPr>
            <a:r>
              <a:rPr b="0" lang="de-DE" sz="2400" strike="noStrike" u="none">
                <a:solidFill>
                  <a:schemeClr val="dk1"/>
                </a:solidFill>
                <a:uFillTx/>
                <a:latin typeface="Calibri"/>
              </a:rPr>
              <a:t>Damit wird die Wahrscheinlichkeit von Namenskollisionen vermieden</a:t>
            </a:r>
            <a:endParaRPr b="0" lang="de-DE" sz="2400" strike="noStrike" u="none">
              <a:solidFill>
                <a:srgbClr val="000000"/>
              </a:solidFill>
              <a:uFillTx/>
              <a:latin typeface="Arial"/>
            </a:endParaRPr>
          </a:p>
          <a:p>
            <a:pPr marL="228600" indent="-228600" defTabSz="914400">
              <a:lnSpc>
                <a:spcPct val="90000"/>
              </a:lnSpc>
              <a:spcBef>
                <a:spcPts val="1001"/>
              </a:spcBef>
              <a:buClr>
                <a:srgbClr val="000000"/>
              </a:buClr>
              <a:buFont typeface="Arial"/>
              <a:buChar char="•"/>
            </a:pPr>
            <a:r>
              <a:rPr b="0" lang="de-DE" sz="2800" strike="noStrike" u="none">
                <a:solidFill>
                  <a:schemeClr val="dk1"/>
                </a:solidFill>
                <a:uFillTx/>
                <a:latin typeface="Calibri"/>
              </a:rPr>
              <a:t>Deklarationen werden mit Hilfe des Schlüsselworts </a:t>
            </a:r>
            <a:r>
              <a:rPr b="0" lang="de-DE" sz="2800" strike="noStrike" u="none">
                <a:solidFill>
                  <a:schemeClr val="dk1"/>
                </a:solidFill>
                <a:uFillTx/>
                <a:latin typeface="Courier New"/>
              </a:rPr>
              <a:t>export</a:t>
            </a:r>
            <a:r>
              <a:rPr b="0" lang="de-DE" sz="2800" strike="noStrike" u="none">
                <a:solidFill>
                  <a:schemeClr val="dk1"/>
                </a:solidFill>
                <a:uFillTx/>
                <a:latin typeface="Calibri"/>
              </a:rPr>
              <a:t> anderen Namespaces zur Verfügung gestellt</a:t>
            </a:r>
            <a:endParaRPr b="0" lang="de-DE" sz="2800" strike="noStrike" u="none">
              <a:solidFill>
                <a:srgbClr val="000000"/>
              </a:solidFill>
              <a:uFillTx/>
              <a:latin typeface="Arial"/>
            </a:endParaRPr>
          </a:p>
          <a:p>
            <a:pPr marL="228600" indent="-228600" defTabSz="914400">
              <a:lnSpc>
                <a:spcPct val="90000"/>
              </a:lnSpc>
              <a:spcBef>
                <a:spcPts val="1001"/>
              </a:spcBef>
              <a:buClr>
                <a:srgbClr val="000000"/>
              </a:buClr>
              <a:buFont typeface="Arial"/>
              <a:buChar char="•"/>
            </a:pPr>
            <a:r>
              <a:rPr b="0" lang="de-DE" sz="2800" strike="noStrike" u="none">
                <a:solidFill>
                  <a:schemeClr val="dk1"/>
                </a:solidFill>
                <a:uFillTx/>
                <a:latin typeface="Calibri"/>
              </a:rPr>
              <a:t>Aus einem anderen Namespace müssen die Variablen mit dem Namespace angesprochen werden</a:t>
            </a:r>
            <a:endParaRPr b="0" lang="de-DE" sz="2800" strike="noStrike" u="none">
              <a:solidFill>
                <a:srgbClr val="000000"/>
              </a:solidFill>
              <a:uFillTx/>
              <a:latin typeface="Arial"/>
            </a:endParaRPr>
          </a:p>
          <a:p>
            <a:pPr lvl="1" marL="685800" indent="-228600" defTabSz="914400">
              <a:lnSpc>
                <a:spcPct val="90000"/>
              </a:lnSpc>
              <a:spcBef>
                <a:spcPts val="499"/>
              </a:spcBef>
              <a:buClr>
                <a:srgbClr val="000000"/>
              </a:buClr>
              <a:buFont typeface="Arial"/>
              <a:buChar char="•"/>
            </a:pPr>
            <a:r>
              <a:rPr b="0" lang="de-DE" sz="2400" strike="noStrike" u="none">
                <a:solidFill>
                  <a:schemeClr val="dk1"/>
                </a:solidFill>
                <a:uFillTx/>
                <a:latin typeface="Calibri"/>
              </a:rPr>
              <a:t>"Qualifizierte Namen"</a:t>
            </a:r>
            <a:endParaRPr b="0" lang="de-DE" sz="2400" strike="noStrike" u="none">
              <a:solidFill>
                <a:srgbClr val="000000"/>
              </a:solidFill>
              <a:uFillTx/>
              <a:latin typeface="Arial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65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60" name="Rectangle 2"/>
          <p:cNvSpPr/>
          <p:nvPr/>
        </p:nvSpPr>
        <p:spPr>
          <a:xfrm>
            <a:off x="786240" y="789480"/>
            <a:ext cx="6094800" cy="1461240"/>
          </a:xfrm>
          <a:prstGeom prst="rect">
            <a:avLst/>
          </a:prstGeom>
          <a:noFill/>
          <a:ln w="0">
            <a:solidFill>
              <a:srgbClr val="1d9a78"/>
            </a:solidFill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spAutoFit/>
          </a:bodyPr>
          <a:p>
            <a:pPr defTabSz="914400">
              <a:lnSpc>
                <a:spcPct val="100000"/>
              </a:lnSpc>
            </a:pPr>
            <a:r>
              <a:rPr b="0" lang="en-GB" sz="1800" strike="noStrike" u="none">
                <a:solidFill>
                  <a:srgbClr val="569cd6"/>
                </a:solidFill>
                <a:uFillTx/>
                <a:latin typeface="Menlo"/>
              </a:rPr>
              <a:t>namespace</a:t>
            </a:r>
            <a:r>
              <a:rPr b="0" lang="en-GB" sz="1800" strike="noStrike" u="none">
                <a:solidFill>
                  <a:srgbClr val="d4d4d4"/>
                </a:solidFill>
                <a:uFillTx/>
                <a:latin typeface="Menlo"/>
              </a:rPr>
              <a:t> </a:t>
            </a:r>
            <a:r>
              <a:rPr b="0" lang="en-GB" sz="1800" strike="noStrike" u="none">
                <a:solidFill>
                  <a:srgbClr val="4ec9b0"/>
                </a:solidFill>
                <a:uFillTx/>
                <a:latin typeface="Menlo"/>
              </a:rPr>
              <a:t>Animals</a:t>
            </a:r>
            <a:r>
              <a:rPr b="0" lang="en-GB" sz="1800" strike="noStrike" u="none">
                <a:solidFill>
                  <a:srgbClr val="d4d4d4"/>
                </a:solidFill>
                <a:uFillTx/>
                <a:latin typeface="Menlo"/>
              </a:rPr>
              <a:t>{</a:t>
            </a:r>
            <a:endParaRPr b="0" lang="de-DE" sz="1800" strike="noStrike" u="none">
              <a:solidFill>
                <a:srgbClr val="000000"/>
              </a:solidFill>
              <a:uFillTx/>
              <a:latin typeface="Arial"/>
            </a:endParaRPr>
          </a:p>
          <a:p>
            <a:pPr marL="457200" defTabSz="914400">
              <a:lnSpc>
                <a:spcPct val="100000"/>
              </a:lnSpc>
            </a:pPr>
            <a:r>
              <a:rPr b="0" lang="en-GB" sz="1800" strike="noStrike" u="none">
                <a:solidFill>
                  <a:srgbClr val="c586c0"/>
                </a:solidFill>
                <a:uFillTx/>
                <a:latin typeface="Menlo"/>
              </a:rPr>
              <a:t>export</a:t>
            </a:r>
            <a:r>
              <a:rPr b="0" lang="en-GB" sz="1800" strike="noStrike" u="none">
                <a:solidFill>
                  <a:srgbClr val="d4d4d4"/>
                </a:solidFill>
                <a:uFillTx/>
                <a:latin typeface="Menlo"/>
              </a:rPr>
              <a:t> </a:t>
            </a:r>
            <a:r>
              <a:rPr b="0" lang="en-GB" sz="1800" strike="noStrike" u="none">
                <a:solidFill>
                  <a:srgbClr val="569cd6"/>
                </a:solidFill>
                <a:uFillTx/>
                <a:latin typeface="Menlo"/>
              </a:rPr>
              <a:t>interface</a:t>
            </a:r>
            <a:r>
              <a:rPr b="0" lang="en-GB" sz="1800" strike="noStrike" u="none">
                <a:solidFill>
                  <a:srgbClr val="d4d4d4"/>
                </a:solidFill>
                <a:uFillTx/>
                <a:latin typeface="Menlo"/>
              </a:rPr>
              <a:t> </a:t>
            </a:r>
            <a:r>
              <a:rPr b="0" lang="en-GB" sz="1800" strike="noStrike" u="none">
                <a:solidFill>
                  <a:srgbClr val="4ec9b0"/>
                </a:solidFill>
                <a:uFillTx/>
                <a:latin typeface="Menlo"/>
              </a:rPr>
              <a:t>Animal</a:t>
            </a:r>
            <a:r>
              <a:rPr b="0" lang="en-GB" sz="1800" strike="noStrike" u="none">
                <a:solidFill>
                  <a:srgbClr val="d4d4d4"/>
                </a:solidFill>
                <a:uFillTx/>
                <a:latin typeface="Menlo"/>
              </a:rPr>
              <a:t>{</a:t>
            </a:r>
            <a:endParaRPr b="0" lang="de-DE" sz="1800" strike="noStrike" u="none">
              <a:solidFill>
                <a:srgbClr val="000000"/>
              </a:solidFill>
              <a:uFillTx/>
              <a:latin typeface="Arial"/>
            </a:endParaRPr>
          </a:p>
          <a:p>
            <a:pPr marL="457200" defTabSz="914400">
              <a:lnSpc>
                <a:spcPct val="100000"/>
              </a:lnSpc>
            </a:pPr>
            <a:r>
              <a:rPr b="0" lang="en-GB" sz="1800" strike="noStrike" u="none">
                <a:solidFill>
                  <a:srgbClr val="dcdcaa"/>
                </a:solidFill>
                <a:uFillTx/>
                <a:latin typeface="Menlo"/>
              </a:rPr>
              <a:t>	</a:t>
            </a:r>
            <a:r>
              <a:rPr b="0" lang="en-GB" sz="1800" strike="noStrike" u="none">
                <a:solidFill>
                  <a:srgbClr val="dcdcaa"/>
                </a:solidFill>
                <a:uFillTx/>
                <a:latin typeface="Menlo"/>
              </a:rPr>
              <a:t>makeSomeNoise</a:t>
            </a:r>
            <a:r>
              <a:rPr b="0" lang="en-GB" sz="1800" strike="noStrike" u="none">
                <a:solidFill>
                  <a:srgbClr val="d4d4d4"/>
                </a:solidFill>
                <a:uFillTx/>
                <a:latin typeface="Menlo"/>
              </a:rPr>
              <a:t>():</a:t>
            </a:r>
            <a:r>
              <a:rPr b="0" lang="en-GB" sz="1800" strike="noStrike" u="none">
                <a:solidFill>
                  <a:srgbClr val="4ec9b0"/>
                </a:solidFill>
                <a:uFillTx/>
                <a:latin typeface="Menlo"/>
              </a:rPr>
              <a:t>void</a:t>
            </a:r>
            <a:r>
              <a:rPr b="0" lang="en-GB" sz="1800" strike="noStrike" u="none">
                <a:solidFill>
                  <a:srgbClr val="d4d4d4"/>
                </a:solidFill>
                <a:uFillTx/>
                <a:latin typeface="Menlo"/>
              </a:rPr>
              <a:t>;</a:t>
            </a:r>
            <a:endParaRPr b="0" lang="de-DE" sz="1800" strike="noStrike" u="none">
              <a:solidFill>
                <a:srgbClr val="000000"/>
              </a:solidFill>
              <a:uFillTx/>
              <a:latin typeface="Arial"/>
            </a:endParaRPr>
          </a:p>
          <a:p>
            <a:pPr marL="457200" defTabSz="914400">
              <a:lnSpc>
                <a:spcPct val="100000"/>
              </a:lnSpc>
            </a:pPr>
            <a:r>
              <a:rPr b="0" lang="en-GB" sz="1800" strike="noStrike" u="none">
                <a:solidFill>
                  <a:srgbClr val="d4d4d4"/>
                </a:solidFill>
                <a:uFillTx/>
                <a:latin typeface="Menlo"/>
              </a:rPr>
              <a:t>}</a:t>
            </a:r>
            <a:endParaRPr b="0" lang="de-DE" sz="1800" strike="noStrike" u="none">
              <a:solidFill>
                <a:srgbClr val="000000"/>
              </a:solidFill>
              <a:uFillTx/>
              <a:latin typeface="Arial"/>
            </a:endParaRPr>
          </a:p>
          <a:p>
            <a:pPr marL="457200" defTabSz="914400">
              <a:lnSpc>
                <a:spcPct val="100000"/>
              </a:lnSpc>
            </a:pPr>
            <a:r>
              <a:rPr b="0" lang="en-GB" sz="1800" strike="noStrike" u="none">
                <a:solidFill>
                  <a:srgbClr val="d4d4d4"/>
                </a:solidFill>
                <a:uFillTx/>
                <a:latin typeface="Menlo"/>
              </a:rPr>
              <a:t>}</a:t>
            </a:r>
            <a:endParaRPr b="0" lang="de-DE" sz="1800" strike="noStrike" u="none">
              <a:solidFill>
                <a:srgbClr val="000000"/>
              </a:solidFill>
              <a:uFillTx/>
              <a:latin typeface="Arial"/>
            </a:endParaRPr>
          </a:p>
        </p:txBody>
      </p:sp>
      <p:sp>
        <p:nvSpPr>
          <p:cNvPr id="361" name="TextBox 3"/>
          <p:cNvSpPr/>
          <p:nvPr/>
        </p:nvSpPr>
        <p:spPr>
          <a:xfrm>
            <a:off x="791280" y="420120"/>
            <a:ext cx="1048680" cy="3639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wrap="none" lIns="90000" rIns="90000" tIns="45000" bIns="45000" anchor="t">
            <a:spAutoFit/>
          </a:bodyPr>
          <a:p>
            <a:pPr defTabSz="914400">
              <a:lnSpc>
                <a:spcPct val="100000"/>
              </a:lnSpc>
            </a:pPr>
            <a:r>
              <a:rPr b="0" lang="en-DE" sz="1800" strike="noStrike" u="none">
                <a:solidFill>
                  <a:schemeClr val="dk1"/>
                </a:solidFill>
                <a:uFillTx/>
                <a:latin typeface="Calibri"/>
              </a:rPr>
              <a:t>Animal.ts</a:t>
            </a:r>
            <a:endParaRPr b="0" lang="de-DE" sz="1800" strike="noStrike" u="none">
              <a:solidFill>
                <a:srgbClr val="000000"/>
              </a:solidFill>
              <a:uFillTx/>
              <a:latin typeface="Arial"/>
            </a:endParaRPr>
          </a:p>
        </p:txBody>
      </p:sp>
      <p:sp>
        <p:nvSpPr>
          <p:cNvPr id="362" name="Rectangle 4"/>
          <p:cNvSpPr/>
          <p:nvPr/>
        </p:nvSpPr>
        <p:spPr>
          <a:xfrm>
            <a:off x="786240" y="3114000"/>
            <a:ext cx="6094800" cy="3107160"/>
          </a:xfrm>
          <a:prstGeom prst="rect">
            <a:avLst/>
          </a:prstGeom>
          <a:noFill/>
          <a:ln w="0">
            <a:solidFill>
              <a:srgbClr val="1d9a78"/>
            </a:solidFill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spAutoFit/>
          </a:bodyPr>
          <a:p>
            <a:pPr defTabSz="914400">
              <a:lnSpc>
                <a:spcPct val="100000"/>
              </a:lnSpc>
            </a:pPr>
            <a:r>
              <a:rPr b="0" lang="en-GB" sz="1800" strike="noStrike" u="none">
                <a:solidFill>
                  <a:srgbClr val="6a9955"/>
                </a:solidFill>
                <a:uFillTx/>
                <a:latin typeface="Menlo"/>
              </a:rPr>
              <a:t>/// </a:t>
            </a:r>
            <a:r>
              <a:rPr b="0" lang="en-GB" sz="1800" strike="noStrike" u="none">
                <a:solidFill>
                  <a:srgbClr val="808080"/>
                </a:solidFill>
                <a:uFillTx/>
                <a:latin typeface="Menlo"/>
              </a:rPr>
              <a:t>&lt;</a:t>
            </a:r>
            <a:r>
              <a:rPr b="0" lang="en-GB" sz="1800" strike="noStrike" u="none">
                <a:solidFill>
                  <a:srgbClr val="569cd6"/>
                </a:solidFill>
                <a:uFillTx/>
                <a:latin typeface="Menlo"/>
              </a:rPr>
              <a:t>reference</a:t>
            </a:r>
            <a:r>
              <a:rPr b="0" lang="en-GB" sz="1800" strike="noStrike" u="none">
                <a:solidFill>
                  <a:srgbClr val="6a9955"/>
                </a:solidFill>
                <a:uFillTx/>
                <a:latin typeface="Menlo"/>
              </a:rPr>
              <a:t> </a:t>
            </a:r>
            <a:r>
              <a:rPr b="0" lang="en-GB" sz="1800" strike="noStrike" u="none">
                <a:solidFill>
                  <a:srgbClr val="9cdcfe"/>
                </a:solidFill>
                <a:uFillTx/>
                <a:latin typeface="Menlo"/>
              </a:rPr>
              <a:t>path</a:t>
            </a:r>
            <a:r>
              <a:rPr b="0" lang="en-GB" sz="1800" strike="noStrike" u="none">
                <a:solidFill>
                  <a:srgbClr val="d4d4d4"/>
                </a:solidFill>
                <a:uFillTx/>
                <a:latin typeface="Menlo"/>
              </a:rPr>
              <a:t>=</a:t>
            </a:r>
            <a:r>
              <a:rPr b="0" lang="en-GB" sz="1800" strike="noStrike" u="none">
                <a:solidFill>
                  <a:srgbClr val="ce9178"/>
                </a:solidFill>
                <a:uFillTx/>
                <a:latin typeface="Menlo"/>
              </a:rPr>
              <a:t>"Animal.ts"</a:t>
            </a:r>
            <a:r>
              <a:rPr b="0" lang="en-GB" sz="1800" strike="noStrike" u="none">
                <a:solidFill>
                  <a:srgbClr val="6a9955"/>
                </a:solidFill>
                <a:uFillTx/>
                <a:latin typeface="Menlo"/>
              </a:rPr>
              <a:t> </a:t>
            </a:r>
            <a:r>
              <a:rPr b="0" lang="en-GB" sz="1800" strike="noStrike" u="none">
                <a:solidFill>
                  <a:srgbClr val="808080"/>
                </a:solidFill>
                <a:uFillTx/>
                <a:latin typeface="Menlo"/>
              </a:rPr>
              <a:t>/&gt;</a:t>
            </a:r>
            <a:endParaRPr b="0" lang="de-DE" sz="1800" strike="noStrike" u="none">
              <a:solidFill>
                <a:srgbClr val="000000"/>
              </a:solidFill>
              <a:uFillTx/>
              <a:latin typeface="Arial"/>
            </a:endParaRPr>
          </a:p>
          <a:p>
            <a:pPr defTabSz="914400">
              <a:lnSpc>
                <a:spcPct val="100000"/>
              </a:lnSpc>
            </a:pPr>
            <a:r>
              <a:rPr b="0" lang="en-GB" sz="1800" strike="noStrike" u="none">
                <a:solidFill>
                  <a:srgbClr val="569cd6"/>
                </a:solidFill>
                <a:uFillTx/>
                <a:latin typeface="Menlo"/>
              </a:rPr>
              <a:t>namespace</a:t>
            </a:r>
            <a:r>
              <a:rPr b="0" lang="en-GB" sz="1800" strike="noStrike" u="none">
                <a:solidFill>
                  <a:srgbClr val="d4d4d4"/>
                </a:solidFill>
                <a:uFillTx/>
                <a:latin typeface="Menlo"/>
              </a:rPr>
              <a:t> </a:t>
            </a:r>
            <a:r>
              <a:rPr b="0" lang="en-GB" sz="1800" strike="noStrike" u="none">
                <a:solidFill>
                  <a:srgbClr val="4ec9b0"/>
                </a:solidFill>
                <a:uFillTx/>
                <a:latin typeface="Menlo"/>
              </a:rPr>
              <a:t>Animals</a:t>
            </a:r>
            <a:r>
              <a:rPr b="0" lang="en-GB" sz="1800" strike="noStrike" u="none">
                <a:solidFill>
                  <a:srgbClr val="d4d4d4"/>
                </a:solidFill>
                <a:uFillTx/>
                <a:latin typeface="Menlo"/>
              </a:rPr>
              <a:t>{</a:t>
            </a:r>
            <a:endParaRPr b="0" lang="de-DE" sz="1800" strike="noStrike" u="none">
              <a:solidFill>
                <a:srgbClr val="000000"/>
              </a:solidFill>
              <a:uFillTx/>
              <a:latin typeface="Arial"/>
            </a:endParaRPr>
          </a:p>
          <a:p>
            <a:pPr marL="457200" defTabSz="914400">
              <a:lnSpc>
                <a:spcPct val="100000"/>
              </a:lnSpc>
            </a:pPr>
            <a:r>
              <a:rPr b="0" lang="en-GB" sz="1800" strike="noStrike" u="none">
                <a:solidFill>
                  <a:srgbClr val="c586c0"/>
                </a:solidFill>
                <a:uFillTx/>
                <a:latin typeface="Menlo"/>
              </a:rPr>
              <a:t>export</a:t>
            </a:r>
            <a:r>
              <a:rPr b="0" lang="en-GB" sz="1800" strike="noStrike" u="none">
                <a:solidFill>
                  <a:srgbClr val="d4d4d4"/>
                </a:solidFill>
                <a:uFillTx/>
                <a:latin typeface="Menlo"/>
              </a:rPr>
              <a:t> </a:t>
            </a:r>
            <a:r>
              <a:rPr b="0" lang="en-GB" sz="1800" strike="noStrike" u="none">
                <a:solidFill>
                  <a:srgbClr val="569cd6"/>
                </a:solidFill>
                <a:uFillTx/>
                <a:latin typeface="Menlo"/>
              </a:rPr>
              <a:t>class</a:t>
            </a:r>
            <a:r>
              <a:rPr b="0" lang="en-GB" sz="1800" strike="noStrike" u="none">
                <a:solidFill>
                  <a:srgbClr val="d4d4d4"/>
                </a:solidFill>
                <a:uFillTx/>
                <a:latin typeface="Menlo"/>
              </a:rPr>
              <a:t> </a:t>
            </a:r>
            <a:r>
              <a:rPr b="0" lang="en-GB" sz="1800" strike="noStrike" u="none">
                <a:solidFill>
                  <a:srgbClr val="4ec9b0"/>
                </a:solidFill>
                <a:uFillTx/>
                <a:latin typeface="Menlo"/>
              </a:rPr>
              <a:t>Pig</a:t>
            </a:r>
            <a:r>
              <a:rPr b="0" lang="en-GB" sz="1800" strike="noStrike" u="none">
                <a:solidFill>
                  <a:srgbClr val="d4d4d4"/>
                </a:solidFill>
                <a:uFillTx/>
                <a:latin typeface="Menlo"/>
              </a:rPr>
              <a:t> </a:t>
            </a:r>
            <a:r>
              <a:rPr b="0" lang="en-GB" sz="1800" strike="noStrike" u="none">
                <a:solidFill>
                  <a:srgbClr val="569cd6"/>
                </a:solidFill>
                <a:uFillTx/>
                <a:latin typeface="Menlo"/>
              </a:rPr>
              <a:t>implements</a:t>
            </a:r>
            <a:r>
              <a:rPr b="0" lang="en-GB" sz="1800" strike="noStrike" u="none">
                <a:solidFill>
                  <a:srgbClr val="d4d4d4"/>
                </a:solidFill>
                <a:uFillTx/>
                <a:latin typeface="Menlo"/>
              </a:rPr>
              <a:t> </a:t>
            </a:r>
            <a:r>
              <a:rPr b="0" lang="en-GB" sz="1800" strike="noStrike" u="none">
                <a:solidFill>
                  <a:srgbClr val="4ec9b0"/>
                </a:solidFill>
                <a:uFillTx/>
                <a:latin typeface="Menlo"/>
              </a:rPr>
              <a:t>Animal</a:t>
            </a:r>
            <a:r>
              <a:rPr b="0" lang="en-GB" sz="1800" strike="noStrike" u="none">
                <a:solidFill>
                  <a:srgbClr val="d4d4d4"/>
                </a:solidFill>
                <a:uFillTx/>
                <a:latin typeface="Menlo"/>
              </a:rPr>
              <a:t>{</a:t>
            </a:r>
            <a:endParaRPr b="0" lang="de-DE" sz="1800" strike="noStrike" u="none">
              <a:solidFill>
                <a:srgbClr val="000000"/>
              </a:solidFill>
              <a:uFillTx/>
              <a:latin typeface="Arial"/>
            </a:endParaRPr>
          </a:p>
          <a:p>
            <a:pPr marL="914400" defTabSz="914400">
              <a:lnSpc>
                <a:spcPct val="100000"/>
              </a:lnSpc>
            </a:pPr>
            <a:r>
              <a:rPr b="0" lang="en-GB" sz="1800" strike="noStrike" u="none">
                <a:solidFill>
                  <a:srgbClr val="569cd6"/>
                </a:solidFill>
                <a:uFillTx/>
                <a:latin typeface="Menlo"/>
              </a:rPr>
              <a:t>constructor</a:t>
            </a:r>
            <a:r>
              <a:rPr b="0" lang="en-GB" sz="1800" strike="noStrike" u="none">
                <a:solidFill>
                  <a:srgbClr val="d4d4d4"/>
                </a:solidFill>
                <a:uFillTx/>
                <a:latin typeface="Menlo"/>
              </a:rPr>
              <a:t>(){</a:t>
            </a:r>
            <a:endParaRPr b="0" lang="de-DE" sz="1800" strike="noStrike" u="none">
              <a:solidFill>
                <a:srgbClr val="000000"/>
              </a:solidFill>
              <a:uFillTx/>
              <a:latin typeface="Arial"/>
            </a:endParaRPr>
          </a:p>
          <a:p>
            <a:pPr marL="914400" defTabSz="914400">
              <a:lnSpc>
                <a:spcPct val="100000"/>
              </a:lnSpc>
            </a:pPr>
            <a:r>
              <a:rPr b="0" lang="en-GB" sz="1800" strike="noStrike" u="none">
                <a:solidFill>
                  <a:srgbClr val="d4d4d4"/>
                </a:solidFill>
                <a:uFillTx/>
                <a:latin typeface="Menlo"/>
              </a:rPr>
              <a:t>}</a:t>
            </a:r>
            <a:endParaRPr b="0" lang="de-DE" sz="1800" strike="noStrike" u="none">
              <a:solidFill>
                <a:srgbClr val="000000"/>
              </a:solidFill>
              <a:uFillTx/>
              <a:latin typeface="Arial"/>
            </a:endParaRPr>
          </a:p>
          <a:p>
            <a:pPr marL="914400" defTabSz="914400">
              <a:lnSpc>
                <a:spcPct val="100000"/>
              </a:lnSpc>
            </a:pPr>
            <a:r>
              <a:rPr b="0" lang="en-GB" sz="1800" strike="noStrike" u="none">
                <a:solidFill>
                  <a:srgbClr val="dcdcaa"/>
                </a:solidFill>
                <a:uFillTx/>
                <a:latin typeface="Menlo"/>
              </a:rPr>
              <a:t>makeSomeNoise</a:t>
            </a:r>
            <a:r>
              <a:rPr b="0" lang="en-GB" sz="1800" strike="noStrike" u="none">
                <a:solidFill>
                  <a:srgbClr val="d4d4d4"/>
                </a:solidFill>
                <a:uFillTx/>
                <a:latin typeface="Menlo"/>
              </a:rPr>
              <a:t>(): </a:t>
            </a:r>
            <a:r>
              <a:rPr b="0" lang="en-GB" sz="1800" strike="noStrike" u="none">
                <a:solidFill>
                  <a:srgbClr val="4ec9b0"/>
                </a:solidFill>
                <a:uFillTx/>
                <a:latin typeface="Menlo"/>
              </a:rPr>
              <a:t>void</a:t>
            </a:r>
            <a:r>
              <a:rPr b="0" lang="en-GB" sz="1800" strike="noStrike" u="none">
                <a:solidFill>
                  <a:srgbClr val="d4d4d4"/>
                </a:solidFill>
                <a:uFillTx/>
                <a:latin typeface="Menlo"/>
              </a:rPr>
              <a:t> {</a:t>
            </a:r>
            <a:endParaRPr b="0" lang="de-DE" sz="1800" strike="noStrike" u="none">
              <a:solidFill>
                <a:srgbClr val="000000"/>
              </a:solidFill>
              <a:uFillTx/>
              <a:latin typeface="Arial"/>
            </a:endParaRPr>
          </a:p>
          <a:p>
            <a:pPr marL="914400" defTabSz="914400">
              <a:lnSpc>
                <a:spcPct val="100000"/>
              </a:lnSpc>
            </a:pPr>
            <a:r>
              <a:rPr b="0" lang="en-GB" sz="1800" strike="noStrike" u="none">
                <a:solidFill>
                  <a:srgbClr val="4ec9b0"/>
                </a:solidFill>
                <a:uFillTx/>
                <a:latin typeface="Menlo"/>
              </a:rPr>
              <a:t>	</a:t>
            </a:r>
            <a:r>
              <a:rPr b="0" lang="en-GB" sz="1800" strike="noStrike" u="none">
                <a:solidFill>
                  <a:srgbClr val="4ec9b0"/>
                </a:solidFill>
                <a:uFillTx/>
                <a:latin typeface="Menlo"/>
              </a:rPr>
              <a:t>console</a:t>
            </a:r>
            <a:r>
              <a:rPr b="0" lang="en-GB" sz="1800" strike="noStrike" u="none">
                <a:solidFill>
                  <a:srgbClr val="d4d4d4"/>
                </a:solidFill>
                <a:uFillTx/>
                <a:latin typeface="Menlo"/>
              </a:rPr>
              <a:t>.</a:t>
            </a:r>
            <a:r>
              <a:rPr b="0" lang="en-GB" sz="1800" strike="noStrike" u="none">
                <a:solidFill>
                  <a:srgbClr val="dcdcaa"/>
                </a:solidFill>
                <a:uFillTx/>
                <a:latin typeface="Menlo"/>
              </a:rPr>
              <a:t>log</a:t>
            </a:r>
            <a:r>
              <a:rPr b="0" lang="en-GB" sz="1800" strike="noStrike" u="none">
                <a:solidFill>
                  <a:srgbClr val="d4d4d4"/>
                </a:solidFill>
                <a:uFillTx/>
                <a:latin typeface="Menlo"/>
              </a:rPr>
              <a:t>(</a:t>
            </a:r>
            <a:r>
              <a:rPr b="0" lang="en-GB" sz="1800" strike="noStrike" u="none">
                <a:solidFill>
                  <a:srgbClr val="ce9178"/>
                </a:solidFill>
                <a:uFillTx/>
                <a:latin typeface="Menlo"/>
              </a:rPr>
              <a:t>"Oink"</a:t>
            </a:r>
            <a:r>
              <a:rPr b="0" lang="en-GB" sz="1800" strike="noStrike" u="none">
                <a:solidFill>
                  <a:srgbClr val="d4d4d4"/>
                </a:solidFill>
                <a:uFillTx/>
                <a:latin typeface="Menlo"/>
              </a:rPr>
              <a:t>);</a:t>
            </a:r>
            <a:endParaRPr b="0" lang="de-DE" sz="1800" strike="noStrike" u="none">
              <a:solidFill>
                <a:srgbClr val="000000"/>
              </a:solidFill>
              <a:uFillTx/>
              <a:latin typeface="Arial"/>
            </a:endParaRPr>
          </a:p>
          <a:p>
            <a:pPr marL="914400" defTabSz="914400">
              <a:lnSpc>
                <a:spcPct val="100000"/>
              </a:lnSpc>
            </a:pPr>
            <a:r>
              <a:rPr b="0" lang="en-GB" sz="1800" strike="noStrike" u="none">
                <a:solidFill>
                  <a:srgbClr val="d4d4d4"/>
                </a:solidFill>
                <a:uFillTx/>
                <a:latin typeface="Menlo"/>
              </a:rPr>
              <a:t>}</a:t>
            </a:r>
            <a:endParaRPr b="0" lang="de-DE" sz="1800" strike="noStrike" u="none">
              <a:solidFill>
                <a:srgbClr val="000000"/>
              </a:solidFill>
              <a:uFillTx/>
              <a:latin typeface="Arial"/>
            </a:endParaRPr>
          </a:p>
          <a:p>
            <a:pPr marL="457200" defTabSz="914400">
              <a:lnSpc>
                <a:spcPct val="100000"/>
              </a:lnSpc>
            </a:pPr>
            <a:br>
              <a:rPr sz="1800"/>
            </a:br>
            <a:r>
              <a:rPr b="0" lang="en-GB" sz="1800" strike="noStrike" u="none">
                <a:solidFill>
                  <a:srgbClr val="d4d4d4"/>
                </a:solidFill>
                <a:uFillTx/>
                <a:latin typeface="Menlo"/>
              </a:rPr>
              <a:t>}</a:t>
            </a:r>
            <a:endParaRPr b="0" lang="de-DE" sz="1800" strike="noStrike" u="none">
              <a:solidFill>
                <a:srgbClr val="000000"/>
              </a:solidFill>
              <a:uFillTx/>
              <a:latin typeface="Arial"/>
            </a:endParaRPr>
          </a:p>
          <a:p>
            <a:pPr marL="457200" defTabSz="914400">
              <a:lnSpc>
                <a:spcPct val="100000"/>
              </a:lnSpc>
            </a:pPr>
            <a:r>
              <a:rPr b="0" lang="en-GB" sz="1800" strike="noStrike" u="none">
                <a:solidFill>
                  <a:srgbClr val="d4d4d4"/>
                </a:solidFill>
                <a:uFillTx/>
                <a:latin typeface="Menlo"/>
              </a:rPr>
              <a:t>}</a:t>
            </a:r>
            <a:endParaRPr b="0" lang="de-DE" sz="1800" strike="noStrike" u="none">
              <a:solidFill>
                <a:srgbClr val="000000"/>
              </a:solidFill>
              <a:uFillTx/>
              <a:latin typeface="Arial"/>
            </a:endParaRPr>
          </a:p>
        </p:txBody>
      </p:sp>
      <p:sp>
        <p:nvSpPr>
          <p:cNvPr id="363" name="TextBox 5"/>
          <p:cNvSpPr/>
          <p:nvPr/>
        </p:nvSpPr>
        <p:spPr>
          <a:xfrm>
            <a:off x="789480" y="2744640"/>
            <a:ext cx="677160" cy="3639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wrap="none" lIns="90000" rIns="90000" tIns="45000" bIns="45000" anchor="t">
            <a:spAutoFit/>
          </a:bodyPr>
          <a:p>
            <a:pPr defTabSz="914400">
              <a:lnSpc>
                <a:spcPct val="100000"/>
              </a:lnSpc>
            </a:pPr>
            <a:r>
              <a:rPr b="0" lang="en-DE" sz="1800" strike="noStrike" u="none">
                <a:solidFill>
                  <a:schemeClr val="dk1"/>
                </a:solidFill>
                <a:uFillTx/>
                <a:latin typeface="Calibri"/>
              </a:rPr>
              <a:t>Pig.ts</a:t>
            </a:r>
            <a:endParaRPr b="0" lang="de-DE" sz="1800" strike="noStrike" u="none">
              <a:solidFill>
                <a:srgbClr val="000000"/>
              </a:solidFill>
              <a:uFillTx/>
              <a:latin typeface="Arial"/>
            </a:endParaRPr>
          </a:p>
        </p:txBody>
      </p:sp>
      <p:sp>
        <p:nvSpPr>
          <p:cNvPr id="364" name="Rectangle 6"/>
          <p:cNvSpPr/>
          <p:nvPr/>
        </p:nvSpPr>
        <p:spPr>
          <a:xfrm>
            <a:off x="7115040" y="1812960"/>
            <a:ext cx="5075640" cy="2284200"/>
          </a:xfrm>
          <a:prstGeom prst="rect">
            <a:avLst/>
          </a:prstGeom>
          <a:noFill/>
          <a:ln w="0">
            <a:solidFill>
              <a:srgbClr val="1d9a78"/>
            </a:solidFill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spAutoFit/>
          </a:bodyPr>
          <a:p>
            <a:pPr defTabSz="914400">
              <a:lnSpc>
                <a:spcPct val="100000"/>
              </a:lnSpc>
            </a:pPr>
            <a:r>
              <a:rPr b="0" lang="en-GB" sz="1800" strike="noStrike" u="none">
                <a:solidFill>
                  <a:srgbClr val="6a9955"/>
                </a:solidFill>
                <a:uFillTx/>
                <a:latin typeface="Menlo"/>
              </a:rPr>
              <a:t>/// </a:t>
            </a:r>
            <a:r>
              <a:rPr b="0" lang="en-GB" sz="1800" strike="noStrike" u="none">
                <a:solidFill>
                  <a:srgbClr val="808080"/>
                </a:solidFill>
                <a:uFillTx/>
                <a:latin typeface="Menlo"/>
              </a:rPr>
              <a:t>&lt;</a:t>
            </a:r>
            <a:r>
              <a:rPr b="0" lang="en-GB" sz="1800" strike="noStrike" u="none">
                <a:solidFill>
                  <a:srgbClr val="569cd6"/>
                </a:solidFill>
                <a:uFillTx/>
                <a:latin typeface="Menlo"/>
              </a:rPr>
              <a:t>reference</a:t>
            </a:r>
            <a:r>
              <a:rPr b="0" lang="en-GB" sz="1800" strike="noStrike" u="none">
                <a:solidFill>
                  <a:srgbClr val="6a9955"/>
                </a:solidFill>
                <a:uFillTx/>
                <a:latin typeface="Menlo"/>
              </a:rPr>
              <a:t> </a:t>
            </a:r>
            <a:r>
              <a:rPr b="0" lang="en-GB" sz="1800" strike="noStrike" u="none">
                <a:solidFill>
                  <a:srgbClr val="9cdcfe"/>
                </a:solidFill>
                <a:uFillTx/>
                <a:latin typeface="Menlo"/>
              </a:rPr>
              <a:t>path</a:t>
            </a:r>
            <a:r>
              <a:rPr b="0" lang="en-GB" sz="1800" strike="noStrike" u="none">
                <a:solidFill>
                  <a:srgbClr val="d4d4d4"/>
                </a:solidFill>
                <a:uFillTx/>
                <a:latin typeface="Menlo"/>
              </a:rPr>
              <a:t>=</a:t>
            </a:r>
            <a:r>
              <a:rPr b="0" lang="en-GB" sz="1800" strike="noStrike" u="none">
                <a:solidFill>
                  <a:srgbClr val="ce9178"/>
                </a:solidFill>
                <a:uFillTx/>
                <a:latin typeface="Menlo"/>
              </a:rPr>
              <a:t>"Animal.ts"</a:t>
            </a:r>
            <a:r>
              <a:rPr b="0" lang="en-GB" sz="1800" strike="noStrike" u="none">
                <a:solidFill>
                  <a:srgbClr val="6a9955"/>
                </a:solidFill>
                <a:uFillTx/>
                <a:latin typeface="Menlo"/>
              </a:rPr>
              <a:t> </a:t>
            </a:r>
            <a:r>
              <a:rPr b="0" lang="en-GB" sz="1800" strike="noStrike" u="none">
                <a:solidFill>
                  <a:srgbClr val="808080"/>
                </a:solidFill>
                <a:uFillTx/>
                <a:latin typeface="Menlo"/>
              </a:rPr>
              <a:t>/&gt;</a:t>
            </a:r>
            <a:endParaRPr b="0" lang="de-DE" sz="1800" strike="noStrike" u="none">
              <a:solidFill>
                <a:srgbClr val="000000"/>
              </a:solidFill>
              <a:uFillTx/>
              <a:latin typeface="Arial"/>
            </a:endParaRPr>
          </a:p>
          <a:p>
            <a:pPr defTabSz="914400">
              <a:lnSpc>
                <a:spcPct val="100000"/>
              </a:lnSpc>
            </a:pPr>
            <a:r>
              <a:rPr b="0" lang="en-GB" sz="1800" strike="noStrike" u="none">
                <a:solidFill>
                  <a:srgbClr val="6a9955"/>
                </a:solidFill>
                <a:uFillTx/>
                <a:latin typeface="Menlo"/>
              </a:rPr>
              <a:t>/// </a:t>
            </a:r>
            <a:r>
              <a:rPr b="0" lang="en-GB" sz="1800" strike="noStrike" u="none">
                <a:solidFill>
                  <a:srgbClr val="808080"/>
                </a:solidFill>
                <a:uFillTx/>
                <a:latin typeface="Menlo"/>
              </a:rPr>
              <a:t>&lt;</a:t>
            </a:r>
            <a:r>
              <a:rPr b="0" lang="en-GB" sz="1800" strike="noStrike" u="none">
                <a:solidFill>
                  <a:srgbClr val="569cd6"/>
                </a:solidFill>
                <a:uFillTx/>
                <a:latin typeface="Menlo"/>
              </a:rPr>
              <a:t>reference</a:t>
            </a:r>
            <a:r>
              <a:rPr b="0" lang="en-GB" sz="1800" strike="noStrike" u="none">
                <a:solidFill>
                  <a:srgbClr val="6a9955"/>
                </a:solidFill>
                <a:uFillTx/>
                <a:latin typeface="Menlo"/>
              </a:rPr>
              <a:t> </a:t>
            </a:r>
            <a:r>
              <a:rPr b="0" lang="en-GB" sz="1800" strike="noStrike" u="none">
                <a:solidFill>
                  <a:srgbClr val="9cdcfe"/>
                </a:solidFill>
                <a:uFillTx/>
                <a:latin typeface="Menlo"/>
              </a:rPr>
              <a:t>path</a:t>
            </a:r>
            <a:r>
              <a:rPr b="0" lang="en-GB" sz="1800" strike="noStrike" u="none">
                <a:solidFill>
                  <a:srgbClr val="d4d4d4"/>
                </a:solidFill>
                <a:uFillTx/>
                <a:latin typeface="Menlo"/>
              </a:rPr>
              <a:t>=</a:t>
            </a:r>
            <a:r>
              <a:rPr b="0" lang="en-GB" sz="1800" strike="noStrike" u="none">
                <a:solidFill>
                  <a:srgbClr val="ce9178"/>
                </a:solidFill>
                <a:uFillTx/>
                <a:latin typeface="Menlo"/>
              </a:rPr>
              <a:t>"Pig.ts"</a:t>
            </a:r>
            <a:r>
              <a:rPr b="0" lang="en-GB" sz="1800" strike="noStrike" u="none">
                <a:solidFill>
                  <a:srgbClr val="6a9955"/>
                </a:solidFill>
                <a:uFillTx/>
                <a:latin typeface="Menlo"/>
              </a:rPr>
              <a:t> </a:t>
            </a:r>
            <a:r>
              <a:rPr b="0" lang="en-GB" sz="1800" strike="noStrike" u="none">
                <a:solidFill>
                  <a:srgbClr val="808080"/>
                </a:solidFill>
                <a:uFillTx/>
                <a:latin typeface="Menlo"/>
              </a:rPr>
              <a:t>/&gt;</a:t>
            </a:r>
            <a:endParaRPr b="0" lang="de-DE" sz="1800" strike="noStrike" u="none">
              <a:solidFill>
                <a:srgbClr val="000000"/>
              </a:solidFill>
              <a:uFillTx/>
              <a:latin typeface="Arial"/>
            </a:endParaRPr>
          </a:p>
          <a:p>
            <a:pPr defTabSz="914400">
              <a:lnSpc>
                <a:spcPct val="100000"/>
              </a:lnSpc>
            </a:pPr>
            <a:br>
              <a:rPr sz="1800"/>
            </a:br>
            <a:br>
              <a:rPr sz="1800"/>
            </a:br>
            <a:r>
              <a:rPr b="0" lang="en-GB" sz="1800" strike="noStrike" u="none">
                <a:solidFill>
                  <a:srgbClr val="569cd6"/>
                </a:solidFill>
                <a:uFillTx/>
                <a:latin typeface="Menlo"/>
              </a:rPr>
              <a:t>let</a:t>
            </a:r>
            <a:r>
              <a:rPr b="0" lang="en-GB" sz="1800" strike="noStrike" u="none">
                <a:solidFill>
                  <a:srgbClr val="d4d4d4"/>
                </a:solidFill>
                <a:uFillTx/>
                <a:latin typeface="Menlo"/>
              </a:rPr>
              <a:t> </a:t>
            </a:r>
            <a:r>
              <a:rPr b="0" lang="en-GB" sz="1800" strike="noStrike" u="none">
                <a:solidFill>
                  <a:srgbClr val="9cdcfe"/>
                </a:solidFill>
                <a:uFillTx/>
                <a:latin typeface="Menlo"/>
              </a:rPr>
              <a:t>pig</a:t>
            </a:r>
            <a:r>
              <a:rPr b="0" lang="en-GB" sz="1800" strike="noStrike" u="none">
                <a:solidFill>
                  <a:srgbClr val="d4d4d4"/>
                </a:solidFill>
                <a:uFillTx/>
                <a:latin typeface="Menlo"/>
              </a:rPr>
              <a:t> = </a:t>
            </a:r>
            <a:r>
              <a:rPr b="0" lang="en-GB" sz="1800" strike="noStrike" u="none">
                <a:solidFill>
                  <a:srgbClr val="569cd6"/>
                </a:solidFill>
                <a:uFillTx/>
                <a:latin typeface="Menlo"/>
              </a:rPr>
              <a:t>new</a:t>
            </a:r>
            <a:r>
              <a:rPr b="0" lang="en-GB" sz="1800" strike="noStrike" u="none">
                <a:solidFill>
                  <a:srgbClr val="d4d4d4"/>
                </a:solidFill>
                <a:uFillTx/>
                <a:latin typeface="Menlo"/>
              </a:rPr>
              <a:t> </a:t>
            </a:r>
            <a:r>
              <a:rPr b="0" lang="en-GB" sz="1800" strike="noStrike" u="none">
                <a:solidFill>
                  <a:srgbClr val="4ec9b0"/>
                </a:solidFill>
                <a:uFillTx/>
                <a:latin typeface="Menlo"/>
              </a:rPr>
              <a:t>Animals</a:t>
            </a:r>
            <a:r>
              <a:rPr b="0" lang="en-GB" sz="1800" strike="noStrike" u="none">
                <a:solidFill>
                  <a:srgbClr val="d4d4d4"/>
                </a:solidFill>
                <a:uFillTx/>
                <a:latin typeface="Menlo"/>
              </a:rPr>
              <a:t>.</a:t>
            </a:r>
            <a:r>
              <a:rPr b="0" lang="en-GB" sz="1800" strike="noStrike" u="none">
                <a:solidFill>
                  <a:srgbClr val="4ec9b0"/>
                </a:solidFill>
                <a:uFillTx/>
                <a:latin typeface="Menlo"/>
              </a:rPr>
              <a:t>Pig</a:t>
            </a:r>
            <a:r>
              <a:rPr b="0" lang="en-GB" sz="1800" strike="noStrike" u="none">
                <a:solidFill>
                  <a:srgbClr val="d4d4d4"/>
                </a:solidFill>
                <a:uFillTx/>
                <a:latin typeface="Menlo"/>
              </a:rPr>
              <a:t>();</a:t>
            </a:r>
            <a:endParaRPr b="0" lang="de-DE" sz="1800" strike="noStrike" u="none">
              <a:solidFill>
                <a:srgbClr val="000000"/>
              </a:solidFill>
              <a:uFillTx/>
              <a:latin typeface="Arial"/>
            </a:endParaRPr>
          </a:p>
          <a:p>
            <a:pPr defTabSz="914400">
              <a:lnSpc>
                <a:spcPct val="100000"/>
              </a:lnSpc>
            </a:pPr>
            <a:r>
              <a:rPr b="0" lang="en-GB" sz="1800" strike="noStrike" u="none">
                <a:solidFill>
                  <a:srgbClr val="4ec9b0"/>
                </a:solidFill>
                <a:uFillTx/>
                <a:latin typeface="Menlo"/>
              </a:rPr>
              <a:t>console</a:t>
            </a:r>
            <a:r>
              <a:rPr b="0" lang="en-GB" sz="1800" strike="noStrike" u="none">
                <a:solidFill>
                  <a:srgbClr val="d4d4d4"/>
                </a:solidFill>
                <a:uFillTx/>
                <a:latin typeface="Menlo"/>
              </a:rPr>
              <a:t>.</a:t>
            </a:r>
            <a:r>
              <a:rPr b="0" lang="en-GB" sz="1800" strike="noStrike" u="none">
                <a:solidFill>
                  <a:srgbClr val="dcdcaa"/>
                </a:solidFill>
                <a:uFillTx/>
                <a:latin typeface="Menlo"/>
              </a:rPr>
              <a:t>log</a:t>
            </a:r>
            <a:r>
              <a:rPr b="0" lang="en-GB" sz="1800" strike="noStrike" u="none">
                <a:solidFill>
                  <a:srgbClr val="d4d4d4"/>
                </a:solidFill>
                <a:uFillTx/>
                <a:latin typeface="Menlo"/>
              </a:rPr>
              <a:t>(</a:t>
            </a:r>
            <a:r>
              <a:rPr b="0" lang="en-GB" sz="1800" strike="noStrike" u="none">
                <a:solidFill>
                  <a:srgbClr val="9cdcfe"/>
                </a:solidFill>
                <a:uFillTx/>
                <a:latin typeface="Menlo"/>
              </a:rPr>
              <a:t>pig</a:t>
            </a:r>
            <a:r>
              <a:rPr b="0" lang="en-GB" sz="1800" strike="noStrike" u="none">
                <a:solidFill>
                  <a:srgbClr val="d4d4d4"/>
                </a:solidFill>
                <a:uFillTx/>
                <a:latin typeface="Menlo"/>
              </a:rPr>
              <a:t>.</a:t>
            </a:r>
            <a:r>
              <a:rPr b="0" lang="en-GB" sz="1800" strike="noStrike" u="none">
                <a:solidFill>
                  <a:srgbClr val="dcdcaa"/>
                </a:solidFill>
                <a:uFillTx/>
                <a:latin typeface="Menlo"/>
              </a:rPr>
              <a:t>makeSomeNoise</a:t>
            </a:r>
            <a:r>
              <a:rPr b="0" lang="en-GB" sz="1800" strike="noStrike" u="none">
                <a:solidFill>
                  <a:srgbClr val="d4d4d4"/>
                </a:solidFill>
                <a:uFillTx/>
                <a:latin typeface="Menlo"/>
              </a:rPr>
              <a:t>());</a:t>
            </a:r>
            <a:endParaRPr b="0" lang="de-DE" sz="1800" strike="noStrike" u="none">
              <a:solidFill>
                <a:srgbClr val="000000"/>
              </a:solidFill>
              <a:uFillTx/>
              <a:latin typeface="Arial"/>
            </a:endParaRPr>
          </a:p>
          <a:p>
            <a:pPr defTabSz="914400">
              <a:lnSpc>
                <a:spcPct val="100000"/>
              </a:lnSpc>
            </a:pPr>
            <a:br>
              <a:rPr sz="1800"/>
            </a:br>
            <a:endParaRPr b="0" lang="de-DE" sz="1800" strike="noStrike" u="none">
              <a:solidFill>
                <a:srgbClr val="000000"/>
              </a:solidFill>
              <a:uFillTx/>
              <a:latin typeface="Arial"/>
            </a:endParaRPr>
          </a:p>
        </p:txBody>
      </p:sp>
      <p:sp>
        <p:nvSpPr>
          <p:cNvPr id="365" name="TextBox 9"/>
          <p:cNvSpPr/>
          <p:nvPr/>
        </p:nvSpPr>
        <p:spPr>
          <a:xfrm>
            <a:off x="7133040" y="1443600"/>
            <a:ext cx="876600" cy="3639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wrap="none" lIns="90000" rIns="90000" tIns="45000" bIns="45000" anchor="t">
            <a:spAutoFit/>
          </a:bodyPr>
          <a:p>
            <a:pPr defTabSz="914400">
              <a:lnSpc>
                <a:spcPct val="100000"/>
              </a:lnSpc>
            </a:pPr>
            <a:r>
              <a:rPr b="0" lang="de-DE" sz="1800" strike="noStrike" u="none">
                <a:solidFill>
                  <a:schemeClr val="dk1"/>
                </a:solidFill>
                <a:uFillTx/>
                <a:latin typeface="Calibri"/>
              </a:rPr>
              <a:t>Main</a:t>
            </a:r>
            <a:r>
              <a:rPr b="0" lang="en-DE" sz="1800" strike="noStrike" u="none">
                <a:solidFill>
                  <a:schemeClr val="dk1"/>
                </a:solidFill>
                <a:uFillTx/>
                <a:latin typeface="Calibri"/>
              </a:rPr>
              <a:t>.ts</a:t>
            </a:r>
            <a:endParaRPr b="0" lang="de-DE" sz="1800" strike="noStrike" u="none">
              <a:solidFill>
                <a:srgbClr val="000000"/>
              </a:solidFill>
              <a:uFillTx/>
              <a:latin typeface="Arial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66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66" name="PlaceHolder 1"/>
          <p:cNvSpPr>
            <a:spLocks noGrp="1"/>
          </p:cNvSpPr>
          <p:nvPr>
            <p:ph type="title"/>
          </p:nvPr>
        </p:nvSpPr>
        <p:spPr>
          <a:xfrm>
            <a:off x="838080" y="365040"/>
            <a:ext cx="10514520" cy="132444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ctr">
            <a:noAutofit/>
          </a:bodyPr>
          <a:p>
            <a:pPr indent="0" defTabSz="914400">
              <a:lnSpc>
                <a:spcPct val="90000"/>
              </a:lnSpc>
              <a:buNone/>
              <a:tabLst>
                <a:tab algn="l" pos="0"/>
              </a:tabLst>
            </a:pPr>
            <a:r>
              <a:rPr b="0" lang="de-DE" sz="4400" strike="noStrike" u="none">
                <a:solidFill>
                  <a:schemeClr val="dk1"/>
                </a:solidFill>
                <a:uFillTx/>
                <a:latin typeface="Calibri Light"/>
              </a:rPr>
              <a:t>Weitere Exporte </a:t>
            </a:r>
            <a:endParaRPr b="0" lang="de-DE" sz="4400" strike="noStrike" u="none">
              <a:solidFill>
                <a:srgbClr val="000000"/>
              </a:solidFill>
              <a:uFillTx/>
              <a:latin typeface="Arial"/>
            </a:endParaRPr>
          </a:p>
        </p:txBody>
      </p:sp>
      <p:sp>
        <p:nvSpPr>
          <p:cNvPr id="367" name="PlaceHolder 2"/>
          <p:cNvSpPr>
            <a:spLocks noGrp="1"/>
          </p:cNvSpPr>
          <p:nvPr>
            <p:ph/>
          </p:nvPr>
        </p:nvSpPr>
        <p:spPr>
          <a:xfrm>
            <a:off x="838080" y="1825560"/>
            <a:ext cx="10514520" cy="435024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t">
            <a:normAutofit fontScale="92500" lnSpcReduction="19999"/>
          </a:bodyPr>
          <a:p>
            <a:pPr marL="228600" indent="-228600" defTabSz="914400">
              <a:lnSpc>
                <a:spcPct val="90000"/>
              </a:lnSpc>
              <a:spcBef>
                <a:spcPts val="1001"/>
              </a:spcBef>
              <a:buClr>
                <a:srgbClr val="1e347b"/>
              </a:buClr>
              <a:buFont typeface="Arial"/>
              <a:buChar char="•"/>
            </a:pPr>
            <a:r>
              <a:rPr b="0" lang="de-DE" sz="2800" strike="noStrike" u="none">
                <a:solidFill>
                  <a:srgbClr val="1e347b"/>
                </a:solidFill>
                <a:uFillTx/>
                <a:latin typeface="SourceCodePro"/>
              </a:rPr>
              <a:t>let</a:t>
            </a:r>
            <a:r>
              <a:rPr b="0" lang="de-DE" sz="2800" strike="noStrike" u="none">
                <a:solidFill>
                  <a:srgbClr val="48484c"/>
                </a:solidFill>
                <a:uFillTx/>
                <a:latin typeface="SourceCodePro"/>
              </a:rPr>
              <a:t> aPrivate </a:t>
            </a:r>
            <a:r>
              <a:rPr b="0" lang="de-DE" sz="2800" strike="noStrike" u="none">
                <a:solidFill>
                  <a:srgbClr val="93a1a1"/>
                </a:solidFill>
                <a:uFillTx/>
                <a:latin typeface="SourceCodePro"/>
              </a:rPr>
              <a:t>=</a:t>
            </a:r>
            <a:r>
              <a:rPr b="0" lang="de-DE" sz="2800" strike="noStrike" u="none">
                <a:solidFill>
                  <a:srgbClr val="48484c"/>
                </a:solidFill>
                <a:uFillTx/>
                <a:latin typeface="SourceCodePro"/>
              </a:rPr>
              <a:t> </a:t>
            </a:r>
            <a:r>
              <a:rPr b="0" lang="de-DE" sz="2800" strike="noStrike" u="none">
                <a:solidFill>
                  <a:srgbClr val="195f91"/>
                </a:solidFill>
                <a:uFillTx/>
                <a:latin typeface="SourceCodePro"/>
              </a:rPr>
              <a:t>2</a:t>
            </a:r>
            <a:r>
              <a:rPr b="0" lang="de-DE" sz="2800" strike="noStrike" u="none">
                <a:solidFill>
                  <a:srgbClr val="93a1a1"/>
                </a:solidFill>
                <a:uFillTx/>
                <a:latin typeface="SourceCodePro"/>
              </a:rPr>
              <a:t>;</a:t>
            </a:r>
            <a:endParaRPr b="0" lang="de-DE" sz="2800" strike="noStrike" u="none">
              <a:solidFill>
                <a:srgbClr val="000000"/>
              </a:solidFill>
              <a:uFillTx/>
              <a:latin typeface="Arial"/>
            </a:endParaRPr>
          </a:p>
          <a:p>
            <a:pPr marL="228600" indent="-228600" defTabSz="914400">
              <a:lnSpc>
                <a:spcPct val="90000"/>
              </a:lnSpc>
              <a:spcBef>
                <a:spcPts val="1001"/>
              </a:spcBef>
              <a:buClr>
                <a:srgbClr val="48484c"/>
              </a:buClr>
              <a:buFont typeface="Arial"/>
              <a:buChar char="•"/>
            </a:pPr>
            <a:r>
              <a:rPr b="0" lang="de-DE" sz="2800" strike="noStrike" u="none">
                <a:solidFill>
                  <a:srgbClr val="48484c"/>
                </a:solidFill>
                <a:uFillTx/>
                <a:latin typeface="SourceCodePro"/>
              </a:rPr>
              <a:t> </a:t>
            </a:r>
            <a:endParaRPr b="0" lang="de-DE" sz="2800" strike="noStrike" u="none">
              <a:solidFill>
                <a:srgbClr val="000000"/>
              </a:solidFill>
              <a:uFillTx/>
              <a:latin typeface="Arial"/>
            </a:endParaRPr>
          </a:p>
          <a:p>
            <a:pPr marL="228600" indent="-228600" defTabSz="914400">
              <a:lnSpc>
                <a:spcPct val="90000"/>
              </a:lnSpc>
              <a:spcBef>
                <a:spcPts val="1001"/>
              </a:spcBef>
              <a:buClr>
                <a:srgbClr val="1e347b"/>
              </a:buClr>
              <a:buFont typeface="Arial"/>
              <a:buChar char="•"/>
            </a:pPr>
            <a:r>
              <a:rPr b="0" lang="de-DE" sz="2800" strike="noStrike" u="none">
                <a:solidFill>
                  <a:srgbClr val="1e347b"/>
                </a:solidFill>
                <a:uFillTx/>
                <a:latin typeface="SourceCodePro"/>
              </a:rPr>
              <a:t>export</a:t>
            </a:r>
            <a:r>
              <a:rPr b="0" lang="de-DE" sz="2800" strike="noStrike" u="none">
                <a:solidFill>
                  <a:srgbClr val="48484c"/>
                </a:solidFill>
                <a:uFillTx/>
                <a:latin typeface="SourceCodePro"/>
              </a:rPr>
              <a:t> </a:t>
            </a:r>
            <a:r>
              <a:rPr b="0" lang="de-DE" sz="2800" strike="noStrike" u="none">
                <a:solidFill>
                  <a:srgbClr val="1e347b"/>
                </a:solidFill>
                <a:uFillTx/>
                <a:latin typeface="SourceCodePro"/>
              </a:rPr>
              <a:t>let</a:t>
            </a:r>
            <a:r>
              <a:rPr b="0" lang="de-DE" sz="2800" strike="noStrike" u="none">
                <a:solidFill>
                  <a:srgbClr val="48484c"/>
                </a:solidFill>
                <a:uFillTx/>
                <a:latin typeface="SourceCodePro"/>
              </a:rPr>
              <a:t> publicA </a:t>
            </a:r>
            <a:r>
              <a:rPr b="0" lang="de-DE" sz="2800" strike="noStrike" u="none">
                <a:solidFill>
                  <a:srgbClr val="93a1a1"/>
                </a:solidFill>
                <a:uFillTx/>
                <a:latin typeface="SourceCodePro"/>
              </a:rPr>
              <a:t>=</a:t>
            </a:r>
            <a:r>
              <a:rPr b="0" lang="de-DE" sz="2800" strike="noStrike" u="none">
                <a:solidFill>
                  <a:srgbClr val="48484c"/>
                </a:solidFill>
                <a:uFillTx/>
                <a:latin typeface="SourceCodePro"/>
              </a:rPr>
              <a:t> </a:t>
            </a:r>
            <a:r>
              <a:rPr b="0" lang="de-DE" sz="2800" strike="noStrike" u="none">
                <a:solidFill>
                  <a:srgbClr val="195f91"/>
                </a:solidFill>
                <a:uFillTx/>
                <a:latin typeface="SourceCodePro"/>
              </a:rPr>
              <a:t>1</a:t>
            </a:r>
            <a:r>
              <a:rPr b="0" lang="de-DE" sz="2800" strike="noStrike" u="none">
                <a:solidFill>
                  <a:srgbClr val="93a1a1"/>
                </a:solidFill>
                <a:uFillTx/>
                <a:latin typeface="SourceCodePro"/>
              </a:rPr>
              <a:t>;</a:t>
            </a:r>
            <a:endParaRPr b="0" lang="de-DE" sz="2800" strike="noStrike" u="none">
              <a:solidFill>
                <a:srgbClr val="000000"/>
              </a:solidFill>
              <a:uFillTx/>
              <a:latin typeface="Arial"/>
            </a:endParaRPr>
          </a:p>
          <a:p>
            <a:pPr marL="228600" indent="-228600" defTabSz="914400">
              <a:lnSpc>
                <a:spcPct val="90000"/>
              </a:lnSpc>
              <a:spcBef>
                <a:spcPts val="1001"/>
              </a:spcBef>
              <a:buClr>
                <a:srgbClr val="1e347b"/>
              </a:buClr>
              <a:buFont typeface="Arial"/>
              <a:buChar char="•"/>
            </a:pPr>
            <a:r>
              <a:rPr b="0" lang="de-DE" sz="2800" strike="noStrike" u="none">
                <a:solidFill>
                  <a:srgbClr val="1e347b"/>
                </a:solidFill>
                <a:uFillTx/>
                <a:latin typeface="SourceCodePro"/>
              </a:rPr>
              <a:t>export</a:t>
            </a:r>
            <a:r>
              <a:rPr b="0" lang="de-DE" sz="2800" strike="noStrike" u="none">
                <a:solidFill>
                  <a:srgbClr val="48484c"/>
                </a:solidFill>
                <a:uFillTx/>
                <a:latin typeface="SourceCodePro"/>
              </a:rPr>
              <a:t> </a:t>
            </a:r>
            <a:r>
              <a:rPr b="0" lang="de-DE" sz="2800" strike="noStrike" u="none">
                <a:solidFill>
                  <a:srgbClr val="1e347b"/>
                </a:solidFill>
                <a:uFillTx/>
                <a:latin typeface="SourceCodePro"/>
              </a:rPr>
              <a:t>let</a:t>
            </a:r>
            <a:r>
              <a:rPr b="0" lang="de-DE" sz="2800" strike="noStrike" u="none">
                <a:solidFill>
                  <a:srgbClr val="48484c"/>
                </a:solidFill>
                <a:uFillTx/>
                <a:latin typeface="SourceCodePro"/>
              </a:rPr>
              <a:t> publicB </a:t>
            </a:r>
            <a:r>
              <a:rPr b="0" lang="de-DE" sz="2800" strike="noStrike" u="none">
                <a:solidFill>
                  <a:srgbClr val="93a1a1"/>
                </a:solidFill>
                <a:uFillTx/>
                <a:latin typeface="SourceCodePro"/>
              </a:rPr>
              <a:t>=</a:t>
            </a:r>
            <a:r>
              <a:rPr b="0" lang="de-DE" sz="2800" strike="noStrike" u="none">
                <a:solidFill>
                  <a:srgbClr val="48484c"/>
                </a:solidFill>
                <a:uFillTx/>
                <a:latin typeface="SourceCodePro"/>
              </a:rPr>
              <a:t> </a:t>
            </a:r>
            <a:r>
              <a:rPr b="0" lang="de-DE" sz="2800" strike="noStrike" u="none">
                <a:solidFill>
                  <a:srgbClr val="93a1a1"/>
                </a:solidFill>
                <a:uFillTx/>
                <a:latin typeface="SourceCodePro"/>
              </a:rPr>
              <a:t>()</a:t>
            </a:r>
            <a:r>
              <a:rPr b="0" lang="de-DE" sz="2800" strike="noStrike" u="none">
                <a:solidFill>
                  <a:srgbClr val="48484c"/>
                </a:solidFill>
                <a:uFillTx/>
                <a:latin typeface="SourceCodePro"/>
              </a:rPr>
              <a:t> </a:t>
            </a:r>
            <a:r>
              <a:rPr b="0" lang="de-DE" sz="2800" strike="noStrike" u="none">
                <a:solidFill>
                  <a:srgbClr val="93a1a1"/>
                </a:solidFill>
                <a:uFillTx/>
                <a:latin typeface="SourceCodePro"/>
              </a:rPr>
              <a:t>=&gt;</a:t>
            </a:r>
            <a:r>
              <a:rPr b="0" lang="de-DE" sz="2800" strike="noStrike" u="none">
                <a:solidFill>
                  <a:srgbClr val="48484c"/>
                </a:solidFill>
                <a:uFillTx/>
                <a:latin typeface="SourceCodePro"/>
              </a:rPr>
              <a:t> </a:t>
            </a:r>
            <a:r>
              <a:rPr b="0" lang="de-DE" sz="2800" strike="noStrike" u="none">
                <a:solidFill>
                  <a:srgbClr val="93a1a1"/>
                </a:solidFill>
                <a:uFillTx/>
                <a:latin typeface="SourceCodePro"/>
              </a:rPr>
              <a:t>{</a:t>
            </a:r>
            <a:r>
              <a:rPr b="0" lang="de-DE" sz="2800" strike="noStrike" u="none">
                <a:solidFill>
                  <a:srgbClr val="48484c"/>
                </a:solidFill>
                <a:uFillTx/>
                <a:latin typeface="SourceCodePro"/>
              </a:rPr>
              <a:t> </a:t>
            </a:r>
            <a:r>
              <a:rPr b="0" lang="de-DE" sz="2800" strike="noStrike" u="none">
                <a:solidFill>
                  <a:srgbClr val="93a1a1"/>
                </a:solidFill>
                <a:uFillTx/>
                <a:latin typeface="SourceCodePro"/>
              </a:rPr>
              <a:t>};</a:t>
            </a:r>
            <a:endParaRPr b="0" lang="de-DE" sz="2800" strike="noStrike" u="none">
              <a:solidFill>
                <a:srgbClr val="000000"/>
              </a:solidFill>
              <a:uFillTx/>
              <a:latin typeface="Arial"/>
            </a:endParaRPr>
          </a:p>
          <a:p>
            <a:pPr marL="228600" indent="-228600" defTabSz="914400">
              <a:lnSpc>
                <a:spcPct val="90000"/>
              </a:lnSpc>
              <a:spcBef>
                <a:spcPts val="1001"/>
              </a:spcBef>
              <a:buClr>
                <a:srgbClr val="1e347b"/>
              </a:buClr>
              <a:buFont typeface="Arial"/>
              <a:buChar char="•"/>
            </a:pPr>
            <a:r>
              <a:rPr b="0" lang="de-DE" sz="2800" strike="noStrike" u="none">
                <a:solidFill>
                  <a:srgbClr val="1e347b"/>
                </a:solidFill>
                <a:uFillTx/>
                <a:latin typeface="SourceCodePro"/>
              </a:rPr>
              <a:t>export</a:t>
            </a:r>
            <a:r>
              <a:rPr b="0" lang="de-DE" sz="2800" strike="noStrike" u="none">
                <a:solidFill>
                  <a:srgbClr val="48484c"/>
                </a:solidFill>
                <a:uFillTx/>
                <a:latin typeface="SourceCodePro"/>
              </a:rPr>
              <a:t> </a:t>
            </a:r>
            <a:r>
              <a:rPr b="0" lang="de-DE" sz="2800" strike="noStrike" u="none">
                <a:solidFill>
                  <a:srgbClr val="1e347b"/>
                </a:solidFill>
                <a:uFillTx/>
                <a:latin typeface="SourceCodePro"/>
              </a:rPr>
              <a:t>function</a:t>
            </a:r>
            <a:r>
              <a:rPr b="0" lang="de-DE" sz="2800" strike="noStrike" u="none">
                <a:solidFill>
                  <a:srgbClr val="48484c"/>
                </a:solidFill>
                <a:uFillTx/>
                <a:latin typeface="SourceCodePro"/>
              </a:rPr>
              <a:t> publicC</a:t>
            </a:r>
            <a:r>
              <a:rPr b="0" lang="de-DE" sz="2800" strike="noStrike" u="none">
                <a:solidFill>
                  <a:srgbClr val="93a1a1"/>
                </a:solidFill>
                <a:uFillTx/>
                <a:latin typeface="SourceCodePro"/>
              </a:rPr>
              <a:t>()</a:t>
            </a:r>
            <a:r>
              <a:rPr b="0" lang="de-DE" sz="2800" strike="noStrike" u="none">
                <a:solidFill>
                  <a:srgbClr val="48484c"/>
                </a:solidFill>
                <a:uFillTx/>
                <a:latin typeface="SourceCodePro"/>
              </a:rPr>
              <a:t> </a:t>
            </a:r>
            <a:r>
              <a:rPr b="0" lang="de-DE" sz="2800" strike="noStrike" u="none">
                <a:solidFill>
                  <a:srgbClr val="93a1a1"/>
                </a:solidFill>
                <a:uFillTx/>
                <a:latin typeface="SourceCodePro"/>
              </a:rPr>
              <a:t>{</a:t>
            </a:r>
            <a:endParaRPr b="0" lang="de-DE" sz="2800" strike="noStrike" u="none">
              <a:solidFill>
                <a:srgbClr val="000000"/>
              </a:solidFill>
              <a:uFillTx/>
              <a:latin typeface="Arial"/>
            </a:endParaRPr>
          </a:p>
          <a:p>
            <a:pPr marL="228600" indent="-228600" defTabSz="914400">
              <a:lnSpc>
                <a:spcPct val="90000"/>
              </a:lnSpc>
              <a:spcBef>
                <a:spcPts val="1001"/>
              </a:spcBef>
              <a:buClr>
                <a:srgbClr val="93a1a1"/>
              </a:buClr>
              <a:buFont typeface="Arial"/>
              <a:buChar char="•"/>
            </a:pPr>
            <a:r>
              <a:rPr b="0" lang="de-DE" sz="2800" strike="noStrike" u="none">
                <a:solidFill>
                  <a:srgbClr val="93a1a1"/>
                </a:solidFill>
                <a:uFillTx/>
                <a:latin typeface="SourceCodePro"/>
              </a:rPr>
              <a:t>// ...</a:t>
            </a:r>
            <a:endParaRPr b="0" lang="de-DE" sz="2800" strike="noStrike" u="none">
              <a:solidFill>
                <a:srgbClr val="000000"/>
              </a:solidFill>
              <a:uFillTx/>
              <a:latin typeface="Arial"/>
            </a:endParaRPr>
          </a:p>
          <a:p>
            <a:pPr marL="228600" indent="-228600" defTabSz="914400">
              <a:lnSpc>
                <a:spcPct val="90000"/>
              </a:lnSpc>
              <a:spcBef>
                <a:spcPts val="1001"/>
              </a:spcBef>
              <a:buClr>
                <a:srgbClr val="93a1a1"/>
              </a:buClr>
              <a:buFont typeface="Arial"/>
              <a:buChar char="•"/>
            </a:pPr>
            <a:r>
              <a:rPr b="0" lang="de-DE" sz="2800" strike="noStrike" u="none">
                <a:solidFill>
                  <a:srgbClr val="93a1a1"/>
                </a:solidFill>
                <a:uFillTx/>
                <a:latin typeface="SourceCodePro"/>
              </a:rPr>
              <a:t>};</a:t>
            </a:r>
            <a:endParaRPr b="0" lang="de-DE" sz="2800" strike="noStrike" u="none">
              <a:solidFill>
                <a:srgbClr val="000000"/>
              </a:solidFill>
              <a:uFillTx/>
              <a:latin typeface="Arial"/>
            </a:endParaRPr>
          </a:p>
          <a:p>
            <a:pPr marL="228600" indent="-228600" defTabSz="914400">
              <a:lnSpc>
                <a:spcPct val="90000"/>
              </a:lnSpc>
              <a:spcBef>
                <a:spcPts val="1001"/>
              </a:spcBef>
              <a:buClr>
                <a:srgbClr val="48484c"/>
              </a:buClr>
              <a:buFont typeface="Arial"/>
              <a:buChar char="•"/>
            </a:pPr>
            <a:r>
              <a:rPr b="0" lang="de-DE" sz="2800" strike="noStrike" u="none">
                <a:solidFill>
                  <a:srgbClr val="48484c"/>
                </a:solidFill>
                <a:uFillTx/>
                <a:latin typeface="SourceCodePro"/>
              </a:rPr>
              <a:t> </a:t>
            </a:r>
            <a:endParaRPr b="0" lang="de-DE" sz="2800" strike="noStrike" u="none">
              <a:solidFill>
                <a:srgbClr val="000000"/>
              </a:solidFill>
              <a:uFillTx/>
              <a:latin typeface="Arial"/>
            </a:endParaRPr>
          </a:p>
          <a:p>
            <a:pPr marL="228600" indent="-228600" defTabSz="914400">
              <a:lnSpc>
                <a:spcPct val="90000"/>
              </a:lnSpc>
              <a:spcBef>
                <a:spcPts val="1001"/>
              </a:spcBef>
              <a:buClr>
                <a:srgbClr val="1e347b"/>
              </a:buClr>
              <a:buFont typeface="Arial"/>
              <a:buChar char="•"/>
            </a:pPr>
            <a:r>
              <a:rPr b="0" lang="de-DE" sz="2800" strike="noStrike" u="none">
                <a:solidFill>
                  <a:srgbClr val="1e347b"/>
                </a:solidFill>
                <a:uFillTx/>
                <a:latin typeface="SourceCodePro"/>
              </a:rPr>
              <a:t>export</a:t>
            </a:r>
            <a:r>
              <a:rPr b="0" lang="de-DE" sz="2800" strike="noStrike" u="none">
                <a:solidFill>
                  <a:srgbClr val="48484c"/>
                </a:solidFill>
                <a:uFillTx/>
                <a:latin typeface="SourceCodePro"/>
              </a:rPr>
              <a:t> </a:t>
            </a:r>
            <a:r>
              <a:rPr b="0" lang="de-DE" sz="2800" strike="noStrike" u="none">
                <a:solidFill>
                  <a:srgbClr val="1e347b"/>
                </a:solidFill>
                <a:uFillTx/>
                <a:latin typeface="SourceCodePro"/>
              </a:rPr>
              <a:t>class</a:t>
            </a:r>
            <a:r>
              <a:rPr b="0" lang="de-DE" sz="2800" strike="noStrike" u="none">
                <a:solidFill>
                  <a:srgbClr val="48484c"/>
                </a:solidFill>
                <a:uFillTx/>
                <a:latin typeface="SourceCodePro"/>
              </a:rPr>
              <a:t> </a:t>
            </a:r>
            <a:r>
              <a:rPr b="0" lang="de-DE" sz="2800" strike="noStrike" u="none">
                <a:solidFill>
                  <a:srgbClr val="008080"/>
                </a:solidFill>
                <a:uFillTx/>
                <a:latin typeface="SourceCodePro"/>
              </a:rPr>
              <a:t>PublicD</a:t>
            </a:r>
            <a:r>
              <a:rPr b="0" lang="de-DE" sz="2800" strike="noStrike" u="none">
                <a:solidFill>
                  <a:srgbClr val="48484c"/>
                </a:solidFill>
                <a:uFillTx/>
                <a:latin typeface="SourceCodePro"/>
              </a:rPr>
              <a:t> </a:t>
            </a:r>
            <a:r>
              <a:rPr b="0" lang="de-DE" sz="2800" strike="noStrike" u="none">
                <a:solidFill>
                  <a:srgbClr val="93a1a1"/>
                </a:solidFill>
                <a:uFillTx/>
                <a:latin typeface="SourceCodePro"/>
              </a:rPr>
              <a:t>{</a:t>
            </a:r>
            <a:endParaRPr b="0" lang="de-DE" sz="2800" strike="noStrike" u="none">
              <a:solidFill>
                <a:srgbClr val="000000"/>
              </a:solidFill>
              <a:uFillTx/>
              <a:latin typeface="Arial"/>
            </a:endParaRPr>
          </a:p>
          <a:p>
            <a:pPr marL="228600" indent="-228600" defTabSz="914400">
              <a:lnSpc>
                <a:spcPct val="90000"/>
              </a:lnSpc>
              <a:spcBef>
                <a:spcPts val="1001"/>
              </a:spcBef>
              <a:buClr>
                <a:srgbClr val="93a1a1"/>
              </a:buClr>
              <a:buFont typeface="Arial"/>
              <a:buChar char="•"/>
            </a:pPr>
            <a:r>
              <a:rPr b="0" lang="de-DE" sz="2800" strike="noStrike" u="none">
                <a:solidFill>
                  <a:srgbClr val="93a1a1"/>
                </a:solidFill>
                <a:uFillTx/>
                <a:latin typeface="SourceCodePro"/>
              </a:rPr>
              <a:t>// ...</a:t>
            </a:r>
            <a:endParaRPr b="0" lang="de-DE" sz="2800" strike="noStrike" u="none">
              <a:solidFill>
                <a:srgbClr val="000000"/>
              </a:solidFill>
              <a:uFillTx/>
              <a:latin typeface="Arial"/>
            </a:endParaRPr>
          </a:p>
          <a:p>
            <a:pPr marL="228600" indent="-228600" defTabSz="914400">
              <a:lnSpc>
                <a:spcPct val="90000"/>
              </a:lnSpc>
              <a:spcBef>
                <a:spcPts val="1001"/>
              </a:spcBef>
              <a:buClr>
                <a:srgbClr val="93a1a1"/>
              </a:buClr>
              <a:buFont typeface="Arial"/>
              <a:buChar char="•"/>
            </a:pPr>
            <a:r>
              <a:rPr b="0" lang="de-DE" sz="2800" strike="noStrike" u="none">
                <a:solidFill>
                  <a:srgbClr val="93a1a1"/>
                </a:solidFill>
                <a:uFillTx/>
                <a:latin typeface="SourceCodePro"/>
              </a:rPr>
              <a:t>}</a:t>
            </a:r>
            <a:endParaRPr b="0" lang="de-DE" sz="2800" strike="noStrike" u="none">
              <a:solidFill>
                <a:srgbClr val="000000"/>
              </a:solidFill>
              <a:uFillTx/>
              <a:latin typeface="Arial"/>
            </a:endParaRPr>
          </a:p>
          <a:p>
            <a:pPr indent="0" defTabSz="914400">
              <a:lnSpc>
                <a:spcPct val="90000"/>
              </a:lnSpc>
              <a:spcBef>
                <a:spcPts val="1001"/>
              </a:spcBef>
              <a:buNone/>
              <a:tabLst>
                <a:tab algn="l" pos="0"/>
              </a:tabLst>
            </a:pPr>
            <a:endParaRPr b="0" lang="de-DE" sz="2800" strike="noStrike" u="none">
              <a:solidFill>
                <a:srgbClr val="000000"/>
              </a:solidFill>
              <a:uFillTx/>
              <a:latin typeface="Arial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67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68" name="PlaceHolder 1"/>
          <p:cNvSpPr>
            <a:spLocks noGrp="1"/>
          </p:cNvSpPr>
          <p:nvPr>
            <p:ph type="title"/>
          </p:nvPr>
        </p:nvSpPr>
        <p:spPr>
          <a:xfrm>
            <a:off x="838080" y="365040"/>
            <a:ext cx="10514520" cy="132444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ctr">
            <a:noAutofit/>
          </a:bodyPr>
          <a:p>
            <a:pPr indent="0" defTabSz="914400">
              <a:lnSpc>
                <a:spcPct val="90000"/>
              </a:lnSpc>
              <a:buNone/>
              <a:tabLst>
                <a:tab algn="l" pos="0"/>
              </a:tabLst>
            </a:pPr>
            <a:r>
              <a:rPr b="0" lang="de-DE" sz="4400" strike="noStrike" u="none">
                <a:solidFill>
                  <a:schemeClr val="dk1"/>
                </a:solidFill>
                <a:uFillTx/>
                <a:latin typeface="Calibri Light"/>
              </a:rPr>
              <a:t>Named importieren</a:t>
            </a:r>
            <a:endParaRPr b="0" lang="de-DE" sz="4400" strike="noStrike" u="none">
              <a:solidFill>
                <a:srgbClr val="000000"/>
              </a:solidFill>
              <a:uFillTx/>
              <a:latin typeface="Arial"/>
            </a:endParaRPr>
          </a:p>
        </p:txBody>
      </p:sp>
      <p:sp>
        <p:nvSpPr>
          <p:cNvPr id="369" name="PlaceHolder 2"/>
          <p:cNvSpPr>
            <a:spLocks noGrp="1"/>
          </p:cNvSpPr>
          <p:nvPr>
            <p:ph/>
          </p:nvPr>
        </p:nvSpPr>
        <p:spPr>
          <a:xfrm>
            <a:off x="838080" y="1825560"/>
            <a:ext cx="10514520" cy="435024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t">
            <a:noAutofit/>
          </a:bodyPr>
          <a:p>
            <a:pPr marL="228600" indent="-228600" defTabSz="914400">
              <a:lnSpc>
                <a:spcPct val="90000"/>
              </a:lnSpc>
              <a:spcBef>
                <a:spcPts val="1001"/>
              </a:spcBef>
              <a:buClr>
                <a:srgbClr val="333333"/>
              </a:buClr>
              <a:buFont typeface="Arial"/>
              <a:buChar char="•"/>
            </a:pPr>
            <a:r>
              <a:rPr b="1" lang="de-DE" sz="2800" strike="noStrike" u="none">
                <a:solidFill>
                  <a:srgbClr val="333333"/>
                </a:solidFill>
                <a:uFillTx/>
                <a:latin typeface="Aller"/>
              </a:rPr>
              <a:t>named exports</a:t>
            </a:r>
            <a:r>
              <a:rPr b="0" lang="de-DE" sz="2800" strike="noStrike" u="none">
                <a:solidFill>
                  <a:srgbClr val="333333"/>
                </a:solidFill>
                <a:uFillTx/>
                <a:latin typeface="Aller"/>
              </a:rPr>
              <a:t> importieren</a:t>
            </a:r>
            <a:endParaRPr b="0" lang="de-DE" sz="2800" strike="noStrike" u="none">
              <a:solidFill>
                <a:srgbClr val="000000"/>
              </a:solidFill>
              <a:uFillTx/>
              <a:latin typeface="Arial"/>
            </a:endParaRPr>
          </a:p>
          <a:p>
            <a:pPr lvl="1" marL="685800" indent="-228600" defTabSz="914400">
              <a:lnSpc>
                <a:spcPct val="90000"/>
              </a:lnSpc>
              <a:spcBef>
                <a:spcPts val="499"/>
              </a:spcBef>
              <a:buClr>
                <a:srgbClr val="1e347b"/>
              </a:buClr>
              <a:buFont typeface="Arial"/>
              <a:buChar char="•"/>
            </a:pPr>
            <a:r>
              <a:rPr b="0" lang="de-DE" sz="2400" strike="noStrike" u="none">
                <a:solidFill>
                  <a:srgbClr val="1e347b"/>
                </a:solidFill>
                <a:uFillTx/>
                <a:latin typeface="SourceCodePro"/>
              </a:rPr>
              <a:t>import</a:t>
            </a:r>
            <a:r>
              <a:rPr b="0" lang="de-DE" sz="2400" strike="noStrike" u="none">
                <a:solidFill>
                  <a:srgbClr val="48484c"/>
                </a:solidFill>
                <a:uFillTx/>
                <a:latin typeface="SourceCodePro"/>
              </a:rPr>
              <a:t> </a:t>
            </a:r>
            <a:r>
              <a:rPr b="0" lang="de-DE" sz="2400" strike="noStrike" u="none">
                <a:solidFill>
                  <a:srgbClr val="93a1a1"/>
                </a:solidFill>
                <a:uFillTx/>
                <a:latin typeface="SourceCodePro"/>
              </a:rPr>
              <a:t>{</a:t>
            </a:r>
            <a:r>
              <a:rPr b="0" lang="de-DE" sz="2400" strike="noStrike" u="none">
                <a:solidFill>
                  <a:srgbClr val="48484c"/>
                </a:solidFill>
                <a:uFillTx/>
                <a:latin typeface="SourceCodePro"/>
              </a:rPr>
              <a:t>publicA</a:t>
            </a:r>
            <a:r>
              <a:rPr b="0" lang="de-DE" sz="2400" strike="noStrike" u="none">
                <a:solidFill>
                  <a:srgbClr val="93a1a1"/>
                </a:solidFill>
                <a:uFillTx/>
                <a:latin typeface="SourceCodePro"/>
              </a:rPr>
              <a:t>,</a:t>
            </a:r>
            <a:r>
              <a:rPr b="0" lang="de-DE" sz="2400" strike="noStrike" u="none">
                <a:solidFill>
                  <a:srgbClr val="48484c"/>
                </a:solidFill>
                <a:uFillTx/>
                <a:latin typeface="SourceCodePro"/>
              </a:rPr>
              <a:t> publicB</a:t>
            </a:r>
            <a:r>
              <a:rPr b="0" lang="de-DE" sz="2400" strike="noStrike" u="none">
                <a:solidFill>
                  <a:srgbClr val="93a1a1"/>
                </a:solidFill>
                <a:uFillTx/>
                <a:latin typeface="SourceCodePro"/>
              </a:rPr>
              <a:t>}</a:t>
            </a:r>
            <a:r>
              <a:rPr b="0" lang="de-DE" sz="2400" strike="noStrike" u="none">
                <a:solidFill>
                  <a:srgbClr val="48484c"/>
                </a:solidFill>
                <a:uFillTx/>
                <a:latin typeface="SourceCodePro"/>
              </a:rPr>
              <a:t> </a:t>
            </a:r>
            <a:r>
              <a:rPr b="0" lang="de-DE" sz="2400" strike="noStrike" u="none">
                <a:solidFill>
                  <a:srgbClr val="1e347b"/>
                </a:solidFill>
                <a:uFillTx/>
                <a:latin typeface="SourceCodePro"/>
              </a:rPr>
              <a:t>from</a:t>
            </a:r>
            <a:r>
              <a:rPr b="0" lang="de-DE" sz="2400" strike="noStrike" u="none">
                <a:solidFill>
                  <a:srgbClr val="48484c"/>
                </a:solidFill>
                <a:uFillTx/>
                <a:latin typeface="SourceCodePro"/>
              </a:rPr>
              <a:t> </a:t>
            </a:r>
            <a:r>
              <a:rPr b="0" lang="de-DE" sz="2400" strike="noStrike" u="none">
                <a:solidFill>
                  <a:srgbClr val="dd1144"/>
                </a:solidFill>
                <a:uFillTx/>
                <a:latin typeface="SourceCodePro"/>
              </a:rPr>
              <a:t>"./lib"</a:t>
            </a:r>
            <a:r>
              <a:rPr b="0" lang="de-DE" sz="2400" strike="noStrike" u="none">
                <a:solidFill>
                  <a:srgbClr val="93a1a1"/>
                </a:solidFill>
                <a:uFillTx/>
                <a:latin typeface="SourceCodePro"/>
              </a:rPr>
              <a:t>;</a:t>
            </a:r>
            <a:endParaRPr b="0" lang="de-DE" sz="2400" strike="noStrike" u="none">
              <a:solidFill>
                <a:srgbClr val="000000"/>
              </a:solidFill>
              <a:uFillTx/>
              <a:latin typeface="Arial"/>
            </a:endParaRPr>
          </a:p>
          <a:p>
            <a:pPr indent="0" defTabSz="914400">
              <a:lnSpc>
                <a:spcPct val="90000"/>
              </a:lnSpc>
              <a:spcBef>
                <a:spcPts val="1001"/>
              </a:spcBef>
              <a:buNone/>
              <a:tabLst>
                <a:tab algn="l" pos="0"/>
              </a:tabLst>
            </a:pPr>
            <a:endParaRPr b="0" lang="de-DE" sz="2800" strike="noStrike" u="none">
              <a:solidFill>
                <a:srgbClr val="000000"/>
              </a:solidFill>
              <a:uFillTx/>
              <a:latin typeface="Arial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68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70" name="PlaceHolder 1"/>
          <p:cNvSpPr>
            <a:spLocks noGrp="1"/>
          </p:cNvSpPr>
          <p:nvPr>
            <p:ph type="title"/>
          </p:nvPr>
        </p:nvSpPr>
        <p:spPr>
          <a:xfrm>
            <a:off x="838080" y="365040"/>
            <a:ext cx="10514520" cy="132444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ctr">
            <a:noAutofit/>
          </a:bodyPr>
          <a:p>
            <a:pPr indent="0" defTabSz="914400">
              <a:lnSpc>
                <a:spcPct val="90000"/>
              </a:lnSpc>
              <a:buNone/>
              <a:tabLst>
                <a:tab algn="l" pos="0"/>
              </a:tabLst>
            </a:pPr>
            <a:r>
              <a:rPr b="0" lang="de-DE" sz="4400" strike="noStrike" u="none">
                <a:solidFill>
                  <a:schemeClr val="dk1"/>
                </a:solidFill>
                <a:uFillTx/>
                <a:latin typeface="Calibri Light"/>
              </a:rPr>
              <a:t>Imports</a:t>
            </a:r>
            <a:endParaRPr b="0" lang="de-DE" sz="4400" strike="noStrike" u="none">
              <a:solidFill>
                <a:srgbClr val="000000"/>
              </a:solidFill>
              <a:uFillTx/>
              <a:latin typeface="Arial"/>
            </a:endParaRPr>
          </a:p>
        </p:txBody>
      </p:sp>
      <p:sp>
        <p:nvSpPr>
          <p:cNvPr id="371" name="PlaceHolder 2"/>
          <p:cNvSpPr>
            <a:spLocks noGrp="1"/>
          </p:cNvSpPr>
          <p:nvPr>
            <p:ph/>
          </p:nvPr>
        </p:nvSpPr>
        <p:spPr>
          <a:xfrm>
            <a:off x="838080" y="1825560"/>
            <a:ext cx="10514520" cy="435024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t">
            <a:noAutofit/>
          </a:bodyPr>
          <a:p>
            <a:pPr marL="228600" indent="-228600" defTabSz="914400">
              <a:lnSpc>
                <a:spcPct val="90000"/>
              </a:lnSpc>
              <a:spcBef>
                <a:spcPts val="1001"/>
              </a:spcBef>
              <a:buClr>
                <a:srgbClr val="333333"/>
              </a:buClr>
              <a:buFont typeface="Arial"/>
              <a:buChar char="•"/>
            </a:pPr>
            <a:r>
              <a:rPr b="0" lang="de-DE" sz="2800" strike="noStrike" u="none">
                <a:solidFill>
                  <a:srgbClr val="333333"/>
                </a:solidFill>
                <a:uFillTx/>
                <a:latin typeface="Aller"/>
              </a:rPr>
              <a:t>Alle import Statements sind </a:t>
            </a:r>
            <a:r>
              <a:rPr b="0" i="1" lang="de-DE" sz="2800" strike="noStrike" u="none">
                <a:solidFill>
                  <a:srgbClr val="333333"/>
                </a:solidFill>
                <a:uFillTx/>
                <a:latin typeface="Aller"/>
              </a:rPr>
              <a:t>hoisted</a:t>
            </a:r>
            <a:endParaRPr b="0" lang="de-DE" sz="2800" strike="noStrike" u="none">
              <a:solidFill>
                <a:srgbClr val="000000"/>
              </a:solidFill>
              <a:uFillTx/>
              <a:latin typeface="Arial"/>
            </a:endParaRPr>
          </a:p>
          <a:p>
            <a:pPr marL="228600" indent="-228600" defTabSz="914400">
              <a:lnSpc>
                <a:spcPct val="90000"/>
              </a:lnSpc>
              <a:spcBef>
                <a:spcPts val="1001"/>
              </a:spcBef>
              <a:buClr>
                <a:srgbClr val="333333"/>
              </a:buClr>
              <a:buFont typeface="Arial"/>
              <a:buChar char="•"/>
            </a:pPr>
            <a:r>
              <a:rPr b="0" lang="de-DE" sz="2800" strike="noStrike" u="none">
                <a:solidFill>
                  <a:srgbClr val="333333"/>
                </a:solidFill>
                <a:uFillTx/>
                <a:latin typeface="Aller"/>
              </a:rPr>
              <a:t>import/export Statements dürfen nicht ...</a:t>
            </a:r>
            <a:endParaRPr b="0" lang="de-DE" sz="2800" strike="noStrike" u="none">
              <a:solidFill>
                <a:srgbClr val="000000"/>
              </a:solidFill>
              <a:uFillTx/>
              <a:latin typeface="Arial"/>
            </a:endParaRPr>
          </a:p>
          <a:p>
            <a:pPr lvl="1" marL="743040" indent="-285840" defTabSz="914400">
              <a:lnSpc>
                <a:spcPct val="90000"/>
              </a:lnSpc>
              <a:spcBef>
                <a:spcPts val="499"/>
              </a:spcBef>
              <a:buClr>
                <a:srgbClr val="333333"/>
              </a:buClr>
              <a:buFont typeface="Arial"/>
              <a:buChar char="•"/>
            </a:pPr>
            <a:r>
              <a:rPr b="0" lang="de-DE" sz="2400" strike="noStrike" u="none">
                <a:solidFill>
                  <a:srgbClr val="333333"/>
                </a:solidFill>
                <a:uFillTx/>
                <a:latin typeface="Aller"/>
              </a:rPr>
              <a:t>variabel sein</a:t>
            </a:r>
            <a:endParaRPr b="0" lang="de-DE" sz="2400" strike="noStrike" u="none">
              <a:solidFill>
                <a:srgbClr val="000000"/>
              </a:solidFill>
              <a:uFillTx/>
              <a:latin typeface="Arial"/>
            </a:endParaRPr>
          </a:p>
          <a:p>
            <a:pPr lvl="1" marL="743040" indent="-285840" defTabSz="914400">
              <a:lnSpc>
                <a:spcPct val="90000"/>
              </a:lnSpc>
              <a:spcBef>
                <a:spcPts val="499"/>
              </a:spcBef>
              <a:buClr>
                <a:srgbClr val="333333"/>
              </a:buClr>
              <a:buFont typeface="Arial"/>
              <a:buChar char="•"/>
            </a:pPr>
            <a:r>
              <a:rPr b="0" lang="de-DE" sz="2400" strike="noStrike" u="none">
                <a:solidFill>
                  <a:srgbClr val="333333"/>
                </a:solidFill>
                <a:uFillTx/>
                <a:latin typeface="Aller"/>
              </a:rPr>
              <a:t>conditional sein (if, case, etc.)</a:t>
            </a:r>
            <a:endParaRPr b="0" lang="de-DE" sz="2400" strike="noStrike" u="none">
              <a:solidFill>
                <a:srgbClr val="000000"/>
              </a:solidFill>
              <a:uFillTx/>
              <a:latin typeface="Arial"/>
            </a:endParaRPr>
          </a:p>
          <a:p>
            <a:pPr marL="228600" indent="-228600" defTabSz="914400">
              <a:lnSpc>
                <a:spcPct val="90000"/>
              </a:lnSpc>
              <a:spcBef>
                <a:spcPts val="1001"/>
              </a:spcBef>
              <a:buClr>
                <a:srgbClr val="333333"/>
              </a:buClr>
              <a:buFont typeface="Arial"/>
              <a:buChar char="•"/>
            </a:pPr>
            <a:r>
              <a:rPr b="0" lang="de-DE" sz="2800" strike="noStrike" u="none">
                <a:solidFill>
                  <a:srgbClr val="333333"/>
                </a:solidFill>
                <a:uFillTx/>
                <a:latin typeface="Aller"/>
              </a:rPr>
              <a:t>Erlaubt statische Analyse</a:t>
            </a:r>
            <a:endParaRPr b="0" lang="de-DE" sz="2800" strike="noStrike" u="none">
              <a:solidFill>
                <a:srgbClr val="000000"/>
              </a:solidFill>
              <a:uFillTx/>
              <a:latin typeface="Arial"/>
            </a:endParaRPr>
          </a:p>
          <a:p>
            <a:pPr lvl="1" marL="743040" indent="-285840" defTabSz="914400">
              <a:lnSpc>
                <a:spcPct val="90000"/>
              </a:lnSpc>
              <a:spcBef>
                <a:spcPts val="499"/>
              </a:spcBef>
              <a:buClr>
                <a:srgbClr val="333333"/>
              </a:buClr>
              <a:buFont typeface="Arial"/>
              <a:buChar char="•"/>
            </a:pPr>
            <a:r>
              <a:rPr b="0" lang="de-DE" sz="2400" strike="noStrike" u="none">
                <a:solidFill>
                  <a:srgbClr val="333333"/>
                </a:solidFill>
                <a:uFillTx/>
                <a:latin typeface="Aller"/>
              </a:rPr>
              <a:t>Bundling</a:t>
            </a:r>
            <a:endParaRPr b="0" lang="de-DE" sz="2400" strike="noStrike" u="none">
              <a:solidFill>
                <a:srgbClr val="000000"/>
              </a:solidFill>
              <a:uFillTx/>
              <a:latin typeface="Arial"/>
            </a:endParaRPr>
          </a:p>
          <a:p>
            <a:pPr lvl="1" marL="743040" indent="-285840" defTabSz="914400">
              <a:lnSpc>
                <a:spcPct val="90000"/>
              </a:lnSpc>
              <a:spcBef>
                <a:spcPts val="499"/>
              </a:spcBef>
              <a:buClr>
                <a:srgbClr val="333333"/>
              </a:buClr>
              <a:buFont typeface="Arial"/>
              <a:buChar char="•"/>
            </a:pPr>
            <a:r>
              <a:rPr b="0" lang="de-DE" sz="2400" strike="noStrike" u="none">
                <a:solidFill>
                  <a:srgbClr val="333333"/>
                </a:solidFill>
                <a:uFillTx/>
                <a:latin typeface="Aller"/>
              </a:rPr>
              <a:t>Code Navigation in IDE</a:t>
            </a:r>
            <a:endParaRPr b="0" lang="de-DE" sz="2400" strike="noStrike" u="none">
              <a:solidFill>
                <a:srgbClr val="000000"/>
              </a:solidFill>
              <a:uFillTx/>
              <a:latin typeface="Arial"/>
            </a:endParaRPr>
          </a:p>
          <a:p>
            <a:pPr indent="0" defTabSz="914400">
              <a:lnSpc>
                <a:spcPct val="90000"/>
              </a:lnSpc>
              <a:spcBef>
                <a:spcPts val="1001"/>
              </a:spcBef>
              <a:buNone/>
              <a:tabLst>
                <a:tab algn="l" pos="0"/>
              </a:tabLst>
            </a:pPr>
            <a:endParaRPr b="0" lang="de-DE" sz="2800" strike="noStrike" u="none">
              <a:solidFill>
                <a:srgbClr val="000000"/>
              </a:solidFill>
              <a:uFillTx/>
              <a:latin typeface="Arial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69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bg>
      <p:bgPr>
        <a:solidFill>
          <a:schemeClr val="lt1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 useBgFill="1">
        <p:nvSpPr>
          <p:cNvPr id="372" name="Rectangle 7">
            <a:extLst>
              <a:ext uri="{C183D7F6-B498-43B3-948B-1728B52AA6E4}">
                <adec:decorative xmlns:adec="http://schemas.microsoft.com/office/drawing/2017/decorative" val="1"/>
              </a:ext>
            </a:extLst>
          </p:cNvPr>
          <p:cNvSpPr/>
          <p:nvPr/>
        </p:nvSpPr>
        <p:spPr>
          <a:xfrm>
            <a:off x="0" y="0"/>
            <a:ext cx="12190680" cy="6856920"/>
          </a:xfrm>
          <a:prstGeom prst="rect">
            <a:avLst/>
          </a:prstGeom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 algn="ctr" defTabSz="914400">
              <a:lnSpc>
                <a:spcPct val="100000"/>
              </a:lnSpc>
            </a:pPr>
            <a:endParaRPr b="0" lang="en-US" sz="1800" strike="noStrike" u="none">
              <a:solidFill>
                <a:schemeClr val="lt1"/>
              </a:solidFill>
              <a:uFillTx/>
              <a:latin typeface="Calibri"/>
            </a:endParaRPr>
          </a:p>
        </p:txBody>
      </p:sp>
      <p:sp>
        <p:nvSpPr>
          <p:cNvPr id="373" name="Rectangle 9">
            <a:extLst>
              <a:ext uri="{C183D7F6-B498-43B3-948B-1728B52AA6E4}">
                <adec:decorative xmlns:adec="http://schemas.microsoft.com/office/drawing/2017/decorative" val="1"/>
              </a:ext>
            </a:extLst>
          </p:cNvPr>
          <p:cNvSpPr/>
          <p:nvPr/>
        </p:nvSpPr>
        <p:spPr>
          <a:xfrm>
            <a:off x="360" y="0"/>
            <a:ext cx="12190680" cy="6856920"/>
          </a:xfrm>
          <a:prstGeom prst="rect">
            <a:avLst/>
          </a:prstGeom>
          <a:solidFill>
            <a:schemeClr val="bg1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 algn="ctr" defTabSz="914400">
              <a:lnSpc>
                <a:spcPct val="100000"/>
              </a:lnSpc>
            </a:pPr>
            <a:endParaRPr b="0" lang="en-US" sz="800" strike="noStrike" u="none">
              <a:solidFill>
                <a:schemeClr val="lt1"/>
              </a:solidFill>
              <a:uFillTx/>
              <a:latin typeface="Calibri"/>
            </a:endParaRPr>
          </a:p>
        </p:txBody>
      </p:sp>
      <p:sp>
        <p:nvSpPr>
          <p:cNvPr id="374" name="PlaceHolder 1"/>
          <p:cNvSpPr>
            <a:spLocks noGrp="1"/>
          </p:cNvSpPr>
          <p:nvPr>
            <p:ph type="title"/>
          </p:nvPr>
        </p:nvSpPr>
        <p:spPr>
          <a:xfrm>
            <a:off x="1179360" y="1594800"/>
            <a:ext cx="9832320" cy="132444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b">
            <a:normAutofit/>
          </a:bodyPr>
          <a:p>
            <a:pPr indent="0" algn="ctr" defTabSz="914400">
              <a:lnSpc>
                <a:spcPct val="90000"/>
              </a:lnSpc>
              <a:buNone/>
              <a:tabLst>
                <a:tab algn="l" pos="0"/>
              </a:tabLst>
            </a:pPr>
            <a:r>
              <a:rPr b="0" lang="de-DE" sz="3600" strike="noStrike" u="none">
                <a:solidFill>
                  <a:schemeClr val="dk2"/>
                </a:solidFill>
                <a:uFillTx/>
                <a:latin typeface="Calibri Light"/>
              </a:rPr>
              <a:t>Übung 3: Module</a:t>
            </a:r>
            <a:endParaRPr b="0" lang="de-DE" sz="3600" strike="noStrike" u="none">
              <a:solidFill>
                <a:srgbClr val="000000"/>
              </a:solidFill>
              <a:uFillTx/>
              <a:latin typeface="Arial"/>
            </a:endParaRPr>
          </a:p>
        </p:txBody>
      </p:sp>
      <p:grpSp>
        <p:nvGrpSpPr>
          <p:cNvPr id="375" name="Group 11">
            <a:extLst>
              <a:ext uri="{C183D7F6-B498-43B3-948B-1728B52AA6E4}">
                <adec:decorative xmlns:adec="http://schemas.microsoft.com/office/drawing/2017/decorative" val="1"/>
              </a:ext>
            </a:extLst>
          </p:cNvPr>
          <p:cNvGrpSpPr/>
          <p:nvPr/>
        </p:nvGrpSpPr>
        <p:grpSpPr>
          <a:xfrm>
            <a:off x="0" y="0"/>
            <a:ext cx="3344760" cy="2509920"/>
            <a:chOff x="0" y="0"/>
            <a:chExt cx="3344760" cy="2509920"/>
          </a:xfrm>
        </p:grpSpPr>
        <p:sp>
          <p:nvSpPr>
            <p:cNvPr id="376" name="Freeform: Shape 12">
              <a:extLs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/>
            <p:nvPr/>
          </p:nvSpPr>
          <p:spPr>
            <a:xfrm>
              <a:off x="360" y="0"/>
              <a:ext cx="3329640" cy="2315520"/>
            </a:xfrm>
            <a:custGeom>
              <a:avLst/>
              <a:gdLst>
                <a:gd name="textAreaLeft" fmla="*/ 0 w 3329640"/>
                <a:gd name="textAreaRight" fmla="*/ 3330720 w 3329640"/>
                <a:gd name="textAreaTop" fmla="*/ 0 h 2315520"/>
                <a:gd name="textAreaBottom" fmla="*/ 2316600 h 2315520"/>
              </a:gdLst>
              <a:ahLst/>
              <a:rect l="textAreaLeft" t="textAreaTop" r="textAreaRight" b="textAreaBottom"/>
              <a:pathLst>
                <a:path w="3815424" h="2653659">
                  <a:moveTo>
                    <a:pt x="3203055" y="0"/>
                  </a:moveTo>
                  <a:lnTo>
                    <a:pt x="3815424" y="0"/>
                  </a:lnTo>
                  <a:lnTo>
                    <a:pt x="3801025" y="214243"/>
                  </a:lnTo>
                  <a:cubicBezTo>
                    <a:pt x="3616317" y="1584467"/>
                    <a:pt x="2091637" y="2653659"/>
                    <a:pt x="587142" y="2653659"/>
                  </a:cubicBezTo>
                  <a:cubicBezTo>
                    <a:pt x="400192" y="2653659"/>
                    <a:pt x="222112" y="2636953"/>
                    <a:pt x="53389" y="2605041"/>
                  </a:cubicBezTo>
                  <a:lnTo>
                    <a:pt x="0" y="2593136"/>
                  </a:lnTo>
                  <a:lnTo>
                    <a:pt x="0" y="1994836"/>
                  </a:lnTo>
                  <a:lnTo>
                    <a:pt x="159710" y="2035054"/>
                  </a:lnTo>
                  <a:cubicBezTo>
                    <a:pt x="295467" y="2061726"/>
                    <a:pt x="438268" y="2075152"/>
                    <a:pt x="587142" y="2075152"/>
                  </a:cubicBezTo>
                  <a:cubicBezTo>
                    <a:pt x="901731" y="2075152"/>
                    <a:pt x="1234490" y="2014697"/>
                    <a:pt x="1549283" y="1900153"/>
                  </a:cubicBezTo>
                  <a:cubicBezTo>
                    <a:pt x="1860709" y="1786959"/>
                    <a:pt x="2157231" y="1620350"/>
                    <a:pt x="2406698" y="1418450"/>
                  </a:cubicBezTo>
                  <a:cubicBezTo>
                    <a:pt x="2655859" y="1216840"/>
                    <a:pt x="2859596" y="978302"/>
                    <a:pt x="2996069" y="728678"/>
                  </a:cubicBezTo>
                  <a:cubicBezTo>
                    <a:pt x="3101178" y="536396"/>
                    <a:pt x="3167417" y="338366"/>
                    <a:pt x="3193967" y="137719"/>
                  </a:cubicBezTo>
                  <a:close/>
                </a:path>
              </a:pathLst>
            </a:custGeom>
            <a:gradFill rotWithShape="0">
              <a:gsLst>
                <a:gs pos="2000">
                  <a:srgbClr val="ffffff">
                    <a:alpha val="10000"/>
                  </a:srgbClr>
                </a:gs>
                <a:gs pos="16000">
                  <a:srgbClr val="f19d19">
                    <a:alpha val="10000"/>
                  </a:srgbClr>
                </a:gs>
                <a:gs pos="85000">
                  <a:srgbClr val="1d9a78">
                    <a:alpha val="10000"/>
                  </a:srgbClr>
                </a:gs>
                <a:gs pos="100000">
                  <a:srgbClr val="ffffff">
                    <a:alpha val="10000"/>
                  </a:srgbClr>
                </a:gs>
              </a:gsLst>
              <a:lin ang="12000000"/>
            </a:gra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/>
          </p:style>
          <p:txBody>
            <a:bodyPr lIns="90000" rIns="90000" tIns="45000" bIns="45000" anchor="ctr">
              <a:noAutofit/>
            </a:bodyPr>
            <a:p>
              <a:pPr algn="ctr" defTabSz="914400">
                <a:lnSpc>
                  <a:spcPct val="100000"/>
                </a:lnSpc>
              </a:pPr>
              <a:endParaRPr b="0" lang="en-US" sz="1800" strike="noStrike" u="none">
                <a:solidFill>
                  <a:schemeClr val="lt1"/>
                </a:solidFill>
                <a:uFillTx/>
                <a:latin typeface="Calibri"/>
              </a:endParaRPr>
            </a:p>
          </p:txBody>
        </p:sp>
        <p:sp>
          <p:nvSpPr>
            <p:cNvPr id="377" name="Freeform: Shape 13">
              <a:extLs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/>
            <p:nvPr/>
          </p:nvSpPr>
          <p:spPr>
            <a:xfrm>
              <a:off x="360" y="0"/>
              <a:ext cx="3329640" cy="2315520"/>
            </a:xfrm>
            <a:custGeom>
              <a:avLst/>
              <a:gdLst>
                <a:gd name="textAreaLeft" fmla="*/ 0 w 3329640"/>
                <a:gd name="textAreaRight" fmla="*/ 3330720 w 3329640"/>
                <a:gd name="textAreaTop" fmla="*/ 0 h 2315520"/>
                <a:gd name="textAreaBottom" fmla="*/ 2316600 h 2315520"/>
              </a:gdLst>
              <a:ahLst/>
              <a:rect l="textAreaLeft" t="textAreaTop" r="textAreaRight" b="textAreaBottom"/>
              <a:pathLst>
                <a:path w="3815424" h="2653660">
                  <a:moveTo>
                    <a:pt x="3305038" y="0"/>
                  </a:moveTo>
                  <a:lnTo>
                    <a:pt x="3815424" y="0"/>
                  </a:lnTo>
                  <a:lnTo>
                    <a:pt x="3801025" y="214244"/>
                  </a:lnTo>
                  <a:cubicBezTo>
                    <a:pt x="3616317" y="1584467"/>
                    <a:pt x="2091637" y="2653660"/>
                    <a:pt x="587142" y="2653660"/>
                  </a:cubicBezTo>
                  <a:cubicBezTo>
                    <a:pt x="400192" y="2653660"/>
                    <a:pt x="222112" y="2636954"/>
                    <a:pt x="53389" y="2605042"/>
                  </a:cubicBezTo>
                  <a:lnTo>
                    <a:pt x="0" y="2593137"/>
                  </a:lnTo>
                  <a:lnTo>
                    <a:pt x="0" y="2094444"/>
                  </a:lnTo>
                  <a:lnTo>
                    <a:pt x="137675" y="2129195"/>
                  </a:lnTo>
                  <a:cubicBezTo>
                    <a:pt x="280616" y="2157374"/>
                    <a:pt x="430766" y="2171571"/>
                    <a:pt x="587142" y="2171571"/>
                  </a:cubicBezTo>
                  <a:cubicBezTo>
                    <a:pt x="918879" y="2171571"/>
                    <a:pt x="1254904" y="2110634"/>
                    <a:pt x="1585826" y="1990112"/>
                  </a:cubicBezTo>
                  <a:cubicBezTo>
                    <a:pt x="1908071" y="1873061"/>
                    <a:pt x="2214800" y="1700666"/>
                    <a:pt x="2473046" y="1491633"/>
                  </a:cubicBezTo>
                  <a:cubicBezTo>
                    <a:pt x="2735782" y="1279031"/>
                    <a:pt x="2942276" y="1037118"/>
                    <a:pt x="3086710" y="772838"/>
                  </a:cubicBezTo>
                  <a:cubicBezTo>
                    <a:pt x="3197408" y="570216"/>
                    <a:pt x="3267226" y="361248"/>
                    <a:pt x="3295217" y="149229"/>
                  </a:cubicBezTo>
                  <a:close/>
                </a:path>
              </a:pathLst>
            </a:custGeom>
            <a:gradFill rotWithShape="0">
              <a:gsLst>
                <a:gs pos="2000">
                  <a:srgbClr val="ffffff">
                    <a:alpha val="10000"/>
                  </a:srgbClr>
                </a:gs>
                <a:gs pos="16000">
                  <a:srgbClr val="f19d19">
                    <a:alpha val="10000"/>
                  </a:srgbClr>
                </a:gs>
                <a:gs pos="85000">
                  <a:srgbClr val="1d9a78">
                    <a:alpha val="10000"/>
                  </a:srgbClr>
                </a:gs>
                <a:gs pos="100000">
                  <a:srgbClr val="ffffff">
                    <a:alpha val="10000"/>
                  </a:srgbClr>
                </a:gs>
              </a:gsLst>
              <a:lin ang="12000000"/>
            </a:gra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/>
          </p:style>
          <p:txBody>
            <a:bodyPr lIns="90000" rIns="90000" tIns="45000" bIns="45000" anchor="ctr">
              <a:noAutofit/>
            </a:bodyPr>
            <a:p>
              <a:pPr algn="ctr" defTabSz="914400">
                <a:lnSpc>
                  <a:spcPct val="100000"/>
                </a:lnSpc>
              </a:pPr>
              <a:endParaRPr b="0" lang="en-US" sz="1800" strike="noStrike" u="none">
                <a:solidFill>
                  <a:schemeClr val="lt1"/>
                </a:solidFill>
                <a:uFillTx/>
                <a:latin typeface="Calibri"/>
              </a:endParaRPr>
            </a:p>
          </p:txBody>
        </p:sp>
        <p:sp>
          <p:nvSpPr>
            <p:cNvPr id="378" name="Freeform: Shape 14">
              <a:extLs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/>
            <p:nvPr/>
          </p:nvSpPr>
          <p:spPr>
            <a:xfrm>
              <a:off x="0" y="0"/>
              <a:ext cx="3330360" cy="2334960"/>
            </a:xfrm>
            <a:custGeom>
              <a:avLst/>
              <a:gdLst>
                <a:gd name="textAreaLeft" fmla="*/ 0 w 3330360"/>
                <a:gd name="textAreaRight" fmla="*/ 3331440 w 3330360"/>
                <a:gd name="textAreaTop" fmla="*/ 0 h 2334960"/>
                <a:gd name="textAreaBottom" fmla="*/ 2336040 h 2334960"/>
              </a:gdLst>
              <a:ahLst/>
              <a:rect l="textAreaLeft" t="textAreaTop" r="textAreaRight" b="textAreaBottom"/>
              <a:pathLst>
                <a:path w="3815986" h="2675935">
                  <a:moveTo>
                    <a:pt x="3648768" y="0"/>
                  </a:moveTo>
                  <a:lnTo>
                    <a:pt x="3815986" y="0"/>
                  </a:lnTo>
                  <a:lnTo>
                    <a:pt x="3804695" y="200084"/>
                  </a:lnTo>
                  <a:cubicBezTo>
                    <a:pt x="3795228" y="285751"/>
                    <a:pt x="3781167" y="371032"/>
                    <a:pt x="3762590" y="455543"/>
                  </a:cubicBezTo>
                  <a:cubicBezTo>
                    <a:pt x="3725537" y="624467"/>
                    <a:pt x="3668784" y="790112"/>
                    <a:pt x="3592332" y="947274"/>
                  </a:cubicBezTo>
                  <a:cubicBezTo>
                    <a:pt x="3438712" y="1261596"/>
                    <a:pt x="3216091" y="1542847"/>
                    <a:pt x="2953967" y="1782349"/>
                  </a:cubicBezTo>
                  <a:cubicBezTo>
                    <a:pt x="2822599" y="1902099"/>
                    <a:pt x="2680615" y="2011341"/>
                    <a:pt x="2530669" y="2109494"/>
                  </a:cubicBezTo>
                  <a:cubicBezTo>
                    <a:pt x="2380520" y="2207551"/>
                    <a:pt x="2222510" y="2294906"/>
                    <a:pt x="2057561" y="2369245"/>
                  </a:cubicBezTo>
                  <a:cubicBezTo>
                    <a:pt x="1727252" y="2516859"/>
                    <a:pt x="1371629" y="2614434"/>
                    <a:pt x="1007330" y="2655701"/>
                  </a:cubicBezTo>
                  <a:cubicBezTo>
                    <a:pt x="916281" y="2665873"/>
                    <a:pt x="824568" y="2672188"/>
                    <a:pt x="732765" y="2674696"/>
                  </a:cubicBezTo>
                  <a:cubicBezTo>
                    <a:pt x="640963" y="2677203"/>
                    <a:pt x="549072" y="2675901"/>
                    <a:pt x="457666" y="2670839"/>
                  </a:cubicBezTo>
                  <a:cubicBezTo>
                    <a:pt x="366106" y="2665584"/>
                    <a:pt x="274572" y="2656521"/>
                    <a:pt x="183574" y="2643312"/>
                  </a:cubicBezTo>
                  <a:lnTo>
                    <a:pt x="0" y="2607798"/>
                  </a:lnTo>
                  <a:lnTo>
                    <a:pt x="0" y="2356652"/>
                  </a:lnTo>
                  <a:lnTo>
                    <a:pt x="222195" y="2396940"/>
                  </a:lnTo>
                  <a:cubicBezTo>
                    <a:pt x="304990" y="2407980"/>
                    <a:pt x="388511" y="2415283"/>
                    <a:pt x="472364" y="2419092"/>
                  </a:cubicBezTo>
                  <a:cubicBezTo>
                    <a:pt x="640376" y="2427095"/>
                    <a:pt x="808184" y="2421791"/>
                    <a:pt x="974972" y="2402122"/>
                  </a:cubicBezTo>
                  <a:cubicBezTo>
                    <a:pt x="1141658" y="2382358"/>
                    <a:pt x="1306812" y="2349286"/>
                    <a:pt x="1468292" y="2304162"/>
                  </a:cubicBezTo>
                  <a:cubicBezTo>
                    <a:pt x="1629874" y="2259231"/>
                    <a:pt x="1787475" y="2201091"/>
                    <a:pt x="1940176" y="2133695"/>
                  </a:cubicBezTo>
                  <a:cubicBezTo>
                    <a:pt x="2246498" y="2000349"/>
                    <a:pt x="2532507" y="1823520"/>
                    <a:pt x="2783403" y="1609954"/>
                  </a:cubicBezTo>
                  <a:cubicBezTo>
                    <a:pt x="2908442" y="1502833"/>
                    <a:pt x="3024295" y="1385975"/>
                    <a:pt x="3128104" y="1260439"/>
                  </a:cubicBezTo>
                  <a:cubicBezTo>
                    <a:pt x="3232116" y="1135096"/>
                    <a:pt x="3323881" y="1000689"/>
                    <a:pt x="3400639" y="859052"/>
                  </a:cubicBezTo>
                  <a:cubicBezTo>
                    <a:pt x="3477399" y="717510"/>
                    <a:pt x="3541296" y="569316"/>
                    <a:pt x="3585595" y="415336"/>
                  </a:cubicBezTo>
                  <a:cubicBezTo>
                    <a:pt x="3607796" y="338540"/>
                    <a:pt x="3624638" y="260224"/>
                    <a:pt x="3635918" y="181137"/>
                  </a:cubicBezTo>
                  <a:close/>
                </a:path>
              </a:pathLst>
            </a:custGeom>
            <a:gradFill rotWithShape="0">
              <a:gsLst>
                <a:gs pos="2000">
                  <a:srgbClr val="ffffff">
                    <a:alpha val="10000"/>
                  </a:srgbClr>
                </a:gs>
                <a:gs pos="16000">
                  <a:srgbClr val="f19d19">
                    <a:alpha val="10000"/>
                  </a:srgbClr>
                </a:gs>
                <a:gs pos="85000">
                  <a:srgbClr val="1d9a78">
                    <a:alpha val="10000"/>
                  </a:srgbClr>
                </a:gs>
                <a:gs pos="100000">
                  <a:srgbClr val="ffffff">
                    <a:alpha val="10000"/>
                  </a:srgbClr>
                </a:gs>
              </a:gsLst>
              <a:lin ang="12000000"/>
            </a:gra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/>
          </p:style>
          <p:txBody>
            <a:bodyPr lIns="90000" rIns="90000" tIns="45000" bIns="45000" anchor="ctr">
              <a:noAutofit/>
            </a:bodyPr>
            <a:p>
              <a:pPr algn="ctr" defTabSz="914400">
                <a:lnSpc>
                  <a:spcPct val="100000"/>
                </a:lnSpc>
              </a:pPr>
              <a:endParaRPr b="0" lang="en-US" sz="1800" strike="noStrike" u="none">
                <a:solidFill>
                  <a:schemeClr val="lt1"/>
                </a:solidFill>
                <a:uFillTx/>
                <a:latin typeface="Calibri"/>
              </a:endParaRPr>
            </a:p>
          </p:txBody>
        </p:sp>
        <p:sp>
          <p:nvSpPr>
            <p:cNvPr id="379" name="Freeform: Shape 15">
              <a:extLs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/>
            <p:nvPr/>
          </p:nvSpPr>
          <p:spPr>
            <a:xfrm>
              <a:off x="360" y="0"/>
              <a:ext cx="3344400" cy="2509920"/>
            </a:xfrm>
            <a:custGeom>
              <a:avLst/>
              <a:gdLst>
                <a:gd name="textAreaLeft" fmla="*/ 0 w 3344400"/>
                <a:gd name="textAreaRight" fmla="*/ 3345480 w 3344400"/>
                <a:gd name="textAreaTop" fmla="*/ 0 h 2509920"/>
                <a:gd name="textAreaBottom" fmla="*/ 2511000 h 2509920"/>
              </a:gdLst>
              <a:ahLst/>
              <a:rect l="textAreaLeft" t="textAreaTop" r="textAreaRight" b="textAreaBottom"/>
              <a:pathLst>
                <a:path w="3832270" h="2876136">
                  <a:moveTo>
                    <a:pt x="3800718" y="0"/>
                  </a:moveTo>
                  <a:lnTo>
                    <a:pt x="3832270" y="0"/>
                  </a:lnTo>
                  <a:lnTo>
                    <a:pt x="3824562" y="143769"/>
                  </a:lnTo>
                  <a:cubicBezTo>
                    <a:pt x="3797131" y="409191"/>
                    <a:pt x="3730585" y="671345"/>
                    <a:pt x="3628155" y="922055"/>
                  </a:cubicBezTo>
                  <a:cubicBezTo>
                    <a:pt x="3593858" y="1005553"/>
                    <a:pt x="3556704" y="1088280"/>
                    <a:pt x="3514853" y="1169078"/>
                  </a:cubicBezTo>
                  <a:cubicBezTo>
                    <a:pt x="3473616" y="1250166"/>
                    <a:pt x="3428194" y="1329517"/>
                    <a:pt x="3379198" y="1407037"/>
                  </a:cubicBezTo>
                  <a:cubicBezTo>
                    <a:pt x="3281106" y="1561980"/>
                    <a:pt x="3169132" y="1710174"/>
                    <a:pt x="3043787" y="1848342"/>
                  </a:cubicBezTo>
                  <a:cubicBezTo>
                    <a:pt x="2980806" y="1917184"/>
                    <a:pt x="2915071" y="1984001"/>
                    <a:pt x="2845661" y="2047444"/>
                  </a:cubicBezTo>
                  <a:cubicBezTo>
                    <a:pt x="2828411" y="2063450"/>
                    <a:pt x="2811060" y="2079263"/>
                    <a:pt x="2793197" y="2094689"/>
                  </a:cubicBezTo>
                  <a:cubicBezTo>
                    <a:pt x="2775436" y="2110213"/>
                    <a:pt x="2757982" y="2126025"/>
                    <a:pt x="2739710" y="2140969"/>
                  </a:cubicBezTo>
                  <a:cubicBezTo>
                    <a:pt x="2703576" y="2171341"/>
                    <a:pt x="2666524" y="2200749"/>
                    <a:pt x="2629166" y="2229867"/>
                  </a:cubicBezTo>
                  <a:cubicBezTo>
                    <a:pt x="2479015" y="2345569"/>
                    <a:pt x="2316821" y="2448061"/>
                    <a:pt x="2145952" y="2535994"/>
                  </a:cubicBezTo>
                  <a:cubicBezTo>
                    <a:pt x="1804312" y="2711957"/>
                    <a:pt x="1424600" y="2826982"/>
                    <a:pt x="1034987" y="2863910"/>
                  </a:cubicBezTo>
                  <a:cubicBezTo>
                    <a:pt x="937762" y="2873167"/>
                    <a:pt x="839720" y="2877096"/>
                    <a:pt x="741909" y="2875939"/>
                  </a:cubicBezTo>
                  <a:cubicBezTo>
                    <a:pt x="644097" y="2874782"/>
                    <a:pt x="546515" y="2868539"/>
                    <a:pt x="450208" y="2857451"/>
                  </a:cubicBezTo>
                  <a:cubicBezTo>
                    <a:pt x="305520" y="2840674"/>
                    <a:pt x="162095" y="2813810"/>
                    <a:pt x="22215" y="2775923"/>
                  </a:cubicBezTo>
                  <a:lnTo>
                    <a:pt x="0" y="2769256"/>
                  </a:lnTo>
                  <a:lnTo>
                    <a:pt x="0" y="2590612"/>
                  </a:lnTo>
                  <a:lnTo>
                    <a:pt x="199046" y="2627410"/>
                  </a:lnTo>
                  <a:cubicBezTo>
                    <a:pt x="288321" y="2639209"/>
                    <a:pt x="378197" y="2646537"/>
                    <a:pt x="468174" y="2649670"/>
                  </a:cubicBezTo>
                  <a:cubicBezTo>
                    <a:pt x="648333" y="2656805"/>
                    <a:pt x="826655" y="2647163"/>
                    <a:pt x="1003650" y="2622480"/>
                  </a:cubicBezTo>
                  <a:cubicBezTo>
                    <a:pt x="1091943" y="2609658"/>
                    <a:pt x="1179725" y="2593747"/>
                    <a:pt x="1266489" y="2573982"/>
                  </a:cubicBezTo>
                  <a:cubicBezTo>
                    <a:pt x="1353250" y="2553927"/>
                    <a:pt x="1439298" y="2531076"/>
                    <a:pt x="1524223" y="2504657"/>
                  </a:cubicBezTo>
                  <a:cubicBezTo>
                    <a:pt x="1609149" y="2478336"/>
                    <a:pt x="1693052" y="2448833"/>
                    <a:pt x="1775731" y="2416243"/>
                  </a:cubicBezTo>
                  <a:cubicBezTo>
                    <a:pt x="1858309" y="2383557"/>
                    <a:pt x="1939764" y="2347882"/>
                    <a:pt x="2019789" y="2309412"/>
                  </a:cubicBezTo>
                  <a:cubicBezTo>
                    <a:pt x="2179839" y="2232567"/>
                    <a:pt x="2334583" y="2144923"/>
                    <a:pt x="2482486" y="2046962"/>
                  </a:cubicBezTo>
                  <a:cubicBezTo>
                    <a:pt x="2519334" y="2022376"/>
                    <a:pt x="2556081" y="1997403"/>
                    <a:pt x="2591908" y="1971371"/>
                  </a:cubicBezTo>
                  <a:cubicBezTo>
                    <a:pt x="2610077" y="1958644"/>
                    <a:pt x="2627838" y="1945434"/>
                    <a:pt x="2645702" y="1932321"/>
                  </a:cubicBezTo>
                  <a:cubicBezTo>
                    <a:pt x="2663666" y="1919305"/>
                    <a:pt x="2681325" y="1905903"/>
                    <a:pt x="2698779" y="1892309"/>
                  </a:cubicBezTo>
                  <a:cubicBezTo>
                    <a:pt x="2768903" y="1838025"/>
                    <a:pt x="2837496" y="1781717"/>
                    <a:pt x="2903537" y="1722516"/>
                  </a:cubicBezTo>
                  <a:cubicBezTo>
                    <a:pt x="3035926" y="1604501"/>
                    <a:pt x="3158720" y="1475784"/>
                    <a:pt x="3269061" y="1337327"/>
                  </a:cubicBezTo>
                  <a:cubicBezTo>
                    <a:pt x="3324182" y="1268099"/>
                    <a:pt x="3376341" y="1196461"/>
                    <a:pt x="3424928" y="1122508"/>
                  </a:cubicBezTo>
                  <a:cubicBezTo>
                    <a:pt x="3472697" y="1048170"/>
                    <a:pt x="3517814" y="972000"/>
                    <a:pt x="3557622" y="893226"/>
                  </a:cubicBezTo>
                  <a:cubicBezTo>
                    <a:pt x="3567931" y="873654"/>
                    <a:pt x="3577526" y="853791"/>
                    <a:pt x="3587019" y="833929"/>
                  </a:cubicBezTo>
                  <a:lnTo>
                    <a:pt x="3601310" y="804040"/>
                  </a:lnTo>
                  <a:lnTo>
                    <a:pt x="3614885" y="773861"/>
                  </a:lnTo>
                  <a:cubicBezTo>
                    <a:pt x="3623766" y="753709"/>
                    <a:pt x="3632748" y="733559"/>
                    <a:pt x="3640812" y="713022"/>
                  </a:cubicBezTo>
                  <a:cubicBezTo>
                    <a:pt x="3648876" y="692485"/>
                    <a:pt x="3657756" y="672236"/>
                    <a:pt x="3665105" y="651506"/>
                  </a:cubicBezTo>
                  <a:cubicBezTo>
                    <a:pt x="3696544" y="569166"/>
                    <a:pt x="3723185" y="485089"/>
                    <a:pt x="3744110" y="399567"/>
                  </a:cubicBezTo>
                  <a:cubicBezTo>
                    <a:pt x="3765341" y="314238"/>
                    <a:pt x="3781392" y="227654"/>
                    <a:pt x="3792123" y="140444"/>
                  </a:cubicBezTo>
                  <a:close/>
                </a:path>
              </a:pathLst>
            </a:custGeom>
            <a:gradFill rotWithShape="0">
              <a:gsLst>
                <a:gs pos="2000">
                  <a:srgbClr val="ffffff">
                    <a:alpha val="10000"/>
                  </a:srgbClr>
                </a:gs>
                <a:gs pos="16000">
                  <a:srgbClr val="f19d19">
                    <a:alpha val="10000"/>
                  </a:srgbClr>
                </a:gs>
                <a:gs pos="85000">
                  <a:srgbClr val="1d9a78">
                    <a:alpha val="10000"/>
                  </a:srgbClr>
                </a:gs>
                <a:gs pos="100000">
                  <a:srgbClr val="ffffff">
                    <a:alpha val="10000"/>
                  </a:srgbClr>
                </a:gs>
              </a:gsLst>
              <a:lin ang="12000000"/>
            </a:gra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/>
          </p:style>
          <p:txBody>
            <a:bodyPr lIns="90000" rIns="90000" tIns="45000" bIns="45000" anchor="ctr">
              <a:noAutofit/>
            </a:bodyPr>
            <a:p>
              <a:pPr algn="ctr" defTabSz="914400">
                <a:lnSpc>
                  <a:spcPct val="100000"/>
                </a:lnSpc>
              </a:pPr>
              <a:endParaRPr b="0" lang="en-US" sz="1800" strike="noStrike" u="none">
                <a:solidFill>
                  <a:schemeClr val="lt1"/>
                </a:solidFill>
                <a:uFillTx/>
                <a:latin typeface="Calibri"/>
              </a:endParaRPr>
            </a:p>
          </p:txBody>
        </p:sp>
      </p:grpSp>
      <p:sp>
        <p:nvSpPr>
          <p:cNvPr id="380" name="PlaceHolder 2"/>
          <p:cNvSpPr>
            <a:spLocks noGrp="1"/>
          </p:cNvSpPr>
          <p:nvPr>
            <p:ph/>
          </p:nvPr>
        </p:nvSpPr>
        <p:spPr>
          <a:xfrm>
            <a:off x="1179360" y="3329640"/>
            <a:ext cx="9832320" cy="245628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t">
            <a:normAutofit/>
          </a:bodyPr>
          <a:p>
            <a:pPr marL="228600" indent="-228600" defTabSz="914400">
              <a:lnSpc>
                <a:spcPct val="90000"/>
              </a:lnSpc>
              <a:spcBef>
                <a:spcPts val="1001"/>
              </a:spcBef>
              <a:buClr>
                <a:srgbClr val="44546a"/>
              </a:buClr>
              <a:buFont typeface="Arial"/>
              <a:buChar char="•"/>
            </a:pPr>
            <a:r>
              <a:rPr b="0" lang="de-DE" sz="1800" strike="noStrike" u="none">
                <a:solidFill>
                  <a:schemeClr val="dk2"/>
                </a:solidFill>
                <a:uFillTx/>
                <a:latin typeface="Calibri"/>
              </a:rPr>
              <a:t>Lagere die Klasse Student in ein Module aus</a:t>
            </a:r>
            <a:endParaRPr b="0" lang="de-DE" sz="1800" strike="noStrike" u="none">
              <a:solidFill>
                <a:srgbClr val="000000"/>
              </a:solidFill>
              <a:uFillTx/>
              <a:latin typeface="Arial"/>
            </a:endParaRPr>
          </a:p>
          <a:p>
            <a:pPr lvl="1" marL="685800" indent="-228600" defTabSz="914400">
              <a:lnSpc>
                <a:spcPct val="90000"/>
              </a:lnSpc>
              <a:spcBef>
                <a:spcPts val="499"/>
              </a:spcBef>
              <a:buClr>
                <a:srgbClr val="44546a"/>
              </a:buClr>
              <a:buFont typeface="Arial"/>
              <a:buChar char="•"/>
            </a:pPr>
            <a:r>
              <a:rPr b="0" lang="de-DE" sz="1800" strike="noStrike" u="none">
                <a:solidFill>
                  <a:schemeClr val="dk2"/>
                </a:solidFill>
                <a:uFillTx/>
                <a:latin typeface="Calibri"/>
              </a:rPr>
              <a:t>Erstelle eine Datei student.ts</a:t>
            </a:r>
            <a:endParaRPr b="0" lang="de-DE" sz="1800" strike="noStrike" u="none">
              <a:solidFill>
                <a:srgbClr val="000000"/>
              </a:solidFill>
              <a:uFillTx/>
              <a:latin typeface="Arial"/>
            </a:endParaRPr>
          </a:p>
          <a:p>
            <a:pPr lvl="1" marL="685800" indent="-228600" defTabSz="914400">
              <a:lnSpc>
                <a:spcPct val="90000"/>
              </a:lnSpc>
              <a:spcBef>
                <a:spcPts val="499"/>
              </a:spcBef>
              <a:buClr>
                <a:srgbClr val="44546a"/>
              </a:buClr>
              <a:buFont typeface="Arial"/>
              <a:buChar char="•"/>
            </a:pPr>
            <a:r>
              <a:rPr b="0" lang="de-DE" sz="1800" strike="noStrike" u="none">
                <a:solidFill>
                  <a:schemeClr val="dk2"/>
                </a:solidFill>
                <a:uFillTx/>
                <a:latin typeface="Calibri"/>
              </a:rPr>
              <a:t>Verschiebe die Klasse dort hin und exportiere sie</a:t>
            </a:r>
            <a:endParaRPr b="0" lang="de-DE" sz="1800" strike="noStrike" u="none">
              <a:solidFill>
                <a:srgbClr val="000000"/>
              </a:solidFill>
              <a:uFillTx/>
              <a:latin typeface="Arial"/>
            </a:endParaRPr>
          </a:p>
          <a:p>
            <a:pPr marL="228600" indent="-228600" defTabSz="914400">
              <a:lnSpc>
                <a:spcPct val="90000"/>
              </a:lnSpc>
              <a:spcBef>
                <a:spcPts val="1001"/>
              </a:spcBef>
              <a:buClr>
                <a:srgbClr val="44546a"/>
              </a:buClr>
              <a:buFont typeface="Arial"/>
              <a:buChar char="•"/>
            </a:pPr>
            <a:r>
              <a:rPr b="0" lang="de-DE" sz="1800" strike="noStrike" u="none">
                <a:solidFill>
                  <a:schemeClr val="dk2"/>
                </a:solidFill>
                <a:uFillTx/>
                <a:latin typeface="Calibri"/>
              </a:rPr>
              <a:t>Importiere die Klasse in der ursprünglichen Datei</a:t>
            </a:r>
            <a:endParaRPr b="0" lang="de-DE" sz="1800" strike="noStrike" u="none">
              <a:solidFill>
                <a:srgbClr val="000000"/>
              </a:solidFill>
              <a:uFillTx/>
              <a:latin typeface="Arial"/>
            </a:endParaRPr>
          </a:p>
          <a:p>
            <a:pPr indent="0" defTabSz="914400">
              <a:lnSpc>
                <a:spcPct val="90000"/>
              </a:lnSpc>
              <a:spcBef>
                <a:spcPts val="1001"/>
              </a:spcBef>
              <a:buNone/>
              <a:tabLst>
                <a:tab algn="l" pos="0"/>
              </a:tabLst>
            </a:pPr>
            <a:endParaRPr b="0" lang="de-DE" sz="1800" strike="noStrike" u="none">
              <a:solidFill>
                <a:srgbClr val="000000"/>
              </a:solidFill>
              <a:uFillTx/>
              <a:latin typeface="Arial"/>
            </a:endParaRPr>
          </a:p>
        </p:txBody>
      </p:sp>
      <p:grpSp>
        <p:nvGrpSpPr>
          <p:cNvPr id="381" name="Group 17">
            <a:extLst>
              <a:ext uri="{C183D7F6-B498-43B3-948B-1728B52AA6E4}">
                <adec:decorative xmlns:adec="http://schemas.microsoft.com/office/drawing/2017/decorative" val="1"/>
              </a:ext>
            </a:extLst>
          </p:cNvPr>
          <p:cNvGrpSpPr/>
          <p:nvPr/>
        </p:nvGrpSpPr>
        <p:grpSpPr>
          <a:xfrm>
            <a:off x="9828720" y="2979360"/>
            <a:ext cx="2367720" cy="3877560"/>
            <a:chOff x="9828720" y="2979360"/>
            <a:chExt cx="2367720" cy="3877560"/>
          </a:xfrm>
        </p:grpSpPr>
        <p:sp>
          <p:nvSpPr>
            <p:cNvPr id="382" name="Freeform: Shape 18">
              <a:extLs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/>
            <p:nvPr/>
          </p:nvSpPr>
          <p:spPr>
            <a:xfrm rot="5400000">
              <a:off x="9073800" y="3734280"/>
              <a:ext cx="3877560" cy="2367720"/>
            </a:xfrm>
            <a:custGeom>
              <a:avLst/>
              <a:gdLst>
                <a:gd name="textAreaLeft" fmla="*/ 0 w 3877560"/>
                <a:gd name="textAreaRight" fmla="*/ 3878640 w 3877560"/>
                <a:gd name="textAreaTop" fmla="*/ 0 h 2367720"/>
                <a:gd name="textAreaBottom" fmla="*/ 2368800 h 2367720"/>
              </a:gdLst>
              <a:ahLst/>
              <a:rect l="textAreaLeft" t="textAreaTop" r="textAreaRight" b="textAreaBottom"/>
              <a:pathLst>
                <a:path w="5324985" h="3251912">
                  <a:moveTo>
                    <a:pt x="0" y="0"/>
                  </a:moveTo>
                  <a:lnTo>
                    <a:pt x="36826" y="0"/>
                  </a:lnTo>
                  <a:lnTo>
                    <a:pt x="45003" y="152909"/>
                  </a:lnTo>
                  <a:cubicBezTo>
                    <a:pt x="50351" y="205154"/>
                    <a:pt x="58290" y="257123"/>
                    <a:pt x="68956" y="308600"/>
                  </a:cubicBezTo>
                  <a:cubicBezTo>
                    <a:pt x="91393" y="411324"/>
                    <a:pt x="123882" y="511847"/>
                    <a:pt x="167774" y="607968"/>
                  </a:cubicBezTo>
                  <a:cubicBezTo>
                    <a:pt x="178195" y="632173"/>
                    <a:pt x="190333" y="655798"/>
                    <a:pt x="201857" y="679539"/>
                  </a:cubicBezTo>
                  <a:cubicBezTo>
                    <a:pt x="214363" y="702933"/>
                    <a:pt x="226255" y="726557"/>
                    <a:pt x="239741" y="749488"/>
                  </a:cubicBezTo>
                  <a:cubicBezTo>
                    <a:pt x="265488" y="795812"/>
                    <a:pt x="294176" y="840746"/>
                    <a:pt x="323724" y="885101"/>
                  </a:cubicBezTo>
                  <a:cubicBezTo>
                    <a:pt x="353149" y="929572"/>
                    <a:pt x="384657" y="972885"/>
                    <a:pt x="416412" y="1016081"/>
                  </a:cubicBezTo>
                  <a:cubicBezTo>
                    <a:pt x="448655" y="1058931"/>
                    <a:pt x="482127" y="1101202"/>
                    <a:pt x="515719" y="1143356"/>
                  </a:cubicBezTo>
                  <a:cubicBezTo>
                    <a:pt x="583027" y="1227782"/>
                    <a:pt x="653402" y="1310470"/>
                    <a:pt x="722427" y="1395127"/>
                  </a:cubicBezTo>
                  <a:cubicBezTo>
                    <a:pt x="757123" y="1437282"/>
                    <a:pt x="791697" y="1479783"/>
                    <a:pt x="825780" y="1522749"/>
                  </a:cubicBezTo>
                  <a:cubicBezTo>
                    <a:pt x="859742" y="1565367"/>
                    <a:pt x="893457" y="1610649"/>
                    <a:pt x="926314" y="1651992"/>
                  </a:cubicBezTo>
                  <a:cubicBezTo>
                    <a:pt x="958927" y="1694379"/>
                    <a:pt x="993132" y="1735492"/>
                    <a:pt x="1026848" y="1776836"/>
                  </a:cubicBezTo>
                  <a:cubicBezTo>
                    <a:pt x="1061545" y="1817485"/>
                    <a:pt x="1095996" y="1858133"/>
                    <a:pt x="1131918" y="1897393"/>
                  </a:cubicBezTo>
                  <a:cubicBezTo>
                    <a:pt x="1203273" y="1976376"/>
                    <a:pt x="1277447" y="2052463"/>
                    <a:pt x="1354688" y="2124728"/>
                  </a:cubicBezTo>
                  <a:cubicBezTo>
                    <a:pt x="1509411" y="2268911"/>
                    <a:pt x="1676396" y="2397575"/>
                    <a:pt x="1855027" y="2504236"/>
                  </a:cubicBezTo>
                  <a:cubicBezTo>
                    <a:pt x="1944528" y="2557277"/>
                    <a:pt x="2036357" y="2605917"/>
                    <a:pt x="2131618" y="2646913"/>
                  </a:cubicBezTo>
                  <a:cubicBezTo>
                    <a:pt x="2226267" y="2689068"/>
                    <a:pt x="2323981" y="2724622"/>
                    <a:pt x="2423534" y="2754732"/>
                  </a:cubicBezTo>
                  <a:cubicBezTo>
                    <a:pt x="2523087" y="2784958"/>
                    <a:pt x="2624602" y="2809394"/>
                    <a:pt x="2727588" y="2829197"/>
                  </a:cubicBezTo>
                  <a:cubicBezTo>
                    <a:pt x="2830698" y="2848653"/>
                    <a:pt x="2935522" y="2861971"/>
                    <a:pt x="3041083" y="2870890"/>
                  </a:cubicBezTo>
                  <a:cubicBezTo>
                    <a:pt x="3146644" y="2879922"/>
                    <a:pt x="3253307" y="2883860"/>
                    <a:pt x="3360340" y="2883976"/>
                  </a:cubicBezTo>
                  <a:cubicBezTo>
                    <a:pt x="3387067" y="2883976"/>
                    <a:pt x="3414162" y="2884439"/>
                    <a:pt x="3439663" y="2883396"/>
                  </a:cubicBezTo>
                  <a:lnTo>
                    <a:pt x="3478529" y="2882471"/>
                  </a:lnTo>
                  <a:lnTo>
                    <a:pt x="3517271" y="2880616"/>
                  </a:lnTo>
                  <a:cubicBezTo>
                    <a:pt x="3568887" y="2878417"/>
                    <a:pt x="3620257" y="2873552"/>
                    <a:pt x="3671260" y="2867878"/>
                  </a:cubicBezTo>
                  <a:cubicBezTo>
                    <a:pt x="3875515" y="2844253"/>
                    <a:pt x="4074253" y="2792486"/>
                    <a:pt x="4265268" y="2716283"/>
                  </a:cubicBezTo>
                  <a:cubicBezTo>
                    <a:pt x="4361020" y="2678529"/>
                    <a:pt x="4454444" y="2633710"/>
                    <a:pt x="4546395" y="2584724"/>
                  </a:cubicBezTo>
                  <a:cubicBezTo>
                    <a:pt x="4638470" y="2535967"/>
                    <a:pt x="4728827" y="2481885"/>
                    <a:pt x="4817837" y="2424674"/>
                  </a:cubicBezTo>
                  <a:cubicBezTo>
                    <a:pt x="4906846" y="2367348"/>
                    <a:pt x="4994385" y="2306317"/>
                    <a:pt x="5081677" y="2243548"/>
                  </a:cubicBezTo>
                  <a:cubicBezTo>
                    <a:pt x="5125201" y="2212164"/>
                    <a:pt x="5168603" y="2179969"/>
                    <a:pt x="5211881" y="2147658"/>
                  </a:cubicBezTo>
                  <a:lnTo>
                    <a:pt x="5324985" y="2062128"/>
                  </a:lnTo>
                  <a:lnTo>
                    <a:pt x="5324985" y="2514993"/>
                  </a:lnTo>
                  <a:lnTo>
                    <a:pt x="5314867" y="2522881"/>
                  </a:lnTo>
                  <a:cubicBezTo>
                    <a:pt x="5225490" y="2591325"/>
                    <a:pt x="5133783" y="2658379"/>
                    <a:pt x="5038276" y="2722421"/>
                  </a:cubicBezTo>
                  <a:cubicBezTo>
                    <a:pt x="4942892" y="2786348"/>
                    <a:pt x="4844810" y="2848422"/>
                    <a:pt x="4741701" y="2904937"/>
                  </a:cubicBezTo>
                  <a:cubicBezTo>
                    <a:pt x="4638592" y="2961337"/>
                    <a:pt x="4531929" y="3013683"/>
                    <a:pt x="4420728" y="3058848"/>
                  </a:cubicBezTo>
                  <a:cubicBezTo>
                    <a:pt x="4199063" y="3150338"/>
                    <a:pt x="3959621" y="3211485"/>
                    <a:pt x="3717481" y="3237079"/>
                  </a:cubicBezTo>
                  <a:cubicBezTo>
                    <a:pt x="3656914" y="3243101"/>
                    <a:pt x="3596227" y="3247966"/>
                    <a:pt x="3535661" y="3249934"/>
                  </a:cubicBezTo>
                  <a:lnTo>
                    <a:pt x="3490175" y="3251555"/>
                  </a:lnTo>
                  <a:lnTo>
                    <a:pt x="3444813" y="3251787"/>
                  </a:lnTo>
                  <a:cubicBezTo>
                    <a:pt x="3414162" y="3252250"/>
                    <a:pt x="3385105" y="3251324"/>
                    <a:pt x="3355681" y="3250745"/>
                  </a:cubicBezTo>
                  <a:cubicBezTo>
                    <a:pt x="3296954" y="3250050"/>
                    <a:pt x="3237860" y="3246692"/>
                    <a:pt x="3179011" y="3243795"/>
                  </a:cubicBezTo>
                  <a:cubicBezTo>
                    <a:pt x="3120039" y="3239164"/>
                    <a:pt x="3061067" y="3234878"/>
                    <a:pt x="3002217" y="3227814"/>
                  </a:cubicBezTo>
                  <a:cubicBezTo>
                    <a:pt x="2884397" y="3214496"/>
                    <a:pt x="2766699" y="3196314"/>
                    <a:pt x="2650103" y="3170836"/>
                  </a:cubicBezTo>
                  <a:cubicBezTo>
                    <a:pt x="2533510" y="3145358"/>
                    <a:pt x="2418263" y="3112583"/>
                    <a:pt x="2305836" y="3072514"/>
                  </a:cubicBezTo>
                  <a:cubicBezTo>
                    <a:pt x="2193410" y="3032328"/>
                    <a:pt x="2083926" y="2984383"/>
                    <a:pt x="1978611" y="2929952"/>
                  </a:cubicBezTo>
                  <a:cubicBezTo>
                    <a:pt x="1873663" y="2874711"/>
                    <a:pt x="1772884" y="2812985"/>
                    <a:pt x="1678235" y="2744424"/>
                  </a:cubicBezTo>
                  <a:cubicBezTo>
                    <a:pt x="1488201" y="2608001"/>
                    <a:pt x="1321708" y="2448068"/>
                    <a:pt x="1175688" y="2277018"/>
                  </a:cubicBezTo>
                  <a:cubicBezTo>
                    <a:pt x="1102985" y="2191086"/>
                    <a:pt x="1035309" y="2102377"/>
                    <a:pt x="971310" y="2012044"/>
                  </a:cubicBezTo>
                  <a:cubicBezTo>
                    <a:pt x="907188" y="1921714"/>
                    <a:pt x="847358" y="1829413"/>
                    <a:pt x="790717" y="1735723"/>
                  </a:cubicBezTo>
                  <a:cubicBezTo>
                    <a:pt x="761782" y="1688357"/>
                    <a:pt x="735300" y="1644002"/>
                    <a:pt x="706488" y="1598604"/>
                  </a:cubicBezTo>
                  <a:cubicBezTo>
                    <a:pt x="677922" y="1553555"/>
                    <a:pt x="648866" y="1508505"/>
                    <a:pt x="618951" y="1463802"/>
                  </a:cubicBezTo>
                  <a:lnTo>
                    <a:pt x="436273" y="1195355"/>
                  </a:lnTo>
                  <a:cubicBezTo>
                    <a:pt x="405990" y="1150189"/>
                    <a:pt x="376075" y="1104792"/>
                    <a:pt x="346896" y="1058816"/>
                  </a:cubicBezTo>
                  <a:cubicBezTo>
                    <a:pt x="317716" y="1012838"/>
                    <a:pt x="288782" y="966747"/>
                    <a:pt x="261809" y="919264"/>
                  </a:cubicBezTo>
                  <a:cubicBezTo>
                    <a:pt x="207742" y="824764"/>
                    <a:pt x="158088" y="727485"/>
                    <a:pt x="118487" y="626498"/>
                  </a:cubicBezTo>
                  <a:cubicBezTo>
                    <a:pt x="78151" y="525859"/>
                    <a:pt x="48237" y="421515"/>
                    <a:pt x="28130" y="315781"/>
                  </a:cubicBezTo>
                  <a:cubicBezTo>
                    <a:pt x="18506" y="262914"/>
                    <a:pt x="11425" y="209642"/>
                    <a:pt x="6751" y="156195"/>
                  </a:cubicBezTo>
                  <a:close/>
                </a:path>
              </a:pathLst>
            </a:custGeom>
            <a:gradFill rotWithShape="0">
              <a:gsLst>
                <a:gs pos="2000">
                  <a:srgbClr val="ffffff">
                    <a:alpha val="10000"/>
                  </a:srgbClr>
                </a:gs>
                <a:gs pos="16000">
                  <a:srgbClr val="f19d19">
                    <a:alpha val="10000"/>
                  </a:srgbClr>
                </a:gs>
                <a:gs pos="85000">
                  <a:srgbClr val="1d9a78">
                    <a:alpha val="10000"/>
                  </a:srgbClr>
                </a:gs>
                <a:gs pos="100000">
                  <a:srgbClr val="ffffff">
                    <a:alpha val="10000"/>
                  </a:srgbClr>
                </a:gs>
              </a:gsLst>
              <a:lin ang="12000000"/>
            </a:gra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/>
          </p:style>
          <p:txBody>
            <a:bodyPr lIns="90000" rIns="90000" tIns="45000" bIns="45000" anchor="ctr">
              <a:noAutofit/>
            </a:bodyPr>
            <a:p>
              <a:pPr algn="ctr" defTabSz="914400">
                <a:lnSpc>
                  <a:spcPct val="100000"/>
                </a:lnSpc>
              </a:pPr>
              <a:endParaRPr b="0" lang="en-US" sz="1800" strike="noStrike" u="none">
                <a:solidFill>
                  <a:schemeClr val="lt1"/>
                </a:solidFill>
                <a:uFillTx/>
                <a:latin typeface="Calibri"/>
              </a:endParaRPr>
            </a:p>
          </p:txBody>
        </p:sp>
        <p:sp>
          <p:nvSpPr>
            <p:cNvPr id="383" name="Freeform: Shape 19">
              <a:extLs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/>
            <p:nvPr/>
          </p:nvSpPr>
          <p:spPr>
            <a:xfrm rot="5400000">
              <a:off x="9190440" y="3850920"/>
              <a:ext cx="3841560" cy="2170080"/>
            </a:xfrm>
            <a:custGeom>
              <a:avLst/>
              <a:gdLst>
                <a:gd name="textAreaLeft" fmla="*/ 0 w 3841560"/>
                <a:gd name="textAreaRight" fmla="*/ 3842640 w 3841560"/>
                <a:gd name="textAreaTop" fmla="*/ 0 h 2170080"/>
                <a:gd name="textAreaBottom" fmla="*/ 2171160 h 2170080"/>
              </a:gdLst>
              <a:ahLst/>
              <a:rect l="textAreaLeft" t="textAreaTop" r="textAreaRight" b="textAreaBottom"/>
              <a:pathLst>
                <a:path w="5275533" h="2980757">
                  <a:moveTo>
                    <a:pt x="0" y="0"/>
                  </a:moveTo>
                  <a:lnTo>
                    <a:pt x="201166" y="0"/>
                  </a:lnTo>
                  <a:lnTo>
                    <a:pt x="206734" y="89286"/>
                  </a:lnTo>
                  <a:cubicBezTo>
                    <a:pt x="212220" y="135755"/>
                    <a:pt x="220465" y="181731"/>
                    <a:pt x="232051" y="226897"/>
                  </a:cubicBezTo>
                  <a:cubicBezTo>
                    <a:pt x="254855" y="317344"/>
                    <a:pt x="290287" y="403854"/>
                    <a:pt x="332707" y="487120"/>
                  </a:cubicBezTo>
                  <a:cubicBezTo>
                    <a:pt x="354163" y="528696"/>
                    <a:pt x="377948" y="569461"/>
                    <a:pt x="402959" y="609647"/>
                  </a:cubicBezTo>
                  <a:cubicBezTo>
                    <a:pt x="428337" y="649717"/>
                    <a:pt x="455433" y="689209"/>
                    <a:pt x="483631" y="728236"/>
                  </a:cubicBezTo>
                  <a:cubicBezTo>
                    <a:pt x="540764" y="806061"/>
                    <a:pt x="604271" y="881569"/>
                    <a:pt x="669986" y="957424"/>
                  </a:cubicBezTo>
                  <a:cubicBezTo>
                    <a:pt x="735701" y="1033395"/>
                    <a:pt x="804359" y="1109366"/>
                    <a:pt x="871667" y="1188348"/>
                  </a:cubicBezTo>
                  <a:cubicBezTo>
                    <a:pt x="905383" y="1227723"/>
                    <a:pt x="938731" y="1268025"/>
                    <a:pt x="971956" y="1308905"/>
                  </a:cubicBezTo>
                  <a:lnTo>
                    <a:pt x="1020139" y="1368084"/>
                  </a:lnTo>
                  <a:cubicBezTo>
                    <a:pt x="1035954" y="1386962"/>
                    <a:pt x="1051035" y="1406302"/>
                    <a:pt x="1067340" y="1424715"/>
                  </a:cubicBezTo>
                  <a:cubicBezTo>
                    <a:pt x="1194602" y="1574573"/>
                    <a:pt x="1332652" y="1712503"/>
                    <a:pt x="1472909" y="1843252"/>
                  </a:cubicBezTo>
                  <a:cubicBezTo>
                    <a:pt x="1543406" y="1908337"/>
                    <a:pt x="1615128" y="1971221"/>
                    <a:pt x="1688567" y="2031559"/>
                  </a:cubicBezTo>
                  <a:cubicBezTo>
                    <a:pt x="1762006" y="2091895"/>
                    <a:pt x="1836793" y="2150263"/>
                    <a:pt x="1914401" y="2205156"/>
                  </a:cubicBezTo>
                  <a:cubicBezTo>
                    <a:pt x="2069003" y="2315176"/>
                    <a:pt x="2235742" y="2413498"/>
                    <a:pt x="2418909" y="2479741"/>
                  </a:cubicBezTo>
                  <a:cubicBezTo>
                    <a:pt x="2510249" y="2512863"/>
                    <a:pt x="2604898" y="2538225"/>
                    <a:pt x="2701141" y="2557333"/>
                  </a:cubicBezTo>
                  <a:cubicBezTo>
                    <a:pt x="2725293" y="2561850"/>
                    <a:pt x="2749201" y="2567062"/>
                    <a:pt x="2773475" y="2570999"/>
                  </a:cubicBezTo>
                  <a:lnTo>
                    <a:pt x="2846424" y="2582465"/>
                  </a:lnTo>
                  <a:cubicBezTo>
                    <a:pt x="2895343" y="2588602"/>
                    <a:pt x="2944261" y="2595088"/>
                    <a:pt x="2993669" y="2598909"/>
                  </a:cubicBezTo>
                  <a:cubicBezTo>
                    <a:pt x="3018313" y="2601110"/>
                    <a:pt x="3042956" y="2603195"/>
                    <a:pt x="3067721" y="2604237"/>
                  </a:cubicBezTo>
                  <a:cubicBezTo>
                    <a:pt x="3092487" y="2605394"/>
                    <a:pt x="3117130" y="2607247"/>
                    <a:pt x="3142019" y="2607943"/>
                  </a:cubicBezTo>
                  <a:lnTo>
                    <a:pt x="3216561" y="2609564"/>
                  </a:lnTo>
                  <a:cubicBezTo>
                    <a:pt x="3241326" y="2610142"/>
                    <a:pt x="3266337" y="2609333"/>
                    <a:pt x="3291225" y="2609217"/>
                  </a:cubicBezTo>
                  <a:lnTo>
                    <a:pt x="3328619" y="2608869"/>
                  </a:lnTo>
                  <a:cubicBezTo>
                    <a:pt x="3340757" y="2608522"/>
                    <a:pt x="3352649" y="2607827"/>
                    <a:pt x="3364665" y="2607363"/>
                  </a:cubicBezTo>
                  <a:cubicBezTo>
                    <a:pt x="3376679" y="2606784"/>
                    <a:pt x="3388695" y="2606438"/>
                    <a:pt x="3400587" y="2605627"/>
                  </a:cubicBezTo>
                  <a:lnTo>
                    <a:pt x="3436387" y="2602847"/>
                  </a:lnTo>
                  <a:cubicBezTo>
                    <a:pt x="3484079" y="2599257"/>
                    <a:pt x="3531404" y="2593235"/>
                    <a:pt x="3578361" y="2586286"/>
                  </a:cubicBezTo>
                  <a:cubicBezTo>
                    <a:pt x="3766310" y="2556871"/>
                    <a:pt x="3947025" y="2499314"/>
                    <a:pt x="4119159" y="2418594"/>
                  </a:cubicBezTo>
                  <a:cubicBezTo>
                    <a:pt x="4291907" y="2338801"/>
                    <a:pt x="4456317" y="2236657"/>
                    <a:pt x="4618765" y="2124668"/>
                  </a:cubicBezTo>
                  <a:cubicBezTo>
                    <a:pt x="4659346" y="2096759"/>
                    <a:pt x="4699682" y="2067575"/>
                    <a:pt x="4739895" y="2038275"/>
                  </a:cubicBezTo>
                  <a:cubicBezTo>
                    <a:pt x="4780355" y="2008976"/>
                    <a:pt x="4820691" y="1979212"/>
                    <a:pt x="4861027" y="1948986"/>
                  </a:cubicBezTo>
                  <a:lnTo>
                    <a:pt x="5106354" y="1763690"/>
                  </a:lnTo>
                  <a:lnTo>
                    <a:pt x="5275533" y="1641017"/>
                  </a:lnTo>
                  <a:lnTo>
                    <a:pt x="5275533" y="2257481"/>
                  </a:lnTo>
                  <a:lnTo>
                    <a:pt x="5168881" y="2332084"/>
                  </a:lnTo>
                  <a:cubicBezTo>
                    <a:pt x="5125235" y="2362079"/>
                    <a:pt x="5081099" y="2391958"/>
                    <a:pt x="5036225" y="2421489"/>
                  </a:cubicBezTo>
                  <a:cubicBezTo>
                    <a:pt x="4991231" y="2450790"/>
                    <a:pt x="4945867" y="2479857"/>
                    <a:pt x="4899401" y="2508347"/>
                  </a:cubicBezTo>
                  <a:cubicBezTo>
                    <a:pt x="4806959" y="2565440"/>
                    <a:pt x="4711574" y="2620798"/>
                    <a:pt x="4612145" y="2671407"/>
                  </a:cubicBezTo>
                  <a:cubicBezTo>
                    <a:pt x="4512836" y="2722247"/>
                    <a:pt x="4410095" y="2769496"/>
                    <a:pt x="4303187" y="2810030"/>
                  </a:cubicBezTo>
                  <a:cubicBezTo>
                    <a:pt x="4090349" y="2892256"/>
                    <a:pt x="3861694" y="2947728"/>
                    <a:pt x="3630835" y="2969500"/>
                  </a:cubicBezTo>
                  <a:cubicBezTo>
                    <a:pt x="3573089" y="2974712"/>
                    <a:pt x="3515343" y="2978649"/>
                    <a:pt x="3457719" y="2979808"/>
                  </a:cubicBezTo>
                  <a:lnTo>
                    <a:pt x="3414441" y="2980733"/>
                  </a:lnTo>
                  <a:cubicBezTo>
                    <a:pt x="3400097" y="2980850"/>
                    <a:pt x="3385630" y="2980502"/>
                    <a:pt x="3371285" y="2980502"/>
                  </a:cubicBezTo>
                  <a:lnTo>
                    <a:pt x="3328252" y="2980039"/>
                  </a:lnTo>
                  <a:lnTo>
                    <a:pt x="3286445" y="2978534"/>
                  </a:lnTo>
                  <a:cubicBezTo>
                    <a:pt x="3175121" y="2975174"/>
                    <a:pt x="3063553" y="2966837"/>
                    <a:pt x="2952475" y="2953402"/>
                  </a:cubicBezTo>
                  <a:cubicBezTo>
                    <a:pt x="2841275" y="2940664"/>
                    <a:pt x="2730319" y="2922365"/>
                    <a:pt x="2620591" y="2898046"/>
                  </a:cubicBezTo>
                  <a:cubicBezTo>
                    <a:pt x="2510984" y="2873494"/>
                    <a:pt x="2402235" y="2844426"/>
                    <a:pt x="2294591" y="2811305"/>
                  </a:cubicBezTo>
                  <a:cubicBezTo>
                    <a:pt x="2079669" y="2744483"/>
                    <a:pt x="1867198" y="2661331"/>
                    <a:pt x="1670544" y="2550501"/>
                  </a:cubicBezTo>
                  <a:cubicBezTo>
                    <a:pt x="1473767" y="2439903"/>
                    <a:pt x="1298079" y="2299657"/>
                    <a:pt x="1144703" y="2144472"/>
                  </a:cubicBezTo>
                  <a:cubicBezTo>
                    <a:pt x="1067586" y="2066996"/>
                    <a:pt x="997458" y="1984539"/>
                    <a:pt x="931497" y="1900114"/>
                  </a:cubicBezTo>
                  <a:cubicBezTo>
                    <a:pt x="865906" y="1815342"/>
                    <a:pt x="803500" y="1729295"/>
                    <a:pt x="745265" y="1641395"/>
                  </a:cubicBezTo>
                  <a:cubicBezTo>
                    <a:pt x="730307" y="1619623"/>
                    <a:pt x="716207" y="1597503"/>
                    <a:pt x="701741" y="1575500"/>
                  </a:cubicBezTo>
                  <a:lnTo>
                    <a:pt x="660178" y="1511573"/>
                  </a:lnTo>
                  <a:cubicBezTo>
                    <a:pt x="633574" y="1470229"/>
                    <a:pt x="605989" y="1429232"/>
                    <a:pt x="578158" y="1387656"/>
                  </a:cubicBezTo>
                  <a:lnTo>
                    <a:pt x="408230" y="1134497"/>
                  </a:lnTo>
                  <a:cubicBezTo>
                    <a:pt x="351220" y="1048219"/>
                    <a:pt x="294945" y="959392"/>
                    <a:pt x="242349" y="866860"/>
                  </a:cubicBezTo>
                  <a:cubicBezTo>
                    <a:pt x="216112" y="820536"/>
                    <a:pt x="190734" y="773402"/>
                    <a:pt x="167562" y="724994"/>
                  </a:cubicBezTo>
                  <a:cubicBezTo>
                    <a:pt x="144513" y="676469"/>
                    <a:pt x="123057" y="627019"/>
                    <a:pt x="104054" y="576525"/>
                  </a:cubicBezTo>
                  <a:cubicBezTo>
                    <a:pt x="85418" y="525917"/>
                    <a:pt x="68867" y="474613"/>
                    <a:pt x="55381" y="422499"/>
                  </a:cubicBezTo>
                  <a:cubicBezTo>
                    <a:pt x="49006" y="396442"/>
                    <a:pt x="42508" y="370269"/>
                    <a:pt x="37236" y="343980"/>
                  </a:cubicBezTo>
                  <a:lnTo>
                    <a:pt x="29267" y="304604"/>
                  </a:lnTo>
                  <a:lnTo>
                    <a:pt x="22646" y="265113"/>
                  </a:lnTo>
                  <a:cubicBezTo>
                    <a:pt x="14003" y="212420"/>
                    <a:pt x="7872" y="159582"/>
                    <a:pt x="3903" y="106787"/>
                  </a:cubicBezTo>
                  <a:close/>
                </a:path>
              </a:pathLst>
            </a:custGeom>
            <a:gradFill rotWithShape="0">
              <a:gsLst>
                <a:gs pos="2000">
                  <a:srgbClr val="ffffff">
                    <a:alpha val="10000"/>
                  </a:srgbClr>
                </a:gs>
                <a:gs pos="16000">
                  <a:srgbClr val="f19d19">
                    <a:alpha val="10000"/>
                  </a:srgbClr>
                </a:gs>
                <a:gs pos="85000">
                  <a:srgbClr val="1d9a78">
                    <a:alpha val="10000"/>
                  </a:srgbClr>
                </a:gs>
                <a:gs pos="100000">
                  <a:srgbClr val="ffffff">
                    <a:alpha val="10000"/>
                  </a:srgbClr>
                </a:gs>
              </a:gsLst>
              <a:lin ang="12000000"/>
            </a:gra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/>
          </p:style>
          <p:txBody>
            <a:bodyPr lIns="90000" rIns="90000" tIns="45000" bIns="45000" anchor="ctr">
              <a:noAutofit/>
            </a:bodyPr>
            <a:p>
              <a:pPr algn="ctr" defTabSz="914400">
                <a:lnSpc>
                  <a:spcPct val="100000"/>
                </a:lnSpc>
              </a:pPr>
              <a:endParaRPr b="0" lang="en-US" sz="1800" strike="noStrike" u="none">
                <a:solidFill>
                  <a:schemeClr val="lt1"/>
                </a:solidFill>
                <a:uFillTx/>
                <a:latin typeface="Calibri"/>
              </a:endParaRPr>
            </a:p>
          </p:txBody>
        </p:sp>
        <p:sp>
          <p:nvSpPr>
            <p:cNvPr id="384" name="Freeform: Shape 20">
              <a:extLs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/>
            <p:nvPr/>
          </p:nvSpPr>
          <p:spPr>
            <a:xfrm rot="5400000">
              <a:off x="9211680" y="3872160"/>
              <a:ext cx="3837960" cy="2131560"/>
            </a:xfrm>
            <a:custGeom>
              <a:avLst/>
              <a:gdLst>
                <a:gd name="textAreaLeft" fmla="*/ 0 w 3837960"/>
                <a:gd name="textAreaRight" fmla="*/ 3839040 w 3837960"/>
                <a:gd name="textAreaTop" fmla="*/ 0 h 2131560"/>
                <a:gd name="textAreaBottom" fmla="*/ 2132640 h 2131560"/>
              </a:gdLst>
              <a:ahLst/>
              <a:rect l="textAreaLeft" t="textAreaTop" r="textAreaRight" b="textAreaBottom"/>
              <a:pathLst>
                <a:path w="5270786" h="2927775">
                  <a:moveTo>
                    <a:pt x="0" y="0"/>
                  </a:moveTo>
                  <a:lnTo>
                    <a:pt x="613805" y="0"/>
                  </a:lnTo>
                  <a:lnTo>
                    <a:pt x="618487" y="85404"/>
                  </a:lnTo>
                  <a:cubicBezTo>
                    <a:pt x="650052" y="360109"/>
                    <a:pt x="792650" y="556543"/>
                    <a:pt x="1054084" y="895200"/>
                  </a:cubicBezTo>
                  <a:cubicBezTo>
                    <a:pt x="1126174" y="988542"/>
                    <a:pt x="1200716" y="1085128"/>
                    <a:pt x="1276976" y="1191325"/>
                  </a:cubicBezTo>
                  <a:cubicBezTo>
                    <a:pt x="1859704" y="2002688"/>
                    <a:pt x="2485223" y="2348843"/>
                    <a:pt x="3368450" y="2348843"/>
                  </a:cubicBezTo>
                  <a:cubicBezTo>
                    <a:pt x="3948114" y="2348843"/>
                    <a:pt x="4373422" y="2066846"/>
                    <a:pt x="4956151" y="1636730"/>
                  </a:cubicBezTo>
                  <a:cubicBezTo>
                    <a:pt x="5021253" y="1588668"/>
                    <a:pt x="5086356" y="1541186"/>
                    <a:pt x="5149372" y="1495325"/>
                  </a:cubicBezTo>
                  <a:lnTo>
                    <a:pt x="5270786" y="1406110"/>
                  </a:lnTo>
                  <a:lnTo>
                    <a:pt x="5270786" y="2138641"/>
                  </a:lnTo>
                  <a:lnTo>
                    <a:pt x="5112925" y="2253730"/>
                  </a:lnTo>
                  <a:cubicBezTo>
                    <a:pt x="4598179" y="2621786"/>
                    <a:pt x="4074961" y="2927775"/>
                    <a:pt x="3368327" y="2927775"/>
                  </a:cubicBezTo>
                  <a:cubicBezTo>
                    <a:pt x="2170746" y="2927775"/>
                    <a:pt x="1393203" y="2384512"/>
                    <a:pt x="769646" y="1516288"/>
                  </a:cubicBezTo>
                  <a:cubicBezTo>
                    <a:pt x="418850" y="1027932"/>
                    <a:pt x="48120" y="683401"/>
                    <a:pt x="3149" y="85252"/>
                  </a:cubicBezTo>
                  <a:close/>
                </a:path>
              </a:pathLst>
            </a:custGeom>
            <a:gradFill rotWithShape="0">
              <a:gsLst>
                <a:gs pos="2000">
                  <a:srgbClr val="ffffff">
                    <a:alpha val="10000"/>
                  </a:srgbClr>
                </a:gs>
                <a:gs pos="16000">
                  <a:srgbClr val="f19d19">
                    <a:alpha val="10000"/>
                  </a:srgbClr>
                </a:gs>
                <a:gs pos="85000">
                  <a:srgbClr val="1d9a78">
                    <a:alpha val="10000"/>
                  </a:srgbClr>
                </a:gs>
                <a:gs pos="100000">
                  <a:srgbClr val="ffffff">
                    <a:alpha val="10000"/>
                  </a:srgbClr>
                </a:gs>
              </a:gsLst>
              <a:lin ang="12000000"/>
            </a:gra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/>
          </p:style>
          <p:txBody>
            <a:bodyPr lIns="90000" rIns="90000" tIns="45000" bIns="45000" anchor="ctr">
              <a:noAutofit/>
            </a:bodyPr>
            <a:p>
              <a:pPr algn="ctr" defTabSz="914400">
                <a:lnSpc>
                  <a:spcPct val="100000"/>
                </a:lnSpc>
              </a:pPr>
              <a:endParaRPr b="0" lang="en-US" sz="1800" strike="noStrike" u="none">
                <a:solidFill>
                  <a:schemeClr val="lt1"/>
                </a:solidFill>
                <a:uFillTx/>
                <a:latin typeface="Calibri"/>
              </a:endParaRPr>
            </a:p>
          </p:txBody>
        </p:sp>
        <p:sp>
          <p:nvSpPr>
            <p:cNvPr id="385" name="Freeform: Shape 21">
              <a:extLs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/>
            <p:nvPr/>
          </p:nvSpPr>
          <p:spPr>
            <a:xfrm rot="5400000">
              <a:off x="9211680" y="3872160"/>
              <a:ext cx="3837960" cy="2131560"/>
            </a:xfrm>
            <a:custGeom>
              <a:avLst/>
              <a:gdLst>
                <a:gd name="textAreaLeft" fmla="*/ 0 w 3837960"/>
                <a:gd name="textAreaRight" fmla="*/ 3839040 w 3837960"/>
                <a:gd name="textAreaTop" fmla="*/ 0 h 2131560"/>
                <a:gd name="textAreaBottom" fmla="*/ 2132640 h 2131560"/>
              </a:gdLst>
              <a:ahLst/>
              <a:rect l="textAreaLeft" t="textAreaTop" r="textAreaRight" b="textAreaBottom"/>
              <a:pathLst>
                <a:path w="5270786" h="2927775">
                  <a:moveTo>
                    <a:pt x="0" y="0"/>
                  </a:moveTo>
                  <a:lnTo>
                    <a:pt x="736294" y="0"/>
                  </a:lnTo>
                  <a:lnTo>
                    <a:pt x="740298" y="72745"/>
                  </a:lnTo>
                  <a:cubicBezTo>
                    <a:pt x="768839" y="319371"/>
                    <a:pt x="898885" y="497858"/>
                    <a:pt x="1153024" y="826989"/>
                  </a:cubicBezTo>
                  <a:cubicBezTo>
                    <a:pt x="1225727" y="921142"/>
                    <a:pt x="1300882" y="1018537"/>
                    <a:pt x="1378368" y="1126356"/>
                  </a:cubicBezTo>
                  <a:cubicBezTo>
                    <a:pt x="1652384" y="1507833"/>
                    <a:pt x="1933512" y="1779060"/>
                    <a:pt x="2238056" y="1955322"/>
                  </a:cubicBezTo>
                  <a:cubicBezTo>
                    <a:pt x="2560868" y="2142238"/>
                    <a:pt x="2930637" y="2233033"/>
                    <a:pt x="3368327" y="2233033"/>
                  </a:cubicBezTo>
                  <a:cubicBezTo>
                    <a:pt x="3616720" y="2233033"/>
                    <a:pt x="3847703" y="2176866"/>
                    <a:pt x="4095360" y="2056192"/>
                  </a:cubicBezTo>
                  <a:cubicBezTo>
                    <a:pt x="4349636" y="1932276"/>
                    <a:pt x="4601340" y="1751613"/>
                    <a:pt x="4880506" y="1545587"/>
                  </a:cubicBezTo>
                  <a:cubicBezTo>
                    <a:pt x="4945974" y="1497295"/>
                    <a:pt x="5011199" y="1449697"/>
                    <a:pt x="5074340" y="1403721"/>
                  </a:cubicBezTo>
                  <a:lnTo>
                    <a:pt x="5270786" y="1259367"/>
                  </a:lnTo>
                  <a:lnTo>
                    <a:pt x="5270786" y="2138641"/>
                  </a:lnTo>
                  <a:lnTo>
                    <a:pt x="5112925" y="2253730"/>
                  </a:lnTo>
                  <a:cubicBezTo>
                    <a:pt x="4598179" y="2621786"/>
                    <a:pt x="4074961" y="2927775"/>
                    <a:pt x="3368327" y="2927775"/>
                  </a:cubicBezTo>
                  <a:cubicBezTo>
                    <a:pt x="2170746" y="2927775"/>
                    <a:pt x="1393203" y="2384512"/>
                    <a:pt x="769646" y="1516288"/>
                  </a:cubicBezTo>
                  <a:cubicBezTo>
                    <a:pt x="418850" y="1027932"/>
                    <a:pt x="48120" y="683401"/>
                    <a:pt x="3149" y="85252"/>
                  </a:cubicBezTo>
                  <a:close/>
                </a:path>
              </a:pathLst>
            </a:custGeom>
            <a:gradFill rotWithShape="0">
              <a:gsLst>
                <a:gs pos="2000">
                  <a:srgbClr val="ffffff">
                    <a:alpha val="10000"/>
                  </a:srgbClr>
                </a:gs>
                <a:gs pos="16000">
                  <a:srgbClr val="f19d19">
                    <a:alpha val="10000"/>
                  </a:srgbClr>
                </a:gs>
                <a:gs pos="85000">
                  <a:srgbClr val="1d9a78">
                    <a:alpha val="10000"/>
                  </a:srgbClr>
                </a:gs>
                <a:gs pos="100000">
                  <a:srgbClr val="ffffff">
                    <a:alpha val="10000"/>
                  </a:srgbClr>
                </a:gs>
              </a:gsLst>
              <a:lin ang="12000000"/>
            </a:gra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/>
          </p:style>
          <p:txBody>
            <a:bodyPr lIns="90000" rIns="90000" tIns="45000" bIns="45000" anchor="ctr">
              <a:noAutofit/>
            </a:bodyPr>
            <a:p>
              <a:pPr algn="ctr" defTabSz="914400">
                <a:lnSpc>
                  <a:spcPct val="100000"/>
                </a:lnSpc>
              </a:pPr>
              <a:endParaRPr b="0" lang="en-US" sz="1800" strike="noStrike" u="none">
                <a:solidFill>
                  <a:schemeClr val="lt1"/>
                </a:solidFill>
                <a:uFillTx/>
                <a:latin typeface="Calibri"/>
              </a:endParaRPr>
            </a:p>
          </p:txBody>
        </p:sp>
      </p:grp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70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bg>
      <p:bgPr>
        <a:solidFill>
          <a:srgbClr val="000000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86" name="Rectangle 70">
            <a:extLst>
              <a:ext uri="{C183D7F6-B498-43B3-948B-1728B52AA6E4}">
                <adec:decorative xmlns:adec="http://schemas.microsoft.com/office/drawing/2017/decorative" val="1"/>
              </a:ext>
            </a:extLst>
          </p:cNvPr>
          <p:cNvSpPr/>
          <p:nvPr/>
        </p:nvSpPr>
        <p:spPr>
          <a:xfrm>
            <a:off x="0" y="0"/>
            <a:ext cx="12191040" cy="6856920"/>
          </a:xfrm>
          <a:prstGeom prst="rect">
            <a:avLst/>
          </a:prstGeom>
          <a:solidFill>
            <a:srgbClr val="000000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 algn="ctr" defTabSz="914400">
              <a:lnSpc>
                <a:spcPct val="100000"/>
              </a:lnSpc>
            </a:pPr>
            <a:endParaRPr b="0" lang="en-US" sz="1800" strike="noStrike" u="none">
              <a:solidFill>
                <a:schemeClr val="lt1"/>
              </a:solidFill>
              <a:uFillTx/>
              <a:latin typeface="Calibri"/>
            </a:endParaRPr>
          </a:p>
        </p:txBody>
      </p:sp>
      <p:pic>
        <p:nvPicPr>
          <p:cNvPr id="387" name="Picture 2" descr="Angular – Wikipedia"/>
          <p:cNvPicPr/>
          <p:nvPr/>
        </p:nvPicPr>
        <p:blipFill>
          <a:blip r:embed="rId1">
            <a:alphaModFix amt="50000"/>
          </a:blip>
          <a:srcRect l="0" t="22646" r="0" b="21087"/>
          <a:stretch/>
        </p:blipFill>
        <p:spPr>
          <a:xfrm>
            <a:off x="0" y="0"/>
            <a:ext cx="12191040" cy="6856920"/>
          </a:xfrm>
          <a:prstGeom prst="rect">
            <a:avLst/>
          </a:prstGeom>
          <a:noFill/>
          <a:ln w="0">
            <a:noFill/>
          </a:ln>
        </p:spPr>
      </p:pic>
      <p:sp>
        <p:nvSpPr>
          <p:cNvPr id="388" name="PlaceHolder 1"/>
          <p:cNvSpPr>
            <a:spLocks noGrp="1"/>
          </p:cNvSpPr>
          <p:nvPr>
            <p:ph type="title"/>
          </p:nvPr>
        </p:nvSpPr>
        <p:spPr>
          <a:xfrm>
            <a:off x="1523880" y="1122480"/>
            <a:ext cx="9142920" cy="289944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b">
            <a:normAutofit/>
          </a:bodyPr>
          <a:p>
            <a:pPr indent="0" algn="ctr" defTabSz="914400">
              <a:lnSpc>
                <a:spcPct val="90000"/>
              </a:lnSpc>
              <a:buNone/>
              <a:tabLst>
                <a:tab algn="l" pos="0"/>
              </a:tabLst>
            </a:pPr>
            <a:r>
              <a:rPr b="0" lang="en-US" sz="6000" strike="noStrike" u="none">
                <a:solidFill>
                  <a:srgbClr val="ffffff"/>
                </a:solidFill>
                <a:uFillTx/>
                <a:latin typeface="Calibri Light"/>
              </a:rPr>
              <a:t>Angular</a:t>
            </a:r>
            <a:endParaRPr b="0" lang="de-DE" sz="6000" strike="noStrike" u="none">
              <a:solidFill>
                <a:srgbClr val="ffffff"/>
              </a:solidFill>
              <a:uFillTx/>
              <a:latin typeface="Arial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71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bg>
      <p:bgPr>
        <a:solidFill>
          <a:schemeClr val="lt1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 useBgFill="1">
        <p:nvSpPr>
          <p:cNvPr id="389" name="Rectangle 70">
            <a:extLst>
              <a:ext uri="{C183D7F6-B498-43B3-948B-1728B52AA6E4}">
                <adec:decorative xmlns:adec="http://schemas.microsoft.com/office/drawing/2017/decorative" val="1"/>
              </a:ext>
            </a:extLst>
          </p:cNvPr>
          <p:cNvSpPr/>
          <p:nvPr/>
        </p:nvSpPr>
        <p:spPr>
          <a:xfrm>
            <a:off x="0" y="0"/>
            <a:ext cx="12191040" cy="6856920"/>
          </a:xfrm>
          <a:prstGeom prst="rect">
            <a:avLst/>
          </a:prstGeom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 algn="ctr" defTabSz="914400">
              <a:lnSpc>
                <a:spcPct val="100000"/>
              </a:lnSpc>
            </a:pPr>
            <a:endParaRPr b="0" lang="en-US" sz="1800" strike="noStrike" u="none">
              <a:solidFill>
                <a:schemeClr val="lt1"/>
              </a:solidFill>
              <a:uFillTx/>
              <a:latin typeface="Calibri"/>
            </a:endParaRPr>
          </a:p>
        </p:txBody>
      </p:sp>
      <p:sp>
        <p:nvSpPr>
          <p:cNvPr id="390" name="PlaceHolder 1"/>
          <p:cNvSpPr>
            <a:spLocks noGrp="1"/>
          </p:cNvSpPr>
          <p:nvPr>
            <p:ph type="title"/>
          </p:nvPr>
        </p:nvSpPr>
        <p:spPr>
          <a:xfrm>
            <a:off x="639000" y="639360"/>
            <a:ext cx="3570840" cy="357228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b">
            <a:normAutofit/>
          </a:bodyPr>
          <a:p>
            <a:pPr indent="0" defTabSz="914400">
              <a:lnSpc>
                <a:spcPct val="90000"/>
              </a:lnSpc>
              <a:buNone/>
              <a:tabLst>
                <a:tab algn="l" pos="0"/>
              </a:tabLst>
            </a:pPr>
            <a:r>
              <a:rPr b="0" lang="en-US" sz="5600" strike="noStrike" u="none">
                <a:solidFill>
                  <a:schemeClr val="dk1"/>
                </a:solidFill>
                <a:uFillTx/>
                <a:latin typeface="Calibri Light"/>
              </a:rPr>
              <a:t>Architektur Überblick</a:t>
            </a:r>
            <a:endParaRPr b="0" lang="de-DE" sz="5600" strike="noStrike" u="none">
              <a:solidFill>
                <a:srgbClr val="000000"/>
              </a:solidFill>
              <a:uFillTx/>
              <a:latin typeface="Arial"/>
            </a:endParaRPr>
          </a:p>
        </p:txBody>
      </p:sp>
      <p:sp>
        <p:nvSpPr>
          <p:cNvPr id="391" name="sketch line">
            <a:extLst>
              <a:ext uri="{C183D7F6-B498-43B3-948B-1728B52AA6E4}">
                <adec:decorative xmlns:adec="http://schemas.microsoft.com/office/drawing/2017/decorative" val="1"/>
              </a:ext>
            </a:extLst>
          </p:cNvPr>
          <p:cNvSpPr/>
          <p:nvPr/>
        </p:nvSpPr>
        <p:spPr>
          <a:xfrm>
            <a:off x="643320" y="4409280"/>
            <a:ext cx="3254040" cy="17280"/>
          </a:xfrm>
          <a:custGeom>
            <a:avLst/>
            <a:gdLst>
              <a:gd name="textAreaLeft" fmla="*/ 0 w 3254040"/>
              <a:gd name="textAreaRight" fmla="*/ 3255120 w 3254040"/>
              <a:gd name="textAreaTop" fmla="*/ 0 h 17280"/>
              <a:gd name="textAreaBottom" fmla="*/ 18360 h 17280"/>
            </a:gdLst>
            <a:ahLst/>
            <a:rect l="textAreaLeft" t="textAreaTop" r="textAreaRight" b="textAreaBottom"/>
            <a:pathLst>
              <a:path fill="none" w="3255095" h="18288">
                <a:moveTo>
                  <a:pt x="0" y="0"/>
                </a:moveTo>
                <a:cubicBezTo>
                  <a:pt x="240201" y="-22123"/>
                  <a:pt x="462021" y="-19623"/>
                  <a:pt x="618468" y="0"/>
                </a:cubicBezTo>
                <a:cubicBezTo>
                  <a:pt x="774915" y="19623"/>
                  <a:pt x="974734" y="2035"/>
                  <a:pt x="1269487" y="0"/>
                </a:cubicBezTo>
                <a:cubicBezTo>
                  <a:pt x="1564240" y="-2035"/>
                  <a:pt x="1733579" y="10639"/>
                  <a:pt x="1953057" y="0"/>
                </a:cubicBezTo>
                <a:cubicBezTo>
                  <a:pt x="2172535" y="-10639"/>
                  <a:pt x="2453962" y="14018"/>
                  <a:pt x="2636627" y="0"/>
                </a:cubicBezTo>
                <a:cubicBezTo>
                  <a:pt x="2819292" y="-14018"/>
                  <a:pt x="3121375" y="5399"/>
                  <a:pt x="3255095" y="0"/>
                </a:cubicBezTo>
                <a:cubicBezTo>
                  <a:pt x="3254386" y="8157"/>
                  <a:pt x="3254682" y="12125"/>
                  <a:pt x="3255095" y="18288"/>
                </a:cubicBezTo>
                <a:cubicBezTo>
                  <a:pt x="3088545" y="23203"/>
                  <a:pt x="2687475" y="7419"/>
                  <a:pt x="2538974" y="18288"/>
                </a:cubicBezTo>
                <a:cubicBezTo>
                  <a:pt x="2390473" y="29157"/>
                  <a:pt x="2137381" y="-8959"/>
                  <a:pt x="1822853" y="18288"/>
                </a:cubicBezTo>
                <a:cubicBezTo>
                  <a:pt x="1508325" y="45535"/>
                  <a:pt x="1466437" y="20385"/>
                  <a:pt x="1171834" y="18288"/>
                </a:cubicBezTo>
                <a:cubicBezTo>
                  <a:pt x="877231" y="16191"/>
                  <a:pt x="561097" y="37643"/>
                  <a:pt x="0" y="18288"/>
                </a:cubicBezTo>
                <a:cubicBezTo>
                  <a:pt x="-46" y="12483"/>
                  <a:pt x="-203" y="6491"/>
                  <a:pt x="0" y="0"/>
                </a:cubicBezTo>
                <a:close/>
              </a:path>
              <a:path stroke="0" w="3255095" h="18288">
                <a:moveTo>
                  <a:pt x="0" y="0"/>
                </a:moveTo>
                <a:cubicBezTo>
                  <a:pt x="291965" y="19429"/>
                  <a:pt x="363155" y="8568"/>
                  <a:pt x="618468" y="0"/>
                </a:cubicBezTo>
                <a:cubicBezTo>
                  <a:pt x="873781" y="-8568"/>
                  <a:pt x="904459" y="-19505"/>
                  <a:pt x="1171834" y="0"/>
                </a:cubicBezTo>
                <a:cubicBezTo>
                  <a:pt x="1439209" y="19505"/>
                  <a:pt x="1744369" y="9790"/>
                  <a:pt x="1887955" y="0"/>
                </a:cubicBezTo>
                <a:cubicBezTo>
                  <a:pt x="2031541" y="-9790"/>
                  <a:pt x="2346378" y="21240"/>
                  <a:pt x="2506423" y="0"/>
                </a:cubicBezTo>
                <a:cubicBezTo>
                  <a:pt x="2666468" y="-21240"/>
                  <a:pt x="2990257" y="30414"/>
                  <a:pt x="3255095" y="0"/>
                </a:cubicBezTo>
                <a:cubicBezTo>
                  <a:pt x="3254831" y="4493"/>
                  <a:pt x="3255479" y="9472"/>
                  <a:pt x="3255095" y="18288"/>
                </a:cubicBezTo>
                <a:cubicBezTo>
                  <a:pt x="3120743" y="16690"/>
                  <a:pt x="2759628" y="42462"/>
                  <a:pt x="2604076" y="18288"/>
                </a:cubicBezTo>
                <a:cubicBezTo>
                  <a:pt x="2448524" y="-5886"/>
                  <a:pt x="2184336" y="19599"/>
                  <a:pt x="1887955" y="18288"/>
                </a:cubicBezTo>
                <a:cubicBezTo>
                  <a:pt x="1591574" y="16977"/>
                  <a:pt x="1548845" y="6870"/>
                  <a:pt x="1334589" y="18288"/>
                </a:cubicBezTo>
                <a:cubicBezTo>
                  <a:pt x="1120333" y="29706"/>
                  <a:pt x="996014" y="9662"/>
                  <a:pt x="683570" y="18288"/>
                </a:cubicBezTo>
                <a:cubicBezTo>
                  <a:pt x="371126" y="26914"/>
                  <a:pt x="198687" y="16167"/>
                  <a:pt x="0" y="18288"/>
                </a:cubicBezTo>
                <a:cubicBezTo>
                  <a:pt x="843" y="9577"/>
                  <a:pt x="371" y="6900"/>
                  <a:pt x="0" y="0"/>
                </a:cubicBezTo>
                <a:close/>
              </a:path>
            </a:pathLst>
          </a:custGeom>
          <a:solidFill>
            <a:schemeClr val="accent2"/>
          </a:solidFill>
          <a:ln cap="rnd" w="38100">
            <a:solidFill>
              <a:srgbClr val="8bc145"/>
            </a:solidFill>
            <a:round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/>
        </p:style>
        <p:txBody>
          <a:bodyPr lIns="90000" rIns="90000" tIns="-26640" bIns="-26640" anchor="ctr">
            <a:noAutofit/>
          </a:bodyPr>
          <a:p>
            <a:pPr algn="ctr" defTabSz="914400">
              <a:lnSpc>
                <a:spcPct val="100000"/>
              </a:lnSpc>
            </a:pPr>
            <a:endParaRPr b="0" lang="en-US" sz="1800" strike="noStrike" u="none">
              <a:solidFill>
                <a:schemeClr val="lt1"/>
              </a:solidFill>
              <a:uFillTx/>
              <a:latin typeface="Calibri"/>
            </a:endParaRPr>
          </a:p>
        </p:txBody>
      </p:sp>
      <p:pic>
        <p:nvPicPr>
          <p:cNvPr id="392" name="Picture 2" descr="overview"/>
          <p:cNvPicPr/>
          <p:nvPr/>
        </p:nvPicPr>
        <p:blipFill>
          <a:blip r:embed="rId1"/>
          <a:stretch/>
        </p:blipFill>
        <p:spPr>
          <a:xfrm>
            <a:off x="4654440" y="1581480"/>
            <a:ext cx="7213680" cy="3666600"/>
          </a:xfrm>
          <a:prstGeom prst="rect">
            <a:avLst/>
          </a:prstGeom>
          <a:noFill/>
          <a:ln w="0">
            <a:noFill/>
          </a:ln>
        </p:spPr>
      </p:pic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72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93" name="Text Box 3"/>
          <p:cNvSpPr/>
          <p:nvPr/>
        </p:nvSpPr>
        <p:spPr>
          <a:xfrm>
            <a:off x="1523880" y="0"/>
            <a:ext cx="6914160" cy="9468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144000" rIns="0" tIns="0" bIns="0" anchor="ctr">
            <a:noAutofit/>
          </a:bodyPr>
          <a:p>
            <a:pPr defTabSz="914400">
              <a:lnSpc>
                <a:spcPct val="100000"/>
              </a:lnSpc>
              <a:tabLst>
                <a:tab algn="l" pos="0"/>
                <a:tab algn="l" pos="914400"/>
                <a:tab algn="l" pos="1828800"/>
                <a:tab algn="l" pos="2743200"/>
                <a:tab algn="l" pos="3657600"/>
                <a:tab algn="l" pos="4572000"/>
                <a:tab algn="l" pos="5486400"/>
                <a:tab algn="l" pos="6400800"/>
                <a:tab algn="l" pos="7315200"/>
                <a:tab algn="l" pos="8229600"/>
                <a:tab algn="l" pos="9144000"/>
                <a:tab algn="l" pos="10058400"/>
              </a:tabLst>
            </a:pPr>
            <a:endParaRPr b="0" lang="de-DE" sz="2400" strike="noStrike" u="none">
              <a:solidFill>
                <a:srgbClr val="b51621"/>
              </a:solidFill>
              <a:uFillTx/>
              <a:latin typeface="Arial"/>
              <a:ea typeface="DejaVu Sans"/>
            </a:endParaRPr>
          </a:p>
        </p:txBody>
      </p:sp>
      <p:sp>
        <p:nvSpPr>
          <p:cNvPr id="394" name="PlaceHolder 1"/>
          <p:cNvSpPr>
            <a:spLocks noGrp="1"/>
          </p:cNvSpPr>
          <p:nvPr>
            <p:ph type="title"/>
          </p:nvPr>
        </p:nvSpPr>
        <p:spPr>
          <a:xfrm>
            <a:off x="838080" y="365040"/>
            <a:ext cx="10514520" cy="132444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ctr">
            <a:noAutofit/>
          </a:bodyPr>
          <a:p>
            <a:pPr indent="0" defTabSz="914400">
              <a:lnSpc>
                <a:spcPct val="90000"/>
              </a:lnSpc>
              <a:buNone/>
              <a:tabLst>
                <a:tab algn="l" pos="0"/>
              </a:tabLst>
            </a:pPr>
            <a:r>
              <a:rPr b="0" lang="de-DE" sz="4400" strike="noStrike" u="none">
                <a:solidFill>
                  <a:schemeClr val="dk1"/>
                </a:solidFill>
                <a:uFillTx/>
                <a:latin typeface="Calibri Light"/>
              </a:rPr>
              <a:t>Literatur und Quellen</a:t>
            </a:r>
            <a:endParaRPr b="0" lang="de-DE" sz="4400" strike="noStrike" u="none">
              <a:solidFill>
                <a:srgbClr val="000000"/>
              </a:solidFill>
              <a:uFillTx/>
              <a:latin typeface="Arial"/>
            </a:endParaRPr>
          </a:p>
        </p:txBody>
      </p:sp>
      <p:pic>
        <p:nvPicPr>
          <p:cNvPr id="395" name="Picture 2" descr=""/>
          <p:cNvPicPr/>
          <p:nvPr/>
        </p:nvPicPr>
        <p:blipFill>
          <a:blip r:embed="rId1"/>
          <a:stretch/>
        </p:blipFill>
        <p:spPr>
          <a:xfrm>
            <a:off x="5987880" y="1160640"/>
            <a:ext cx="4462920" cy="3275280"/>
          </a:xfrm>
          <a:prstGeom prst="rect">
            <a:avLst/>
          </a:prstGeom>
          <a:noFill/>
          <a:ln w="0">
            <a:noFill/>
          </a:ln>
        </p:spPr>
      </p:pic>
      <p:pic>
        <p:nvPicPr>
          <p:cNvPr id="396" name="Picture 2" descr=""/>
          <p:cNvPicPr/>
          <p:nvPr/>
        </p:nvPicPr>
        <p:blipFill>
          <a:blip r:embed="rId2"/>
          <a:stretch/>
        </p:blipFill>
        <p:spPr>
          <a:xfrm>
            <a:off x="1100160" y="1492920"/>
            <a:ext cx="3880440" cy="4853160"/>
          </a:xfrm>
          <a:prstGeom prst="rect">
            <a:avLst/>
          </a:prstGeom>
          <a:noFill/>
          <a:ln w="0">
            <a:noFill/>
          </a:ln>
        </p:spPr>
      </p:pic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73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bg>
      <p:bgPr>
        <a:solidFill>
          <a:schemeClr val="lt1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97" name="Rectangle 12">
            <a:extLst>
              <a:ext uri="{C183D7F6-B498-43B3-948B-1728B52AA6E4}">
                <adec:decorative xmlns:adec="http://schemas.microsoft.com/office/drawing/2017/decorative" val="1"/>
              </a:ext>
            </a:extLst>
          </p:cNvPr>
          <p:cNvSpPr/>
          <p:nvPr/>
        </p:nvSpPr>
        <p:spPr>
          <a:xfrm>
            <a:off x="0" y="0"/>
            <a:ext cx="12191040" cy="6856920"/>
          </a:xfrm>
          <a:prstGeom prst="rect">
            <a:avLst/>
          </a:prstGeom>
          <a:solidFill>
            <a:schemeClr val="accent1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 algn="ctr" defTabSz="914400">
              <a:lnSpc>
                <a:spcPct val="100000"/>
              </a:lnSpc>
              <a:tabLst>
                <a:tab algn="l" pos="0"/>
              </a:tabLst>
            </a:pPr>
            <a:endParaRPr b="0" lang="en-US" sz="1800" strike="noStrike" u="none">
              <a:solidFill>
                <a:srgbClr val="ffffff"/>
              </a:solidFill>
              <a:uFillTx/>
              <a:latin typeface="Calibri"/>
            </a:endParaRPr>
          </a:p>
        </p:txBody>
      </p:sp>
      <p:sp>
        <p:nvSpPr>
          <p:cNvPr id="398" name="PlaceHolder 1"/>
          <p:cNvSpPr>
            <a:spLocks noGrp="1"/>
          </p:cNvSpPr>
          <p:nvPr>
            <p:ph type="title"/>
          </p:nvPr>
        </p:nvSpPr>
        <p:spPr>
          <a:xfrm>
            <a:off x="1848600" y="3298680"/>
            <a:ext cx="8493840" cy="178344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b">
            <a:normAutofit/>
          </a:bodyPr>
          <a:p>
            <a:pPr indent="0" algn="ctr" defTabSz="914400">
              <a:lnSpc>
                <a:spcPct val="90000"/>
              </a:lnSpc>
              <a:buNone/>
              <a:tabLst>
                <a:tab algn="l" pos="0"/>
              </a:tabLst>
            </a:pPr>
            <a:r>
              <a:rPr b="0" lang="en-US" sz="6000" strike="noStrike" u="none">
                <a:solidFill>
                  <a:srgbClr val="ffffff"/>
                </a:solidFill>
                <a:uFillTx/>
                <a:latin typeface="Calibri Light"/>
              </a:rPr>
              <a:t>Installation und Setup</a:t>
            </a:r>
            <a:endParaRPr b="0" lang="de-DE" sz="6000" strike="noStrike" u="none">
              <a:solidFill>
                <a:srgbClr val="000000"/>
              </a:solidFill>
              <a:uFillTx/>
              <a:latin typeface="Arial"/>
            </a:endParaRPr>
          </a:p>
        </p:txBody>
      </p:sp>
      <p:sp>
        <p:nvSpPr>
          <p:cNvPr id="399" name="Oval 14">
            <a:extLst>
              <a:ext uri="{C183D7F6-B498-43B3-948B-1728B52AA6E4}">
                <adec:decorative xmlns:adec="http://schemas.microsoft.com/office/drawing/2017/decorative" val="1"/>
              </a:ext>
            </a:extLst>
          </p:cNvPr>
          <p:cNvSpPr/>
          <p:nvPr/>
        </p:nvSpPr>
        <p:spPr>
          <a:xfrm>
            <a:off x="5025960" y="889200"/>
            <a:ext cx="2139120" cy="2139120"/>
          </a:xfrm>
          <a:prstGeom prst="ellipse">
            <a:avLst/>
          </a:prstGeom>
          <a:solidFill>
            <a:srgbClr val="ffffff"/>
          </a:solidFill>
          <a:ln w="19050">
            <a:solidFill>
              <a:srgbClr val="1d9a78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 algn="ctr" defTabSz="914400">
              <a:lnSpc>
                <a:spcPct val="100000"/>
              </a:lnSpc>
              <a:tabLst>
                <a:tab algn="l" pos="0"/>
              </a:tabLst>
            </a:pPr>
            <a:endParaRPr b="0" lang="en-US" sz="1800" strike="noStrike" u="none">
              <a:solidFill>
                <a:srgbClr val="ffffff"/>
              </a:solidFill>
              <a:uFillTx/>
              <a:latin typeface="Calibri"/>
            </a:endParaRPr>
          </a:p>
        </p:txBody>
      </p:sp>
      <p:pic>
        <p:nvPicPr>
          <p:cNvPr id="400" name="Graphic 9" descr="Tools"/>
          <p:cNvPicPr/>
          <p:nvPr/>
        </p:nvPicPr>
        <p:blipFill>
          <a:blip r:embed="rId1">
            <a:extLst>
              <a:ext uri="{96DAC541-7B7A-43D3-8B79-37D633B846F1}">
                <asvg:svgBlip xmlns:asvg="http://schemas.microsoft.com/office/drawing/2016/SVG/main" r:embed="rId2"/>
              </a:ext>
            </a:extLst>
          </a:blip>
          <a:stretch/>
        </p:blipFill>
        <p:spPr>
          <a:xfrm>
            <a:off x="5508360" y="1371600"/>
            <a:ext cx="1174320" cy="1174320"/>
          </a:xfrm>
          <a:prstGeom prst="rect">
            <a:avLst/>
          </a:prstGeom>
          <a:noFill/>
          <a:ln w="0">
            <a:noFill/>
          </a:ln>
        </p:spPr>
      </p:pic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74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bg>
      <p:bgPr>
        <a:solidFill>
          <a:schemeClr val="lt1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01" name="Rectangle 11">
            <a:extLst>
              <a:ext uri="{C183D7F6-B498-43B3-948B-1728B52AA6E4}">
                <adec:decorative xmlns:adec="http://schemas.microsoft.com/office/drawing/2017/decorative" val="1"/>
              </a:ext>
            </a:extLst>
          </p:cNvPr>
          <p:cNvSpPr/>
          <p:nvPr/>
        </p:nvSpPr>
        <p:spPr>
          <a:xfrm>
            <a:off x="0" y="0"/>
            <a:ext cx="5092200" cy="6856920"/>
          </a:xfrm>
          <a:prstGeom prst="rect">
            <a:avLst/>
          </a:prstGeom>
          <a:solidFill>
            <a:schemeClr val="accent1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 algn="ctr" defTabSz="914400">
              <a:lnSpc>
                <a:spcPct val="100000"/>
              </a:lnSpc>
            </a:pPr>
            <a:endParaRPr b="0" lang="en-US" sz="1800" strike="noStrike" u="none">
              <a:solidFill>
                <a:schemeClr val="lt1"/>
              </a:solidFill>
              <a:uFillTx/>
              <a:latin typeface="Calibri"/>
            </a:endParaRPr>
          </a:p>
        </p:txBody>
      </p:sp>
      <p:sp>
        <p:nvSpPr>
          <p:cNvPr id="402" name="PlaceHolder 1"/>
          <p:cNvSpPr>
            <a:spLocks noGrp="1"/>
          </p:cNvSpPr>
          <p:nvPr>
            <p:ph type="title"/>
          </p:nvPr>
        </p:nvSpPr>
        <p:spPr>
          <a:xfrm>
            <a:off x="524880" y="620280"/>
            <a:ext cx="3807360" cy="550368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ctr">
            <a:normAutofit/>
          </a:bodyPr>
          <a:p>
            <a:pPr indent="0" defTabSz="914400">
              <a:lnSpc>
                <a:spcPct val="90000"/>
              </a:lnSpc>
              <a:buNone/>
              <a:tabLst>
                <a:tab algn="l" pos="0"/>
              </a:tabLst>
            </a:pPr>
            <a:r>
              <a:rPr b="0" lang="de-DE" sz="3800" strike="noStrike" u="none">
                <a:solidFill>
                  <a:schemeClr val="lt1"/>
                </a:solidFill>
                <a:uFillTx/>
                <a:latin typeface="Calibri Light"/>
              </a:rPr>
              <a:t>JavaScript-Grundinstallation</a:t>
            </a:r>
            <a:endParaRPr b="0" lang="de-DE" sz="3800" strike="noStrike" u="none">
              <a:solidFill>
                <a:srgbClr val="000000"/>
              </a:solidFill>
              <a:uFillTx/>
              <a:latin typeface="Arial"/>
            </a:endParaRPr>
          </a:p>
        </p:txBody>
      </p:sp>
      <p:graphicFrame>
        <p:nvGraphicFramePr>
          <p:cNvPr id="6" name="Diagram6"/>
          <p:cNvGraphicFramePr/>
          <p:nvPr>
            <p:extLst>
              <p:ext uri="{D42A27DB-BD31-4B8C-83A1-F6EECF244321}">
                <p14:modId xmlns:p14="http://schemas.microsoft.com/office/powerpoint/2010/main" val="1851240208"/>
              </p:ext>
            </p:extLst>
          </p:nvPr>
        </p:nvGraphicFramePr>
        <p:xfrm>
          <a:off x="5468400" y="620280"/>
          <a:ext cx="6262560" cy="5503680"/>
        </p:xfrm>
        <a:graphic>
          <a:graphicData uri="http://schemas.openxmlformats.org/drawingml/2006/diagram">
            <dgm:relIds xmlns:dgm="http://schemas.openxmlformats.org/drawingml/2006/diagram" xmlns:r="http://schemas.openxmlformats.org/officeDocument/2006/relationships" r:dm="rId1" r:lo="rId2" r:qs="rId3" r:cs="rId4"/>
          </a:graphicData>
        </a:graphic>
      </p:graphicFrame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75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bg>
      <p:bgPr>
        <a:solidFill>
          <a:schemeClr val="lt1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 useBgFill="1">
        <p:nvSpPr>
          <p:cNvPr id="403" name="Rectangle 12">
            <a:extLst>
              <a:ext uri="{C183D7F6-B498-43B3-948B-1728B52AA6E4}">
                <adec:decorative xmlns:adec="http://schemas.microsoft.com/office/drawing/2017/decorative" val="1"/>
              </a:ext>
            </a:extLst>
          </p:cNvPr>
          <p:cNvSpPr/>
          <p:nvPr/>
        </p:nvSpPr>
        <p:spPr>
          <a:xfrm>
            <a:off x="0" y="0"/>
            <a:ext cx="12191040" cy="6856920"/>
          </a:xfrm>
          <a:prstGeom prst="rect">
            <a:avLst/>
          </a:prstGeom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 algn="ctr" defTabSz="914400">
              <a:lnSpc>
                <a:spcPct val="100000"/>
              </a:lnSpc>
            </a:pPr>
            <a:endParaRPr b="0" lang="en-US" sz="1800" strike="noStrike" u="none">
              <a:solidFill>
                <a:schemeClr val="lt1"/>
              </a:solidFill>
              <a:uFillTx/>
              <a:latin typeface="Calibri"/>
            </a:endParaRPr>
          </a:p>
        </p:txBody>
      </p:sp>
      <p:sp>
        <p:nvSpPr>
          <p:cNvPr id="404" name="Rectangle 14">
            <a:extLst>
              <a:ext uri="{C183D7F6-B498-43B3-948B-1728B52AA6E4}">
                <adec:decorative xmlns:adec="http://schemas.microsoft.com/office/drawing/2017/decorative" val="1"/>
              </a:ext>
            </a:extLst>
          </p:cNvPr>
          <p:cNvSpPr/>
          <p:nvPr/>
        </p:nvSpPr>
        <p:spPr>
          <a:xfrm flipH="1">
            <a:off x="-720" y="0"/>
            <a:ext cx="12191040" cy="1589760"/>
          </a:xfrm>
          <a:prstGeom prst="rect">
            <a:avLst/>
          </a:prstGeom>
          <a:gradFill rotWithShape="0">
            <a:gsLst>
              <a:gs pos="0">
                <a:srgbClr val="000000"/>
              </a:gs>
              <a:gs pos="100000">
                <a:srgbClr val="16735a"/>
              </a:gs>
            </a:gsLst>
            <a:lin ang="2400000"/>
          </a:gra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 algn="ctr" defTabSz="914400">
              <a:lnSpc>
                <a:spcPct val="100000"/>
              </a:lnSpc>
            </a:pPr>
            <a:endParaRPr b="0" lang="en-US" sz="1800" strike="noStrike" u="none">
              <a:solidFill>
                <a:schemeClr val="lt1"/>
              </a:solidFill>
              <a:uFillTx/>
              <a:latin typeface="Calibri"/>
            </a:endParaRPr>
          </a:p>
        </p:txBody>
      </p:sp>
      <p:sp>
        <p:nvSpPr>
          <p:cNvPr id="405" name="Rectangle 16">
            <a:extLst>
              <a:ext uri="{C183D7F6-B498-43B3-948B-1728B52AA6E4}">
                <adec:decorative xmlns:adec="http://schemas.microsoft.com/office/drawing/2017/decorative" val="1"/>
              </a:ext>
            </a:extLst>
          </p:cNvPr>
          <p:cNvSpPr/>
          <p:nvPr/>
        </p:nvSpPr>
        <p:spPr>
          <a:xfrm flipH="1" rot="10800000">
            <a:off x="360" y="1080"/>
            <a:ext cx="8114400" cy="1589760"/>
          </a:xfrm>
          <a:prstGeom prst="rect">
            <a:avLst/>
          </a:prstGeom>
          <a:gradFill rotWithShape="0">
            <a:gsLst>
              <a:gs pos="20000">
                <a:srgbClr val="1d9a78">
                  <a:alpha val="0"/>
                </a:srgbClr>
              </a:gs>
              <a:gs pos="100000">
                <a:srgbClr val="0e4d3c">
                  <a:alpha val="55000"/>
                </a:srgbClr>
              </a:gs>
            </a:gsLst>
            <a:lin ang="7800000"/>
          </a:gra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 algn="ctr" defTabSz="914400">
              <a:lnSpc>
                <a:spcPct val="100000"/>
              </a:lnSpc>
            </a:pPr>
            <a:endParaRPr b="0" lang="en-US" sz="1800" strike="noStrike" u="none">
              <a:solidFill>
                <a:schemeClr val="lt1"/>
              </a:solidFill>
              <a:uFillTx/>
              <a:latin typeface="Calibri"/>
            </a:endParaRPr>
          </a:p>
        </p:txBody>
      </p:sp>
      <p:sp>
        <p:nvSpPr>
          <p:cNvPr id="406" name="Rectangle 18">
            <a:extLst>
              <a:ext uri="{C183D7F6-B498-43B3-948B-1728B52AA6E4}">
                <adec:decorative xmlns:adec="http://schemas.microsoft.com/office/drawing/2017/decorative" val="1"/>
              </a:ext>
            </a:extLst>
          </p:cNvPr>
          <p:cNvSpPr/>
          <p:nvPr/>
        </p:nvSpPr>
        <p:spPr>
          <a:xfrm flipH="1">
            <a:off x="8113680" y="0"/>
            <a:ext cx="4075560" cy="1589760"/>
          </a:xfrm>
          <a:prstGeom prst="rect">
            <a:avLst/>
          </a:prstGeom>
          <a:gradFill rotWithShape="0">
            <a:gsLst>
              <a:gs pos="0">
                <a:srgbClr val="1d9a78">
                  <a:alpha val="66000"/>
                </a:srgbClr>
              </a:gs>
              <a:gs pos="100000">
                <a:srgbClr val="000000">
                  <a:alpha val="30000"/>
                </a:srgbClr>
              </a:gs>
            </a:gsLst>
            <a:lin ang="19200000"/>
          </a:gra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 algn="ctr" defTabSz="914400">
              <a:lnSpc>
                <a:spcPct val="100000"/>
              </a:lnSpc>
            </a:pPr>
            <a:endParaRPr b="0" lang="en-US" sz="1800" strike="noStrike" u="none">
              <a:solidFill>
                <a:schemeClr val="lt1"/>
              </a:solidFill>
              <a:uFillTx/>
              <a:latin typeface="Calibri"/>
            </a:endParaRPr>
          </a:p>
        </p:txBody>
      </p:sp>
      <p:sp>
        <p:nvSpPr>
          <p:cNvPr id="407" name="Rectangle 20">
            <a:extLst>
              <a:ext uri="{C183D7F6-B498-43B3-948B-1728B52AA6E4}">
                <adec:decorative xmlns:adec="http://schemas.microsoft.com/office/drawing/2017/decorative" val="1"/>
              </a:ext>
            </a:extLst>
          </p:cNvPr>
          <p:cNvSpPr/>
          <p:nvPr/>
        </p:nvSpPr>
        <p:spPr>
          <a:xfrm>
            <a:off x="459360" y="0"/>
            <a:ext cx="11731680" cy="1596240"/>
          </a:xfrm>
          <a:prstGeom prst="rect">
            <a:avLst/>
          </a:prstGeom>
          <a:gradFill rotWithShape="0">
            <a:gsLst>
              <a:gs pos="50000">
                <a:srgbClr val="000000">
                  <a:alpha val="0"/>
                </a:srgbClr>
              </a:gs>
              <a:gs pos="99000">
                <a:srgbClr val="0e4d3c">
                  <a:alpha val="52000"/>
                </a:srgbClr>
              </a:gs>
            </a:gsLst>
            <a:lin ang="16800000"/>
          </a:gra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 algn="ctr" defTabSz="914400">
              <a:lnSpc>
                <a:spcPct val="100000"/>
              </a:lnSpc>
            </a:pPr>
            <a:endParaRPr b="0" lang="en-US" sz="1800" strike="noStrike" u="none">
              <a:solidFill>
                <a:schemeClr val="lt1"/>
              </a:solidFill>
              <a:uFillTx/>
              <a:latin typeface="Calibri"/>
            </a:endParaRPr>
          </a:p>
        </p:txBody>
      </p:sp>
      <p:sp>
        <p:nvSpPr>
          <p:cNvPr id="408" name="PlaceHolder 1"/>
          <p:cNvSpPr>
            <a:spLocks noGrp="1"/>
          </p:cNvSpPr>
          <p:nvPr>
            <p:ph type="title"/>
          </p:nvPr>
        </p:nvSpPr>
        <p:spPr>
          <a:xfrm>
            <a:off x="1371600" y="294480"/>
            <a:ext cx="9894960" cy="103248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ctr">
            <a:normAutofit lnSpcReduction="9999"/>
          </a:bodyPr>
          <a:p>
            <a:pPr indent="0" defTabSz="914400">
              <a:lnSpc>
                <a:spcPct val="90000"/>
              </a:lnSpc>
              <a:buNone/>
              <a:tabLst>
                <a:tab algn="l" pos="0"/>
              </a:tabLst>
            </a:pPr>
            <a:r>
              <a:rPr b="0" lang="de-DE" sz="3700" strike="noStrike" u="none">
                <a:solidFill>
                  <a:srgbClr val="ffffff"/>
                </a:solidFill>
                <a:uFillTx/>
                <a:latin typeface="Calibri Light"/>
              </a:rPr>
              <a:t>Installation des Angular Command Line Interfaces</a:t>
            </a:r>
            <a:endParaRPr b="0" lang="de-DE" sz="3700" strike="noStrike" u="none">
              <a:solidFill>
                <a:srgbClr val="000000"/>
              </a:solidFill>
              <a:uFillTx/>
              <a:latin typeface="Arial"/>
            </a:endParaRPr>
          </a:p>
        </p:txBody>
      </p:sp>
      <p:sp>
        <p:nvSpPr>
          <p:cNvPr id="409" name="PlaceHolder 2"/>
          <p:cNvSpPr>
            <a:spLocks noGrp="1"/>
          </p:cNvSpPr>
          <p:nvPr>
            <p:ph/>
          </p:nvPr>
        </p:nvSpPr>
        <p:spPr>
          <a:xfrm>
            <a:off x="1371600" y="2318040"/>
            <a:ext cx="9722880" cy="368244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ctr">
            <a:normAutofit/>
          </a:bodyPr>
          <a:p>
            <a:pPr marL="228600" indent="-228600" defTabSz="914400">
              <a:lnSpc>
                <a:spcPct val="90000"/>
              </a:lnSpc>
              <a:spcBef>
                <a:spcPts val="1001"/>
              </a:spcBef>
              <a:buClr>
                <a:srgbClr val="000000"/>
              </a:buClr>
              <a:buFont typeface="Arial"/>
              <a:buChar char="•"/>
            </a:pPr>
            <a:r>
              <a:rPr b="0" lang="de-DE" sz="1900" strike="noStrike" u="none">
                <a:solidFill>
                  <a:schemeClr val="dk1"/>
                </a:solidFill>
                <a:uFillTx/>
                <a:latin typeface="Courier New"/>
              </a:rPr>
              <a:t>npm install -g @angular/cli</a:t>
            </a:r>
            <a:endParaRPr b="0" lang="de-DE" sz="1900" strike="noStrike" u="none">
              <a:solidFill>
                <a:srgbClr val="000000"/>
              </a:solidFill>
              <a:uFillTx/>
              <a:latin typeface="Arial"/>
            </a:endParaRPr>
          </a:p>
          <a:p>
            <a:pPr marL="228600" indent="-228600" defTabSz="914400">
              <a:lnSpc>
                <a:spcPct val="90000"/>
              </a:lnSpc>
              <a:spcBef>
                <a:spcPts val="1001"/>
              </a:spcBef>
              <a:buClr>
                <a:srgbClr val="000000"/>
              </a:buClr>
              <a:buFont typeface="Arial"/>
              <a:buChar char="•"/>
            </a:pPr>
            <a:r>
              <a:rPr b="0" lang="de-DE" sz="1900" strike="noStrike" u="none">
                <a:solidFill>
                  <a:schemeClr val="dk1"/>
                </a:solidFill>
                <a:uFillTx/>
                <a:latin typeface="Calibri"/>
              </a:rPr>
              <a:t>Damit ist der Angular-Projektassistent </a:t>
            </a:r>
            <a:r>
              <a:rPr b="0" lang="de-DE" sz="1900" strike="noStrike" u="none">
                <a:solidFill>
                  <a:schemeClr val="dk1"/>
                </a:solidFill>
                <a:uFillTx/>
                <a:latin typeface="Courier New"/>
              </a:rPr>
              <a:t>ng</a:t>
            </a:r>
            <a:r>
              <a:rPr b="0" lang="de-DE" sz="1900" strike="noStrike" u="none">
                <a:solidFill>
                  <a:schemeClr val="dk1"/>
                </a:solidFill>
                <a:uFillTx/>
                <a:latin typeface="Calibri"/>
              </a:rPr>
              <a:t> installiert</a:t>
            </a:r>
            <a:endParaRPr b="0" lang="de-DE" sz="1900" strike="noStrike" u="none">
              <a:solidFill>
                <a:srgbClr val="000000"/>
              </a:solidFill>
              <a:uFillTx/>
              <a:latin typeface="Arial"/>
            </a:endParaRPr>
          </a:p>
          <a:p>
            <a:pPr lvl="1" marL="685800" indent="-228600" defTabSz="914400">
              <a:lnSpc>
                <a:spcPct val="90000"/>
              </a:lnSpc>
              <a:spcBef>
                <a:spcPts val="499"/>
              </a:spcBef>
              <a:buClr>
                <a:srgbClr val="000000"/>
              </a:buClr>
              <a:buFont typeface="Arial"/>
              <a:buChar char="•"/>
            </a:pPr>
            <a:r>
              <a:rPr b="0" lang="de-DE" sz="1900" strike="noStrike" u="none">
                <a:solidFill>
                  <a:schemeClr val="dk1"/>
                </a:solidFill>
                <a:uFillTx/>
                <a:latin typeface="Calibri"/>
              </a:rPr>
              <a:t>Anlegen eines neuen Projekts</a:t>
            </a:r>
            <a:endParaRPr b="0" lang="de-DE" sz="1900" strike="noStrike" u="none">
              <a:solidFill>
                <a:srgbClr val="000000"/>
              </a:solidFill>
              <a:uFillTx/>
              <a:latin typeface="Arial"/>
            </a:endParaRPr>
          </a:p>
          <a:p>
            <a:pPr lvl="2" marL="1143000" indent="-228600" defTabSz="914400">
              <a:lnSpc>
                <a:spcPct val="90000"/>
              </a:lnSpc>
              <a:spcBef>
                <a:spcPts val="499"/>
              </a:spcBef>
              <a:buClr>
                <a:srgbClr val="000000"/>
              </a:buClr>
              <a:buFont typeface="Arial"/>
              <a:buChar char="•"/>
            </a:pPr>
            <a:r>
              <a:rPr b="0" lang="de-DE" sz="1900" strike="noStrike" u="none">
                <a:solidFill>
                  <a:schemeClr val="dk1"/>
                </a:solidFill>
                <a:uFillTx/>
                <a:latin typeface="Courier New"/>
              </a:rPr>
              <a:t>ng new &lt;projektname&gt;</a:t>
            </a:r>
            <a:endParaRPr b="0" lang="de-DE" sz="1900" strike="noStrike" u="none">
              <a:solidFill>
                <a:srgbClr val="000000"/>
              </a:solidFill>
              <a:uFillTx/>
              <a:latin typeface="Arial"/>
            </a:endParaRPr>
          </a:p>
          <a:p>
            <a:pPr lvl="1" marL="685800" indent="-228600" defTabSz="914400">
              <a:lnSpc>
                <a:spcPct val="90000"/>
              </a:lnSpc>
              <a:spcBef>
                <a:spcPts val="499"/>
              </a:spcBef>
              <a:buClr>
                <a:srgbClr val="000000"/>
              </a:buClr>
              <a:buFont typeface="Arial"/>
              <a:buChar char="•"/>
            </a:pPr>
            <a:r>
              <a:rPr b="0" lang="de-DE" sz="1900" strike="noStrike" u="none">
                <a:solidFill>
                  <a:schemeClr val="dk1"/>
                </a:solidFill>
                <a:uFillTx/>
                <a:latin typeface="Calibri"/>
              </a:rPr>
              <a:t>Erzeugen neuer Angular-Programmteile</a:t>
            </a:r>
            <a:endParaRPr b="0" lang="de-DE" sz="1900" strike="noStrike" u="none">
              <a:solidFill>
                <a:srgbClr val="000000"/>
              </a:solidFill>
              <a:uFillTx/>
              <a:latin typeface="Arial"/>
            </a:endParaRPr>
          </a:p>
          <a:p>
            <a:pPr lvl="2" marL="1143000" indent="-228600" defTabSz="914400">
              <a:lnSpc>
                <a:spcPct val="90000"/>
              </a:lnSpc>
              <a:spcBef>
                <a:spcPts val="499"/>
              </a:spcBef>
              <a:buClr>
                <a:srgbClr val="000000"/>
              </a:buClr>
              <a:buFont typeface="Arial"/>
              <a:buChar char="•"/>
            </a:pPr>
            <a:r>
              <a:rPr b="0" lang="de-DE" sz="1900" strike="noStrike" u="none">
                <a:solidFill>
                  <a:schemeClr val="dk1"/>
                </a:solidFill>
                <a:uFillTx/>
                <a:latin typeface="Calibri"/>
              </a:rPr>
              <a:t>Services</a:t>
            </a:r>
            <a:endParaRPr b="0" lang="de-DE" sz="1900" strike="noStrike" u="none">
              <a:solidFill>
                <a:srgbClr val="000000"/>
              </a:solidFill>
              <a:uFillTx/>
              <a:latin typeface="Arial"/>
            </a:endParaRPr>
          </a:p>
          <a:p>
            <a:pPr lvl="2" marL="1143000" indent="-228600" defTabSz="914400">
              <a:lnSpc>
                <a:spcPct val="90000"/>
              </a:lnSpc>
              <a:spcBef>
                <a:spcPts val="499"/>
              </a:spcBef>
              <a:buClr>
                <a:srgbClr val="000000"/>
              </a:buClr>
              <a:buFont typeface="Arial"/>
              <a:buChar char="•"/>
            </a:pPr>
            <a:r>
              <a:rPr b="0" lang="de-DE" sz="1900" strike="noStrike" u="none">
                <a:solidFill>
                  <a:schemeClr val="dk1"/>
                </a:solidFill>
                <a:uFillTx/>
                <a:latin typeface="Calibri"/>
              </a:rPr>
              <a:t>Direktiven</a:t>
            </a:r>
            <a:endParaRPr b="0" lang="de-DE" sz="1900" strike="noStrike" u="none">
              <a:solidFill>
                <a:srgbClr val="000000"/>
              </a:solidFill>
              <a:uFillTx/>
              <a:latin typeface="Arial"/>
            </a:endParaRPr>
          </a:p>
          <a:p>
            <a:pPr lvl="2" marL="1143000" indent="-228600" defTabSz="914400">
              <a:lnSpc>
                <a:spcPct val="90000"/>
              </a:lnSpc>
              <a:spcBef>
                <a:spcPts val="499"/>
              </a:spcBef>
              <a:buClr>
                <a:srgbClr val="000000"/>
              </a:buClr>
              <a:buFont typeface="Arial"/>
              <a:buChar char="•"/>
            </a:pPr>
            <a:r>
              <a:rPr b="0" lang="de-DE" sz="1900" strike="noStrike" u="none">
                <a:solidFill>
                  <a:schemeClr val="dk1"/>
                </a:solidFill>
                <a:uFillTx/>
                <a:latin typeface="Calibri"/>
              </a:rPr>
              <a:t>…</a:t>
            </a:r>
            <a:endParaRPr b="0" lang="de-DE" sz="1900" strike="noStrike" u="none">
              <a:solidFill>
                <a:srgbClr val="000000"/>
              </a:solidFill>
              <a:uFillTx/>
              <a:latin typeface="Arial"/>
            </a:endParaRPr>
          </a:p>
          <a:p>
            <a:pPr marL="228600" indent="-228600" defTabSz="914400">
              <a:lnSpc>
                <a:spcPct val="90000"/>
              </a:lnSpc>
              <a:spcBef>
                <a:spcPts val="1001"/>
              </a:spcBef>
              <a:buClr>
                <a:srgbClr val="000000"/>
              </a:buClr>
              <a:buFont typeface="Arial"/>
              <a:buChar char="•"/>
            </a:pPr>
            <a:r>
              <a:rPr b="0" lang="de-DE" sz="1900" strike="noStrike" u="none">
                <a:solidFill>
                  <a:schemeClr val="dk1"/>
                </a:solidFill>
                <a:uFillTx/>
                <a:latin typeface="Calibri"/>
              </a:rPr>
              <a:t>Freunde des Handmade Manifesto:</a:t>
            </a:r>
            <a:endParaRPr b="0" lang="de-DE" sz="1900" strike="noStrike" u="none">
              <a:solidFill>
                <a:srgbClr val="000000"/>
              </a:solidFill>
              <a:uFillTx/>
              <a:latin typeface="Arial"/>
            </a:endParaRPr>
          </a:p>
          <a:p>
            <a:pPr lvl="1" marL="685800" indent="-228600" defTabSz="914400">
              <a:lnSpc>
                <a:spcPct val="90000"/>
              </a:lnSpc>
              <a:spcBef>
                <a:spcPts val="499"/>
              </a:spcBef>
              <a:buClr>
                <a:srgbClr val="000000"/>
              </a:buClr>
              <a:buFont typeface="Arial"/>
              <a:buChar char="•"/>
            </a:pPr>
            <a:r>
              <a:rPr b="0" lang="de-DE" sz="1900" strike="noStrike" u="none">
                <a:solidFill>
                  <a:schemeClr val="dk1"/>
                </a:solidFill>
                <a:uFillTx/>
                <a:latin typeface="Calibri"/>
              </a:rPr>
              <a:t>Das Anlegen eines Angular-Projektes kann natürlich auch ohne dieses Werkzeug erfolgen</a:t>
            </a:r>
            <a:endParaRPr b="0" lang="de-DE" sz="1900" strike="noStrike" u="none">
              <a:solidFill>
                <a:srgbClr val="000000"/>
              </a:solidFill>
              <a:uFillTx/>
              <a:latin typeface="Arial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76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bg>
      <p:bgPr>
        <a:solidFill>
          <a:schemeClr val="lt1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 useBgFill="1">
        <p:nvSpPr>
          <p:cNvPr id="410" name="Rectangle 12">
            <a:extLst>
              <a:ext uri="{C183D7F6-B498-43B3-948B-1728B52AA6E4}">
                <adec:decorative xmlns:adec="http://schemas.microsoft.com/office/drawing/2017/decorative" val="1"/>
              </a:ext>
            </a:extLst>
          </p:cNvPr>
          <p:cNvSpPr/>
          <p:nvPr/>
        </p:nvSpPr>
        <p:spPr>
          <a:xfrm>
            <a:off x="0" y="0"/>
            <a:ext cx="12191040" cy="6856920"/>
          </a:xfrm>
          <a:prstGeom prst="rect">
            <a:avLst/>
          </a:prstGeom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 algn="ctr" defTabSz="914400">
              <a:lnSpc>
                <a:spcPct val="100000"/>
              </a:lnSpc>
            </a:pPr>
            <a:endParaRPr b="0" lang="en-US" sz="1800" strike="noStrike" u="none">
              <a:solidFill>
                <a:schemeClr val="lt1"/>
              </a:solidFill>
              <a:uFillTx/>
              <a:latin typeface="Calibri"/>
            </a:endParaRPr>
          </a:p>
        </p:txBody>
      </p:sp>
      <p:sp>
        <p:nvSpPr>
          <p:cNvPr id="411" name="Rectangle 14">
            <a:extLst>
              <a:ext uri="{C183D7F6-B498-43B3-948B-1728B52AA6E4}">
                <adec:decorative xmlns:adec="http://schemas.microsoft.com/office/drawing/2017/decorative" val="1"/>
              </a:ext>
            </a:extLst>
          </p:cNvPr>
          <p:cNvSpPr/>
          <p:nvPr/>
        </p:nvSpPr>
        <p:spPr>
          <a:xfrm flipH="1">
            <a:off x="-720" y="0"/>
            <a:ext cx="12191040" cy="1589760"/>
          </a:xfrm>
          <a:prstGeom prst="rect">
            <a:avLst/>
          </a:prstGeom>
          <a:gradFill rotWithShape="0">
            <a:gsLst>
              <a:gs pos="0">
                <a:srgbClr val="000000"/>
              </a:gs>
              <a:gs pos="100000">
                <a:srgbClr val="16735a"/>
              </a:gs>
            </a:gsLst>
            <a:lin ang="2400000"/>
          </a:gra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 algn="ctr" defTabSz="914400">
              <a:lnSpc>
                <a:spcPct val="100000"/>
              </a:lnSpc>
            </a:pPr>
            <a:endParaRPr b="0" lang="en-US" sz="1800" strike="noStrike" u="none">
              <a:solidFill>
                <a:schemeClr val="lt1"/>
              </a:solidFill>
              <a:uFillTx/>
              <a:latin typeface="Calibri"/>
            </a:endParaRPr>
          </a:p>
        </p:txBody>
      </p:sp>
      <p:sp>
        <p:nvSpPr>
          <p:cNvPr id="412" name="Rectangle 16">
            <a:extLst>
              <a:ext uri="{C183D7F6-B498-43B3-948B-1728B52AA6E4}">
                <adec:decorative xmlns:adec="http://schemas.microsoft.com/office/drawing/2017/decorative" val="1"/>
              </a:ext>
            </a:extLst>
          </p:cNvPr>
          <p:cNvSpPr/>
          <p:nvPr/>
        </p:nvSpPr>
        <p:spPr>
          <a:xfrm flipH="1" rot="10800000">
            <a:off x="360" y="1080"/>
            <a:ext cx="8114400" cy="1589760"/>
          </a:xfrm>
          <a:prstGeom prst="rect">
            <a:avLst/>
          </a:prstGeom>
          <a:gradFill rotWithShape="0">
            <a:gsLst>
              <a:gs pos="20000">
                <a:srgbClr val="1d9a78">
                  <a:alpha val="0"/>
                </a:srgbClr>
              </a:gs>
              <a:gs pos="100000">
                <a:srgbClr val="0e4d3c">
                  <a:alpha val="55000"/>
                </a:srgbClr>
              </a:gs>
            </a:gsLst>
            <a:lin ang="7800000"/>
          </a:gra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 algn="ctr" defTabSz="914400">
              <a:lnSpc>
                <a:spcPct val="100000"/>
              </a:lnSpc>
            </a:pPr>
            <a:endParaRPr b="0" lang="en-US" sz="1800" strike="noStrike" u="none">
              <a:solidFill>
                <a:schemeClr val="lt1"/>
              </a:solidFill>
              <a:uFillTx/>
              <a:latin typeface="Calibri"/>
            </a:endParaRPr>
          </a:p>
        </p:txBody>
      </p:sp>
      <p:sp>
        <p:nvSpPr>
          <p:cNvPr id="413" name="Rectangle 18">
            <a:extLst>
              <a:ext uri="{C183D7F6-B498-43B3-948B-1728B52AA6E4}">
                <adec:decorative xmlns:adec="http://schemas.microsoft.com/office/drawing/2017/decorative" val="1"/>
              </a:ext>
            </a:extLst>
          </p:cNvPr>
          <p:cNvSpPr/>
          <p:nvPr/>
        </p:nvSpPr>
        <p:spPr>
          <a:xfrm flipH="1">
            <a:off x="8113680" y="0"/>
            <a:ext cx="4075560" cy="1589760"/>
          </a:xfrm>
          <a:prstGeom prst="rect">
            <a:avLst/>
          </a:prstGeom>
          <a:gradFill rotWithShape="0">
            <a:gsLst>
              <a:gs pos="0">
                <a:srgbClr val="1d9a78">
                  <a:alpha val="66000"/>
                </a:srgbClr>
              </a:gs>
              <a:gs pos="100000">
                <a:srgbClr val="000000">
                  <a:alpha val="30000"/>
                </a:srgbClr>
              </a:gs>
            </a:gsLst>
            <a:lin ang="19200000"/>
          </a:gra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 algn="ctr" defTabSz="914400">
              <a:lnSpc>
                <a:spcPct val="100000"/>
              </a:lnSpc>
            </a:pPr>
            <a:endParaRPr b="0" lang="en-US" sz="1800" strike="noStrike" u="none">
              <a:solidFill>
                <a:schemeClr val="lt1"/>
              </a:solidFill>
              <a:uFillTx/>
              <a:latin typeface="Calibri"/>
            </a:endParaRPr>
          </a:p>
        </p:txBody>
      </p:sp>
      <p:sp>
        <p:nvSpPr>
          <p:cNvPr id="414" name="Rectangle 20">
            <a:extLst>
              <a:ext uri="{C183D7F6-B498-43B3-948B-1728B52AA6E4}">
                <adec:decorative xmlns:adec="http://schemas.microsoft.com/office/drawing/2017/decorative" val="1"/>
              </a:ext>
            </a:extLst>
          </p:cNvPr>
          <p:cNvSpPr/>
          <p:nvPr/>
        </p:nvSpPr>
        <p:spPr>
          <a:xfrm>
            <a:off x="459360" y="0"/>
            <a:ext cx="11731680" cy="1596240"/>
          </a:xfrm>
          <a:prstGeom prst="rect">
            <a:avLst/>
          </a:prstGeom>
          <a:gradFill rotWithShape="0">
            <a:gsLst>
              <a:gs pos="50000">
                <a:srgbClr val="000000">
                  <a:alpha val="0"/>
                </a:srgbClr>
              </a:gs>
              <a:gs pos="99000">
                <a:srgbClr val="0e4d3c">
                  <a:alpha val="52000"/>
                </a:srgbClr>
              </a:gs>
            </a:gsLst>
            <a:lin ang="16800000"/>
          </a:gra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 algn="ctr" defTabSz="914400">
              <a:lnSpc>
                <a:spcPct val="100000"/>
              </a:lnSpc>
            </a:pPr>
            <a:endParaRPr b="0" lang="en-US" sz="1800" strike="noStrike" u="none">
              <a:solidFill>
                <a:schemeClr val="lt1"/>
              </a:solidFill>
              <a:uFillTx/>
              <a:latin typeface="Calibri"/>
            </a:endParaRPr>
          </a:p>
        </p:txBody>
      </p:sp>
      <p:sp>
        <p:nvSpPr>
          <p:cNvPr id="415" name="PlaceHolder 1"/>
          <p:cNvSpPr>
            <a:spLocks noGrp="1"/>
          </p:cNvSpPr>
          <p:nvPr>
            <p:ph type="title"/>
          </p:nvPr>
        </p:nvSpPr>
        <p:spPr>
          <a:xfrm>
            <a:off x="1371600" y="294480"/>
            <a:ext cx="9894960" cy="103248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ctr">
            <a:normAutofit/>
          </a:bodyPr>
          <a:p>
            <a:pPr indent="0" defTabSz="914400">
              <a:lnSpc>
                <a:spcPct val="90000"/>
              </a:lnSpc>
              <a:buNone/>
              <a:tabLst>
                <a:tab algn="l" pos="0"/>
              </a:tabLst>
            </a:pPr>
            <a:r>
              <a:rPr b="0" lang="de-DE" sz="4000" strike="noStrike" u="none">
                <a:solidFill>
                  <a:srgbClr val="ffffff"/>
                </a:solidFill>
                <a:uFillTx/>
                <a:latin typeface="Calibri Light"/>
              </a:rPr>
              <a:t>Überblick über ng command line</a:t>
            </a:r>
            <a:endParaRPr b="0" lang="de-DE" sz="4000" strike="noStrike" u="none">
              <a:solidFill>
                <a:srgbClr val="000000"/>
              </a:solidFill>
              <a:uFillTx/>
              <a:latin typeface="Arial"/>
            </a:endParaRPr>
          </a:p>
        </p:txBody>
      </p:sp>
      <p:sp>
        <p:nvSpPr>
          <p:cNvPr id="416" name="PlaceHolder 2"/>
          <p:cNvSpPr>
            <a:spLocks noGrp="1"/>
          </p:cNvSpPr>
          <p:nvPr>
            <p:ph/>
          </p:nvPr>
        </p:nvSpPr>
        <p:spPr>
          <a:xfrm>
            <a:off x="1371600" y="2318040"/>
            <a:ext cx="9722880" cy="368244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ctr">
            <a:normAutofit/>
          </a:bodyPr>
          <a:p>
            <a:pPr marL="228600" indent="-228600" defTabSz="914400">
              <a:lnSpc>
                <a:spcPct val="90000"/>
              </a:lnSpc>
              <a:spcBef>
                <a:spcPts val="1001"/>
              </a:spcBef>
              <a:buClr>
                <a:srgbClr val="000000"/>
              </a:buClr>
              <a:buFont typeface="Arial"/>
              <a:buChar char="•"/>
            </a:pPr>
            <a:r>
              <a:rPr b="0" lang="en-US" sz="1700" strike="noStrike" u="none">
                <a:solidFill>
                  <a:schemeClr val="dk1"/>
                </a:solidFill>
                <a:uFillTx/>
                <a:latin typeface="Calibri"/>
              </a:rPr>
              <a:t>Development server</a:t>
            </a:r>
            <a:endParaRPr b="0" lang="de-DE" sz="1700" strike="noStrike" u="none">
              <a:solidFill>
                <a:srgbClr val="000000"/>
              </a:solidFill>
              <a:uFillTx/>
              <a:latin typeface="Arial"/>
            </a:endParaRPr>
          </a:p>
          <a:p>
            <a:pPr lvl="1" marL="685800" indent="-228600" defTabSz="914400">
              <a:lnSpc>
                <a:spcPct val="90000"/>
              </a:lnSpc>
              <a:spcBef>
                <a:spcPts val="499"/>
              </a:spcBef>
              <a:buClr>
                <a:srgbClr val="000000"/>
              </a:buClr>
              <a:buFont typeface="Arial"/>
              <a:buChar char="•"/>
            </a:pPr>
            <a:r>
              <a:rPr b="0" lang="en-US" sz="1700" strike="noStrike" u="none">
                <a:solidFill>
                  <a:schemeClr val="dk1"/>
                </a:solidFill>
                <a:uFillTx/>
                <a:latin typeface="Courier New"/>
              </a:rPr>
              <a:t>ng serve</a:t>
            </a:r>
            <a:r>
              <a:rPr b="0" lang="en-US" sz="1700" strike="noStrike" u="none">
                <a:solidFill>
                  <a:schemeClr val="dk1"/>
                </a:solidFill>
                <a:uFillTx/>
                <a:latin typeface="Calibri"/>
              </a:rPr>
              <a:t> startet einen Server mit Browser-Sync auf </a:t>
            </a:r>
            <a:r>
              <a:rPr b="0" lang="en-US" sz="1700" strike="noStrike" u="sng">
                <a:solidFill>
                  <a:schemeClr val="dk1"/>
                </a:solidFill>
                <a:uFillTx/>
                <a:latin typeface="Courier New"/>
              </a:rPr>
              <a:t>http://localhost:4200/</a:t>
            </a:r>
            <a:endParaRPr b="0" lang="de-DE" sz="1700" strike="noStrike" u="none">
              <a:solidFill>
                <a:srgbClr val="000000"/>
              </a:solidFill>
              <a:uFillTx/>
              <a:latin typeface="Arial"/>
            </a:endParaRPr>
          </a:p>
          <a:p>
            <a:pPr marL="228600" indent="-228600" defTabSz="914400">
              <a:lnSpc>
                <a:spcPct val="90000"/>
              </a:lnSpc>
              <a:spcBef>
                <a:spcPts val="1001"/>
              </a:spcBef>
              <a:buClr>
                <a:srgbClr val="000000"/>
              </a:buClr>
              <a:buFont typeface="Arial"/>
              <a:buChar char="•"/>
            </a:pPr>
            <a:r>
              <a:rPr b="0" lang="en-US" sz="1700" strike="noStrike" u="none">
                <a:solidFill>
                  <a:schemeClr val="dk1"/>
                </a:solidFill>
                <a:uFillTx/>
                <a:latin typeface="Calibri"/>
              </a:rPr>
              <a:t>Code Scaffolding</a:t>
            </a:r>
            <a:endParaRPr b="0" lang="de-DE" sz="1700" strike="noStrike" u="none">
              <a:solidFill>
                <a:srgbClr val="000000"/>
              </a:solidFill>
              <a:uFillTx/>
              <a:latin typeface="Arial"/>
            </a:endParaRPr>
          </a:p>
          <a:p>
            <a:pPr marL="228600" indent="-228600" defTabSz="914400">
              <a:lnSpc>
                <a:spcPct val="90000"/>
              </a:lnSpc>
              <a:spcBef>
                <a:spcPts val="1001"/>
              </a:spcBef>
              <a:buClr>
                <a:srgbClr val="000000"/>
              </a:buClr>
              <a:buFont typeface="Arial"/>
              <a:buChar char="•"/>
            </a:pPr>
            <a:r>
              <a:rPr b="0" lang="en-US" sz="1700" strike="noStrike" u="none">
                <a:solidFill>
                  <a:schemeClr val="dk1"/>
                </a:solidFill>
                <a:uFillTx/>
                <a:latin typeface="Courier New"/>
              </a:rPr>
              <a:t>ng generate component component-name</a:t>
            </a:r>
            <a:endParaRPr b="0" lang="de-DE" sz="1700" strike="noStrike" u="none">
              <a:solidFill>
                <a:srgbClr val="000000"/>
              </a:solidFill>
              <a:uFillTx/>
              <a:latin typeface="Arial"/>
            </a:endParaRPr>
          </a:p>
          <a:p>
            <a:pPr lvl="1" marL="685800" indent="-228600" defTabSz="914400">
              <a:lnSpc>
                <a:spcPct val="90000"/>
              </a:lnSpc>
              <a:spcBef>
                <a:spcPts val="499"/>
              </a:spcBef>
              <a:buClr>
                <a:srgbClr val="000000"/>
              </a:buClr>
              <a:buFont typeface="Arial"/>
              <a:buChar char="•"/>
            </a:pPr>
            <a:r>
              <a:rPr b="0" lang="en-US" sz="1700" strike="noStrike" u="none">
                <a:solidFill>
                  <a:schemeClr val="dk1"/>
                </a:solidFill>
                <a:uFillTx/>
                <a:latin typeface="Courier New"/>
              </a:rPr>
              <a:t>directive|pipe|service|class|guard|interface|enum|module</a:t>
            </a:r>
            <a:endParaRPr b="0" lang="de-DE" sz="1700" strike="noStrike" u="none">
              <a:solidFill>
                <a:srgbClr val="000000"/>
              </a:solidFill>
              <a:uFillTx/>
              <a:latin typeface="Arial"/>
            </a:endParaRPr>
          </a:p>
          <a:p>
            <a:pPr marL="228600" indent="-228600" defTabSz="914400">
              <a:lnSpc>
                <a:spcPct val="90000"/>
              </a:lnSpc>
              <a:spcBef>
                <a:spcPts val="1001"/>
              </a:spcBef>
              <a:buClr>
                <a:srgbClr val="000000"/>
              </a:buClr>
              <a:buFont typeface="Arial"/>
              <a:buChar char="•"/>
            </a:pPr>
            <a:r>
              <a:rPr b="0" lang="en-US" sz="1700" strike="noStrike" u="none">
                <a:solidFill>
                  <a:schemeClr val="dk1"/>
                </a:solidFill>
                <a:uFillTx/>
                <a:latin typeface="Calibri"/>
              </a:rPr>
              <a:t>Build</a:t>
            </a:r>
            <a:endParaRPr b="0" lang="de-DE" sz="1700" strike="noStrike" u="none">
              <a:solidFill>
                <a:srgbClr val="000000"/>
              </a:solidFill>
              <a:uFillTx/>
              <a:latin typeface="Arial"/>
            </a:endParaRPr>
          </a:p>
          <a:p>
            <a:pPr lvl="1" marL="685800" indent="-228600" defTabSz="914400">
              <a:lnSpc>
                <a:spcPct val="90000"/>
              </a:lnSpc>
              <a:spcBef>
                <a:spcPts val="499"/>
              </a:spcBef>
              <a:buClr>
                <a:srgbClr val="000000"/>
              </a:buClr>
              <a:buFont typeface="Arial"/>
              <a:buChar char="•"/>
            </a:pPr>
            <a:r>
              <a:rPr b="0" lang="en-US" sz="1700" strike="noStrike" u="none">
                <a:solidFill>
                  <a:schemeClr val="dk1"/>
                </a:solidFill>
                <a:uFillTx/>
                <a:latin typeface="Courier New"/>
              </a:rPr>
              <a:t>ng build &lt;-prod&gt;</a:t>
            </a:r>
            <a:endParaRPr b="0" lang="de-DE" sz="1700" strike="noStrike" u="none">
              <a:solidFill>
                <a:srgbClr val="000000"/>
              </a:solidFill>
              <a:uFillTx/>
              <a:latin typeface="Arial"/>
            </a:endParaRPr>
          </a:p>
          <a:p>
            <a:pPr marL="228600" indent="-228600" defTabSz="914400">
              <a:lnSpc>
                <a:spcPct val="90000"/>
              </a:lnSpc>
              <a:spcBef>
                <a:spcPts val="1001"/>
              </a:spcBef>
              <a:buClr>
                <a:srgbClr val="000000"/>
              </a:buClr>
              <a:buFont typeface="Arial"/>
              <a:buChar char="•"/>
            </a:pPr>
            <a:r>
              <a:rPr b="0" lang="en-US" sz="1700" strike="noStrike" u="none">
                <a:solidFill>
                  <a:schemeClr val="dk1"/>
                </a:solidFill>
                <a:uFillTx/>
                <a:latin typeface="Calibri"/>
              </a:rPr>
              <a:t>Unit Tests</a:t>
            </a:r>
            <a:endParaRPr b="0" lang="de-DE" sz="1700" strike="noStrike" u="none">
              <a:solidFill>
                <a:srgbClr val="000000"/>
              </a:solidFill>
              <a:uFillTx/>
              <a:latin typeface="Arial"/>
            </a:endParaRPr>
          </a:p>
          <a:p>
            <a:pPr lvl="1" marL="685800" indent="-228600" defTabSz="914400">
              <a:lnSpc>
                <a:spcPct val="90000"/>
              </a:lnSpc>
              <a:spcBef>
                <a:spcPts val="499"/>
              </a:spcBef>
              <a:buClr>
                <a:srgbClr val="000000"/>
              </a:buClr>
              <a:buFont typeface="Arial"/>
              <a:buChar char="•"/>
            </a:pPr>
            <a:r>
              <a:rPr b="0" lang="en-US" sz="1700" strike="noStrike" u="none">
                <a:solidFill>
                  <a:schemeClr val="dk1"/>
                </a:solidFill>
                <a:uFillTx/>
                <a:latin typeface="Courier New"/>
              </a:rPr>
              <a:t>ng test</a:t>
            </a:r>
            <a:r>
              <a:rPr b="0" lang="en-US" sz="1700" strike="noStrike" u="none">
                <a:solidFill>
                  <a:schemeClr val="dk1"/>
                </a:solidFill>
                <a:uFillTx/>
                <a:latin typeface="Calibri"/>
              </a:rPr>
              <a:t> führt Karma-Tests aus </a:t>
            </a:r>
            <a:r>
              <a:rPr b="0" lang="en-US" sz="1700" strike="noStrike" u="none">
                <a:solidFill>
                  <a:schemeClr val="dk1"/>
                </a:solidFill>
                <a:uFillTx/>
                <a:latin typeface="Calibri"/>
              </a:rPr>
              <a:t>	</a:t>
            </a:r>
            <a:r>
              <a:rPr b="0" lang="en-US" sz="1700" strike="noStrike" u="none">
                <a:solidFill>
                  <a:schemeClr val="dk1"/>
                </a:solidFill>
                <a:uFillTx/>
                <a:latin typeface="Calibri"/>
              </a:rPr>
              <a:t>    </a:t>
            </a:r>
            <a:r>
              <a:rPr b="0" lang="en-US" sz="1700" strike="noStrike" u="sng">
                <a:solidFill>
                  <a:schemeClr val="dk1"/>
                </a:solidFill>
                <a:uFillTx/>
                <a:latin typeface="Courier New"/>
                <a:hlinkClick r:id="rId1"/>
              </a:rPr>
              <a:t>https://karma-runner.github.io</a:t>
            </a:r>
            <a:endParaRPr b="0" lang="de-DE" sz="1700" strike="noStrike" u="none">
              <a:solidFill>
                <a:srgbClr val="000000"/>
              </a:solidFill>
              <a:uFillTx/>
              <a:latin typeface="Arial"/>
            </a:endParaRPr>
          </a:p>
          <a:p>
            <a:pPr marL="228600" indent="-228600" defTabSz="914400">
              <a:lnSpc>
                <a:spcPct val="90000"/>
              </a:lnSpc>
              <a:spcBef>
                <a:spcPts val="1001"/>
              </a:spcBef>
              <a:buClr>
                <a:srgbClr val="000000"/>
              </a:buClr>
              <a:buFont typeface="Arial"/>
              <a:buChar char="•"/>
            </a:pPr>
            <a:r>
              <a:rPr b="0" lang="en-US" sz="1700" strike="noStrike" u="none">
                <a:solidFill>
                  <a:schemeClr val="dk1"/>
                </a:solidFill>
                <a:uFillTx/>
                <a:latin typeface="Calibri"/>
              </a:rPr>
              <a:t>End-to-End Tests</a:t>
            </a:r>
            <a:endParaRPr b="0" lang="de-DE" sz="1700" strike="noStrike" u="none">
              <a:solidFill>
                <a:srgbClr val="000000"/>
              </a:solidFill>
              <a:uFillTx/>
              <a:latin typeface="Arial"/>
            </a:endParaRPr>
          </a:p>
          <a:p>
            <a:pPr lvl="1" marL="685800" indent="-228600" defTabSz="914400">
              <a:lnSpc>
                <a:spcPct val="90000"/>
              </a:lnSpc>
              <a:spcBef>
                <a:spcPts val="499"/>
              </a:spcBef>
              <a:buClr>
                <a:srgbClr val="000000"/>
              </a:buClr>
              <a:buFont typeface="Arial"/>
              <a:buChar char="•"/>
            </a:pPr>
            <a:r>
              <a:rPr b="0" lang="en-US" sz="1700" strike="noStrike" u="none">
                <a:solidFill>
                  <a:schemeClr val="dk1"/>
                </a:solidFill>
                <a:uFillTx/>
                <a:latin typeface="Courier New"/>
              </a:rPr>
              <a:t>ng e2e</a:t>
            </a:r>
            <a:r>
              <a:rPr b="0" lang="en-US" sz="1700" strike="noStrike" u="none">
                <a:solidFill>
                  <a:schemeClr val="dk1"/>
                </a:solidFill>
                <a:uFillTx/>
                <a:latin typeface="Calibri"/>
              </a:rPr>
              <a:t> führt Protractor-Tests aus. </a:t>
            </a:r>
            <a:r>
              <a:rPr b="0" lang="de-DE" sz="1700" strike="noStrike" u="sng">
                <a:solidFill>
                  <a:schemeClr val="dk1"/>
                </a:solidFill>
                <a:uFillTx/>
                <a:latin typeface="Courier New"/>
              </a:rPr>
              <a:t>http://www.protractortest.org/</a:t>
            </a:r>
            <a:endParaRPr b="0" lang="de-DE" sz="1700" strike="noStrike" u="none">
              <a:solidFill>
                <a:srgbClr val="000000"/>
              </a:solidFill>
              <a:uFillTx/>
              <a:latin typeface="Arial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77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bg>
      <p:bgPr>
        <a:solidFill>
          <a:schemeClr val="lt1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 useBgFill="1">
        <p:nvSpPr>
          <p:cNvPr id="417" name="Rectangle 7">
            <a:extLst>
              <a:ext uri="{C183D7F6-B498-43B3-948B-1728B52AA6E4}">
                <adec:decorative xmlns:adec="http://schemas.microsoft.com/office/drawing/2017/decorative" val="1"/>
              </a:ext>
            </a:extLst>
          </p:cNvPr>
          <p:cNvSpPr/>
          <p:nvPr/>
        </p:nvSpPr>
        <p:spPr>
          <a:xfrm>
            <a:off x="0" y="0"/>
            <a:ext cx="12187800" cy="6856920"/>
          </a:xfrm>
          <a:prstGeom prst="rect">
            <a:avLst/>
          </a:prstGeom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 algn="ctr" defTabSz="914400">
              <a:lnSpc>
                <a:spcPct val="100000"/>
              </a:lnSpc>
            </a:pPr>
            <a:endParaRPr b="0" lang="en-US" sz="1800" strike="noStrike" u="none">
              <a:solidFill>
                <a:schemeClr val="lt1"/>
              </a:solidFill>
              <a:uFillTx/>
              <a:latin typeface="Calibri"/>
            </a:endParaRPr>
          </a:p>
        </p:txBody>
      </p:sp>
      <p:pic>
        <p:nvPicPr>
          <p:cNvPr id="418" name="" descr="">
            <a:hlinkClick r:id="" action="ppaction://media"/>
          </p:cNvPr>
          <p:cNvPicPr/>
          <p:nvPr>
            <a:videoFile r:link="rId1"/>
            <p:extLst>
              <p:ext uri="{DAA4B4D4-6D71-4841-9C94-3DE7FCFB9230}">
                <p14:media r:embed="rId2"/>
              </p:ext>
            </p:extLst>
          </p:nvPr>
        </p:nvPicPr>
        <p:blipFill>
          <a:blip r:embed="rId3"/>
          <a:srcRect l="0" t="0" r="1" b="286"/>
          <a:stretch>
            <a:fillRect/>
          </a:stretch>
        </p:blipFill>
        <p:spPr>
          <a:xfrm>
            <a:off x="-2880" y="0"/>
            <a:ext cx="12191040" cy="6856920"/>
          </a:xfrm>
          <a:prstGeom prst="rect">
            <a:avLst/>
          </a:prstGeom>
          <a:ln w="0">
            <a:noFill/>
          </a:ln>
        </p:spPr>
      </p:pic>
      <p:sp>
        <p:nvSpPr>
          <p:cNvPr id="419" name="Rectangle 9">
            <a:extLst>
              <a:ext uri="{C183D7F6-B498-43B3-948B-1728B52AA6E4}">
                <adec:decorative xmlns:adec="http://schemas.microsoft.com/office/drawing/2017/decorative" val="1"/>
              </a:ext>
            </a:extLst>
          </p:cNvPr>
          <p:cNvSpPr/>
          <p:nvPr/>
        </p:nvSpPr>
        <p:spPr>
          <a:xfrm>
            <a:off x="0" y="2207520"/>
            <a:ext cx="12191040" cy="3161160"/>
          </a:xfrm>
          <a:prstGeom prst="rect">
            <a:avLst/>
          </a:prstGeom>
          <a:gradFill rotWithShape="0">
            <a:gsLst>
              <a:gs pos="0">
                <a:srgbClr val="000000">
                  <a:alpha val="0"/>
                </a:srgbClr>
              </a:gs>
              <a:gs pos="25000">
                <a:srgbClr val="000000">
                  <a:alpha val="15000"/>
                </a:srgbClr>
              </a:gs>
              <a:gs pos="50000">
                <a:srgbClr val="000000">
                  <a:alpha val="30000"/>
                </a:srgbClr>
              </a:gs>
              <a:gs pos="75000">
                <a:srgbClr val="000000">
                  <a:alpha val="15000"/>
                </a:srgbClr>
              </a:gs>
              <a:gs pos="100000">
                <a:srgbClr val="000000">
                  <a:alpha val="0"/>
                </a:srgbClr>
              </a:gs>
            </a:gsLst>
            <a:lin ang="16200000"/>
          </a:gra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 algn="ctr" defTabSz="914400">
              <a:lnSpc>
                <a:spcPct val="100000"/>
              </a:lnSpc>
            </a:pPr>
            <a:endParaRPr b="0" lang="en-US" sz="1800" strike="noStrike" u="none">
              <a:solidFill>
                <a:schemeClr val="lt1"/>
              </a:solidFill>
              <a:uFillTx/>
              <a:latin typeface="Calibri"/>
            </a:endParaRPr>
          </a:p>
        </p:txBody>
      </p:sp>
      <p:sp>
        <p:nvSpPr>
          <p:cNvPr id="420" name="PlaceHolder 1"/>
          <p:cNvSpPr>
            <a:spLocks noGrp="1"/>
          </p:cNvSpPr>
          <p:nvPr>
            <p:ph type="title"/>
          </p:nvPr>
        </p:nvSpPr>
        <p:spPr>
          <a:xfrm>
            <a:off x="1097280" y="325440"/>
            <a:ext cx="10057320" cy="3573720"/>
          </a:xfrm>
          <a:prstGeom prst="rect">
            <a:avLst/>
          </a:prstGeom>
          <a:noFill/>
          <a:ln w="0">
            <a:noFill/>
          </a:ln>
          <a:effectLst>
            <a:outerShdw dist="37674" dir="2700000" blurRad="50760" rotWithShape="0">
              <a:srgbClr val="000000">
                <a:alpha val="40000"/>
              </a:srgbClr>
            </a:outerShdw>
          </a:effectLst>
        </p:spPr>
        <p:txBody>
          <a:bodyPr lIns="91440" rIns="91440" tIns="45720" bIns="45720" anchor="b">
            <a:normAutofit/>
          </a:bodyPr>
          <a:p>
            <a:pPr indent="0" algn="ctr" defTabSz="914400">
              <a:lnSpc>
                <a:spcPct val="90000"/>
              </a:lnSpc>
              <a:buNone/>
              <a:tabLst>
                <a:tab algn="l" pos="0"/>
              </a:tabLst>
            </a:pPr>
            <a:r>
              <a:rPr b="0" lang="en-US" sz="5200" strike="noStrike" u="none">
                <a:solidFill>
                  <a:srgbClr val="ffffff"/>
                </a:solidFill>
                <a:uFillTx/>
                <a:latin typeface="Calibri Light"/>
              </a:rPr>
              <a:t>Ein erstes Projekt</a:t>
            </a:r>
            <a:endParaRPr b="0" lang="de-DE" sz="5200" strike="noStrike" u="none">
              <a:solidFill>
                <a:srgbClr val="000000"/>
              </a:solidFill>
              <a:uFillTx/>
              <a:latin typeface="Arial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  <p:timing>
    <p:tnLst>
      <p:par>
        <p:cTn id="11" dur="indefinite" restart="never" nodeType="tmRoot">
          <p:childTnLst>
            <p:seq>
              <p:cTn id="12" dur="indefinite" nodeType="mainSeq">
                <p:childTnLst>
                  <p:par>
                    <p:cTn id="13" fill="hold">
                      <p:stCondLst>
                        <p:cond delay="0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nodeType="afterEffect" fill="hold" presetClass="mediacall">
                                  <p:stCondLst>
                                    <p:cond delay="0"/>
                                  </p:stCondLst>
                                  <p:childTnLst>
                                    <p:cmd type="call" cmd="playFrom(0.0)">
                                      <p:cBhvr>
                                        <p:cTn id="16" dur="8597" fill="hold"/>
                                        <p:tgtEl>
                                          <p:spTgt spid="418"/>
                                        </p:tgtEl>
                                      </p:cBhvr>
                                    </p:cmd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  <p:seq>
              <p:cTn id="17" restart="whenNotActive" nodeType="interactiveSeq" fill="hold">
                <p:stCondLst>
                  <p:cond delay="0" evt="onClick">
                    <p:tgtEl>
                      <p:spTgt spid="418"/>
                    </p:tgtEl>
                  </p:cond>
                </p:stCondLst>
                <p:childTnLst>
                  <p:par>
                    <p:cTn id="18" fill="hold">
                      <p:stCondLst>
                        <p:cond delay="0" evt="onClick">
                          <p:tgtEl>
                            <p:spTgt spid="418"/>
                          </p:tgtEl>
                        </p:cond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nodeType="clickEffect" fill="hold" presetClass="mediacall">
                                  <p:stCondLst>
                                    <p:cond delay="0"/>
                                  </p:stCondLst>
                                  <p:childTnLst>
                                    <p:cmd type="call" cmd="togglePause">
                                      <p:cBhvr>
                                        <p:cTn id="21" dur="1" fill="hold"/>
                                        <p:tgtEl>
                                          <p:spTgt spid="418"/>
                                        </p:tgtEl>
                                      </p:cBhvr>
                                    </p:cmd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  <p:video>
              <p:cMediaNode>
                <p:cTn repeatCount="indefinite">
                  <p:stCondLst>
                    <p:cond delay="indefinite"/>
                  </p:stCondLst>
                </p:cTn>
                <p:tgtEl>
                  <p:spTgt spid="418"/>
                </p:tgtEl>
              </p:cMediaNode>
            </p:video>
          </p:childTnLst>
        </p:cTn>
      </p:par>
    </p:tnLst>
  </p:timing>
</p:sld>
</file>

<file path=ppt/slides/slide78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bg>
      <p:bgPr>
        <a:solidFill>
          <a:schemeClr val="lt1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 useBgFill="1">
        <p:nvSpPr>
          <p:cNvPr id="421" name="Rectangle 15">
            <a:extLst>
              <a:ext uri="{C183D7F6-B498-43B3-948B-1728B52AA6E4}">
                <adec:decorative xmlns:adec="http://schemas.microsoft.com/office/drawing/2017/decorative" val="1"/>
              </a:ext>
            </a:extLst>
          </p:cNvPr>
          <p:cNvSpPr/>
          <p:nvPr/>
        </p:nvSpPr>
        <p:spPr>
          <a:xfrm>
            <a:off x="0" y="0"/>
            <a:ext cx="12191040" cy="6856920"/>
          </a:xfrm>
          <a:prstGeom prst="rect">
            <a:avLst/>
          </a:prstGeom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 algn="ctr" defTabSz="914400">
              <a:lnSpc>
                <a:spcPct val="100000"/>
              </a:lnSpc>
            </a:pPr>
            <a:endParaRPr b="0" lang="en-US" sz="1800" strike="noStrike" u="none">
              <a:solidFill>
                <a:schemeClr val="lt1"/>
              </a:solidFill>
              <a:uFillTx/>
              <a:latin typeface="Calibri"/>
            </a:endParaRPr>
          </a:p>
        </p:txBody>
      </p:sp>
      <p:sp>
        <p:nvSpPr>
          <p:cNvPr id="422" name="Rectangle 17">
            <a:extLst>
              <a:ext uri="{C183D7F6-B498-43B3-948B-1728B52AA6E4}">
                <adec:decorative xmlns:adec="http://schemas.microsoft.com/office/drawing/2017/decorative" val="1"/>
              </a:ext>
            </a:extLst>
          </p:cNvPr>
          <p:cNvSpPr/>
          <p:nvPr/>
        </p:nvSpPr>
        <p:spPr>
          <a:xfrm flipH="1">
            <a:off x="-720" y="0"/>
            <a:ext cx="12191040" cy="1589760"/>
          </a:xfrm>
          <a:prstGeom prst="rect">
            <a:avLst/>
          </a:prstGeom>
          <a:gradFill rotWithShape="0">
            <a:gsLst>
              <a:gs pos="0">
                <a:srgbClr val="000000"/>
              </a:gs>
              <a:gs pos="100000">
                <a:srgbClr val="16735a"/>
              </a:gs>
            </a:gsLst>
            <a:lin ang="2400000"/>
          </a:gra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 algn="ctr" defTabSz="914400">
              <a:lnSpc>
                <a:spcPct val="100000"/>
              </a:lnSpc>
            </a:pPr>
            <a:endParaRPr b="0" lang="en-US" sz="1800" strike="noStrike" u="none">
              <a:solidFill>
                <a:schemeClr val="lt1"/>
              </a:solidFill>
              <a:uFillTx/>
              <a:latin typeface="Calibri"/>
            </a:endParaRPr>
          </a:p>
        </p:txBody>
      </p:sp>
      <p:sp>
        <p:nvSpPr>
          <p:cNvPr id="423" name="Rectangle 19">
            <a:extLst>
              <a:ext uri="{C183D7F6-B498-43B3-948B-1728B52AA6E4}">
                <adec:decorative xmlns:adec="http://schemas.microsoft.com/office/drawing/2017/decorative" val="1"/>
              </a:ext>
            </a:extLst>
          </p:cNvPr>
          <p:cNvSpPr/>
          <p:nvPr/>
        </p:nvSpPr>
        <p:spPr>
          <a:xfrm flipH="1" rot="10800000">
            <a:off x="360" y="1080"/>
            <a:ext cx="8114400" cy="1589760"/>
          </a:xfrm>
          <a:prstGeom prst="rect">
            <a:avLst/>
          </a:prstGeom>
          <a:gradFill rotWithShape="0">
            <a:gsLst>
              <a:gs pos="20000">
                <a:srgbClr val="1d9a78">
                  <a:alpha val="0"/>
                </a:srgbClr>
              </a:gs>
              <a:gs pos="100000">
                <a:srgbClr val="0e4d3c">
                  <a:alpha val="55000"/>
                </a:srgbClr>
              </a:gs>
            </a:gsLst>
            <a:lin ang="7800000"/>
          </a:gra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 algn="ctr" defTabSz="914400">
              <a:lnSpc>
                <a:spcPct val="100000"/>
              </a:lnSpc>
            </a:pPr>
            <a:endParaRPr b="0" lang="en-US" sz="1800" strike="noStrike" u="none">
              <a:solidFill>
                <a:schemeClr val="lt1"/>
              </a:solidFill>
              <a:uFillTx/>
              <a:latin typeface="Calibri"/>
            </a:endParaRPr>
          </a:p>
        </p:txBody>
      </p:sp>
      <p:sp>
        <p:nvSpPr>
          <p:cNvPr id="424" name="Rectangle 21">
            <a:extLst>
              <a:ext uri="{C183D7F6-B498-43B3-948B-1728B52AA6E4}">
                <adec:decorative xmlns:adec="http://schemas.microsoft.com/office/drawing/2017/decorative" val="1"/>
              </a:ext>
            </a:extLst>
          </p:cNvPr>
          <p:cNvSpPr/>
          <p:nvPr/>
        </p:nvSpPr>
        <p:spPr>
          <a:xfrm flipH="1">
            <a:off x="8113680" y="0"/>
            <a:ext cx="4075560" cy="1589760"/>
          </a:xfrm>
          <a:prstGeom prst="rect">
            <a:avLst/>
          </a:prstGeom>
          <a:gradFill rotWithShape="0">
            <a:gsLst>
              <a:gs pos="0">
                <a:srgbClr val="1d9a78">
                  <a:alpha val="66000"/>
                </a:srgbClr>
              </a:gs>
              <a:gs pos="100000">
                <a:srgbClr val="000000">
                  <a:alpha val="30000"/>
                </a:srgbClr>
              </a:gs>
            </a:gsLst>
            <a:lin ang="19200000"/>
          </a:gra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 algn="ctr" defTabSz="914400">
              <a:lnSpc>
                <a:spcPct val="100000"/>
              </a:lnSpc>
            </a:pPr>
            <a:endParaRPr b="0" lang="en-US" sz="1800" strike="noStrike" u="none">
              <a:solidFill>
                <a:schemeClr val="lt1"/>
              </a:solidFill>
              <a:uFillTx/>
              <a:latin typeface="Calibri"/>
            </a:endParaRPr>
          </a:p>
        </p:txBody>
      </p:sp>
      <p:sp>
        <p:nvSpPr>
          <p:cNvPr id="425" name="Rectangle 23">
            <a:extLst>
              <a:ext uri="{C183D7F6-B498-43B3-948B-1728B52AA6E4}">
                <adec:decorative xmlns:adec="http://schemas.microsoft.com/office/drawing/2017/decorative" val="1"/>
              </a:ext>
            </a:extLst>
          </p:cNvPr>
          <p:cNvSpPr/>
          <p:nvPr/>
        </p:nvSpPr>
        <p:spPr>
          <a:xfrm>
            <a:off x="459360" y="0"/>
            <a:ext cx="11731680" cy="1596240"/>
          </a:xfrm>
          <a:prstGeom prst="rect">
            <a:avLst/>
          </a:prstGeom>
          <a:gradFill rotWithShape="0">
            <a:gsLst>
              <a:gs pos="50000">
                <a:srgbClr val="000000">
                  <a:alpha val="0"/>
                </a:srgbClr>
              </a:gs>
              <a:gs pos="99000">
                <a:srgbClr val="0e4d3c">
                  <a:alpha val="52000"/>
                </a:srgbClr>
              </a:gs>
            </a:gsLst>
            <a:lin ang="16800000"/>
          </a:gra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 algn="ctr" defTabSz="914400">
              <a:lnSpc>
                <a:spcPct val="100000"/>
              </a:lnSpc>
            </a:pPr>
            <a:endParaRPr b="0" lang="en-US" sz="1800" strike="noStrike" u="none">
              <a:solidFill>
                <a:schemeClr val="lt1"/>
              </a:solidFill>
              <a:uFillTx/>
              <a:latin typeface="Calibri"/>
            </a:endParaRPr>
          </a:p>
        </p:txBody>
      </p:sp>
      <p:sp>
        <p:nvSpPr>
          <p:cNvPr id="426" name="PlaceHolder 1"/>
          <p:cNvSpPr>
            <a:spLocks noGrp="1"/>
          </p:cNvSpPr>
          <p:nvPr>
            <p:ph type="title"/>
          </p:nvPr>
        </p:nvSpPr>
        <p:spPr>
          <a:xfrm>
            <a:off x="1371600" y="294480"/>
            <a:ext cx="9894960" cy="103248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ctr">
            <a:normAutofit/>
          </a:bodyPr>
          <a:p>
            <a:pPr indent="0" defTabSz="914400">
              <a:lnSpc>
                <a:spcPct val="90000"/>
              </a:lnSpc>
              <a:buNone/>
              <a:tabLst>
                <a:tab algn="l" pos="0"/>
              </a:tabLst>
            </a:pPr>
            <a:r>
              <a:rPr b="0" lang="de-DE" sz="4000" strike="noStrike" u="none">
                <a:solidFill>
                  <a:srgbClr val="ffffff"/>
                </a:solidFill>
                <a:uFillTx/>
                <a:latin typeface="Calibri Light"/>
              </a:rPr>
              <a:t>Anlegen des Projekts</a:t>
            </a:r>
            <a:endParaRPr b="0" lang="de-DE" sz="4000" strike="noStrike" u="none">
              <a:solidFill>
                <a:srgbClr val="000000"/>
              </a:solidFill>
              <a:uFillTx/>
              <a:latin typeface="Arial"/>
            </a:endParaRPr>
          </a:p>
        </p:txBody>
      </p:sp>
      <p:sp>
        <p:nvSpPr>
          <p:cNvPr id="427" name="PlaceHolder 2"/>
          <p:cNvSpPr>
            <a:spLocks noGrp="1"/>
          </p:cNvSpPr>
          <p:nvPr>
            <p:ph/>
          </p:nvPr>
        </p:nvSpPr>
        <p:spPr>
          <a:xfrm>
            <a:off x="1371600" y="2318040"/>
            <a:ext cx="9722880" cy="368244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ctr">
            <a:normAutofit/>
          </a:bodyPr>
          <a:p>
            <a:pPr marL="228600" indent="-228600" defTabSz="914400">
              <a:lnSpc>
                <a:spcPct val="90000"/>
              </a:lnSpc>
              <a:spcBef>
                <a:spcPts val="1001"/>
              </a:spcBef>
              <a:buClr>
                <a:srgbClr val="000000"/>
              </a:buClr>
              <a:buFont typeface="Arial"/>
              <a:buChar char="•"/>
            </a:pPr>
            <a:r>
              <a:rPr b="0" lang="de-DE" sz="2000" strike="noStrike" u="none">
                <a:solidFill>
                  <a:schemeClr val="dk1"/>
                </a:solidFill>
                <a:uFillTx/>
                <a:latin typeface="Courier New"/>
              </a:rPr>
              <a:t>ng new org.somepackage.angular</a:t>
            </a:r>
            <a:endParaRPr b="0" lang="de-DE" sz="2000" strike="noStrike" u="none">
              <a:solidFill>
                <a:srgbClr val="000000"/>
              </a:solidFill>
              <a:uFillTx/>
              <a:latin typeface="Arial"/>
            </a:endParaRPr>
          </a:p>
          <a:p>
            <a:pPr marL="228600" indent="-228600" defTabSz="914400">
              <a:lnSpc>
                <a:spcPct val="90000"/>
              </a:lnSpc>
              <a:spcBef>
                <a:spcPts val="1001"/>
              </a:spcBef>
              <a:buClr>
                <a:srgbClr val="000000"/>
              </a:buClr>
              <a:buFont typeface="Arial"/>
              <a:buChar char="•"/>
            </a:pPr>
            <a:r>
              <a:rPr b="0" lang="de-DE" sz="2000" strike="noStrike" u="none">
                <a:solidFill>
                  <a:schemeClr val="dk1"/>
                </a:solidFill>
                <a:uFillTx/>
                <a:latin typeface="Calibri"/>
              </a:rPr>
              <a:t>Damit wird ein node-Projekt erzeugt</a:t>
            </a:r>
            <a:endParaRPr b="0" lang="de-DE" sz="2000" strike="noStrike" u="none">
              <a:solidFill>
                <a:srgbClr val="000000"/>
              </a:solidFill>
              <a:uFillTx/>
              <a:latin typeface="Arial"/>
            </a:endParaRPr>
          </a:p>
          <a:p>
            <a:pPr marL="228600" indent="-228600" defTabSz="914400">
              <a:lnSpc>
                <a:spcPct val="90000"/>
              </a:lnSpc>
              <a:spcBef>
                <a:spcPts val="1001"/>
              </a:spcBef>
              <a:buClr>
                <a:srgbClr val="000000"/>
              </a:buClr>
              <a:buFont typeface="Arial"/>
              <a:buChar char="•"/>
            </a:pPr>
            <a:r>
              <a:rPr b="0" lang="de-DE" sz="2000" strike="noStrike" u="none">
                <a:solidFill>
                  <a:schemeClr val="dk1"/>
                </a:solidFill>
                <a:uFillTx/>
                <a:latin typeface="Calibri"/>
              </a:rPr>
              <a:t>Ebenso werden automatisch alle Abhängigkeiten installiert</a:t>
            </a:r>
            <a:endParaRPr b="0" lang="de-DE" sz="2000" strike="noStrike" u="none">
              <a:solidFill>
                <a:srgbClr val="000000"/>
              </a:solidFill>
              <a:uFillTx/>
              <a:latin typeface="Arial"/>
            </a:endParaRPr>
          </a:p>
          <a:p>
            <a:pPr lvl="1" marL="685800" indent="-228600" defTabSz="914400">
              <a:lnSpc>
                <a:spcPct val="90000"/>
              </a:lnSpc>
              <a:spcBef>
                <a:spcPts val="499"/>
              </a:spcBef>
              <a:buClr>
                <a:srgbClr val="000000"/>
              </a:buClr>
              <a:buFont typeface="Arial"/>
              <a:buChar char="•"/>
            </a:pPr>
            <a:r>
              <a:rPr b="0" lang="de-DE" sz="2000" strike="noStrike" u="none">
                <a:solidFill>
                  <a:schemeClr val="dk1"/>
                </a:solidFill>
                <a:uFillTx/>
                <a:latin typeface="Calibri"/>
              </a:rPr>
              <a:t>Insbesondere TypeScript</a:t>
            </a:r>
            <a:endParaRPr b="0" lang="de-DE" sz="2000" strike="noStrike" u="none">
              <a:solidFill>
                <a:srgbClr val="000000"/>
              </a:solidFill>
              <a:uFillTx/>
              <a:latin typeface="Arial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79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28" name="PlaceHolder 1"/>
          <p:cNvSpPr>
            <a:spLocks noGrp="1"/>
          </p:cNvSpPr>
          <p:nvPr>
            <p:ph type="title"/>
          </p:nvPr>
        </p:nvSpPr>
        <p:spPr>
          <a:xfrm>
            <a:off x="838080" y="365040"/>
            <a:ext cx="10514520" cy="132444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ctr">
            <a:noAutofit/>
          </a:bodyPr>
          <a:p>
            <a:pPr indent="0" defTabSz="914400">
              <a:lnSpc>
                <a:spcPct val="90000"/>
              </a:lnSpc>
              <a:buNone/>
              <a:tabLst>
                <a:tab algn="l" pos="0"/>
              </a:tabLst>
            </a:pPr>
            <a:r>
              <a:rPr b="0" lang="de-DE" sz="4400" strike="noStrike" u="none">
                <a:solidFill>
                  <a:schemeClr val="dk1"/>
                </a:solidFill>
                <a:uFillTx/>
                <a:latin typeface="Calibri Light"/>
              </a:rPr>
              <a:t>Projektstruktur</a:t>
            </a:r>
            <a:endParaRPr b="0" lang="de-DE" sz="4400" strike="noStrike" u="none">
              <a:solidFill>
                <a:srgbClr val="000000"/>
              </a:solidFill>
              <a:uFillTx/>
              <a:latin typeface="Arial"/>
            </a:endParaRPr>
          </a:p>
        </p:txBody>
      </p:sp>
      <p:pic>
        <p:nvPicPr>
          <p:cNvPr id="429" name="Picture 2" descr=""/>
          <p:cNvPicPr/>
          <p:nvPr/>
        </p:nvPicPr>
        <p:blipFill>
          <a:blip r:embed="rId1"/>
          <a:stretch/>
        </p:blipFill>
        <p:spPr>
          <a:xfrm>
            <a:off x="6935400" y="831600"/>
            <a:ext cx="2070360" cy="5391360"/>
          </a:xfrm>
          <a:prstGeom prst="rect">
            <a:avLst/>
          </a:prstGeom>
          <a:noFill/>
          <a:ln w="0">
            <a:noFill/>
          </a:ln>
        </p:spPr>
      </p:pic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80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bg>
      <p:bgPr>
        <a:solidFill>
          <a:schemeClr val="lt1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30" name="Down Arrow 7">
            <a:extLst>
              <a:ext uri="{C183D7F6-B498-43B3-948B-1728B52AA6E4}">
                <adec:decorative xmlns:adec="http://schemas.microsoft.com/office/drawing/2017/decorative" val="1"/>
              </a:ext>
            </a:extLst>
          </p:cNvPr>
          <p:cNvSpPr/>
          <p:nvPr/>
        </p:nvSpPr>
        <p:spPr>
          <a:xfrm rot="16200000">
            <a:off x="800280" y="1492560"/>
            <a:ext cx="3332520" cy="3498120"/>
          </a:xfrm>
          <a:prstGeom prst="downArrow">
            <a:avLst>
              <a:gd name="adj1" fmla="val 100000"/>
              <a:gd name="adj2" fmla="val 15788"/>
            </a:avLst>
          </a:prstGeom>
          <a:solidFill>
            <a:srgbClr val="404040"/>
          </a:solidFill>
          <a:ln w="53975"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 algn="ctr" defTabSz="914400">
              <a:lnSpc>
                <a:spcPct val="100000"/>
              </a:lnSpc>
            </a:pPr>
            <a:endParaRPr b="0" lang="en-US" sz="1800" strike="noStrike" u="none">
              <a:solidFill>
                <a:schemeClr val="lt1"/>
              </a:solidFill>
              <a:uFillTx/>
              <a:latin typeface="Calibri"/>
            </a:endParaRPr>
          </a:p>
        </p:txBody>
      </p:sp>
      <p:sp>
        <p:nvSpPr>
          <p:cNvPr id="431" name="PlaceHolder 1"/>
          <p:cNvSpPr>
            <a:spLocks noGrp="1"/>
          </p:cNvSpPr>
          <p:nvPr>
            <p:ph type="title"/>
          </p:nvPr>
        </p:nvSpPr>
        <p:spPr>
          <a:xfrm>
            <a:off x="1028880" y="1967400"/>
            <a:ext cx="2628000" cy="254628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ctr">
            <a:normAutofit/>
          </a:bodyPr>
          <a:p>
            <a:pPr indent="0" algn="ctr" defTabSz="914400">
              <a:lnSpc>
                <a:spcPct val="90000"/>
              </a:lnSpc>
              <a:buNone/>
              <a:tabLst>
                <a:tab algn="l" pos="0"/>
              </a:tabLst>
            </a:pPr>
            <a:r>
              <a:rPr b="0" lang="de-DE" sz="3100" strike="noStrike" u="none">
                <a:solidFill>
                  <a:srgbClr val="ffffff"/>
                </a:solidFill>
                <a:uFillTx/>
                <a:latin typeface="Calibri Light"/>
              </a:rPr>
              <a:t>Die Anwendung unter localhost:4200</a:t>
            </a:r>
            <a:endParaRPr b="0" lang="de-DE" sz="3100" strike="noStrike" u="none">
              <a:solidFill>
                <a:srgbClr val="000000"/>
              </a:solidFill>
              <a:uFillTx/>
              <a:latin typeface="Arial"/>
            </a:endParaRPr>
          </a:p>
        </p:txBody>
      </p:sp>
      <p:pic>
        <p:nvPicPr>
          <p:cNvPr id="432" name="Picture 3" descr=""/>
          <p:cNvPicPr/>
          <p:nvPr/>
        </p:nvPicPr>
        <p:blipFill>
          <a:blip r:embed="rId1"/>
          <a:stretch/>
        </p:blipFill>
        <p:spPr>
          <a:xfrm>
            <a:off x="4777200" y="1224000"/>
            <a:ext cx="6779520" cy="4406400"/>
          </a:xfrm>
          <a:prstGeom prst="rect">
            <a:avLst/>
          </a:prstGeom>
          <a:noFill/>
          <a:ln w="0">
            <a:noFill/>
          </a:ln>
        </p:spPr>
      </p:pic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81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bg>
      <p:bgPr>
        <a:solidFill>
          <a:schemeClr val="lt1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 useBgFill="1">
        <p:nvSpPr>
          <p:cNvPr id="433" name="Rectangle 24">
            <a:extLst>
              <a:ext uri="{C183D7F6-B498-43B3-948B-1728B52AA6E4}">
                <adec:decorative xmlns:adec="http://schemas.microsoft.com/office/drawing/2017/decorative" val="1"/>
              </a:ext>
            </a:extLst>
          </p:cNvPr>
          <p:cNvSpPr/>
          <p:nvPr/>
        </p:nvSpPr>
        <p:spPr>
          <a:xfrm>
            <a:off x="0" y="0"/>
            <a:ext cx="12190680" cy="6856920"/>
          </a:xfrm>
          <a:prstGeom prst="rect">
            <a:avLst/>
          </a:prstGeom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 algn="ctr" defTabSz="914400">
              <a:lnSpc>
                <a:spcPct val="100000"/>
              </a:lnSpc>
            </a:pPr>
            <a:endParaRPr b="0" lang="en-US" sz="1800" strike="noStrike" u="none">
              <a:solidFill>
                <a:schemeClr val="lt1"/>
              </a:solidFill>
              <a:uFillTx/>
              <a:latin typeface="Calibri"/>
            </a:endParaRPr>
          </a:p>
        </p:txBody>
      </p:sp>
      <p:sp>
        <p:nvSpPr>
          <p:cNvPr id="434" name="Rectangle 26">
            <a:extLst>
              <a:ext uri="{C183D7F6-B498-43B3-948B-1728B52AA6E4}">
                <adec:decorative xmlns:adec="http://schemas.microsoft.com/office/drawing/2017/decorative" val="1"/>
              </a:ext>
            </a:extLst>
          </p:cNvPr>
          <p:cNvSpPr/>
          <p:nvPr/>
        </p:nvSpPr>
        <p:spPr>
          <a:xfrm>
            <a:off x="360" y="0"/>
            <a:ext cx="12190680" cy="6856920"/>
          </a:xfrm>
          <a:prstGeom prst="rect">
            <a:avLst/>
          </a:prstGeom>
          <a:solidFill>
            <a:schemeClr val="bg1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 algn="ctr" defTabSz="914400">
              <a:lnSpc>
                <a:spcPct val="100000"/>
              </a:lnSpc>
            </a:pPr>
            <a:endParaRPr b="0" lang="en-US" sz="1800" strike="noStrike" u="none">
              <a:solidFill>
                <a:schemeClr val="lt1"/>
              </a:solidFill>
              <a:uFillTx/>
              <a:latin typeface="Calibri"/>
            </a:endParaRPr>
          </a:p>
        </p:txBody>
      </p:sp>
      <p:sp>
        <p:nvSpPr>
          <p:cNvPr id="435" name="PlaceHolder 1"/>
          <p:cNvSpPr>
            <a:spLocks noGrp="1"/>
          </p:cNvSpPr>
          <p:nvPr>
            <p:ph type="title"/>
          </p:nvPr>
        </p:nvSpPr>
        <p:spPr>
          <a:xfrm>
            <a:off x="1179720" y="1261440"/>
            <a:ext cx="9828720" cy="132480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b">
            <a:normAutofit/>
          </a:bodyPr>
          <a:p>
            <a:pPr indent="0" algn="ctr" defTabSz="914400">
              <a:lnSpc>
                <a:spcPct val="90000"/>
              </a:lnSpc>
              <a:buNone/>
              <a:tabLst>
                <a:tab algn="l" pos="0"/>
              </a:tabLst>
            </a:pPr>
            <a:r>
              <a:rPr b="0" lang="de-DE" sz="3600" strike="noStrike" u="none">
                <a:solidFill>
                  <a:schemeClr val="dk2"/>
                </a:solidFill>
                <a:uFillTx/>
                <a:latin typeface="Calibri Light"/>
              </a:rPr>
              <a:t>Übung 4: Erstelle Initiales Projekt</a:t>
            </a:r>
            <a:endParaRPr b="0" lang="de-DE" sz="3600" strike="noStrike" u="none">
              <a:solidFill>
                <a:srgbClr val="000000"/>
              </a:solidFill>
              <a:uFillTx/>
              <a:latin typeface="Arial"/>
            </a:endParaRPr>
          </a:p>
        </p:txBody>
      </p:sp>
      <p:grpSp>
        <p:nvGrpSpPr>
          <p:cNvPr id="436" name="Group 28">
            <a:extLst>
              <a:ext uri="{C183D7F6-B498-43B3-948B-1728B52AA6E4}">
                <adec:decorative xmlns:adec="http://schemas.microsoft.com/office/drawing/2017/decorative" val="1"/>
              </a:ext>
            </a:extLst>
          </p:cNvPr>
          <p:cNvGrpSpPr/>
          <p:nvPr/>
        </p:nvGrpSpPr>
        <p:grpSpPr>
          <a:xfrm>
            <a:off x="-360" y="0"/>
            <a:ext cx="3361320" cy="2521800"/>
            <a:chOff x="-360" y="0"/>
            <a:chExt cx="3361320" cy="2521800"/>
          </a:xfrm>
        </p:grpSpPr>
        <p:sp>
          <p:nvSpPr>
            <p:cNvPr id="437" name="Freeform: Shape 29">
              <a:extLs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/>
            <p:nvPr/>
          </p:nvSpPr>
          <p:spPr>
            <a:xfrm>
              <a:off x="360" y="0"/>
              <a:ext cx="3345840" cy="2326680"/>
            </a:xfrm>
            <a:custGeom>
              <a:avLst/>
              <a:gdLst>
                <a:gd name="textAreaLeft" fmla="*/ 0 w 3345840"/>
                <a:gd name="textAreaRight" fmla="*/ 3346920 w 3345840"/>
                <a:gd name="textAreaTop" fmla="*/ 0 h 2326680"/>
                <a:gd name="textAreaBottom" fmla="*/ 2327760 h 2326680"/>
              </a:gdLst>
              <a:ahLst/>
              <a:rect l="textAreaLeft" t="textAreaTop" r="textAreaRight" b="textAreaBottom"/>
              <a:pathLst>
                <a:path w="3815424" h="2653659">
                  <a:moveTo>
                    <a:pt x="3203055" y="0"/>
                  </a:moveTo>
                  <a:lnTo>
                    <a:pt x="3815424" y="0"/>
                  </a:lnTo>
                  <a:lnTo>
                    <a:pt x="3801025" y="214243"/>
                  </a:lnTo>
                  <a:cubicBezTo>
                    <a:pt x="3616317" y="1584467"/>
                    <a:pt x="2091637" y="2653659"/>
                    <a:pt x="587142" y="2653659"/>
                  </a:cubicBezTo>
                  <a:cubicBezTo>
                    <a:pt x="400192" y="2653659"/>
                    <a:pt x="222112" y="2636953"/>
                    <a:pt x="53389" y="2605041"/>
                  </a:cubicBezTo>
                  <a:lnTo>
                    <a:pt x="0" y="2593136"/>
                  </a:lnTo>
                  <a:lnTo>
                    <a:pt x="0" y="1994836"/>
                  </a:lnTo>
                  <a:lnTo>
                    <a:pt x="159710" y="2035054"/>
                  </a:lnTo>
                  <a:cubicBezTo>
                    <a:pt x="295467" y="2061726"/>
                    <a:pt x="438268" y="2075152"/>
                    <a:pt x="587142" y="2075152"/>
                  </a:cubicBezTo>
                  <a:cubicBezTo>
                    <a:pt x="901731" y="2075152"/>
                    <a:pt x="1234490" y="2014697"/>
                    <a:pt x="1549283" y="1900153"/>
                  </a:cubicBezTo>
                  <a:cubicBezTo>
                    <a:pt x="1860709" y="1786959"/>
                    <a:pt x="2157231" y="1620350"/>
                    <a:pt x="2406698" y="1418450"/>
                  </a:cubicBezTo>
                  <a:cubicBezTo>
                    <a:pt x="2655859" y="1216840"/>
                    <a:pt x="2859596" y="978302"/>
                    <a:pt x="2996069" y="728678"/>
                  </a:cubicBezTo>
                  <a:cubicBezTo>
                    <a:pt x="3101178" y="536396"/>
                    <a:pt x="3167417" y="338366"/>
                    <a:pt x="3193967" y="137719"/>
                  </a:cubicBezTo>
                  <a:close/>
                </a:path>
              </a:pathLst>
            </a:custGeom>
            <a:gradFill rotWithShape="0">
              <a:gsLst>
                <a:gs pos="2000">
                  <a:srgbClr val="ffffff">
                    <a:alpha val="10000"/>
                  </a:srgbClr>
                </a:gs>
                <a:gs pos="16000">
                  <a:srgbClr val="f19d19">
                    <a:alpha val="10000"/>
                  </a:srgbClr>
                </a:gs>
                <a:gs pos="85000">
                  <a:srgbClr val="1d9a78">
                    <a:alpha val="10000"/>
                  </a:srgbClr>
                </a:gs>
                <a:gs pos="100000">
                  <a:srgbClr val="ffffff">
                    <a:alpha val="10000"/>
                  </a:srgbClr>
                </a:gs>
              </a:gsLst>
              <a:lin ang="12000000"/>
            </a:gra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/>
          </p:style>
          <p:txBody>
            <a:bodyPr lIns="90000" rIns="90000" tIns="45000" bIns="45000" anchor="ctr">
              <a:noAutofit/>
            </a:bodyPr>
            <a:p>
              <a:pPr algn="ctr" defTabSz="914400">
                <a:lnSpc>
                  <a:spcPct val="100000"/>
                </a:lnSpc>
              </a:pPr>
              <a:endParaRPr b="0" lang="en-US" sz="1800" strike="noStrike" u="none">
                <a:solidFill>
                  <a:schemeClr val="lt1"/>
                </a:solidFill>
                <a:uFillTx/>
                <a:latin typeface="Calibri"/>
              </a:endParaRPr>
            </a:p>
          </p:txBody>
        </p:sp>
        <p:sp>
          <p:nvSpPr>
            <p:cNvPr id="438" name="Freeform: Shape 30">
              <a:extLs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/>
            <p:nvPr/>
          </p:nvSpPr>
          <p:spPr>
            <a:xfrm>
              <a:off x="360" y="0"/>
              <a:ext cx="3345840" cy="2326680"/>
            </a:xfrm>
            <a:custGeom>
              <a:avLst/>
              <a:gdLst>
                <a:gd name="textAreaLeft" fmla="*/ 0 w 3345840"/>
                <a:gd name="textAreaRight" fmla="*/ 3346920 w 3345840"/>
                <a:gd name="textAreaTop" fmla="*/ 0 h 2326680"/>
                <a:gd name="textAreaBottom" fmla="*/ 2327760 h 2326680"/>
              </a:gdLst>
              <a:ahLst/>
              <a:rect l="textAreaLeft" t="textAreaTop" r="textAreaRight" b="textAreaBottom"/>
              <a:pathLst>
                <a:path w="3815424" h="2653660">
                  <a:moveTo>
                    <a:pt x="3305038" y="0"/>
                  </a:moveTo>
                  <a:lnTo>
                    <a:pt x="3815424" y="0"/>
                  </a:lnTo>
                  <a:lnTo>
                    <a:pt x="3801025" y="214244"/>
                  </a:lnTo>
                  <a:cubicBezTo>
                    <a:pt x="3616317" y="1584467"/>
                    <a:pt x="2091637" y="2653660"/>
                    <a:pt x="587142" y="2653660"/>
                  </a:cubicBezTo>
                  <a:cubicBezTo>
                    <a:pt x="400192" y="2653660"/>
                    <a:pt x="222112" y="2636954"/>
                    <a:pt x="53389" y="2605042"/>
                  </a:cubicBezTo>
                  <a:lnTo>
                    <a:pt x="0" y="2593137"/>
                  </a:lnTo>
                  <a:lnTo>
                    <a:pt x="0" y="2094444"/>
                  </a:lnTo>
                  <a:lnTo>
                    <a:pt x="137675" y="2129195"/>
                  </a:lnTo>
                  <a:cubicBezTo>
                    <a:pt x="280616" y="2157374"/>
                    <a:pt x="430766" y="2171571"/>
                    <a:pt x="587142" y="2171571"/>
                  </a:cubicBezTo>
                  <a:cubicBezTo>
                    <a:pt x="918879" y="2171571"/>
                    <a:pt x="1254904" y="2110634"/>
                    <a:pt x="1585826" y="1990112"/>
                  </a:cubicBezTo>
                  <a:cubicBezTo>
                    <a:pt x="1908071" y="1873061"/>
                    <a:pt x="2214800" y="1700666"/>
                    <a:pt x="2473046" y="1491633"/>
                  </a:cubicBezTo>
                  <a:cubicBezTo>
                    <a:pt x="2735782" y="1279031"/>
                    <a:pt x="2942276" y="1037118"/>
                    <a:pt x="3086710" y="772838"/>
                  </a:cubicBezTo>
                  <a:cubicBezTo>
                    <a:pt x="3197408" y="570216"/>
                    <a:pt x="3267226" y="361248"/>
                    <a:pt x="3295217" y="149229"/>
                  </a:cubicBezTo>
                  <a:close/>
                </a:path>
              </a:pathLst>
            </a:custGeom>
            <a:gradFill rotWithShape="0">
              <a:gsLst>
                <a:gs pos="2000">
                  <a:srgbClr val="ffffff">
                    <a:alpha val="10000"/>
                  </a:srgbClr>
                </a:gs>
                <a:gs pos="16000">
                  <a:srgbClr val="f19d19">
                    <a:alpha val="10000"/>
                  </a:srgbClr>
                </a:gs>
                <a:gs pos="85000">
                  <a:srgbClr val="1d9a78">
                    <a:alpha val="10000"/>
                  </a:srgbClr>
                </a:gs>
                <a:gs pos="100000">
                  <a:srgbClr val="ffffff">
                    <a:alpha val="10000"/>
                  </a:srgbClr>
                </a:gs>
              </a:gsLst>
              <a:lin ang="12000000"/>
            </a:gra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/>
          </p:style>
          <p:txBody>
            <a:bodyPr lIns="90000" rIns="90000" tIns="45000" bIns="45000" anchor="ctr">
              <a:noAutofit/>
            </a:bodyPr>
            <a:p>
              <a:pPr algn="ctr" defTabSz="914400">
                <a:lnSpc>
                  <a:spcPct val="100000"/>
                </a:lnSpc>
              </a:pPr>
              <a:endParaRPr b="0" lang="en-US" sz="1800" strike="noStrike" u="none">
                <a:solidFill>
                  <a:schemeClr val="lt1"/>
                </a:solidFill>
                <a:uFillTx/>
                <a:latin typeface="Calibri"/>
              </a:endParaRPr>
            </a:p>
          </p:txBody>
        </p:sp>
        <p:sp>
          <p:nvSpPr>
            <p:cNvPr id="439" name="Freeform: Shape 31">
              <a:extLs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/>
            <p:nvPr/>
          </p:nvSpPr>
          <p:spPr>
            <a:xfrm>
              <a:off x="-360" y="0"/>
              <a:ext cx="3346200" cy="2346120"/>
            </a:xfrm>
            <a:custGeom>
              <a:avLst/>
              <a:gdLst>
                <a:gd name="textAreaLeft" fmla="*/ 0 w 3346200"/>
                <a:gd name="textAreaRight" fmla="*/ 3347280 w 3346200"/>
                <a:gd name="textAreaTop" fmla="*/ 0 h 2346120"/>
                <a:gd name="textAreaBottom" fmla="*/ 2347200 h 2346120"/>
              </a:gdLst>
              <a:ahLst/>
              <a:rect l="textAreaLeft" t="textAreaTop" r="textAreaRight" b="textAreaBottom"/>
              <a:pathLst>
                <a:path w="3815986" h="2675935">
                  <a:moveTo>
                    <a:pt x="3648768" y="0"/>
                  </a:moveTo>
                  <a:lnTo>
                    <a:pt x="3815986" y="0"/>
                  </a:lnTo>
                  <a:lnTo>
                    <a:pt x="3804695" y="200084"/>
                  </a:lnTo>
                  <a:cubicBezTo>
                    <a:pt x="3795228" y="285751"/>
                    <a:pt x="3781167" y="371032"/>
                    <a:pt x="3762590" y="455543"/>
                  </a:cubicBezTo>
                  <a:cubicBezTo>
                    <a:pt x="3725537" y="624467"/>
                    <a:pt x="3668784" y="790112"/>
                    <a:pt x="3592332" y="947274"/>
                  </a:cubicBezTo>
                  <a:cubicBezTo>
                    <a:pt x="3438712" y="1261596"/>
                    <a:pt x="3216091" y="1542847"/>
                    <a:pt x="2953967" y="1782349"/>
                  </a:cubicBezTo>
                  <a:cubicBezTo>
                    <a:pt x="2822599" y="1902099"/>
                    <a:pt x="2680615" y="2011341"/>
                    <a:pt x="2530669" y="2109494"/>
                  </a:cubicBezTo>
                  <a:cubicBezTo>
                    <a:pt x="2380520" y="2207551"/>
                    <a:pt x="2222510" y="2294906"/>
                    <a:pt x="2057561" y="2369245"/>
                  </a:cubicBezTo>
                  <a:cubicBezTo>
                    <a:pt x="1727252" y="2516859"/>
                    <a:pt x="1371629" y="2614434"/>
                    <a:pt x="1007330" y="2655701"/>
                  </a:cubicBezTo>
                  <a:cubicBezTo>
                    <a:pt x="916281" y="2665873"/>
                    <a:pt x="824568" y="2672188"/>
                    <a:pt x="732765" y="2674696"/>
                  </a:cubicBezTo>
                  <a:cubicBezTo>
                    <a:pt x="640963" y="2677203"/>
                    <a:pt x="549072" y="2675901"/>
                    <a:pt x="457666" y="2670839"/>
                  </a:cubicBezTo>
                  <a:cubicBezTo>
                    <a:pt x="366106" y="2665584"/>
                    <a:pt x="274572" y="2656521"/>
                    <a:pt x="183574" y="2643312"/>
                  </a:cubicBezTo>
                  <a:lnTo>
                    <a:pt x="0" y="2607798"/>
                  </a:lnTo>
                  <a:lnTo>
                    <a:pt x="0" y="2356652"/>
                  </a:lnTo>
                  <a:lnTo>
                    <a:pt x="222195" y="2396940"/>
                  </a:lnTo>
                  <a:cubicBezTo>
                    <a:pt x="304990" y="2407980"/>
                    <a:pt x="388511" y="2415283"/>
                    <a:pt x="472364" y="2419092"/>
                  </a:cubicBezTo>
                  <a:cubicBezTo>
                    <a:pt x="640376" y="2427095"/>
                    <a:pt x="808184" y="2421791"/>
                    <a:pt x="974972" y="2402122"/>
                  </a:cubicBezTo>
                  <a:cubicBezTo>
                    <a:pt x="1141658" y="2382358"/>
                    <a:pt x="1306812" y="2349286"/>
                    <a:pt x="1468292" y="2304162"/>
                  </a:cubicBezTo>
                  <a:cubicBezTo>
                    <a:pt x="1629874" y="2259231"/>
                    <a:pt x="1787475" y="2201091"/>
                    <a:pt x="1940176" y="2133695"/>
                  </a:cubicBezTo>
                  <a:cubicBezTo>
                    <a:pt x="2246498" y="2000349"/>
                    <a:pt x="2532507" y="1823520"/>
                    <a:pt x="2783403" y="1609954"/>
                  </a:cubicBezTo>
                  <a:cubicBezTo>
                    <a:pt x="2908442" y="1502833"/>
                    <a:pt x="3024295" y="1385975"/>
                    <a:pt x="3128104" y="1260439"/>
                  </a:cubicBezTo>
                  <a:cubicBezTo>
                    <a:pt x="3232116" y="1135096"/>
                    <a:pt x="3323881" y="1000689"/>
                    <a:pt x="3400639" y="859052"/>
                  </a:cubicBezTo>
                  <a:cubicBezTo>
                    <a:pt x="3477399" y="717510"/>
                    <a:pt x="3541296" y="569316"/>
                    <a:pt x="3585595" y="415336"/>
                  </a:cubicBezTo>
                  <a:cubicBezTo>
                    <a:pt x="3607796" y="338540"/>
                    <a:pt x="3624638" y="260224"/>
                    <a:pt x="3635918" y="181137"/>
                  </a:cubicBezTo>
                  <a:close/>
                </a:path>
              </a:pathLst>
            </a:custGeom>
            <a:gradFill rotWithShape="0">
              <a:gsLst>
                <a:gs pos="2000">
                  <a:srgbClr val="ffffff">
                    <a:alpha val="10000"/>
                  </a:srgbClr>
                </a:gs>
                <a:gs pos="16000">
                  <a:srgbClr val="f19d19">
                    <a:alpha val="10000"/>
                  </a:srgbClr>
                </a:gs>
                <a:gs pos="85000">
                  <a:srgbClr val="1d9a78">
                    <a:alpha val="10000"/>
                  </a:srgbClr>
                </a:gs>
                <a:gs pos="100000">
                  <a:srgbClr val="ffffff">
                    <a:alpha val="10000"/>
                  </a:srgbClr>
                </a:gs>
              </a:gsLst>
              <a:lin ang="12000000"/>
            </a:gra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/>
          </p:style>
          <p:txBody>
            <a:bodyPr lIns="90000" rIns="90000" tIns="45000" bIns="45000" anchor="ctr">
              <a:noAutofit/>
            </a:bodyPr>
            <a:p>
              <a:pPr algn="ctr" defTabSz="914400">
                <a:lnSpc>
                  <a:spcPct val="100000"/>
                </a:lnSpc>
              </a:pPr>
              <a:endParaRPr b="0" lang="en-US" sz="1800" strike="noStrike" u="none">
                <a:solidFill>
                  <a:schemeClr val="lt1"/>
                </a:solidFill>
                <a:uFillTx/>
                <a:latin typeface="Calibri"/>
              </a:endParaRPr>
            </a:p>
          </p:txBody>
        </p:sp>
        <p:sp>
          <p:nvSpPr>
            <p:cNvPr id="440" name="Freeform: Shape 32">
              <a:extLs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/>
            <p:nvPr/>
          </p:nvSpPr>
          <p:spPr>
            <a:xfrm>
              <a:off x="360" y="0"/>
              <a:ext cx="3360600" cy="2521800"/>
            </a:xfrm>
            <a:custGeom>
              <a:avLst/>
              <a:gdLst>
                <a:gd name="textAreaLeft" fmla="*/ 0 w 3360600"/>
                <a:gd name="textAreaRight" fmla="*/ 3361680 w 3360600"/>
                <a:gd name="textAreaTop" fmla="*/ 0 h 2521800"/>
                <a:gd name="textAreaBottom" fmla="*/ 2522880 h 2521800"/>
              </a:gdLst>
              <a:ahLst/>
              <a:rect l="textAreaLeft" t="textAreaTop" r="textAreaRight" b="textAreaBottom"/>
              <a:pathLst>
                <a:path w="3832270" h="2876136">
                  <a:moveTo>
                    <a:pt x="3800718" y="0"/>
                  </a:moveTo>
                  <a:lnTo>
                    <a:pt x="3832270" y="0"/>
                  </a:lnTo>
                  <a:lnTo>
                    <a:pt x="3824562" y="143769"/>
                  </a:lnTo>
                  <a:cubicBezTo>
                    <a:pt x="3797131" y="409191"/>
                    <a:pt x="3730585" y="671345"/>
                    <a:pt x="3628155" y="922055"/>
                  </a:cubicBezTo>
                  <a:cubicBezTo>
                    <a:pt x="3593858" y="1005553"/>
                    <a:pt x="3556704" y="1088280"/>
                    <a:pt x="3514853" y="1169078"/>
                  </a:cubicBezTo>
                  <a:cubicBezTo>
                    <a:pt x="3473616" y="1250166"/>
                    <a:pt x="3428194" y="1329517"/>
                    <a:pt x="3379198" y="1407037"/>
                  </a:cubicBezTo>
                  <a:cubicBezTo>
                    <a:pt x="3281106" y="1561980"/>
                    <a:pt x="3169132" y="1710174"/>
                    <a:pt x="3043787" y="1848342"/>
                  </a:cubicBezTo>
                  <a:cubicBezTo>
                    <a:pt x="2980806" y="1917184"/>
                    <a:pt x="2915071" y="1984001"/>
                    <a:pt x="2845661" y="2047444"/>
                  </a:cubicBezTo>
                  <a:cubicBezTo>
                    <a:pt x="2828411" y="2063450"/>
                    <a:pt x="2811060" y="2079263"/>
                    <a:pt x="2793197" y="2094689"/>
                  </a:cubicBezTo>
                  <a:cubicBezTo>
                    <a:pt x="2775436" y="2110213"/>
                    <a:pt x="2757982" y="2126025"/>
                    <a:pt x="2739710" y="2140969"/>
                  </a:cubicBezTo>
                  <a:cubicBezTo>
                    <a:pt x="2703576" y="2171341"/>
                    <a:pt x="2666524" y="2200749"/>
                    <a:pt x="2629166" y="2229867"/>
                  </a:cubicBezTo>
                  <a:cubicBezTo>
                    <a:pt x="2479015" y="2345569"/>
                    <a:pt x="2316821" y="2448061"/>
                    <a:pt x="2145952" y="2535994"/>
                  </a:cubicBezTo>
                  <a:cubicBezTo>
                    <a:pt x="1804312" y="2711957"/>
                    <a:pt x="1424600" y="2826982"/>
                    <a:pt x="1034987" y="2863910"/>
                  </a:cubicBezTo>
                  <a:cubicBezTo>
                    <a:pt x="937762" y="2873167"/>
                    <a:pt x="839720" y="2877096"/>
                    <a:pt x="741909" y="2875939"/>
                  </a:cubicBezTo>
                  <a:cubicBezTo>
                    <a:pt x="644097" y="2874782"/>
                    <a:pt x="546515" y="2868539"/>
                    <a:pt x="450208" y="2857451"/>
                  </a:cubicBezTo>
                  <a:cubicBezTo>
                    <a:pt x="305520" y="2840674"/>
                    <a:pt x="162095" y="2813810"/>
                    <a:pt x="22215" y="2775923"/>
                  </a:cubicBezTo>
                  <a:lnTo>
                    <a:pt x="0" y="2769256"/>
                  </a:lnTo>
                  <a:lnTo>
                    <a:pt x="0" y="2590612"/>
                  </a:lnTo>
                  <a:lnTo>
                    <a:pt x="199046" y="2627410"/>
                  </a:lnTo>
                  <a:cubicBezTo>
                    <a:pt x="288321" y="2639209"/>
                    <a:pt x="378197" y="2646537"/>
                    <a:pt x="468174" y="2649670"/>
                  </a:cubicBezTo>
                  <a:cubicBezTo>
                    <a:pt x="648333" y="2656805"/>
                    <a:pt x="826655" y="2647163"/>
                    <a:pt x="1003650" y="2622480"/>
                  </a:cubicBezTo>
                  <a:cubicBezTo>
                    <a:pt x="1091943" y="2609658"/>
                    <a:pt x="1179725" y="2593747"/>
                    <a:pt x="1266489" y="2573982"/>
                  </a:cubicBezTo>
                  <a:cubicBezTo>
                    <a:pt x="1353250" y="2553927"/>
                    <a:pt x="1439298" y="2531076"/>
                    <a:pt x="1524223" y="2504657"/>
                  </a:cubicBezTo>
                  <a:cubicBezTo>
                    <a:pt x="1609149" y="2478336"/>
                    <a:pt x="1693052" y="2448833"/>
                    <a:pt x="1775731" y="2416243"/>
                  </a:cubicBezTo>
                  <a:cubicBezTo>
                    <a:pt x="1858309" y="2383557"/>
                    <a:pt x="1939764" y="2347882"/>
                    <a:pt x="2019789" y="2309412"/>
                  </a:cubicBezTo>
                  <a:cubicBezTo>
                    <a:pt x="2179839" y="2232567"/>
                    <a:pt x="2334583" y="2144923"/>
                    <a:pt x="2482486" y="2046962"/>
                  </a:cubicBezTo>
                  <a:cubicBezTo>
                    <a:pt x="2519334" y="2022376"/>
                    <a:pt x="2556081" y="1997403"/>
                    <a:pt x="2591908" y="1971371"/>
                  </a:cubicBezTo>
                  <a:cubicBezTo>
                    <a:pt x="2610077" y="1958644"/>
                    <a:pt x="2627838" y="1945434"/>
                    <a:pt x="2645702" y="1932321"/>
                  </a:cubicBezTo>
                  <a:cubicBezTo>
                    <a:pt x="2663666" y="1919305"/>
                    <a:pt x="2681325" y="1905903"/>
                    <a:pt x="2698779" y="1892309"/>
                  </a:cubicBezTo>
                  <a:cubicBezTo>
                    <a:pt x="2768903" y="1838025"/>
                    <a:pt x="2837496" y="1781717"/>
                    <a:pt x="2903537" y="1722516"/>
                  </a:cubicBezTo>
                  <a:cubicBezTo>
                    <a:pt x="3035926" y="1604501"/>
                    <a:pt x="3158720" y="1475784"/>
                    <a:pt x="3269061" y="1337327"/>
                  </a:cubicBezTo>
                  <a:cubicBezTo>
                    <a:pt x="3324182" y="1268099"/>
                    <a:pt x="3376341" y="1196461"/>
                    <a:pt x="3424928" y="1122508"/>
                  </a:cubicBezTo>
                  <a:cubicBezTo>
                    <a:pt x="3472697" y="1048170"/>
                    <a:pt x="3517814" y="972000"/>
                    <a:pt x="3557622" y="893226"/>
                  </a:cubicBezTo>
                  <a:cubicBezTo>
                    <a:pt x="3567931" y="873654"/>
                    <a:pt x="3577526" y="853791"/>
                    <a:pt x="3587019" y="833929"/>
                  </a:cubicBezTo>
                  <a:lnTo>
                    <a:pt x="3601310" y="804040"/>
                  </a:lnTo>
                  <a:lnTo>
                    <a:pt x="3614885" y="773861"/>
                  </a:lnTo>
                  <a:cubicBezTo>
                    <a:pt x="3623766" y="753709"/>
                    <a:pt x="3632748" y="733559"/>
                    <a:pt x="3640812" y="713022"/>
                  </a:cubicBezTo>
                  <a:cubicBezTo>
                    <a:pt x="3648876" y="692485"/>
                    <a:pt x="3657756" y="672236"/>
                    <a:pt x="3665105" y="651506"/>
                  </a:cubicBezTo>
                  <a:cubicBezTo>
                    <a:pt x="3696544" y="569166"/>
                    <a:pt x="3723185" y="485089"/>
                    <a:pt x="3744110" y="399567"/>
                  </a:cubicBezTo>
                  <a:cubicBezTo>
                    <a:pt x="3765341" y="314238"/>
                    <a:pt x="3781392" y="227654"/>
                    <a:pt x="3792123" y="140444"/>
                  </a:cubicBezTo>
                  <a:close/>
                </a:path>
              </a:pathLst>
            </a:custGeom>
            <a:gradFill rotWithShape="0">
              <a:gsLst>
                <a:gs pos="2000">
                  <a:srgbClr val="ffffff">
                    <a:alpha val="10000"/>
                  </a:srgbClr>
                </a:gs>
                <a:gs pos="16000">
                  <a:srgbClr val="f19d19">
                    <a:alpha val="10000"/>
                  </a:srgbClr>
                </a:gs>
                <a:gs pos="85000">
                  <a:srgbClr val="1d9a78">
                    <a:alpha val="10000"/>
                  </a:srgbClr>
                </a:gs>
                <a:gs pos="100000">
                  <a:srgbClr val="ffffff">
                    <a:alpha val="10000"/>
                  </a:srgbClr>
                </a:gs>
              </a:gsLst>
              <a:lin ang="12000000"/>
            </a:gra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/>
          </p:style>
          <p:txBody>
            <a:bodyPr lIns="90000" rIns="90000" tIns="45000" bIns="45000" anchor="ctr">
              <a:noAutofit/>
            </a:bodyPr>
            <a:p>
              <a:pPr algn="ctr" defTabSz="914400">
                <a:lnSpc>
                  <a:spcPct val="100000"/>
                </a:lnSpc>
              </a:pPr>
              <a:endParaRPr b="0" lang="en-US" sz="1800" strike="noStrike" u="none">
                <a:solidFill>
                  <a:schemeClr val="lt1"/>
                </a:solidFill>
                <a:uFillTx/>
                <a:latin typeface="Calibri"/>
              </a:endParaRPr>
            </a:p>
          </p:txBody>
        </p:sp>
      </p:grpSp>
      <p:sp>
        <p:nvSpPr>
          <p:cNvPr id="441" name="PlaceHolder 2"/>
          <p:cNvSpPr>
            <a:spLocks noGrp="1"/>
          </p:cNvSpPr>
          <p:nvPr>
            <p:ph/>
          </p:nvPr>
        </p:nvSpPr>
        <p:spPr>
          <a:xfrm>
            <a:off x="804600" y="2827440"/>
            <a:ext cx="5125680" cy="322668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ctr">
            <a:normAutofit/>
          </a:bodyPr>
          <a:p>
            <a:pPr marL="228600" indent="-228600" defTabSz="914400">
              <a:lnSpc>
                <a:spcPct val="90000"/>
              </a:lnSpc>
              <a:spcBef>
                <a:spcPts val="1001"/>
              </a:spcBef>
              <a:buClr>
                <a:srgbClr val="44546a"/>
              </a:buClr>
              <a:buFont typeface="Arial"/>
              <a:buChar char="•"/>
            </a:pPr>
            <a:r>
              <a:rPr b="0" lang="de-DE" sz="1700" strike="noStrike" u="none">
                <a:solidFill>
                  <a:schemeClr val="dk2"/>
                </a:solidFill>
                <a:uFillTx/>
                <a:latin typeface="Calibri"/>
              </a:rPr>
              <a:t>Öffne ein Terminal</a:t>
            </a:r>
            <a:endParaRPr b="0" lang="de-DE" sz="1700" strike="noStrike" u="none">
              <a:solidFill>
                <a:srgbClr val="000000"/>
              </a:solidFill>
              <a:uFillTx/>
              <a:latin typeface="Arial"/>
            </a:endParaRPr>
          </a:p>
          <a:p>
            <a:pPr marL="228600" indent="-228600" defTabSz="914400">
              <a:lnSpc>
                <a:spcPct val="90000"/>
              </a:lnSpc>
              <a:spcBef>
                <a:spcPts val="1001"/>
              </a:spcBef>
              <a:buClr>
                <a:srgbClr val="44546a"/>
              </a:buClr>
              <a:buFont typeface="Arial"/>
              <a:buChar char="•"/>
            </a:pPr>
            <a:r>
              <a:rPr b="0" lang="de-DE" sz="1700" strike="noStrike" u="none">
                <a:solidFill>
                  <a:schemeClr val="dk2"/>
                </a:solidFill>
                <a:uFillTx/>
                <a:latin typeface="Calibri"/>
              </a:rPr>
              <a:t>Installiere, falls noch nicht geschehen, das Angular CLI global (siehe </a:t>
            </a:r>
            <a:r>
              <a:rPr b="0" i="1" lang="de-DE" sz="1700" strike="noStrike" u="sng">
                <a:solidFill>
                  <a:schemeClr val="dk2"/>
                </a:solidFill>
                <a:uFillTx/>
                <a:latin typeface="Calibri"/>
                <a:hlinkClick r:id="rId1"/>
              </a:rPr>
              <a:t>Benötigte Software</a:t>
            </a:r>
            <a:r>
              <a:rPr b="0" lang="de-DE" sz="1700" strike="noStrike" u="none">
                <a:solidFill>
                  <a:schemeClr val="dk2"/>
                </a:solidFill>
                <a:uFillTx/>
                <a:latin typeface="Calibri"/>
              </a:rPr>
              <a:t>)</a:t>
            </a:r>
            <a:endParaRPr b="0" lang="de-DE" sz="1700" strike="noStrike" u="none">
              <a:solidFill>
                <a:srgbClr val="000000"/>
              </a:solidFill>
              <a:uFillTx/>
              <a:latin typeface="Arial"/>
            </a:endParaRPr>
          </a:p>
          <a:p>
            <a:pPr marL="228600" indent="-228600" defTabSz="914400">
              <a:lnSpc>
                <a:spcPct val="90000"/>
              </a:lnSpc>
              <a:spcBef>
                <a:spcPts val="1001"/>
              </a:spcBef>
              <a:buClr>
                <a:srgbClr val="44546a"/>
              </a:buClr>
              <a:buFont typeface="Arial"/>
              <a:buChar char="•"/>
            </a:pPr>
            <a:r>
              <a:rPr b="0" lang="de-DE" sz="1700" strike="noStrike" u="none">
                <a:solidFill>
                  <a:schemeClr val="dk2"/>
                </a:solidFill>
                <a:uFillTx/>
                <a:latin typeface="Calibri"/>
              </a:rPr>
              <a:t>Navigiere zu einem Ordner in dem das neues Projekt anzulegen werden soll</a:t>
            </a:r>
            <a:endParaRPr b="0" lang="de-DE" sz="1700" strike="noStrike" u="none">
              <a:solidFill>
                <a:srgbClr val="000000"/>
              </a:solidFill>
              <a:uFillTx/>
              <a:latin typeface="Arial"/>
            </a:endParaRPr>
          </a:p>
          <a:p>
            <a:pPr marL="228600" indent="-228600" defTabSz="914400">
              <a:lnSpc>
                <a:spcPct val="90000"/>
              </a:lnSpc>
              <a:spcBef>
                <a:spcPts val="1001"/>
              </a:spcBef>
              <a:buClr>
                <a:srgbClr val="44546a"/>
              </a:buClr>
              <a:buFont typeface="Arial"/>
              <a:buChar char="•"/>
            </a:pPr>
            <a:r>
              <a:rPr b="0" lang="de-DE" sz="1700" strike="noStrike" u="none">
                <a:solidFill>
                  <a:schemeClr val="dk2"/>
                </a:solidFill>
                <a:uFillTx/>
                <a:latin typeface="Calibri"/>
              </a:rPr>
              <a:t>Lege eine neues Projekt an: ng new invoice-app</a:t>
            </a:r>
            <a:endParaRPr b="0" lang="de-DE" sz="1700" strike="noStrike" u="none">
              <a:solidFill>
                <a:srgbClr val="000000"/>
              </a:solidFill>
              <a:uFillTx/>
              <a:latin typeface="Arial"/>
            </a:endParaRPr>
          </a:p>
          <a:p>
            <a:pPr marL="228600" indent="-228600" defTabSz="914400">
              <a:lnSpc>
                <a:spcPct val="90000"/>
              </a:lnSpc>
              <a:spcBef>
                <a:spcPts val="1001"/>
              </a:spcBef>
              <a:buClr>
                <a:srgbClr val="44546a"/>
              </a:buClr>
              <a:buFont typeface="Arial"/>
              <a:buChar char="•"/>
            </a:pPr>
            <a:r>
              <a:rPr b="0" lang="de-DE" sz="1700" strike="noStrike" u="none">
                <a:solidFill>
                  <a:schemeClr val="dk2"/>
                </a:solidFill>
                <a:uFillTx/>
                <a:latin typeface="Calibri"/>
              </a:rPr>
              <a:t>Wechsel in das erzeugte Verzeichnis invoice-app</a:t>
            </a:r>
            <a:endParaRPr b="0" lang="de-DE" sz="1700" strike="noStrike" u="none">
              <a:solidFill>
                <a:srgbClr val="000000"/>
              </a:solidFill>
              <a:uFillTx/>
              <a:latin typeface="Arial"/>
            </a:endParaRPr>
          </a:p>
          <a:p>
            <a:pPr marL="228600" indent="-228600" defTabSz="914400">
              <a:lnSpc>
                <a:spcPct val="90000"/>
              </a:lnSpc>
              <a:spcBef>
                <a:spcPts val="1001"/>
              </a:spcBef>
              <a:buClr>
                <a:srgbClr val="44546a"/>
              </a:buClr>
              <a:buFont typeface="Arial"/>
              <a:buChar char="•"/>
            </a:pPr>
            <a:r>
              <a:rPr b="0" lang="de-DE" sz="1700" strike="noStrike" u="none">
                <a:solidFill>
                  <a:schemeClr val="dk2"/>
                </a:solidFill>
                <a:uFillTx/>
                <a:latin typeface="Calibri"/>
              </a:rPr>
              <a:t>Führe ng serve aus</a:t>
            </a:r>
            <a:endParaRPr b="0" lang="de-DE" sz="1700" strike="noStrike" u="none">
              <a:solidFill>
                <a:srgbClr val="000000"/>
              </a:solidFill>
              <a:uFillTx/>
              <a:latin typeface="Arial"/>
            </a:endParaRPr>
          </a:p>
          <a:p>
            <a:pPr marL="228600" indent="-228600" defTabSz="914400">
              <a:lnSpc>
                <a:spcPct val="90000"/>
              </a:lnSpc>
              <a:spcBef>
                <a:spcPts val="1001"/>
              </a:spcBef>
              <a:buClr>
                <a:srgbClr val="44546a"/>
              </a:buClr>
              <a:buFont typeface="Arial"/>
              <a:buChar char="•"/>
            </a:pPr>
            <a:r>
              <a:rPr b="0" lang="de-DE" sz="1700" strike="noStrike" u="none">
                <a:solidFill>
                  <a:schemeClr val="dk2"/>
                </a:solidFill>
                <a:uFillTx/>
                <a:latin typeface="Calibri"/>
              </a:rPr>
              <a:t>Öffne Anwendung im Browser unter </a:t>
            </a:r>
            <a:r>
              <a:rPr b="0" i="1" lang="de-DE" sz="1700" strike="noStrike" u="sng">
                <a:solidFill>
                  <a:schemeClr val="dk2"/>
                </a:solidFill>
                <a:uFillTx/>
                <a:latin typeface="Calibri"/>
                <a:hlinkClick r:id="rId2"/>
              </a:rPr>
              <a:t>http://localhost:4200</a:t>
            </a:r>
            <a:endParaRPr b="0" lang="de-DE" sz="1700" strike="noStrike" u="none">
              <a:solidFill>
                <a:srgbClr val="000000"/>
              </a:solidFill>
              <a:uFillTx/>
              <a:latin typeface="Arial"/>
            </a:endParaRPr>
          </a:p>
          <a:p>
            <a:pPr indent="0" defTabSz="914400">
              <a:lnSpc>
                <a:spcPct val="90000"/>
              </a:lnSpc>
              <a:spcBef>
                <a:spcPts val="1001"/>
              </a:spcBef>
              <a:buNone/>
              <a:tabLst>
                <a:tab algn="l" pos="0"/>
              </a:tabLst>
            </a:pPr>
            <a:endParaRPr b="0" lang="de-DE" sz="1700" strike="noStrike" u="none">
              <a:solidFill>
                <a:srgbClr val="000000"/>
              </a:solidFill>
              <a:uFillTx/>
              <a:latin typeface="Arial"/>
            </a:endParaRPr>
          </a:p>
        </p:txBody>
      </p:sp>
      <p:grpSp>
        <p:nvGrpSpPr>
          <p:cNvPr id="442" name="Group 34">
            <a:extLst>
              <a:ext uri="{C183D7F6-B498-43B3-948B-1728B52AA6E4}">
                <adec:decorative xmlns:adec="http://schemas.microsoft.com/office/drawing/2017/decorative" val="1"/>
              </a:ext>
            </a:extLst>
          </p:cNvPr>
          <p:cNvGrpSpPr/>
          <p:nvPr/>
        </p:nvGrpSpPr>
        <p:grpSpPr>
          <a:xfrm>
            <a:off x="10332360" y="4705560"/>
            <a:ext cx="1859400" cy="2150640"/>
            <a:chOff x="10332360" y="4705560"/>
            <a:chExt cx="1859400" cy="2150640"/>
          </a:xfrm>
        </p:grpSpPr>
        <p:sp>
          <p:nvSpPr>
            <p:cNvPr id="443" name="Freeform: Shape 35">
              <a:extLs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/>
            <p:nvPr/>
          </p:nvSpPr>
          <p:spPr>
            <a:xfrm flipV="1" rot="16200000">
              <a:off x="10184760" y="4852800"/>
              <a:ext cx="2150640" cy="1855800"/>
            </a:xfrm>
            <a:custGeom>
              <a:avLst/>
              <a:gdLst>
                <a:gd name="textAreaLeft" fmla="*/ 0 w 2150640"/>
                <a:gd name="textAreaRight" fmla="*/ 2151720 w 2150640"/>
                <a:gd name="textAreaTop" fmla="*/ -720 h 1855800"/>
                <a:gd name="textAreaBottom" fmla="*/ 1856160 h 1855800"/>
              </a:gdLst>
              <a:ahLst/>
              <a:rect l="textAreaLeft" t="textAreaTop" r="textAreaRight" b="textAreaBottom"/>
              <a:pathLst>
                <a:path w="2514948" h="2170178">
                  <a:moveTo>
                    <a:pt x="2466091" y="0"/>
                  </a:moveTo>
                  <a:lnTo>
                    <a:pt x="2514948" y="0"/>
                  </a:lnTo>
                  <a:lnTo>
                    <a:pt x="2512286" y="12375"/>
                  </a:lnTo>
                  <a:cubicBezTo>
                    <a:pt x="2481760" y="133161"/>
                    <a:pt x="2442526" y="252239"/>
                    <a:pt x="2394961" y="368660"/>
                  </a:cubicBezTo>
                  <a:cubicBezTo>
                    <a:pt x="2363109" y="446208"/>
                    <a:pt x="2328603" y="523039"/>
                    <a:pt x="2289734" y="598078"/>
                  </a:cubicBezTo>
                  <a:cubicBezTo>
                    <a:pt x="2251436" y="673387"/>
                    <a:pt x="2209251" y="747083"/>
                    <a:pt x="2163747" y="819078"/>
                  </a:cubicBezTo>
                  <a:cubicBezTo>
                    <a:pt x="2072646" y="962979"/>
                    <a:pt x="1968652" y="1100611"/>
                    <a:pt x="1852241" y="1228932"/>
                  </a:cubicBezTo>
                  <a:cubicBezTo>
                    <a:pt x="1793748" y="1292868"/>
                    <a:pt x="1732698" y="1354923"/>
                    <a:pt x="1668235" y="1413844"/>
                  </a:cubicBezTo>
                  <a:cubicBezTo>
                    <a:pt x="1652214" y="1428709"/>
                    <a:pt x="1636100" y="1443395"/>
                    <a:pt x="1619510" y="1457722"/>
                  </a:cubicBezTo>
                  <a:cubicBezTo>
                    <a:pt x="1603015" y="1472140"/>
                    <a:pt x="1586805" y="1486825"/>
                    <a:pt x="1569835" y="1500704"/>
                  </a:cubicBezTo>
                  <a:cubicBezTo>
                    <a:pt x="1536276" y="1528911"/>
                    <a:pt x="1501865" y="1556223"/>
                    <a:pt x="1467169" y="1583266"/>
                  </a:cubicBezTo>
                  <a:cubicBezTo>
                    <a:pt x="1327719" y="1690722"/>
                    <a:pt x="1177085" y="1785910"/>
                    <a:pt x="1018393" y="1867576"/>
                  </a:cubicBezTo>
                  <a:cubicBezTo>
                    <a:pt x="780425" y="1990142"/>
                    <a:pt x="522567" y="2080875"/>
                    <a:pt x="255857" y="2133049"/>
                  </a:cubicBezTo>
                  <a:lnTo>
                    <a:pt x="0" y="2170178"/>
                  </a:lnTo>
                  <a:lnTo>
                    <a:pt x="0" y="1940056"/>
                  </a:lnTo>
                  <a:lnTo>
                    <a:pt x="201609" y="1902856"/>
                  </a:lnTo>
                  <a:cubicBezTo>
                    <a:pt x="282186" y="1884231"/>
                    <a:pt x="362102" y="1863008"/>
                    <a:pt x="440974" y="1838472"/>
                  </a:cubicBezTo>
                  <a:cubicBezTo>
                    <a:pt x="519848" y="1814027"/>
                    <a:pt x="597771" y="1786627"/>
                    <a:pt x="674558" y="1756359"/>
                  </a:cubicBezTo>
                  <a:cubicBezTo>
                    <a:pt x="751250" y="1726003"/>
                    <a:pt x="826900" y="1692870"/>
                    <a:pt x="901222" y="1657142"/>
                  </a:cubicBezTo>
                  <a:cubicBezTo>
                    <a:pt x="1049865" y="1585774"/>
                    <a:pt x="1193581" y="1504376"/>
                    <a:pt x="1330943" y="1413396"/>
                  </a:cubicBezTo>
                  <a:cubicBezTo>
                    <a:pt x="1365165" y="1390563"/>
                    <a:pt x="1399293" y="1367370"/>
                    <a:pt x="1432566" y="1343193"/>
                  </a:cubicBezTo>
                  <a:cubicBezTo>
                    <a:pt x="1449441" y="1331373"/>
                    <a:pt x="1465936" y="1319104"/>
                    <a:pt x="1482527" y="1306926"/>
                  </a:cubicBezTo>
                  <a:cubicBezTo>
                    <a:pt x="1499210" y="1294837"/>
                    <a:pt x="1515611" y="1282391"/>
                    <a:pt x="1531821" y="1269765"/>
                  </a:cubicBezTo>
                  <a:cubicBezTo>
                    <a:pt x="1596947" y="1219350"/>
                    <a:pt x="1660652" y="1167055"/>
                    <a:pt x="1721986" y="1112073"/>
                  </a:cubicBezTo>
                  <a:cubicBezTo>
                    <a:pt x="1844940" y="1002469"/>
                    <a:pt x="1958983" y="882926"/>
                    <a:pt x="2061460" y="754336"/>
                  </a:cubicBezTo>
                  <a:cubicBezTo>
                    <a:pt x="2112652" y="690042"/>
                    <a:pt x="2161094" y="623510"/>
                    <a:pt x="2206218" y="554827"/>
                  </a:cubicBezTo>
                  <a:cubicBezTo>
                    <a:pt x="2250583" y="485787"/>
                    <a:pt x="2292484" y="415046"/>
                    <a:pt x="2329455" y="341886"/>
                  </a:cubicBezTo>
                  <a:cubicBezTo>
                    <a:pt x="2339030" y="323709"/>
                    <a:pt x="2347941" y="305261"/>
                    <a:pt x="2356757" y="286815"/>
                  </a:cubicBezTo>
                  <a:lnTo>
                    <a:pt x="2370030" y="259056"/>
                  </a:lnTo>
                  <a:lnTo>
                    <a:pt x="2382637" y="231028"/>
                  </a:lnTo>
                  <a:cubicBezTo>
                    <a:pt x="2390885" y="212312"/>
                    <a:pt x="2399227" y="193598"/>
                    <a:pt x="2406716" y="174525"/>
                  </a:cubicBezTo>
                  <a:cubicBezTo>
                    <a:pt x="2414206" y="155452"/>
                    <a:pt x="2422453" y="136646"/>
                    <a:pt x="2429278" y="117393"/>
                  </a:cubicBezTo>
                  <a:close/>
                </a:path>
              </a:pathLst>
            </a:custGeom>
            <a:gradFill rotWithShape="0">
              <a:gsLst>
                <a:gs pos="2000">
                  <a:srgbClr val="ffffff">
                    <a:alpha val="10000"/>
                  </a:srgbClr>
                </a:gs>
                <a:gs pos="16000">
                  <a:srgbClr val="f19d19">
                    <a:alpha val="10000"/>
                  </a:srgbClr>
                </a:gs>
                <a:gs pos="85000">
                  <a:srgbClr val="1d9a78">
                    <a:alpha val="10000"/>
                  </a:srgbClr>
                </a:gs>
                <a:gs pos="100000">
                  <a:srgbClr val="ffffff">
                    <a:alpha val="10000"/>
                  </a:srgbClr>
                </a:gs>
              </a:gsLst>
              <a:lin ang="9600000"/>
            </a:gra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/>
          </p:style>
          <p:txBody>
            <a:bodyPr lIns="90000" rIns="90000" tIns="45000" bIns="45000" anchor="ctr">
              <a:noAutofit/>
            </a:bodyPr>
            <a:p>
              <a:pPr algn="ctr" defTabSz="914400">
                <a:lnSpc>
                  <a:spcPct val="100000"/>
                </a:lnSpc>
              </a:pPr>
              <a:endParaRPr b="0" lang="en-US" sz="1800" strike="noStrike" u="none">
                <a:solidFill>
                  <a:schemeClr val="lt1"/>
                </a:solidFill>
                <a:uFillTx/>
                <a:latin typeface="Calibri"/>
              </a:endParaRPr>
            </a:p>
          </p:txBody>
        </p:sp>
        <p:sp>
          <p:nvSpPr>
            <p:cNvPr id="444" name="Freeform: Shape 36">
              <a:extLs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/>
            <p:nvPr/>
          </p:nvSpPr>
          <p:spPr>
            <a:xfrm flipV="1" rot="16200000">
              <a:off x="10293120" y="4957560"/>
              <a:ext cx="2131920" cy="1665360"/>
            </a:xfrm>
            <a:custGeom>
              <a:avLst/>
              <a:gdLst>
                <a:gd name="textAreaLeft" fmla="*/ 0 w 2131920"/>
                <a:gd name="textAreaRight" fmla="*/ 2133000 w 2131920"/>
                <a:gd name="textAreaTop" fmla="*/ 720 h 1665360"/>
                <a:gd name="textAreaBottom" fmla="*/ 1667160 h 1665360"/>
              </a:gdLst>
              <a:ahLst/>
              <a:rect l="textAreaLeft" t="textAreaTop" r="textAreaRight" b="textAreaBottom"/>
              <a:pathLst>
                <a:path w="2493062" h="1947896">
                  <a:moveTo>
                    <a:pt x="1896911" y="0"/>
                  </a:moveTo>
                  <a:lnTo>
                    <a:pt x="2493062" y="0"/>
                  </a:lnTo>
                  <a:lnTo>
                    <a:pt x="2435315" y="178165"/>
                  </a:lnTo>
                  <a:cubicBezTo>
                    <a:pt x="2088122" y="1071812"/>
                    <a:pt x="1129732" y="1758033"/>
                    <a:pt x="93066" y="1935859"/>
                  </a:cubicBezTo>
                  <a:lnTo>
                    <a:pt x="0" y="1947896"/>
                  </a:lnTo>
                  <a:lnTo>
                    <a:pt x="0" y="1404756"/>
                  </a:lnTo>
                  <a:lnTo>
                    <a:pt x="17392" y="1402364"/>
                  </a:lnTo>
                  <a:cubicBezTo>
                    <a:pt x="167719" y="1375030"/>
                    <a:pt x="318070" y="1334398"/>
                    <a:pt x="464249" y="1281208"/>
                  </a:cubicBezTo>
                  <a:cubicBezTo>
                    <a:pt x="753480" y="1176081"/>
                    <a:pt x="1028869" y="1021346"/>
                    <a:pt x="1260556" y="833835"/>
                  </a:cubicBezTo>
                  <a:cubicBezTo>
                    <a:pt x="1491960" y="646594"/>
                    <a:pt x="1681177" y="425056"/>
                    <a:pt x="1807924" y="193222"/>
                  </a:cubicBezTo>
                  <a:cubicBezTo>
                    <a:pt x="1832328" y="148578"/>
                    <a:pt x="1854477" y="103599"/>
                    <a:pt x="1874357" y="58333"/>
                  </a:cubicBezTo>
                  <a:close/>
                </a:path>
              </a:pathLst>
            </a:custGeom>
            <a:gradFill rotWithShape="0">
              <a:gsLst>
                <a:gs pos="2000">
                  <a:srgbClr val="ffffff">
                    <a:alpha val="10000"/>
                  </a:srgbClr>
                </a:gs>
                <a:gs pos="16000">
                  <a:srgbClr val="f19d19">
                    <a:alpha val="10000"/>
                  </a:srgbClr>
                </a:gs>
                <a:gs pos="85000">
                  <a:srgbClr val="1d9a78">
                    <a:alpha val="10000"/>
                  </a:srgbClr>
                </a:gs>
                <a:gs pos="100000">
                  <a:srgbClr val="ffffff">
                    <a:alpha val="10000"/>
                  </a:srgbClr>
                </a:gs>
              </a:gsLst>
              <a:lin ang="9600000"/>
            </a:gra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/>
          </p:style>
          <p:txBody>
            <a:bodyPr lIns="90000" rIns="90000" tIns="45000" bIns="45000" anchor="ctr">
              <a:noAutofit/>
            </a:bodyPr>
            <a:p>
              <a:pPr algn="ctr" defTabSz="914400">
                <a:lnSpc>
                  <a:spcPct val="100000"/>
                </a:lnSpc>
              </a:pPr>
              <a:endParaRPr b="0" lang="en-US" sz="1800" strike="noStrike" u="none">
                <a:solidFill>
                  <a:schemeClr val="lt1"/>
                </a:solidFill>
                <a:uFillTx/>
                <a:latin typeface="Calibri"/>
              </a:endParaRPr>
            </a:p>
          </p:txBody>
        </p:sp>
        <p:sp>
          <p:nvSpPr>
            <p:cNvPr id="445" name="Freeform: Shape 37">
              <a:extLs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/>
            <p:nvPr/>
          </p:nvSpPr>
          <p:spPr>
            <a:xfrm flipV="1" rot="16200000">
              <a:off x="10275480" y="4942800"/>
              <a:ext cx="2138760" cy="1686600"/>
            </a:xfrm>
            <a:custGeom>
              <a:avLst/>
              <a:gdLst>
                <a:gd name="textAreaLeft" fmla="*/ 0 w 2138760"/>
                <a:gd name="textAreaRight" fmla="*/ 2139840 w 2138760"/>
                <a:gd name="textAreaTop" fmla="*/ -720 h 1686600"/>
                <a:gd name="textAreaBottom" fmla="*/ 1686960 h 1686600"/>
              </a:gdLst>
              <a:ahLst/>
              <a:rect l="textAreaLeft" t="textAreaTop" r="textAreaRight" b="textAreaBottom"/>
              <a:pathLst>
                <a:path w="2501089" h="1972702">
                  <a:moveTo>
                    <a:pt x="2318728" y="0"/>
                  </a:moveTo>
                  <a:lnTo>
                    <a:pt x="2501089" y="0"/>
                  </a:lnTo>
                  <a:lnTo>
                    <a:pt x="2453909" y="167837"/>
                  </a:lnTo>
                  <a:cubicBezTo>
                    <a:pt x="2427555" y="244153"/>
                    <a:pt x="2396627" y="319103"/>
                    <a:pt x="2361125" y="392084"/>
                  </a:cubicBezTo>
                  <a:cubicBezTo>
                    <a:pt x="2218453" y="684005"/>
                    <a:pt x="2011698" y="945211"/>
                    <a:pt x="1768255" y="1167644"/>
                  </a:cubicBezTo>
                  <a:cubicBezTo>
                    <a:pt x="1646250" y="1278860"/>
                    <a:pt x="1514385" y="1380316"/>
                    <a:pt x="1375125" y="1471474"/>
                  </a:cubicBezTo>
                  <a:cubicBezTo>
                    <a:pt x="1235677" y="1562542"/>
                    <a:pt x="1088928" y="1643672"/>
                    <a:pt x="935735" y="1712713"/>
                  </a:cubicBezTo>
                  <a:cubicBezTo>
                    <a:pt x="705659" y="1815533"/>
                    <a:pt x="462359" y="1892212"/>
                    <a:pt x="212353" y="1940294"/>
                  </a:cubicBezTo>
                  <a:lnTo>
                    <a:pt x="0" y="1972702"/>
                  </a:lnTo>
                  <a:lnTo>
                    <a:pt x="0" y="1732181"/>
                  </a:lnTo>
                  <a:lnTo>
                    <a:pt x="161195" y="1706590"/>
                  </a:lnTo>
                  <a:cubicBezTo>
                    <a:pt x="237638" y="1691378"/>
                    <a:pt x="313477" y="1673222"/>
                    <a:pt x="388463" y="1652268"/>
                  </a:cubicBezTo>
                  <a:cubicBezTo>
                    <a:pt x="538529" y="1610539"/>
                    <a:pt x="684898" y="1556543"/>
                    <a:pt x="826716" y="1493950"/>
                  </a:cubicBezTo>
                  <a:cubicBezTo>
                    <a:pt x="1111207" y="1370107"/>
                    <a:pt x="1376832" y="1205881"/>
                    <a:pt x="1609847" y="1007535"/>
                  </a:cubicBezTo>
                  <a:cubicBezTo>
                    <a:pt x="1725975" y="908049"/>
                    <a:pt x="1833571" y="799519"/>
                    <a:pt x="1929982" y="682930"/>
                  </a:cubicBezTo>
                  <a:cubicBezTo>
                    <a:pt x="2026581" y="566520"/>
                    <a:pt x="2111806" y="441692"/>
                    <a:pt x="2183093" y="310149"/>
                  </a:cubicBezTo>
                  <a:cubicBezTo>
                    <a:pt x="2218738" y="244422"/>
                    <a:pt x="2251396" y="177150"/>
                    <a:pt x="2280286" y="108435"/>
                  </a:cubicBezTo>
                  <a:close/>
                </a:path>
              </a:pathLst>
            </a:custGeom>
            <a:gradFill rotWithShape="0">
              <a:gsLst>
                <a:gs pos="2000">
                  <a:srgbClr val="ffffff">
                    <a:alpha val="10000"/>
                  </a:srgbClr>
                </a:gs>
                <a:gs pos="16000">
                  <a:srgbClr val="f19d19">
                    <a:alpha val="10000"/>
                  </a:srgbClr>
                </a:gs>
                <a:gs pos="85000">
                  <a:srgbClr val="1d9a78">
                    <a:alpha val="10000"/>
                  </a:srgbClr>
                </a:gs>
                <a:gs pos="100000">
                  <a:srgbClr val="ffffff">
                    <a:alpha val="10000"/>
                  </a:srgbClr>
                </a:gs>
              </a:gsLst>
              <a:lin ang="9600000"/>
            </a:gra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/>
          </p:style>
          <p:txBody>
            <a:bodyPr lIns="90000" rIns="90000" tIns="45000" bIns="45000" anchor="ctr">
              <a:noAutofit/>
            </a:bodyPr>
            <a:p>
              <a:pPr algn="ctr" defTabSz="914400">
                <a:lnSpc>
                  <a:spcPct val="100000"/>
                </a:lnSpc>
              </a:pPr>
              <a:endParaRPr b="0" lang="en-US" sz="800" strike="noStrike" u="none">
                <a:solidFill>
                  <a:schemeClr val="lt1"/>
                </a:solidFill>
                <a:uFillTx/>
                <a:latin typeface="Calibri"/>
              </a:endParaRPr>
            </a:p>
          </p:txBody>
        </p:sp>
        <p:sp>
          <p:nvSpPr>
            <p:cNvPr id="446" name="Freeform: Shape 38">
              <a:extLs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/>
            <p:nvPr/>
          </p:nvSpPr>
          <p:spPr>
            <a:xfrm flipV="1" rot="16200000">
              <a:off x="10292040" y="4958640"/>
              <a:ext cx="2130120" cy="1661760"/>
            </a:xfrm>
            <a:custGeom>
              <a:avLst/>
              <a:gdLst>
                <a:gd name="textAreaLeft" fmla="*/ 0 w 2130120"/>
                <a:gd name="textAreaRight" fmla="*/ 2131200 w 2130120"/>
                <a:gd name="textAreaTop" fmla="*/ 720 h 1661760"/>
                <a:gd name="textAreaBottom" fmla="*/ 1663560 h 1661760"/>
              </a:gdLst>
              <a:ahLst/>
              <a:rect l="textAreaLeft" t="textAreaTop" r="textAreaRight" b="textAreaBottom"/>
              <a:pathLst>
                <a:path w="2491105" h="1943661">
                  <a:moveTo>
                    <a:pt x="1995408" y="0"/>
                  </a:moveTo>
                  <a:lnTo>
                    <a:pt x="2491105" y="0"/>
                  </a:lnTo>
                  <a:lnTo>
                    <a:pt x="2434705" y="174009"/>
                  </a:lnTo>
                  <a:cubicBezTo>
                    <a:pt x="2087512" y="1067655"/>
                    <a:pt x="1129122" y="1753877"/>
                    <a:pt x="92457" y="1931703"/>
                  </a:cubicBezTo>
                  <a:lnTo>
                    <a:pt x="0" y="1943661"/>
                  </a:lnTo>
                  <a:lnTo>
                    <a:pt x="0" y="1491489"/>
                  </a:lnTo>
                  <a:lnTo>
                    <a:pt x="34107" y="1486836"/>
                  </a:lnTo>
                  <a:cubicBezTo>
                    <a:pt x="189055" y="1458696"/>
                    <a:pt x="343908" y="1416565"/>
                    <a:pt x="497577" y="1360598"/>
                  </a:cubicBezTo>
                  <a:cubicBezTo>
                    <a:pt x="796856" y="1251889"/>
                    <a:pt x="1081725" y="1091781"/>
                    <a:pt x="1321566" y="897645"/>
                  </a:cubicBezTo>
                  <a:cubicBezTo>
                    <a:pt x="1565577" y="700195"/>
                    <a:pt x="1757355" y="475523"/>
                    <a:pt x="1891495" y="230078"/>
                  </a:cubicBezTo>
                  <a:cubicBezTo>
                    <a:pt x="1917197" y="183033"/>
                    <a:pt x="1940526" y="135619"/>
                    <a:pt x="1961469" y="87885"/>
                  </a:cubicBezTo>
                  <a:close/>
                </a:path>
              </a:pathLst>
            </a:custGeom>
            <a:gradFill rotWithShape="0">
              <a:gsLst>
                <a:gs pos="2000">
                  <a:srgbClr val="ffffff">
                    <a:alpha val="10000"/>
                  </a:srgbClr>
                </a:gs>
                <a:gs pos="16000">
                  <a:srgbClr val="f19d19">
                    <a:alpha val="10000"/>
                  </a:srgbClr>
                </a:gs>
                <a:gs pos="85000">
                  <a:srgbClr val="1d9a78">
                    <a:alpha val="10000"/>
                  </a:srgbClr>
                </a:gs>
                <a:gs pos="100000">
                  <a:srgbClr val="ffffff">
                    <a:alpha val="10000"/>
                  </a:srgbClr>
                </a:gs>
              </a:gsLst>
              <a:lin ang="9600000"/>
            </a:gra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/>
          </p:style>
          <p:txBody>
            <a:bodyPr lIns="90000" rIns="90000" tIns="45000" bIns="45000" anchor="ctr">
              <a:noAutofit/>
            </a:bodyPr>
            <a:p>
              <a:pPr algn="ctr" defTabSz="914400">
                <a:lnSpc>
                  <a:spcPct val="100000"/>
                </a:lnSpc>
              </a:pPr>
              <a:endParaRPr b="0" lang="en-US" sz="1800" strike="noStrike" u="none">
                <a:solidFill>
                  <a:schemeClr val="lt1"/>
                </a:solidFill>
                <a:uFillTx/>
                <a:latin typeface="Calibri"/>
              </a:endParaRPr>
            </a:p>
          </p:txBody>
        </p:sp>
      </p:grpSp>
      <p:pic>
        <p:nvPicPr>
          <p:cNvPr id="447" name="Graphic 7" descr="Web Design"/>
          <p:cNvPicPr/>
          <p:nvPr/>
        </p:nvPicPr>
        <p:blipFill>
          <a:blip r:embed="rId3">
            <a:extLst>
              <a:ext uri="{96DAC541-7B7A-43D3-8B79-37D633B846F1}">
                <asvg:svgBlip xmlns:asvg="http://schemas.microsoft.com/office/drawing/2016/SVG/main" r:embed="rId4"/>
              </a:ext>
            </a:extLst>
          </a:blip>
          <a:stretch/>
        </p:blipFill>
        <p:spPr>
          <a:xfrm>
            <a:off x="7297920" y="2837880"/>
            <a:ext cx="3216240" cy="3216240"/>
          </a:xfrm>
          <a:prstGeom prst="rect">
            <a:avLst/>
          </a:prstGeom>
          <a:noFill/>
          <a:ln w="0">
            <a:noFill/>
          </a:ln>
        </p:spPr>
      </p:pic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82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48" name="PlaceHolder 1"/>
          <p:cNvSpPr>
            <a:spLocks noGrp="1"/>
          </p:cNvSpPr>
          <p:nvPr>
            <p:ph type="title"/>
          </p:nvPr>
        </p:nvSpPr>
        <p:spPr>
          <a:xfrm>
            <a:off x="838080" y="365040"/>
            <a:ext cx="10514520" cy="132444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ctr">
            <a:noAutofit/>
          </a:bodyPr>
          <a:p>
            <a:pPr indent="0" defTabSz="914400">
              <a:lnSpc>
                <a:spcPct val="90000"/>
              </a:lnSpc>
              <a:buNone/>
              <a:tabLst>
                <a:tab algn="l" pos="0"/>
              </a:tabLst>
            </a:pPr>
            <a:r>
              <a:rPr b="0" lang="de-DE" sz="4400" strike="noStrike" u="none">
                <a:solidFill>
                  <a:schemeClr val="dk1"/>
                </a:solidFill>
                <a:uFillTx/>
                <a:latin typeface="Calibri Light"/>
              </a:rPr>
              <a:t>Reload der App im Hintergrund bei Change</a:t>
            </a:r>
            <a:endParaRPr b="0" lang="de-DE" sz="4400" strike="noStrike" u="none">
              <a:solidFill>
                <a:srgbClr val="000000"/>
              </a:solidFill>
              <a:uFillTx/>
              <a:latin typeface="Arial"/>
            </a:endParaRPr>
          </a:p>
        </p:txBody>
      </p:sp>
      <p:sp>
        <p:nvSpPr>
          <p:cNvPr id="449" name="PlaceHolder 2"/>
          <p:cNvSpPr>
            <a:spLocks noGrp="1"/>
          </p:cNvSpPr>
          <p:nvPr>
            <p:ph/>
          </p:nvPr>
        </p:nvSpPr>
        <p:spPr>
          <a:xfrm>
            <a:off x="838080" y="1825560"/>
            <a:ext cx="10514520" cy="435024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t">
            <a:noAutofit/>
          </a:bodyPr>
          <a:p>
            <a:pPr marL="228600" indent="-228600" defTabSz="914400">
              <a:lnSpc>
                <a:spcPct val="90000"/>
              </a:lnSpc>
              <a:spcBef>
                <a:spcPts val="1001"/>
              </a:spcBef>
              <a:buClr>
                <a:srgbClr val="000000"/>
              </a:buClr>
              <a:buFont typeface="Arial"/>
              <a:buChar char="•"/>
            </a:pPr>
            <a:r>
              <a:rPr b="0" lang="de-DE" sz="2800" strike="noStrike" u="none">
                <a:solidFill>
                  <a:schemeClr val="dk1"/>
                </a:solidFill>
                <a:uFillTx/>
                <a:latin typeface="Calibri"/>
              </a:rPr>
              <a:t>ng serve –o (observe)</a:t>
            </a:r>
            <a:endParaRPr b="0" lang="de-DE" sz="2800" strike="noStrike" u="none">
              <a:solidFill>
                <a:srgbClr val="000000"/>
              </a:solidFill>
              <a:uFillTx/>
              <a:latin typeface="Arial"/>
            </a:endParaRPr>
          </a:p>
          <a:p>
            <a:pPr marL="228600" indent="-228600" defTabSz="914400">
              <a:lnSpc>
                <a:spcPct val="90000"/>
              </a:lnSpc>
              <a:spcBef>
                <a:spcPts val="1001"/>
              </a:spcBef>
              <a:buClr>
                <a:srgbClr val="000000"/>
              </a:buClr>
              <a:buFont typeface="Arial"/>
              <a:buChar char="•"/>
            </a:pPr>
            <a:r>
              <a:rPr b="0" lang="de-DE" sz="2800" strike="noStrike" u="none">
                <a:solidFill>
                  <a:schemeClr val="dk1"/>
                </a:solidFill>
                <a:uFillTx/>
                <a:latin typeface="Calibri"/>
              </a:rPr>
              <a:t>Beispiel:</a:t>
            </a:r>
            <a:endParaRPr b="0" lang="de-DE" sz="2800" strike="noStrike" u="none">
              <a:solidFill>
                <a:srgbClr val="000000"/>
              </a:solidFill>
              <a:uFillTx/>
              <a:latin typeface="Arial"/>
            </a:endParaRPr>
          </a:p>
          <a:p>
            <a:pPr lvl="1" marL="685800" indent="-228600" defTabSz="914400">
              <a:lnSpc>
                <a:spcPct val="90000"/>
              </a:lnSpc>
              <a:spcBef>
                <a:spcPts val="499"/>
              </a:spcBef>
              <a:buClr>
                <a:srgbClr val="000000"/>
              </a:buClr>
              <a:buFont typeface="Arial"/>
              <a:buChar char="•"/>
            </a:pPr>
            <a:r>
              <a:rPr b="0" lang="de-DE" sz="2400" strike="noStrike" u="none">
                <a:solidFill>
                  <a:schemeClr val="dk1"/>
                </a:solidFill>
                <a:uFillTx/>
                <a:latin typeface="Calibri"/>
              </a:rPr>
              <a:t>Ändern des Seitentitels sowie der Willkommens-Nachricht</a:t>
            </a:r>
            <a:endParaRPr b="0" lang="de-DE" sz="2400" strike="noStrike" u="none">
              <a:solidFill>
                <a:srgbClr val="000000"/>
              </a:solidFill>
              <a:uFillTx/>
              <a:latin typeface="Arial"/>
            </a:endParaRPr>
          </a:p>
          <a:p>
            <a:pPr lvl="2" marL="1143000" indent="-228600" defTabSz="914400">
              <a:lnSpc>
                <a:spcPct val="90000"/>
              </a:lnSpc>
              <a:spcBef>
                <a:spcPts val="499"/>
              </a:spcBef>
              <a:buClr>
                <a:srgbClr val="000000"/>
              </a:buClr>
              <a:buFont typeface="Arial"/>
              <a:buChar char="•"/>
            </a:pPr>
            <a:r>
              <a:rPr b="0" i="1" lang="de-DE" sz="2000" strike="noStrike" u="none">
                <a:solidFill>
                  <a:schemeClr val="dk1"/>
                </a:solidFill>
                <a:uFillTx/>
                <a:latin typeface="Courier New"/>
              </a:rPr>
              <a:t>src/index.html</a:t>
            </a:r>
            <a:endParaRPr b="0" lang="de-DE" sz="2000" strike="noStrike" u="none">
              <a:solidFill>
                <a:srgbClr val="000000"/>
              </a:solidFill>
              <a:uFillTx/>
              <a:latin typeface="Arial"/>
            </a:endParaRPr>
          </a:p>
          <a:p>
            <a:pPr lvl="2" marL="1143000" indent="-228600" defTabSz="914400">
              <a:lnSpc>
                <a:spcPct val="90000"/>
              </a:lnSpc>
              <a:spcBef>
                <a:spcPts val="499"/>
              </a:spcBef>
              <a:buClr>
                <a:srgbClr val="000000"/>
              </a:buClr>
              <a:buFont typeface="Arial"/>
              <a:buChar char="•"/>
            </a:pPr>
            <a:r>
              <a:rPr b="0" i="1" lang="de-DE" sz="2000" strike="noStrike" u="none">
                <a:solidFill>
                  <a:schemeClr val="dk1"/>
                </a:solidFill>
                <a:uFillTx/>
                <a:latin typeface="Courier New"/>
              </a:rPr>
              <a:t>src/app/app.component.html</a:t>
            </a:r>
            <a:endParaRPr b="0" lang="de-DE" sz="2000" strike="noStrike" u="none">
              <a:solidFill>
                <a:srgbClr val="000000"/>
              </a:solidFill>
              <a:uFillTx/>
              <a:latin typeface="Arial"/>
            </a:endParaRPr>
          </a:p>
          <a:p>
            <a:pPr lvl="2" marL="1143000" indent="-228600" defTabSz="914400">
              <a:lnSpc>
                <a:spcPct val="90000"/>
              </a:lnSpc>
              <a:spcBef>
                <a:spcPts val="499"/>
              </a:spcBef>
              <a:buClr>
                <a:srgbClr val="000000"/>
              </a:buClr>
              <a:buFont typeface="Arial"/>
              <a:buChar char="•"/>
            </a:pPr>
            <a:r>
              <a:rPr b="0" i="1" lang="de-DE" sz="2000" strike="noStrike" u="none">
                <a:solidFill>
                  <a:schemeClr val="dk1"/>
                </a:solidFill>
                <a:uFillTx/>
                <a:latin typeface="Courier New"/>
              </a:rPr>
              <a:t>src/app/app.component.ts</a:t>
            </a:r>
            <a:endParaRPr b="0" lang="de-DE" sz="2000" strike="noStrike" u="none">
              <a:solidFill>
                <a:srgbClr val="000000"/>
              </a:solidFill>
              <a:uFillTx/>
              <a:latin typeface="Arial"/>
            </a:endParaRPr>
          </a:p>
          <a:p>
            <a:pPr indent="0" defTabSz="914400">
              <a:lnSpc>
                <a:spcPct val="90000"/>
              </a:lnSpc>
              <a:spcBef>
                <a:spcPts val="499"/>
              </a:spcBef>
              <a:buNone/>
              <a:tabLst>
                <a:tab algn="l" pos="0"/>
              </a:tabLst>
            </a:pPr>
            <a:endParaRPr b="0" lang="de-DE" sz="2000" strike="noStrike" u="none">
              <a:solidFill>
                <a:srgbClr val="000000"/>
              </a:solidFill>
              <a:uFillTx/>
              <a:latin typeface="Arial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83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bg>
      <p:bgPr>
        <a:solidFill>
          <a:schemeClr val="lt1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50" name="Down Arrow 7">
            <a:extLst>
              <a:ext uri="{C183D7F6-B498-43B3-948B-1728B52AA6E4}">
                <adec:decorative xmlns:adec="http://schemas.microsoft.com/office/drawing/2017/decorative" val="1"/>
              </a:ext>
            </a:extLst>
          </p:cNvPr>
          <p:cNvSpPr/>
          <p:nvPr/>
        </p:nvSpPr>
        <p:spPr>
          <a:xfrm rot="16200000">
            <a:off x="800280" y="1492560"/>
            <a:ext cx="3332520" cy="3498120"/>
          </a:xfrm>
          <a:prstGeom prst="downArrow">
            <a:avLst>
              <a:gd name="adj1" fmla="val 100000"/>
              <a:gd name="adj2" fmla="val 15788"/>
            </a:avLst>
          </a:prstGeom>
          <a:solidFill>
            <a:srgbClr val="404040"/>
          </a:solidFill>
          <a:ln w="53975"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 algn="ctr" defTabSz="914400">
              <a:lnSpc>
                <a:spcPct val="100000"/>
              </a:lnSpc>
            </a:pPr>
            <a:endParaRPr b="0" lang="en-US" sz="1800" strike="noStrike" u="none">
              <a:solidFill>
                <a:schemeClr val="lt1"/>
              </a:solidFill>
              <a:uFillTx/>
              <a:latin typeface="Calibri"/>
            </a:endParaRPr>
          </a:p>
        </p:txBody>
      </p:sp>
      <p:sp>
        <p:nvSpPr>
          <p:cNvPr id="451" name="PlaceHolder 1"/>
          <p:cNvSpPr>
            <a:spLocks noGrp="1"/>
          </p:cNvSpPr>
          <p:nvPr>
            <p:ph type="title"/>
          </p:nvPr>
        </p:nvSpPr>
        <p:spPr>
          <a:xfrm>
            <a:off x="1028880" y="1967400"/>
            <a:ext cx="2628000" cy="254628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ctr">
            <a:normAutofit/>
          </a:bodyPr>
          <a:p>
            <a:pPr indent="0" algn="ctr" defTabSz="914400">
              <a:lnSpc>
                <a:spcPct val="90000"/>
              </a:lnSpc>
              <a:buNone/>
              <a:tabLst>
                <a:tab algn="l" pos="0"/>
              </a:tabLst>
            </a:pPr>
            <a:r>
              <a:rPr b="0" lang="de-DE" sz="3600" strike="noStrike" u="none">
                <a:solidFill>
                  <a:srgbClr val="ffffff"/>
                </a:solidFill>
                <a:uFillTx/>
                <a:latin typeface="Calibri Light"/>
              </a:rPr>
              <a:t>Die aktualisierte Seite</a:t>
            </a:r>
            <a:endParaRPr b="0" lang="de-DE" sz="3600" strike="noStrike" u="none">
              <a:solidFill>
                <a:srgbClr val="000000"/>
              </a:solidFill>
              <a:uFillTx/>
              <a:latin typeface="Arial"/>
            </a:endParaRPr>
          </a:p>
        </p:txBody>
      </p:sp>
      <p:pic>
        <p:nvPicPr>
          <p:cNvPr id="452" name="Picture 2" descr="Angular JS Hello World Example"/>
          <p:cNvPicPr/>
          <p:nvPr/>
        </p:nvPicPr>
        <p:blipFill>
          <a:blip r:embed="rId1"/>
          <a:stretch/>
        </p:blipFill>
        <p:spPr>
          <a:xfrm>
            <a:off x="5988960" y="643320"/>
            <a:ext cx="4356360" cy="5567760"/>
          </a:xfrm>
          <a:prstGeom prst="rect">
            <a:avLst/>
          </a:prstGeom>
          <a:noFill/>
          <a:ln w="0">
            <a:noFill/>
          </a:ln>
        </p:spPr>
      </p:pic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84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bg>
      <p:bgPr>
        <a:solidFill>
          <a:schemeClr val="lt1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53" name="Rectangle 19">
            <a:extLst>
              <a:ext uri="{C183D7F6-B498-43B3-948B-1728B52AA6E4}">
                <adec:decorative xmlns:adec="http://schemas.microsoft.com/office/drawing/2017/decorative" val="1"/>
              </a:ext>
            </a:extLst>
          </p:cNvPr>
          <p:cNvSpPr/>
          <p:nvPr/>
        </p:nvSpPr>
        <p:spPr>
          <a:xfrm>
            <a:off x="0" y="0"/>
            <a:ext cx="12187800" cy="6177600"/>
          </a:xfrm>
          <a:prstGeom prst="rect">
            <a:avLst/>
          </a:prstGeom>
          <a:solidFill>
            <a:schemeClr val="accent1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 algn="ctr" defTabSz="914400">
              <a:lnSpc>
                <a:spcPct val="100000"/>
              </a:lnSpc>
            </a:pPr>
            <a:endParaRPr b="0" lang="en-US" sz="1800" strike="noStrike" u="none">
              <a:solidFill>
                <a:schemeClr val="lt1"/>
              </a:solidFill>
              <a:uFillTx/>
              <a:latin typeface="Calibri"/>
            </a:endParaRPr>
          </a:p>
        </p:txBody>
      </p:sp>
      <p:sp>
        <p:nvSpPr>
          <p:cNvPr id="454" name="PlaceHolder 1"/>
          <p:cNvSpPr>
            <a:spLocks noGrp="1"/>
          </p:cNvSpPr>
          <p:nvPr>
            <p:ph type="title"/>
          </p:nvPr>
        </p:nvSpPr>
        <p:spPr>
          <a:xfrm>
            <a:off x="841320" y="2826360"/>
            <a:ext cx="10511640" cy="238644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t">
            <a:normAutofit/>
          </a:bodyPr>
          <a:p>
            <a:pPr indent="0" defTabSz="914400">
              <a:lnSpc>
                <a:spcPct val="90000"/>
              </a:lnSpc>
              <a:buNone/>
              <a:tabLst>
                <a:tab algn="l" pos="0"/>
              </a:tabLst>
            </a:pPr>
            <a:r>
              <a:rPr b="0" lang="en-US" sz="7200" strike="noStrike" u="none">
                <a:solidFill>
                  <a:srgbClr val="ffffff"/>
                </a:solidFill>
                <a:uFillTx/>
                <a:latin typeface="Calibri Light"/>
              </a:rPr>
              <a:t>Ein Angular Module</a:t>
            </a:r>
            <a:endParaRPr b="0" lang="de-DE" sz="7200" strike="noStrike" u="none">
              <a:solidFill>
                <a:srgbClr val="000000"/>
              </a:solidFill>
              <a:uFillTx/>
              <a:latin typeface="Arial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  <p:timing>
    <p:tnLst>
      <p:par>
        <p:cTn id="22" dur="indefinite" restart="never" nodeType="tmRoot">
          <p:childTnLst>
            <p:seq>
              <p:cTn id="23" dur="indefinite" nodeType="mainSeq">
                <p:childTnLst>
                  <p:par>
                    <p:cTn id="24" fill="hold">
                      <p:stCondLst>
                        <p:cond delay="0"/>
                      </p:stCondLst>
                      <p:childTnLst>
                        <p:par>
                          <p:cTn id="25" fill="hold">
                            <p:stCondLst>
                              <p:cond delay="0"/>
                            </p:stCondLst>
                            <p:childTnLst>
                              <p:par>
                                <p:cTn id="26" nodeType="withEffect" fill="hold" presetClass="entr" presetID="10">
                                  <p:stCondLst>
                                    <p:cond delay="500"/>
                                  </p:stCondLst>
                                  <p:iterate type="wd">
                                    <p:tmAbs val="150"/>
                                  </p:iterate>
                                  <p:childTnLst>
                                    <p:set>
                                      <p:cBhvr>
                                        <p:cTn id="2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5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 additive="repl">
                                        <p:cTn id="28" dur="1000"/>
                                        <p:tgtEl>
                                          <p:spTgt spid="45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85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bg>
      <p:bgPr>
        <a:solidFill>
          <a:schemeClr val="lt1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 useBgFill="1">
        <p:nvSpPr>
          <p:cNvPr id="455" name="Rectangle 7">
            <a:extLst>
              <a:ext uri="{C183D7F6-B498-43B3-948B-1728B52AA6E4}">
                <adec:decorative xmlns:adec="http://schemas.microsoft.com/office/drawing/2017/decorative" val="1"/>
              </a:ext>
            </a:extLst>
          </p:cNvPr>
          <p:cNvSpPr/>
          <p:nvPr/>
        </p:nvSpPr>
        <p:spPr>
          <a:xfrm>
            <a:off x="0" y="0"/>
            <a:ext cx="12191040" cy="6856920"/>
          </a:xfrm>
          <a:prstGeom prst="rect">
            <a:avLst/>
          </a:prstGeom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 algn="ctr" defTabSz="914400">
              <a:lnSpc>
                <a:spcPct val="100000"/>
              </a:lnSpc>
            </a:pPr>
            <a:endParaRPr b="0" lang="en-US" sz="1800" strike="noStrike" u="none">
              <a:solidFill>
                <a:schemeClr val="lt1"/>
              </a:solidFill>
              <a:uFillTx/>
              <a:latin typeface="Calibri"/>
            </a:endParaRPr>
          </a:p>
        </p:txBody>
      </p:sp>
      <p:sp>
        <p:nvSpPr>
          <p:cNvPr id="456" name="Rectangle 9">
            <a:extLst>
              <a:ext uri="{C183D7F6-B498-43B3-948B-1728B52AA6E4}">
                <adec:decorative xmlns:adec="http://schemas.microsoft.com/office/drawing/2017/decorative" val="1"/>
              </a:ext>
            </a:extLst>
          </p:cNvPr>
          <p:cNvSpPr/>
          <p:nvPr/>
        </p:nvSpPr>
        <p:spPr>
          <a:xfrm flipH="1">
            <a:off x="-720" y="0"/>
            <a:ext cx="12191040" cy="1589760"/>
          </a:xfrm>
          <a:prstGeom prst="rect">
            <a:avLst/>
          </a:prstGeom>
          <a:gradFill rotWithShape="0">
            <a:gsLst>
              <a:gs pos="0">
                <a:srgbClr val="000000"/>
              </a:gs>
              <a:gs pos="100000">
                <a:srgbClr val="16735a"/>
              </a:gs>
            </a:gsLst>
            <a:lin ang="2400000"/>
          </a:gra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 algn="ctr" defTabSz="914400">
              <a:lnSpc>
                <a:spcPct val="100000"/>
              </a:lnSpc>
            </a:pPr>
            <a:endParaRPr b="0" lang="en-US" sz="1800" strike="noStrike" u="none">
              <a:solidFill>
                <a:schemeClr val="lt1"/>
              </a:solidFill>
              <a:uFillTx/>
              <a:latin typeface="Calibri"/>
            </a:endParaRPr>
          </a:p>
        </p:txBody>
      </p:sp>
      <p:sp>
        <p:nvSpPr>
          <p:cNvPr id="457" name="Rectangle 11">
            <a:extLst>
              <a:ext uri="{C183D7F6-B498-43B3-948B-1728B52AA6E4}">
                <adec:decorative xmlns:adec="http://schemas.microsoft.com/office/drawing/2017/decorative" val="1"/>
              </a:ext>
            </a:extLst>
          </p:cNvPr>
          <p:cNvSpPr/>
          <p:nvPr/>
        </p:nvSpPr>
        <p:spPr>
          <a:xfrm flipH="1" rot="10800000">
            <a:off x="360" y="1080"/>
            <a:ext cx="8114400" cy="1589760"/>
          </a:xfrm>
          <a:prstGeom prst="rect">
            <a:avLst/>
          </a:prstGeom>
          <a:gradFill rotWithShape="0">
            <a:gsLst>
              <a:gs pos="20000">
                <a:srgbClr val="1d9a78">
                  <a:alpha val="0"/>
                </a:srgbClr>
              </a:gs>
              <a:gs pos="100000">
                <a:srgbClr val="0e4d3c">
                  <a:alpha val="55000"/>
                </a:srgbClr>
              </a:gs>
            </a:gsLst>
            <a:lin ang="7800000"/>
          </a:gra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 algn="ctr" defTabSz="914400">
              <a:lnSpc>
                <a:spcPct val="100000"/>
              </a:lnSpc>
            </a:pPr>
            <a:endParaRPr b="0" lang="en-US" sz="1800" strike="noStrike" u="none">
              <a:solidFill>
                <a:schemeClr val="lt1"/>
              </a:solidFill>
              <a:uFillTx/>
              <a:latin typeface="Calibri"/>
            </a:endParaRPr>
          </a:p>
        </p:txBody>
      </p:sp>
      <p:sp>
        <p:nvSpPr>
          <p:cNvPr id="458" name="Rectangle 13">
            <a:extLst>
              <a:ext uri="{C183D7F6-B498-43B3-948B-1728B52AA6E4}">
                <adec:decorative xmlns:adec="http://schemas.microsoft.com/office/drawing/2017/decorative" val="1"/>
              </a:ext>
            </a:extLst>
          </p:cNvPr>
          <p:cNvSpPr/>
          <p:nvPr/>
        </p:nvSpPr>
        <p:spPr>
          <a:xfrm flipH="1">
            <a:off x="8113680" y="0"/>
            <a:ext cx="4075560" cy="1589760"/>
          </a:xfrm>
          <a:prstGeom prst="rect">
            <a:avLst/>
          </a:prstGeom>
          <a:gradFill rotWithShape="0">
            <a:gsLst>
              <a:gs pos="0">
                <a:srgbClr val="1d9a78">
                  <a:alpha val="66000"/>
                </a:srgbClr>
              </a:gs>
              <a:gs pos="100000">
                <a:srgbClr val="000000">
                  <a:alpha val="30000"/>
                </a:srgbClr>
              </a:gs>
            </a:gsLst>
            <a:lin ang="19200000"/>
          </a:gra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 algn="ctr" defTabSz="914400">
              <a:lnSpc>
                <a:spcPct val="100000"/>
              </a:lnSpc>
            </a:pPr>
            <a:endParaRPr b="0" lang="en-US" sz="1800" strike="noStrike" u="none">
              <a:solidFill>
                <a:schemeClr val="lt1"/>
              </a:solidFill>
              <a:uFillTx/>
              <a:latin typeface="Calibri"/>
            </a:endParaRPr>
          </a:p>
        </p:txBody>
      </p:sp>
      <p:sp>
        <p:nvSpPr>
          <p:cNvPr id="459" name="Rectangle 15">
            <a:extLst>
              <a:ext uri="{C183D7F6-B498-43B3-948B-1728B52AA6E4}">
                <adec:decorative xmlns:adec="http://schemas.microsoft.com/office/drawing/2017/decorative" val="1"/>
              </a:ext>
            </a:extLst>
          </p:cNvPr>
          <p:cNvSpPr/>
          <p:nvPr/>
        </p:nvSpPr>
        <p:spPr>
          <a:xfrm>
            <a:off x="459360" y="0"/>
            <a:ext cx="11731680" cy="1596240"/>
          </a:xfrm>
          <a:prstGeom prst="rect">
            <a:avLst/>
          </a:prstGeom>
          <a:gradFill rotWithShape="0">
            <a:gsLst>
              <a:gs pos="50000">
                <a:srgbClr val="000000">
                  <a:alpha val="0"/>
                </a:srgbClr>
              </a:gs>
              <a:gs pos="99000">
                <a:srgbClr val="0e4d3c">
                  <a:alpha val="52000"/>
                </a:srgbClr>
              </a:gs>
            </a:gsLst>
            <a:lin ang="16800000"/>
          </a:gra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 algn="ctr" defTabSz="914400">
              <a:lnSpc>
                <a:spcPct val="100000"/>
              </a:lnSpc>
            </a:pPr>
            <a:endParaRPr b="0" lang="en-US" sz="1800" strike="noStrike" u="none">
              <a:solidFill>
                <a:schemeClr val="lt1"/>
              </a:solidFill>
              <a:uFillTx/>
              <a:latin typeface="Calibri"/>
            </a:endParaRPr>
          </a:p>
        </p:txBody>
      </p:sp>
      <p:sp>
        <p:nvSpPr>
          <p:cNvPr id="460" name="PlaceHolder 1"/>
          <p:cNvSpPr>
            <a:spLocks noGrp="1"/>
          </p:cNvSpPr>
          <p:nvPr>
            <p:ph type="title"/>
          </p:nvPr>
        </p:nvSpPr>
        <p:spPr>
          <a:xfrm>
            <a:off x="1371600" y="294480"/>
            <a:ext cx="9894960" cy="103248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ctr">
            <a:normAutofit/>
          </a:bodyPr>
          <a:p>
            <a:pPr indent="0" defTabSz="914400">
              <a:lnSpc>
                <a:spcPct val="90000"/>
              </a:lnSpc>
              <a:buNone/>
              <a:tabLst>
                <a:tab algn="l" pos="0"/>
              </a:tabLst>
            </a:pPr>
            <a:r>
              <a:rPr b="0" lang="de-DE" sz="4000" strike="noStrike" u="none">
                <a:solidFill>
                  <a:srgbClr val="ffffff"/>
                </a:solidFill>
                <a:uFillTx/>
                <a:latin typeface="Calibri Light"/>
              </a:rPr>
              <a:t>Was ist ein Modul</a:t>
            </a:r>
            <a:endParaRPr b="0" lang="de-DE" sz="4000" strike="noStrike" u="none">
              <a:solidFill>
                <a:srgbClr val="000000"/>
              </a:solidFill>
              <a:uFillTx/>
              <a:latin typeface="Arial"/>
            </a:endParaRPr>
          </a:p>
        </p:txBody>
      </p:sp>
      <p:sp>
        <p:nvSpPr>
          <p:cNvPr id="461" name="PlaceHolder 2"/>
          <p:cNvSpPr>
            <a:spLocks noGrp="1"/>
          </p:cNvSpPr>
          <p:nvPr>
            <p:ph/>
          </p:nvPr>
        </p:nvSpPr>
        <p:spPr>
          <a:xfrm>
            <a:off x="1371600" y="2318040"/>
            <a:ext cx="9722880" cy="368244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ctr">
            <a:normAutofit/>
          </a:bodyPr>
          <a:p>
            <a:pPr marL="228600" indent="-228600" defTabSz="914400">
              <a:lnSpc>
                <a:spcPct val="90000"/>
              </a:lnSpc>
              <a:spcBef>
                <a:spcPts val="1001"/>
              </a:spcBef>
              <a:buClr>
                <a:srgbClr val="000000"/>
              </a:buClr>
              <a:buFont typeface="Arial"/>
              <a:buChar char="•"/>
            </a:pPr>
            <a:r>
              <a:rPr b="0" lang="de-DE" sz="2000" strike="noStrike" u="none">
                <a:solidFill>
                  <a:schemeClr val="dk1"/>
                </a:solidFill>
                <a:uFillTx/>
                <a:latin typeface="Calibri"/>
              </a:rPr>
              <a:t>Angular-spezifischer Code muss organisiert werden</a:t>
            </a:r>
            <a:endParaRPr b="0" lang="de-DE" sz="2000" strike="noStrike" u="none">
              <a:solidFill>
                <a:srgbClr val="000000"/>
              </a:solidFill>
              <a:uFillTx/>
              <a:latin typeface="Arial"/>
            </a:endParaRPr>
          </a:p>
          <a:p>
            <a:pPr lvl="1" marL="685800" indent="-228600" defTabSz="914400">
              <a:lnSpc>
                <a:spcPct val="90000"/>
              </a:lnSpc>
              <a:spcBef>
                <a:spcPts val="499"/>
              </a:spcBef>
              <a:buClr>
                <a:srgbClr val="000000"/>
              </a:buClr>
              <a:buFont typeface="Arial"/>
              <a:buChar char="•"/>
            </a:pPr>
            <a:r>
              <a:rPr b="0" lang="de-DE" sz="2000" strike="noStrike" u="none">
                <a:solidFill>
                  <a:schemeClr val="dk1"/>
                </a:solidFill>
                <a:uFillTx/>
                <a:latin typeface="Calibri"/>
              </a:rPr>
              <a:t>Gleiche Grundgedanken und Aufbau wie bei ES6 Modulen</a:t>
            </a:r>
            <a:endParaRPr b="0" lang="de-DE" sz="2000" strike="noStrike" u="none">
              <a:solidFill>
                <a:srgbClr val="000000"/>
              </a:solidFill>
              <a:uFillTx/>
              <a:latin typeface="Arial"/>
            </a:endParaRPr>
          </a:p>
          <a:p>
            <a:pPr lvl="1" marL="685800" indent="-228600" defTabSz="914400">
              <a:lnSpc>
                <a:spcPct val="90000"/>
              </a:lnSpc>
              <a:spcBef>
                <a:spcPts val="499"/>
              </a:spcBef>
              <a:buClr>
                <a:srgbClr val="000000"/>
              </a:buClr>
              <a:buFont typeface="Arial"/>
              <a:buChar char="•"/>
            </a:pPr>
            <a:r>
              <a:rPr b="0" lang="de-DE" sz="2000" strike="noStrike" u="none">
                <a:solidFill>
                  <a:schemeClr val="dk1"/>
                </a:solidFill>
                <a:uFillTx/>
                <a:latin typeface="Calibri"/>
              </a:rPr>
              <a:t>Kapselung &amp; Wiederverwendbarkeit</a:t>
            </a:r>
            <a:endParaRPr b="0" lang="de-DE" sz="2000" strike="noStrike" u="none">
              <a:solidFill>
                <a:srgbClr val="000000"/>
              </a:solidFill>
              <a:uFillTx/>
              <a:latin typeface="Arial"/>
            </a:endParaRPr>
          </a:p>
          <a:p>
            <a:pPr lvl="1" marL="685800" indent="-228600" defTabSz="914400">
              <a:lnSpc>
                <a:spcPct val="90000"/>
              </a:lnSpc>
              <a:spcBef>
                <a:spcPts val="499"/>
              </a:spcBef>
              <a:buClr>
                <a:srgbClr val="000000"/>
              </a:buClr>
              <a:buFont typeface="Arial"/>
              <a:buChar char="•"/>
            </a:pPr>
            <a:r>
              <a:rPr b="0" lang="de-DE" sz="2000" strike="noStrike" u="none">
                <a:solidFill>
                  <a:schemeClr val="dk1"/>
                </a:solidFill>
                <a:uFillTx/>
                <a:latin typeface="Calibri"/>
              </a:rPr>
              <a:t>Leichtes Einbinden von Bibliotheken</a:t>
            </a:r>
            <a:endParaRPr b="0" lang="de-DE" sz="2000" strike="noStrike" u="none">
              <a:solidFill>
                <a:srgbClr val="000000"/>
              </a:solidFill>
              <a:uFillTx/>
              <a:latin typeface="Arial"/>
            </a:endParaRPr>
          </a:p>
          <a:p>
            <a:pPr lvl="1" marL="685800" indent="-228600" defTabSz="914400">
              <a:lnSpc>
                <a:spcPct val="90000"/>
              </a:lnSpc>
              <a:spcBef>
                <a:spcPts val="499"/>
              </a:spcBef>
              <a:buClr>
                <a:srgbClr val="000000"/>
              </a:buClr>
              <a:buFont typeface="Arial"/>
              <a:buChar char="•"/>
            </a:pPr>
            <a:r>
              <a:rPr b="0" lang="de-DE" sz="2000" strike="noStrike" u="none">
                <a:solidFill>
                  <a:schemeClr val="dk1"/>
                </a:solidFill>
                <a:uFillTx/>
                <a:latin typeface="Calibri"/>
              </a:rPr>
              <a:t>Genaue Steuerung was wo verwendet wird</a:t>
            </a:r>
            <a:endParaRPr b="0" lang="de-DE" sz="2000" strike="noStrike" u="none">
              <a:solidFill>
                <a:srgbClr val="000000"/>
              </a:solidFill>
              <a:uFillTx/>
              <a:latin typeface="Arial"/>
            </a:endParaRPr>
          </a:p>
          <a:p>
            <a:pPr lvl="1" marL="685800" indent="-228600" defTabSz="914400">
              <a:lnSpc>
                <a:spcPct val="90000"/>
              </a:lnSpc>
              <a:spcBef>
                <a:spcPts val="499"/>
              </a:spcBef>
              <a:buClr>
                <a:srgbClr val="000000"/>
              </a:buClr>
              <a:buFont typeface="Arial"/>
              <a:buChar char="•"/>
            </a:pPr>
            <a:r>
              <a:rPr b="0" lang="de-DE" sz="2000" strike="noStrike" u="none">
                <a:solidFill>
                  <a:schemeClr val="dk1"/>
                </a:solidFill>
                <a:uFillTx/>
                <a:latin typeface="Calibri"/>
              </a:rPr>
              <a:t>Kompromiss zwischen</a:t>
            </a:r>
            <a:br>
              <a:rPr sz="2000"/>
            </a:br>
            <a:r>
              <a:rPr b="0" lang="de-DE" sz="2000" strike="noStrike" u="none">
                <a:solidFill>
                  <a:schemeClr val="dk1"/>
                </a:solidFill>
                <a:uFillTx/>
                <a:latin typeface="Calibri"/>
              </a:rPr>
              <a:t>"alles immer angeben müssen" (Angular &lt; 2.0.0-rc.5) und</a:t>
            </a:r>
            <a:br>
              <a:rPr sz="2000"/>
            </a:br>
            <a:r>
              <a:rPr b="0" lang="de-DE" sz="2000" strike="noStrike" u="none">
                <a:solidFill>
                  <a:schemeClr val="dk1"/>
                </a:solidFill>
                <a:uFillTx/>
                <a:latin typeface="Calibri"/>
              </a:rPr>
              <a:t>"einfach rein schmeißen" (AngularJS 1)</a:t>
            </a:r>
            <a:endParaRPr b="0" lang="de-DE" sz="2000" strike="noStrike" u="none">
              <a:solidFill>
                <a:srgbClr val="000000"/>
              </a:solidFill>
              <a:uFillTx/>
              <a:latin typeface="Arial"/>
            </a:endParaRPr>
          </a:p>
          <a:p>
            <a:pPr indent="0" defTabSz="914400">
              <a:lnSpc>
                <a:spcPct val="90000"/>
              </a:lnSpc>
              <a:spcBef>
                <a:spcPts val="1001"/>
              </a:spcBef>
              <a:buNone/>
              <a:tabLst>
                <a:tab algn="l" pos="0"/>
              </a:tabLst>
            </a:pPr>
            <a:endParaRPr b="0" lang="de-DE" sz="2000" strike="noStrike" u="none">
              <a:solidFill>
                <a:srgbClr val="000000"/>
              </a:solidFill>
              <a:uFillTx/>
              <a:latin typeface="Arial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86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bg>
      <p:bgPr>
        <a:solidFill>
          <a:schemeClr val="lt1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 useBgFill="1">
        <p:nvSpPr>
          <p:cNvPr id="462" name="Rectangle 12">
            <a:extLst>
              <a:ext uri="{C183D7F6-B498-43B3-948B-1728B52AA6E4}">
                <adec:decorative xmlns:adec="http://schemas.microsoft.com/office/drawing/2017/decorative" val="1"/>
              </a:ext>
            </a:extLst>
          </p:cNvPr>
          <p:cNvSpPr/>
          <p:nvPr/>
        </p:nvSpPr>
        <p:spPr>
          <a:xfrm>
            <a:off x="0" y="0"/>
            <a:ext cx="12191040" cy="6856920"/>
          </a:xfrm>
          <a:prstGeom prst="rect">
            <a:avLst/>
          </a:prstGeom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 algn="ctr" defTabSz="914400">
              <a:lnSpc>
                <a:spcPct val="100000"/>
              </a:lnSpc>
            </a:pPr>
            <a:endParaRPr b="0" lang="en-US" sz="1800" strike="noStrike" u="none">
              <a:solidFill>
                <a:schemeClr val="lt1"/>
              </a:solidFill>
              <a:uFillTx/>
              <a:latin typeface="Calibri"/>
            </a:endParaRPr>
          </a:p>
        </p:txBody>
      </p:sp>
      <p:sp>
        <p:nvSpPr>
          <p:cNvPr id="463" name="Rectangle 14">
            <a:extLst>
              <a:ext uri="{C183D7F6-B498-43B3-948B-1728B52AA6E4}">
                <adec:decorative xmlns:adec="http://schemas.microsoft.com/office/drawing/2017/decorative" val="1"/>
              </a:ext>
            </a:extLst>
          </p:cNvPr>
          <p:cNvSpPr/>
          <p:nvPr/>
        </p:nvSpPr>
        <p:spPr>
          <a:xfrm flipH="1">
            <a:off x="-720" y="0"/>
            <a:ext cx="12191040" cy="1589760"/>
          </a:xfrm>
          <a:prstGeom prst="rect">
            <a:avLst/>
          </a:prstGeom>
          <a:gradFill rotWithShape="0">
            <a:gsLst>
              <a:gs pos="0">
                <a:srgbClr val="000000"/>
              </a:gs>
              <a:gs pos="100000">
                <a:srgbClr val="16735a"/>
              </a:gs>
            </a:gsLst>
            <a:lin ang="2400000"/>
          </a:gra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 algn="ctr" defTabSz="914400">
              <a:lnSpc>
                <a:spcPct val="100000"/>
              </a:lnSpc>
            </a:pPr>
            <a:endParaRPr b="0" lang="en-US" sz="1800" strike="noStrike" u="none">
              <a:solidFill>
                <a:schemeClr val="lt1"/>
              </a:solidFill>
              <a:uFillTx/>
              <a:latin typeface="Calibri"/>
            </a:endParaRPr>
          </a:p>
        </p:txBody>
      </p:sp>
      <p:sp>
        <p:nvSpPr>
          <p:cNvPr id="464" name="Rectangle 16">
            <a:extLst>
              <a:ext uri="{C183D7F6-B498-43B3-948B-1728B52AA6E4}">
                <adec:decorative xmlns:adec="http://schemas.microsoft.com/office/drawing/2017/decorative" val="1"/>
              </a:ext>
            </a:extLst>
          </p:cNvPr>
          <p:cNvSpPr/>
          <p:nvPr/>
        </p:nvSpPr>
        <p:spPr>
          <a:xfrm flipH="1" rot="10800000">
            <a:off x="360" y="1080"/>
            <a:ext cx="8114400" cy="1589760"/>
          </a:xfrm>
          <a:prstGeom prst="rect">
            <a:avLst/>
          </a:prstGeom>
          <a:gradFill rotWithShape="0">
            <a:gsLst>
              <a:gs pos="20000">
                <a:srgbClr val="1d9a78">
                  <a:alpha val="0"/>
                </a:srgbClr>
              </a:gs>
              <a:gs pos="100000">
                <a:srgbClr val="0e4d3c">
                  <a:alpha val="55000"/>
                </a:srgbClr>
              </a:gs>
            </a:gsLst>
            <a:lin ang="7800000"/>
          </a:gra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 algn="ctr" defTabSz="914400">
              <a:lnSpc>
                <a:spcPct val="100000"/>
              </a:lnSpc>
            </a:pPr>
            <a:endParaRPr b="0" lang="en-US" sz="1800" strike="noStrike" u="none">
              <a:solidFill>
                <a:schemeClr val="lt1"/>
              </a:solidFill>
              <a:uFillTx/>
              <a:latin typeface="Calibri"/>
            </a:endParaRPr>
          </a:p>
        </p:txBody>
      </p:sp>
      <p:sp>
        <p:nvSpPr>
          <p:cNvPr id="465" name="Rectangle 18">
            <a:extLst>
              <a:ext uri="{C183D7F6-B498-43B3-948B-1728B52AA6E4}">
                <adec:decorative xmlns:adec="http://schemas.microsoft.com/office/drawing/2017/decorative" val="1"/>
              </a:ext>
            </a:extLst>
          </p:cNvPr>
          <p:cNvSpPr/>
          <p:nvPr/>
        </p:nvSpPr>
        <p:spPr>
          <a:xfrm flipH="1">
            <a:off x="8113680" y="0"/>
            <a:ext cx="4075560" cy="1589760"/>
          </a:xfrm>
          <a:prstGeom prst="rect">
            <a:avLst/>
          </a:prstGeom>
          <a:gradFill rotWithShape="0">
            <a:gsLst>
              <a:gs pos="0">
                <a:srgbClr val="1d9a78">
                  <a:alpha val="66000"/>
                </a:srgbClr>
              </a:gs>
              <a:gs pos="100000">
                <a:srgbClr val="000000">
                  <a:alpha val="30000"/>
                </a:srgbClr>
              </a:gs>
            </a:gsLst>
            <a:lin ang="19200000"/>
          </a:gra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 algn="ctr" defTabSz="914400">
              <a:lnSpc>
                <a:spcPct val="100000"/>
              </a:lnSpc>
            </a:pPr>
            <a:endParaRPr b="0" lang="en-US" sz="1800" strike="noStrike" u="none">
              <a:solidFill>
                <a:schemeClr val="lt1"/>
              </a:solidFill>
              <a:uFillTx/>
              <a:latin typeface="Calibri"/>
            </a:endParaRPr>
          </a:p>
        </p:txBody>
      </p:sp>
      <p:sp>
        <p:nvSpPr>
          <p:cNvPr id="466" name="Rectangle 20">
            <a:extLst>
              <a:ext uri="{C183D7F6-B498-43B3-948B-1728B52AA6E4}">
                <adec:decorative xmlns:adec="http://schemas.microsoft.com/office/drawing/2017/decorative" val="1"/>
              </a:ext>
            </a:extLst>
          </p:cNvPr>
          <p:cNvSpPr/>
          <p:nvPr/>
        </p:nvSpPr>
        <p:spPr>
          <a:xfrm>
            <a:off x="459360" y="0"/>
            <a:ext cx="11731680" cy="1596240"/>
          </a:xfrm>
          <a:prstGeom prst="rect">
            <a:avLst/>
          </a:prstGeom>
          <a:gradFill rotWithShape="0">
            <a:gsLst>
              <a:gs pos="50000">
                <a:srgbClr val="000000">
                  <a:alpha val="0"/>
                </a:srgbClr>
              </a:gs>
              <a:gs pos="99000">
                <a:srgbClr val="0e4d3c">
                  <a:alpha val="52000"/>
                </a:srgbClr>
              </a:gs>
            </a:gsLst>
            <a:lin ang="16800000"/>
          </a:gra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 algn="ctr" defTabSz="914400">
              <a:lnSpc>
                <a:spcPct val="100000"/>
              </a:lnSpc>
            </a:pPr>
            <a:endParaRPr b="0" lang="en-US" sz="1800" strike="noStrike" u="none">
              <a:solidFill>
                <a:schemeClr val="lt1"/>
              </a:solidFill>
              <a:uFillTx/>
              <a:latin typeface="Calibri"/>
            </a:endParaRPr>
          </a:p>
        </p:txBody>
      </p:sp>
      <p:sp>
        <p:nvSpPr>
          <p:cNvPr id="467" name="PlaceHolder 1"/>
          <p:cNvSpPr>
            <a:spLocks noGrp="1"/>
          </p:cNvSpPr>
          <p:nvPr>
            <p:ph type="title"/>
          </p:nvPr>
        </p:nvSpPr>
        <p:spPr>
          <a:xfrm>
            <a:off x="1371600" y="294480"/>
            <a:ext cx="9894960" cy="103248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ctr">
            <a:normAutofit/>
          </a:bodyPr>
          <a:p>
            <a:pPr indent="0" defTabSz="914400">
              <a:lnSpc>
                <a:spcPct val="90000"/>
              </a:lnSpc>
              <a:buNone/>
              <a:tabLst>
                <a:tab algn="l" pos="0"/>
              </a:tabLst>
            </a:pPr>
            <a:r>
              <a:rPr b="0" lang="de-DE" sz="4000" strike="noStrike" u="none">
                <a:solidFill>
                  <a:srgbClr val="ffffff"/>
                </a:solidFill>
                <a:uFillTx/>
                <a:latin typeface="Calibri Light"/>
              </a:rPr>
              <a:t>Übersicht der Dateien eines Moduls</a:t>
            </a:r>
            <a:endParaRPr b="0" lang="de-DE" sz="4000" strike="noStrike" u="none">
              <a:solidFill>
                <a:srgbClr val="000000"/>
              </a:solidFill>
              <a:uFillTx/>
              <a:latin typeface="Arial"/>
            </a:endParaRPr>
          </a:p>
        </p:txBody>
      </p:sp>
      <p:sp>
        <p:nvSpPr>
          <p:cNvPr id="468" name="PlaceHolder 2"/>
          <p:cNvSpPr>
            <a:spLocks noGrp="1"/>
          </p:cNvSpPr>
          <p:nvPr>
            <p:ph/>
          </p:nvPr>
        </p:nvSpPr>
        <p:spPr>
          <a:xfrm>
            <a:off x="1371600" y="2318040"/>
            <a:ext cx="9722880" cy="368244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ctr">
            <a:normAutofit lnSpcReduction="9999"/>
          </a:bodyPr>
          <a:p>
            <a:pPr marL="228600" indent="-228600" defTabSz="914400">
              <a:lnSpc>
                <a:spcPct val="90000"/>
              </a:lnSpc>
              <a:spcBef>
                <a:spcPts val="1001"/>
              </a:spcBef>
              <a:buClr>
                <a:srgbClr val="000000"/>
              </a:buClr>
              <a:buFont typeface="Arial"/>
              <a:buChar char="•"/>
            </a:pPr>
            <a:r>
              <a:rPr b="0" i="1" lang="de-DE" sz="1800" strike="noStrike" u="none">
                <a:solidFill>
                  <a:schemeClr val="dk1"/>
                </a:solidFill>
                <a:uFillTx/>
                <a:latin typeface="Courier New"/>
              </a:rPr>
              <a:t>src/index.html</a:t>
            </a:r>
            <a:endParaRPr b="0" lang="de-DE" sz="1800" strike="noStrike" u="none">
              <a:solidFill>
                <a:srgbClr val="000000"/>
              </a:solidFill>
              <a:uFillTx/>
              <a:latin typeface="Arial"/>
            </a:endParaRPr>
          </a:p>
          <a:p>
            <a:pPr lvl="2" marL="444600" indent="-270000" defTabSz="914400">
              <a:lnSpc>
                <a:spcPct val="90000"/>
              </a:lnSpc>
              <a:spcBef>
                <a:spcPts val="601"/>
              </a:spcBef>
              <a:buClr>
                <a:srgbClr val="b51621"/>
              </a:buClr>
              <a:buFont typeface="Arial"/>
              <a:buChar char="•"/>
            </a:pPr>
            <a:r>
              <a:rPr b="0" lang="de-DE" sz="1800" strike="noStrike" u="none">
                <a:solidFill>
                  <a:schemeClr val="dk1"/>
                </a:solidFill>
                <a:uFillTx/>
                <a:latin typeface="Calibri"/>
              </a:rPr>
              <a:t>Die Hauptseite</a:t>
            </a:r>
            <a:endParaRPr b="0" lang="de-DE" sz="1800" strike="noStrike" u="none">
              <a:solidFill>
                <a:srgbClr val="000000"/>
              </a:solidFill>
              <a:uFillTx/>
              <a:latin typeface="Arial"/>
            </a:endParaRPr>
          </a:p>
          <a:p>
            <a:pPr marL="228600" indent="-228600" defTabSz="914400">
              <a:lnSpc>
                <a:spcPct val="90000"/>
              </a:lnSpc>
              <a:spcBef>
                <a:spcPts val="1001"/>
              </a:spcBef>
              <a:buClr>
                <a:srgbClr val="000000"/>
              </a:buClr>
              <a:buFont typeface="Arial"/>
              <a:buChar char="•"/>
            </a:pPr>
            <a:r>
              <a:rPr b="0" i="1" lang="de-DE" sz="1800" strike="noStrike" u="none">
                <a:solidFill>
                  <a:schemeClr val="dk1"/>
                </a:solidFill>
                <a:uFillTx/>
                <a:latin typeface="Courier New"/>
              </a:rPr>
              <a:t>src/app/app.module.ts</a:t>
            </a:r>
            <a:endParaRPr b="0" lang="de-DE" sz="1800" strike="noStrike" u="none">
              <a:solidFill>
                <a:srgbClr val="000000"/>
              </a:solidFill>
              <a:uFillTx/>
              <a:latin typeface="Arial"/>
            </a:endParaRPr>
          </a:p>
          <a:p>
            <a:pPr lvl="1" marL="685800" indent="-228600" defTabSz="914400">
              <a:lnSpc>
                <a:spcPct val="90000"/>
              </a:lnSpc>
              <a:spcBef>
                <a:spcPts val="499"/>
              </a:spcBef>
              <a:buClr>
                <a:srgbClr val="000000"/>
              </a:buClr>
              <a:buFont typeface="Arial"/>
              <a:buChar char="•"/>
            </a:pPr>
            <a:r>
              <a:rPr b="0" lang="de-DE" sz="1800" strike="noStrike" u="none">
                <a:solidFill>
                  <a:schemeClr val="dk1"/>
                </a:solidFill>
                <a:uFillTx/>
                <a:latin typeface="Calibri"/>
              </a:rPr>
              <a:t>Definition des Moduls</a:t>
            </a:r>
            <a:endParaRPr b="0" lang="de-DE" sz="1800" strike="noStrike" u="none">
              <a:solidFill>
                <a:srgbClr val="000000"/>
              </a:solidFill>
              <a:uFillTx/>
              <a:latin typeface="Arial"/>
            </a:endParaRPr>
          </a:p>
          <a:p>
            <a:pPr marL="228600" indent="-228600" defTabSz="914400">
              <a:lnSpc>
                <a:spcPct val="90000"/>
              </a:lnSpc>
              <a:spcBef>
                <a:spcPts val="1001"/>
              </a:spcBef>
              <a:buClr>
                <a:srgbClr val="000000"/>
              </a:buClr>
              <a:buFont typeface="Arial"/>
              <a:buChar char="•"/>
            </a:pPr>
            <a:r>
              <a:rPr b="0" i="1" lang="de-DE" sz="1800" strike="noStrike" u="none">
                <a:solidFill>
                  <a:schemeClr val="dk1"/>
                </a:solidFill>
                <a:uFillTx/>
                <a:latin typeface="Courier New"/>
              </a:rPr>
              <a:t>src/app/app.component.ts</a:t>
            </a:r>
            <a:endParaRPr b="0" lang="de-DE" sz="1800" strike="noStrike" u="none">
              <a:solidFill>
                <a:srgbClr val="000000"/>
              </a:solidFill>
              <a:uFillTx/>
              <a:latin typeface="Arial"/>
            </a:endParaRPr>
          </a:p>
          <a:p>
            <a:pPr lvl="1" marL="685800" indent="-228600" defTabSz="914400">
              <a:lnSpc>
                <a:spcPct val="90000"/>
              </a:lnSpc>
              <a:spcBef>
                <a:spcPts val="499"/>
              </a:spcBef>
              <a:buClr>
                <a:srgbClr val="000000"/>
              </a:buClr>
              <a:buFont typeface="Arial"/>
              <a:buChar char="•"/>
            </a:pPr>
            <a:r>
              <a:rPr b="0" lang="de-DE" sz="1800" strike="noStrike" u="none">
                <a:solidFill>
                  <a:schemeClr val="dk1"/>
                </a:solidFill>
                <a:uFillTx/>
                <a:latin typeface="Calibri"/>
              </a:rPr>
              <a:t>Definition des dynamischen Anteils einer Komponente mit TypeScript</a:t>
            </a:r>
            <a:endParaRPr b="0" lang="de-DE" sz="1800" strike="noStrike" u="none">
              <a:solidFill>
                <a:srgbClr val="000000"/>
              </a:solidFill>
              <a:uFillTx/>
              <a:latin typeface="Arial"/>
            </a:endParaRPr>
          </a:p>
          <a:p>
            <a:pPr marL="228600" indent="-228600" defTabSz="914400">
              <a:lnSpc>
                <a:spcPct val="90000"/>
              </a:lnSpc>
              <a:spcBef>
                <a:spcPts val="1001"/>
              </a:spcBef>
              <a:buClr>
                <a:srgbClr val="000000"/>
              </a:buClr>
              <a:buFont typeface="Arial"/>
              <a:buChar char="•"/>
            </a:pPr>
            <a:r>
              <a:rPr b="0" i="1" lang="de-DE" sz="1800" strike="noStrike" u="none">
                <a:solidFill>
                  <a:schemeClr val="dk1"/>
                </a:solidFill>
                <a:uFillTx/>
                <a:latin typeface="Courier New"/>
              </a:rPr>
              <a:t>src/app/app.component.html</a:t>
            </a:r>
            <a:endParaRPr b="0" lang="de-DE" sz="1800" strike="noStrike" u="none">
              <a:solidFill>
                <a:srgbClr val="000000"/>
              </a:solidFill>
              <a:uFillTx/>
              <a:latin typeface="Arial"/>
            </a:endParaRPr>
          </a:p>
          <a:p>
            <a:pPr lvl="1" marL="685800" indent="-228600" defTabSz="914400">
              <a:lnSpc>
                <a:spcPct val="90000"/>
              </a:lnSpc>
              <a:spcBef>
                <a:spcPts val="499"/>
              </a:spcBef>
              <a:buClr>
                <a:srgbClr val="000000"/>
              </a:buClr>
              <a:buFont typeface="Arial"/>
              <a:buChar char="•"/>
            </a:pPr>
            <a:r>
              <a:rPr b="0" lang="de-DE" sz="1800" strike="noStrike" u="none">
                <a:solidFill>
                  <a:schemeClr val="dk1"/>
                </a:solidFill>
                <a:uFillTx/>
                <a:latin typeface="Calibri"/>
              </a:rPr>
              <a:t>Definition des HTML-Templates einer Komponente</a:t>
            </a:r>
            <a:endParaRPr b="0" lang="de-DE" sz="1800" strike="noStrike" u="none">
              <a:solidFill>
                <a:srgbClr val="000000"/>
              </a:solidFill>
              <a:uFillTx/>
              <a:latin typeface="Arial"/>
            </a:endParaRPr>
          </a:p>
          <a:p>
            <a:pPr marL="228600" indent="-228600" defTabSz="914400">
              <a:lnSpc>
                <a:spcPct val="90000"/>
              </a:lnSpc>
              <a:spcBef>
                <a:spcPts val="1001"/>
              </a:spcBef>
              <a:buClr>
                <a:srgbClr val="000000"/>
              </a:buClr>
              <a:buFont typeface="Arial"/>
              <a:buChar char="•"/>
            </a:pPr>
            <a:r>
              <a:rPr b="0" i="1" lang="de-DE" sz="1800" strike="noStrike" u="none">
                <a:solidFill>
                  <a:schemeClr val="dk1"/>
                </a:solidFill>
                <a:uFillTx/>
                <a:latin typeface="Courier New"/>
              </a:rPr>
              <a:t>src/app/app.component.css</a:t>
            </a:r>
            <a:endParaRPr b="0" lang="de-DE" sz="1800" strike="noStrike" u="none">
              <a:solidFill>
                <a:srgbClr val="000000"/>
              </a:solidFill>
              <a:uFillTx/>
              <a:latin typeface="Arial"/>
            </a:endParaRPr>
          </a:p>
          <a:p>
            <a:pPr lvl="1" marL="685800" indent="-228600" defTabSz="914400">
              <a:lnSpc>
                <a:spcPct val="90000"/>
              </a:lnSpc>
              <a:spcBef>
                <a:spcPts val="499"/>
              </a:spcBef>
              <a:buClr>
                <a:srgbClr val="000000"/>
              </a:buClr>
              <a:buFont typeface="Arial"/>
              <a:buChar char="•"/>
            </a:pPr>
            <a:r>
              <a:rPr b="0" lang="de-DE" sz="1800" strike="noStrike" u="none">
                <a:solidFill>
                  <a:schemeClr val="dk1"/>
                </a:solidFill>
                <a:uFillTx/>
                <a:latin typeface="Calibri"/>
              </a:rPr>
              <a:t>Stylesheet der Komponente</a:t>
            </a:r>
            <a:endParaRPr b="0" lang="de-DE" sz="1800" strike="noStrike" u="none">
              <a:solidFill>
                <a:srgbClr val="000000"/>
              </a:solidFill>
              <a:uFillTx/>
              <a:latin typeface="Arial"/>
            </a:endParaRPr>
          </a:p>
          <a:p>
            <a:pPr marL="228600" indent="-228600" defTabSz="914400">
              <a:lnSpc>
                <a:spcPct val="90000"/>
              </a:lnSpc>
              <a:spcBef>
                <a:spcPts val="1001"/>
              </a:spcBef>
              <a:buClr>
                <a:srgbClr val="000000"/>
              </a:buClr>
              <a:buFont typeface="Arial"/>
              <a:buChar char="•"/>
            </a:pPr>
            <a:r>
              <a:rPr b="0" i="1" lang="de-DE" sz="1800" strike="noStrike" u="none">
                <a:solidFill>
                  <a:schemeClr val="dk1"/>
                </a:solidFill>
                <a:uFillTx/>
                <a:latin typeface="Courier New"/>
              </a:rPr>
              <a:t>src/app/app.component.spec.ts</a:t>
            </a:r>
            <a:endParaRPr b="0" lang="de-DE" sz="1800" strike="noStrike" u="none">
              <a:solidFill>
                <a:srgbClr val="000000"/>
              </a:solidFill>
              <a:uFillTx/>
              <a:latin typeface="Arial"/>
            </a:endParaRPr>
          </a:p>
          <a:p>
            <a:pPr lvl="1" marL="685800" indent="-228600" defTabSz="914400">
              <a:lnSpc>
                <a:spcPct val="90000"/>
              </a:lnSpc>
              <a:spcBef>
                <a:spcPts val="499"/>
              </a:spcBef>
              <a:buClr>
                <a:srgbClr val="000000"/>
              </a:buClr>
              <a:buFont typeface="Arial"/>
              <a:buChar char="•"/>
            </a:pPr>
            <a:r>
              <a:rPr b="0" lang="de-DE" sz="1800" strike="noStrike" u="none">
                <a:solidFill>
                  <a:schemeClr val="dk1"/>
                </a:solidFill>
                <a:uFillTx/>
                <a:latin typeface="Calibri"/>
              </a:rPr>
              <a:t>Definition von Karma-Tests </a:t>
            </a:r>
            <a:endParaRPr b="0" lang="de-DE" sz="1800" strike="noStrike" u="none">
              <a:solidFill>
                <a:srgbClr val="000000"/>
              </a:solidFill>
              <a:uFillTx/>
              <a:latin typeface="Arial"/>
            </a:endParaRPr>
          </a:p>
          <a:p>
            <a:pPr indent="0" defTabSz="914400">
              <a:lnSpc>
                <a:spcPct val="90000"/>
              </a:lnSpc>
              <a:spcBef>
                <a:spcPts val="1001"/>
              </a:spcBef>
              <a:buNone/>
              <a:tabLst>
                <a:tab algn="l" pos="0"/>
              </a:tabLst>
            </a:pPr>
            <a:endParaRPr b="0" lang="de-DE" sz="1800" strike="noStrike" u="none">
              <a:solidFill>
                <a:srgbClr val="000000"/>
              </a:solidFill>
              <a:uFillTx/>
              <a:latin typeface="Arial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87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bg>
      <p:bgPr>
        <a:solidFill>
          <a:schemeClr val="lt1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 useBgFill="1">
        <p:nvSpPr>
          <p:cNvPr id="469" name="Rectangle 70">
            <a:extLst>
              <a:ext uri="{C183D7F6-B498-43B3-948B-1728B52AA6E4}">
                <adec:decorative xmlns:adec="http://schemas.microsoft.com/office/drawing/2017/decorative" val="1"/>
              </a:ext>
            </a:extLst>
          </p:cNvPr>
          <p:cNvSpPr/>
          <p:nvPr/>
        </p:nvSpPr>
        <p:spPr>
          <a:xfrm>
            <a:off x="0" y="0"/>
            <a:ext cx="12187800" cy="6856920"/>
          </a:xfrm>
          <a:prstGeom prst="rect">
            <a:avLst/>
          </a:prstGeom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 algn="ctr" defTabSz="914400">
              <a:lnSpc>
                <a:spcPct val="100000"/>
              </a:lnSpc>
            </a:pPr>
            <a:endParaRPr b="0" lang="en-US" sz="1800" strike="noStrike" u="none">
              <a:solidFill>
                <a:schemeClr val="lt1"/>
              </a:solidFill>
              <a:uFillTx/>
              <a:latin typeface="Calibri"/>
            </a:endParaRPr>
          </a:p>
        </p:txBody>
      </p:sp>
      <p:sp>
        <p:nvSpPr>
          <p:cNvPr id="470" name="PlaceHolder 1"/>
          <p:cNvSpPr>
            <a:spLocks noGrp="1"/>
          </p:cNvSpPr>
          <p:nvPr>
            <p:ph type="title"/>
          </p:nvPr>
        </p:nvSpPr>
        <p:spPr>
          <a:xfrm>
            <a:off x="838080" y="557280"/>
            <a:ext cx="10514520" cy="113256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ctr">
            <a:normAutofit fontScale="92500" lnSpcReduction="9999"/>
          </a:bodyPr>
          <a:p>
            <a:pPr indent="0" algn="ctr" defTabSz="914400">
              <a:lnSpc>
                <a:spcPct val="90000"/>
              </a:lnSpc>
              <a:buNone/>
              <a:tabLst>
                <a:tab algn="l" pos="0"/>
              </a:tabLst>
            </a:pPr>
            <a:r>
              <a:rPr b="0" lang="en-US" sz="5200" strike="noStrike" u="none">
                <a:solidFill>
                  <a:schemeClr val="dk1"/>
                </a:solidFill>
                <a:uFillTx/>
                <a:latin typeface="Calibri Light"/>
              </a:rPr>
              <a:t>Referenz auf Module in Index-Seite</a:t>
            </a:r>
            <a:endParaRPr b="0" lang="de-DE" sz="5200" strike="noStrike" u="none">
              <a:solidFill>
                <a:srgbClr val="000000"/>
              </a:solidFill>
              <a:uFillTx/>
              <a:latin typeface="Arial"/>
            </a:endParaRPr>
          </a:p>
        </p:txBody>
      </p:sp>
      <p:cxnSp>
        <p:nvCxnSpPr>
          <p:cNvPr id="471" name="Gerade Verbindung mit Pfeil 8"/>
          <p:cNvCxnSpPr/>
          <p:nvPr/>
        </p:nvCxnSpPr>
        <p:spPr>
          <a:xfrm flipH="1" flipV="1">
            <a:off x="4102200" y="4584240"/>
            <a:ext cx="1891800" cy="544680"/>
          </a:xfrm>
          <a:prstGeom prst="straightConnector1">
            <a:avLst/>
          </a:prstGeom>
          <a:ln w="0">
            <a:solidFill>
              <a:srgbClr val="1d9a78"/>
            </a:solidFill>
            <a:tailEnd len="med" type="triangle" w="med"/>
          </a:ln>
        </p:spPr>
      </p:cxnSp>
      <p:grpSp>
        <p:nvGrpSpPr>
          <p:cNvPr id="472" name="Gruppieren 6"/>
          <p:cNvGrpSpPr/>
          <p:nvPr/>
        </p:nvGrpSpPr>
        <p:grpSpPr>
          <a:xfrm>
            <a:off x="2859120" y="1828800"/>
            <a:ext cx="6473160" cy="4351320"/>
            <a:chOff x="2859120" y="1828800"/>
            <a:chExt cx="6473160" cy="4351320"/>
          </a:xfrm>
        </p:grpSpPr>
        <p:pic>
          <p:nvPicPr>
            <p:cNvPr id="473" name="Picture 2" descr=""/>
            <p:cNvPicPr/>
            <p:nvPr/>
          </p:nvPicPr>
          <p:blipFill>
            <a:blip r:embed="rId1"/>
            <a:stretch/>
          </p:blipFill>
          <p:spPr>
            <a:xfrm>
              <a:off x="2859120" y="1828800"/>
              <a:ext cx="6473160" cy="3276360"/>
            </a:xfrm>
            <a:prstGeom prst="rect">
              <a:avLst/>
            </a:prstGeom>
            <a:noFill/>
            <a:ln w="0">
              <a:noFill/>
            </a:ln>
          </p:spPr>
        </p:pic>
        <p:sp>
          <p:nvSpPr>
            <p:cNvPr id="474" name="Legende mit Linie 1 5"/>
            <p:cNvSpPr/>
            <p:nvPr/>
          </p:nvSpPr>
          <p:spPr>
            <a:xfrm>
              <a:off x="6876720" y="4659480"/>
              <a:ext cx="2160000" cy="1520640"/>
            </a:xfrm>
            <a:prstGeom prst="borderCallout1">
              <a:avLst>
                <a:gd name="adj1" fmla="val 18750"/>
                <a:gd name="adj2" fmla="val -8333"/>
                <a:gd name="adj3" fmla="val -13509"/>
                <a:gd name="adj4" fmla="val -68600"/>
              </a:avLst>
            </a:prstGeom>
            <a:gradFill rotWithShape="0">
              <a:gsLst>
                <a:gs pos="0">
                  <a:srgbClr val="98c861"/>
                </a:gs>
                <a:gs pos="50000">
                  <a:srgbClr val="8bc63e"/>
                </a:gs>
                <a:gs pos="100000">
                  <a:srgbClr val="7cb831"/>
                </a:gs>
              </a:gsLst>
              <a:lin ang="5400000"/>
            </a:gradFill>
            <a:ln w="0">
              <a:noFill/>
            </a:ln>
            <a:effectLst>
              <a:outerShdw algn="ctr" blurRad="57240" dir="5400000" dist="19080" rotWithShape="0">
                <a:srgbClr val="000000">
                  <a:alpha val="63000"/>
                </a:srgbClr>
              </a:outerShdw>
            </a:effectLst>
          </p:spPr>
          <p:style>
            <a:lnRef idx="0">
              <a:schemeClr val="accent2"/>
            </a:lnRef>
            <a:fillRef idx="3">
              <a:schemeClr val="accent2"/>
            </a:fillRef>
            <a:effectRef idx="3">
              <a:schemeClr val="accent2"/>
            </a:effectRef>
            <a:fontRef idx="minor"/>
          </p:style>
          <p:txBody>
            <a:bodyPr lIns="90000" rIns="90000" tIns="45000" bIns="45000" anchor="ctr">
              <a:normAutofit/>
            </a:bodyPr>
            <a:p>
              <a:pPr algn="ctr" defTabSz="914400">
                <a:lnSpc>
                  <a:spcPct val="90000"/>
                </a:lnSpc>
                <a:spcAft>
                  <a:spcPts val="601"/>
                </a:spcAft>
              </a:pPr>
              <a:r>
                <a:rPr b="0" lang="de-DE" sz="2400" strike="noStrike" u="none">
                  <a:solidFill>
                    <a:schemeClr val="dk1"/>
                  </a:solidFill>
                  <a:uFillTx/>
                  <a:latin typeface="Calibri"/>
                </a:rPr>
                <a:t>Der Einstiegspunkt für Angular</a:t>
              </a:r>
              <a:endParaRPr b="0" lang="de-DE" sz="2400" strike="noStrike" u="none">
                <a:solidFill>
                  <a:srgbClr val="000000"/>
                </a:solidFill>
                <a:uFillTx/>
                <a:latin typeface="Arial"/>
              </a:endParaRPr>
            </a:p>
          </p:txBody>
        </p:sp>
      </p:grpSp>
      <p:cxnSp>
        <p:nvCxnSpPr>
          <p:cNvPr id="475" name="Gerade Verbindung mit Pfeil 11"/>
          <p:cNvCxnSpPr/>
          <p:nvPr/>
        </p:nvCxnSpPr>
        <p:spPr>
          <a:xfrm flipH="1" flipV="1">
            <a:off x="5348520" y="4458960"/>
            <a:ext cx="1528920" cy="648000"/>
          </a:xfrm>
          <a:prstGeom prst="straightConnector1">
            <a:avLst/>
          </a:prstGeom>
          <a:ln w="0">
            <a:solidFill>
              <a:srgbClr val="1d9a78"/>
            </a:solidFill>
            <a:tailEnd len="med" type="triangle" w="med"/>
          </a:ln>
        </p:spPr>
      </p:cxn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88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76" name="PlaceHolder 1"/>
          <p:cNvSpPr>
            <a:spLocks noGrp="1"/>
          </p:cNvSpPr>
          <p:nvPr>
            <p:ph type="title"/>
          </p:nvPr>
        </p:nvSpPr>
        <p:spPr>
          <a:xfrm>
            <a:off x="838080" y="365040"/>
            <a:ext cx="10514520" cy="132444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ctr">
            <a:noAutofit/>
          </a:bodyPr>
          <a:p>
            <a:pPr indent="0" defTabSz="914400">
              <a:lnSpc>
                <a:spcPct val="90000"/>
              </a:lnSpc>
              <a:buNone/>
              <a:tabLst>
                <a:tab algn="l" pos="0"/>
              </a:tabLst>
            </a:pPr>
            <a:r>
              <a:rPr b="0" lang="de-DE" sz="4400" strike="noStrike" u="none">
                <a:solidFill>
                  <a:schemeClr val="dk1"/>
                </a:solidFill>
                <a:uFillTx/>
                <a:latin typeface="Calibri Light"/>
              </a:rPr>
              <a:t>Component-Annotation</a:t>
            </a:r>
            <a:endParaRPr b="0" lang="de-DE" sz="4400" strike="noStrike" u="none">
              <a:solidFill>
                <a:srgbClr val="000000"/>
              </a:solidFill>
              <a:uFillTx/>
              <a:latin typeface="Arial"/>
            </a:endParaRPr>
          </a:p>
        </p:txBody>
      </p:sp>
      <p:sp>
        <p:nvSpPr>
          <p:cNvPr id="477" name="PlaceHolder 2"/>
          <p:cNvSpPr>
            <a:spLocks noGrp="1"/>
          </p:cNvSpPr>
          <p:nvPr>
            <p:ph/>
          </p:nvPr>
        </p:nvSpPr>
        <p:spPr>
          <a:xfrm>
            <a:off x="838080" y="1825560"/>
            <a:ext cx="10514520" cy="435024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t">
            <a:normAutofit fontScale="92500" lnSpcReduction="9999"/>
          </a:bodyPr>
          <a:p>
            <a:pPr marL="228600" indent="-228600" defTabSz="914400">
              <a:lnSpc>
                <a:spcPct val="90000"/>
              </a:lnSpc>
              <a:spcBef>
                <a:spcPts val="1001"/>
              </a:spcBef>
              <a:buClr>
                <a:srgbClr val="000000"/>
              </a:buClr>
              <a:buFont typeface="Arial"/>
              <a:buChar char="•"/>
            </a:pPr>
            <a:r>
              <a:rPr b="0" lang="de-DE" sz="2800" strike="noStrike" u="none">
                <a:solidFill>
                  <a:schemeClr val="dk1"/>
                </a:solidFill>
                <a:uFillTx/>
                <a:latin typeface="Calibri"/>
              </a:rPr>
              <a:t>Eine Component ist eine TypeScript-Klasse mit der </a:t>
            </a:r>
            <a:r>
              <a:rPr b="0" lang="de-DE" sz="2800" strike="noStrike" u="none">
                <a:solidFill>
                  <a:schemeClr val="dk1"/>
                </a:solidFill>
                <a:uFillTx/>
                <a:latin typeface="Courier New"/>
              </a:rPr>
              <a:t>@Component</a:t>
            </a:r>
            <a:r>
              <a:rPr b="0" lang="de-DE" sz="2800" strike="noStrike" u="none">
                <a:solidFill>
                  <a:schemeClr val="dk1"/>
                </a:solidFill>
                <a:uFillTx/>
                <a:latin typeface="Calibri"/>
              </a:rPr>
              <a:t>-Annotation</a:t>
            </a:r>
            <a:endParaRPr b="0" lang="de-DE" sz="2800" strike="noStrike" u="none">
              <a:solidFill>
                <a:srgbClr val="000000"/>
              </a:solidFill>
              <a:uFillTx/>
              <a:latin typeface="Arial"/>
            </a:endParaRPr>
          </a:p>
          <a:p>
            <a:pPr lvl="1" marL="685800" indent="-228600" defTabSz="914400">
              <a:lnSpc>
                <a:spcPct val="90000"/>
              </a:lnSpc>
              <a:spcBef>
                <a:spcPts val="499"/>
              </a:spcBef>
              <a:buClr>
                <a:srgbClr val="000000"/>
              </a:buClr>
              <a:buFont typeface="Arial"/>
              <a:buChar char="•"/>
            </a:pPr>
            <a:r>
              <a:rPr b="0" lang="de-DE" sz="2400" strike="noStrike" u="none">
                <a:solidFill>
                  <a:schemeClr val="dk1"/>
                </a:solidFill>
                <a:uFillTx/>
                <a:latin typeface="Calibri"/>
              </a:rPr>
              <a:t>Annotationen enthalten Metadaten, die der Klasse zugeordnet werden</a:t>
            </a:r>
            <a:endParaRPr b="0" lang="de-DE" sz="2400" strike="noStrike" u="none">
              <a:solidFill>
                <a:srgbClr val="000000"/>
              </a:solidFill>
              <a:uFillTx/>
              <a:latin typeface="Arial"/>
            </a:endParaRPr>
          </a:p>
          <a:p>
            <a:pPr lvl="1" marL="685800" indent="-228600" defTabSz="914400">
              <a:lnSpc>
                <a:spcPct val="90000"/>
              </a:lnSpc>
              <a:spcBef>
                <a:spcPts val="499"/>
              </a:spcBef>
              <a:buClr>
                <a:srgbClr val="000000"/>
              </a:buClr>
              <a:buFont typeface="Arial"/>
              <a:buChar char="•"/>
            </a:pPr>
            <a:r>
              <a:rPr b="0" lang="de-DE" sz="2400" strike="noStrike" u="none">
                <a:solidFill>
                  <a:schemeClr val="dk1"/>
                </a:solidFill>
                <a:uFillTx/>
                <a:latin typeface="Calibri"/>
              </a:rPr>
              <a:t>Diese müssen von einem Framework interpretiert werden</a:t>
            </a:r>
            <a:endParaRPr b="0" lang="de-DE" sz="2400" strike="noStrike" u="none">
              <a:solidFill>
                <a:srgbClr val="000000"/>
              </a:solidFill>
              <a:uFillTx/>
              <a:latin typeface="Arial"/>
            </a:endParaRPr>
          </a:p>
          <a:p>
            <a:pPr marL="228600" indent="-228600" defTabSz="914400">
              <a:lnSpc>
                <a:spcPct val="90000"/>
              </a:lnSpc>
              <a:spcBef>
                <a:spcPts val="1001"/>
              </a:spcBef>
              <a:buClr>
                <a:srgbClr val="000000"/>
              </a:buClr>
              <a:buFont typeface="Arial"/>
              <a:buChar char="•"/>
            </a:pPr>
            <a:r>
              <a:rPr b="0" lang="de-DE" sz="2800" strike="noStrike" u="none">
                <a:solidFill>
                  <a:schemeClr val="dk1"/>
                </a:solidFill>
                <a:uFillTx/>
                <a:latin typeface="Calibri"/>
              </a:rPr>
              <a:t>Annotationen sind damit so etwas wie statische Eigenschaften einer Klasse</a:t>
            </a:r>
            <a:endParaRPr b="0" lang="de-DE" sz="2800" strike="noStrike" u="none">
              <a:solidFill>
                <a:srgbClr val="000000"/>
              </a:solidFill>
              <a:uFillTx/>
              <a:latin typeface="Arial"/>
            </a:endParaRPr>
          </a:p>
          <a:p>
            <a:pPr lvl="1" marL="685800" indent="-228600" defTabSz="914400">
              <a:lnSpc>
                <a:spcPct val="90000"/>
              </a:lnSpc>
              <a:spcBef>
                <a:spcPts val="499"/>
              </a:spcBef>
              <a:buClr>
                <a:srgbClr val="000000"/>
              </a:buClr>
              <a:buFont typeface="Arial"/>
              <a:buChar char="•"/>
            </a:pPr>
            <a:r>
              <a:rPr b="0" lang="de-DE" sz="2400" strike="noStrike" u="none">
                <a:solidFill>
                  <a:schemeClr val="dk1"/>
                </a:solidFill>
                <a:uFillTx/>
                <a:latin typeface="Calibri"/>
              </a:rPr>
              <a:t>Allerdings sind diese syntaktisch nicht Bestandteil der Klassendeklaration</a:t>
            </a:r>
            <a:endParaRPr b="0" lang="de-DE" sz="2400" strike="noStrike" u="none">
              <a:solidFill>
                <a:srgbClr val="000000"/>
              </a:solidFill>
              <a:uFillTx/>
              <a:latin typeface="Arial"/>
            </a:endParaRPr>
          </a:p>
          <a:p>
            <a:pPr lvl="1" marL="685800" indent="-228600" defTabSz="914400">
              <a:lnSpc>
                <a:spcPct val="90000"/>
              </a:lnSpc>
              <a:spcBef>
                <a:spcPts val="499"/>
              </a:spcBef>
              <a:buClr>
                <a:srgbClr val="000000"/>
              </a:buClr>
              <a:buFont typeface="Arial"/>
              <a:buChar char="•"/>
            </a:pPr>
            <a:r>
              <a:rPr b="0" lang="de-DE" sz="2400" strike="noStrike" u="none">
                <a:solidFill>
                  <a:schemeClr val="dk1"/>
                </a:solidFill>
                <a:uFillTx/>
                <a:latin typeface="Calibri"/>
              </a:rPr>
              <a:t>Damit ergibt sich eine sauber Trennung</a:t>
            </a:r>
            <a:endParaRPr b="0" lang="de-DE" sz="2400" strike="noStrike" u="none">
              <a:solidFill>
                <a:srgbClr val="000000"/>
              </a:solidFill>
              <a:uFillTx/>
              <a:latin typeface="Arial"/>
            </a:endParaRPr>
          </a:p>
          <a:p>
            <a:pPr marL="228600" indent="-228600" defTabSz="914400">
              <a:lnSpc>
                <a:spcPct val="90000"/>
              </a:lnSpc>
              <a:spcBef>
                <a:spcPts val="1001"/>
              </a:spcBef>
              <a:buClr>
                <a:srgbClr val="000000"/>
              </a:buClr>
              <a:buFont typeface="Arial"/>
              <a:buChar char="•"/>
            </a:pPr>
            <a:r>
              <a:rPr b="0" lang="de-DE" sz="2800" strike="noStrike" u="none">
                <a:solidFill>
                  <a:schemeClr val="dk1"/>
                </a:solidFill>
                <a:uFillTx/>
                <a:latin typeface="Calibri"/>
              </a:rPr>
              <a:t>Eine typische Component definiert</a:t>
            </a:r>
            <a:endParaRPr b="0" lang="de-DE" sz="2800" strike="noStrike" u="none">
              <a:solidFill>
                <a:srgbClr val="000000"/>
              </a:solidFill>
              <a:uFillTx/>
              <a:latin typeface="Arial"/>
            </a:endParaRPr>
          </a:p>
          <a:p>
            <a:pPr lvl="1" marL="685800" indent="-228600" defTabSz="914400">
              <a:lnSpc>
                <a:spcPct val="90000"/>
              </a:lnSpc>
              <a:spcBef>
                <a:spcPts val="499"/>
              </a:spcBef>
              <a:buClr>
                <a:srgbClr val="000000"/>
              </a:buClr>
              <a:buFont typeface="Arial"/>
              <a:buChar char="•"/>
            </a:pPr>
            <a:r>
              <a:rPr b="0" lang="de-DE" sz="2400" strike="noStrike" u="none">
                <a:solidFill>
                  <a:schemeClr val="dk1"/>
                </a:solidFill>
                <a:uFillTx/>
                <a:latin typeface="Calibri"/>
              </a:rPr>
              <a:t>Den Selector als Bezug zum Template</a:t>
            </a:r>
            <a:endParaRPr b="0" lang="de-DE" sz="2400" strike="noStrike" u="none">
              <a:solidFill>
                <a:srgbClr val="000000"/>
              </a:solidFill>
              <a:uFillTx/>
              <a:latin typeface="Arial"/>
            </a:endParaRPr>
          </a:p>
          <a:p>
            <a:pPr lvl="1" marL="685800" indent="-228600" defTabSz="914400">
              <a:lnSpc>
                <a:spcPct val="90000"/>
              </a:lnSpc>
              <a:spcBef>
                <a:spcPts val="499"/>
              </a:spcBef>
              <a:buClr>
                <a:srgbClr val="000000"/>
              </a:buClr>
              <a:buFont typeface="Arial"/>
              <a:buChar char="•"/>
            </a:pPr>
            <a:r>
              <a:rPr b="0" lang="de-DE" sz="2400" strike="noStrike" u="none">
                <a:solidFill>
                  <a:schemeClr val="dk1"/>
                </a:solidFill>
                <a:uFillTx/>
                <a:latin typeface="Calibri"/>
              </a:rPr>
              <a:t>Die Lokation des Templates</a:t>
            </a:r>
            <a:endParaRPr b="0" lang="de-DE" sz="2400" strike="noStrike" u="none">
              <a:solidFill>
                <a:srgbClr val="000000"/>
              </a:solidFill>
              <a:uFillTx/>
              <a:latin typeface="Arial"/>
            </a:endParaRPr>
          </a:p>
          <a:p>
            <a:pPr marL="228600" indent="-228600" defTabSz="914400">
              <a:lnSpc>
                <a:spcPct val="90000"/>
              </a:lnSpc>
              <a:spcBef>
                <a:spcPts val="1001"/>
              </a:spcBef>
              <a:buClr>
                <a:srgbClr val="000000"/>
              </a:buClr>
              <a:buFont typeface="Arial"/>
              <a:buChar char="•"/>
            </a:pPr>
            <a:r>
              <a:rPr b="0" lang="de-DE" sz="2800" strike="noStrike" u="none">
                <a:solidFill>
                  <a:schemeClr val="dk1"/>
                </a:solidFill>
                <a:uFillTx/>
                <a:latin typeface="Calibri"/>
              </a:rPr>
              <a:t>Vollständige Liste unter</a:t>
            </a:r>
            <a:endParaRPr b="0" lang="de-DE" sz="2800" strike="noStrike" u="none">
              <a:solidFill>
                <a:srgbClr val="000000"/>
              </a:solidFill>
              <a:uFillTx/>
              <a:latin typeface="Arial"/>
            </a:endParaRPr>
          </a:p>
          <a:p>
            <a:pPr lvl="1" marL="685800" indent="-228600" defTabSz="914400">
              <a:lnSpc>
                <a:spcPct val="90000"/>
              </a:lnSpc>
              <a:spcBef>
                <a:spcPts val="499"/>
              </a:spcBef>
              <a:buClr>
                <a:srgbClr val="000000"/>
              </a:buClr>
              <a:buFont typeface="Arial"/>
              <a:buChar char="•"/>
            </a:pPr>
            <a:r>
              <a:rPr b="0" i="1" lang="de-DE" sz="2400" strike="noStrike" u="none">
                <a:solidFill>
                  <a:schemeClr val="dk1"/>
                </a:solidFill>
                <a:uFillTx/>
                <a:latin typeface="Courier New"/>
              </a:rPr>
              <a:t>https://angular.io/api/core/Component</a:t>
            </a:r>
            <a:endParaRPr b="0" lang="de-DE" sz="2400" strike="noStrike" u="none">
              <a:solidFill>
                <a:srgbClr val="000000"/>
              </a:solidFill>
              <a:uFillTx/>
              <a:latin typeface="Arial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89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78" name="PlaceHolder 1"/>
          <p:cNvSpPr>
            <a:spLocks noGrp="1"/>
          </p:cNvSpPr>
          <p:nvPr>
            <p:ph type="title"/>
          </p:nvPr>
        </p:nvSpPr>
        <p:spPr>
          <a:xfrm>
            <a:off x="838080" y="365040"/>
            <a:ext cx="10514520" cy="132444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ctr">
            <a:noAutofit/>
          </a:bodyPr>
          <a:p>
            <a:pPr indent="0" defTabSz="914400">
              <a:lnSpc>
                <a:spcPct val="90000"/>
              </a:lnSpc>
              <a:buNone/>
              <a:tabLst>
                <a:tab algn="l" pos="0"/>
              </a:tabLst>
            </a:pPr>
            <a:r>
              <a:rPr b="0" lang="de-DE" sz="4400" strike="noStrike" u="none">
                <a:solidFill>
                  <a:schemeClr val="dk1"/>
                </a:solidFill>
                <a:uFillTx/>
                <a:latin typeface="Calibri Light"/>
              </a:rPr>
              <a:t>Aufgabe der Component</a:t>
            </a:r>
            <a:endParaRPr b="0" lang="de-DE" sz="4400" strike="noStrike" u="none">
              <a:solidFill>
                <a:srgbClr val="000000"/>
              </a:solidFill>
              <a:uFillTx/>
              <a:latin typeface="Arial"/>
            </a:endParaRPr>
          </a:p>
        </p:txBody>
      </p:sp>
      <p:sp>
        <p:nvSpPr>
          <p:cNvPr id="479" name="PlaceHolder 2"/>
          <p:cNvSpPr>
            <a:spLocks noGrp="1"/>
          </p:cNvSpPr>
          <p:nvPr>
            <p:ph/>
          </p:nvPr>
        </p:nvSpPr>
        <p:spPr>
          <a:xfrm>
            <a:off x="838080" y="1825560"/>
            <a:ext cx="10514520" cy="435024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t">
            <a:noAutofit/>
          </a:bodyPr>
          <a:p>
            <a:pPr marL="228600" indent="-228600" defTabSz="914400">
              <a:lnSpc>
                <a:spcPct val="90000"/>
              </a:lnSpc>
              <a:spcBef>
                <a:spcPts val="1001"/>
              </a:spcBef>
              <a:buClr>
                <a:srgbClr val="000000"/>
              </a:buClr>
              <a:buFont typeface="Arial"/>
              <a:buChar char="•"/>
            </a:pPr>
            <a:r>
              <a:rPr b="0" lang="de-DE" sz="2800" strike="noStrike" u="none">
                <a:solidFill>
                  <a:schemeClr val="dk1"/>
                </a:solidFill>
                <a:uFillTx/>
                <a:latin typeface="Calibri"/>
              </a:rPr>
              <a:t>Die Eigenschaften der Component-Klasse dienen als Schnittstelle zum HTML-Code</a:t>
            </a:r>
            <a:endParaRPr b="0" lang="de-DE" sz="2800" strike="noStrike" u="none">
              <a:solidFill>
                <a:srgbClr val="000000"/>
              </a:solidFill>
              <a:uFillTx/>
              <a:latin typeface="Arial"/>
            </a:endParaRPr>
          </a:p>
          <a:p>
            <a:pPr lvl="1" marL="685800" indent="-228600" defTabSz="914400">
              <a:lnSpc>
                <a:spcPct val="90000"/>
              </a:lnSpc>
              <a:spcBef>
                <a:spcPts val="499"/>
              </a:spcBef>
              <a:buClr>
                <a:srgbClr val="000000"/>
              </a:buClr>
              <a:buFont typeface="Arial"/>
              <a:buChar char="•"/>
            </a:pPr>
            <a:r>
              <a:rPr b="0" lang="de-DE" sz="2400" strike="noStrike" u="none">
                <a:solidFill>
                  <a:schemeClr val="dk1"/>
                </a:solidFill>
                <a:uFillTx/>
                <a:latin typeface="Calibri"/>
              </a:rPr>
              <a:t>Werte werden über Interpolation oder Direktiven gebunden</a:t>
            </a:r>
            <a:endParaRPr b="0" lang="de-DE" sz="2400" strike="noStrike" u="none">
              <a:solidFill>
                <a:srgbClr val="000000"/>
              </a:solidFill>
              <a:uFillTx/>
              <a:latin typeface="Arial"/>
            </a:endParaRPr>
          </a:p>
          <a:p>
            <a:pPr lvl="1" marL="685800" indent="-228600" defTabSz="914400">
              <a:lnSpc>
                <a:spcPct val="90000"/>
              </a:lnSpc>
              <a:spcBef>
                <a:spcPts val="499"/>
              </a:spcBef>
              <a:buClr>
                <a:srgbClr val="000000"/>
              </a:buClr>
              <a:buFont typeface="Arial"/>
              <a:buChar char="•"/>
            </a:pPr>
            <a:r>
              <a:rPr b="0" lang="de-DE" sz="2400" strike="noStrike" u="none">
                <a:solidFill>
                  <a:schemeClr val="dk1"/>
                </a:solidFill>
                <a:uFillTx/>
                <a:latin typeface="Calibri"/>
              </a:rPr>
              <a:t>Funktionen dienen als Event-Handler</a:t>
            </a:r>
            <a:endParaRPr b="0" lang="de-DE" sz="2400" strike="noStrike" u="none">
              <a:solidFill>
                <a:srgbClr val="000000"/>
              </a:solidFill>
              <a:uFillTx/>
              <a:latin typeface="Arial"/>
            </a:endParaRPr>
          </a:p>
          <a:p>
            <a:pPr marL="228600" indent="-228600" defTabSz="914400">
              <a:lnSpc>
                <a:spcPct val="90000"/>
              </a:lnSpc>
              <a:spcBef>
                <a:spcPts val="1001"/>
              </a:spcBef>
              <a:buClr>
                <a:srgbClr val="000000"/>
              </a:buClr>
              <a:buFont typeface="Arial"/>
              <a:buChar char="•"/>
            </a:pPr>
            <a:r>
              <a:rPr b="0" lang="de-DE" sz="2800" strike="noStrike" u="none">
                <a:solidFill>
                  <a:schemeClr val="dk1"/>
                </a:solidFill>
                <a:uFillTx/>
                <a:latin typeface="Calibri"/>
              </a:rPr>
              <a:t>Bei Bedarf implementiert die Component-Klasse Lifecycle-Funktionen</a:t>
            </a:r>
            <a:endParaRPr b="0" lang="de-DE" sz="2800" strike="noStrike" u="none">
              <a:solidFill>
                <a:srgbClr val="000000"/>
              </a:solidFill>
              <a:uFillTx/>
              <a:latin typeface="Arial"/>
            </a:endParaRPr>
          </a:p>
          <a:p>
            <a:pPr lvl="1" marL="685800" indent="-228600" defTabSz="914400">
              <a:lnSpc>
                <a:spcPct val="90000"/>
              </a:lnSpc>
              <a:spcBef>
                <a:spcPts val="499"/>
              </a:spcBef>
              <a:buClr>
                <a:srgbClr val="000000"/>
              </a:buClr>
              <a:buFont typeface="Arial"/>
              <a:buChar char="•"/>
            </a:pPr>
            <a:r>
              <a:rPr b="0" lang="de-DE" sz="2400" strike="noStrike" u="none">
                <a:solidFill>
                  <a:schemeClr val="dk1"/>
                </a:solidFill>
                <a:uFillTx/>
                <a:latin typeface="Courier New"/>
              </a:rPr>
              <a:t>ngOnChanges</a:t>
            </a:r>
            <a:endParaRPr b="0" lang="de-DE" sz="2400" strike="noStrike" u="none">
              <a:solidFill>
                <a:srgbClr val="000000"/>
              </a:solidFill>
              <a:uFillTx/>
              <a:latin typeface="Arial"/>
            </a:endParaRPr>
          </a:p>
          <a:p>
            <a:pPr lvl="1" marL="685800" indent="-228600" defTabSz="914400">
              <a:lnSpc>
                <a:spcPct val="90000"/>
              </a:lnSpc>
              <a:spcBef>
                <a:spcPts val="499"/>
              </a:spcBef>
              <a:buClr>
                <a:srgbClr val="000000"/>
              </a:buClr>
              <a:buFont typeface="Arial"/>
              <a:buChar char="•"/>
            </a:pPr>
            <a:r>
              <a:rPr b="0" lang="de-DE" sz="2400" strike="noStrike" u="none">
                <a:solidFill>
                  <a:schemeClr val="dk1"/>
                </a:solidFill>
                <a:uFillTx/>
                <a:latin typeface="Courier New"/>
              </a:rPr>
              <a:t>ngOnInit</a:t>
            </a:r>
            <a:endParaRPr b="0" lang="de-DE" sz="2400" strike="noStrike" u="none">
              <a:solidFill>
                <a:srgbClr val="000000"/>
              </a:solidFill>
              <a:uFillTx/>
              <a:latin typeface="Arial"/>
            </a:endParaRPr>
          </a:p>
          <a:p>
            <a:pPr lvl="1" marL="685800" indent="-228600" defTabSz="914400">
              <a:lnSpc>
                <a:spcPct val="90000"/>
              </a:lnSpc>
              <a:spcBef>
                <a:spcPts val="499"/>
              </a:spcBef>
              <a:buClr>
                <a:srgbClr val="000000"/>
              </a:buClr>
              <a:buFont typeface="Arial"/>
              <a:buChar char="•"/>
            </a:pPr>
            <a:r>
              <a:rPr b="0" i="1" lang="de-DE" sz="2400" strike="noStrike" u="none">
                <a:solidFill>
                  <a:schemeClr val="dk1"/>
                </a:solidFill>
                <a:uFillTx/>
                <a:latin typeface="Courier New"/>
              </a:rPr>
              <a:t>https://angular.io/guide/lifecycle-hooks</a:t>
            </a:r>
            <a:endParaRPr b="0" lang="de-DE" sz="2400" strike="noStrike" u="none">
              <a:solidFill>
                <a:srgbClr val="000000"/>
              </a:solidFill>
              <a:uFillTx/>
              <a:latin typeface="Arial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90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80" name="PlaceHolder 1"/>
          <p:cNvSpPr>
            <a:spLocks noGrp="1"/>
          </p:cNvSpPr>
          <p:nvPr>
            <p:ph type="title"/>
          </p:nvPr>
        </p:nvSpPr>
        <p:spPr>
          <a:xfrm>
            <a:off x="838080" y="365040"/>
            <a:ext cx="10514520" cy="132444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ctr">
            <a:noAutofit/>
          </a:bodyPr>
          <a:p>
            <a:pPr indent="0" defTabSz="914400">
              <a:lnSpc>
                <a:spcPct val="90000"/>
              </a:lnSpc>
              <a:buNone/>
              <a:tabLst>
                <a:tab algn="l" pos="0"/>
              </a:tabLst>
            </a:pPr>
            <a:r>
              <a:rPr b="0" lang="de-DE" sz="4400" strike="noStrike" u="none">
                <a:solidFill>
                  <a:schemeClr val="dk1"/>
                </a:solidFill>
                <a:uFillTx/>
                <a:latin typeface="Calibri Light"/>
              </a:rPr>
              <a:t>Angular-Module: Die Component</a:t>
            </a:r>
            <a:endParaRPr b="0" lang="de-DE" sz="4400" strike="noStrike" u="none">
              <a:solidFill>
                <a:srgbClr val="000000"/>
              </a:solidFill>
              <a:uFillTx/>
              <a:latin typeface="Arial"/>
            </a:endParaRPr>
          </a:p>
        </p:txBody>
      </p:sp>
      <p:sp>
        <p:nvSpPr>
          <p:cNvPr id="481" name="PlaceHolder 2"/>
          <p:cNvSpPr>
            <a:spLocks noGrp="1"/>
          </p:cNvSpPr>
          <p:nvPr>
            <p:ph/>
          </p:nvPr>
        </p:nvSpPr>
        <p:spPr>
          <a:xfrm>
            <a:off x="838080" y="1825560"/>
            <a:ext cx="10514520" cy="435024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t">
            <a:normAutofit/>
          </a:bodyPr>
          <a:p>
            <a:pPr indent="0" defTabSz="914400">
              <a:lnSpc>
                <a:spcPct val="90000"/>
              </a:lnSpc>
              <a:spcBef>
                <a:spcPts val="1001"/>
              </a:spcBef>
              <a:buNone/>
              <a:tabLst>
                <a:tab algn="l" pos="0"/>
              </a:tabLst>
            </a:pPr>
            <a:r>
              <a:rPr b="0" lang="de-DE" sz="1800" strike="noStrike" u="none">
                <a:solidFill>
                  <a:srgbClr val="0033b3"/>
                </a:solidFill>
                <a:uFillTx/>
                <a:latin typeface="Calibri"/>
              </a:rPr>
              <a:t>import </a:t>
            </a:r>
            <a:r>
              <a:rPr b="0" lang="de-DE" sz="1800" strike="noStrike" u="none">
                <a:solidFill>
                  <a:schemeClr val="dk1"/>
                </a:solidFill>
                <a:uFillTx/>
                <a:latin typeface="Calibri"/>
              </a:rPr>
              <a:t>{</a:t>
            </a:r>
            <a:r>
              <a:rPr b="0" lang="de-DE" sz="1800" strike="noStrike" u="none">
                <a:solidFill>
                  <a:srgbClr val="000000"/>
                </a:solidFill>
                <a:uFillTx/>
                <a:latin typeface="Calibri"/>
              </a:rPr>
              <a:t>ApplicationRef</a:t>
            </a:r>
            <a:r>
              <a:rPr b="0" lang="de-DE" sz="1800" strike="noStrike" u="none">
                <a:solidFill>
                  <a:schemeClr val="dk1"/>
                </a:solidFill>
                <a:uFillTx/>
                <a:latin typeface="Calibri"/>
              </a:rPr>
              <a:t>, </a:t>
            </a:r>
            <a:r>
              <a:rPr b="0" lang="de-DE" sz="1800" strike="noStrike" u="none">
                <a:solidFill>
                  <a:srgbClr val="830091"/>
                </a:solidFill>
                <a:uFillTx/>
                <a:latin typeface="Calibri"/>
              </a:rPr>
              <a:t>Component</a:t>
            </a:r>
            <a:r>
              <a:rPr b="0" lang="de-DE" sz="1800" strike="noStrike" u="none">
                <a:solidFill>
                  <a:schemeClr val="dk1"/>
                </a:solidFill>
                <a:uFillTx/>
                <a:latin typeface="Calibri"/>
              </a:rPr>
              <a:t>, </a:t>
            </a:r>
            <a:r>
              <a:rPr b="0" lang="de-DE" sz="1800" strike="noStrike" u="none">
                <a:solidFill>
                  <a:srgbClr val="000000"/>
                </a:solidFill>
                <a:uFillTx/>
                <a:latin typeface="Calibri"/>
              </a:rPr>
              <a:t>OnDestroy</a:t>
            </a:r>
            <a:r>
              <a:rPr b="0" lang="de-DE" sz="1800" strike="noStrike" u="none">
                <a:solidFill>
                  <a:schemeClr val="dk1"/>
                </a:solidFill>
                <a:uFillTx/>
                <a:latin typeface="Calibri"/>
              </a:rPr>
              <a:t>, </a:t>
            </a:r>
            <a:r>
              <a:rPr b="0" lang="de-DE" sz="1800" strike="noStrike" u="none">
                <a:solidFill>
                  <a:srgbClr val="000000"/>
                </a:solidFill>
                <a:uFillTx/>
                <a:latin typeface="Calibri"/>
              </a:rPr>
              <a:t>OnInit</a:t>
            </a:r>
            <a:r>
              <a:rPr b="0" lang="de-DE" sz="1800" strike="noStrike" u="none">
                <a:solidFill>
                  <a:schemeClr val="dk1"/>
                </a:solidFill>
                <a:uFillTx/>
                <a:latin typeface="Calibri"/>
              </a:rPr>
              <a:t>} </a:t>
            </a:r>
            <a:r>
              <a:rPr b="0" lang="de-DE" sz="1800" strike="noStrike" u="none">
                <a:solidFill>
                  <a:srgbClr val="0033b3"/>
                </a:solidFill>
                <a:uFillTx/>
                <a:latin typeface="Calibri"/>
              </a:rPr>
              <a:t>from </a:t>
            </a:r>
            <a:r>
              <a:rPr b="0" lang="de-DE" sz="1800" strike="noStrike" u="none">
                <a:solidFill>
                  <a:srgbClr val="067d17"/>
                </a:solidFill>
                <a:uFillTx/>
                <a:latin typeface="Calibri"/>
              </a:rPr>
              <a:t>"@angular/core"</a:t>
            </a:r>
            <a:r>
              <a:rPr b="0" lang="de-DE" sz="1800" strike="noStrike" u="none">
                <a:solidFill>
                  <a:schemeClr val="dk1"/>
                </a:solidFill>
                <a:uFillTx/>
                <a:latin typeface="Calibri"/>
              </a:rPr>
              <a:t>;</a:t>
            </a:r>
            <a:endParaRPr b="0" lang="de-DE" sz="1800" strike="noStrike" u="none">
              <a:solidFill>
                <a:srgbClr val="000000"/>
              </a:solidFill>
              <a:uFillTx/>
              <a:latin typeface="Arial"/>
            </a:endParaRPr>
          </a:p>
          <a:p>
            <a:pPr indent="0" defTabSz="914400">
              <a:lnSpc>
                <a:spcPct val="90000"/>
              </a:lnSpc>
              <a:spcBef>
                <a:spcPts val="1001"/>
              </a:spcBef>
              <a:buNone/>
              <a:tabLst>
                <a:tab algn="l" pos="0"/>
              </a:tabLst>
            </a:pPr>
            <a:r>
              <a:rPr b="0" lang="de-DE" sz="1800" strike="noStrike" u="none">
                <a:solidFill>
                  <a:srgbClr val="9e880d"/>
                </a:solidFill>
                <a:uFillTx/>
                <a:latin typeface="Calibri"/>
              </a:rPr>
              <a:t>@Component</a:t>
            </a:r>
            <a:r>
              <a:rPr b="0" lang="de-DE" sz="1800" strike="noStrike" u="none">
                <a:solidFill>
                  <a:schemeClr val="dk1"/>
                </a:solidFill>
                <a:uFillTx/>
                <a:latin typeface="Calibri"/>
              </a:rPr>
              <a:t>({</a:t>
            </a:r>
            <a:br>
              <a:rPr sz="1800"/>
            </a:br>
            <a:r>
              <a:rPr b="0" lang="de-DE" sz="1800" strike="noStrike" u="none">
                <a:solidFill>
                  <a:schemeClr val="dk1"/>
                </a:solidFill>
                <a:uFillTx/>
                <a:latin typeface="Calibri"/>
              </a:rPr>
              <a:t>    </a:t>
            </a:r>
            <a:r>
              <a:rPr b="0" lang="de-DE" sz="1800" strike="noStrike" u="none">
                <a:solidFill>
                  <a:srgbClr val="871094"/>
                </a:solidFill>
                <a:uFillTx/>
                <a:latin typeface="Calibri"/>
              </a:rPr>
              <a:t>selector</a:t>
            </a:r>
            <a:r>
              <a:rPr b="0" lang="de-DE" sz="1800" strike="noStrike" u="none">
                <a:solidFill>
                  <a:schemeClr val="dk1"/>
                </a:solidFill>
                <a:uFillTx/>
                <a:latin typeface="Calibri"/>
              </a:rPr>
              <a:t>: </a:t>
            </a:r>
            <a:r>
              <a:rPr b="0" lang="de-DE" sz="1800" strike="noStrike" u="none">
                <a:solidFill>
                  <a:srgbClr val="067d17"/>
                </a:solidFill>
                <a:uFillTx/>
                <a:latin typeface="Calibri"/>
              </a:rPr>
              <a:t>“app-root"</a:t>
            </a:r>
            <a:r>
              <a:rPr b="0" lang="de-DE" sz="1800" strike="noStrike" u="none">
                <a:solidFill>
                  <a:schemeClr val="dk1"/>
                </a:solidFill>
                <a:uFillTx/>
                <a:latin typeface="Calibri"/>
              </a:rPr>
              <a:t>,</a:t>
            </a:r>
            <a:br>
              <a:rPr sz="1800"/>
            </a:br>
            <a:r>
              <a:rPr b="0" lang="de-DE" sz="1800" strike="noStrike" u="none">
                <a:solidFill>
                  <a:schemeClr val="dk1"/>
                </a:solidFill>
                <a:uFillTx/>
                <a:latin typeface="Calibri"/>
              </a:rPr>
              <a:t>    </a:t>
            </a:r>
            <a:r>
              <a:rPr b="0" lang="de-DE" sz="1800" strike="noStrike" u="none">
                <a:solidFill>
                  <a:srgbClr val="871094"/>
                </a:solidFill>
                <a:uFillTx/>
                <a:latin typeface="Calibri"/>
              </a:rPr>
              <a:t>templateUrl</a:t>
            </a:r>
            <a:r>
              <a:rPr b="0" lang="de-DE" sz="1800" strike="noStrike" u="none">
                <a:solidFill>
                  <a:schemeClr val="dk1"/>
                </a:solidFill>
                <a:uFillTx/>
                <a:latin typeface="Calibri"/>
              </a:rPr>
              <a:t>: </a:t>
            </a:r>
            <a:r>
              <a:rPr b="0" lang="de-DE" sz="1800" strike="noStrike" u="none">
                <a:solidFill>
                  <a:srgbClr val="067d17"/>
                </a:solidFill>
                <a:uFillTx/>
                <a:latin typeface="Calibri"/>
              </a:rPr>
              <a:t>"./app.component.html"</a:t>
            </a:r>
            <a:r>
              <a:rPr b="0" lang="de-DE" sz="1800" strike="noStrike" u="none">
                <a:solidFill>
                  <a:schemeClr val="dk1"/>
                </a:solidFill>
                <a:uFillTx/>
                <a:latin typeface="Calibri"/>
              </a:rPr>
              <a:t>,</a:t>
            </a:r>
            <a:br>
              <a:rPr sz="1800"/>
            </a:br>
            <a:r>
              <a:rPr b="0" lang="de-DE" sz="1800" strike="noStrike" u="none">
                <a:solidFill>
                  <a:schemeClr val="dk1"/>
                </a:solidFill>
                <a:uFillTx/>
                <a:latin typeface="Calibri"/>
              </a:rPr>
              <a:t>    </a:t>
            </a:r>
            <a:r>
              <a:rPr b="0" lang="de-DE" sz="1800" strike="noStrike" u="none">
                <a:solidFill>
                  <a:srgbClr val="871094"/>
                </a:solidFill>
                <a:uFillTx/>
                <a:latin typeface="Calibri"/>
              </a:rPr>
              <a:t>styleUrls</a:t>
            </a:r>
            <a:r>
              <a:rPr b="0" lang="de-DE" sz="1800" strike="noStrike" u="none">
                <a:solidFill>
                  <a:schemeClr val="dk1"/>
                </a:solidFill>
                <a:uFillTx/>
                <a:latin typeface="Calibri"/>
              </a:rPr>
              <a:t>: [</a:t>
            </a:r>
            <a:r>
              <a:rPr b="0" lang="de-DE" sz="1800" strike="noStrike" u="none">
                <a:solidFill>
                  <a:srgbClr val="067d17"/>
                </a:solidFill>
                <a:uFillTx/>
                <a:latin typeface="Calibri"/>
              </a:rPr>
              <a:t>"./app.component.scss"</a:t>
            </a:r>
            <a:r>
              <a:rPr b="0" lang="de-DE" sz="1800" strike="noStrike" u="none">
                <a:solidFill>
                  <a:schemeClr val="dk1"/>
                </a:solidFill>
                <a:uFillTx/>
                <a:latin typeface="Calibri"/>
              </a:rPr>
              <a:t>],</a:t>
            </a:r>
            <a:br>
              <a:rPr sz="1800"/>
            </a:br>
            <a:r>
              <a:rPr b="0" lang="de-DE" sz="1800" strike="noStrike" u="none">
                <a:solidFill>
                  <a:schemeClr val="dk1"/>
                </a:solidFill>
                <a:uFillTx/>
                <a:latin typeface="Calibri"/>
              </a:rPr>
              <a:t>    </a:t>
            </a:r>
            <a:r>
              <a:rPr b="0" lang="de-DE" sz="1800" strike="noStrike" u="none">
                <a:solidFill>
                  <a:srgbClr val="871094"/>
                </a:solidFill>
                <a:uFillTx/>
                <a:latin typeface="Calibri"/>
              </a:rPr>
              <a:t>animations</a:t>
            </a:r>
            <a:r>
              <a:rPr b="0" lang="de-DE" sz="1800" strike="noStrike" u="none">
                <a:solidFill>
                  <a:schemeClr val="dk1"/>
                </a:solidFill>
                <a:uFillTx/>
                <a:latin typeface="Calibri"/>
              </a:rPr>
              <a:t>: [</a:t>
            </a:r>
            <a:r>
              <a:rPr b="0" lang="de-DE" sz="1800" strike="noStrike" u="none">
                <a:solidFill>
                  <a:srgbClr val="830091"/>
                </a:solidFill>
                <a:uFillTx/>
                <a:latin typeface="Calibri"/>
              </a:rPr>
              <a:t>fadeAnimation</a:t>
            </a:r>
            <a:r>
              <a:rPr b="0" lang="de-DE" sz="1800" strike="noStrike" u="none">
                <a:solidFill>
                  <a:schemeClr val="dk1"/>
                </a:solidFill>
                <a:uFillTx/>
                <a:latin typeface="Calibri"/>
              </a:rPr>
              <a:t>]</a:t>
            </a:r>
            <a:br>
              <a:rPr sz="1800"/>
            </a:br>
            <a:r>
              <a:rPr b="0" lang="de-DE" sz="1800" strike="noStrike" u="none">
                <a:solidFill>
                  <a:schemeClr val="dk1"/>
                </a:solidFill>
                <a:uFillTx/>
                <a:latin typeface="Calibri"/>
              </a:rPr>
              <a:t>})</a:t>
            </a:r>
            <a:br>
              <a:rPr sz="1800"/>
            </a:br>
            <a:r>
              <a:rPr b="0" lang="de-DE" sz="1800" strike="noStrike" u="none">
                <a:solidFill>
                  <a:srgbClr val="0033b3"/>
                </a:solidFill>
                <a:uFillTx/>
                <a:latin typeface="Calibri"/>
              </a:rPr>
              <a:t>export class </a:t>
            </a:r>
            <a:r>
              <a:rPr b="0" lang="de-DE" sz="1800" strike="noStrike" u="none">
                <a:solidFill>
                  <a:srgbClr val="000000"/>
                </a:solidFill>
                <a:uFillTx/>
                <a:latin typeface="Calibri"/>
              </a:rPr>
              <a:t>AppComponent </a:t>
            </a:r>
            <a:r>
              <a:rPr b="0" lang="de-DE" sz="1800" strike="noStrike" u="none">
                <a:solidFill>
                  <a:srgbClr val="0033b3"/>
                </a:solidFill>
                <a:uFillTx/>
                <a:latin typeface="Calibri"/>
              </a:rPr>
              <a:t>implements </a:t>
            </a:r>
            <a:r>
              <a:rPr b="0" lang="de-DE" sz="1800" strike="noStrike" u="none">
                <a:solidFill>
                  <a:srgbClr val="000000"/>
                </a:solidFill>
                <a:uFillTx/>
                <a:latin typeface="Calibri"/>
              </a:rPr>
              <a:t>OnInit</a:t>
            </a:r>
            <a:r>
              <a:rPr b="0" lang="de-DE" sz="1800" strike="noStrike" u="none">
                <a:solidFill>
                  <a:schemeClr val="dk1"/>
                </a:solidFill>
                <a:uFillTx/>
                <a:latin typeface="Calibri"/>
              </a:rPr>
              <a:t>, </a:t>
            </a:r>
            <a:r>
              <a:rPr b="0" lang="de-DE" sz="1800" strike="noStrike" u="none">
                <a:solidFill>
                  <a:srgbClr val="000000"/>
                </a:solidFill>
                <a:uFillTx/>
                <a:latin typeface="Calibri"/>
              </a:rPr>
              <a:t>OnDestroy </a:t>
            </a:r>
            <a:r>
              <a:rPr b="0" lang="de-DE" sz="1800" strike="noStrike" u="none">
                <a:solidFill>
                  <a:schemeClr val="dk1"/>
                </a:solidFill>
                <a:uFillTx/>
                <a:latin typeface="Calibri"/>
              </a:rPr>
              <a:t>{</a:t>
            </a:r>
            <a:br>
              <a:rPr sz="1800"/>
            </a:br>
            <a:br>
              <a:rPr sz="1800"/>
            </a:br>
            <a:r>
              <a:rPr b="0" lang="de-DE" sz="1800" strike="noStrike" u="none">
                <a:solidFill>
                  <a:schemeClr val="dk1"/>
                </a:solidFill>
                <a:uFillTx/>
                <a:latin typeface="Calibri"/>
              </a:rPr>
              <a:t>    </a:t>
            </a:r>
            <a:r>
              <a:rPr b="0" lang="de-DE" sz="1800" strike="noStrike" u="none">
                <a:solidFill>
                  <a:srgbClr val="0033b3"/>
                </a:solidFill>
                <a:uFillTx/>
                <a:latin typeface="Calibri"/>
              </a:rPr>
              <a:t>public </a:t>
            </a:r>
            <a:r>
              <a:rPr b="0" lang="de-DE" sz="1800" strike="noStrike" u="none">
                <a:solidFill>
                  <a:srgbClr val="871094"/>
                </a:solidFill>
                <a:uFillTx/>
                <a:latin typeface="Calibri"/>
              </a:rPr>
              <a:t>title </a:t>
            </a:r>
            <a:r>
              <a:rPr b="0" lang="de-DE" sz="1800" strike="noStrike" u="none">
                <a:solidFill>
                  <a:schemeClr val="dk1"/>
                </a:solidFill>
                <a:uFillTx/>
                <a:latin typeface="Calibri"/>
              </a:rPr>
              <a:t>= </a:t>
            </a:r>
            <a:r>
              <a:rPr b="0" lang="de-DE" sz="1800" strike="noStrike" u="none">
                <a:solidFill>
                  <a:srgbClr val="067d17"/>
                </a:solidFill>
                <a:uFillTx/>
                <a:latin typeface="Calibri"/>
              </a:rPr>
              <a:t>"theFrontend"</a:t>
            </a:r>
            <a:r>
              <a:rPr b="0" lang="de-DE" sz="1800" strike="noStrike" u="none">
                <a:solidFill>
                  <a:schemeClr val="dk1"/>
                </a:solidFill>
                <a:uFillTx/>
                <a:latin typeface="Calibri"/>
              </a:rPr>
              <a:t>;</a:t>
            </a:r>
            <a:endParaRPr b="0" lang="de-DE" sz="1800" strike="noStrike" u="none">
              <a:solidFill>
                <a:srgbClr val="000000"/>
              </a:solidFill>
              <a:uFillTx/>
              <a:latin typeface="Arial"/>
            </a:endParaRPr>
          </a:p>
        </p:txBody>
      </p:sp>
      <p:sp>
        <p:nvSpPr>
          <p:cNvPr id="482" name="Legende mit Linie 1 5"/>
          <p:cNvSpPr/>
          <p:nvPr/>
        </p:nvSpPr>
        <p:spPr>
          <a:xfrm>
            <a:off x="8696160" y="2734920"/>
            <a:ext cx="2555280" cy="754920"/>
          </a:xfrm>
          <a:prstGeom prst="borderCallout1">
            <a:avLst>
              <a:gd name="adj1" fmla="val 18750"/>
              <a:gd name="adj2" fmla="val -8333"/>
              <a:gd name="adj3" fmla="val -18598"/>
              <a:gd name="adj4" fmla="val -129136"/>
            </a:avLst>
          </a:prstGeom>
          <a:gradFill rotWithShape="0">
            <a:gsLst>
              <a:gs pos="0">
                <a:srgbClr val="98c861"/>
              </a:gs>
              <a:gs pos="50000">
                <a:srgbClr val="8bc63e"/>
              </a:gs>
              <a:gs pos="100000">
                <a:srgbClr val="7cb831"/>
              </a:gs>
            </a:gsLst>
            <a:lin ang="5400000"/>
          </a:gradFill>
          <a:ln w="0">
            <a:noFill/>
          </a:ln>
          <a:effectLst>
            <a:outerShdw algn="ctr" blurRad="57240" dir="5400000" dist="19080" rotWithShape="0">
              <a:srgbClr val="000000">
                <a:alpha val="63000"/>
              </a:srgbClr>
            </a:outerShdw>
          </a:effectLst>
        </p:spPr>
        <p:style>
          <a:lnRef idx="0">
            <a:schemeClr val="accent2"/>
          </a:lnRef>
          <a:fillRef idx="3">
            <a:schemeClr val="accent2"/>
          </a:fillRef>
          <a:effectRef idx="3">
            <a:schemeClr val="accent2"/>
          </a:effectRef>
          <a:fontRef idx="minor"/>
        </p:style>
        <p:txBody>
          <a:bodyPr lIns="90000" rIns="90000" tIns="45000" bIns="45000" anchor="ctr">
            <a:noAutofit/>
          </a:bodyPr>
          <a:p>
            <a:pPr algn="ctr" defTabSz="914400">
              <a:lnSpc>
                <a:spcPct val="100000"/>
              </a:lnSpc>
            </a:pPr>
            <a:r>
              <a:rPr b="0" lang="de-DE" sz="1800" strike="noStrike" u="none">
                <a:solidFill>
                  <a:schemeClr val="dk1"/>
                </a:solidFill>
                <a:uFillTx/>
                <a:latin typeface="Calibri"/>
              </a:rPr>
              <a:t>Referenz auf den Einstiegspunkt</a:t>
            </a:r>
            <a:endParaRPr b="0" lang="de-DE" sz="1800" strike="noStrike" u="none">
              <a:solidFill>
                <a:srgbClr val="000000"/>
              </a:solidFill>
              <a:uFillTx/>
              <a:latin typeface="Arial"/>
            </a:endParaRPr>
          </a:p>
        </p:txBody>
      </p:sp>
      <p:sp>
        <p:nvSpPr>
          <p:cNvPr id="483" name="Legende mit Linie 1 9"/>
          <p:cNvSpPr/>
          <p:nvPr/>
        </p:nvSpPr>
        <p:spPr>
          <a:xfrm>
            <a:off x="8696160" y="3706920"/>
            <a:ext cx="2555280" cy="682920"/>
          </a:xfrm>
          <a:prstGeom prst="borderCallout1">
            <a:avLst>
              <a:gd name="adj1" fmla="val 18750"/>
              <a:gd name="adj2" fmla="val -8333"/>
              <a:gd name="adj3" fmla="val -101397"/>
              <a:gd name="adj4" fmla="val -73759"/>
            </a:avLst>
          </a:prstGeom>
          <a:gradFill rotWithShape="0">
            <a:gsLst>
              <a:gs pos="0">
                <a:srgbClr val="98c861"/>
              </a:gs>
              <a:gs pos="50000">
                <a:srgbClr val="8bc63e"/>
              </a:gs>
              <a:gs pos="100000">
                <a:srgbClr val="7cb831"/>
              </a:gs>
            </a:gsLst>
            <a:lin ang="5400000"/>
          </a:gradFill>
          <a:ln w="0">
            <a:noFill/>
          </a:ln>
          <a:effectLst>
            <a:outerShdw algn="ctr" blurRad="57240" dir="5400000" dist="19080" rotWithShape="0">
              <a:srgbClr val="000000">
                <a:alpha val="63000"/>
              </a:srgbClr>
            </a:outerShdw>
          </a:effectLst>
        </p:spPr>
        <p:style>
          <a:lnRef idx="0">
            <a:schemeClr val="accent2"/>
          </a:lnRef>
          <a:fillRef idx="3">
            <a:schemeClr val="accent2"/>
          </a:fillRef>
          <a:effectRef idx="3">
            <a:schemeClr val="accent2"/>
          </a:effectRef>
          <a:fontRef idx="minor"/>
        </p:style>
        <p:txBody>
          <a:bodyPr lIns="90000" rIns="90000" tIns="45000" bIns="45000" anchor="ctr">
            <a:noAutofit/>
          </a:bodyPr>
          <a:p>
            <a:pPr algn="ctr" defTabSz="914400">
              <a:lnSpc>
                <a:spcPct val="100000"/>
              </a:lnSpc>
            </a:pPr>
            <a:r>
              <a:rPr b="0" lang="de-DE" sz="1800" strike="noStrike" u="none">
                <a:solidFill>
                  <a:schemeClr val="dk1"/>
                </a:solidFill>
                <a:uFillTx/>
                <a:latin typeface="Calibri"/>
              </a:rPr>
              <a:t>Referenz auf Template und CSS</a:t>
            </a:r>
            <a:endParaRPr b="0" lang="de-DE" sz="1800" strike="noStrike" u="none">
              <a:solidFill>
                <a:srgbClr val="000000"/>
              </a:solidFill>
              <a:uFillTx/>
              <a:latin typeface="Arial"/>
            </a:endParaRPr>
          </a:p>
        </p:txBody>
      </p:sp>
      <p:sp>
        <p:nvSpPr>
          <p:cNvPr id="484" name="Legende mit Linie 1 10"/>
          <p:cNvSpPr/>
          <p:nvPr/>
        </p:nvSpPr>
        <p:spPr>
          <a:xfrm>
            <a:off x="8696160" y="1690560"/>
            <a:ext cx="2555280" cy="754920"/>
          </a:xfrm>
          <a:prstGeom prst="borderCallout1">
            <a:avLst>
              <a:gd name="adj1" fmla="val 18750"/>
              <a:gd name="adj2" fmla="val -8333"/>
              <a:gd name="adj3" fmla="val 26754"/>
              <a:gd name="adj4" fmla="val -54499"/>
            </a:avLst>
          </a:prstGeom>
          <a:gradFill rotWithShape="0">
            <a:gsLst>
              <a:gs pos="0">
                <a:srgbClr val="98c861"/>
              </a:gs>
              <a:gs pos="50000">
                <a:srgbClr val="8bc63e"/>
              </a:gs>
              <a:gs pos="100000">
                <a:srgbClr val="7cb831"/>
              </a:gs>
            </a:gsLst>
            <a:lin ang="5400000"/>
          </a:gradFill>
          <a:ln w="0">
            <a:noFill/>
          </a:ln>
          <a:effectLst>
            <a:outerShdw algn="ctr" blurRad="57240" dir="5400000" dist="19080" rotWithShape="0">
              <a:srgbClr val="000000">
                <a:alpha val="63000"/>
              </a:srgbClr>
            </a:outerShdw>
          </a:effectLst>
        </p:spPr>
        <p:style>
          <a:lnRef idx="0">
            <a:schemeClr val="accent2"/>
          </a:lnRef>
          <a:fillRef idx="3">
            <a:schemeClr val="accent2"/>
          </a:fillRef>
          <a:effectRef idx="3">
            <a:schemeClr val="accent2"/>
          </a:effectRef>
          <a:fontRef idx="minor"/>
        </p:style>
        <p:txBody>
          <a:bodyPr lIns="90000" rIns="90000" tIns="45000" bIns="45000" anchor="ctr">
            <a:noAutofit/>
          </a:bodyPr>
          <a:p>
            <a:pPr algn="ctr" defTabSz="914400">
              <a:lnSpc>
                <a:spcPct val="100000"/>
              </a:lnSpc>
            </a:pPr>
            <a:r>
              <a:rPr b="0" lang="de-DE" sz="1800" strike="noStrike" u="none">
                <a:solidFill>
                  <a:schemeClr val="dk1"/>
                </a:solidFill>
                <a:uFillTx/>
                <a:latin typeface="Calibri"/>
              </a:rPr>
              <a:t>TypeScript-Import der Angular-Core-Bibliothek</a:t>
            </a:r>
            <a:endParaRPr b="0" lang="de-DE" sz="1800" strike="noStrike" u="none">
              <a:solidFill>
                <a:srgbClr val="000000"/>
              </a:solidFill>
              <a:uFillTx/>
              <a:latin typeface="Arial"/>
            </a:endParaRPr>
          </a:p>
        </p:txBody>
      </p:sp>
      <p:sp>
        <p:nvSpPr>
          <p:cNvPr id="485" name="Legende mit Linie 1 11"/>
          <p:cNvSpPr/>
          <p:nvPr/>
        </p:nvSpPr>
        <p:spPr>
          <a:xfrm>
            <a:off x="8696160" y="4552920"/>
            <a:ext cx="2555280" cy="754920"/>
          </a:xfrm>
          <a:prstGeom prst="borderCallout1">
            <a:avLst>
              <a:gd name="adj1" fmla="val 18750"/>
              <a:gd name="adj2" fmla="val -8333"/>
              <a:gd name="adj3" fmla="val -89533"/>
              <a:gd name="adj4" fmla="val -115378"/>
            </a:avLst>
          </a:prstGeom>
          <a:gradFill rotWithShape="0">
            <a:gsLst>
              <a:gs pos="0">
                <a:srgbClr val="98c861"/>
              </a:gs>
              <a:gs pos="50000">
                <a:srgbClr val="8bc63e"/>
              </a:gs>
              <a:gs pos="100000">
                <a:srgbClr val="7cb831"/>
              </a:gs>
            </a:gsLst>
            <a:lin ang="5400000"/>
          </a:gradFill>
          <a:ln w="0">
            <a:noFill/>
          </a:ln>
          <a:effectLst>
            <a:outerShdw algn="ctr" blurRad="57240" dir="5400000" dist="19080" rotWithShape="0">
              <a:srgbClr val="000000">
                <a:alpha val="63000"/>
              </a:srgbClr>
            </a:outerShdw>
          </a:effectLst>
        </p:spPr>
        <p:style>
          <a:lnRef idx="0">
            <a:schemeClr val="accent2"/>
          </a:lnRef>
          <a:fillRef idx="3">
            <a:schemeClr val="accent2"/>
          </a:fillRef>
          <a:effectRef idx="3">
            <a:schemeClr val="accent2"/>
          </a:effectRef>
          <a:fontRef idx="minor"/>
        </p:style>
        <p:txBody>
          <a:bodyPr lIns="90000" rIns="90000" tIns="45000" bIns="45000" anchor="ctr">
            <a:noAutofit/>
          </a:bodyPr>
          <a:p>
            <a:pPr algn="ctr" defTabSz="914400">
              <a:lnSpc>
                <a:spcPct val="100000"/>
              </a:lnSpc>
            </a:pPr>
            <a:r>
              <a:rPr b="0" lang="de-DE" sz="1800" strike="noStrike" u="none">
                <a:solidFill>
                  <a:schemeClr val="dk1"/>
                </a:solidFill>
                <a:uFillTx/>
                <a:latin typeface="Calibri"/>
              </a:rPr>
              <a:t>Definition einer Variablen und </a:t>
            </a:r>
            <a:endParaRPr b="0" lang="de-DE" sz="1800" strike="noStrike" u="none">
              <a:solidFill>
                <a:srgbClr val="000000"/>
              </a:solidFill>
              <a:uFillTx/>
              <a:latin typeface="Arial"/>
            </a:endParaRPr>
          </a:p>
          <a:p>
            <a:pPr algn="ctr" defTabSz="914400">
              <a:lnSpc>
                <a:spcPct val="100000"/>
              </a:lnSpc>
            </a:pPr>
            <a:r>
              <a:rPr b="0" lang="de-DE" sz="1800" strike="noStrike" u="none">
                <a:solidFill>
                  <a:schemeClr val="dk1"/>
                </a:solidFill>
                <a:uFillTx/>
                <a:latin typeface="Calibri"/>
              </a:rPr>
              <a:t>Wert-Zuweisung</a:t>
            </a:r>
            <a:endParaRPr b="0" lang="de-DE" sz="1800" strike="noStrike" u="none">
              <a:solidFill>
                <a:srgbClr val="000000"/>
              </a:solidFill>
              <a:uFillTx/>
              <a:latin typeface="Arial"/>
            </a:endParaRPr>
          </a:p>
        </p:txBody>
      </p:sp>
      <p:cxnSp>
        <p:nvCxnSpPr>
          <p:cNvPr id="486" name="Gerade Verbindung mit Pfeil 8"/>
          <p:cNvCxnSpPr/>
          <p:nvPr/>
        </p:nvCxnSpPr>
        <p:spPr>
          <a:xfrm flipH="1">
            <a:off x="7547040" y="2162520"/>
            <a:ext cx="1150200" cy="1080"/>
          </a:xfrm>
          <a:prstGeom prst="straightConnector1">
            <a:avLst/>
          </a:prstGeom>
          <a:ln w="0">
            <a:solidFill>
              <a:srgbClr val="1d9a78"/>
            </a:solidFill>
            <a:tailEnd len="med" type="triangle" w="med"/>
          </a:ln>
        </p:spPr>
      </p:cxnSp>
      <p:cxnSp>
        <p:nvCxnSpPr>
          <p:cNvPr id="487" name="Gerade Verbindung mit Pfeil 13"/>
          <p:cNvCxnSpPr/>
          <p:nvPr/>
        </p:nvCxnSpPr>
        <p:spPr>
          <a:xfrm flipH="1" flipV="1">
            <a:off x="3607200" y="2604240"/>
            <a:ext cx="5518080" cy="421920"/>
          </a:xfrm>
          <a:prstGeom prst="straightConnector1">
            <a:avLst/>
          </a:prstGeom>
          <a:ln w="0">
            <a:solidFill>
              <a:srgbClr val="1d9a78"/>
            </a:solidFill>
            <a:tailEnd len="med" type="triangle" w="med"/>
          </a:ln>
        </p:spPr>
      </p:cxnSp>
      <p:cxnSp>
        <p:nvCxnSpPr>
          <p:cNvPr id="488" name="Gerade Verbindung mit Pfeil 15"/>
          <p:cNvCxnSpPr>
            <a:stCxn id="483" idx="2"/>
          </p:cNvCxnSpPr>
          <p:nvPr/>
        </p:nvCxnSpPr>
        <p:spPr>
          <a:xfrm flipH="1" flipV="1">
            <a:off x="4672080" y="3108240"/>
            <a:ext cx="5302080" cy="1281960"/>
          </a:xfrm>
          <a:prstGeom prst="straightConnector1">
            <a:avLst/>
          </a:prstGeom>
          <a:ln w="0">
            <a:solidFill>
              <a:srgbClr val="1d9a78"/>
            </a:solidFill>
            <a:tailEnd len="med" type="triangle" w="med"/>
          </a:ln>
        </p:spPr>
      </p:cxnSp>
      <p:cxnSp>
        <p:nvCxnSpPr>
          <p:cNvPr id="489" name="Gerade Verbindung mit Pfeil 17"/>
          <p:cNvCxnSpPr/>
          <p:nvPr/>
        </p:nvCxnSpPr>
        <p:spPr>
          <a:xfrm flipH="1" flipV="1">
            <a:off x="3953880" y="4289760"/>
            <a:ext cx="4510440" cy="458640"/>
          </a:xfrm>
          <a:prstGeom prst="straightConnector1">
            <a:avLst/>
          </a:prstGeom>
          <a:ln w="0">
            <a:solidFill>
              <a:srgbClr val="1d9a78"/>
            </a:solidFill>
            <a:tailEnd len="med" type="triangle" w="med"/>
          </a:ln>
        </p:spPr>
      </p:cxn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91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90" name="PlaceHolder 1"/>
          <p:cNvSpPr>
            <a:spLocks noGrp="1"/>
          </p:cNvSpPr>
          <p:nvPr>
            <p:ph type="title"/>
          </p:nvPr>
        </p:nvSpPr>
        <p:spPr>
          <a:xfrm>
            <a:off x="838080" y="365040"/>
            <a:ext cx="10514520" cy="132444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ctr">
            <a:noAutofit/>
          </a:bodyPr>
          <a:p>
            <a:pPr indent="0" defTabSz="914400">
              <a:lnSpc>
                <a:spcPct val="90000"/>
              </a:lnSpc>
              <a:buNone/>
              <a:tabLst>
                <a:tab algn="l" pos="0"/>
              </a:tabLst>
            </a:pPr>
            <a:r>
              <a:rPr b="0" lang="de-DE" sz="4400" strike="noStrike" u="none">
                <a:solidFill>
                  <a:schemeClr val="dk1"/>
                </a:solidFill>
                <a:uFillTx/>
                <a:latin typeface="Calibri Light"/>
              </a:rPr>
              <a:t>Angular-Module: Das HTML-Template</a:t>
            </a:r>
            <a:endParaRPr b="0" lang="de-DE" sz="4400" strike="noStrike" u="none">
              <a:solidFill>
                <a:srgbClr val="000000"/>
              </a:solidFill>
              <a:uFillTx/>
              <a:latin typeface="Arial"/>
            </a:endParaRPr>
          </a:p>
        </p:txBody>
      </p:sp>
      <p:grpSp>
        <p:nvGrpSpPr>
          <p:cNvPr id="491" name="Gruppieren 5"/>
          <p:cNvGrpSpPr/>
          <p:nvPr/>
        </p:nvGrpSpPr>
        <p:grpSpPr>
          <a:xfrm>
            <a:off x="838080" y="1384200"/>
            <a:ext cx="9035640" cy="5266080"/>
            <a:chOff x="838080" y="1384200"/>
            <a:chExt cx="9035640" cy="5266080"/>
          </a:xfrm>
        </p:grpSpPr>
        <p:pic>
          <p:nvPicPr>
            <p:cNvPr id="492" name="Picture 2" descr=""/>
            <p:cNvPicPr/>
            <p:nvPr/>
          </p:nvPicPr>
          <p:blipFill>
            <a:blip r:embed="rId1"/>
            <a:srcRect l="0" t="0" r="31411" b="0"/>
            <a:stretch/>
          </p:blipFill>
          <p:spPr>
            <a:xfrm>
              <a:off x="838080" y="1384200"/>
              <a:ext cx="7164720" cy="5266080"/>
            </a:xfrm>
            <a:prstGeom prst="rect">
              <a:avLst/>
            </a:prstGeom>
            <a:noFill/>
            <a:ln w="0">
              <a:noFill/>
            </a:ln>
          </p:spPr>
        </p:pic>
        <p:sp>
          <p:nvSpPr>
            <p:cNvPr id="493" name="Legende mit Linie 1 6"/>
            <p:cNvSpPr/>
            <p:nvPr/>
          </p:nvSpPr>
          <p:spPr>
            <a:xfrm>
              <a:off x="7318440" y="2037600"/>
              <a:ext cx="2555280" cy="1006920"/>
            </a:xfrm>
            <a:prstGeom prst="borderCallout1">
              <a:avLst>
                <a:gd name="adj1" fmla="val 18750"/>
                <a:gd name="adj2" fmla="val -8333"/>
                <a:gd name="adj3" fmla="val 37220"/>
                <a:gd name="adj4" fmla="val -87862"/>
              </a:avLst>
            </a:prstGeom>
            <a:gradFill rotWithShape="0">
              <a:gsLst>
                <a:gs pos="0">
                  <a:srgbClr val="98c861"/>
                </a:gs>
                <a:gs pos="50000">
                  <a:srgbClr val="8bc63e"/>
                </a:gs>
                <a:gs pos="100000">
                  <a:srgbClr val="7cb831"/>
                </a:gs>
              </a:gsLst>
              <a:lin ang="5400000"/>
            </a:gradFill>
            <a:ln w="0">
              <a:noFill/>
            </a:ln>
            <a:effectLst>
              <a:outerShdw algn="ctr" blurRad="57240" dir="5400000" dist="19080" rotWithShape="0">
                <a:srgbClr val="000000">
                  <a:alpha val="63000"/>
                </a:srgbClr>
              </a:outerShdw>
            </a:effectLst>
          </p:spPr>
          <p:style>
            <a:lnRef idx="0">
              <a:schemeClr val="accent2"/>
            </a:lnRef>
            <a:fillRef idx="3">
              <a:schemeClr val="accent2"/>
            </a:fillRef>
            <a:effectRef idx="3">
              <a:schemeClr val="accent2"/>
            </a:effectRef>
            <a:fontRef idx="minor"/>
          </p:style>
          <p:txBody>
            <a:bodyPr lIns="90000" rIns="90000" tIns="45000" bIns="45000" anchor="ctr">
              <a:noAutofit/>
            </a:bodyPr>
            <a:p>
              <a:pPr algn="ctr" defTabSz="914400">
                <a:lnSpc>
                  <a:spcPct val="100000"/>
                </a:lnSpc>
              </a:pPr>
              <a:r>
                <a:rPr b="0" lang="de-DE" sz="1800" strike="noStrike" u="none">
                  <a:solidFill>
                    <a:schemeClr val="dk1"/>
                  </a:solidFill>
                  <a:uFillTx/>
                  <a:latin typeface="Calibri"/>
                </a:rPr>
                <a:t>Referenzieren der Component-Variable mit Interpolation</a:t>
              </a:r>
              <a:endParaRPr b="0" lang="de-DE" sz="1800" strike="noStrike" u="none">
                <a:solidFill>
                  <a:srgbClr val="000000"/>
                </a:solidFill>
                <a:uFillTx/>
                <a:latin typeface="Arial"/>
              </a:endParaRPr>
            </a:p>
          </p:txBody>
        </p:sp>
      </p:grpSp>
      <p:cxnSp>
        <p:nvCxnSpPr>
          <p:cNvPr id="494" name="Gerade Verbindung mit Pfeil 8"/>
          <p:cNvCxnSpPr/>
          <p:nvPr/>
        </p:nvCxnSpPr>
        <p:spPr>
          <a:xfrm flipH="1">
            <a:off x="5198040" y="2541240"/>
            <a:ext cx="2121120" cy="15120"/>
          </a:xfrm>
          <a:prstGeom prst="straightConnector1">
            <a:avLst/>
          </a:prstGeom>
          <a:ln w="0">
            <a:solidFill>
              <a:srgbClr val="1d9a78"/>
            </a:solidFill>
            <a:tailEnd len="med" type="triangle" w="med"/>
          </a:ln>
        </p:spPr>
      </p:cxn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92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95" name="PlaceHolder 1"/>
          <p:cNvSpPr>
            <a:spLocks noGrp="1"/>
          </p:cNvSpPr>
          <p:nvPr>
            <p:ph type="title"/>
          </p:nvPr>
        </p:nvSpPr>
        <p:spPr>
          <a:xfrm>
            <a:off x="838080" y="365040"/>
            <a:ext cx="10514520" cy="132444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ctr">
            <a:noAutofit/>
          </a:bodyPr>
          <a:p>
            <a:pPr indent="0" defTabSz="914400">
              <a:lnSpc>
                <a:spcPct val="90000"/>
              </a:lnSpc>
              <a:buNone/>
              <a:tabLst>
                <a:tab algn="l" pos="0"/>
              </a:tabLst>
            </a:pPr>
            <a:r>
              <a:rPr b="0" lang="de-DE" sz="4400" strike="noStrike" u="none">
                <a:solidFill>
                  <a:schemeClr val="dk1"/>
                </a:solidFill>
                <a:uFillTx/>
                <a:latin typeface="Calibri Light"/>
              </a:rPr>
              <a:t>Angular-Module: Module-Deklaration</a:t>
            </a:r>
            <a:endParaRPr b="0" lang="de-DE" sz="4400" strike="noStrike" u="none">
              <a:solidFill>
                <a:srgbClr val="000000"/>
              </a:solidFill>
              <a:uFillTx/>
              <a:latin typeface="Arial"/>
            </a:endParaRPr>
          </a:p>
        </p:txBody>
      </p:sp>
      <p:grpSp>
        <p:nvGrpSpPr>
          <p:cNvPr id="496" name="Gruppieren 5"/>
          <p:cNvGrpSpPr/>
          <p:nvPr/>
        </p:nvGrpSpPr>
        <p:grpSpPr>
          <a:xfrm>
            <a:off x="1376280" y="1369800"/>
            <a:ext cx="8820000" cy="5312520"/>
            <a:chOff x="1376280" y="1369800"/>
            <a:chExt cx="8820000" cy="5312520"/>
          </a:xfrm>
        </p:grpSpPr>
        <p:pic>
          <p:nvPicPr>
            <p:cNvPr id="497" name="Picture 2" descr=""/>
            <p:cNvPicPr/>
            <p:nvPr/>
          </p:nvPicPr>
          <p:blipFill>
            <a:blip r:embed="rId1"/>
            <a:stretch/>
          </p:blipFill>
          <p:spPr>
            <a:xfrm>
              <a:off x="1376280" y="1369800"/>
              <a:ext cx="6418800" cy="4790160"/>
            </a:xfrm>
            <a:prstGeom prst="rect">
              <a:avLst/>
            </a:prstGeom>
            <a:noFill/>
            <a:ln w="0">
              <a:noFill/>
            </a:ln>
          </p:spPr>
        </p:pic>
        <p:sp>
          <p:nvSpPr>
            <p:cNvPr id="498" name="Legende mit Linie 1 6"/>
            <p:cNvSpPr/>
            <p:nvPr/>
          </p:nvSpPr>
          <p:spPr>
            <a:xfrm>
              <a:off x="7641000" y="1823040"/>
              <a:ext cx="2555280" cy="1006920"/>
            </a:xfrm>
            <a:prstGeom prst="borderCallout1">
              <a:avLst>
                <a:gd name="adj1" fmla="val 18750"/>
                <a:gd name="adj2" fmla="val -8333"/>
                <a:gd name="adj3" fmla="val 14544"/>
                <a:gd name="adj4" fmla="val -34550"/>
              </a:avLst>
            </a:prstGeom>
            <a:gradFill rotWithShape="0">
              <a:gsLst>
                <a:gs pos="0">
                  <a:srgbClr val="98c861"/>
                </a:gs>
                <a:gs pos="50000">
                  <a:srgbClr val="8bc63e"/>
                </a:gs>
                <a:gs pos="100000">
                  <a:srgbClr val="7cb831"/>
                </a:gs>
              </a:gsLst>
              <a:lin ang="5400000"/>
            </a:gradFill>
            <a:ln w="0">
              <a:noFill/>
            </a:ln>
            <a:effectLst>
              <a:outerShdw algn="ctr" blurRad="57240" dir="5400000" dist="19080" rotWithShape="0">
                <a:srgbClr val="000000">
                  <a:alpha val="63000"/>
                </a:srgbClr>
              </a:outerShdw>
            </a:effectLst>
          </p:spPr>
          <p:style>
            <a:lnRef idx="0">
              <a:schemeClr val="accent2"/>
            </a:lnRef>
            <a:fillRef idx="3">
              <a:schemeClr val="accent2"/>
            </a:fillRef>
            <a:effectRef idx="3">
              <a:schemeClr val="accent2"/>
            </a:effectRef>
            <a:fontRef idx="minor"/>
          </p:style>
          <p:txBody>
            <a:bodyPr lIns="90000" rIns="90000" tIns="45000" bIns="45000" anchor="ctr">
              <a:noAutofit/>
            </a:bodyPr>
            <a:p>
              <a:pPr algn="ctr" defTabSz="914400">
                <a:lnSpc>
                  <a:spcPct val="100000"/>
                </a:lnSpc>
              </a:pPr>
              <a:r>
                <a:rPr b="0" lang="de-DE" sz="1800" strike="noStrike" u="none">
                  <a:solidFill>
                    <a:schemeClr val="dk1"/>
                  </a:solidFill>
                  <a:uFillTx/>
                  <a:latin typeface="Calibri"/>
                </a:rPr>
                <a:t>Import von Angular-Core und dem Browser-Support</a:t>
              </a:r>
              <a:endParaRPr b="0" lang="de-DE" sz="1800" strike="noStrike" u="none">
                <a:solidFill>
                  <a:srgbClr val="000000"/>
                </a:solidFill>
                <a:uFillTx/>
                <a:latin typeface="Arial"/>
              </a:endParaRPr>
            </a:p>
          </p:txBody>
        </p:sp>
        <p:sp>
          <p:nvSpPr>
            <p:cNvPr id="499" name="Legende mit Linie 1 7"/>
            <p:cNvSpPr/>
            <p:nvPr/>
          </p:nvSpPr>
          <p:spPr>
            <a:xfrm>
              <a:off x="7641000" y="2975040"/>
              <a:ext cx="2555280" cy="1006920"/>
            </a:xfrm>
            <a:prstGeom prst="borderCallout1">
              <a:avLst>
                <a:gd name="adj1" fmla="val 18750"/>
                <a:gd name="adj2" fmla="val -8333"/>
                <a:gd name="adj3" fmla="val -14237"/>
                <a:gd name="adj4" fmla="val -42805"/>
              </a:avLst>
            </a:prstGeom>
            <a:gradFill rotWithShape="0">
              <a:gsLst>
                <a:gs pos="0">
                  <a:srgbClr val="98c861"/>
                </a:gs>
                <a:gs pos="50000">
                  <a:srgbClr val="8bc63e"/>
                </a:gs>
                <a:gs pos="100000">
                  <a:srgbClr val="7cb831"/>
                </a:gs>
              </a:gsLst>
              <a:lin ang="5400000"/>
            </a:gradFill>
            <a:ln w="0">
              <a:noFill/>
            </a:ln>
            <a:effectLst>
              <a:outerShdw algn="ctr" blurRad="57240" dir="5400000" dist="19080" rotWithShape="0">
                <a:srgbClr val="000000">
                  <a:alpha val="63000"/>
                </a:srgbClr>
              </a:outerShdw>
            </a:effectLst>
          </p:spPr>
          <p:style>
            <a:lnRef idx="0">
              <a:schemeClr val="accent2"/>
            </a:lnRef>
            <a:fillRef idx="3">
              <a:schemeClr val="accent2"/>
            </a:fillRef>
            <a:effectRef idx="3">
              <a:schemeClr val="accent2"/>
            </a:effectRef>
            <a:fontRef idx="minor"/>
          </p:style>
          <p:txBody>
            <a:bodyPr lIns="90000" rIns="90000" tIns="45000" bIns="45000" anchor="ctr">
              <a:noAutofit/>
            </a:bodyPr>
            <a:p>
              <a:pPr algn="ctr" defTabSz="914400">
                <a:lnSpc>
                  <a:spcPct val="100000"/>
                </a:lnSpc>
              </a:pPr>
              <a:r>
                <a:rPr b="0" lang="de-DE" sz="1800" strike="noStrike" u="none">
                  <a:solidFill>
                    <a:schemeClr val="dk1"/>
                  </a:solidFill>
                  <a:uFillTx/>
                  <a:latin typeface="Calibri"/>
                </a:rPr>
                <a:t>Import der eigenen Komponente</a:t>
              </a:r>
              <a:endParaRPr b="0" lang="de-DE" sz="1800" strike="noStrike" u="none">
                <a:solidFill>
                  <a:srgbClr val="000000"/>
                </a:solidFill>
                <a:uFillTx/>
                <a:latin typeface="Arial"/>
              </a:endParaRPr>
            </a:p>
          </p:txBody>
        </p:sp>
        <p:sp>
          <p:nvSpPr>
            <p:cNvPr id="500" name="Legende mit Linie 1 8"/>
            <p:cNvSpPr/>
            <p:nvPr/>
          </p:nvSpPr>
          <p:spPr>
            <a:xfrm>
              <a:off x="7641000" y="5675400"/>
              <a:ext cx="2555280" cy="1006920"/>
            </a:xfrm>
            <a:prstGeom prst="borderCallout1">
              <a:avLst>
                <a:gd name="adj1" fmla="val 18750"/>
                <a:gd name="adj2" fmla="val -8333"/>
                <a:gd name="adj3" fmla="val 20649"/>
                <a:gd name="adj4" fmla="val -117442"/>
              </a:avLst>
            </a:prstGeom>
            <a:gradFill rotWithShape="0">
              <a:gsLst>
                <a:gs pos="0">
                  <a:srgbClr val="98c861"/>
                </a:gs>
                <a:gs pos="50000">
                  <a:srgbClr val="8bc63e"/>
                </a:gs>
                <a:gs pos="100000">
                  <a:srgbClr val="7cb831"/>
                </a:gs>
              </a:gsLst>
              <a:lin ang="5400000"/>
            </a:gradFill>
            <a:ln w="0">
              <a:noFill/>
            </a:ln>
            <a:effectLst>
              <a:outerShdw algn="ctr" blurRad="57240" dir="5400000" dist="19080" rotWithShape="0">
                <a:srgbClr val="000000">
                  <a:alpha val="63000"/>
                </a:srgbClr>
              </a:outerShdw>
            </a:effectLst>
          </p:spPr>
          <p:style>
            <a:lnRef idx="0">
              <a:schemeClr val="accent2"/>
            </a:lnRef>
            <a:fillRef idx="3">
              <a:schemeClr val="accent2"/>
            </a:fillRef>
            <a:effectRef idx="3">
              <a:schemeClr val="accent2"/>
            </a:effectRef>
            <a:fontRef idx="minor"/>
          </p:style>
          <p:txBody>
            <a:bodyPr lIns="90000" rIns="90000" tIns="45000" bIns="45000" anchor="ctr">
              <a:noAutofit/>
            </a:bodyPr>
            <a:p>
              <a:pPr algn="ctr" defTabSz="914400">
                <a:lnSpc>
                  <a:spcPct val="100000"/>
                </a:lnSpc>
              </a:pPr>
              <a:r>
                <a:rPr b="0" lang="de-DE" sz="1800" strike="noStrike" u="none">
                  <a:solidFill>
                    <a:schemeClr val="dk1"/>
                  </a:solidFill>
                  <a:uFillTx/>
                  <a:latin typeface="Calibri"/>
                </a:rPr>
                <a:t>Durch den Export wird das Modul aktiviert</a:t>
              </a:r>
              <a:endParaRPr b="0" lang="de-DE" sz="1800" strike="noStrike" u="none">
                <a:solidFill>
                  <a:srgbClr val="000000"/>
                </a:solidFill>
                <a:uFillTx/>
                <a:latin typeface="Arial"/>
              </a:endParaRPr>
            </a:p>
          </p:txBody>
        </p:sp>
        <p:sp>
          <p:nvSpPr>
            <p:cNvPr id="501" name="Legende mit Linie 1 9"/>
            <p:cNvSpPr/>
            <p:nvPr/>
          </p:nvSpPr>
          <p:spPr>
            <a:xfrm>
              <a:off x="7641000" y="4271400"/>
              <a:ext cx="2555280" cy="1006920"/>
            </a:xfrm>
            <a:prstGeom prst="borderCallout1">
              <a:avLst>
                <a:gd name="adj1" fmla="val 18750"/>
                <a:gd name="adj2" fmla="val -8333"/>
                <a:gd name="adj3" fmla="val 50303"/>
                <a:gd name="adj4" fmla="val -120193"/>
              </a:avLst>
            </a:prstGeom>
            <a:gradFill rotWithShape="0">
              <a:gsLst>
                <a:gs pos="0">
                  <a:srgbClr val="98c861"/>
                </a:gs>
                <a:gs pos="50000">
                  <a:srgbClr val="8bc63e"/>
                </a:gs>
                <a:gs pos="100000">
                  <a:srgbClr val="7cb831"/>
                </a:gs>
              </a:gsLst>
              <a:lin ang="5400000"/>
            </a:gradFill>
            <a:ln w="0">
              <a:noFill/>
            </a:ln>
            <a:effectLst>
              <a:outerShdw algn="ctr" blurRad="57240" dir="5400000" dist="19080" rotWithShape="0">
                <a:srgbClr val="000000">
                  <a:alpha val="63000"/>
                </a:srgbClr>
              </a:outerShdw>
            </a:effectLst>
          </p:spPr>
          <p:style>
            <a:lnRef idx="0">
              <a:schemeClr val="accent2"/>
            </a:lnRef>
            <a:fillRef idx="3">
              <a:schemeClr val="accent2"/>
            </a:fillRef>
            <a:effectRef idx="3">
              <a:schemeClr val="accent2"/>
            </a:effectRef>
            <a:fontRef idx="minor"/>
          </p:style>
          <p:txBody>
            <a:bodyPr lIns="90000" rIns="90000" tIns="45000" bIns="45000" anchor="ctr">
              <a:noAutofit/>
            </a:bodyPr>
            <a:p>
              <a:pPr algn="ctr" defTabSz="914400">
                <a:lnSpc>
                  <a:spcPct val="100000"/>
                </a:lnSpc>
              </a:pPr>
              <a:r>
                <a:rPr b="0" lang="de-DE" sz="1800" strike="noStrike" u="none">
                  <a:solidFill>
                    <a:schemeClr val="dk1"/>
                  </a:solidFill>
                  <a:uFillTx/>
                  <a:latin typeface="Calibri"/>
                </a:rPr>
                <a:t>Definition aller Eigenschaften des Moduls</a:t>
              </a:r>
              <a:endParaRPr b="0" lang="de-DE" sz="1800" strike="noStrike" u="none">
                <a:solidFill>
                  <a:srgbClr val="000000"/>
                </a:solidFill>
                <a:uFillTx/>
                <a:latin typeface="Arial"/>
              </a:endParaRPr>
            </a:p>
          </p:txBody>
        </p:sp>
      </p:grpSp>
      <p:cxnSp>
        <p:nvCxnSpPr>
          <p:cNvPr id="502" name="Gerade Verbindung mit Pfeil 11"/>
          <p:cNvCxnSpPr/>
          <p:nvPr/>
        </p:nvCxnSpPr>
        <p:spPr>
          <a:xfrm flipH="1" flipV="1">
            <a:off x="5861880" y="2975040"/>
            <a:ext cx="1479240" cy="455040"/>
          </a:xfrm>
          <a:prstGeom prst="straightConnector1">
            <a:avLst/>
          </a:prstGeom>
          <a:ln w="0">
            <a:solidFill>
              <a:srgbClr val="1d9a78"/>
            </a:solidFill>
            <a:tailEnd len="med" type="triangle" w="med"/>
          </a:ln>
        </p:spPr>
      </p:cxnSp>
      <p:cxnSp>
        <p:nvCxnSpPr>
          <p:cNvPr id="503" name="Gerade Verbindung mit Pfeil 17"/>
          <p:cNvCxnSpPr/>
          <p:nvPr/>
        </p:nvCxnSpPr>
        <p:spPr>
          <a:xfrm flipH="1" flipV="1">
            <a:off x="3769560" y="3983040"/>
            <a:ext cx="3398400" cy="678240"/>
          </a:xfrm>
          <a:prstGeom prst="straightConnector1">
            <a:avLst/>
          </a:prstGeom>
          <a:ln w="0">
            <a:solidFill>
              <a:srgbClr val="1d9a78"/>
            </a:solidFill>
            <a:tailEnd len="med" type="triangle" w="med"/>
          </a:ln>
        </p:spPr>
      </p:cxnSp>
      <p:cxnSp>
        <p:nvCxnSpPr>
          <p:cNvPr id="504" name="Gerade Verbindung mit Pfeil 19"/>
          <p:cNvCxnSpPr/>
          <p:nvPr/>
        </p:nvCxnSpPr>
        <p:spPr>
          <a:xfrm flipH="1">
            <a:off x="2275560" y="6021000"/>
            <a:ext cx="5366160" cy="1080"/>
          </a:xfrm>
          <a:prstGeom prst="straightConnector1">
            <a:avLst/>
          </a:prstGeom>
          <a:ln w="0">
            <a:solidFill>
              <a:srgbClr val="1d9a78"/>
            </a:solidFill>
            <a:tailEnd len="med" type="triangle" w="med"/>
          </a:ln>
        </p:spPr>
      </p:cxn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93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05" name="PlaceHolder 1"/>
          <p:cNvSpPr>
            <a:spLocks noGrp="1"/>
          </p:cNvSpPr>
          <p:nvPr>
            <p:ph type="title"/>
          </p:nvPr>
        </p:nvSpPr>
        <p:spPr>
          <a:xfrm>
            <a:off x="838080" y="365040"/>
            <a:ext cx="10514520" cy="132444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ctr">
            <a:noAutofit/>
          </a:bodyPr>
          <a:p>
            <a:pPr indent="0" defTabSz="914400">
              <a:lnSpc>
                <a:spcPct val="90000"/>
              </a:lnSpc>
              <a:buNone/>
              <a:tabLst>
                <a:tab algn="l" pos="0"/>
              </a:tabLst>
            </a:pPr>
            <a:r>
              <a:rPr b="0" lang="de-DE" sz="4400" strike="noStrike" u="none">
                <a:solidFill>
                  <a:schemeClr val="dk1"/>
                </a:solidFill>
                <a:uFillTx/>
                <a:latin typeface="Calibri Light"/>
              </a:rPr>
              <a:t>Ablauf bis hier her</a:t>
            </a:r>
            <a:endParaRPr b="0" lang="de-DE" sz="4400" strike="noStrike" u="none">
              <a:solidFill>
                <a:srgbClr val="000000"/>
              </a:solidFill>
              <a:uFillTx/>
              <a:latin typeface="Arial"/>
            </a:endParaRPr>
          </a:p>
        </p:txBody>
      </p:sp>
      <p:sp>
        <p:nvSpPr>
          <p:cNvPr id="506" name="PlaceHolder 2"/>
          <p:cNvSpPr>
            <a:spLocks noGrp="1"/>
          </p:cNvSpPr>
          <p:nvPr>
            <p:ph/>
          </p:nvPr>
        </p:nvSpPr>
        <p:spPr>
          <a:xfrm>
            <a:off x="838080" y="1825560"/>
            <a:ext cx="10514520" cy="435024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t">
            <a:noAutofit/>
          </a:bodyPr>
          <a:p>
            <a:pPr marL="228600" indent="-228600" defTabSz="914400">
              <a:lnSpc>
                <a:spcPct val="90000"/>
              </a:lnSpc>
              <a:spcBef>
                <a:spcPts val="1001"/>
              </a:spcBef>
              <a:buClr>
                <a:srgbClr val="000000"/>
              </a:buClr>
              <a:buFont typeface="Arial"/>
              <a:buChar char="•"/>
            </a:pPr>
            <a:r>
              <a:rPr b="0" lang="de-DE" sz="2800" strike="noStrike" u="none">
                <a:solidFill>
                  <a:schemeClr val="dk1"/>
                </a:solidFill>
                <a:uFillTx/>
                <a:latin typeface="Calibri"/>
              </a:rPr>
              <a:t>Ablauf bis hier</a:t>
            </a:r>
            <a:endParaRPr b="0" lang="de-DE" sz="2800" strike="noStrike" u="none">
              <a:solidFill>
                <a:srgbClr val="000000"/>
              </a:solidFill>
              <a:uFillTx/>
              <a:latin typeface="Arial"/>
            </a:endParaRPr>
          </a:p>
          <a:p>
            <a:pPr lvl="1" marL="685800" indent="-228600" defTabSz="914400">
              <a:lnSpc>
                <a:spcPct val="90000"/>
              </a:lnSpc>
              <a:spcBef>
                <a:spcPts val="499"/>
              </a:spcBef>
              <a:buClr>
                <a:srgbClr val="000000"/>
              </a:buClr>
              <a:buFont typeface="Arial"/>
              <a:buChar char="•"/>
            </a:pPr>
            <a:r>
              <a:rPr b="0" lang="de-DE" sz="2400" strike="noStrike" u="none">
                <a:solidFill>
                  <a:schemeClr val="dk1"/>
                </a:solidFill>
                <a:uFillTx/>
                <a:latin typeface="Calibri"/>
              </a:rPr>
              <a:t>Aufruf bootstrapModule mit Modul (AppModule)</a:t>
            </a:r>
            <a:endParaRPr b="0" lang="de-DE" sz="2400" strike="noStrike" u="none">
              <a:solidFill>
                <a:srgbClr val="000000"/>
              </a:solidFill>
              <a:uFillTx/>
              <a:latin typeface="Arial"/>
            </a:endParaRPr>
          </a:p>
          <a:p>
            <a:pPr lvl="1" marL="685800" indent="-228600" defTabSz="914400">
              <a:lnSpc>
                <a:spcPct val="90000"/>
              </a:lnSpc>
              <a:spcBef>
                <a:spcPts val="499"/>
              </a:spcBef>
              <a:buClr>
                <a:srgbClr val="000000"/>
              </a:buClr>
              <a:buFont typeface="Arial"/>
              <a:buChar char="•"/>
            </a:pPr>
            <a:r>
              <a:rPr b="0" lang="de-DE" sz="2400" strike="noStrike" u="none">
                <a:solidFill>
                  <a:schemeClr val="dk1"/>
                </a:solidFill>
                <a:uFillTx/>
                <a:latin typeface="Calibri"/>
              </a:rPr>
              <a:t>Modul ist Referenz auf eine Klasse</a:t>
            </a:r>
            <a:endParaRPr b="0" lang="de-DE" sz="2400" strike="noStrike" u="none">
              <a:solidFill>
                <a:srgbClr val="000000"/>
              </a:solidFill>
              <a:uFillTx/>
              <a:latin typeface="Arial"/>
            </a:endParaRPr>
          </a:p>
          <a:p>
            <a:pPr lvl="1" marL="685800" indent="-228600" defTabSz="914400">
              <a:lnSpc>
                <a:spcPct val="90000"/>
              </a:lnSpc>
              <a:spcBef>
                <a:spcPts val="499"/>
              </a:spcBef>
              <a:buClr>
                <a:srgbClr val="000000"/>
              </a:buClr>
              <a:buFont typeface="Arial"/>
              <a:buChar char="•"/>
            </a:pPr>
            <a:r>
              <a:rPr b="0" lang="de-DE" sz="2400" strike="noStrike" u="none">
                <a:solidFill>
                  <a:schemeClr val="dk1"/>
                </a:solidFill>
                <a:uFillTx/>
                <a:latin typeface="Calibri"/>
              </a:rPr>
              <a:t>Klasse hat einen Decorator</a:t>
            </a:r>
            <a:endParaRPr b="0" lang="de-DE" sz="2400" strike="noStrike" u="none">
              <a:solidFill>
                <a:srgbClr val="000000"/>
              </a:solidFill>
              <a:uFillTx/>
              <a:latin typeface="Arial"/>
            </a:endParaRPr>
          </a:p>
          <a:p>
            <a:pPr lvl="1" marL="685800" indent="-228600" defTabSz="914400">
              <a:lnSpc>
                <a:spcPct val="90000"/>
              </a:lnSpc>
              <a:spcBef>
                <a:spcPts val="499"/>
              </a:spcBef>
              <a:buClr>
                <a:srgbClr val="000000"/>
              </a:buClr>
              <a:buFont typeface="Arial"/>
              <a:buChar char="•"/>
            </a:pPr>
            <a:r>
              <a:rPr b="0" lang="de-DE" sz="2400" strike="noStrike" u="none">
                <a:solidFill>
                  <a:schemeClr val="dk1"/>
                </a:solidFill>
                <a:uFillTx/>
                <a:latin typeface="Calibri"/>
              </a:rPr>
              <a:t>Modul-Decorator enthält Komponenten</a:t>
            </a:r>
            <a:endParaRPr b="0" lang="de-DE" sz="2400" strike="noStrike" u="none">
              <a:solidFill>
                <a:srgbClr val="000000"/>
              </a:solidFill>
              <a:uFillTx/>
              <a:latin typeface="Arial"/>
            </a:endParaRPr>
          </a:p>
          <a:p>
            <a:pPr marL="228600" indent="-228600" defTabSz="914400">
              <a:lnSpc>
                <a:spcPct val="90000"/>
              </a:lnSpc>
              <a:spcBef>
                <a:spcPts val="1001"/>
              </a:spcBef>
              <a:buClr>
                <a:srgbClr val="000000"/>
              </a:buClr>
              <a:buFont typeface="Arial"/>
              <a:buChar char="•"/>
            </a:pPr>
            <a:r>
              <a:rPr b="0" lang="de-DE" sz="2800" strike="noStrike" u="none">
                <a:solidFill>
                  <a:schemeClr val="dk1"/>
                </a:solidFill>
                <a:uFillTx/>
                <a:latin typeface="Calibri"/>
              </a:rPr>
              <a:t>Woher weiß Angular welche Komponente für das Bootstrapping verwendet werden soll?</a:t>
            </a:r>
            <a:endParaRPr b="0" lang="de-DE" sz="2800" strike="noStrike" u="none">
              <a:solidFill>
                <a:srgbClr val="000000"/>
              </a:solidFill>
              <a:uFillTx/>
              <a:latin typeface="Arial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94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07" name="PlaceHolder 1"/>
          <p:cNvSpPr>
            <a:spLocks noGrp="1"/>
          </p:cNvSpPr>
          <p:nvPr>
            <p:ph type="title"/>
          </p:nvPr>
        </p:nvSpPr>
        <p:spPr>
          <a:xfrm>
            <a:off x="838080" y="365040"/>
            <a:ext cx="10514520" cy="132444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ctr">
            <a:noAutofit/>
          </a:bodyPr>
          <a:p>
            <a:pPr indent="0" defTabSz="914400">
              <a:lnSpc>
                <a:spcPct val="90000"/>
              </a:lnSpc>
              <a:buNone/>
              <a:tabLst>
                <a:tab algn="l" pos="0"/>
              </a:tabLst>
            </a:pPr>
            <a:r>
              <a:rPr b="0" lang="de-DE" sz="4400" strike="noStrike" u="none">
                <a:solidFill>
                  <a:schemeClr val="dk1"/>
                </a:solidFill>
                <a:uFillTx/>
                <a:latin typeface="Calibri Light"/>
              </a:rPr>
              <a:t>Angular-Module: Module-Deklaration</a:t>
            </a:r>
            <a:endParaRPr b="0" lang="de-DE" sz="4400" strike="noStrike" u="none">
              <a:solidFill>
                <a:srgbClr val="000000"/>
              </a:solidFill>
              <a:uFillTx/>
              <a:latin typeface="Arial"/>
            </a:endParaRPr>
          </a:p>
        </p:txBody>
      </p:sp>
      <p:grpSp>
        <p:nvGrpSpPr>
          <p:cNvPr id="508" name="Gruppieren 5"/>
          <p:cNvGrpSpPr/>
          <p:nvPr/>
        </p:nvGrpSpPr>
        <p:grpSpPr>
          <a:xfrm>
            <a:off x="1451520" y="1326240"/>
            <a:ext cx="8820000" cy="5312880"/>
            <a:chOff x="1451520" y="1326240"/>
            <a:chExt cx="8820000" cy="5312880"/>
          </a:xfrm>
        </p:grpSpPr>
        <p:pic>
          <p:nvPicPr>
            <p:cNvPr id="509" name="Picture 2" descr=""/>
            <p:cNvPicPr/>
            <p:nvPr/>
          </p:nvPicPr>
          <p:blipFill>
            <a:blip r:embed="rId1"/>
            <a:stretch/>
          </p:blipFill>
          <p:spPr>
            <a:xfrm>
              <a:off x="1451520" y="1326240"/>
              <a:ext cx="6418800" cy="4790160"/>
            </a:xfrm>
            <a:prstGeom prst="rect">
              <a:avLst/>
            </a:prstGeom>
            <a:noFill/>
            <a:ln w="0">
              <a:noFill/>
            </a:ln>
          </p:spPr>
        </p:pic>
        <p:sp>
          <p:nvSpPr>
            <p:cNvPr id="510" name="Legende mit Linie 1 8"/>
            <p:cNvSpPr/>
            <p:nvPr/>
          </p:nvSpPr>
          <p:spPr>
            <a:xfrm>
              <a:off x="7716240" y="5632200"/>
              <a:ext cx="2555280" cy="1006920"/>
            </a:xfrm>
            <a:prstGeom prst="borderCallout1">
              <a:avLst>
                <a:gd name="adj1" fmla="val 18750"/>
                <a:gd name="adj2" fmla="val -8333"/>
                <a:gd name="adj3" fmla="val 20649"/>
                <a:gd name="adj4" fmla="val -117442"/>
              </a:avLst>
            </a:prstGeom>
            <a:gradFill rotWithShape="0">
              <a:gsLst>
                <a:gs pos="0">
                  <a:srgbClr val="98c861"/>
                </a:gs>
                <a:gs pos="50000">
                  <a:srgbClr val="8bc63e"/>
                </a:gs>
                <a:gs pos="100000">
                  <a:srgbClr val="7cb831"/>
                </a:gs>
              </a:gsLst>
              <a:lin ang="5400000"/>
            </a:gradFill>
            <a:ln w="0">
              <a:noFill/>
            </a:ln>
            <a:effectLst>
              <a:outerShdw algn="ctr" blurRad="57240" dir="5400000" dist="19080" rotWithShape="0">
                <a:srgbClr val="000000">
                  <a:alpha val="63000"/>
                </a:srgbClr>
              </a:outerShdw>
            </a:effectLst>
          </p:spPr>
          <p:style>
            <a:lnRef idx="0">
              <a:schemeClr val="accent2"/>
            </a:lnRef>
            <a:fillRef idx="3">
              <a:schemeClr val="accent2"/>
            </a:fillRef>
            <a:effectRef idx="3">
              <a:schemeClr val="accent2"/>
            </a:effectRef>
            <a:fontRef idx="minor"/>
          </p:style>
          <p:txBody>
            <a:bodyPr lIns="90000" rIns="90000" tIns="45000" bIns="45000" anchor="ctr">
              <a:noAutofit/>
            </a:bodyPr>
            <a:p>
              <a:pPr algn="ctr" defTabSz="914400">
                <a:lnSpc>
                  <a:spcPct val="100000"/>
                </a:lnSpc>
              </a:pPr>
              <a:r>
                <a:rPr b="0" lang="de-DE" sz="1800" strike="noStrike" u="none">
                  <a:solidFill>
                    <a:schemeClr val="dk1"/>
                  </a:solidFill>
                  <a:uFillTx/>
                  <a:latin typeface="Calibri"/>
                </a:rPr>
                <a:t>„</a:t>
              </a:r>
              <a:r>
                <a:rPr b="0" lang="de-DE" sz="1800" strike="noStrike" u="none">
                  <a:solidFill>
                    <a:schemeClr val="dk1"/>
                  </a:solidFill>
                  <a:uFillTx/>
                  <a:latin typeface="Calibri"/>
                </a:rPr>
                <a:t>Main“ Component</a:t>
              </a:r>
              <a:endParaRPr b="0" lang="de-DE" sz="1800" strike="noStrike" u="none">
                <a:solidFill>
                  <a:srgbClr val="000000"/>
                </a:solidFill>
                <a:uFillTx/>
                <a:latin typeface="Arial"/>
              </a:endParaRPr>
            </a:p>
          </p:txBody>
        </p:sp>
      </p:grpSp>
      <p:cxnSp>
        <p:nvCxnSpPr>
          <p:cNvPr id="511" name="Gerade Verbindung mit Pfeil 19"/>
          <p:cNvCxnSpPr/>
          <p:nvPr/>
        </p:nvCxnSpPr>
        <p:spPr>
          <a:xfrm flipH="1" flipV="1">
            <a:off x="4559400" y="5423760"/>
            <a:ext cx="3082320" cy="598320"/>
          </a:xfrm>
          <a:prstGeom prst="straightConnector1">
            <a:avLst/>
          </a:prstGeom>
          <a:ln w="0">
            <a:solidFill>
              <a:srgbClr val="1d9a78"/>
            </a:solidFill>
            <a:tailEnd len="med" type="triangle" w="med"/>
          </a:ln>
        </p:spPr>
      </p:cxn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95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bg>
      <p:bgPr>
        <a:solidFill>
          <a:schemeClr val="lt1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12" name="Rectangle 7">
            <a:extLst>
              <a:ext uri="{C183D7F6-B498-43B3-948B-1728B52AA6E4}">
                <adec:decorative xmlns:adec="http://schemas.microsoft.com/office/drawing/2017/decorative" val="1"/>
              </a:ext>
            </a:extLst>
          </p:cNvPr>
          <p:cNvSpPr/>
          <p:nvPr/>
        </p:nvSpPr>
        <p:spPr>
          <a:xfrm>
            <a:off x="0" y="0"/>
            <a:ext cx="12191040" cy="1910160"/>
          </a:xfrm>
          <a:prstGeom prst="rect">
            <a:avLst/>
          </a:prstGeom>
          <a:solidFill>
            <a:schemeClr val="accent5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 algn="ctr" defTabSz="914400">
              <a:lnSpc>
                <a:spcPct val="100000"/>
              </a:lnSpc>
            </a:pPr>
            <a:endParaRPr b="0" lang="en-US" sz="1800" strike="noStrike" u="none">
              <a:solidFill>
                <a:schemeClr val="lt1"/>
              </a:solidFill>
              <a:uFillTx/>
              <a:latin typeface="Calibri"/>
            </a:endParaRPr>
          </a:p>
        </p:txBody>
      </p:sp>
      <p:sp>
        <p:nvSpPr>
          <p:cNvPr id="513" name="PlaceHolder 1"/>
          <p:cNvSpPr>
            <a:spLocks noGrp="1"/>
          </p:cNvSpPr>
          <p:nvPr>
            <p:ph type="title"/>
          </p:nvPr>
        </p:nvSpPr>
        <p:spPr>
          <a:xfrm>
            <a:off x="838080" y="365040"/>
            <a:ext cx="10514520" cy="132444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ctr">
            <a:normAutofit/>
          </a:bodyPr>
          <a:p>
            <a:pPr indent="0" defTabSz="914400">
              <a:lnSpc>
                <a:spcPct val="90000"/>
              </a:lnSpc>
              <a:buNone/>
              <a:tabLst>
                <a:tab algn="l" pos="0"/>
              </a:tabLst>
            </a:pPr>
            <a:r>
              <a:rPr b="0" lang="de-DE" sz="4600" strike="noStrike" u="none">
                <a:solidFill>
                  <a:srgbClr val="ffffff"/>
                </a:solidFill>
                <a:uFillTx/>
                <a:latin typeface="Calibri Light"/>
              </a:rPr>
              <a:t>Kompletter Ablauf</a:t>
            </a:r>
            <a:endParaRPr b="0" lang="de-DE" sz="4600" strike="noStrike" u="none">
              <a:solidFill>
                <a:srgbClr val="000000"/>
              </a:solidFill>
              <a:uFillTx/>
              <a:latin typeface="Arial"/>
            </a:endParaRPr>
          </a:p>
        </p:txBody>
      </p:sp>
      <p:sp>
        <p:nvSpPr>
          <p:cNvPr id="514" name="PlaceHolder 2"/>
          <p:cNvSpPr>
            <a:spLocks noGrp="1"/>
          </p:cNvSpPr>
          <p:nvPr>
            <p:ph/>
          </p:nvPr>
        </p:nvSpPr>
        <p:spPr>
          <a:xfrm>
            <a:off x="838080" y="2438280"/>
            <a:ext cx="10514520" cy="373752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t">
            <a:normAutofit lnSpcReduction="9999"/>
          </a:bodyPr>
          <a:p>
            <a:pPr marL="228600" indent="-228600" defTabSz="914400">
              <a:lnSpc>
                <a:spcPct val="90000"/>
              </a:lnSpc>
              <a:spcBef>
                <a:spcPts val="1001"/>
              </a:spcBef>
              <a:buClr>
                <a:srgbClr val="000000"/>
              </a:buClr>
              <a:buFont typeface="Arial"/>
              <a:buChar char="•"/>
            </a:pPr>
            <a:r>
              <a:rPr b="0" lang="de-DE" sz="2800" strike="noStrike" u="none">
                <a:solidFill>
                  <a:schemeClr val="dk1"/>
                </a:solidFill>
                <a:uFillTx/>
                <a:latin typeface="Calibri"/>
              </a:rPr>
              <a:t>Ablauf insgesamt</a:t>
            </a:r>
            <a:endParaRPr b="0" lang="de-DE" sz="2800" strike="noStrike" u="none">
              <a:solidFill>
                <a:srgbClr val="000000"/>
              </a:solidFill>
              <a:uFillTx/>
              <a:latin typeface="Arial"/>
            </a:endParaRPr>
          </a:p>
          <a:p>
            <a:pPr lvl="1" marL="685800" indent="-228600" defTabSz="914400">
              <a:lnSpc>
                <a:spcPct val="90000"/>
              </a:lnSpc>
              <a:spcBef>
                <a:spcPts val="499"/>
              </a:spcBef>
              <a:buClr>
                <a:srgbClr val="000000"/>
              </a:buClr>
              <a:buFont typeface="Arial"/>
              <a:buChar char="•"/>
            </a:pPr>
            <a:r>
              <a:rPr b="0" lang="de-DE" sz="2400" strike="noStrike" u="none">
                <a:solidFill>
                  <a:schemeClr val="dk1"/>
                </a:solidFill>
                <a:uFillTx/>
                <a:latin typeface="Calibri"/>
              </a:rPr>
              <a:t>Aufruf bootstrapModule mit Modul (AppModule)</a:t>
            </a:r>
            <a:endParaRPr b="0" lang="de-DE" sz="2400" strike="noStrike" u="none">
              <a:solidFill>
                <a:srgbClr val="000000"/>
              </a:solidFill>
              <a:uFillTx/>
              <a:latin typeface="Arial"/>
            </a:endParaRPr>
          </a:p>
          <a:p>
            <a:pPr lvl="1" marL="685800" indent="-228600" defTabSz="914400">
              <a:lnSpc>
                <a:spcPct val="90000"/>
              </a:lnSpc>
              <a:spcBef>
                <a:spcPts val="499"/>
              </a:spcBef>
              <a:buClr>
                <a:srgbClr val="000000"/>
              </a:buClr>
              <a:buFont typeface="Arial"/>
              <a:buChar char="•"/>
            </a:pPr>
            <a:r>
              <a:rPr b="0" lang="de-DE" sz="2400" strike="noStrike" u="none">
                <a:solidFill>
                  <a:schemeClr val="dk1"/>
                </a:solidFill>
                <a:uFillTx/>
                <a:latin typeface="Calibri"/>
              </a:rPr>
              <a:t>Modul ist Referenz auf eine Klasse</a:t>
            </a:r>
            <a:endParaRPr b="0" lang="de-DE" sz="2400" strike="noStrike" u="none">
              <a:solidFill>
                <a:srgbClr val="000000"/>
              </a:solidFill>
              <a:uFillTx/>
              <a:latin typeface="Arial"/>
            </a:endParaRPr>
          </a:p>
          <a:p>
            <a:pPr lvl="1" marL="685800" indent="-228600" defTabSz="914400">
              <a:lnSpc>
                <a:spcPct val="90000"/>
              </a:lnSpc>
              <a:spcBef>
                <a:spcPts val="499"/>
              </a:spcBef>
              <a:buClr>
                <a:srgbClr val="000000"/>
              </a:buClr>
              <a:buFont typeface="Arial"/>
              <a:buChar char="•"/>
            </a:pPr>
            <a:r>
              <a:rPr b="0" lang="de-DE" sz="2400" strike="noStrike" u="none">
                <a:solidFill>
                  <a:schemeClr val="dk1"/>
                </a:solidFill>
                <a:uFillTx/>
                <a:latin typeface="Calibri"/>
              </a:rPr>
              <a:t>Klasse hat einen Decorator</a:t>
            </a:r>
            <a:endParaRPr b="0" lang="de-DE" sz="2400" strike="noStrike" u="none">
              <a:solidFill>
                <a:srgbClr val="000000"/>
              </a:solidFill>
              <a:uFillTx/>
              <a:latin typeface="Arial"/>
            </a:endParaRPr>
          </a:p>
          <a:p>
            <a:pPr lvl="1" marL="685800" indent="-228600" defTabSz="914400">
              <a:lnSpc>
                <a:spcPct val="90000"/>
              </a:lnSpc>
              <a:spcBef>
                <a:spcPts val="499"/>
              </a:spcBef>
              <a:buClr>
                <a:srgbClr val="000000"/>
              </a:buClr>
              <a:buFont typeface="Arial"/>
              <a:buChar char="•"/>
            </a:pPr>
            <a:r>
              <a:rPr b="0" lang="de-DE" sz="2400" strike="noStrike" u="none">
                <a:solidFill>
                  <a:schemeClr val="dk1"/>
                </a:solidFill>
                <a:uFillTx/>
                <a:latin typeface="Calibri"/>
              </a:rPr>
              <a:t>Modul-Decorator hat Feld bootstrap</a:t>
            </a:r>
            <a:endParaRPr b="0" lang="de-DE" sz="2400" strike="noStrike" u="none">
              <a:solidFill>
                <a:srgbClr val="000000"/>
              </a:solidFill>
              <a:uFillTx/>
              <a:latin typeface="Arial"/>
            </a:endParaRPr>
          </a:p>
          <a:p>
            <a:pPr lvl="1" marL="685800" indent="-228600" defTabSz="914400">
              <a:lnSpc>
                <a:spcPct val="90000"/>
              </a:lnSpc>
              <a:spcBef>
                <a:spcPts val="499"/>
              </a:spcBef>
              <a:buClr>
                <a:srgbClr val="000000"/>
              </a:buClr>
              <a:buFont typeface="Arial"/>
              <a:buChar char="•"/>
            </a:pPr>
            <a:r>
              <a:rPr b="0" lang="de-DE" sz="2400" strike="noStrike" u="none">
                <a:solidFill>
                  <a:schemeClr val="dk1"/>
                </a:solidFill>
                <a:uFillTx/>
                <a:latin typeface="Calibri"/>
              </a:rPr>
              <a:t>Feld bootstrap hält Referenz auf Komponenten Klasse (AppComponent)</a:t>
            </a:r>
            <a:endParaRPr b="0" lang="de-DE" sz="2400" strike="noStrike" u="none">
              <a:solidFill>
                <a:srgbClr val="000000"/>
              </a:solidFill>
              <a:uFillTx/>
              <a:latin typeface="Arial"/>
            </a:endParaRPr>
          </a:p>
          <a:p>
            <a:pPr lvl="1" marL="685800" indent="-228600" defTabSz="914400">
              <a:lnSpc>
                <a:spcPct val="90000"/>
              </a:lnSpc>
              <a:spcBef>
                <a:spcPts val="499"/>
              </a:spcBef>
              <a:buClr>
                <a:srgbClr val="000000"/>
              </a:buClr>
              <a:buFont typeface="Arial"/>
              <a:buChar char="•"/>
            </a:pPr>
            <a:r>
              <a:rPr b="0" lang="de-DE" sz="2400" strike="noStrike" u="none">
                <a:solidFill>
                  <a:schemeClr val="dk1"/>
                </a:solidFill>
                <a:uFillTx/>
                <a:latin typeface="Calibri"/>
              </a:rPr>
              <a:t>Komponenten-Klasse hat Decorator</a:t>
            </a:r>
            <a:endParaRPr b="0" lang="de-DE" sz="2400" strike="noStrike" u="none">
              <a:solidFill>
                <a:srgbClr val="000000"/>
              </a:solidFill>
              <a:uFillTx/>
              <a:latin typeface="Arial"/>
            </a:endParaRPr>
          </a:p>
          <a:p>
            <a:pPr lvl="1" marL="685800" indent="-228600" defTabSz="914400">
              <a:lnSpc>
                <a:spcPct val="90000"/>
              </a:lnSpc>
              <a:spcBef>
                <a:spcPts val="499"/>
              </a:spcBef>
              <a:buClr>
                <a:srgbClr val="000000"/>
              </a:buClr>
              <a:buFont typeface="Arial"/>
              <a:buChar char="•"/>
            </a:pPr>
            <a:r>
              <a:rPr b="0" lang="de-DE" sz="2400" strike="noStrike" u="none">
                <a:solidFill>
                  <a:schemeClr val="dk1"/>
                </a:solidFill>
                <a:uFillTx/>
                <a:latin typeface="Calibri"/>
              </a:rPr>
              <a:t>Komponenten-Decorator hat Feld selector</a:t>
            </a:r>
            <a:endParaRPr b="0" lang="de-DE" sz="2400" strike="noStrike" u="none">
              <a:solidFill>
                <a:srgbClr val="000000"/>
              </a:solidFill>
              <a:uFillTx/>
              <a:latin typeface="Arial"/>
            </a:endParaRPr>
          </a:p>
          <a:p>
            <a:pPr lvl="1" marL="685800" indent="-228600" defTabSz="914400">
              <a:lnSpc>
                <a:spcPct val="90000"/>
              </a:lnSpc>
              <a:spcBef>
                <a:spcPts val="499"/>
              </a:spcBef>
              <a:buClr>
                <a:srgbClr val="000000"/>
              </a:buClr>
              <a:buFont typeface="Arial"/>
              <a:buChar char="•"/>
            </a:pPr>
            <a:r>
              <a:rPr b="0" lang="de-DE" sz="2400" strike="noStrike" u="none">
                <a:solidFill>
                  <a:schemeClr val="dk1"/>
                </a:solidFill>
                <a:uFillTx/>
                <a:latin typeface="Calibri"/>
              </a:rPr>
              <a:t>Selector wird in DOM aus index.html gesucht</a:t>
            </a:r>
            <a:endParaRPr b="0" lang="de-DE" sz="2400" strike="noStrike" u="none">
              <a:solidFill>
                <a:srgbClr val="000000"/>
              </a:solidFill>
              <a:uFillTx/>
              <a:latin typeface="Arial"/>
            </a:endParaRPr>
          </a:p>
          <a:p>
            <a:pPr lvl="1" marL="685800" indent="-228600" defTabSz="914400">
              <a:lnSpc>
                <a:spcPct val="90000"/>
              </a:lnSpc>
              <a:spcBef>
                <a:spcPts val="499"/>
              </a:spcBef>
              <a:buClr>
                <a:srgbClr val="000000"/>
              </a:buClr>
              <a:buFont typeface="Arial"/>
              <a:buChar char="•"/>
            </a:pPr>
            <a:r>
              <a:rPr b="0" lang="de-DE" sz="2400" strike="noStrike" u="none">
                <a:solidFill>
                  <a:schemeClr val="dk1"/>
                </a:solidFill>
                <a:uFillTx/>
                <a:latin typeface="Calibri"/>
              </a:rPr>
              <a:t>Komponente wird instanziiert</a:t>
            </a:r>
            <a:endParaRPr b="0" lang="de-DE" sz="2400" strike="noStrike" u="none">
              <a:solidFill>
                <a:srgbClr val="000000"/>
              </a:solidFill>
              <a:uFillTx/>
              <a:latin typeface="Arial"/>
            </a:endParaRPr>
          </a:p>
          <a:p>
            <a:pPr indent="0" defTabSz="914400">
              <a:lnSpc>
                <a:spcPct val="90000"/>
              </a:lnSpc>
              <a:spcBef>
                <a:spcPts val="1001"/>
              </a:spcBef>
              <a:buNone/>
              <a:tabLst>
                <a:tab algn="l" pos="0"/>
              </a:tabLst>
            </a:pPr>
            <a:endParaRPr b="0" lang="de-DE" sz="2600" strike="noStrike" u="none">
              <a:solidFill>
                <a:srgbClr val="000000"/>
              </a:solidFill>
              <a:uFillTx/>
              <a:latin typeface="Arial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96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bg>
      <p:bgPr>
        <a:solidFill>
          <a:schemeClr val="lt1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15" name="Rectangle 6">
            <a:extLst>
              <a:ext uri="{C183D7F6-B498-43B3-948B-1728B52AA6E4}">
                <adec:decorative xmlns:adec="http://schemas.microsoft.com/office/drawing/2017/decorative" val="1"/>
              </a:ext>
            </a:extLst>
          </p:cNvPr>
          <p:cNvSpPr/>
          <p:nvPr/>
        </p:nvSpPr>
        <p:spPr>
          <a:xfrm flipV="1">
            <a:off x="0" y="-1440"/>
            <a:ext cx="12191040" cy="4005720"/>
          </a:xfrm>
          <a:prstGeom prst="rect">
            <a:avLst/>
          </a:prstGeom>
          <a:solidFill>
            <a:schemeClr val="accent1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 algn="ctr" defTabSz="914400">
              <a:lnSpc>
                <a:spcPct val="100000"/>
              </a:lnSpc>
            </a:pPr>
            <a:endParaRPr b="0" lang="en-US" sz="1800" strike="noStrike" u="none">
              <a:solidFill>
                <a:schemeClr val="lt1"/>
              </a:solidFill>
              <a:uFillTx/>
              <a:latin typeface="Calibri"/>
            </a:endParaRPr>
          </a:p>
        </p:txBody>
      </p:sp>
      <p:sp>
        <p:nvSpPr>
          <p:cNvPr id="516" name="PlaceHolder 1"/>
          <p:cNvSpPr>
            <a:spLocks noGrp="1"/>
          </p:cNvSpPr>
          <p:nvPr>
            <p:ph type="title"/>
          </p:nvPr>
        </p:nvSpPr>
        <p:spPr>
          <a:xfrm>
            <a:off x="838080" y="914400"/>
            <a:ext cx="10514520" cy="265896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b">
            <a:normAutofit/>
          </a:bodyPr>
          <a:p>
            <a:pPr indent="0" algn="ctr" defTabSz="914400">
              <a:lnSpc>
                <a:spcPct val="90000"/>
              </a:lnSpc>
              <a:buNone/>
              <a:tabLst>
                <a:tab algn="l" pos="0"/>
              </a:tabLst>
            </a:pPr>
            <a:r>
              <a:rPr b="0" lang="en-US" sz="8000" strike="noStrike" u="none">
                <a:solidFill>
                  <a:srgbClr val="ffffff"/>
                </a:solidFill>
                <a:uFillTx/>
                <a:latin typeface="Calibri Light"/>
              </a:rPr>
              <a:t>Einfache Erweiterungen</a:t>
            </a:r>
            <a:endParaRPr b="0" lang="de-DE" sz="8000" strike="noStrike" u="none">
              <a:solidFill>
                <a:srgbClr val="000000"/>
              </a:solidFill>
              <a:uFillTx/>
              <a:latin typeface="Arial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  <p:timing>
    <p:tnLst>
      <p:par>
        <p:cTn id="29" dur="indefinite" restart="never" nodeType="tmRoot">
          <p:childTnLst>
            <p:seq>
              <p:cTn id="30" dur="indefinite" nodeType="mainSeq">
                <p:childTnLst>
                  <p:par>
                    <p:cTn id="31" fill="hold">
                      <p:stCondLst>
                        <p:cond delay="0"/>
                      </p:stCondLst>
                      <p:childTnLst>
                        <p:par>
                          <p:cTn id="32" fill="hold">
                            <p:stCondLst>
                              <p:cond delay="0"/>
                            </p:stCondLst>
                            <p:childTnLst>
                              <p:par>
                                <p:cTn id="33" nodeType="withEffect" fill="hold" presetClass="entr" presetID="10">
                                  <p:stCondLst>
                                    <p:cond delay="500"/>
                                  </p:stCondLst>
                                  <p:iterate type="lt">
                                    <p:tmAbs val="100"/>
                                  </p:iterate>
                                  <p:childTnLst>
                                    <p:set>
                                      <p:cBhvr>
                                        <p:cTn id="3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 additive="repl">
                                        <p:cTn id="35" dur="400"/>
                                        <p:tgtEl>
                                          <p:spTgt spid="5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97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17" name="PlaceHolder 1"/>
          <p:cNvSpPr>
            <a:spLocks noGrp="1"/>
          </p:cNvSpPr>
          <p:nvPr>
            <p:ph type="title"/>
          </p:nvPr>
        </p:nvSpPr>
        <p:spPr>
          <a:xfrm>
            <a:off x="838080" y="365040"/>
            <a:ext cx="10514520" cy="132444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ctr">
            <a:noAutofit/>
          </a:bodyPr>
          <a:p>
            <a:pPr indent="0" defTabSz="914400">
              <a:lnSpc>
                <a:spcPct val="90000"/>
              </a:lnSpc>
              <a:buNone/>
              <a:tabLst>
                <a:tab algn="l" pos="0"/>
              </a:tabLst>
            </a:pPr>
            <a:r>
              <a:rPr b="0" lang="de-DE" sz="4400" strike="noStrike" u="none">
                <a:solidFill>
                  <a:schemeClr val="dk1"/>
                </a:solidFill>
                <a:uFillTx/>
                <a:latin typeface="Calibri Light"/>
              </a:rPr>
              <a:t>Mehrere Komponenten</a:t>
            </a:r>
            <a:endParaRPr b="0" lang="de-DE" sz="4400" strike="noStrike" u="none">
              <a:solidFill>
                <a:srgbClr val="000000"/>
              </a:solidFill>
              <a:uFillTx/>
              <a:latin typeface="Arial"/>
            </a:endParaRPr>
          </a:p>
        </p:txBody>
      </p:sp>
      <p:sp>
        <p:nvSpPr>
          <p:cNvPr id="518" name="PlaceHolder 2"/>
          <p:cNvSpPr>
            <a:spLocks noGrp="1"/>
          </p:cNvSpPr>
          <p:nvPr>
            <p:ph/>
          </p:nvPr>
        </p:nvSpPr>
        <p:spPr>
          <a:xfrm>
            <a:off x="838080" y="1825560"/>
            <a:ext cx="10514520" cy="435024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t">
            <a:noAutofit/>
          </a:bodyPr>
          <a:p>
            <a:pPr marL="228600" indent="-228600" defTabSz="914400">
              <a:lnSpc>
                <a:spcPct val="90000"/>
              </a:lnSpc>
              <a:spcBef>
                <a:spcPts val="1001"/>
              </a:spcBef>
              <a:buClr>
                <a:srgbClr val="000000"/>
              </a:buClr>
              <a:buFont typeface="Arial"/>
              <a:buChar char="•"/>
            </a:pPr>
            <a:r>
              <a:rPr b="0" lang="de-DE" sz="2800" strike="noStrike" u="none">
                <a:solidFill>
                  <a:schemeClr val="dk1"/>
                </a:solidFill>
                <a:uFillTx/>
                <a:latin typeface="Calibri"/>
              </a:rPr>
              <a:t>Auf einer Seite können auch mehrere Anwendungen dargestellt werden</a:t>
            </a:r>
            <a:endParaRPr b="0" lang="de-DE" sz="2800" strike="noStrike" u="none">
              <a:solidFill>
                <a:srgbClr val="000000"/>
              </a:solidFill>
              <a:uFillTx/>
              <a:latin typeface="Arial"/>
            </a:endParaRPr>
          </a:p>
          <a:p>
            <a:pPr marL="228600" indent="-228600" defTabSz="914400">
              <a:lnSpc>
                <a:spcPct val="90000"/>
              </a:lnSpc>
              <a:spcBef>
                <a:spcPts val="1001"/>
              </a:spcBef>
              <a:buClr>
                <a:srgbClr val="000000"/>
              </a:buClr>
              <a:buFont typeface="Arial"/>
              <a:buChar char="•"/>
            </a:pPr>
            <a:r>
              <a:rPr b="0" lang="de-DE" sz="2800" strike="noStrike" u="none">
                <a:solidFill>
                  <a:schemeClr val="dk1"/>
                </a:solidFill>
                <a:uFillTx/>
                <a:latin typeface="Calibri"/>
              </a:rPr>
              <a:t>Diese sind komplett voneinander isoliert</a:t>
            </a:r>
            <a:endParaRPr b="0" lang="de-DE" sz="2800" strike="noStrike" u="none">
              <a:solidFill>
                <a:srgbClr val="000000"/>
              </a:solidFill>
              <a:uFillTx/>
              <a:latin typeface="Arial"/>
            </a:endParaRPr>
          </a:p>
          <a:p>
            <a:pPr lvl="1" marL="685800" indent="-228600" defTabSz="914400">
              <a:lnSpc>
                <a:spcPct val="90000"/>
              </a:lnSpc>
              <a:spcBef>
                <a:spcPts val="499"/>
              </a:spcBef>
              <a:buClr>
                <a:srgbClr val="000000"/>
              </a:buClr>
              <a:buFont typeface="Arial"/>
              <a:buChar char="•"/>
            </a:pPr>
            <a:r>
              <a:rPr b="0" lang="de-DE" sz="2400" strike="noStrike" u="none">
                <a:solidFill>
                  <a:schemeClr val="dk1"/>
                </a:solidFill>
                <a:uFillTx/>
                <a:latin typeface="Calibri"/>
              </a:rPr>
              <a:t>Der Datenaustausch zwischen verschiedenen Komponenten wird später beschrieben</a:t>
            </a:r>
            <a:endParaRPr b="0" lang="de-DE" sz="2400" strike="noStrike" u="none">
              <a:solidFill>
                <a:srgbClr val="000000"/>
              </a:solidFill>
              <a:uFillTx/>
              <a:latin typeface="Arial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98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19" name="PlaceHolder 1"/>
          <p:cNvSpPr>
            <a:spLocks noGrp="1"/>
          </p:cNvSpPr>
          <p:nvPr>
            <p:ph type="title"/>
          </p:nvPr>
        </p:nvSpPr>
        <p:spPr>
          <a:xfrm>
            <a:off x="838080" y="365040"/>
            <a:ext cx="10514520" cy="132444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ctr">
            <a:noAutofit/>
          </a:bodyPr>
          <a:p>
            <a:pPr indent="0" defTabSz="914400">
              <a:lnSpc>
                <a:spcPct val="90000"/>
              </a:lnSpc>
              <a:buNone/>
              <a:tabLst>
                <a:tab algn="l" pos="0"/>
              </a:tabLst>
            </a:pPr>
            <a:r>
              <a:rPr b="0" lang="de-DE" sz="4400" strike="noStrike" u="none">
                <a:solidFill>
                  <a:schemeClr val="dk1"/>
                </a:solidFill>
                <a:uFillTx/>
                <a:latin typeface="Calibri Light"/>
              </a:rPr>
              <a:t>Export von Benutzerdefinierten Typen</a:t>
            </a:r>
            <a:endParaRPr b="0" lang="de-DE" sz="4400" strike="noStrike" u="none">
              <a:solidFill>
                <a:srgbClr val="000000"/>
              </a:solidFill>
              <a:uFillTx/>
              <a:latin typeface="Arial"/>
            </a:endParaRPr>
          </a:p>
        </p:txBody>
      </p:sp>
      <p:sp>
        <p:nvSpPr>
          <p:cNvPr id="520" name="PlaceHolder 2"/>
          <p:cNvSpPr>
            <a:spLocks noGrp="1"/>
          </p:cNvSpPr>
          <p:nvPr>
            <p:ph/>
          </p:nvPr>
        </p:nvSpPr>
        <p:spPr>
          <a:xfrm>
            <a:off x="838080" y="1825560"/>
            <a:ext cx="10514520" cy="435024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t">
            <a:normAutofit fontScale="92500" lnSpcReduction="9999"/>
          </a:bodyPr>
          <a:p>
            <a:pPr marL="228600" indent="-228600" defTabSz="914400">
              <a:lnSpc>
                <a:spcPct val="90000"/>
              </a:lnSpc>
              <a:spcBef>
                <a:spcPts val="1001"/>
              </a:spcBef>
              <a:buClr>
                <a:srgbClr val="000000"/>
              </a:buClr>
              <a:buFont typeface="Arial"/>
              <a:buChar char="•"/>
            </a:pPr>
            <a:r>
              <a:rPr b="0" lang="de-DE" sz="2800" strike="noStrike" u="none">
                <a:solidFill>
                  <a:schemeClr val="dk1"/>
                </a:solidFill>
                <a:uFillTx/>
                <a:latin typeface="Calibri"/>
              </a:rPr>
              <a:t>Eine Komponente kann auch eigene Datentypen definieren und Exportieren</a:t>
            </a:r>
            <a:endParaRPr b="0" lang="de-DE" sz="2800" strike="noStrike" u="none">
              <a:solidFill>
                <a:srgbClr val="000000"/>
              </a:solidFill>
              <a:uFillTx/>
              <a:latin typeface="Arial"/>
            </a:endParaRPr>
          </a:p>
          <a:p>
            <a:pPr lvl="1" marL="685800" indent="-228600" defTabSz="914400">
              <a:lnSpc>
                <a:spcPct val="90000"/>
              </a:lnSpc>
              <a:spcBef>
                <a:spcPts val="499"/>
              </a:spcBef>
              <a:buClr>
                <a:srgbClr val="000000"/>
              </a:buClr>
              <a:buFont typeface="Arial"/>
              <a:buChar char="•"/>
            </a:pPr>
            <a:r>
              <a:rPr b="0" lang="de-DE" sz="2400" strike="noStrike" u="none">
                <a:solidFill>
                  <a:schemeClr val="dk1"/>
                </a:solidFill>
                <a:uFillTx/>
                <a:latin typeface="Calibri"/>
              </a:rPr>
              <a:t>Ein Export ist nicht notwendig, so lange der Typ nicht anderen Modulen bekannt gemacht werden muss</a:t>
            </a:r>
            <a:endParaRPr b="0" lang="de-DE" sz="2400" strike="noStrike" u="none">
              <a:solidFill>
                <a:srgbClr val="000000"/>
              </a:solidFill>
              <a:uFillTx/>
              <a:latin typeface="Arial"/>
            </a:endParaRPr>
          </a:p>
          <a:p>
            <a:pPr marL="228600" indent="-228600" defTabSz="914400">
              <a:lnSpc>
                <a:spcPct val="90000"/>
              </a:lnSpc>
              <a:spcBef>
                <a:spcPts val="1001"/>
              </a:spcBef>
              <a:buClr>
                <a:srgbClr val="000000"/>
              </a:buClr>
              <a:buFont typeface="Arial"/>
              <a:buChar char="•"/>
            </a:pPr>
            <a:r>
              <a:rPr b="0" lang="de-DE" sz="2800" strike="noStrike" u="none">
                <a:solidFill>
                  <a:schemeClr val="dk1"/>
                </a:solidFill>
                <a:uFillTx/>
                <a:latin typeface="Calibri"/>
              </a:rPr>
              <a:t>Ebenso können die Eigenschaften der Komponente komplexe Objekte sein</a:t>
            </a:r>
            <a:endParaRPr b="0" lang="de-DE" sz="2800" strike="noStrike" u="none">
              <a:solidFill>
                <a:srgbClr val="000000"/>
              </a:solidFill>
              <a:uFillTx/>
              <a:latin typeface="Arial"/>
            </a:endParaRPr>
          </a:p>
          <a:p>
            <a:pPr marL="228600" indent="-228600" defTabSz="914400">
              <a:lnSpc>
                <a:spcPct val="90000"/>
              </a:lnSpc>
              <a:spcBef>
                <a:spcPts val="1001"/>
              </a:spcBef>
              <a:buClr>
                <a:srgbClr val="000000"/>
              </a:buClr>
              <a:buFont typeface="Arial"/>
              <a:buChar char="•"/>
            </a:pPr>
            <a:r>
              <a:rPr b="0" lang="de-DE" sz="2800" strike="noStrike" u="none">
                <a:solidFill>
                  <a:schemeClr val="dk1"/>
                </a:solidFill>
                <a:uFillTx/>
                <a:latin typeface="Calibri"/>
              </a:rPr>
              <a:t>Der Zugriff auf die Eigenschaften des komplexen Objekts erfolgen über die normale JavaScript-Syntax</a:t>
            </a:r>
            <a:endParaRPr b="0" lang="de-DE" sz="2800" strike="noStrike" u="none">
              <a:solidFill>
                <a:srgbClr val="000000"/>
              </a:solidFill>
              <a:uFillTx/>
              <a:latin typeface="Arial"/>
            </a:endParaRPr>
          </a:p>
          <a:p>
            <a:pPr lvl="1" marL="685800" indent="-228600" defTabSz="914400">
              <a:lnSpc>
                <a:spcPct val="90000"/>
              </a:lnSpc>
              <a:spcBef>
                <a:spcPts val="499"/>
              </a:spcBef>
              <a:buClr>
                <a:srgbClr val="000000"/>
              </a:buClr>
              <a:buFont typeface="Arial"/>
              <a:buChar char="•"/>
            </a:pPr>
            <a:r>
              <a:rPr b="0" lang="de-DE" sz="2400" strike="noStrike" u="none">
                <a:solidFill>
                  <a:schemeClr val="dk1"/>
                </a:solidFill>
                <a:uFillTx/>
                <a:latin typeface="Calibri"/>
              </a:rPr>
              <a:t>Also über den </a:t>
            </a:r>
            <a:r>
              <a:rPr b="0" lang="de-DE" sz="2400" strike="noStrike" u="none">
                <a:solidFill>
                  <a:schemeClr val="dk1"/>
                </a:solidFill>
                <a:uFillTx/>
                <a:latin typeface="Courier New"/>
              </a:rPr>
              <a:t>.</a:t>
            </a:r>
            <a:r>
              <a:rPr b="0" lang="de-DE" sz="2400" strike="noStrike" u="none">
                <a:solidFill>
                  <a:schemeClr val="dk1"/>
                </a:solidFill>
                <a:uFillTx/>
                <a:latin typeface="Calibri"/>
              </a:rPr>
              <a:t>-Operator</a:t>
            </a:r>
            <a:endParaRPr b="0" lang="de-DE" sz="2400" strike="noStrike" u="none">
              <a:solidFill>
                <a:srgbClr val="000000"/>
              </a:solidFill>
              <a:uFillTx/>
              <a:latin typeface="Arial"/>
            </a:endParaRPr>
          </a:p>
          <a:p>
            <a:pPr lvl="1" marL="685800" indent="-228600" defTabSz="914400">
              <a:lnSpc>
                <a:spcPct val="90000"/>
              </a:lnSpc>
              <a:spcBef>
                <a:spcPts val="499"/>
              </a:spcBef>
              <a:buClr>
                <a:srgbClr val="000000"/>
              </a:buClr>
              <a:buFont typeface="Arial"/>
              <a:buChar char="•"/>
            </a:pPr>
            <a:r>
              <a:rPr b="0" lang="de-DE" sz="2400" strike="noStrike" u="none">
                <a:solidFill>
                  <a:schemeClr val="dk1"/>
                </a:solidFill>
                <a:uFillTx/>
                <a:latin typeface="Calibri"/>
              </a:rPr>
              <a:t>Aber Vorsicht! </a:t>
            </a:r>
            <a:endParaRPr b="0" lang="de-DE" sz="2400" strike="noStrike" u="none">
              <a:solidFill>
                <a:srgbClr val="000000"/>
              </a:solidFill>
              <a:uFillTx/>
              <a:latin typeface="Arial"/>
            </a:endParaRPr>
          </a:p>
          <a:p>
            <a:pPr lvl="2" marL="1143000" indent="-228600" defTabSz="914400">
              <a:lnSpc>
                <a:spcPct val="90000"/>
              </a:lnSpc>
              <a:spcBef>
                <a:spcPts val="499"/>
              </a:spcBef>
              <a:buClr>
                <a:srgbClr val="000000"/>
              </a:buClr>
              <a:buFont typeface="Arial"/>
              <a:buChar char="•"/>
            </a:pPr>
            <a:r>
              <a:rPr b="0" lang="de-DE" sz="2000" strike="noStrike" u="none">
                <a:solidFill>
                  <a:schemeClr val="dk1"/>
                </a:solidFill>
                <a:uFillTx/>
                <a:latin typeface="Calibri"/>
              </a:rPr>
              <a:t>Die Deklarativen unterstützen nicht die komplette Syntax!</a:t>
            </a:r>
            <a:endParaRPr b="0" lang="de-DE" sz="2000" strike="noStrike" u="none">
              <a:solidFill>
                <a:srgbClr val="000000"/>
              </a:solidFill>
              <a:uFillTx/>
              <a:latin typeface="Arial"/>
            </a:endParaRPr>
          </a:p>
          <a:p>
            <a:pPr lvl="3" marL="1600200" indent="-228600" defTabSz="914400">
              <a:lnSpc>
                <a:spcPct val="90000"/>
              </a:lnSpc>
              <a:spcBef>
                <a:spcPts val="499"/>
              </a:spcBef>
              <a:buClr>
                <a:srgbClr val="000000"/>
              </a:buClr>
              <a:buFont typeface="Arial"/>
              <a:buChar char="•"/>
            </a:pPr>
            <a:r>
              <a:rPr b="0" lang="de-DE" sz="1800" strike="noStrike" u="none">
                <a:solidFill>
                  <a:schemeClr val="dk1"/>
                </a:solidFill>
                <a:uFillTx/>
                <a:latin typeface="Courier New"/>
              </a:rPr>
              <a:t>if</a:t>
            </a:r>
            <a:endParaRPr b="0" lang="de-DE" sz="1800" strike="noStrike" u="none">
              <a:solidFill>
                <a:srgbClr val="000000"/>
              </a:solidFill>
              <a:uFillTx/>
              <a:latin typeface="Arial"/>
            </a:endParaRPr>
          </a:p>
          <a:p>
            <a:pPr lvl="3" marL="1600200" indent="-228600" defTabSz="914400">
              <a:lnSpc>
                <a:spcPct val="90000"/>
              </a:lnSpc>
              <a:spcBef>
                <a:spcPts val="499"/>
              </a:spcBef>
              <a:buClr>
                <a:srgbClr val="000000"/>
              </a:buClr>
              <a:buFont typeface="Arial"/>
              <a:buChar char="•"/>
            </a:pPr>
            <a:r>
              <a:rPr b="0" lang="de-DE" sz="1800" strike="noStrike" u="none">
                <a:solidFill>
                  <a:schemeClr val="dk1"/>
                </a:solidFill>
                <a:uFillTx/>
                <a:latin typeface="Courier New"/>
              </a:rPr>
              <a:t>for</a:t>
            </a:r>
            <a:endParaRPr b="0" lang="de-DE" sz="1800" strike="noStrike" u="none">
              <a:solidFill>
                <a:srgbClr val="000000"/>
              </a:solidFill>
              <a:uFillTx/>
              <a:latin typeface="Arial"/>
            </a:endParaRPr>
          </a:p>
          <a:p>
            <a:pPr lvl="3" marL="1600200" indent="-228600" defTabSz="914400">
              <a:lnSpc>
                <a:spcPct val="90000"/>
              </a:lnSpc>
              <a:spcBef>
                <a:spcPts val="499"/>
              </a:spcBef>
              <a:buClr>
                <a:srgbClr val="000000"/>
              </a:buClr>
              <a:buFont typeface="Arial"/>
              <a:buChar char="•"/>
            </a:pPr>
            <a:r>
              <a:rPr b="0" lang="de-DE" sz="1800" strike="noStrike" u="none">
                <a:solidFill>
                  <a:schemeClr val="dk1"/>
                </a:solidFill>
                <a:uFillTx/>
                <a:latin typeface="Calibri"/>
              </a:rPr>
              <a:t>Deklarationen</a:t>
            </a:r>
            <a:endParaRPr b="0" lang="de-DE" sz="1800" strike="noStrike" u="none">
              <a:solidFill>
                <a:srgbClr val="000000"/>
              </a:solidFill>
              <a:uFillTx/>
              <a:latin typeface="Arial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99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21" name="PlaceHolder 1"/>
          <p:cNvSpPr>
            <a:spLocks noGrp="1"/>
          </p:cNvSpPr>
          <p:nvPr>
            <p:ph type="title"/>
          </p:nvPr>
        </p:nvSpPr>
        <p:spPr>
          <a:xfrm>
            <a:off x="838080" y="365040"/>
            <a:ext cx="10514520" cy="132444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ctr">
            <a:noAutofit/>
          </a:bodyPr>
          <a:p>
            <a:pPr indent="0" defTabSz="914400">
              <a:lnSpc>
                <a:spcPct val="90000"/>
              </a:lnSpc>
              <a:buNone/>
              <a:tabLst>
                <a:tab algn="l" pos="0"/>
              </a:tabLst>
            </a:pPr>
            <a:r>
              <a:rPr b="0" lang="de-DE" sz="4400" strike="noStrike" u="none">
                <a:solidFill>
                  <a:schemeClr val="dk1"/>
                </a:solidFill>
                <a:uFillTx/>
                <a:latin typeface="Calibri Light"/>
              </a:rPr>
              <a:t>Auflistungen</a:t>
            </a:r>
            <a:endParaRPr b="0" lang="de-DE" sz="4400" strike="noStrike" u="none">
              <a:solidFill>
                <a:srgbClr val="000000"/>
              </a:solidFill>
              <a:uFillTx/>
              <a:latin typeface="Arial"/>
            </a:endParaRPr>
          </a:p>
        </p:txBody>
      </p:sp>
      <p:sp>
        <p:nvSpPr>
          <p:cNvPr id="522" name="PlaceHolder 2"/>
          <p:cNvSpPr>
            <a:spLocks noGrp="1"/>
          </p:cNvSpPr>
          <p:nvPr>
            <p:ph/>
          </p:nvPr>
        </p:nvSpPr>
        <p:spPr>
          <a:xfrm>
            <a:off x="838080" y="1825560"/>
            <a:ext cx="10514520" cy="435024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t">
            <a:noAutofit/>
          </a:bodyPr>
          <a:p>
            <a:pPr marL="228600" indent="-228600" defTabSz="914400">
              <a:lnSpc>
                <a:spcPct val="90000"/>
              </a:lnSpc>
              <a:spcBef>
                <a:spcPts val="1001"/>
              </a:spcBef>
              <a:buClr>
                <a:srgbClr val="000000"/>
              </a:buClr>
              <a:buFont typeface="Arial"/>
              <a:buChar char="•"/>
            </a:pPr>
            <a:r>
              <a:rPr b="0" lang="de-DE" sz="2800" strike="noStrike" u="none">
                <a:solidFill>
                  <a:schemeClr val="dk1"/>
                </a:solidFill>
                <a:uFillTx/>
                <a:latin typeface="Calibri"/>
              </a:rPr>
              <a:t>Innerhalb der </a:t>
            </a:r>
            <a:r>
              <a:rPr b="0" lang="de-DE" sz="2800" strike="noStrike" u="none">
                <a:solidFill>
                  <a:schemeClr val="dk1"/>
                </a:solidFill>
                <a:uFillTx/>
                <a:latin typeface="Courier New"/>
              </a:rPr>
              <a:t>{{}}</a:t>
            </a:r>
            <a:r>
              <a:rPr b="0" lang="de-DE" sz="2800" strike="noStrike" u="none">
                <a:solidFill>
                  <a:schemeClr val="dk1"/>
                </a:solidFill>
                <a:uFillTx/>
                <a:latin typeface="Calibri"/>
              </a:rPr>
              <a:t>-Interpolation wird das </a:t>
            </a:r>
            <a:r>
              <a:rPr b="0" lang="de-DE" sz="2800" strike="noStrike" u="none">
                <a:solidFill>
                  <a:schemeClr val="dk1"/>
                </a:solidFill>
                <a:uFillTx/>
                <a:latin typeface="Courier New"/>
              </a:rPr>
              <a:t>for</a:t>
            </a:r>
            <a:r>
              <a:rPr b="0" lang="de-DE" sz="2800" strike="noStrike" u="none">
                <a:solidFill>
                  <a:schemeClr val="dk1"/>
                </a:solidFill>
                <a:uFillTx/>
                <a:latin typeface="Calibri"/>
              </a:rPr>
              <a:t>-Konstrukt nicht unterstützt</a:t>
            </a:r>
            <a:endParaRPr b="0" lang="de-DE" sz="2800" strike="noStrike" u="none">
              <a:solidFill>
                <a:srgbClr val="000000"/>
              </a:solidFill>
              <a:uFillTx/>
              <a:latin typeface="Arial"/>
            </a:endParaRPr>
          </a:p>
          <a:p>
            <a:pPr marL="228600" indent="-228600" defTabSz="914400">
              <a:lnSpc>
                <a:spcPct val="90000"/>
              </a:lnSpc>
              <a:spcBef>
                <a:spcPts val="1001"/>
              </a:spcBef>
              <a:buClr>
                <a:srgbClr val="000000"/>
              </a:buClr>
              <a:buFont typeface="Arial"/>
              <a:buChar char="•"/>
            </a:pPr>
            <a:r>
              <a:rPr b="0" lang="de-DE" sz="2800" strike="noStrike" u="none">
                <a:solidFill>
                  <a:schemeClr val="dk1"/>
                </a:solidFill>
                <a:uFillTx/>
                <a:latin typeface="Calibri"/>
              </a:rPr>
              <a:t>Allerdings gibt es eine spezielle </a:t>
            </a:r>
            <a:r>
              <a:rPr b="0" lang="de-DE" sz="2800" strike="noStrike" u="none">
                <a:solidFill>
                  <a:schemeClr val="dk1"/>
                </a:solidFill>
                <a:uFillTx/>
                <a:latin typeface="Courier New"/>
              </a:rPr>
              <a:t>forEach</a:t>
            </a:r>
            <a:r>
              <a:rPr b="0" lang="de-DE" sz="2800" strike="noStrike" u="none">
                <a:solidFill>
                  <a:schemeClr val="dk1"/>
                </a:solidFill>
                <a:uFillTx/>
                <a:latin typeface="Calibri"/>
              </a:rPr>
              <a:t>-Anweisung</a:t>
            </a:r>
            <a:endParaRPr b="0" lang="de-DE" sz="2800" strike="noStrike" u="none">
              <a:solidFill>
                <a:srgbClr val="000000"/>
              </a:solidFill>
              <a:uFillTx/>
              <a:latin typeface="Arial"/>
            </a:endParaRPr>
          </a:p>
          <a:p>
            <a:pPr indent="0" defTabSz="914400">
              <a:lnSpc>
                <a:spcPct val="90000"/>
              </a:lnSpc>
              <a:spcBef>
                <a:spcPts val="1001"/>
              </a:spcBef>
              <a:buNone/>
              <a:tabLst>
                <a:tab algn="l" pos="0"/>
              </a:tabLst>
            </a:pPr>
            <a:endParaRPr b="0" lang="de-DE" sz="2800" strike="noStrike" u="none">
              <a:solidFill>
                <a:srgbClr val="000000"/>
              </a:solidFill>
              <a:uFillTx/>
              <a:latin typeface="Arial"/>
            </a:endParaRPr>
          </a:p>
          <a:p>
            <a:pPr marL="270000" indent="0" defTabSz="914400">
              <a:lnSpc>
                <a:spcPct val="90000"/>
              </a:lnSpc>
              <a:spcBef>
                <a:spcPts val="499"/>
              </a:spcBef>
              <a:buNone/>
              <a:tabLst>
                <a:tab algn="l" pos="0"/>
              </a:tabLst>
            </a:pPr>
            <a:r>
              <a:rPr b="0" lang="de-DE" sz="2400" strike="noStrike" u="none">
                <a:solidFill>
                  <a:schemeClr val="dk1"/>
                </a:solidFill>
                <a:uFillTx/>
                <a:latin typeface="Courier New"/>
              </a:rPr>
              <a:t> </a:t>
            </a:r>
            <a:r>
              <a:rPr b="0" lang="de-DE" sz="2400" strike="noStrike" u="none">
                <a:solidFill>
                  <a:schemeClr val="dk1"/>
                </a:solidFill>
                <a:uFillTx/>
                <a:latin typeface="Courier New"/>
              </a:rPr>
              <a:t>&lt;ul&gt;</a:t>
            </a:r>
            <a:endParaRPr b="0" lang="de-DE" sz="2400" strike="noStrike" u="none">
              <a:solidFill>
                <a:srgbClr val="000000"/>
              </a:solidFill>
              <a:uFillTx/>
              <a:latin typeface="Arial"/>
            </a:endParaRPr>
          </a:p>
          <a:p>
            <a:pPr marL="270000" indent="0" defTabSz="914400">
              <a:lnSpc>
                <a:spcPct val="90000"/>
              </a:lnSpc>
              <a:spcBef>
                <a:spcPts val="499"/>
              </a:spcBef>
              <a:buNone/>
              <a:tabLst>
                <a:tab algn="l" pos="0"/>
              </a:tabLst>
            </a:pPr>
            <a:r>
              <a:rPr b="0" lang="de-DE" sz="2400" strike="noStrike" u="none">
                <a:solidFill>
                  <a:schemeClr val="dk1"/>
                </a:solidFill>
                <a:uFillTx/>
                <a:latin typeface="Courier New"/>
              </a:rPr>
              <a:t> </a:t>
            </a:r>
            <a:r>
              <a:rPr b="0" lang="de-DE" sz="2400" strike="noStrike" u="none">
                <a:solidFill>
                  <a:schemeClr val="dk1"/>
                </a:solidFill>
                <a:uFillTx/>
                <a:latin typeface="Courier New"/>
              </a:rPr>
              <a:t>&lt;li *ngFor="let person of people"&gt;</a:t>
            </a:r>
            <a:endParaRPr b="0" lang="de-DE" sz="2400" strike="noStrike" u="none">
              <a:solidFill>
                <a:srgbClr val="000000"/>
              </a:solidFill>
              <a:uFillTx/>
              <a:latin typeface="Arial"/>
            </a:endParaRPr>
          </a:p>
          <a:p>
            <a:pPr marL="270000" indent="0" defTabSz="914400">
              <a:lnSpc>
                <a:spcPct val="90000"/>
              </a:lnSpc>
              <a:spcBef>
                <a:spcPts val="499"/>
              </a:spcBef>
              <a:buNone/>
              <a:tabLst>
                <a:tab algn="l" pos="0"/>
              </a:tabLst>
            </a:pPr>
            <a:r>
              <a:rPr b="0" lang="de-DE" sz="2400" strike="noStrike" u="none">
                <a:solidFill>
                  <a:schemeClr val="dk1"/>
                </a:solidFill>
                <a:uFillTx/>
                <a:latin typeface="Courier New"/>
              </a:rPr>
              <a:t> </a:t>
            </a:r>
            <a:r>
              <a:rPr b="0" lang="de-DE" sz="2400" strike="noStrike" u="none">
                <a:solidFill>
                  <a:schemeClr val="dk1"/>
                </a:solidFill>
                <a:uFillTx/>
                <a:latin typeface="Courier New"/>
              </a:rPr>
              <a:t>&lt;span&gt;{{person.firstname}}&lt;/span&gt; {{person.lastname}}</a:t>
            </a:r>
            <a:endParaRPr b="0" lang="de-DE" sz="2400" strike="noStrike" u="none">
              <a:solidFill>
                <a:srgbClr val="000000"/>
              </a:solidFill>
              <a:uFillTx/>
              <a:latin typeface="Arial"/>
            </a:endParaRPr>
          </a:p>
          <a:p>
            <a:pPr marL="270000" indent="0" defTabSz="914400">
              <a:lnSpc>
                <a:spcPct val="90000"/>
              </a:lnSpc>
              <a:spcBef>
                <a:spcPts val="499"/>
              </a:spcBef>
              <a:buNone/>
              <a:tabLst>
                <a:tab algn="l" pos="0"/>
              </a:tabLst>
            </a:pPr>
            <a:r>
              <a:rPr b="0" lang="de-DE" sz="2400" strike="noStrike" u="none">
                <a:solidFill>
                  <a:schemeClr val="dk1"/>
                </a:solidFill>
                <a:uFillTx/>
                <a:latin typeface="Courier New"/>
              </a:rPr>
              <a:t> </a:t>
            </a:r>
            <a:r>
              <a:rPr b="0" lang="de-DE" sz="2400" strike="noStrike" u="none">
                <a:solidFill>
                  <a:schemeClr val="dk1"/>
                </a:solidFill>
                <a:uFillTx/>
                <a:latin typeface="Courier New"/>
              </a:rPr>
              <a:t>&lt;/li&gt;</a:t>
            </a:r>
            <a:endParaRPr b="0" lang="de-DE" sz="2400" strike="noStrike" u="none">
              <a:solidFill>
                <a:srgbClr val="000000"/>
              </a:solidFill>
              <a:uFillTx/>
              <a:latin typeface="Arial"/>
            </a:endParaRPr>
          </a:p>
          <a:p>
            <a:pPr marL="270000" indent="0" defTabSz="914400">
              <a:lnSpc>
                <a:spcPct val="90000"/>
              </a:lnSpc>
              <a:spcBef>
                <a:spcPts val="499"/>
              </a:spcBef>
              <a:buNone/>
              <a:tabLst>
                <a:tab algn="l" pos="0"/>
              </a:tabLst>
            </a:pPr>
            <a:r>
              <a:rPr b="0" lang="de-DE" sz="2400" strike="noStrike" u="none">
                <a:solidFill>
                  <a:schemeClr val="dk1"/>
                </a:solidFill>
                <a:uFillTx/>
                <a:latin typeface="Courier New"/>
              </a:rPr>
              <a:t> </a:t>
            </a:r>
            <a:r>
              <a:rPr b="0" lang="de-DE" sz="2400" strike="noStrike" u="none">
                <a:solidFill>
                  <a:schemeClr val="dk1"/>
                </a:solidFill>
                <a:uFillTx/>
                <a:latin typeface="Courier New"/>
              </a:rPr>
              <a:t>&lt;/ul&gt;</a:t>
            </a:r>
            <a:endParaRPr b="0" lang="de-DE" sz="2400" strike="noStrike" u="none">
              <a:solidFill>
                <a:srgbClr val="000000"/>
              </a:solidFill>
              <a:uFillTx/>
              <a:latin typeface="Arial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100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bg>
      <p:bgPr>
        <a:solidFill>
          <a:schemeClr val="lt1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23" name="Rectangle 10">
            <a:extLst>
              <a:ext uri="{C183D7F6-B498-43B3-948B-1728B52AA6E4}">
                <adec:decorative xmlns:adec="http://schemas.microsoft.com/office/drawing/2017/decorative" val="1"/>
              </a:ext>
            </a:extLst>
          </p:cNvPr>
          <p:cNvSpPr/>
          <p:nvPr/>
        </p:nvSpPr>
        <p:spPr>
          <a:xfrm flipV="1">
            <a:off x="0" y="-1440"/>
            <a:ext cx="12191040" cy="4005720"/>
          </a:xfrm>
          <a:prstGeom prst="rect">
            <a:avLst/>
          </a:prstGeom>
          <a:solidFill>
            <a:schemeClr val="accent1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 algn="ctr" defTabSz="914400">
              <a:lnSpc>
                <a:spcPct val="100000"/>
              </a:lnSpc>
            </a:pPr>
            <a:endParaRPr b="0" lang="en-US" sz="1800" strike="noStrike" u="none">
              <a:solidFill>
                <a:schemeClr val="lt1"/>
              </a:solidFill>
              <a:uFillTx/>
              <a:latin typeface="Calibri"/>
            </a:endParaRPr>
          </a:p>
        </p:txBody>
      </p:sp>
      <p:sp>
        <p:nvSpPr>
          <p:cNvPr id="524" name="PlaceHolder 1"/>
          <p:cNvSpPr>
            <a:spLocks noGrp="1"/>
          </p:cNvSpPr>
          <p:nvPr>
            <p:ph type="title"/>
          </p:nvPr>
        </p:nvSpPr>
        <p:spPr>
          <a:xfrm>
            <a:off x="838080" y="914400"/>
            <a:ext cx="10514520" cy="265896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b">
            <a:normAutofit/>
          </a:bodyPr>
          <a:p>
            <a:pPr indent="0" algn="ctr" defTabSz="914400">
              <a:lnSpc>
                <a:spcPct val="90000"/>
              </a:lnSpc>
              <a:buNone/>
              <a:tabLst>
                <a:tab algn="l" pos="0"/>
              </a:tabLst>
            </a:pPr>
            <a:r>
              <a:rPr b="0" lang="en-US" sz="8000" strike="noStrike" u="none">
                <a:solidFill>
                  <a:srgbClr val="ffffff"/>
                </a:solidFill>
                <a:uFillTx/>
                <a:latin typeface="Calibri Light"/>
              </a:rPr>
              <a:t>UI-Programmierung</a:t>
            </a:r>
            <a:endParaRPr b="0" lang="de-DE" sz="8000" strike="noStrike" u="none">
              <a:solidFill>
                <a:srgbClr val="000000"/>
              </a:solidFill>
              <a:uFillTx/>
              <a:latin typeface="Arial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  <p:timing>
    <p:tnLst>
      <p:par>
        <p:cTn id="36" dur="indefinite" restart="never" nodeType="tmRoot">
          <p:childTnLst>
            <p:seq>
              <p:cTn id="37" dur="indefinite" nodeType="mainSeq">
                <p:childTnLst>
                  <p:par>
                    <p:cTn id="38" fill="hold">
                      <p:stCondLst>
                        <p:cond delay="0"/>
                      </p:stCondLst>
                      <p:childTnLst>
                        <p:par>
                          <p:cTn id="39" fill="hold">
                            <p:stCondLst>
                              <p:cond delay="0"/>
                            </p:stCondLst>
                            <p:childTnLst>
                              <p:par>
                                <p:cTn id="40" nodeType="withEffect" fill="hold" presetClass="entr" presetID="10">
                                  <p:stCondLst>
                                    <p:cond delay="500"/>
                                  </p:stCondLst>
                                  <p:iterate type="lt">
                                    <p:tmAbs val="100"/>
                                  </p:iterate>
                                  <p:childTnLst>
                                    <p:set>
                                      <p:cBhvr>
                                        <p:cTn id="4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 additive="repl">
                                        <p:cTn id="42" dur="400"/>
                                        <p:tgtEl>
                                          <p:spTgt spid="5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01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25" name="PlaceHolder 1"/>
          <p:cNvSpPr>
            <a:spLocks noGrp="1"/>
          </p:cNvSpPr>
          <p:nvPr>
            <p:ph type="title"/>
          </p:nvPr>
        </p:nvSpPr>
        <p:spPr>
          <a:xfrm>
            <a:off x="838080" y="365040"/>
            <a:ext cx="10514520" cy="132444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ctr">
            <a:noAutofit/>
          </a:bodyPr>
          <a:p>
            <a:pPr indent="0" defTabSz="914400">
              <a:lnSpc>
                <a:spcPct val="90000"/>
              </a:lnSpc>
              <a:buNone/>
              <a:tabLst>
                <a:tab algn="l" pos="0"/>
              </a:tabLst>
            </a:pPr>
            <a:r>
              <a:rPr b="0" lang="de-DE" sz="4400" strike="noStrike" u="none">
                <a:solidFill>
                  <a:schemeClr val="dk1"/>
                </a:solidFill>
                <a:uFillTx/>
                <a:latin typeface="Calibri Light"/>
              </a:rPr>
              <a:t>Data Binding</a:t>
            </a:r>
            <a:endParaRPr b="0" lang="de-DE" sz="4400" strike="noStrike" u="none">
              <a:solidFill>
                <a:srgbClr val="000000"/>
              </a:solidFill>
              <a:uFillTx/>
              <a:latin typeface="Arial"/>
            </a:endParaRPr>
          </a:p>
        </p:txBody>
      </p:sp>
      <p:sp>
        <p:nvSpPr>
          <p:cNvPr id="526" name="PlaceHolder 2"/>
          <p:cNvSpPr>
            <a:spLocks noGrp="1"/>
          </p:cNvSpPr>
          <p:nvPr>
            <p:ph/>
          </p:nvPr>
        </p:nvSpPr>
        <p:spPr>
          <a:xfrm>
            <a:off x="838080" y="1825560"/>
            <a:ext cx="10514520" cy="435024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t">
            <a:noAutofit/>
          </a:bodyPr>
          <a:p>
            <a:pPr marL="228600" indent="-228600" defTabSz="914400">
              <a:lnSpc>
                <a:spcPct val="90000"/>
              </a:lnSpc>
              <a:spcBef>
                <a:spcPts val="1001"/>
              </a:spcBef>
              <a:buClr>
                <a:srgbClr val="333333"/>
              </a:buClr>
              <a:buFont typeface="Arial"/>
              <a:buChar char="•"/>
            </a:pPr>
            <a:r>
              <a:rPr b="0" lang="de-DE" sz="2800" strike="noStrike" u="none">
                <a:solidFill>
                  <a:srgbClr val="333333"/>
                </a:solidFill>
                <a:uFillTx/>
                <a:latin typeface="Aller"/>
              </a:rPr>
              <a:t>Template nicht statisch sondern dynamisch</a:t>
            </a:r>
            <a:endParaRPr b="0" lang="de-DE" sz="2800" strike="noStrike" u="none">
              <a:solidFill>
                <a:srgbClr val="000000"/>
              </a:solidFill>
              <a:uFillTx/>
              <a:latin typeface="Arial"/>
            </a:endParaRPr>
          </a:p>
          <a:p>
            <a:pPr marL="228600" indent="-228600" defTabSz="914400">
              <a:lnSpc>
                <a:spcPct val="90000"/>
              </a:lnSpc>
              <a:spcBef>
                <a:spcPts val="1001"/>
              </a:spcBef>
              <a:buClr>
                <a:srgbClr val="333333"/>
              </a:buClr>
              <a:buFont typeface="Arial"/>
              <a:buChar char="•"/>
            </a:pPr>
            <a:r>
              <a:rPr b="0" lang="de-DE" sz="2800" strike="noStrike" u="none">
                <a:solidFill>
                  <a:srgbClr val="333333"/>
                </a:solidFill>
                <a:uFillTx/>
                <a:latin typeface="Aller"/>
              </a:rPr>
              <a:t>Komponenten-Klasse stellt Daten bereit</a:t>
            </a:r>
            <a:endParaRPr b="0" lang="de-DE" sz="2800" strike="noStrike" u="none">
              <a:solidFill>
                <a:srgbClr val="000000"/>
              </a:solidFill>
              <a:uFillTx/>
              <a:latin typeface="Arial"/>
            </a:endParaRPr>
          </a:p>
          <a:p>
            <a:pPr lvl="1" marL="743040" indent="-285840" defTabSz="914400">
              <a:lnSpc>
                <a:spcPct val="90000"/>
              </a:lnSpc>
              <a:spcBef>
                <a:spcPts val="499"/>
              </a:spcBef>
              <a:buClr>
                <a:srgbClr val="333333"/>
              </a:buClr>
              <a:buFont typeface="Arial"/>
              <a:buChar char="•"/>
            </a:pPr>
            <a:r>
              <a:rPr b="0" lang="de-DE" sz="2400" strike="noStrike" u="none">
                <a:solidFill>
                  <a:srgbClr val="333333"/>
                </a:solidFill>
                <a:uFillTx/>
                <a:latin typeface="Aller"/>
              </a:rPr>
              <a:t>Felder / Instanz Variablen</a:t>
            </a:r>
            <a:endParaRPr b="0" lang="de-DE" sz="2400" strike="noStrike" u="none">
              <a:solidFill>
                <a:srgbClr val="000000"/>
              </a:solidFill>
              <a:uFillTx/>
              <a:latin typeface="Arial"/>
            </a:endParaRPr>
          </a:p>
          <a:p>
            <a:pPr marL="228600" indent="-228600" defTabSz="914400">
              <a:lnSpc>
                <a:spcPct val="90000"/>
              </a:lnSpc>
              <a:spcBef>
                <a:spcPts val="1001"/>
              </a:spcBef>
              <a:buClr>
                <a:srgbClr val="333333"/>
              </a:buClr>
              <a:buFont typeface="Arial"/>
              <a:buChar char="•"/>
            </a:pPr>
            <a:r>
              <a:rPr b="0" lang="de-DE" sz="2800" strike="noStrike" u="none">
                <a:solidFill>
                  <a:srgbClr val="333333"/>
                </a:solidFill>
                <a:uFillTx/>
                <a:latin typeface="Aller"/>
              </a:rPr>
              <a:t>Template zeigt Daten an</a:t>
            </a:r>
            <a:endParaRPr b="0" lang="de-DE" sz="2800" strike="noStrike" u="none">
              <a:solidFill>
                <a:srgbClr val="000000"/>
              </a:solidFill>
              <a:uFillTx/>
              <a:latin typeface="Arial"/>
            </a:endParaRPr>
          </a:p>
          <a:p>
            <a:pPr lvl="1" marL="743040" indent="-285840" defTabSz="914400">
              <a:lnSpc>
                <a:spcPct val="90000"/>
              </a:lnSpc>
              <a:spcBef>
                <a:spcPts val="499"/>
              </a:spcBef>
              <a:buClr>
                <a:srgbClr val="333333"/>
              </a:buClr>
              <a:buFont typeface="Arial"/>
              <a:buChar char="•"/>
            </a:pPr>
            <a:r>
              <a:rPr b="0" lang="de-DE" sz="2400" strike="noStrike" u="none">
                <a:solidFill>
                  <a:srgbClr val="333333"/>
                </a:solidFill>
                <a:uFillTx/>
                <a:latin typeface="Aller"/>
              </a:rPr>
              <a:t>Interpolation mit {{ expression }}</a:t>
            </a:r>
            <a:endParaRPr b="0" lang="de-DE" sz="2400" strike="noStrike" u="none">
              <a:solidFill>
                <a:srgbClr val="000000"/>
              </a:solidFill>
              <a:uFillTx/>
              <a:latin typeface="Arial"/>
            </a:endParaRPr>
          </a:p>
          <a:p>
            <a:pPr lvl="1" marL="743040" indent="-285840" defTabSz="914400">
              <a:lnSpc>
                <a:spcPct val="90000"/>
              </a:lnSpc>
              <a:spcBef>
                <a:spcPts val="499"/>
              </a:spcBef>
              <a:buClr>
                <a:srgbClr val="333333"/>
              </a:buClr>
              <a:buFont typeface="Arial"/>
              <a:buChar char="•"/>
            </a:pPr>
            <a:r>
              <a:rPr b="0" lang="de-DE" sz="2400" strike="noStrike" u="none">
                <a:solidFill>
                  <a:srgbClr val="333333"/>
                </a:solidFill>
                <a:uFillTx/>
                <a:latin typeface="Aller"/>
              </a:rPr>
              <a:t>Gibt Ergebnis der Expression als String aus</a:t>
            </a:r>
            <a:endParaRPr b="0" lang="de-DE" sz="2400" strike="noStrike" u="none">
              <a:solidFill>
                <a:srgbClr val="000000"/>
              </a:solidFill>
              <a:uFillTx/>
              <a:latin typeface="Arial"/>
            </a:endParaRPr>
          </a:p>
          <a:p>
            <a:pPr lvl="1" marL="743040" indent="-285840" defTabSz="914400">
              <a:lnSpc>
                <a:spcPct val="90000"/>
              </a:lnSpc>
              <a:spcBef>
                <a:spcPts val="499"/>
              </a:spcBef>
              <a:buClr>
                <a:srgbClr val="333333"/>
              </a:buClr>
              <a:buFont typeface="Arial"/>
              <a:buChar char="•"/>
            </a:pPr>
            <a:r>
              <a:rPr b="0" lang="de-DE" sz="2400" strike="noStrike" u="none">
                <a:solidFill>
                  <a:srgbClr val="333333"/>
                </a:solidFill>
                <a:uFillTx/>
                <a:latin typeface="Aller"/>
              </a:rPr>
              <a:t>Zugriff nur auf Instanz-Variablen der eigenen Klasse</a:t>
            </a:r>
            <a:endParaRPr b="0" lang="de-DE" sz="2400" strike="noStrike" u="none">
              <a:solidFill>
                <a:srgbClr val="000000"/>
              </a:solidFill>
              <a:uFillTx/>
              <a:latin typeface="Arial"/>
            </a:endParaRPr>
          </a:p>
          <a:p>
            <a:pPr lvl="1" marL="743040" indent="-285840" defTabSz="914400">
              <a:lnSpc>
                <a:spcPct val="90000"/>
              </a:lnSpc>
              <a:spcBef>
                <a:spcPts val="499"/>
              </a:spcBef>
              <a:buClr>
                <a:srgbClr val="333333"/>
              </a:buClr>
              <a:buFont typeface="Arial"/>
              <a:buChar char="•"/>
            </a:pPr>
            <a:r>
              <a:rPr b="0" lang="de-DE" sz="2400" strike="noStrike" u="none">
                <a:solidFill>
                  <a:srgbClr val="333333"/>
                </a:solidFill>
                <a:uFillTx/>
                <a:latin typeface="Aller"/>
              </a:rPr>
              <a:t>Template-Variablen</a:t>
            </a:r>
            <a:endParaRPr b="0" lang="de-DE" sz="2400" strike="noStrike" u="none">
              <a:solidFill>
                <a:srgbClr val="000000"/>
              </a:solidFill>
              <a:uFillTx/>
              <a:latin typeface="Arial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102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27" name="PlaceHolder 1"/>
          <p:cNvSpPr>
            <a:spLocks noGrp="1"/>
          </p:cNvSpPr>
          <p:nvPr>
            <p:ph type="title"/>
          </p:nvPr>
        </p:nvSpPr>
        <p:spPr>
          <a:xfrm>
            <a:off x="838080" y="365040"/>
            <a:ext cx="10514520" cy="132444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ctr">
            <a:noAutofit/>
          </a:bodyPr>
          <a:p>
            <a:pPr indent="0" defTabSz="914400">
              <a:lnSpc>
                <a:spcPct val="90000"/>
              </a:lnSpc>
              <a:buNone/>
              <a:tabLst>
                <a:tab algn="l" pos="0"/>
              </a:tabLst>
            </a:pPr>
            <a:r>
              <a:rPr b="0" lang="de-DE" sz="4400" strike="noStrike" u="none">
                <a:solidFill>
                  <a:schemeClr val="dk1"/>
                </a:solidFill>
                <a:uFillTx/>
                <a:latin typeface="Calibri Light"/>
              </a:rPr>
              <a:t>Die ngModel-Direktive</a:t>
            </a:r>
            <a:endParaRPr b="0" lang="de-DE" sz="4400" strike="noStrike" u="none">
              <a:solidFill>
                <a:srgbClr val="000000"/>
              </a:solidFill>
              <a:uFillTx/>
              <a:latin typeface="Arial"/>
            </a:endParaRPr>
          </a:p>
        </p:txBody>
      </p:sp>
      <p:sp>
        <p:nvSpPr>
          <p:cNvPr id="528" name="PlaceHolder 2"/>
          <p:cNvSpPr>
            <a:spLocks noGrp="1"/>
          </p:cNvSpPr>
          <p:nvPr>
            <p:ph/>
          </p:nvPr>
        </p:nvSpPr>
        <p:spPr>
          <a:xfrm>
            <a:off x="838080" y="1825560"/>
            <a:ext cx="10514520" cy="435024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t">
            <a:noAutofit/>
          </a:bodyPr>
          <a:p>
            <a:pPr marL="228600" indent="-228600" defTabSz="914400">
              <a:lnSpc>
                <a:spcPct val="90000"/>
              </a:lnSpc>
              <a:spcBef>
                <a:spcPts val="1001"/>
              </a:spcBef>
              <a:buClr>
                <a:srgbClr val="000000"/>
              </a:buClr>
              <a:buFont typeface="Arial"/>
              <a:buChar char="•"/>
            </a:pPr>
            <a:r>
              <a:rPr b="0" lang="de-DE" sz="2800" strike="noStrike" u="none">
                <a:solidFill>
                  <a:schemeClr val="dk1"/>
                </a:solidFill>
                <a:uFillTx/>
                <a:latin typeface="Calibri"/>
              </a:rPr>
              <a:t>Bisher wurden die Werte der Komponente mit der </a:t>
            </a:r>
            <a:r>
              <a:rPr b="0" lang="de-DE" sz="2800" strike="noStrike" u="none">
                <a:solidFill>
                  <a:schemeClr val="dk1"/>
                </a:solidFill>
                <a:uFillTx/>
                <a:latin typeface="Courier New"/>
              </a:rPr>
              <a:t>{{}}</a:t>
            </a:r>
            <a:r>
              <a:rPr b="0" lang="de-DE" sz="2800" strike="noStrike" u="none">
                <a:solidFill>
                  <a:schemeClr val="dk1"/>
                </a:solidFill>
                <a:uFillTx/>
                <a:latin typeface="Calibri"/>
              </a:rPr>
              <a:t>-Interpolation dargestellt</a:t>
            </a:r>
            <a:endParaRPr b="0" lang="de-DE" sz="2800" strike="noStrike" u="none">
              <a:solidFill>
                <a:srgbClr val="000000"/>
              </a:solidFill>
              <a:uFillTx/>
              <a:latin typeface="Arial"/>
            </a:endParaRPr>
          </a:p>
          <a:p>
            <a:pPr marL="228600" indent="-228600" defTabSz="914400">
              <a:lnSpc>
                <a:spcPct val="90000"/>
              </a:lnSpc>
              <a:spcBef>
                <a:spcPts val="1001"/>
              </a:spcBef>
              <a:buClr>
                <a:srgbClr val="000000"/>
              </a:buClr>
              <a:buFont typeface="Arial"/>
              <a:buChar char="•"/>
            </a:pPr>
            <a:r>
              <a:rPr b="0" lang="de-DE" sz="2800" strike="noStrike" u="none">
                <a:solidFill>
                  <a:schemeClr val="dk1"/>
                </a:solidFill>
                <a:uFillTx/>
                <a:latin typeface="Calibri"/>
              </a:rPr>
              <a:t>Dieses Binding ist dynamisch (!)</a:t>
            </a:r>
            <a:endParaRPr b="0" lang="de-DE" sz="2800" strike="noStrike" u="none">
              <a:solidFill>
                <a:srgbClr val="000000"/>
              </a:solidFill>
              <a:uFillTx/>
              <a:latin typeface="Arial"/>
            </a:endParaRPr>
          </a:p>
          <a:p>
            <a:pPr lvl="1" marL="685800" indent="-228600" defTabSz="914400">
              <a:lnSpc>
                <a:spcPct val="90000"/>
              </a:lnSpc>
              <a:spcBef>
                <a:spcPts val="499"/>
              </a:spcBef>
              <a:buClr>
                <a:srgbClr val="000000"/>
              </a:buClr>
              <a:buFont typeface="Arial"/>
              <a:buChar char="•"/>
            </a:pPr>
            <a:r>
              <a:rPr b="0" lang="de-DE" sz="2400" strike="noStrike" u="none">
                <a:solidFill>
                  <a:schemeClr val="dk1"/>
                </a:solidFill>
                <a:uFillTx/>
                <a:latin typeface="Calibri"/>
              </a:rPr>
              <a:t>Änderungen der Werte werden in der Oberfläche dargestellt</a:t>
            </a:r>
            <a:endParaRPr b="0" lang="de-DE" sz="2400" strike="noStrike" u="none">
              <a:solidFill>
                <a:srgbClr val="000000"/>
              </a:solidFill>
              <a:uFillTx/>
              <a:latin typeface="Arial"/>
            </a:endParaRPr>
          </a:p>
          <a:p>
            <a:pPr marL="228600" indent="-228600" defTabSz="914400">
              <a:lnSpc>
                <a:spcPct val="90000"/>
              </a:lnSpc>
              <a:spcBef>
                <a:spcPts val="1001"/>
              </a:spcBef>
              <a:buClr>
                <a:srgbClr val="000000"/>
              </a:buClr>
              <a:buFont typeface="Arial"/>
              <a:buChar char="•"/>
            </a:pPr>
            <a:r>
              <a:rPr b="0" lang="de-DE" sz="2800" strike="noStrike" u="none">
                <a:solidFill>
                  <a:schemeClr val="dk1"/>
                </a:solidFill>
                <a:uFillTx/>
                <a:latin typeface="Calibri"/>
              </a:rPr>
              <a:t>Eigenschaften der Komponente können auch bidirektional gebunden werden</a:t>
            </a:r>
            <a:endParaRPr b="0" lang="de-DE" sz="2800" strike="noStrike" u="none">
              <a:solidFill>
                <a:srgbClr val="000000"/>
              </a:solidFill>
              <a:uFillTx/>
              <a:latin typeface="Arial"/>
            </a:endParaRPr>
          </a:p>
          <a:p>
            <a:pPr marL="228600" indent="-228600" defTabSz="914400">
              <a:lnSpc>
                <a:spcPct val="90000"/>
              </a:lnSpc>
              <a:spcBef>
                <a:spcPts val="1001"/>
              </a:spcBef>
              <a:buClr>
                <a:srgbClr val="000000"/>
              </a:buClr>
              <a:buFont typeface="Arial"/>
              <a:buChar char="•"/>
            </a:pPr>
            <a:r>
              <a:rPr b="0" lang="de-DE" sz="2800" strike="noStrike" u="none">
                <a:solidFill>
                  <a:schemeClr val="dk1"/>
                </a:solidFill>
                <a:uFillTx/>
                <a:latin typeface="Calibri"/>
              </a:rPr>
              <a:t>Dazu dient die Direktive </a:t>
            </a:r>
            <a:r>
              <a:rPr b="0" lang="de-DE" sz="2800" strike="noStrike" u="none">
                <a:solidFill>
                  <a:schemeClr val="dk1"/>
                </a:solidFill>
                <a:uFillTx/>
                <a:latin typeface="Courier New"/>
              </a:rPr>
              <a:t>ngModel</a:t>
            </a:r>
            <a:endParaRPr b="0" lang="de-DE" sz="2800" strike="noStrike" u="none">
              <a:solidFill>
                <a:srgbClr val="000000"/>
              </a:solidFill>
              <a:uFillTx/>
              <a:latin typeface="Arial"/>
            </a:endParaRPr>
          </a:p>
          <a:p>
            <a:pPr lvl="1" marL="685800" indent="-228600" defTabSz="914400">
              <a:lnSpc>
                <a:spcPct val="90000"/>
              </a:lnSpc>
              <a:spcBef>
                <a:spcPts val="499"/>
              </a:spcBef>
              <a:buClr>
                <a:srgbClr val="000000"/>
              </a:buClr>
              <a:buFont typeface="Arial"/>
              <a:buChar char="•"/>
            </a:pPr>
            <a:r>
              <a:rPr b="0" lang="de-DE" sz="2400" strike="noStrike" u="none">
                <a:solidFill>
                  <a:schemeClr val="dk1"/>
                </a:solidFill>
                <a:uFillTx/>
                <a:latin typeface="Calibri"/>
              </a:rPr>
              <a:t>Notwendig hierzu ist der Import des </a:t>
            </a:r>
            <a:r>
              <a:rPr b="0" lang="de-DE" sz="2400" strike="noStrike" u="none">
                <a:solidFill>
                  <a:schemeClr val="dk1"/>
                </a:solidFill>
                <a:uFillTx/>
                <a:latin typeface="Courier New"/>
              </a:rPr>
              <a:t>FormsModul</a:t>
            </a:r>
            <a:r>
              <a:rPr b="0" lang="de-DE" sz="2400" strike="noStrike" u="none">
                <a:solidFill>
                  <a:schemeClr val="dk1"/>
                </a:solidFill>
                <a:uFillTx/>
                <a:latin typeface="Calibri"/>
              </a:rPr>
              <a:t>s aus </a:t>
            </a:r>
            <a:r>
              <a:rPr b="0" lang="de-DE" sz="2400" strike="noStrike" u="none">
                <a:solidFill>
                  <a:schemeClr val="dk1"/>
                </a:solidFill>
                <a:uFillTx/>
                <a:latin typeface="Courier New"/>
              </a:rPr>
              <a:t>@angular/form</a:t>
            </a:r>
            <a:endParaRPr b="0" lang="de-DE" sz="2400" strike="noStrike" u="none">
              <a:solidFill>
                <a:srgbClr val="000000"/>
              </a:solidFill>
              <a:uFillTx/>
              <a:latin typeface="Arial"/>
            </a:endParaRPr>
          </a:p>
          <a:p>
            <a:pPr indent="0" defTabSz="914400">
              <a:lnSpc>
                <a:spcPct val="90000"/>
              </a:lnSpc>
              <a:spcBef>
                <a:spcPts val="1001"/>
              </a:spcBef>
              <a:buNone/>
              <a:tabLst>
                <a:tab algn="l" pos="0"/>
              </a:tabLst>
            </a:pPr>
            <a:endParaRPr b="0" lang="de-DE" sz="2800" strike="noStrike" u="none">
              <a:solidFill>
                <a:srgbClr val="000000"/>
              </a:solidFill>
              <a:uFillTx/>
              <a:latin typeface="Arial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103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29" name="PlaceHolder 1"/>
          <p:cNvSpPr>
            <a:spLocks noGrp="1"/>
          </p:cNvSpPr>
          <p:nvPr>
            <p:ph type="title"/>
          </p:nvPr>
        </p:nvSpPr>
        <p:spPr>
          <a:xfrm>
            <a:off x="838080" y="365040"/>
            <a:ext cx="10514520" cy="132444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ctr">
            <a:noAutofit/>
          </a:bodyPr>
          <a:p>
            <a:pPr indent="0" defTabSz="914400">
              <a:lnSpc>
                <a:spcPct val="90000"/>
              </a:lnSpc>
              <a:buNone/>
              <a:tabLst>
                <a:tab algn="l" pos="0"/>
              </a:tabLst>
            </a:pPr>
            <a:r>
              <a:rPr b="0" lang="de-DE" sz="4400" strike="noStrike" u="none">
                <a:solidFill>
                  <a:schemeClr val="dk1"/>
                </a:solidFill>
                <a:uFillTx/>
                <a:latin typeface="Calibri Light"/>
              </a:rPr>
              <a:t>Data Binding: Beispiel</a:t>
            </a:r>
            <a:endParaRPr b="0" lang="de-DE" sz="4400" strike="noStrike" u="none">
              <a:solidFill>
                <a:srgbClr val="000000"/>
              </a:solidFill>
              <a:uFillTx/>
              <a:latin typeface="Arial"/>
            </a:endParaRPr>
          </a:p>
        </p:txBody>
      </p:sp>
      <p:sp>
        <p:nvSpPr>
          <p:cNvPr id="530" name="PlaceHolder 2"/>
          <p:cNvSpPr>
            <a:spLocks noGrp="1"/>
          </p:cNvSpPr>
          <p:nvPr>
            <p:ph/>
          </p:nvPr>
        </p:nvSpPr>
        <p:spPr>
          <a:xfrm>
            <a:off x="838080" y="1825560"/>
            <a:ext cx="10514520" cy="435024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t">
            <a:noAutofit/>
          </a:bodyPr>
          <a:p>
            <a:pPr indent="0" defTabSz="914400">
              <a:lnSpc>
                <a:spcPct val="90000"/>
              </a:lnSpc>
              <a:spcBef>
                <a:spcPts val="1001"/>
              </a:spcBef>
              <a:buNone/>
              <a:tabLst>
                <a:tab algn="l" pos="0"/>
              </a:tabLst>
            </a:pPr>
            <a:r>
              <a:rPr b="0" lang="de-DE" sz="1200" strike="noStrike" u="none">
                <a:solidFill>
                  <a:srgbClr val="1e347b"/>
                </a:solidFill>
                <a:uFillTx/>
                <a:latin typeface="SourceCodePro"/>
              </a:rPr>
              <a:t>import</a:t>
            </a:r>
            <a:r>
              <a:rPr b="0" lang="de-DE" sz="1200" strike="noStrike" u="none">
                <a:solidFill>
                  <a:srgbClr val="48484c"/>
                </a:solidFill>
                <a:uFillTx/>
                <a:latin typeface="SourceCodePro"/>
              </a:rPr>
              <a:t> </a:t>
            </a:r>
            <a:r>
              <a:rPr b="0" lang="de-DE" sz="1200" strike="noStrike" u="none">
                <a:solidFill>
                  <a:srgbClr val="93a1a1"/>
                </a:solidFill>
                <a:uFillTx/>
                <a:latin typeface="SourceCodePro"/>
              </a:rPr>
              <a:t>{</a:t>
            </a:r>
            <a:r>
              <a:rPr b="0" lang="de-DE" sz="1200" strike="noStrike" u="none">
                <a:solidFill>
                  <a:srgbClr val="48484c"/>
                </a:solidFill>
                <a:uFillTx/>
                <a:latin typeface="SourceCodePro"/>
              </a:rPr>
              <a:t> </a:t>
            </a:r>
            <a:r>
              <a:rPr b="0" lang="de-DE" sz="1200" strike="noStrike" u="none">
                <a:solidFill>
                  <a:srgbClr val="008080"/>
                </a:solidFill>
                <a:uFillTx/>
                <a:latin typeface="SourceCodePro"/>
              </a:rPr>
              <a:t>Track</a:t>
            </a:r>
            <a:r>
              <a:rPr b="0" lang="de-DE" sz="1200" strike="noStrike" u="none">
                <a:solidFill>
                  <a:srgbClr val="48484c"/>
                </a:solidFill>
                <a:uFillTx/>
                <a:latin typeface="SourceCodePro"/>
              </a:rPr>
              <a:t> </a:t>
            </a:r>
            <a:r>
              <a:rPr b="0" lang="de-DE" sz="1200" strike="noStrike" u="none">
                <a:solidFill>
                  <a:srgbClr val="93a1a1"/>
                </a:solidFill>
                <a:uFillTx/>
                <a:latin typeface="SourceCodePro"/>
              </a:rPr>
              <a:t>}</a:t>
            </a:r>
            <a:r>
              <a:rPr b="0" lang="de-DE" sz="1200" strike="noStrike" u="none">
                <a:solidFill>
                  <a:srgbClr val="48484c"/>
                </a:solidFill>
                <a:uFillTx/>
                <a:latin typeface="SourceCodePro"/>
              </a:rPr>
              <a:t> </a:t>
            </a:r>
            <a:r>
              <a:rPr b="0" lang="de-DE" sz="1200" strike="noStrike" u="none">
                <a:solidFill>
                  <a:srgbClr val="1e347b"/>
                </a:solidFill>
                <a:uFillTx/>
                <a:latin typeface="SourceCodePro"/>
              </a:rPr>
              <a:t>from</a:t>
            </a:r>
            <a:r>
              <a:rPr b="0" lang="de-DE" sz="1200" strike="noStrike" u="none">
                <a:solidFill>
                  <a:srgbClr val="48484c"/>
                </a:solidFill>
                <a:uFillTx/>
                <a:latin typeface="SourceCodePro"/>
              </a:rPr>
              <a:t> </a:t>
            </a:r>
            <a:r>
              <a:rPr b="0" lang="de-DE" sz="1200" strike="noStrike" u="none">
                <a:solidFill>
                  <a:srgbClr val="dd1144"/>
                </a:solidFill>
                <a:uFillTx/>
                <a:latin typeface="SourceCodePro"/>
              </a:rPr>
              <a:t>"./../tracks/track.model"</a:t>
            </a:r>
            <a:r>
              <a:rPr b="0" lang="de-DE" sz="1200" strike="noStrike" u="none">
                <a:solidFill>
                  <a:srgbClr val="93a1a1"/>
                </a:solidFill>
                <a:uFillTx/>
                <a:latin typeface="SourceCodePro"/>
              </a:rPr>
              <a:t>;</a:t>
            </a:r>
            <a:endParaRPr b="0" lang="de-DE" sz="1200" strike="noStrike" u="none">
              <a:solidFill>
                <a:srgbClr val="000000"/>
              </a:solidFill>
              <a:uFillTx/>
              <a:latin typeface="Arial"/>
            </a:endParaRPr>
          </a:p>
          <a:p>
            <a:pPr indent="0" defTabSz="914400">
              <a:lnSpc>
                <a:spcPct val="90000"/>
              </a:lnSpc>
              <a:spcBef>
                <a:spcPts val="1001"/>
              </a:spcBef>
              <a:buNone/>
              <a:tabLst>
                <a:tab algn="l" pos="0"/>
              </a:tabLst>
            </a:pPr>
            <a:r>
              <a:rPr b="0" lang="de-DE" sz="1200" strike="noStrike" u="none">
                <a:solidFill>
                  <a:srgbClr val="195f91"/>
                </a:solidFill>
                <a:uFillTx/>
                <a:latin typeface="SourceCodePro"/>
              </a:rPr>
              <a:t>@Component</a:t>
            </a:r>
            <a:r>
              <a:rPr b="0" lang="de-DE" sz="1200" strike="noStrike" u="none">
                <a:solidFill>
                  <a:srgbClr val="93a1a1"/>
                </a:solidFill>
                <a:uFillTx/>
                <a:latin typeface="SourceCodePro"/>
              </a:rPr>
              <a:t>({</a:t>
            </a:r>
            <a:endParaRPr b="0" lang="de-DE" sz="1200" strike="noStrike" u="none">
              <a:solidFill>
                <a:srgbClr val="000000"/>
              </a:solidFill>
              <a:uFillTx/>
              <a:latin typeface="Arial"/>
            </a:endParaRPr>
          </a:p>
          <a:p>
            <a:pPr indent="0" defTabSz="914400">
              <a:lnSpc>
                <a:spcPct val="90000"/>
              </a:lnSpc>
              <a:spcBef>
                <a:spcPts val="1001"/>
              </a:spcBef>
              <a:buNone/>
              <a:tabLst>
                <a:tab algn="l" pos="0"/>
              </a:tabLst>
            </a:pPr>
            <a:r>
              <a:rPr b="0" lang="de-DE" sz="1200" strike="noStrike" u="none">
                <a:solidFill>
                  <a:srgbClr val="48484c"/>
                </a:solidFill>
                <a:uFillTx/>
                <a:latin typeface="SourceCodePro"/>
              </a:rPr>
              <a:t>  </a:t>
            </a:r>
            <a:r>
              <a:rPr b="0" lang="de-DE" sz="1200" strike="noStrike" u="none">
                <a:solidFill>
                  <a:srgbClr val="48484c"/>
                </a:solidFill>
                <a:uFillTx/>
                <a:latin typeface="SourceCodePro"/>
              </a:rPr>
              <a:t>selector</a:t>
            </a:r>
            <a:r>
              <a:rPr b="0" lang="de-DE" sz="1200" strike="noStrike" u="none">
                <a:solidFill>
                  <a:srgbClr val="93a1a1"/>
                </a:solidFill>
                <a:uFillTx/>
                <a:latin typeface="SourceCodePro"/>
              </a:rPr>
              <a:t>:</a:t>
            </a:r>
            <a:r>
              <a:rPr b="0" lang="de-DE" sz="1200" strike="noStrike" u="none">
                <a:solidFill>
                  <a:srgbClr val="48484c"/>
                </a:solidFill>
                <a:uFillTx/>
                <a:latin typeface="SourceCodePro"/>
              </a:rPr>
              <a:t> </a:t>
            </a:r>
            <a:r>
              <a:rPr b="0" lang="de-DE" sz="1200" strike="noStrike" u="none">
                <a:solidFill>
                  <a:srgbClr val="dd1144"/>
                </a:solidFill>
                <a:uFillTx/>
                <a:latin typeface="SourceCodePro"/>
              </a:rPr>
              <a:t>"music-app"</a:t>
            </a:r>
            <a:r>
              <a:rPr b="0" lang="de-DE" sz="1200" strike="noStrike" u="none">
                <a:solidFill>
                  <a:srgbClr val="93a1a1"/>
                </a:solidFill>
                <a:uFillTx/>
                <a:latin typeface="SourceCodePro"/>
              </a:rPr>
              <a:t>,</a:t>
            </a:r>
            <a:endParaRPr b="0" lang="de-DE" sz="1200" strike="noStrike" u="none">
              <a:solidFill>
                <a:srgbClr val="000000"/>
              </a:solidFill>
              <a:uFillTx/>
              <a:latin typeface="Arial"/>
            </a:endParaRPr>
          </a:p>
          <a:p>
            <a:pPr indent="0" defTabSz="914400">
              <a:lnSpc>
                <a:spcPct val="90000"/>
              </a:lnSpc>
              <a:spcBef>
                <a:spcPts val="1001"/>
              </a:spcBef>
              <a:buNone/>
              <a:tabLst>
                <a:tab algn="l" pos="0"/>
              </a:tabLst>
            </a:pPr>
            <a:r>
              <a:rPr b="0" lang="de-DE" sz="1200" strike="noStrike" u="none">
                <a:solidFill>
                  <a:srgbClr val="1e347b"/>
                </a:solidFill>
                <a:uFillTx/>
                <a:latin typeface="SourceCodePro"/>
              </a:rPr>
              <a:t>  </a:t>
            </a:r>
            <a:r>
              <a:rPr b="0" lang="de-DE" sz="1200" strike="noStrike" u="none">
                <a:solidFill>
                  <a:srgbClr val="1e347b"/>
                </a:solidFill>
                <a:uFillTx/>
                <a:latin typeface="SourceCodePro"/>
              </a:rPr>
              <a:t>template</a:t>
            </a:r>
            <a:r>
              <a:rPr b="0" lang="de-DE" sz="1200" strike="noStrike" u="none">
                <a:solidFill>
                  <a:srgbClr val="93a1a1"/>
                </a:solidFill>
                <a:uFillTx/>
                <a:latin typeface="SourceCodePro"/>
              </a:rPr>
              <a:t>:</a:t>
            </a:r>
            <a:r>
              <a:rPr b="0" lang="de-DE" sz="1200" strike="noStrike" u="none">
                <a:solidFill>
                  <a:srgbClr val="48484c"/>
                </a:solidFill>
                <a:uFillTx/>
                <a:latin typeface="SourceCodePro"/>
              </a:rPr>
              <a:t> </a:t>
            </a:r>
            <a:r>
              <a:rPr b="0" lang="de-DE" sz="1200" strike="noStrike" u="none">
                <a:solidFill>
                  <a:srgbClr val="dd1144"/>
                </a:solidFill>
                <a:uFillTx/>
                <a:latin typeface="SourceCodePro"/>
              </a:rPr>
              <a:t>`</a:t>
            </a:r>
            <a:endParaRPr b="0" lang="de-DE" sz="1200" strike="noStrike" u="none">
              <a:solidFill>
                <a:srgbClr val="000000"/>
              </a:solidFill>
              <a:uFillTx/>
              <a:latin typeface="Arial"/>
            </a:endParaRPr>
          </a:p>
          <a:p>
            <a:pPr indent="0" defTabSz="914400">
              <a:lnSpc>
                <a:spcPct val="90000"/>
              </a:lnSpc>
              <a:spcBef>
                <a:spcPts val="1001"/>
              </a:spcBef>
              <a:buNone/>
              <a:tabLst>
                <a:tab algn="l" pos="0"/>
              </a:tabLst>
            </a:pPr>
            <a:r>
              <a:rPr b="0" lang="de-DE" sz="1200" strike="noStrike" u="none">
                <a:solidFill>
                  <a:srgbClr val="dd1144"/>
                </a:solidFill>
                <a:uFillTx/>
                <a:latin typeface="SourceCodePro"/>
              </a:rPr>
              <a:t>     </a:t>
            </a:r>
            <a:r>
              <a:rPr b="0" lang="de-DE" sz="1200" strike="noStrike" u="none">
                <a:solidFill>
                  <a:srgbClr val="dd1144"/>
                </a:solidFill>
                <a:uFillTx/>
                <a:latin typeface="SourceCodePro"/>
              </a:rPr>
              <a:t>&lt;h1&gt;Music App&lt;/h1&gt;</a:t>
            </a:r>
            <a:endParaRPr b="0" lang="de-DE" sz="1200" strike="noStrike" u="none">
              <a:solidFill>
                <a:srgbClr val="000000"/>
              </a:solidFill>
              <a:uFillTx/>
              <a:latin typeface="Arial"/>
            </a:endParaRPr>
          </a:p>
          <a:p>
            <a:pPr indent="0" defTabSz="914400">
              <a:lnSpc>
                <a:spcPct val="90000"/>
              </a:lnSpc>
              <a:spcBef>
                <a:spcPts val="1001"/>
              </a:spcBef>
              <a:buNone/>
              <a:tabLst>
                <a:tab algn="l" pos="0"/>
              </a:tabLst>
            </a:pPr>
            <a:r>
              <a:rPr b="0" lang="de-DE" sz="1200" strike="noStrike" u="none">
                <a:solidFill>
                  <a:srgbClr val="dd1144"/>
                </a:solidFill>
                <a:uFillTx/>
                <a:latin typeface="SourceCodePro"/>
              </a:rPr>
              <a:t>     </a:t>
            </a:r>
            <a:r>
              <a:rPr b="0" lang="de-DE" sz="1200" strike="noStrike" u="none">
                <a:solidFill>
                  <a:srgbClr val="dd1144"/>
                </a:solidFill>
                <a:uFillTx/>
                <a:latin typeface="SourceCodePro"/>
              </a:rPr>
              <a:t>Music App has {{tracks.length}} tracks to play  `</a:t>
            </a:r>
            <a:endParaRPr b="0" lang="de-DE" sz="1200" strike="noStrike" u="none">
              <a:solidFill>
                <a:srgbClr val="000000"/>
              </a:solidFill>
              <a:uFillTx/>
              <a:latin typeface="Arial"/>
            </a:endParaRPr>
          </a:p>
          <a:p>
            <a:pPr indent="0" defTabSz="914400">
              <a:lnSpc>
                <a:spcPct val="90000"/>
              </a:lnSpc>
              <a:spcBef>
                <a:spcPts val="1001"/>
              </a:spcBef>
              <a:buNone/>
              <a:tabLst>
                <a:tab algn="l" pos="0"/>
              </a:tabLst>
            </a:pPr>
            <a:r>
              <a:rPr b="0" lang="de-DE" sz="1200" strike="noStrike" u="none">
                <a:solidFill>
                  <a:srgbClr val="93a1a1"/>
                </a:solidFill>
                <a:uFillTx/>
                <a:latin typeface="SourceCodePro"/>
              </a:rPr>
              <a:t>})</a:t>
            </a:r>
            <a:endParaRPr b="0" lang="de-DE" sz="1200" strike="noStrike" u="none">
              <a:solidFill>
                <a:srgbClr val="000000"/>
              </a:solidFill>
              <a:uFillTx/>
              <a:latin typeface="Arial"/>
            </a:endParaRPr>
          </a:p>
          <a:p>
            <a:pPr indent="0" defTabSz="914400">
              <a:lnSpc>
                <a:spcPct val="90000"/>
              </a:lnSpc>
              <a:spcBef>
                <a:spcPts val="1001"/>
              </a:spcBef>
              <a:buNone/>
              <a:tabLst>
                <a:tab algn="l" pos="0"/>
              </a:tabLst>
            </a:pPr>
            <a:r>
              <a:rPr b="0" lang="de-DE" sz="1200" strike="noStrike" u="none">
                <a:solidFill>
                  <a:srgbClr val="1e347b"/>
                </a:solidFill>
                <a:uFillTx/>
                <a:latin typeface="SourceCodePro"/>
              </a:rPr>
              <a:t>export</a:t>
            </a:r>
            <a:r>
              <a:rPr b="0" lang="de-DE" sz="1200" strike="noStrike" u="none">
                <a:solidFill>
                  <a:srgbClr val="48484c"/>
                </a:solidFill>
                <a:uFillTx/>
                <a:latin typeface="SourceCodePro"/>
              </a:rPr>
              <a:t> </a:t>
            </a:r>
            <a:r>
              <a:rPr b="0" lang="de-DE" sz="1200" strike="noStrike" u="none">
                <a:solidFill>
                  <a:srgbClr val="1e347b"/>
                </a:solidFill>
                <a:uFillTx/>
                <a:latin typeface="SourceCodePro"/>
              </a:rPr>
              <a:t>class</a:t>
            </a:r>
            <a:r>
              <a:rPr b="0" lang="de-DE" sz="1200" strike="noStrike" u="none">
                <a:solidFill>
                  <a:srgbClr val="48484c"/>
                </a:solidFill>
                <a:uFillTx/>
                <a:latin typeface="SourceCodePro"/>
              </a:rPr>
              <a:t> </a:t>
            </a:r>
            <a:r>
              <a:rPr b="0" lang="de-DE" sz="1200" strike="noStrike" u="none">
                <a:solidFill>
                  <a:srgbClr val="008080"/>
                </a:solidFill>
                <a:uFillTx/>
                <a:latin typeface="SourceCodePro"/>
              </a:rPr>
              <a:t>MusicAppComponent</a:t>
            </a:r>
            <a:r>
              <a:rPr b="0" lang="de-DE" sz="1200" strike="noStrike" u="none">
                <a:solidFill>
                  <a:srgbClr val="48484c"/>
                </a:solidFill>
                <a:uFillTx/>
                <a:latin typeface="SourceCodePro"/>
              </a:rPr>
              <a:t> </a:t>
            </a:r>
            <a:r>
              <a:rPr b="0" lang="de-DE" sz="1200" strike="noStrike" u="none">
                <a:solidFill>
                  <a:srgbClr val="93a1a1"/>
                </a:solidFill>
                <a:uFillTx/>
                <a:latin typeface="SourceCodePro"/>
              </a:rPr>
              <a:t>{</a:t>
            </a:r>
            <a:endParaRPr b="0" lang="de-DE" sz="1200" strike="noStrike" u="none">
              <a:solidFill>
                <a:srgbClr val="000000"/>
              </a:solidFill>
              <a:uFillTx/>
              <a:latin typeface="Arial"/>
            </a:endParaRPr>
          </a:p>
          <a:p>
            <a:pPr indent="0" defTabSz="914400">
              <a:lnSpc>
                <a:spcPct val="90000"/>
              </a:lnSpc>
              <a:spcBef>
                <a:spcPts val="1001"/>
              </a:spcBef>
              <a:buNone/>
              <a:tabLst>
                <a:tab algn="l" pos="0"/>
              </a:tabLst>
            </a:pPr>
            <a:r>
              <a:rPr b="0" lang="de-DE" sz="1200" strike="noStrike" u="none">
                <a:solidFill>
                  <a:srgbClr val="1e347b"/>
                </a:solidFill>
                <a:uFillTx/>
                <a:latin typeface="SourceCodePro"/>
              </a:rPr>
              <a:t>  </a:t>
            </a:r>
            <a:r>
              <a:rPr b="0" lang="de-DE" sz="1200" strike="noStrike" u="none">
                <a:solidFill>
                  <a:srgbClr val="1e347b"/>
                </a:solidFill>
                <a:uFillTx/>
                <a:latin typeface="SourceCodePro"/>
              </a:rPr>
              <a:t>public</a:t>
            </a:r>
            <a:r>
              <a:rPr b="0" lang="de-DE" sz="1200" strike="noStrike" u="none">
                <a:solidFill>
                  <a:srgbClr val="48484c"/>
                </a:solidFill>
                <a:uFillTx/>
                <a:latin typeface="SourceCodePro"/>
              </a:rPr>
              <a:t> tracks</a:t>
            </a:r>
            <a:r>
              <a:rPr b="0" lang="de-DE" sz="1200" strike="noStrike" u="none">
                <a:solidFill>
                  <a:srgbClr val="93a1a1"/>
                </a:solidFill>
                <a:uFillTx/>
                <a:latin typeface="SourceCodePro"/>
              </a:rPr>
              <a:t>:</a:t>
            </a:r>
            <a:r>
              <a:rPr b="0" lang="de-DE" sz="1200" strike="noStrike" u="none">
                <a:solidFill>
                  <a:srgbClr val="48484c"/>
                </a:solidFill>
                <a:uFillTx/>
                <a:latin typeface="SourceCodePro"/>
              </a:rPr>
              <a:t> </a:t>
            </a:r>
            <a:r>
              <a:rPr b="0" lang="de-DE" sz="1200" strike="noStrike" u="none">
                <a:solidFill>
                  <a:srgbClr val="008080"/>
                </a:solidFill>
                <a:uFillTx/>
                <a:latin typeface="SourceCodePro"/>
              </a:rPr>
              <a:t>Track</a:t>
            </a:r>
            <a:r>
              <a:rPr b="0" lang="de-DE" sz="1200" strike="noStrike" u="none">
                <a:solidFill>
                  <a:srgbClr val="93a1a1"/>
                </a:solidFill>
                <a:uFillTx/>
                <a:latin typeface="SourceCodePro"/>
              </a:rPr>
              <a:t>[];</a:t>
            </a:r>
            <a:endParaRPr b="0" lang="de-DE" sz="1200" strike="noStrike" u="none">
              <a:solidFill>
                <a:srgbClr val="000000"/>
              </a:solidFill>
              <a:uFillTx/>
              <a:latin typeface="Arial"/>
            </a:endParaRPr>
          </a:p>
          <a:p>
            <a:pPr indent="0" defTabSz="914400">
              <a:lnSpc>
                <a:spcPct val="90000"/>
              </a:lnSpc>
              <a:spcBef>
                <a:spcPts val="1001"/>
              </a:spcBef>
              <a:buNone/>
              <a:tabLst>
                <a:tab algn="l" pos="0"/>
              </a:tabLst>
            </a:pPr>
            <a:r>
              <a:rPr b="0" lang="de-DE" sz="1200" strike="noStrike" u="none">
                <a:solidFill>
                  <a:srgbClr val="48484c"/>
                </a:solidFill>
                <a:uFillTx/>
                <a:latin typeface="SourceCodePro"/>
              </a:rPr>
              <a:t>  </a:t>
            </a:r>
            <a:r>
              <a:rPr b="0" lang="de-DE" sz="1200" strike="noStrike" u="none">
                <a:solidFill>
                  <a:srgbClr val="48484c"/>
                </a:solidFill>
                <a:uFillTx/>
                <a:latin typeface="SourceCodePro"/>
              </a:rPr>
              <a:t>constructor</a:t>
            </a:r>
            <a:r>
              <a:rPr b="0" lang="de-DE" sz="1200" strike="noStrike" u="none">
                <a:solidFill>
                  <a:srgbClr val="93a1a1"/>
                </a:solidFill>
                <a:uFillTx/>
                <a:latin typeface="SourceCodePro"/>
              </a:rPr>
              <a:t>()</a:t>
            </a:r>
            <a:r>
              <a:rPr b="0" lang="de-DE" sz="1200" strike="noStrike" u="none">
                <a:solidFill>
                  <a:srgbClr val="48484c"/>
                </a:solidFill>
                <a:uFillTx/>
                <a:latin typeface="SourceCodePro"/>
              </a:rPr>
              <a:t> </a:t>
            </a:r>
            <a:r>
              <a:rPr b="0" lang="de-DE" sz="1200" strike="noStrike" u="none">
                <a:solidFill>
                  <a:srgbClr val="93a1a1"/>
                </a:solidFill>
                <a:uFillTx/>
                <a:latin typeface="SourceCodePro"/>
              </a:rPr>
              <a:t>{</a:t>
            </a:r>
            <a:endParaRPr b="0" lang="de-DE" sz="1200" strike="noStrike" u="none">
              <a:solidFill>
                <a:srgbClr val="000000"/>
              </a:solidFill>
              <a:uFillTx/>
              <a:latin typeface="Arial"/>
            </a:endParaRPr>
          </a:p>
          <a:p>
            <a:pPr indent="0" defTabSz="914400">
              <a:lnSpc>
                <a:spcPct val="90000"/>
              </a:lnSpc>
              <a:spcBef>
                <a:spcPts val="1001"/>
              </a:spcBef>
              <a:buNone/>
              <a:tabLst>
                <a:tab algn="l" pos="0"/>
              </a:tabLst>
            </a:pPr>
            <a:r>
              <a:rPr b="0" lang="de-DE" sz="1200" strike="noStrike" u="none">
                <a:solidFill>
                  <a:srgbClr val="1e347b"/>
                </a:solidFill>
                <a:uFillTx/>
                <a:latin typeface="SourceCodePro"/>
              </a:rPr>
              <a:t>     </a:t>
            </a:r>
            <a:r>
              <a:rPr b="0" lang="de-DE" sz="1200" strike="noStrike" u="none">
                <a:solidFill>
                  <a:srgbClr val="1e347b"/>
                </a:solidFill>
                <a:uFillTx/>
                <a:latin typeface="SourceCodePro"/>
              </a:rPr>
              <a:t>this</a:t>
            </a:r>
            <a:r>
              <a:rPr b="0" lang="de-DE" sz="1200" strike="noStrike" u="none">
                <a:solidFill>
                  <a:srgbClr val="93a1a1"/>
                </a:solidFill>
                <a:uFillTx/>
                <a:latin typeface="SourceCodePro"/>
              </a:rPr>
              <a:t>.</a:t>
            </a:r>
            <a:r>
              <a:rPr b="0" lang="de-DE" sz="1200" strike="noStrike" u="none">
                <a:solidFill>
                  <a:srgbClr val="48484c"/>
                </a:solidFill>
                <a:uFillTx/>
                <a:latin typeface="SourceCodePro"/>
              </a:rPr>
              <a:t>tracks </a:t>
            </a:r>
            <a:r>
              <a:rPr b="0" lang="de-DE" sz="1200" strike="noStrike" u="none">
                <a:solidFill>
                  <a:srgbClr val="93a1a1"/>
                </a:solidFill>
                <a:uFillTx/>
                <a:latin typeface="SourceCodePro"/>
              </a:rPr>
              <a:t>=</a:t>
            </a:r>
            <a:r>
              <a:rPr b="0" lang="de-DE" sz="1200" strike="noStrike" u="none">
                <a:solidFill>
                  <a:srgbClr val="48484c"/>
                </a:solidFill>
                <a:uFillTx/>
                <a:latin typeface="SourceCodePro"/>
              </a:rPr>
              <a:t> </a:t>
            </a:r>
            <a:r>
              <a:rPr b="0" lang="de-DE" sz="1200" strike="noStrike" u="none">
                <a:solidFill>
                  <a:srgbClr val="93a1a1"/>
                </a:solidFill>
                <a:uFillTx/>
                <a:latin typeface="SourceCodePro"/>
              </a:rPr>
              <a:t>[</a:t>
            </a:r>
            <a:endParaRPr b="0" lang="de-DE" sz="1200" strike="noStrike" u="none">
              <a:solidFill>
                <a:srgbClr val="000000"/>
              </a:solidFill>
              <a:uFillTx/>
              <a:latin typeface="Arial"/>
            </a:endParaRPr>
          </a:p>
          <a:p>
            <a:pPr indent="0" defTabSz="914400">
              <a:lnSpc>
                <a:spcPct val="90000"/>
              </a:lnSpc>
              <a:spcBef>
                <a:spcPts val="1001"/>
              </a:spcBef>
              <a:buNone/>
              <a:tabLst>
                <a:tab algn="l" pos="0"/>
              </a:tabLst>
            </a:pPr>
            <a:r>
              <a:rPr b="0" lang="de-DE" sz="1200" strike="noStrike" u="none">
                <a:solidFill>
                  <a:srgbClr val="1e347b"/>
                </a:solidFill>
                <a:uFillTx/>
                <a:latin typeface="SourceCodePro"/>
              </a:rPr>
              <a:t>     </a:t>
            </a:r>
            <a:r>
              <a:rPr b="0" lang="de-DE" sz="1200" strike="noStrike" u="none">
                <a:solidFill>
                  <a:srgbClr val="1e347b"/>
                </a:solidFill>
                <a:uFillTx/>
                <a:latin typeface="SourceCodePro"/>
              </a:rPr>
              <a:t>new</a:t>
            </a:r>
            <a:r>
              <a:rPr b="0" lang="de-DE" sz="1200" strike="noStrike" u="none">
                <a:solidFill>
                  <a:srgbClr val="48484c"/>
                </a:solidFill>
                <a:uFillTx/>
                <a:latin typeface="SourceCodePro"/>
              </a:rPr>
              <a:t> </a:t>
            </a:r>
            <a:r>
              <a:rPr b="0" lang="de-DE" sz="1200" strike="noStrike" u="none">
                <a:solidFill>
                  <a:srgbClr val="008080"/>
                </a:solidFill>
                <a:uFillTx/>
                <a:latin typeface="SourceCodePro"/>
              </a:rPr>
              <a:t>Track</a:t>
            </a:r>
            <a:r>
              <a:rPr b="0" lang="de-DE" sz="1200" strike="noStrike" u="none">
                <a:solidFill>
                  <a:srgbClr val="93a1a1"/>
                </a:solidFill>
                <a:uFillTx/>
                <a:latin typeface="SourceCodePro"/>
              </a:rPr>
              <a:t>(</a:t>
            </a:r>
            <a:r>
              <a:rPr b="0" lang="de-DE" sz="1200" strike="noStrike" u="none">
                <a:solidFill>
                  <a:srgbClr val="dd1144"/>
                </a:solidFill>
                <a:uFillTx/>
                <a:latin typeface="SourceCodePro"/>
              </a:rPr>
              <a:t>"Sound of Silence"</a:t>
            </a:r>
            <a:r>
              <a:rPr b="0" lang="de-DE" sz="1200" strike="noStrike" u="none">
                <a:solidFill>
                  <a:srgbClr val="93a1a1"/>
                </a:solidFill>
                <a:uFillTx/>
                <a:latin typeface="SourceCodePro"/>
              </a:rPr>
              <a:t>),</a:t>
            </a:r>
            <a:r>
              <a:rPr b="0" lang="de-DE" sz="1200" strike="noStrike" u="none">
                <a:solidFill>
                  <a:srgbClr val="48484c"/>
                </a:solidFill>
                <a:uFillTx/>
                <a:latin typeface="SourceCodePro"/>
              </a:rPr>
              <a:t> </a:t>
            </a:r>
            <a:r>
              <a:rPr b="0" lang="de-DE" sz="1200" strike="noStrike" u="none">
                <a:solidFill>
                  <a:srgbClr val="1e347b"/>
                </a:solidFill>
                <a:uFillTx/>
                <a:latin typeface="SourceCodePro"/>
              </a:rPr>
              <a:t>new</a:t>
            </a:r>
            <a:r>
              <a:rPr b="0" lang="de-DE" sz="1200" strike="noStrike" u="none">
                <a:solidFill>
                  <a:srgbClr val="48484c"/>
                </a:solidFill>
                <a:uFillTx/>
                <a:latin typeface="SourceCodePro"/>
              </a:rPr>
              <a:t> </a:t>
            </a:r>
            <a:r>
              <a:rPr b="0" lang="de-DE" sz="1200" strike="noStrike" u="none">
                <a:solidFill>
                  <a:srgbClr val="008080"/>
                </a:solidFill>
                <a:uFillTx/>
                <a:latin typeface="SourceCodePro"/>
              </a:rPr>
              <a:t>Track</a:t>
            </a:r>
            <a:r>
              <a:rPr b="0" lang="de-DE" sz="1200" strike="noStrike" u="none">
                <a:solidFill>
                  <a:srgbClr val="93a1a1"/>
                </a:solidFill>
                <a:uFillTx/>
                <a:latin typeface="SourceCodePro"/>
              </a:rPr>
              <a:t>(</a:t>
            </a:r>
            <a:r>
              <a:rPr b="0" lang="de-DE" sz="1200" strike="noStrike" u="none">
                <a:solidFill>
                  <a:srgbClr val="dd1144"/>
                </a:solidFill>
                <a:uFillTx/>
                <a:latin typeface="SourceCodePro"/>
              </a:rPr>
              <a:t>"I Wish"</a:t>
            </a:r>
            <a:r>
              <a:rPr b="0" lang="de-DE" sz="1200" strike="noStrike" u="none">
                <a:solidFill>
                  <a:srgbClr val="93a1a1"/>
                </a:solidFill>
                <a:uFillTx/>
                <a:latin typeface="SourceCodePro"/>
              </a:rPr>
              <a:t>),</a:t>
            </a:r>
            <a:endParaRPr b="0" lang="de-DE" sz="1200" strike="noStrike" u="none">
              <a:solidFill>
                <a:srgbClr val="000000"/>
              </a:solidFill>
              <a:uFillTx/>
              <a:latin typeface="Arial"/>
            </a:endParaRPr>
          </a:p>
          <a:p>
            <a:pPr indent="0" defTabSz="914400">
              <a:lnSpc>
                <a:spcPct val="90000"/>
              </a:lnSpc>
              <a:spcBef>
                <a:spcPts val="1001"/>
              </a:spcBef>
              <a:buNone/>
              <a:tabLst>
                <a:tab algn="l" pos="0"/>
              </a:tabLst>
            </a:pPr>
            <a:r>
              <a:rPr b="0" lang="de-DE" sz="1200" strike="noStrike" u="none">
                <a:solidFill>
                  <a:srgbClr val="1e347b"/>
                </a:solidFill>
                <a:uFillTx/>
                <a:latin typeface="SourceCodePro"/>
              </a:rPr>
              <a:t>     </a:t>
            </a:r>
            <a:r>
              <a:rPr b="0" lang="de-DE" sz="1200" strike="noStrike" u="none">
                <a:solidFill>
                  <a:srgbClr val="1e347b"/>
                </a:solidFill>
                <a:uFillTx/>
                <a:latin typeface="SourceCodePro"/>
              </a:rPr>
              <a:t>new</a:t>
            </a:r>
            <a:r>
              <a:rPr b="0" lang="de-DE" sz="1200" strike="noStrike" u="none">
                <a:solidFill>
                  <a:srgbClr val="48484c"/>
                </a:solidFill>
                <a:uFillTx/>
                <a:latin typeface="SourceCodePro"/>
              </a:rPr>
              <a:t> </a:t>
            </a:r>
            <a:r>
              <a:rPr b="0" lang="de-DE" sz="1200" strike="noStrike" u="none">
                <a:solidFill>
                  <a:srgbClr val="008080"/>
                </a:solidFill>
                <a:uFillTx/>
                <a:latin typeface="SourceCodePro"/>
              </a:rPr>
              <a:t>Track</a:t>
            </a:r>
            <a:r>
              <a:rPr b="0" lang="de-DE" sz="1200" strike="noStrike" u="none">
                <a:solidFill>
                  <a:srgbClr val="93a1a1"/>
                </a:solidFill>
                <a:uFillTx/>
                <a:latin typeface="SourceCodePro"/>
              </a:rPr>
              <a:t>(</a:t>
            </a:r>
            <a:r>
              <a:rPr b="0" lang="de-DE" sz="1200" strike="noStrike" u="none">
                <a:solidFill>
                  <a:srgbClr val="dd1144"/>
                </a:solidFill>
                <a:uFillTx/>
                <a:latin typeface="SourceCodePro"/>
              </a:rPr>
              <a:t>"Over My Shoulder"</a:t>
            </a:r>
            <a:r>
              <a:rPr b="0" lang="de-DE" sz="1200" strike="noStrike" u="none">
                <a:solidFill>
                  <a:srgbClr val="93a1a1"/>
                </a:solidFill>
                <a:uFillTx/>
                <a:latin typeface="SourceCodePro"/>
              </a:rPr>
              <a:t>),</a:t>
            </a:r>
            <a:r>
              <a:rPr b="0" lang="de-DE" sz="1200" strike="noStrike" u="none">
                <a:solidFill>
                  <a:srgbClr val="48484c"/>
                </a:solidFill>
                <a:uFillTx/>
                <a:latin typeface="SourceCodePro"/>
              </a:rPr>
              <a:t> </a:t>
            </a:r>
            <a:r>
              <a:rPr b="0" lang="de-DE" sz="1200" strike="noStrike" u="none">
                <a:solidFill>
                  <a:srgbClr val="1e347b"/>
                </a:solidFill>
                <a:uFillTx/>
                <a:latin typeface="SourceCodePro"/>
              </a:rPr>
              <a:t>new</a:t>
            </a:r>
            <a:r>
              <a:rPr b="0" lang="de-DE" sz="1200" strike="noStrike" u="none">
                <a:solidFill>
                  <a:srgbClr val="48484c"/>
                </a:solidFill>
                <a:uFillTx/>
                <a:latin typeface="SourceCodePro"/>
              </a:rPr>
              <a:t> </a:t>
            </a:r>
            <a:r>
              <a:rPr b="0" lang="de-DE" sz="1200" strike="noStrike" u="none">
                <a:solidFill>
                  <a:srgbClr val="008080"/>
                </a:solidFill>
                <a:uFillTx/>
                <a:latin typeface="SourceCodePro"/>
              </a:rPr>
              <a:t>Track</a:t>
            </a:r>
            <a:r>
              <a:rPr b="0" lang="de-DE" sz="1200" strike="noStrike" u="none">
                <a:solidFill>
                  <a:srgbClr val="93a1a1"/>
                </a:solidFill>
                <a:uFillTx/>
                <a:latin typeface="SourceCodePro"/>
              </a:rPr>
              <a:t>(</a:t>
            </a:r>
            <a:r>
              <a:rPr b="0" lang="de-DE" sz="1200" strike="noStrike" u="none">
                <a:solidFill>
                  <a:srgbClr val="dd1144"/>
                </a:solidFill>
                <a:uFillTx/>
                <a:latin typeface="SourceCodePro"/>
              </a:rPr>
              <a:t>"Take Five"</a:t>
            </a:r>
            <a:r>
              <a:rPr b="0" lang="de-DE" sz="1200" strike="noStrike" u="none">
                <a:solidFill>
                  <a:srgbClr val="93a1a1"/>
                </a:solidFill>
                <a:uFillTx/>
                <a:latin typeface="SourceCodePro"/>
              </a:rPr>
              <a:t>)</a:t>
            </a:r>
            <a:endParaRPr b="0" lang="de-DE" sz="1200" strike="noStrike" u="none">
              <a:solidFill>
                <a:srgbClr val="000000"/>
              </a:solidFill>
              <a:uFillTx/>
              <a:latin typeface="Arial"/>
            </a:endParaRPr>
          </a:p>
          <a:p>
            <a:pPr indent="0" defTabSz="914400">
              <a:lnSpc>
                <a:spcPct val="90000"/>
              </a:lnSpc>
              <a:spcBef>
                <a:spcPts val="1001"/>
              </a:spcBef>
              <a:buNone/>
              <a:tabLst>
                <a:tab algn="l" pos="0"/>
              </a:tabLst>
            </a:pPr>
            <a:r>
              <a:rPr b="0" lang="de-DE" sz="1200" strike="noStrike" u="none">
                <a:solidFill>
                  <a:srgbClr val="93a1a1"/>
                </a:solidFill>
                <a:uFillTx/>
                <a:latin typeface="SourceCodePro"/>
              </a:rPr>
              <a:t>    </a:t>
            </a:r>
            <a:r>
              <a:rPr b="0" lang="de-DE" sz="1200" strike="noStrike" u="none">
                <a:solidFill>
                  <a:srgbClr val="93a1a1"/>
                </a:solidFill>
                <a:uFillTx/>
                <a:latin typeface="SourceCodePro"/>
              </a:rPr>
              <a:t>];</a:t>
            </a:r>
            <a:endParaRPr b="0" lang="de-DE" sz="1200" strike="noStrike" u="none">
              <a:solidFill>
                <a:srgbClr val="000000"/>
              </a:solidFill>
              <a:uFillTx/>
              <a:latin typeface="Arial"/>
            </a:endParaRPr>
          </a:p>
          <a:p>
            <a:pPr indent="0" defTabSz="914400">
              <a:lnSpc>
                <a:spcPct val="90000"/>
              </a:lnSpc>
              <a:spcBef>
                <a:spcPts val="1001"/>
              </a:spcBef>
              <a:buNone/>
              <a:tabLst>
                <a:tab algn="l" pos="0"/>
              </a:tabLst>
            </a:pPr>
            <a:r>
              <a:rPr b="0" lang="de-DE" sz="1200" strike="noStrike" u="none">
                <a:solidFill>
                  <a:srgbClr val="93a1a1"/>
                </a:solidFill>
                <a:uFillTx/>
                <a:latin typeface="SourceCodePro"/>
              </a:rPr>
              <a:t> </a:t>
            </a:r>
            <a:r>
              <a:rPr b="0" lang="de-DE" sz="1200" strike="noStrike" u="none">
                <a:solidFill>
                  <a:srgbClr val="93a1a1"/>
                </a:solidFill>
                <a:uFillTx/>
                <a:latin typeface="SourceCodePro"/>
              </a:rPr>
              <a:t>}}</a:t>
            </a:r>
            <a:endParaRPr b="0" lang="de-DE" sz="1200" strike="noStrike" u="none">
              <a:solidFill>
                <a:srgbClr val="000000"/>
              </a:solidFill>
              <a:uFillTx/>
              <a:latin typeface="Arial"/>
            </a:endParaRPr>
          </a:p>
          <a:p>
            <a:pPr indent="0" defTabSz="914400">
              <a:lnSpc>
                <a:spcPct val="90000"/>
              </a:lnSpc>
              <a:spcBef>
                <a:spcPts val="1001"/>
              </a:spcBef>
              <a:buNone/>
              <a:tabLst>
                <a:tab algn="l" pos="0"/>
              </a:tabLst>
            </a:pPr>
            <a:endParaRPr b="0" lang="de-DE" sz="1200" strike="noStrike" u="none">
              <a:solidFill>
                <a:srgbClr val="000000"/>
              </a:solidFill>
              <a:uFillTx/>
              <a:latin typeface="Arial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104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bg>
      <p:bgPr>
        <a:solidFill>
          <a:schemeClr val="lt1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 useBgFill="1">
        <p:nvSpPr>
          <p:cNvPr id="531" name="Rectangle 7">
            <a:extLst>
              <a:ext uri="{C183D7F6-B498-43B3-948B-1728B52AA6E4}">
                <adec:decorative xmlns:adec="http://schemas.microsoft.com/office/drawing/2017/decorative" val="1"/>
              </a:ext>
            </a:extLst>
          </p:cNvPr>
          <p:cNvSpPr/>
          <p:nvPr/>
        </p:nvSpPr>
        <p:spPr>
          <a:xfrm>
            <a:off x="0" y="0"/>
            <a:ext cx="12190680" cy="6856920"/>
          </a:xfrm>
          <a:prstGeom prst="rect">
            <a:avLst/>
          </a:prstGeom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 algn="ctr" defTabSz="914400">
              <a:lnSpc>
                <a:spcPct val="100000"/>
              </a:lnSpc>
            </a:pPr>
            <a:endParaRPr b="0" lang="en-US" sz="1800" strike="noStrike" u="none">
              <a:solidFill>
                <a:schemeClr val="lt1"/>
              </a:solidFill>
              <a:uFillTx/>
              <a:latin typeface="Calibri"/>
            </a:endParaRPr>
          </a:p>
        </p:txBody>
      </p:sp>
      <p:sp>
        <p:nvSpPr>
          <p:cNvPr id="532" name="Rectangle 9">
            <a:extLst>
              <a:ext uri="{C183D7F6-B498-43B3-948B-1728B52AA6E4}">
                <adec:decorative xmlns:adec="http://schemas.microsoft.com/office/drawing/2017/decorative" val="1"/>
              </a:ext>
            </a:extLst>
          </p:cNvPr>
          <p:cNvSpPr/>
          <p:nvPr/>
        </p:nvSpPr>
        <p:spPr>
          <a:xfrm>
            <a:off x="360" y="0"/>
            <a:ext cx="12190680" cy="6856920"/>
          </a:xfrm>
          <a:prstGeom prst="rect">
            <a:avLst/>
          </a:prstGeom>
          <a:solidFill>
            <a:schemeClr val="bg1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 algn="ctr" defTabSz="914400">
              <a:lnSpc>
                <a:spcPct val="100000"/>
              </a:lnSpc>
            </a:pPr>
            <a:endParaRPr b="0" lang="en-US" sz="800" strike="noStrike" u="none">
              <a:solidFill>
                <a:schemeClr val="lt1"/>
              </a:solidFill>
              <a:uFillTx/>
              <a:latin typeface="Calibri"/>
            </a:endParaRPr>
          </a:p>
        </p:txBody>
      </p:sp>
      <p:sp>
        <p:nvSpPr>
          <p:cNvPr id="533" name="PlaceHolder 1"/>
          <p:cNvSpPr>
            <a:spLocks noGrp="1"/>
          </p:cNvSpPr>
          <p:nvPr>
            <p:ph type="title"/>
          </p:nvPr>
        </p:nvSpPr>
        <p:spPr>
          <a:xfrm>
            <a:off x="1179360" y="1594800"/>
            <a:ext cx="9832320" cy="132444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b">
            <a:normAutofit/>
          </a:bodyPr>
          <a:p>
            <a:pPr indent="0" algn="ctr" defTabSz="914400">
              <a:lnSpc>
                <a:spcPct val="90000"/>
              </a:lnSpc>
              <a:buNone/>
              <a:tabLst>
                <a:tab algn="l" pos="0"/>
              </a:tabLst>
            </a:pPr>
            <a:r>
              <a:rPr b="0" lang="de-DE" sz="3600" strike="noStrike" u="none">
                <a:solidFill>
                  <a:schemeClr val="dk2"/>
                </a:solidFill>
                <a:uFillTx/>
                <a:latin typeface="Calibri Light"/>
              </a:rPr>
              <a:t>Übung 5: Databinding</a:t>
            </a:r>
            <a:endParaRPr b="0" lang="de-DE" sz="3600" strike="noStrike" u="none">
              <a:solidFill>
                <a:srgbClr val="000000"/>
              </a:solidFill>
              <a:uFillTx/>
              <a:latin typeface="Arial"/>
            </a:endParaRPr>
          </a:p>
        </p:txBody>
      </p:sp>
      <p:grpSp>
        <p:nvGrpSpPr>
          <p:cNvPr id="534" name="Group 11">
            <a:extLst>
              <a:ext uri="{C183D7F6-B498-43B3-948B-1728B52AA6E4}">
                <adec:decorative xmlns:adec="http://schemas.microsoft.com/office/drawing/2017/decorative" val="1"/>
              </a:ext>
            </a:extLst>
          </p:cNvPr>
          <p:cNvGrpSpPr/>
          <p:nvPr/>
        </p:nvGrpSpPr>
        <p:grpSpPr>
          <a:xfrm>
            <a:off x="0" y="0"/>
            <a:ext cx="3344760" cy="2509920"/>
            <a:chOff x="0" y="0"/>
            <a:chExt cx="3344760" cy="2509920"/>
          </a:xfrm>
        </p:grpSpPr>
        <p:sp>
          <p:nvSpPr>
            <p:cNvPr id="535" name="Freeform: Shape 12">
              <a:extLs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/>
            <p:nvPr/>
          </p:nvSpPr>
          <p:spPr>
            <a:xfrm>
              <a:off x="360" y="0"/>
              <a:ext cx="3329640" cy="2315520"/>
            </a:xfrm>
            <a:custGeom>
              <a:avLst/>
              <a:gdLst>
                <a:gd name="textAreaLeft" fmla="*/ 0 w 3329640"/>
                <a:gd name="textAreaRight" fmla="*/ 3330720 w 3329640"/>
                <a:gd name="textAreaTop" fmla="*/ 0 h 2315520"/>
                <a:gd name="textAreaBottom" fmla="*/ 2316600 h 2315520"/>
              </a:gdLst>
              <a:ahLst/>
              <a:rect l="textAreaLeft" t="textAreaTop" r="textAreaRight" b="textAreaBottom"/>
              <a:pathLst>
                <a:path w="3815424" h="2653659">
                  <a:moveTo>
                    <a:pt x="3203055" y="0"/>
                  </a:moveTo>
                  <a:lnTo>
                    <a:pt x="3815424" y="0"/>
                  </a:lnTo>
                  <a:lnTo>
                    <a:pt x="3801025" y="214243"/>
                  </a:lnTo>
                  <a:cubicBezTo>
                    <a:pt x="3616317" y="1584467"/>
                    <a:pt x="2091637" y="2653659"/>
                    <a:pt x="587142" y="2653659"/>
                  </a:cubicBezTo>
                  <a:cubicBezTo>
                    <a:pt x="400192" y="2653659"/>
                    <a:pt x="222112" y="2636953"/>
                    <a:pt x="53389" y="2605041"/>
                  </a:cubicBezTo>
                  <a:lnTo>
                    <a:pt x="0" y="2593136"/>
                  </a:lnTo>
                  <a:lnTo>
                    <a:pt x="0" y="1994836"/>
                  </a:lnTo>
                  <a:lnTo>
                    <a:pt x="159710" y="2035054"/>
                  </a:lnTo>
                  <a:cubicBezTo>
                    <a:pt x="295467" y="2061726"/>
                    <a:pt x="438268" y="2075152"/>
                    <a:pt x="587142" y="2075152"/>
                  </a:cubicBezTo>
                  <a:cubicBezTo>
                    <a:pt x="901731" y="2075152"/>
                    <a:pt x="1234490" y="2014697"/>
                    <a:pt x="1549283" y="1900153"/>
                  </a:cubicBezTo>
                  <a:cubicBezTo>
                    <a:pt x="1860709" y="1786959"/>
                    <a:pt x="2157231" y="1620350"/>
                    <a:pt x="2406698" y="1418450"/>
                  </a:cubicBezTo>
                  <a:cubicBezTo>
                    <a:pt x="2655859" y="1216840"/>
                    <a:pt x="2859596" y="978302"/>
                    <a:pt x="2996069" y="728678"/>
                  </a:cubicBezTo>
                  <a:cubicBezTo>
                    <a:pt x="3101178" y="536396"/>
                    <a:pt x="3167417" y="338366"/>
                    <a:pt x="3193967" y="137719"/>
                  </a:cubicBezTo>
                  <a:close/>
                </a:path>
              </a:pathLst>
            </a:custGeom>
            <a:gradFill rotWithShape="0">
              <a:gsLst>
                <a:gs pos="2000">
                  <a:srgbClr val="ffffff">
                    <a:alpha val="10000"/>
                  </a:srgbClr>
                </a:gs>
                <a:gs pos="16000">
                  <a:srgbClr val="f19d19">
                    <a:alpha val="10000"/>
                  </a:srgbClr>
                </a:gs>
                <a:gs pos="85000">
                  <a:srgbClr val="1d9a78">
                    <a:alpha val="10000"/>
                  </a:srgbClr>
                </a:gs>
                <a:gs pos="100000">
                  <a:srgbClr val="ffffff">
                    <a:alpha val="10000"/>
                  </a:srgbClr>
                </a:gs>
              </a:gsLst>
              <a:lin ang="12000000"/>
            </a:gra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/>
          </p:style>
          <p:txBody>
            <a:bodyPr lIns="90000" rIns="90000" tIns="45000" bIns="45000" anchor="ctr">
              <a:noAutofit/>
            </a:bodyPr>
            <a:p>
              <a:pPr algn="ctr" defTabSz="914400">
                <a:lnSpc>
                  <a:spcPct val="100000"/>
                </a:lnSpc>
              </a:pPr>
              <a:endParaRPr b="0" lang="en-US" sz="1800" strike="noStrike" u="none">
                <a:solidFill>
                  <a:schemeClr val="lt1"/>
                </a:solidFill>
                <a:uFillTx/>
                <a:latin typeface="Calibri"/>
              </a:endParaRPr>
            </a:p>
          </p:txBody>
        </p:sp>
        <p:sp>
          <p:nvSpPr>
            <p:cNvPr id="536" name="Freeform: Shape 13">
              <a:extLs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/>
            <p:nvPr/>
          </p:nvSpPr>
          <p:spPr>
            <a:xfrm>
              <a:off x="360" y="0"/>
              <a:ext cx="3329640" cy="2315520"/>
            </a:xfrm>
            <a:custGeom>
              <a:avLst/>
              <a:gdLst>
                <a:gd name="textAreaLeft" fmla="*/ 0 w 3329640"/>
                <a:gd name="textAreaRight" fmla="*/ 3330720 w 3329640"/>
                <a:gd name="textAreaTop" fmla="*/ 0 h 2315520"/>
                <a:gd name="textAreaBottom" fmla="*/ 2316600 h 2315520"/>
              </a:gdLst>
              <a:ahLst/>
              <a:rect l="textAreaLeft" t="textAreaTop" r="textAreaRight" b="textAreaBottom"/>
              <a:pathLst>
                <a:path w="3815424" h="2653660">
                  <a:moveTo>
                    <a:pt x="3305038" y="0"/>
                  </a:moveTo>
                  <a:lnTo>
                    <a:pt x="3815424" y="0"/>
                  </a:lnTo>
                  <a:lnTo>
                    <a:pt x="3801025" y="214244"/>
                  </a:lnTo>
                  <a:cubicBezTo>
                    <a:pt x="3616317" y="1584467"/>
                    <a:pt x="2091637" y="2653660"/>
                    <a:pt x="587142" y="2653660"/>
                  </a:cubicBezTo>
                  <a:cubicBezTo>
                    <a:pt x="400192" y="2653660"/>
                    <a:pt x="222112" y="2636954"/>
                    <a:pt x="53389" y="2605042"/>
                  </a:cubicBezTo>
                  <a:lnTo>
                    <a:pt x="0" y="2593137"/>
                  </a:lnTo>
                  <a:lnTo>
                    <a:pt x="0" y="2094444"/>
                  </a:lnTo>
                  <a:lnTo>
                    <a:pt x="137675" y="2129195"/>
                  </a:lnTo>
                  <a:cubicBezTo>
                    <a:pt x="280616" y="2157374"/>
                    <a:pt x="430766" y="2171571"/>
                    <a:pt x="587142" y="2171571"/>
                  </a:cubicBezTo>
                  <a:cubicBezTo>
                    <a:pt x="918879" y="2171571"/>
                    <a:pt x="1254904" y="2110634"/>
                    <a:pt x="1585826" y="1990112"/>
                  </a:cubicBezTo>
                  <a:cubicBezTo>
                    <a:pt x="1908071" y="1873061"/>
                    <a:pt x="2214800" y="1700666"/>
                    <a:pt x="2473046" y="1491633"/>
                  </a:cubicBezTo>
                  <a:cubicBezTo>
                    <a:pt x="2735782" y="1279031"/>
                    <a:pt x="2942276" y="1037118"/>
                    <a:pt x="3086710" y="772838"/>
                  </a:cubicBezTo>
                  <a:cubicBezTo>
                    <a:pt x="3197408" y="570216"/>
                    <a:pt x="3267226" y="361248"/>
                    <a:pt x="3295217" y="149229"/>
                  </a:cubicBezTo>
                  <a:close/>
                </a:path>
              </a:pathLst>
            </a:custGeom>
            <a:gradFill rotWithShape="0">
              <a:gsLst>
                <a:gs pos="2000">
                  <a:srgbClr val="ffffff">
                    <a:alpha val="10000"/>
                  </a:srgbClr>
                </a:gs>
                <a:gs pos="16000">
                  <a:srgbClr val="f19d19">
                    <a:alpha val="10000"/>
                  </a:srgbClr>
                </a:gs>
                <a:gs pos="85000">
                  <a:srgbClr val="1d9a78">
                    <a:alpha val="10000"/>
                  </a:srgbClr>
                </a:gs>
                <a:gs pos="100000">
                  <a:srgbClr val="ffffff">
                    <a:alpha val="10000"/>
                  </a:srgbClr>
                </a:gs>
              </a:gsLst>
              <a:lin ang="12000000"/>
            </a:gra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/>
          </p:style>
          <p:txBody>
            <a:bodyPr lIns="90000" rIns="90000" tIns="45000" bIns="45000" anchor="ctr">
              <a:noAutofit/>
            </a:bodyPr>
            <a:p>
              <a:pPr algn="ctr" defTabSz="914400">
                <a:lnSpc>
                  <a:spcPct val="100000"/>
                </a:lnSpc>
              </a:pPr>
              <a:endParaRPr b="0" lang="en-US" sz="1800" strike="noStrike" u="none">
                <a:solidFill>
                  <a:schemeClr val="lt1"/>
                </a:solidFill>
                <a:uFillTx/>
                <a:latin typeface="Calibri"/>
              </a:endParaRPr>
            </a:p>
          </p:txBody>
        </p:sp>
        <p:sp>
          <p:nvSpPr>
            <p:cNvPr id="537" name="Freeform: Shape 14">
              <a:extLs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/>
            <p:nvPr/>
          </p:nvSpPr>
          <p:spPr>
            <a:xfrm>
              <a:off x="0" y="0"/>
              <a:ext cx="3330360" cy="2334960"/>
            </a:xfrm>
            <a:custGeom>
              <a:avLst/>
              <a:gdLst>
                <a:gd name="textAreaLeft" fmla="*/ 0 w 3330360"/>
                <a:gd name="textAreaRight" fmla="*/ 3331440 w 3330360"/>
                <a:gd name="textAreaTop" fmla="*/ 0 h 2334960"/>
                <a:gd name="textAreaBottom" fmla="*/ 2336040 h 2334960"/>
              </a:gdLst>
              <a:ahLst/>
              <a:rect l="textAreaLeft" t="textAreaTop" r="textAreaRight" b="textAreaBottom"/>
              <a:pathLst>
                <a:path w="3815986" h="2675935">
                  <a:moveTo>
                    <a:pt x="3648768" y="0"/>
                  </a:moveTo>
                  <a:lnTo>
                    <a:pt x="3815986" y="0"/>
                  </a:lnTo>
                  <a:lnTo>
                    <a:pt x="3804695" y="200084"/>
                  </a:lnTo>
                  <a:cubicBezTo>
                    <a:pt x="3795228" y="285751"/>
                    <a:pt x="3781167" y="371032"/>
                    <a:pt x="3762590" y="455543"/>
                  </a:cubicBezTo>
                  <a:cubicBezTo>
                    <a:pt x="3725537" y="624467"/>
                    <a:pt x="3668784" y="790112"/>
                    <a:pt x="3592332" y="947274"/>
                  </a:cubicBezTo>
                  <a:cubicBezTo>
                    <a:pt x="3438712" y="1261596"/>
                    <a:pt x="3216091" y="1542847"/>
                    <a:pt x="2953967" y="1782349"/>
                  </a:cubicBezTo>
                  <a:cubicBezTo>
                    <a:pt x="2822599" y="1902099"/>
                    <a:pt x="2680615" y="2011341"/>
                    <a:pt x="2530669" y="2109494"/>
                  </a:cubicBezTo>
                  <a:cubicBezTo>
                    <a:pt x="2380520" y="2207551"/>
                    <a:pt x="2222510" y="2294906"/>
                    <a:pt x="2057561" y="2369245"/>
                  </a:cubicBezTo>
                  <a:cubicBezTo>
                    <a:pt x="1727252" y="2516859"/>
                    <a:pt x="1371629" y="2614434"/>
                    <a:pt x="1007330" y="2655701"/>
                  </a:cubicBezTo>
                  <a:cubicBezTo>
                    <a:pt x="916281" y="2665873"/>
                    <a:pt x="824568" y="2672188"/>
                    <a:pt x="732765" y="2674696"/>
                  </a:cubicBezTo>
                  <a:cubicBezTo>
                    <a:pt x="640963" y="2677203"/>
                    <a:pt x="549072" y="2675901"/>
                    <a:pt x="457666" y="2670839"/>
                  </a:cubicBezTo>
                  <a:cubicBezTo>
                    <a:pt x="366106" y="2665584"/>
                    <a:pt x="274572" y="2656521"/>
                    <a:pt x="183574" y="2643312"/>
                  </a:cubicBezTo>
                  <a:lnTo>
                    <a:pt x="0" y="2607798"/>
                  </a:lnTo>
                  <a:lnTo>
                    <a:pt x="0" y="2356652"/>
                  </a:lnTo>
                  <a:lnTo>
                    <a:pt x="222195" y="2396940"/>
                  </a:lnTo>
                  <a:cubicBezTo>
                    <a:pt x="304990" y="2407980"/>
                    <a:pt x="388511" y="2415283"/>
                    <a:pt x="472364" y="2419092"/>
                  </a:cubicBezTo>
                  <a:cubicBezTo>
                    <a:pt x="640376" y="2427095"/>
                    <a:pt x="808184" y="2421791"/>
                    <a:pt x="974972" y="2402122"/>
                  </a:cubicBezTo>
                  <a:cubicBezTo>
                    <a:pt x="1141658" y="2382358"/>
                    <a:pt x="1306812" y="2349286"/>
                    <a:pt x="1468292" y="2304162"/>
                  </a:cubicBezTo>
                  <a:cubicBezTo>
                    <a:pt x="1629874" y="2259231"/>
                    <a:pt x="1787475" y="2201091"/>
                    <a:pt x="1940176" y="2133695"/>
                  </a:cubicBezTo>
                  <a:cubicBezTo>
                    <a:pt x="2246498" y="2000349"/>
                    <a:pt x="2532507" y="1823520"/>
                    <a:pt x="2783403" y="1609954"/>
                  </a:cubicBezTo>
                  <a:cubicBezTo>
                    <a:pt x="2908442" y="1502833"/>
                    <a:pt x="3024295" y="1385975"/>
                    <a:pt x="3128104" y="1260439"/>
                  </a:cubicBezTo>
                  <a:cubicBezTo>
                    <a:pt x="3232116" y="1135096"/>
                    <a:pt x="3323881" y="1000689"/>
                    <a:pt x="3400639" y="859052"/>
                  </a:cubicBezTo>
                  <a:cubicBezTo>
                    <a:pt x="3477399" y="717510"/>
                    <a:pt x="3541296" y="569316"/>
                    <a:pt x="3585595" y="415336"/>
                  </a:cubicBezTo>
                  <a:cubicBezTo>
                    <a:pt x="3607796" y="338540"/>
                    <a:pt x="3624638" y="260224"/>
                    <a:pt x="3635918" y="181137"/>
                  </a:cubicBezTo>
                  <a:close/>
                </a:path>
              </a:pathLst>
            </a:custGeom>
            <a:gradFill rotWithShape="0">
              <a:gsLst>
                <a:gs pos="2000">
                  <a:srgbClr val="ffffff">
                    <a:alpha val="10000"/>
                  </a:srgbClr>
                </a:gs>
                <a:gs pos="16000">
                  <a:srgbClr val="f19d19">
                    <a:alpha val="10000"/>
                  </a:srgbClr>
                </a:gs>
                <a:gs pos="85000">
                  <a:srgbClr val="1d9a78">
                    <a:alpha val="10000"/>
                  </a:srgbClr>
                </a:gs>
                <a:gs pos="100000">
                  <a:srgbClr val="ffffff">
                    <a:alpha val="10000"/>
                  </a:srgbClr>
                </a:gs>
              </a:gsLst>
              <a:lin ang="12000000"/>
            </a:gra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/>
          </p:style>
          <p:txBody>
            <a:bodyPr lIns="90000" rIns="90000" tIns="45000" bIns="45000" anchor="ctr">
              <a:noAutofit/>
            </a:bodyPr>
            <a:p>
              <a:pPr algn="ctr" defTabSz="914400">
                <a:lnSpc>
                  <a:spcPct val="100000"/>
                </a:lnSpc>
              </a:pPr>
              <a:endParaRPr b="0" lang="en-US" sz="1800" strike="noStrike" u="none">
                <a:solidFill>
                  <a:schemeClr val="lt1"/>
                </a:solidFill>
                <a:uFillTx/>
                <a:latin typeface="Calibri"/>
              </a:endParaRPr>
            </a:p>
          </p:txBody>
        </p:sp>
        <p:sp>
          <p:nvSpPr>
            <p:cNvPr id="538" name="Freeform: Shape 15">
              <a:extLs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/>
            <p:nvPr/>
          </p:nvSpPr>
          <p:spPr>
            <a:xfrm>
              <a:off x="360" y="0"/>
              <a:ext cx="3344400" cy="2509920"/>
            </a:xfrm>
            <a:custGeom>
              <a:avLst/>
              <a:gdLst>
                <a:gd name="textAreaLeft" fmla="*/ 0 w 3344400"/>
                <a:gd name="textAreaRight" fmla="*/ 3345480 w 3344400"/>
                <a:gd name="textAreaTop" fmla="*/ 0 h 2509920"/>
                <a:gd name="textAreaBottom" fmla="*/ 2511000 h 2509920"/>
              </a:gdLst>
              <a:ahLst/>
              <a:rect l="textAreaLeft" t="textAreaTop" r="textAreaRight" b="textAreaBottom"/>
              <a:pathLst>
                <a:path w="3832270" h="2876136">
                  <a:moveTo>
                    <a:pt x="3800718" y="0"/>
                  </a:moveTo>
                  <a:lnTo>
                    <a:pt x="3832270" y="0"/>
                  </a:lnTo>
                  <a:lnTo>
                    <a:pt x="3824562" y="143769"/>
                  </a:lnTo>
                  <a:cubicBezTo>
                    <a:pt x="3797131" y="409191"/>
                    <a:pt x="3730585" y="671345"/>
                    <a:pt x="3628155" y="922055"/>
                  </a:cubicBezTo>
                  <a:cubicBezTo>
                    <a:pt x="3593858" y="1005553"/>
                    <a:pt x="3556704" y="1088280"/>
                    <a:pt x="3514853" y="1169078"/>
                  </a:cubicBezTo>
                  <a:cubicBezTo>
                    <a:pt x="3473616" y="1250166"/>
                    <a:pt x="3428194" y="1329517"/>
                    <a:pt x="3379198" y="1407037"/>
                  </a:cubicBezTo>
                  <a:cubicBezTo>
                    <a:pt x="3281106" y="1561980"/>
                    <a:pt x="3169132" y="1710174"/>
                    <a:pt x="3043787" y="1848342"/>
                  </a:cubicBezTo>
                  <a:cubicBezTo>
                    <a:pt x="2980806" y="1917184"/>
                    <a:pt x="2915071" y="1984001"/>
                    <a:pt x="2845661" y="2047444"/>
                  </a:cubicBezTo>
                  <a:cubicBezTo>
                    <a:pt x="2828411" y="2063450"/>
                    <a:pt x="2811060" y="2079263"/>
                    <a:pt x="2793197" y="2094689"/>
                  </a:cubicBezTo>
                  <a:cubicBezTo>
                    <a:pt x="2775436" y="2110213"/>
                    <a:pt x="2757982" y="2126025"/>
                    <a:pt x="2739710" y="2140969"/>
                  </a:cubicBezTo>
                  <a:cubicBezTo>
                    <a:pt x="2703576" y="2171341"/>
                    <a:pt x="2666524" y="2200749"/>
                    <a:pt x="2629166" y="2229867"/>
                  </a:cubicBezTo>
                  <a:cubicBezTo>
                    <a:pt x="2479015" y="2345569"/>
                    <a:pt x="2316821" y="2448061"/>
                    <a:pt x="2145952" y="2535994"/>
                  </a:cubicBezTo>
                  <a:cubicBezTo>
                    <a:pt x="1804312" y="2711957"/>
                    <a:pt x="1424600" y="2826982"/>
                    <a:pt x="1034987" y="2863910"/>
                  </a:cubicBezTo>
                  <a:cubicBezTo>
                    <a:pt x="937762" y="2873167"/>
                    <a:pt x="839720" y="2877096"/>
                    <a:pt x="741909" y="2875939"/>
                  </a:cubicBezTo>
                  <a:cubicBezTo>
                    <a:pt x="644097" y="2874782"/>
                    <a:pt x="546515" y="2868539"/>
                    <a:pt x="450208" y="2857451"/>
                  </a:cubicBezTo>
                  <a:cubicBezTo>
                    <a:pt x="305520" y="2840674"/>
                    <a:pt x="162095" y="2813810"/>
                    <a:pt x="22215" y="2775923"/>
                  </a:cubicBezTo>
                  <a:lnTo>
                    <a:pt x="0" y="2769256"/>
                  </a:lnTo>
                  <a:lnTo>
                    <a:pt x="0" y="2590612"/>
                  </a:lnTo>
                  <a:lnTo>
                    <a:pt x="199046" y="2627410"/>
                  </a:lnTo>
                  <a:cubicBezTo>
                    <a:pt x="288321" y="2639209"/>
                    <a:pt x="378197" y="2646537"/>
                    <a:pt x="468174" y="2649670"/>
                  </a:cubicBezTo>
                  <a:cubicBezTo>
                    <a:pt x="648333" y="2656805"/>
                    <a:pt x="826655" y="2647163"/>
                    <a:pt x="1003650" y="2622480"/>
                  </a:cubicBezTo>
                  <a:cubicBezTo>
                    <a:pt x="1091943" y="2609658"/>
                    <a:pt x="1179725" y="2593747"/>
                    <a:pt x="1266489" y="2573982"/>
                  </a:cubicBezTo>
                  <a:cubicBezTo>
                    <a:pt x="1353250" y="2553927"/>
                    <a:pt x="1439298" y="2531076"/>
                    <a:pt x="1524223" y="2504657"/>
                  </a:cubicBezTo>
                  <a:cubicBezTo>
                    <a:pt x="1609149" y="2478336"/>
                    <a:pt x="1693052" y="2448833"/>
                    <a:pt x="1775731" y="2416243"/>
                  </a:cubicBezTo>
                  <a:cubicBezTo>
                    <a:pt x="1858309" y="2383557"/>
                    <a:pt x="1939764" y="2347882"/>
                    <a:pt x="2019789" y="2309412"/>
                  </a:cubicBezTo>
                  <a:cubicBezTo>
                    <a:pt x="2179839" y="2232567"/>
                    <a:pt x="2334583" y="2144923"/>
                    <a:pt x="2482486" y="2046962"/>
                  </a:cubicBezTo>
                  <a:cubicBezTo>
                    <a:pt x="2519334" y="2022376"/>
                    <a:pt x="2556081" y="1997403"/>
                    <a:pt x="2591908" y="1971371"/>
                  </a:cubicBezTo>
                  <a:cubicBezTo>
                    <a:pt x="2610077" y="1958644"/>
                    <a:pt x="2627838" y="1945434"/>
                    <a:pt x="2645702" y="1932321"/>
                  </a:cubicBezTo>
                  <a:cubicBezTo>
                    <a:pt x="2663666" y="1919305"/>
                    <a:pt x="2681325" y="1905903"/>
                    <a:pt x="2698779" y="1892309"/>
                  </a:cubicBezTo>
                  <a:cubicBezTo>
                    <a:pt x="2768903" y="1838025"/>
                    <a:pt x="2837496" y="1781717"/>
                    <a:pt x="2903537" y="1722516"/>
                  </a:cubicBezTo>
                  <a:cubicBezTo>
                    <a:pt x="3035926" y="1604501"/>
                    <a:pt x="3158720" y="1475784"/>
                    <a:pt x="3269061" y="1337327"/>
                  </a:cubicBezTo>
                  <a:cubicBezTo>
                    <a:pt x="3324182" y="1268099"/>
                    <a:pt x="3376341" y="1196461"/>
                    <a:pt x="3424928" y="1122508"/>
                  </a:cubicBezTo>
                  <a:cubicBezTo>
                    <a:pt x="3472697" y="1048170"/>
                    <a:pt x="3517814" y="972000"/>
                    <a:pt x="3557622" y="893226"/>
                  </a:cubicBezTo>
                  <a:cubicBezTo>
                    <a:pt x="3567931" y="873654"/>
                    <a:pt x="3577526" y="853791"/>
                    <a:pt x="3587019" y="833929"/>
                  </a:cubicBezTo>
                  <a:lnTo>
                    <a:pt x="3601310" y="804040"/>
                  </a:lnTo>
                  <a:lnTo>
                    <a:pt x="3614885" y="773861"/>
                  </a:lnTo>
                  <a:cubicBezTo>
                    <a:pt x="3623766" y="753709"/>
                    <a:pt x="3632748" y="733559"/>
                    <a:pt x="3640812" y="713022"/>
                  </a:cubicBezTo>
                  <a:cubicBezTo>
                    <a:pt x="3648876" y="692485"/>
                    <a:pt x="3657756" y="672236"/>
                    <a:pt x="3665105" y="651506"/>
                  </a:cubicBezTo>
                  <a:cubicBezTo>
                    <a:pt x="3696544" y="569166"/>
                    <a:pt x="3723185" y="485089"/>
                    <a:pt x="3744110" y="399567"/>
                  </a:cubicBezTo>
                  <a:cubicBezTo>
                    <a:pt x="3765341" y="314238"/>
                    <a:pt x="3781392" y="227654"/>
                    <a:pt x="3792123" y="140444"/>
                  </a:cubicBezTo>
                  <a:close/>
                </a:path>
              </a:pathLst>
            </a:custGeom>
            <a:gradFill rotWithShape="0">
              <a:gsLst>
                <a:gs pos="2000">
                  <a:srgbClr val="ffffff">
                    <a:alpha val="10000"/>
                  </a:srgbClr>
                </a:gs>
                <a:gs pos="16000">
                  <a:srgbClr val="f19d19">
                    <a:alpha val="10000"/>
                  </a:srgbClr>
                </a:gs>
                <a:gs pos="85000">
                  <a:srgbClr val="1d9a78">
                    <a:alpha val="10000"/>
                  </a:srgbClr>
                </a:gs>
                <a:gs pos="100000">
                  <a:srgbClr val="ffffff">
                    <a:alpha val="10000"/>
                  </a:srgbClr>
                </a:gs>
              </a:gsLst>
              <a:lin ang="12000000"/>
            </a:gra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/>
          </p:style>
          <p:txBody>
            <a:bodyPr lIns="90000" rIns="90000" tIns="45000" bIns="45000" anchor="ctr">
              <a:noAutofit/>
            </a:bodyPr>
            <a:p>
              <a:pPr algn="ctr" defTabSz="914400">
                <a:lnSpc>
                  <a:spcPct val="100000"/>
                </a:lnSpc>
              </a:pPr>
              <a:endParaRPr b="0" lang="en-US" sz="1800" strike="noStrike" u="none">
                <a:solidFill>
                  <a:schemeClr val="lt1"/>
                </a:solidFill>
                <a:uFillTx/>
                <a:latin typeface="Calibri"/>
              </a:endParaRPr>
            </a:p>
          </p:txBody>
        </p:sp>
      </p:grpSp>
      <p:sp>
        <p:nvSpPr>
          <p:cNvPr id="539" name="PlaceHolder 2"/>
          <p:cNvSpPr>
            <a:spLocks noGrp="1"/>
          </p:cNvSpPr>
          <p:nvPr>
            <p:ph/>
          </p:nvPr>
        </p:nvSpPr>
        <p:spPr>
          <a:xfrm>
            <a:off x="1179360" y="3329640"/>
            <a:ext cx="9832320" cy="245628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t">
            <a:normAutofit/>
          </a:bodyPr>
          <a:p>
            <a:pPr marL="228600" indent="-228600" defTabSz="914400">
              <a:lnSpc>
                <a:spcPct val="90000"/>
              </a:lnSpc>
              <a:spcBef>
                <a:spcPts val="1001"/>
              </a:spcBef>
              <a:buClr>
                <a:srgbClr val="44546a"/>
              </a:buClr>
              <a:buFont typeface="Arial"/>
              <a:buChar char="•"/>
            </a:pPr>
            <a:r>
              <a:rPr b="0" lang="de-DE" sz="1400" strike="noStrike" u="none">
                <a:solidFill>
                  <a:schemeClr val="dk2"/>
                </a:solidFill>
                <a:uFillTx/>
                <a:latin typeface="Calibri"/>
              </a:rPr>
              <a:t>Erstelle ein Datenmodell</a:t>
            </a:r>
            <a:endParaRPr b="0" lang="de-DE" sz="1400" strike="noStrike" u="none">
              <a:solidFill>
                <a:srgbClr val="000000"/>
              </a:solidFill>
              <a:uFillTx/>
              <a:latin typeface="Arial"/>
            </a:endParaRPr>
          </a:p>
          <a:p>
            <a:pPr lvl="1" marL="685800" indent="-228600" defTabSz="914400">
              <a:lnSpc>
                <a:spcPct val="90000"/>
              </a:lnSpc>
              <a:spcBef>
                <a:spcPts val="499"/>
              </a:spcBef>
              <a:buClr>
                <a:srgbClr val="44546a"/>
              </a:buClr>
              <a:buFont typeface="Arial"/>
              <a:buChar char="•"/>
            </a:pPr>
            <a:r>
              <a:rPr b="0" lang="de-DE" sz="1400" strike="noStrike" u="none">
                <a:solidFill>
                  <a:schemeClr val="dk2"/>
                </a:solidFill>
                <a:uFillTx/>
                <a:latin typeface="Calibri"/>
              </a:rPr>
              <a:t>Lege eine neue Datei src/app/trainings/customer.model.ts an.</a:t>
            </a:r>
            <a:endParaRPr b="0" lang="de-DE" sz="1400" strike="noStrike" u="none">
              <a:solidFill>
                <a:srgbClr val="000000"/>
              </a:solidFill>
              <a:uFillTx/>
              <a:latin typeface="Arial"/>
            </a:endParaRPr>
          </a:p>
          <a:p>
            <a:pPr lvl="1" marL="685800" indent="-228600" defTabSz="914400">
              <a:lnSpc>
                <a:spcPct val="90000"/>
              </a:lnSpc>
              <a:spcBef>
                <a:spcPts val="499"/>
              </a:spcBef>
              <a:buClr>
                <a:srgbClr val="44546a"/>
              </a:buClr>
              <a:buFont typeface="Arial"/>
              <a:buChar char="•"/>
            </a:pPr>
            <a:r>
              <a:rPr b="0" lang="de-DE" sz="1400" strike="noStrike" u="none">
                <a:solidFill>
                  <a:schemeClr val="dk2"/>
                </a:solidFill>
                <a:uFillTx/>
                <a:latin typeface="Calibri"/>
              </a:rPr>
              <a:t>Erstelle und exportiere darin ein Klasse Customer mit id, firstname, lastname, street, zip, city.</a:t>
            </a:r>
            <a:endParaRPr b="0" lang="de-DE" sz="1400" strike="noStrike" u="none">
              <a:solidFill>
                <a:srgbClr val="000000"/>
              </a:solidFill>
              <a:uFillTx/>
              <a:latin typeface="Arial"/>
            </a:endParaRPr>
          </a:p>
          <a:p>
            <a:pPr lvl="1" marL="685800" indent="-228600" defTabSz="914400">
              <a:lnSpc>
                <a:spcPct val="90000"/>
              </a:lnSpc>
              <a:spcBef>
                <a:spcPts val="499"/>
              </a:spcBef>
              <a:buClr>
                <a:srgbClr val="44546a"/>
              </a:buClr>
              <a:buFont typeface="Arial"/>
              <a:buChar char="•"/>
            </a:pPr>
            <a:r>
              <a:rPr b="0" lang="de-DE" sz="1400" strike="noStrike" u="none">
                <a:solidFill>
                  <a:schemeClr val="dk2"/>
                </a:solidFill>
                <a:uFillTx/>
                <a:latin typeface="Calibri"/>
              </a:rPr>
              <a:t>Vergebe für jeden erzeugten Customer eine eindeutige ID.</a:t>
            </a:r>
            <a:endParaRPr b="0" lang="de-DE" sz="1400" strike="noStrike" u="none">
              <a:solidFill>
                <a:srgbClr val="000000"/>
              </a:solidFill>
              <a:uFillTx/>
              <a:latin typeface="Arial"/>
            </a:endParaRPr>
          </a:p>
          <a:p>
            <a:pPr marL="228600" indent="-228600" defTabSz="914400">
              <a:lnSpc>
                <a:spcPct val="90000"/>
              </a:lnSpc>
              <a:spcBef>
                <a:spcPts val="1001"/>
              </a:spcBef>
              <a:buClr>
                <a:srgbClr val="44546a"/>
              </a:buClr>
              <a:buFont typeface="Arial"/>
              <a:buChar char="•"/>
            </a:pPr>
            <a:r>
              <a:rPr b="0" lang="de-DE" sz="1400" strike="noStrike" u="none">
                <a:solidFill>
                  <a:schemeClr val="dk2"/>
                </a:solidFill>
                <a:uFillTx/>
                <a:latin typeface="Calibri"/>
              </a:rPr>
              <a:t>Erweitere AppComponent</a:t>
            </a:r>
            <a:endParaRPr b="0" lang="de-DE" sz="1400" strike="noStrike" u="none">
              <a:solidFill>
                <a:srgbClr val="000000"/>
              </a:solidFill>
              <a:uFillTx/>
              <a:latin typeface="Arial"/>
            </a:endParaRPr>
          </a:p>
          <a:p>
            <a:pPr lvl="1" marL="685800" indent="-228600" defTabSz="914400">
              <a:lnSpc>
                <a:spcPct val="90000"/>
              </a:lnSpc>
              <a:spcBef>
                <a:spcPts val="499"/>
              </a:spcBef>
              <a:buClr>
                <a:srgbClr val="44546a"/>
              </a:buClr>
              <a:buFont typeface="Arial"/>
              <a:buChar char="•"/>
            </a:pPr>
            <a:r>
              <a:rPr b="0" lang="de-DE" sz="1400" strike="noStrike" u="none">
                <a:solidFill>
                  <a:schemeClr val="dk2"/>
                </a:solidFill>
                <a:uFillTx/>
                <a:latin typeface="Calibri"/>
              </a:rPr>
              <a:t>Ersetze im Template den dynamischen Titel gegen statisches HTML (&lt;h1&gt;Invoice Manager App&lt;/h1&gt;).</a:t>
            </a:r>
            <a:endParaRPr b="0" lang="de-DE" sz="1400" strike="noStrike" u="none">
              <a:solidFill>
                <a:srgbClr val="000000"/>
              </a:solidFill>
              <a:uFillTx/>
              <a:latin typeface="Arial"/>
            </a:endParaRPr>
          </a:p>
          <a:p>
            <a:pPr lvl="1" marL="685800" indent="-228600" defTabSz="914400">
              <a:lnSpc>
                <a:spcPct val="90000"/>
              </a:lnSpc>
              <a:spcBef>
                <a:spcPts val="499"/>
              </a:spcBef>
              <a:buClr>
                <a:srgbClr val="44546a"/>
              </a:buClr>
              <a:buFont typeface="Arial"/>
              <a:buChar char="•"/>
            </a:pPr>
            <a:r>
              <a:rPr b="0" lang="de-DE" sz="1400" strike="noStrike" u="none">
                <a:solidFill>
                  <a:schemeClr val="dk2"/>
                </a:solidFill>
                <a:uFillTx/>
                <a:latin typeface="Calibri"/>
              </a:rPr>
              <a:t>Importiere in der AppComponent Klasse die Klasse Customer.</a:t>
            </a:r>
            <a:endParaRPr b="0" lang="de-DE" sz="1400" strike="noStrike" u="none">
              <a:solidFill>
                <a:srgbClr val="000000"/>
              </a:solidFill>
              <a:uFillTx/>
              <a:latin typeface="Arial"/>
            </a:endParaRPr>
          </a:p>
          <a:p>
            <a:pPr lvl="1" marL="685800" indent="-228600" defTabSz="914400">
              <a:lnSpc>
                <a:spcPct val="90000"/>
              </a:lnSpc>
              <a:spcBef>
                <a:spcPts val="499"/>
              </a:spcBef>
              <a:buClr>
                <a:srgbClr val="44546a"/>
              </a:buClr>
              <a:buFont typeface="Arial"/>
              <a:buChar char="•"/>
            </a:pPr>
            <a:r>
              <a:rPr b="0" lang="de-DE" sz="1400" strike="noStrike" u="none">
                <a:solidFill>
                  <a:schemeClr val="dk2"/>
                </a:solidFill>
                <a:uFillTx/>
                <a:latin typeface="Calibri"/>
              </a:rPr>
              <a:t>Stelle für das Template eine Liste mit Cutomer bereit (Feld + Initializierung im Konstruktor).</a:t>
            </a:r>
            <a:endParaRPr b="0" lang="de-DE" sz="1400" strike="noStrike" u="none">
              <a:solidFill>
                <a:srgbClr val="000000"/>
              </a:solidFill>
              <a:uFillTx/>
              <a:latin typeface="Arial"/>
            </a:endParaRPr>
          </a:p>
          <a:p>
            <a:pPr lvl="1" marL="685800" indent="-228600" defTabSz="914400">
              <a:lnSpc>
                <a:spcPct val="90000"/>
              </a:lnSpc>
              <a:spcBef>
                <a:spcPts val="499"/>
              </a:spcBef>
              <a:buClr>
                <a:srgbClr val="44546a"/>
              </a:buClr>
              <a:buFont typeface="Arial"/>
              <a:buChar char="•"/>
            </a:pPr>
            <a:r>
              <a:rPr b="0" lang="de-DE" sz="1400" strike="noStrike" u="none">
                <a:solidFill>
                  <a:schemeClr val="dk2"/>
                </a:solidFill>
                <a:uFillTx/>
                <a:latin typeface="Calibri"/>
              </a:rPr>
              <a:t>Zeige im Template die Länge der Liste an.</a:t>
            </a:r>
            <a:endParaRPr b="0" lang="de-DE" sz="1400" strike="noStrike" u="none">
              <a:solidFill>
                <a:srgbClr val="000000"/>
              </a:solidFill>
              <a:uFillTx/>
              <a:latin typeface="Arial"/>
            </a:endParaRPr>
          </a:p>
          <a:p>
            <a:pPr indent="0" defTabSz="914400">
              <a:lnSpc>
                <a:spcPct val="90000"/>
              </a:lnSpc>
              <a:spcBef>
                <a:spcPts val="1001"/>
              </a:spcBef>
              <a:buNone/>
              <a:tabLst>
                <a:tab algn="l" pos="0"/>
              </a:tabLst>
            </a:pPr>
            <a:endParaRPr b="0" lang="de-DE" sz="1400" strike="noStrike" u="none">
              <a:solidFill>
                <a:srgbClr val="000000"/>
              </a:solidFill>
              <a:uFillTx/>
              <a:latin typeface="Arial"/>
            </a:endParaRPr>
          </a:p>
        </p:txBody>
      </p:sp>
      <p:grpSp>
        <p:nvGrpSpPr>
          <p:cNvPr id="540" name="Group 17">
            <a:extLst>
              <a:ext uri="{C183D7F6-B498-43B3-948B-1728B52AA6E4}">
                <adec:decorative xmlns:adec="http://schemas.microsoft.com/office/drawing/2017/decorative" val="1"/>
              </a:ext>
            </a:extLst>
          </p:cNvPr>
          <p:cNvGrpSpPr/>
          <p:nvPr/>
        </p:nvGrpSpPr>
        <p:grpSpPr>
          <a:xfrm>
            <a:off x="9828720" y="2979360"/>
            <a:ext cx="2367720" cy="3877560"/>
            <a:chOff x="9828720" y="2979360"/>
            <a:chExt cx="2367720" cy="3877560"/>
          </a:xfrm>
        </p:grpSpPr>
        <p:sp>
          <p:nvSpPr>
            <p:cNvPr id="541" name="Freeform: Shape 18">
              <a:extLs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/>
            <p:nvPr/>
          </p:nvSpPr>
          <p:spPr>
            <a:xfrm rot="5400000">
              <a:off x="9073800" y="3734280"/>
              <a:ext cx="3877560" cy="2367720"/>
            </a:xfrm>
            <a:custGeom>
              <a:avLst/>
              <a:gdLst>
                <a:gd name="textAreaLeft" fmla="*/ 0 w 3877560"/>
                <a:gd name="textAreaRight" fmla="*/ 3878640 w 3877560"/>
                <a:gd name="textAreaTop" fmla="*/ 0 h 2367720"/>
                <a:gd name="textAreaBottom" fmla="*/ 2368800 h 2367720"/>
              </a:gdLst>
              <a:ahLst/>
              <a:rect l="textAreaLeft" t="textAreaTop" r="textAreaRight" b="textAreaBottom"/>
              <a:pathLst>
                <a:path w="5324985" h="3251912">
                  <a:moveTo>
                    <a:pt x="0" y="0"/>
                  </a:moveTo>
                  <a:lnTo>
                    <a:pt x="36826" y="0"/>
                  </a:lnTo>
                  <a:lnTo>
                    <a:pt x="45003" y="152909"/>
                  </a:lnTo>
                  <a:cubicBezTo>
                    <a:pt x="50351" y="205154"/>
                    <a:pt x="58290" y="257123"/>
                    <a:pt x="68956" y="308600"/>
                  </a:cubicBezTo>
                  <a:cubicBezTo>
                    <a:pt x="91393" y="411324"/>
                    <a:pt x="123882" y="511847"/>
                    <a:pt x="167774" y="607968"/>
                  </a:cubicBezTo>
                  <a:cubicBezTo>
                    <a:pt x="178195" y="632173"/>
                    <a:pt x="190333" y="655798"/>
                    <a:pt x="201857" y="679539"/>
                  </a:cubicBezTo>
                  <a:cubicBezTo>
                    <a:pt x="214363" y="702933"/>
                    <a:pt x="226255" y="726557"/>
                    <a:pt x="239741" y="749488"/>
                  </a:cubicBezTo>
                  <a:cubicBezTo>
                    <a:pt x="265488" y="795812"/>
                    <a:pt x="294176" y="840746"/>
                    <a:pt x="323724" y="885101"/>
                  </a:cubicBezTo>
                  <a:cubicBezTo>
                    <a:pt x="353149" y="929572"/>
                    <a:pt x="384657" y="972885"/>
                    <a:pt x="416412" y="1016081"/>
                  </a:cubicBezTo>
                  <a:cubicBezTo>
                    <a:pt x="448655" y="1058931"/>
                    <a:pt x="482127" y="1101202"/>
                    <a:pt x="515719" y="1143356"/>
                  </a:cubicBezTo>
                  <a:cubicBezTo>
                    <a:pt x="583027" y="1227782"/>
                    <a:pt x="653402" y="1310470"/>
                    <a:pt x="722427" y="1395127"/>
                  </a:cubicBezTo>
                  <a:cubicBezTo>
                    <a:pt x="757123" y="1437282"/>
                    <a:pt x="791697" y="1479783"/>
                    <a:pt x="825780" y="1522749"/>
                  </a:cubicBezTo>
                  <a:cubicBezTo>
                    <a:pt x="859742" y="1565367"/>
                    <a:pt x="893457" y="1610649"/>
                    <a:pt x="926314" y="1651992"/>
                  </a:cubicBezTo>
                  <a:cubicBezTo>
                    <a:pt x="958927" y="1694379"/>
                    <a:pt x="993132" y="1735492"/>
                    <a:pt x="1026848" y="1776836"/>
                  </a:cubicBezTo>
                  <a:cubicBezTo>
                    <a:pt x="1061545" y="1817485"/>
                    <a:pt x="1095996" y="1858133"/>
                    <a:pt x="1131918" y="1897393"/>
                  </a:cubicBezTo>
                  <a:cubicBezTo>
                    <a:pt x="1203273" y="1976376"/>
                    <a:pt x="1277447" y="2052463"/>
                    <a:pt x="1354688" y="2124728"/>
                  </a:cubicBezTo>
                  <a:cubicBezTo>
                    <a:pt x="1509411" y="2268911"/>
                    <a:pt x="1676396" y="2397575"/>
                    <a:pt x="1855027" y="2504236"/>
                  </a:cubicBezTo>
                  <a:cubicBezTo>
                    <a:pt x="1944528" y="2557277"/>
                    <a:pt x="2036357" y="2605917"/>
                    <a:pt x="2131618" y="2646913"/>
                  </a:cubicBezTo>
                  <a:cubicBezTo>
                    <a:pt x="2226267" y="2689068"/>
                    <a:pt x="2323981" y="2724622"/>
                    <a:pt x="2423534" y="2754732"/>
                  </a:cubicBezTo>
                  <a:cubicBezTo>
                    <a:pt x="2523087" y="2784958"/>
                    <a:pt x="2624602" y="2809394"/>
                    <a:pt x="2727588" y="2829197"/>
                  </a:cubicBezTo>
                  <a:cubicBezTo>
                    <a:pt x="2830698" y="2848653"/>
                    <a:pt x="2935522" y="2861971"/>
                    <a:pt x="3041083" y="2870890"/>
                  </a:cubicBezTo>
                  <a:cubicBezTo>
                    <a:pt x="3146644" y="2879922"/>
                    <a:pt x="3253307" y="2883860"/>
                    <a:pt x="3360340" y="2883976"/>
                  </a:cubicBezTo>
                  <a:cubicBezTo>
                    <a:pt x="3387067" y="2883976"/>
                    <a:pt x="3414162" y="2884439"/>
                    <a:pt x="3439663" y="2883396"/>
                  </a:cubicBezTo>
                  <a:lnTo>
                    <a:pt x="3478529" y="2882471"/>
                  </a:lnTo>
                  <a:lnTo>
                    <a:pt x="3517271" y="2880616"/>
                  </a:lnTo>
                  <a:cubicBezTo>
                    <a:pt x="3568887" y="2878417"/>
                    <a:pt x="3620257" y="2873552"/>
                    <a:pt x="3671260" y="2867878"/>
                  </a:cubicBezTo>
                  <a:cubicBezTo>
                    <a:pt x="3875515" y="2844253"/>
                    <a:pt x="4074253" y="2792486"/>
                    <a:pt x="4265268" y="2716283"/>
                  </a:cubicBezTo>
                  <a:cubicBezTo>
                    <a:pt x="4361020" y="2678529"/>
                    <a:pt x="4454444" y="2633710"/>
                    <a:pt x="4546395" y="2584724"/>
                  </a:cubicBezTo>
                  <a:cubicBezTo>
                    <a:pt x="4638470" y="2535967"/>
                    <a:pt x="4728827" y="2481885"/>
                    <a:pt x="4817837" y="2424674"/>
                  </a:cubicBezTo>
                  <a:cubicBezTo>
                    <a:pt x="4906846" y="2367348"/>
                    <a:pt x="4994385" y="2306317"/>
                    <a:pt x="5081677" y="2243548"/>
                  </a:cubicBezTo>
                  <a:cubicBezTo>
                    <a:pt x="5125201" y="2212164"/>
                    <a:pt x="5168603" y="2179969"/>
                    <a:pt x="5211881" y="2147658"/>
                  </a:cubicBezTo>
                  <a:lnTo>
                    <a:pt x="5324985" y="2062128"/>
                  </a:lnTo>
                  <a:lnTo>
                    <a:pt x="5324985" y="2514993"/>
                  </a:lnTo>
                  <a:lnTo>
                    <a:pt x="5314867" y="2522881"/>
                  </a:lnTo>
                  <a:cubicBezTo>
                    <a:pt x="5225490" y="2591325"/>
                    <a:pt x="5133783" y="2658379"/>
                    <a:pt x="5038276" y="2722421"/>
                  </a:cubicBezTo>
                  <a:cubicBezTo>
                    <a:pt x="4942892" y="2786348"/>
                    <a:pt x="4844810" y="2848422"/>
                    <a:pt x="4741701" y="2904937"/>
                  </a:cubicBezTo>
                  <a:cubicBezTo>
                    <a:pt x="4638592" y="2961337"/>
                    <a:pt x="4531929" y="3013683"/>
                    <a:pt x="4420728" y="3058848"/>
                  </a:cubicBezTo>
                  <a:cubicBezTo>
                    <a:pt x="4199063" y="3150338"/>
                    <a:pt x="3959621" y="3211485"/>
                    <a:pt x="3717481" y="3237079"/>
                  </a:cubicBezTo>
                  <a:cubicBezTo>
                    <a:pt x="3656914" y="3243101"/>
                    <a:pt x="3596227" y="3247966"/>
                    <a:pt x="3535661" y="3249934"/>
                  </a:cubicBezTo>
                  <a:lnTo>
                    <a:pt x="3490175" y="3251555"/>
                  </a:lnTo>
                  <a:lnTo>
                    <a:pt x="3444813" y="3251787"/>
                  </a:lnTo>
                  <a:cubicBezTo>
                    <a:pt x="3414162" y="3252250"/>
                    <a:pt x="3385105" y="3251324"/>
                    <a:pt x="3355681" y="3250745"/>
                  </a:cubicBezTo>
                  <a:cubicBezTo>
                    <a:pt x="3296954" y="3250050"/>
                    <a:pt x="3237860" y="3246692"/>
                    <a:pt x="3179011" y="3243795"/>
                  </a:cubicBezTo>
                  <a:cubicBezTo>
                    <a:pt x="3120039" y="3239164"/>
                    <a:pt x="3061067" y="3234878"/>
                    <a:pt x="3002217" y="3227814"/>
                  </a:cubicBezTo>
                  <a:cubicBezTo>
                    <a:pt x="2884397" y="3214496"/>
                    <a:pt x="2766699" y="3196314"/>
                    <a:pt x="2650103" y="3170836"/>
                  </a:cubicBezTo>
                  <a:cubicBezTo>
                    <a:pt x="2533510" y="3145358"/>
                    <a:pt x="2418263" y="3112583"/>
                    <a:pt x="2305836" y="3072514"/>
                  </a:cubicBezTo>
                  <a:cubicBezTo>
                    <a:pt x="2193410" y="3032328"/>
                    <a:pt x="2083926" y="2984383"/>
                    <a:pt x="1978611" y="2929952"/>
                  </a:cubicBezTo>
                  <a:cubicBezTo>
                    <a:pt x="1873663" y="2874711"/>
                    <a:pt x="1772884" y="2812985"/>
                    <a:pt x="1678235" y="2744424"/>
                  </a:cubicBezTo>
                  <a:cubicBezTo>
                    <a:pt x="1488201" y="2608001"/>
                    <a:pt x="1321708" y="2448068"/>
                    <a:pt x="1175688" y="2277018"/>
                  </a:cubicBezTo>
                  <a:cubicBezTo>
                    <a:pt x="1102985" y="2191086"/>
                    <a:pt x="1035309" y="2102377"/>
                    <a:pt x="971310" y="2012044"/>
                  </a:cubicBezTo>
                  <a:cubicBezTo>
                    <a:pt x="907188" y="1921714"/>
                    <a:pt x="847358" y="1829413"/>
                    <a:pt x="790717" y="1735723"/>
                  </a:cubicBezTo>
                  <a:cubicBezTo>
                    <a:pt x="761782" y="1688357"/>
                    <a:pt x="735300" y="1644002"/>
                    <a:pt x="706488" y="1598604"/>
                  </a:cubicBezTo>
                  <a:cubicBezTo>
                    <a:pt x="677922" y="1553555"/>
                    <a:pt x="648866" y="1508505"/>
                    <a:pt x="618951" y="1463802"/>
                  </a:cubicBezTo>
                  <a:lnTo>
                    <a:pt x="436273" y="1195355"/>
                  </a:lnTo>
                  <a:cubicBezTo>
                    <a:pt x="405990" y="1150189"/>
                    <a:pt x="376075" y="1104792"/>
                    <a:pt x="346896" y="1058816"/>
                  </a:cubicBezTo>
                  <a:cubicBezTo>
                    <a:pt x="317716" y="1012838"/>
                    <a:pt x="288782" y="966747"/>
                    <a:pt x="261809" y="919264"/>
                  </a:cubicBezTo>
                  <a:cubicBezTo>
                    <a:pt x="207742" y="824764"/>
                    <a:pt x="158088" y="727485"/>
                    <a:pt x="118487" y="626498"/>
                  </a:cubicBezTo>
                  <a:cubicBezTo>
                    <a:pt x="78151" y="525859"/>
                    <a:pt x="48237" y="421515"/>
                    <a:pt x="28130" y="315781"/>
                  </a:cubicBezTo>
                  <a:cubicBezTo>
                    <a:pt x="18506" y="262914"/>
                    <a:pt x="11425" y="209642"/>
                    <a:pt x="6751" y="156195"/>
                  </a:cubicBezTo>
                  <a:close/>
                </a:path>
              </a:pathLst>
            </a:custGeom>
            <a:gradFill rotWithShape="0">
              <a:gsLst>
                <a:gs pos="2000">
                  <a:srgbClr val="ffffff">
                    <a:alpha val="10000"/>
                  </a:srgbClr>
                </a:gs>
                <a:gs pos="16000">
                  <a:srgbClr val="f19d19">
                    <a:alpha val="10000"/>
                  </a:srgbClr>
                </a:gs>
                <a:gs pos="85000">
                  <a:srgbClr val="1d9a78">
                    <a:alpha val="10000"/>
                  </a:srgbClr>
                </a:gs>
                <a:gs pos="100000">
                  <a:srgbClr val="ffffff">
                    <a:alpha val="10000"/>
                  </a:srgbClr>
                </a:gs>
              </a:gsLst>
              <a:lin ang="12000000"/>
            </a:gra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/>
          </p:style>
          <p:txBody>
            <a:bodyPr lIns="90000" rIns="90000" tIns="45000" bIns="45000" anchor="ctr">
              <a:noAutofit/>
            </a:bodyPr>
            <a:p>
              <a:pPr algn="ctr" defTabSz="914400">
                <a:lnSpc>
                  <a:spcPct val="100000"/>
                </a:lnSpc>
              </a:pPr>
              <a:endParaRPr b="0" lang="en-US" sz="1800" strike="noStrike" u="none">
                <a:solidFill>
                  <a:schemeClr val="lt1"/>
                </a:solidFill>
                <a:uFillTx/>
                <a:latin typeface="Calibri"/>
              </a:endParaRPr>
            </a:p>
          </p:txBody>
        </p:sp>
        <p:sp>
          <p:nvSpPr>
            <p:cNvPr id="542" name="Freeform: Shape 19">
              <a:extLs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/>
            <p:nvPr/>
          </p:nvSpPr>
          <p:spPr>
            <a:xfrm rot="5400000">
              <a:off x="9190440" y="3850920"/>
              <a:ext cx="3841560" cy="2170080"/>
            </a:xfrm>
            <a:custGeom>
              <a:avLst/>
              <a:gdLst>
                <a:gd name="textAreaLeft" fmla="*/ 0 w 3841560"/>
                <a:gd name="textAreaRight" fmla="*/ 3842640 w 3841560"/>
                <a:gd name="textAreaTop" fmla="*/ 0 h 2170080"/>
                <a:gd name="textAreaBottom" fmla="*/ 2171160 h 2170080"/>
              </a:gdLst>
              <a:ahLst/>
              <a:rect l="textAreaLeft" t="textAreaTop" r="textAreaRight" b="textAreaBottom"/>
              <a:pathLst>
                <a:path w="5275533" h="2980757">
                  <a:moveTo>
                    <a:pt x="0" y="0"/>
                  </a:moveTo>
                  <a:lnTo>
                    <a:pt x="201166" y="0"/>
                  </a:lnTo>
                  <a:lnTo>
                    <a:pt x="206734" y="89286"/>
                  </a:lnTo>
                  <a:cubicBezTo>
                    <a:pt x="212220" y="135755"/>
                    <a:pt x="220465" y="181731"/>
                    <a:pt x="232051" y="226897"/>
                  </a:cubicBezTo>
                  <a:cubicBezTo>
                    <a:pt x="254855" y="317344"/>
                    <a:pt x="290287" y="403854"/>
                    <a:pt x="332707" y="487120"/>
                  </a:cubicBezTo>
                  <a:cubicBezTo>
                    <a:pt x="354163" y="528696"/>
                    <a:pt x="377948" y="569461"/>
                    <a:pt x="402959" y="609647"/>
                  </a:cubicBezTo>
                  <a:cubicBezTo>
                    <a:pt x="428337" y="649717"/>
                    <a:pt x="455433" y="689209"/>
                    <a:pt x="483631" y="728236"/>
                  </a:cubicBezTo>
                  <a:cubicBezTo>
                    <a:pt x="540764" y="806061"/>
                    <a:pt x="604271" y="881569"/>
                    <a:pt x="669986" y="957424"/>
                  </a:cubicBezTo>
                  <a:cubicBezTo>
                    <a:pt x="735701" y="1033395"/>
                    <a:pt x="804359" y="1109366"/>
                    <a:pt x="871667" y="1188348"/>
                  </a:cubicBezTo>
                  <a:cubicBezTo>
                    <a:pt x="905383" y="1227723"/>
                    <a:pt x="938731" y="1268025"/>
                    <a:pt x="971956" y="1308905"/>
                  </a:cubicBezTo>
                  <a:lnTo>
                    <a:pt x="1020139" y="1368084"/>
                  </a:lnTo>
                  <a:cubicBezTo>
                    <a:pt x="1035954" y="1386962"/>
                    <a:pt x="1051035" y="1406302"/>
                    <a:pt x="1067340" y="1424715"/>
                  </a:cubicBezTo>
                  <a:cubicBezTo>
                    <a:pt x="1194602" y="1574573"/>
                    <a:pt x="1332652" y="1712503"/>
                    <a:pt x="1472909" y="1843252"/>
                  </a:cubicBezTo>
                  <a:cubicBezTo>
                    <a:pt x="1543406" y="1908337"/>
                    <a:pt x="1615128" y="1971221"/>
                    <a:pt x="1688567" y="2031559"/>
                  </a:cubicBezTo>
                  <a:cubicBezTo>
                    <a:pt x="1762006" y="2091895"/>
                    <a:pt x="1836793" y="2150263"/>
                    <a:pt x="1914401" y="2205156"/>
                  </a:cubicBezTo>
                  <a:cubicBezTo>
                    <a:pt x="2069003" y="2315176"/>
                    <a:pt x="2235742" y="2413498"/>
                    <a:pt x="2418909" y="2479741"/>
                  </a:cubicBezTo>
                  <a:cubicBezTo>
                    <a:pt x="2510249" y="2512863"/>
                    <a:pt x="2604898" y="2538225"/>
                    <a:pt x="2701141" y="2557333"/>
                  </a:cubicBezTo>
                  <a:cubicBezTo>
                    <a:pt x="2725293" y="2561850"/>
                    <a:pt x="2749201" y="2567062"/>
                    <a:pt x="2773475" y="2570999"/>
                  </a:cubicBezTo>
                  <a:lnTo>
                    <a:pt x="2846424" y="2582465"/>
                  </a:lnTo>
                  <a:cubicBezTo>
                    <a:pt x="2895343" y="2588602"/>
                    <a:pt x="2944261" y="2595088"/>
                    <a:pt x="2993669" y="2598909"/>
                  </a:cubicBezTo>
                  <a:cubicBezTo>
                    <a:pt x="3018313" y="2601110"/>
                    <a:pt x="3042956" y="2603195"/>
                    <a:pt x="3067721" y="2604237"/>
                  </a:cubicBezTo>
                  <a:cubicBezTo>
                    <a:pt x="3092487" y="2605394"/>
                    <a:pt x="3117130" y="2607247"/>
                    <a:pt x="3142019" y="2607943"/>
                  </a:cubicBezTo>
                  <a:lnTo>
                    <a:pt x="3216561" y="2609564"/>
                  </a:lnTo>
                  <a:cubicBezTo>
                    <a:pt x="3241326" y="2610142"/>
                    <a:pt x="3266337" y="2609333"/>
                    <a:pt x="3291225" y="2609217"/>
                  </a:cubicBezTo>
                  <a:lnTo>
                    <a:pt x="3328619" y="2608869"/>
                  </a:lnTo>
                  <a:cubicBezTo>
                    <a:pt x="3340757" y="2608522"/>
                    <a:pt x="3352649" y="2607827"/>
                    <a:pt x="3364665" y="2607363"/>
                  </a:cubicBezTo>
                  <a:cubicBezTo>
                    <a:pt x="3376679" y="2606784"/>
                    <a:pt x="3388695" y="2606438"/>
                    <a:pt x="3400587" y="2605627"/>
                  </a:cubicBezTo>
                  <a:lnTo>
                    <a:pt x="3436387" y="2602847"/>
                  </a:lnTo>
                  <a:cubicBezTo>
                    <a:pt x="3484079" y="2599257"/>
                    <a:pt x="3531404" y="2593235"/>
                    <a:pt x="3578361" y="2586286"/>
                  </a:cubicBezTo>
                  <a:cubicBezTo>
                    <a:pt x="3766310" y="2556871"/>
                    <a:pt x="3947025" y="2499314"/>
                    <a:pt x="4119159" y="2418594"/>
                  </a:cubicBezTo>
                  <a:cubicBezTo>
                    <a:pt x="4291907" y="2338801"/>
                    <a:pt x="4456317" y="2236657"/>
                    <a:pt x="4618765" y="2124668"/>
                  </a:cubicBezTo>
                  <a:cubicBezTo>
                    <a:pt x="4659346" y="2096759"/>
                    <a:pt x="4699682" y="2067575"/>
                    <a:pt x="4739895" y="2038275"/>
                  </a:cubicBezTo>
                  <a:cubicBezTo>
                    <a:pt x="4780355" y="2008976"/>
                    <a:pt x="4820691" y="1979212"/>
                    <a:pt x="4861027" y="1948986"/>
                  </a:cubicBezTo>
                  <a:lnTo>
                    <a:pt x="5106354" y="1763690"/>
                  </a:lnTo>
                  <a:lnTo>
                    <a:pt x="5275533" y="1641017"/>
                  </a:lnTo>
                  <a:lnTo>
                    <a:pt x="5275533" y="2257481"/>
                  </a:lnTo>
                  <a:lnTo>
                    <a:pt x="5168881" y="2332084"/>
                  </a:lnTo>
                  <a:cubicBezTo>
                    <a:pt x="5125235" y="2362079"/>
                    <a:pt x="5081099" y="2391958"/>
                    <a:pt x="5036225" y="2421489"/>
                  </a:cubicBezTo>
                  <a:cubicBezTo>
                    <a:pt x="4991231" y="2450790"/>
                    <a:pt x="4945867" y="2479857"/>
                    <a:pt x="4899401" y="2508347"/>
                  </a:cubicBezTo>
                  <a:cubicBezTo>
                    <a:pt x="4806959" y="2565440"/>
                    <a:pt x="4711574" y="2620798"/>
                    <a:pt x="4612145" y="2671407"/>
                  </a:cubicBezTo>
                  <a:cubicBezTo>
                    <a:pt x="4512836" y="2722247"/>
                    <a:pt x="4410095" y="2769496"/>
                    <a:pt x="4303187" y="2810030"/>
                  </a:cubicBezTo>
                  <a:cubicBezTo>
                    <a:pt x="4090349" y="2892256"/>
                    <a:pt x="3861694" y="2947728"/>
                    <a:pt x="3630835" y="2969500"/>
                  </a:cubicBezTo>
                  <a:cubicBezTo>
                    <a:pt x="3573089" y="2974712"/>
                    <a:pt x="3515343" y="2978649"/>
                    <a:pt x="3457719" y="2979808"/>
                  </a:cubicBezTo>
                  <a:lnTo>
                    <a:pt x="3414441" y="2980733"/>
                  </a:lnTo>
                  <a:cubicBezTo>
                    <a:pt x="3400097" y="2980850"/>
                    <a:pt x="3385630" y="2980502"/>
                    <a:pt x="3371285" y="2980502"/>
                  </a:cubicBezTo>
                  <a:lnTo>
                    <a:pt x="3328252" y="2980039"/>
                  </a:lnTo>
                  <a:lnTo>
                    <a:pt x="3286445" y="2978534"/>
                  </a:lnTo>
                  <a:cubicBezTo>
                    <a:pt x="3175121" y="2975174"/>
                    <a:pt x="3063553" y="2966837"/>
                    <a:pt x="2952475" y="2953402"/>
                  </a:cubicBezTo>
                  <a:cubicBezTo>
                    <a:pt x="2841275" y="2940664"/>
                    <a:pt x="2730319" y="2922365"/>
                    <a:pt x="2620591" y="2898046"/>
                  </a:cubicBezTo>
                  <a:cubicBezTo>
                    <a:pt x="2510984" y="2873494"/>
                    <a:pt x="2402235" y="2844426"/>
                    <a:pt x="2294591" y="2811305"/>
                  </a:cubicBezTo>
                  <a:cubicBezTo>
                    <a:pt x="2079669" y="2744483"/>
                    <a:pt x="1867198" y="2661331"/>
                    <a:pt x="1670544" y="2550501"/>
                  </a:cubicBezTo>
                  <a:cubicBezTo>
                    <a:pt x="1473767" y="2439903"/>
                    <a:pt x="1298079" y="2299657"/>
                    <a:pt x="1144703" y="2144472"/>
                  </a:cubicBezTo>
                  <a:cubicBezTo>
                    <a:pt x="1067586" y="2066996"/>
                    <a:pt x="997458" y="1984539"/>
                    <a:pt x="931497" y="1900114"/>
                  </a:cubicBezTo>
                  <a:cubicBezTo>
                    <a:pt x="865906" y="1815342"/>
                    <a:pt x="803500" y="1729295"/>
                    <a:pt x="745265" y="1641395"/>
                  </a:cubicBezTo>
                  <a:cubicBezTo>
                    <a:pt x="730307" y="1619623"/>
                    <a:pt x="716207" y="1597503"/>
                    <a:pt x="701741" y="1575500"/>
                  </a:cubicBezTo>
                  <a:lnTo>
                    <a:pt x="660178" y="1511573"/>
                  </a:lnTo>
                  <a:cubicBezTo>
                    <a:pt x="633574" y="1470229"/>
                    <a:pt x="605989" y="1429232"/>
                    <a:pt x="578158" y="1387656"/>
                  </a:cubicBezTo>
                  <a:lnTo>
                    <a:pt x="408230" y="1134497"/>
                  </a:lnTo>
                  <a:cubicBezTo>
                    <a:pt x="351220" y="1048219"/>
                    <a:pt x="294945" y="959392"/>
                    <a:pt x="242349" y="866860"/>
                  </a:cubicBezTo>
                  <a:cubicBezTo>
                    <a:pt x="216112" y="820536"/>
                    <a:pt x="190734" y="773402"/>
                    <a:pt x="167562" y="724994"/>
                  </a:cubicBezTo>
                  <a:cubicBezTo>
                    <a:pt x="144513" y="676469"/>
                    <a:pt x="123057" y="627019"/>
                    <a:pt x="104054" y="576525"/>
                  </a:cubicBezTo>
                  <a:cubicBezTo>
                    <a:pt x="85418" y="525917"/>
                    <a:pt x="68867" y="474613"/>
                    <a:pt x="55381" y="422499"/>
                  </a:cubicBezTo>
                  <a:cubicBezTo>
                    <a:pt x="49006" y="396442"/>
                    <a:pt x="42508" y="370269"/>
                    <a:pt x="37236" y="343980"/>
                  </a:cubicBezTo>
                  <a:lnTo>
                    <a:pt x="29267" y="304604"/>
                  </a:lnTo>
                  <a:lnTo>
                    <a:pt x="22646" y="265113"/>
                  </a:lnTo>
                  <a:cubicBezTo>
                    <a:pt x="14003" y="212420"/>
                    <a:pt x="7872" y="159582"/>
                    <a:pt x="3903" y="106787"/>
                  </a:cubicBezTo>
                  <a:close/>
                </a:path>
              </a:pathLst>
            </a:custGeom>
            <a:gradFill rotWithShape="0">
              <a:gsLst>
                <a:gs pos="2000">
                  <a:srgbClr val="ffffff">
                    <a:alpha val="10000"/>
                  </a:srgbClr>
                </a:gs>
                <a:gs pos="16000">
                  <a:srgbClr val="f19d19">
                    <a:alpha val="10000"/>
                  </a:srgbClr>
                </a:gs>
                <a:gs pos="85000">
                  <a:srgbClr val="1d9a78">
                    <a:alpha val="10000"/>
                  </a:srgbClr>
                </a:gs>
                <a:gs pos="100000">
                  <a:srgbClr val="ffffff">
                    <a:alpha val="10000"/>
                  </a:srgbClr>
                </a:gs>
              </a:gsLst>
              <a:lin ang="12000000"/>
            </a:gra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/>
          </p:style>
          <p:txBody>
            <a:bodyPr lIns="90000" rIns="90000" tIns="45000" bIns="45000" anchor="ctr">
              <a:noAutofit/>
            </a:bodyPr>
            <a:p>
              <a:pPr algn="ctr" defTabSz="914400">
                <a:lnSpc>
                  <a:spcPct val="100000"/>
                </a:lnSpc>
              </a:pPr>
              <a:endParaRPr b="0" lang="en-US" sz="1800" strike="noStrike" u="none">
                <a:solidFill>
                  <a:schemeClr val="lt1"/>
                </a:solidFill>
                <a:uFillTx/>
                <a:latin typeface="Calibri"/>
              </a:endParaRPr>
            </a:p>
          </p:txBody>
        </p:sp>
        <p:sp>
          <p:nvSpPr>
            <p:cNvPr id="543" name="Freeform: Shape 20">
              <a:extLs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/>
            <p:nvPr/>
          </p:nvSpPr>
          <p:spPr>
            <a:xfrm rot="5400000">
              <a:off x="9211680" y="3872160"/>
              <a:ext cx="3837960" cy="2131560"/>
            </a:xfrm>
            <a:custGeom>
              <a:avLst/>
              <a:gdLst>
                <a:gd name="textAreaLeft" fmla="*/ 0 w 3837960"/>
                <a:gd name="textAreaRight" fmla="*/ 3839040 w 3837960"/>
                <a:gd name="textAreaTop" fmla="*/ 0 h 2131560"/>
                <a:gd name="textAreaBottom" fmla="*/ 2132640 h 2131560"/>
              </a:gdLst>
              <a:ahLst/>
              <a:rect l="textAreaLeft" t="textAreaTop" r="textAreaRight" b="textAreaBottom"/>
              <a:pathLst>
                <a:path w="5270786" h="2927775">
                  <a:moveTo>
                    <a:pt x="0" y="0"/>
                  </a:moveTo>
                  <a:lnTo>
                    <a:pt x="613805" y="0"/>
                  </a:lnTo>
                  <a:lnTo>
                    <a:pt x="618487" y="85404"/>
                  </a:lnTo>
                  <a:cubicBezTo>
                    <a:pt x="650052" y="360109"/>
                    <a:pt x="792650" y="556543"/>
                    <a:pt x="1054084" y="895200"/>
                  </a:cubicBezTo>
                  <a:cubicBezTo>
                    <a:pt x="1126174" y="988542"/>
                    <a:pt x="1200716" y="1085128"/>
                    <a:pt x="1276976" y="1191325"/>
                  </a:cubicBezTo>
                  <a:cubicBezTo>
                    <a:pt x="1859704" y="2002688"/>
                    <a:pt x="2485223" y="2348843"/>
                    <a:pt x="3368450" y="2348843"/>
                  </a:cubicBezTo>
                  <a:cubicBezTo>
                    <a:pt x="3948114" y="2348843"/>
                    <a:pt x="4373422" y="2066846"/>
                    <a:pt x="4956151" y="1636730"/>
                  </a:cubicBezTo>
                  <a:cubicBezTo>
                    <a:pt x="5021253" y="1588668"/>
                    <a:pt x="5086356" y="1541186"/>
                    <a:pt x="5149372" y="1495325"/>
                  </a:cubicBezTo>
                  <a:lnTo>
                    <a:pt x="5270786" y="1406110"/>
                  </a:lnTo>
                  <a:lnTo>
                    <a:pt x="5270786" y="2138641"/>
                  </a:lnTo>
                  <a:lnTo>
                    <a:pt x="5112925" y="2253730"/>
                  </a:lnTo>
                  <a:cubicBezTo>
                    <a:pt x="4598179" y="2621786"/>
                    <a:pt x="4074961" y="2927775"/>
                    <a:pt x="3368327" y="2927775"/>
                  </a:cubicBezTo>
                  <a:cubicBezTo>
                    <a:pt x="2170746" y="2927775"/>
                    <a:pt x="1393203" y="2384512"/>
                    <a:pt x="769646" y="1516288"/>
                  </a:cubicBezTo>
                  <a:cubicBezTo>
                    <a:pt x="418850" y="1027932"/>
                    <a:pt x="48120" y="683401"/>
                    <a:pt x="3149" y="85252"/>
                  </a:cubicBezTo>
                  <a:close/>
                </a:path>
              </a:pathLst>
            </a:custGeom>
            <a:gradFill rotWithShape="0">
              <a:gsLst>
                <a:gs pos="2000">
                  <a:srgbClr val="ffffff">
                    <a:alpha val="10000"/>
                  </a:srgbClr>
                </a:gs>
                <a:gs pos="16000">
                  <a:srgbClr val="f19d19">
                    <a:alpha val="10000"/>
                  </a:srgbClr>
                </a:gs>
                <a:gs pos="85000">
                  <a:srgbClr val="1d9a78">
                    <a:alpha val="10000"/>
                  </a:srgbClr>
                </a:gs>
                <a:gs pos="100000">
                  <a:srgbClr val="ffffff">
                    <a:alpha val="10000"/>
                  </a:srgbClr>
                </a:gs>
              </a:gsLst>
              <a:lin ang="12000000"/>
            </a:gra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/>
          </p:style>
          <p:txBody>
            <a:bodyPr lIns="90000" rIns="90000" tIns="45000" bIns="45000" anchor="ctr">
              <a:noAutofit/>
            </a:bodyPr>
            <a:p>
              <a:pPr algn="ctr" defTabSz="914400">
                <a:lnSpc>
                  <a:spcPct val="100000"/>
                </a:lnSpc>
              </a:pPr>
              <a:endParaRPr b="0" lang="en-US" sz="1800" strike="noStrike" u="none">
                <a:solidFill>
                  <a:schemeClr val="lt1"/>
                </a:solidFill>
                <a:uFillTx/>
                <a:latin typeface="Calibri"/>
              </a:endParaRPr>
            </a:p>
          </p:txBody>
        </p:sp>
        <p:sp>
          <p:nvSpPr>
            <p:cNvPr id="544" name="Freeform: Shape 21">
              <a:extLs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/>
            <p:nvPr/>
          </p:nvSpPr>
          <p:spPr>
            <a:xfrm rot="5400000">
              <a:off x="9211680" y="3872160"/>
              <a:ext cx="3837960" cy="2131560"/>
            </a:xfrm>
            <a:custGeom>
              <a:avLst/>
              <a:gdLst>
                <a:gd name="textAreaLeft" fmla="*/ 0 w 3837960"/>
                <a:gd name="textAreaRight" fmla="*/ 3839040 w 3837960"/>
                <a:gd name="textAreaTop" fmla="*/ 0 h 2131560"/>
                <a:gd name="textAreaBottom" fmla="*/ 2132640 h 2131560"/>
              </a:gdLst>
              <a:ahLst/>
              <a:rect l="textAreaLeft" t="textAreaTop" r="textAreaRight" b="textAreaBottom"/>
              <a:pathLst>
                <a:path w="5270786" h="2927775">
                  <a:moveTo>
                    <a:pt x="0" y="0"/>
                  </a:moveTo>
                  <a:lnTo>
                    <a:pt x="736294" y="0"/>
                  </a:lnTo>
                  <a:lnTo>
                    <a:pt x="740298" y="72745"/>
                  </a:lnTo>
                  <a:cubicBezTo>
                    <a:pt x="768839" y="319371"/>
                    <a:pt x="898885" y="497858"/>
                    <a:pt x="1153024" y="826989"/>
                  </a:cubicBezTo>
                  <a:cubicBezTo>
                    <a:pt x="1225727" y="921142"/>
                    <a:pt x="1300882" y="1018537"/>
                    <a:pt x="1378368" y="1126356"/>
                  </a:cubicBezTo>
                  <a:cubicBezTo>
                    <a:pt x="1652384" y="1507833"/>
                    <a:pt x="1933512" y="1779060"/>
                    <a:pt x="2238056" y="1955322"/>
                  </a:cubicBezTo>
                  <a:cubicBezTo>
                    <a:pt x="2560868" y="2142238"/>
                    <a:pt x="2930637" y="2233033"/>
                    <a:pt x="3368327" y="2233033"/>
                  </a:cubicBezTo>
                  <a:cubicBezTo>
                    <a:pt x="3616720" y="2233033"/>
                    <a:pt x="3847703" y="2176866"/>
                    <a:pt x="4095360" y="2056192"/>
                  </a:cubicBezTo>
                  <a:cubicBezTo>
                    <a:pt x="4349636" y="1932276"/>
                    <a:pt x="4601340" y="1751613"/>
                    <a:pt x="4880506" y="1545587"/>
                  </a:cubicBezTo>
                  <a:cubicBezTo>
                    <a:pt x="4945974" y="1497295"/>
                    <a:pt x="5011199" y="1449697"/>
                    <a:pt x="5074340" y="1403721"/>
                  </a:cubicBezTo>
                  <a:lnTo>
                    <a:pt x="5270786" y="1259367"/>
                  </a:lnTo>
                  <a:lnTo>
                    <a:pt x="5270786" y="2138641"/>
                  </a:lnTo>
                  <a:lnTo>
                    <a:pt x="5112925" y="2253730"/>
                  </a:lnTo>
                  <a:cubicBezTo>
                    <a:pt x="4598179" y="2621786"/>
                    <a:pt x="4074961" y="2927775"/>
                    <a:pt x="3368327" y="2927775"/>
                  </a:cubicBezTo>
                  <a:cubicBezTo>
                    <a:pt x="2170746" y="2927775"/>
                    <a:pt x="1393203" y="2384512"/>
                    <a:pt x="769646" y="1516288"/>
                  </a:cubicBezTo>
                  <a:cubicBezTo>
                    <a:pt x="418850" y="1027932"/>
                    <a:pt x="48120" y="683401"/>
                    <a:pt x="3149" y="85252"/>
                  </a:cubicBezTo>
                  <a:close/>
                </a:path>
              </a:pathLst>
            </a:custGeom>
            <a:gradFill rotWithShape="0">
              <a:gsLst>
                <a:gs pos="2000">
                  <a:srgbClr val="ffffff">
                    <a:alpha val="10000"/>
                  </a:srgbClr>
                </a:gs>
                <a:gs pos="16000">
                  <a:srgbClr val="f19d19">
                    <a:alpha val="10000"/>
                  </a:srgbClr>
                </a:gs>
                <a:gs pos="85000">
                  <a:srgbClr val="1d9a78">
                    <a:alpha val="10000"/>
                  </a:srgbClr>
                </a:gs>
                <a:gs pos="100000">
                  <a:srgbClr val="ffffff">
                    <a:alpha val="10000"/>
                  </a:srgbClr>
                </a:gs>
              </a:gsLst>
              <a:lin ang="12000000"/>
            </a:gra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/>
          </p:style>
          <p:txBody>
            <a:bodyPr lIns="90000" rIns="90000" tIns="45000" bIns="45000" anchor="ctr">
              <a:noAutofit/>
            </a:bodyPr>
            <a:p>
              <a:pPr algn="ctr" defTabSz="914400">
                <a:lnSpc>
                  <a:spcPct val="100000"/>
                </a:lnSpc>
              </a:pPr>
              <a:endParaRPr b="0" lang="en-US" sz="1800" strike="noStrike" u="none">
                <a:solidFill>
                  <a:schemeClr val="lt1"/>
                </a:solidFill>
                <a:uFillTx/>
                <a:latin typeface="Calibri"/>
              </a:endParaRPr>
            </a:p>
          </p:txBody>
        </p:sp>
      </p:grp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105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45" name="PlaceHolder 1"/>
          <p:cNvSpPr>
            <a:spLocks noGrp="1"/>
          </p:cNvSpPr>
          <p:nvPr>
            <p:ph type="title"/>
          </p:nvPr>
        </p:nvSpPr>
        <p:spPr>
          <a:xfrm>
            <a:off x="838080" y="365040"/>
            <a:ext cx="10514520" cy="132444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ctr">
            <a:noAutofit/>
          </a:bodyPr>
          <a:p>
            <a:pPr indent="0" defTabSz="914400">
              <a:lnSpc>
                <a:spcPct val="90000"/>
              </a:lnSpc>
              <a:buNone/>
              <a:tabLst>
                <a:tab algn="l" pos="0"/>
              </a:tabLst>
            </a:pPr>
            <a:r>
              <a:rPr b="0" lang="de-DE" sz="4400" strike="noStrike" u="none">
                <a:solidFill>
                  <a:schemeClr val="dk1"/>
                </a:solidFill>
                <a:uFillTx/>
                <a:latin typeface="Calibri Light"/>
              </a:rPr>
              <a:t>Direktiven</a:t>
            </a:r>
            <a:endParaRPr b="0" lang="de-DE" sz="4400" strike="noStrike" u="none">
              <a:solidFill>
                <a:srgbClr val="000000"/>
              </a:solidFill>
              <a:uFillTx/>
              <a:latin typeface="Arial"/>
            </a:endParaRPr>
          </a:p>
        </p:txBody>
      </p:sp>
      <p:sp>
        <p:nvSpPr>
          <p:cNvPr id="546" name="PlaceHolder 2"/>
          <p:cNvSpPr>
            <a:spLocks noGrp="1"/>
          </p:cNvSpPr>
          <p:nvPr>
            <p:ph/>
          </p:nvPr>
        </p:nvSpPr>
        <p:spPr>
          <a:xfrm>
            <a:off x="838080" y="1825560"/>
            <a:ext cx="10514520" cy="435024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t">
            <a:noAutofit/>
          </a:bodyPr>
          <a:p>
            <a:pPr marL="228600" indent="-228600" defTabSz="914400">
              <a:lnSpc>
                <a:spcPct val="90000"/>
              </a:lnSpc>
              <a:spcBef>
                <a:spcPts val="1001"/>
              </a:spcBef>
              <a:buClr>
                <a:srgbClr val="000000"/>
              </a:buClr>
              <a:buFont typeface="Arial"/>
              <a:buChar char="•"/>
            </a:pPr>
            <a:r>
              <a:rPr b="0" lang="de-DE" sz="2800" strike="noStrike" u="none">
                <a:solidFill>
                  <a:schemeClr val="dk1"/>
                </a:solidFill>
                <a:uFillTx/>
                <a:latin typeface="Calibri"/>
              </a:rPr>
              <a:t>Allgemeines Konzept</a:t>
            </a:r>
            <a:endParaRPr b="0" lang="de-DE" sz="2800" strike="noStrike" u="none">
              <a:solidFill>
                <a:srgbClr val="000000"/>
              </a:solidFill>
              <a:uFillTx/>
              <a:latin typeface="Arial"/>
            </a:endParaRPr>
          </a:p>
          <a:p>
            <a:pPr lvl="1" marL="685800" indent="-228600" defTabSz="914400">
              <a:lnSpc>
                <a:spcPct val="90000"/>
              </a:lnSpc>
              <a:spcBef>
                <a:spcPts val="499"/>
              </a:spcBef>
              <a:buClr>
                <a:srgbClr val="000000"/>
              </a:buClr>
              <a:buFont typeface="Arial"/>
              <a:buChar char="•"/>
            </a:pPr>
            <a:r>
              <a:rPr b="0" lang="de-DE" sz="2400" strike="noStrike" u="none">
                <a:solidFill>
                  <a:schemeClr val="dk1"/>
                </a:solidFill>
                <a:uFillTx/>
                <a:latin typeface="Calibri"/>
              </a:rPr>
              <a:t>Komponenten</a:t>
            </a:r>
            <a:endParaRPr b="0" lang="de-DE" sz="2400" strike="noStrike" u="none">
              <a:solidFill>
                <a:srgbClr val="000000"/>
              </a:solidFill>
              <a:uFillTx/>
              <a:latin typeface="Arial"/>
            </a:endParaRPr>
          </a:p>
          <a:p>
            <a:pPr lvl="1" marL="685800" indent="-228600" defTabSz="914400">
              <a:lnSpc>
                <a:spcPct val="90000"/>
              </a:lnSpc>
              <a:spcBef>
                <a:spcPts val="499"/>
              </a:spcBef>
              <a:buClr>
                <a:srgbClr val="000000"/>
              </a:buClr>
              <a:buFont typeface="Arial"/>
              <a:buChar char="•"/>
            </a:pPr>
            <a:r>
              <a:rPr b="0" lang="de-DE" sz="2400" strike="noStrike" u="none">
                <a:solidFill>
                  <a:schemeClr val="dk1"/>
                </a:solidFill>
                <a:uFillTx/>
                <a:latin typeface="Calibri"/>
              </a:rPr>
              <a:t>Strukturelle Direktiven</a:t>
            </a:r>
            <a:endParaRPr b="0" lang="de-DE" sz="2400" strike="noStrike" u="none">
              <a:solidFill>
                <a:srgbClr val="000000"/>
              </a:solidFill>
              <a:uFillTx/>
              <a:latin typeface="Arial"/>
            </a:endParaRPr>
          </a:p>
          <a:p>
            <a:pPr lvl="1" marL="685800" indent="-228600" defTabSz="914400">
              <a:lnSpc>
                <a:spcPct val="90000"/>
              </a:lnSpc>
              <a:spcBef>
                <a:spcPts val="499"/>
              </a:spcBef>
              <a:buClr>
                <a:srgbClr val="000000"/>
              </a:buClr>
              <a:buFont typeface="Arial"/>
              <a:buChar char="•"/>
            </a:pPr>
            <a:r>
              <a:rPr b="0" lang="de-DE" sz="2400" strike="noStrike" u="none">
                <a:solidFill>
                  <a:schemeClr val="dk1"/>
                </a:solidFill>
                <a:uFillTx/>
                <a:latin typeface="Calibri"/>
              </a:rPr>
              <a:t>Attribut-Direktiven</a:t>
            </a:r>
            <a:endParaRPr b="0" lang="de-DE" sz="2400" strike="noStrike" u="none">
              <a:solidFill>
                <a:srgbClr val="000000"/>
              </a:solidFill>
              <a:uFillTx/>
              <a:latin typeface="Arial"/>
            </a:endParaRPr>
          </a:p>
          <a:p>
            <a:pPr marL="228600" indent="-228600" defTabSz="914400">
              <a:lnSpc>
                <a:spcPct val="90000"/>
              </a:lnSpc>
              <a:spcBef>
                <a:spcPts val="1001"/>
              </a:spcBef>
              <a:buClr>
                <a:srgbClr val="000000"/>
              </a:buClr>
              <a:buFont typeface="Arial"/>
              <a:buChar char="•"/>
            </a:pPr>
            <a:r>
              <a:rPr b="0" i="1" lang="de-DE" sz="2800" strike="noStrike" u="none">
                <a:solidFill>
                  <a:schemeClr val="dk1"/>
                </a:solidFill>
                <a:uFillTx/>
                <a:latin typeface="Calibri"/>
              </a:rPr>
              <a:t>Direktiven</a:t>
            </a:r>
            <a:r>
              <a:rPr b="0" lang="de-DE" sz="2800" strike="noStrike" u="none">
                <a:solidFill>
                  <a:schemeClr val="dk1"/>
                </a:solidFill>
                <a:uFillTx/>
                <a:latin typeface="Calibri"/>
              </a:rPr>
              <a:t> meint meist strukturelle und Attribut-Direktiven</a:t>
            </a:r>
            <a:endParaRPr b="0" lang="de-DE" sz="2800" strike="noStrike" u="none">
              <a:solidFill>
                <a:srgbClr val="000000"/>
              </a:solidFill>
              <a:uFillTx/>
              <a:latin typeface="Arial"/>
            </a:endParaRPr>
          </a:p>
          <a:p>
            <a:pPr lvl="1" marL="685800" indent="-228600" defTabSz="914400">
              <a:lnSpc>
                <a:spcPct val="90000"/>
              </a:lnSpc>
              <a:spcBef>
                <a:spcPts val="499"/>
              </a:spcBef>
              <a:buClr>
                <a:srgbClr val="000000"/>
              </a:buClr>
              <a:buFont typeface="Arial"/>
              <a:buChar char="•"/>
            </a:pPr>
            <a:r>
              <a:rPr b="0" lang="de-DE" sz="2400" strike="noStrike" u="none">
                <a:solidFill>
                  <a:schemeClr val="dk1"/>
                </a:solidFill>
                <a:uFillTx/>
                <a:latin typeface="Calibri"/>
              </a:rPr>
              <a:t>Wie Komponenten Teil des UI</a:t>
            </a:r>
            <a:endParaRPr b="0" lang="de-DE" sz="2400" strike="noStrike" u="none">
              <a:solidFill>
                <a:srgbClr val="000000"/>
              </a:solidFill>
              <a:uFillTx/>
              <a:latin typeface="Arial"/>
            </a:endParaRPr>
          </a:p>
          <a:p>
            <a:pPr lvl="1" marL="685800" indent="-228600" defTabSz="914400">
              <a:lnSpc>
                <a:spcPct val="90000"/>
              </a:lnSpc>
              <a:spcBef>
                <a:spcPts val="499"/>
              </a:spcBef>
              <a:buClr>
                <a:srgbClr val="000000"/>
              </a:buClr>
              <a:buFont typeface="Arial"/>
              <a:buChar char="•"/>
            </a:pPr>
            <a:r>
              <a:rPr b="0" lang="de-DE" sz="2400" strike="noStrike" u="none">
                <a:solidFill>
                  <a:schemeClr val="dk1"/>
                </a:solidFill>
                <a:uFillTx/>
                <a:latin typeface="Calibri"/>
              </a:rPr>
              <a:t>Unterschied zu Komponenten: kein eigenes Template</a:t>
            </a:r>
            <a:endParaRPr b="0" lang="de-DE" sz="2400" strike="noStrike" u="none">
              <a:solidFill>
                <a:srgbClr val="000000"/>
              </a:solidFill>
              <a:uFillTx/>
              <a:latin typeface="Arial"/>
            </a:endParaRPr>
          </a:p>
          <a:p>
            <a:pPr indent="0" defTabSz="914400">
              <a:lnSpc>
                <a:spcPct val="90000"/>
              </a:lnSpc>
              <a:spcBef>
                <a:spcPts val="1001"/>
              </a:spcBef>
              <a:buNone/>
              <a:tabLst>
                <a:tab algn="l" pos="0"/>
              </a:tabLst>
            </a:pPr>
            <a:endParaRPr b="0" lang="de-DE" sz="2800" strike="noStrike" u="none">
              <a:solidFill>
                <a:srgbClr val="000000"/>
              </a:solidFill>
              <a:uFillTx/>
              <a:latin typeface="Arial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106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47" name="PlaceHolder 1"/>
          <p:cNvSpPr>
            <a:spLocks noGrp="1"/>
          </p:cNvSpPr>
          <p:nvPr>
            <p:ph type="title"/>
          </p:nvPr>
        </p:nvSpPr>
        <p:spPr>
          <a:xfrm>
            <a:off x="838080" y="365040"/>
            <a:ext cx="10514520" cy="132444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ctr">
            <a:noAutofit/>
          </a:bodyPr>
          <a:p>
            <a:pPr indent="0" defTabSz="914400">
              <a:lnSpc>
                <a:spcPct val="90000"/>
              </a:lnSpc>
              <a:buNone/>
              <a:tabLst>
                <a:tab algn="l" pos="0"/>
              </a:tabLst>
            </a:pPr>
            <a:r>
              <a:rPr b="0" lang="de-DE" sz="4400" strike="noStrike" u="none">
                <a:solidFill>
                  <a:schemeClr val="dk1"/>
                </a:solidFill>
                <a:uFillTx/>
                <a:latin typeface="Calibri Light"/>
              </a:rPr>
              <a:t>Direktiven</a:t>
            </a:r>
            <a:endParaRPr b="0" lang="de-DE" sz="4400" strike="noStrike" u="none">
              <a:solidFill>
                <a:srgbClr val="000000"/>
              </a:solidFill>
              <a:uFillTx/>
              <a:latin typeface="Arial"/>
            </a:endParaRPr>
          </a:p>
        </p:txBody>
      </p:sp>
      <p:sp>
        <p:nvSpPr>
          <p:cNvPr id="548" name="PlaceHolder 2"/>
          <p:cNvSpPr>
            <a:spLocks noGrp="1"/>
          </p:cNvSpPr>
          <p:nvPr>
            <p:ph/>
          </p:nvPr>
        </p:nvSpPr>
        <p:spPr>
          <a:xfrm>
            <a:off x="838080" y="1825560"/>
            <a:ext cx="10514520" cy="435024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t">
            <a:normAutofit fontScale="92500" lnSpcReduction="9999"/>
          </a:bodyPr>
          <a:p>
            <a:pPr marL="228600" indent="-228600" defTabSz="914400">
              <a:lnSpc>
                <a:spcPct val="90000"/>
              </a:lnSpc>
              <a:spcBef>
                <a:spcPts val="1001"/>
              </a:spcBef>
              <a:buClr>
                <a:srgbClr val="000000"/>
              </a:buClr>
              <a:buFont typeface="Arial"/>
              <a:buChar char="•"/>
            </a:pPr>
            <a:r>
              <a:rPr b="0" lang="de-DE" sz="2800" strike="noStrike" u="none">
                <a:solidFill>
                  <a:schemeClr val="dk1"/>
                </a:solidFill>
                <a:uFillTx/>
                <a:latin typeface="Calibri"/>
              </a:rPr>
              <a:t>Direktiven sind Erweiterungen von HTML, die vom Angular Framework gesucht und interpretiert werden</a:t>
            </a:r>
            <a:endParaRPr b="0" lang="de-DE" sz="2800" strike="noStrike" u="none">
              <a:solidFill>
                <a:srgbClr val="000000"/>
              </a:solidFill>
              <a:uFillTx/>
              <a:latin typeface="Arial"/>
            </a:endParaRPr>
          </a:p>
          <a:p>
            <a:pPr lvl="1" marL="685800" indent="-228600" defTabSz="914400">
              <a:lnSpc>
                <a:spcPct val="90000"/>
              </a:lnSpc>
              <a:spcBef>
                <a:spcPts val="499"/>
              </a:spcBef>
              <a:buClr>
                <a:srgbClr val="000000"/>
              </a:buClr>
              <a:buFont typeface="Arial"/>
              <a:buChar char="•"/>
            </a:pPr>
            <a:r>
              <a:rPr b="0" lang="de-DE" sz="2400" strike="noStrike" u="none">
                <a:solidFill>
                  <a:schemeClr val="dk1"/>
                </a:solidFill>
                <a:uFillTx/>
                <a:latin typeface="Calibri"/>
              </a:rPr>
              <a:t>Während des Bootstrap-Vorgangs wird die Startseite der Anwendung nach Direktiven analysiert</a:t>
            </a:r>
            <a:endParaRPr b="0" lang="de-DE" sz="2400" strike="noStrike" u="none">
              <a:solidFill>
                <a:srgbClr val="000000"/>
              </a:solidFill>
              <a:uFillTx/>
              <a:latin typeface="Arial"/>
            </a:endParaRPr>
          </a:p>
          <a:p>
            <a:pPr lvl="1" marL="685800" indent="-228600" defTabSz="914400">
              <a:lnSpc>
                <a:spcPct val="90000"/>
              </a:lnSpc>
              <a:spcBef>
                <a:spcPts val="499"/>
              </a:spcBef>
              <a:buClr>
                <a:srgbClr val="000000"/>
              </a:buClr>
              <a:buFont typeface="Arial"/>
              <a:buChar char="•"/>
            </a:pPr>
            <a:r>
              <a:rPr b="0" lang="de-DE" sz="2400" strike="noStrike" u="none">
                <a:solidFill>
                  <a:schemeClr val="dk1"/>
                </a:solidFill>
                <a:uFillTx/>
                <a:latin typeface="Calibri"/>
              </a:rPr>
              <a:t>Erweiterung durch</a:t>
            </a:r>
            <a:endParaRPr b="0" lang="de-DE" sz="2400" strike="noStrike" u="none">
              <a:solidFill>
                <a:srgbClr val="000000"/>
              </a:solidFill>
              <a:uFillTx/>
              <a:latin typeface="Arial"/>
            </a:endParaRPr>
          </a:p>
          <a:p>
            <a:pPr lvl="2" marL="1143000" indent="-228600" defTabSz="914400">
              <a:lnSpc>
                <a:spcPct val="90000"/>
              </a:lnSpc>
              <a:spcBef>
                <a:spcPts val="499"/>
              </a:spcBef>
              <a:buClr>
                <a:srgbClr val="000000"/>
              </a:buClr>
              <a:buFont typeface="Arial"/>
              <a:buChar char="•"/>
            </a:pPr>
            <a:r>
              <a:rPr b="0" lang="de-DE" sz="2000" strike="noStrike" u="none">
                <a:solidFill>
                  <a:schemeClr val="dk1"/>
                </a:solidFill>
                <a:uFillTx/>
                <a:latin typeface="Calibri"/>
              </a:rPr>
              <a:t>HTML-Elemente</a:t>
            </a:r>
            <a:endParaRPr b="0" lang="de-DE" sz="2000" strike="noStrike" u="none">
              <a:solidFill>
                <a:srgbClr val="000000"/>
              </a:solidFill>
              <a:uFillTx/>
              <a:latin typeface="Arial"/>
            </a:endParaRPr>
          </a:p>
          <a:p>
            <a:pPr lvl="2" marL="1143000" indent="-228600" defTabSz="914400">
              <a:lnSpc>
                <a:spcPct val="90000"/>
              </a:lnSpc>
              <a:spcBef>
                <a:spcPts val="499"/>
              </a:spcBef>
              <a:buClr>
                <a:srgbClr val="000000"/>
              </a:buClr>
              <a:buFont typeface="Arial"/>
              <a:buChar char="•"/>
            </a:pPr>
            <a:r>
              <a:rPr b="0" lang="de-DE" sz="2000" strike="noStrike" u="none">
                <a:solidFill>
                  <a:schemeClr val="dk1"/>
                </a:solidFill>
                <a:uFillTx/>
                <a:latin typeface="Calibri"/>
              </a:rPr>
              <a:t>Attribute</a:t>
            </a:r>
            <a:endParaRPr b="0" lang="de-DE" sz="2000" strike="noStrike" u="none">
              <a:solidFill>
                <a:srgbClr val="000000"/>
              </a:solidFill>
              <a:uFillTx/>
              <a:latin typeface="Arial"/>
            </a:endParaRPr>
          </a:p>
          <a:p>
            <a:pPr marL="228600" indent="-228600" defTabSz="914400">
              <a:lnSpc>
                <a:spcPct val="90000"/>
              </a:lnSpc>
              <a:spcBef>
                <a:spcPts val="1001"/>
              </a:spcBef>
              <a:buClr>
                <a:srgbClr val="000000"/>
              </a:buClr>
              <a:buFont typeface="Arial"/>
              <a:buChar char="•"/>
            </a:pPr>
            <a:r>
              <a:rPr b="0" lang="de-DE" sz="2800" strike="noStrike" u="none">
                <a:solidFill>
                  <a:schemeClr val="dk1"/>
                </a:solidFill>
                <a:uFillTx/>
                <a:latin typeface="Calibri"/>
              </a:rPr>
              <a:t>Was genau beim Auftreten einer Direktive passiert hängt von der Direktiven-Implementierung ab</a:t>
            </a:r>
            <a:endParaRPr b="0" lang="de-DE" sz="2800" strike="noStrike" u="none">
              <a:solidFill>
                <a:srgbClr val="000000"/>
              </a:solidFill>
              <a:uFillTx/>
              <a:latin typeface="Arial"/>
            </a:endParaRPr>
          </a:p>
          <a:p>
            <a:pPr lvl="1" marL="685800" indent="-228600" defTabSz="914400">
              <a:lnSpc>
                <a:spcPct val="90000"/>
              </a:lnSpc>
              <a:spcBef>
                <a:spcPts val="499"/>
              </a:spcBef>
              <a:buClr>
                <a:srgbClr val="000000"/>
              </a:buClr>
              <a:buFont typeface="Arial"/>
              <a:buChar char="•"/>
            </a:pPr>
            <a:r>
              <a:rPr b="0" lang="de-DE" sz="2400" strike="noStrike" u="none">
                <a:solidFill>
                  <a:schemeClr val="dk1"/>
                </a:solidFill>
                <a:uFillTx/>
                <a:latin typeface="Courier New"/>
              </a:rPr>
              <a:t>ngModel</a:t>
            </a:r>
            <a:endParaRPr b="0" lang="de-DE" sz="2400" strike="noStrike" u="none">
              <a:solidFill>
                <a:srgbClr val="000000"/>
              </a:solidFill>
              <a:uFillTx/>
              <a:latin typeface="Arial"/>
            </a:endParaRPr>
          </a:p>
          <a:p>
            <a:pPr lvl="2" marL="1143000" indent="-228600" defTabSz="914400">
              <a:lnSpc>
                <a:spcPct val="90000"/>
              </a:lnSpc>
              <a:spcBef>
                <a:spcPts val="499"/>
              </a:spcBef>
              <a:buClr>
                <a:srgbClr val="000000"/>
              </a:buClr>
              <a:buFont typeface="Arial"/>
              <a:buChar char="•"/>
            </a:pPr>
            <a:r>
              <a:rPr b="0" lang="de-DE" sz="2000" strike="noStrike" u="none">
                <a:solidFill>
                  <a:schemeClr val="dk1"/>
                </a:solidFill>
                <a:uFillTx/>
                <a:latin typeface="Calibri"/>
              </a:rPr>
              <a:t>Data Binding</a:t>
            </a:r>
            <a:endParaRPr b="0" lang="de-DE" sz="2000" strike="noStrike" u="none">
              <a:solidFill>
                <a:srgbClr val="000000"/>
              </a:solidFill>
              <a:uFillTx/>
              <a:latin typeface="Arial"/>
            </a:endParaRPr>
          </a:p>
          <a:p>
            <a:pPr lvl="1" marL="685800" indent="-228600" defTabSz="914400">
              <a:lnSpc>
                <a:spcPct val="90000"/>
              </a:lnSpc>
              <a:spcBef>
                <a:spcPts val="499"/>
              </a:spcBef>
              <a:buClr>
                <a:srgbClr val="000000"/>
              </a:buClr>
              <a:buFont typeface="Arial"/>
              <a:buChar char="•"/>
            </a:pPr>
            <a:r>
              <a:rPr b="0" lang="de-DE" sz="2400" strike="noStrike" u="none">
                <a:solidFill>
                  <a:schemeClr val="dk1"/>
                </a:solidFill>
                <a:uFillTx/>
                <a:latin typeface="Courier New"/>
              </a:rPr>
              <a:t>ngFor</a:t>
            </a:r>
            <a:endParaRPr b="0" lang="de-DE" sz="2400" strike="noStrike" u="none">
              <a:solidFill>
                <a:srgbClr val="000000"/>
              </a:solidFill>
              <a:uFillTx/>
              <a:latin typeface="Arial"/>
            </a:endParaRPr>
          </a:p>
          <a:p>
            <a:pPr lvl="2" marL="1143000" indent="-228600" defTabSz="914400">
              <a:lnSpc>
                <a:spcPct val="90000"/>
              </a:lnSpc>
              <a:spcBef>
                <a:spcPts val="499"/>
              </a:spcBef>
              <a:buClr>
                <a:srgbClr val="000000"/>
              </a:buClr>
              <a:buFont typeface="Arial"/>
              <a:buChar char="•"/>
            </a:pPr>
            <a:r>
              <a:rPr b="0" lang="de-DE" sz="2000" strike="noStrike" u="none">
                <a:solidFill>
                  <a:schemeClr val="dk1"/>
                </a:solidFill>
                <a:uFillTx/>
                <a:latin typeface="Calibri"/>
              </a:rPr>
              <a:t>Iteration</a:t>
            </a:r>
            <a:endParaRPr b="0" lang="de-DE" sz="2000" strike="noStrike" u="none">
              <a:solidFill>
                <a:srgbClr val="000000"/>
              </a:solidFill>
              <a:uFillTx/>
              <a:latin typeface="Arial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107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49" name="PlaceHolder 1"/>
          <p:cNvSpPr>
            <a:spLocks noGrp="1"/>
          </p:cNvSpPr>
          <p:nvPr>
            <p:ph type="title"/>
          </p:nvPr>
        </p:nvSpPr>
        <p:spPr>
          <a:xfrm>
            <a:off x="838080" y="365040"/>
            <a:ext cx="10514520" cy="132444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ctr">
            <a:noAutofit/>
          </a:bodyPr>
          <a:p>
            <a:pPr indent="0" defTabSz="914400">
              <a:lnSpc>
                <a:spcPct val="90000"/>
              </a:lnSpc>
              <a:buNone/>
              <a:tabLst>
                <a:tab algn="l" pos="0"/>
              </a:tabLst>
            </a:pPr>
            <a:r>
              <a:rPr b="0" lang="de-DE" sz="4400" strike="noStrike" u="none">
                <a:solidFill>
                  <a:schemeClr val="dk1"/>
                </a:solidFill>
                <a:uFillTx/>
                <a:latin typeface="Calibri Light"/>
              </a:rPr>
              <a:t>Beispiel</a:t>
            </a:r>
            <a:endParaRPr b="0" lang="de-DE" sz="4400" strike="noStrike" u="none">
              <a:solidFill>
                <a:srgbClr val="000000"/>
              </a:solidFill>
              <a:uFillTx/>
              <a:latin typeface="Arial"/>
            </a:endParaRPr>
          </a:p>
        </p:txBody>
      </p:sp>
      <p:sp>
        <p:nvSpPr>
          <p:cNvPr id="550" name="PlaceHolder 2"/>
          <p:cNvSpPr>
            <a:spLocks noGrp="1"/>
          </p:cNvSpPr>
          <p:nvPr>
            <p:ph/>
          </p:nvPr>
        </p:nvSpPr>
        <p:spPr>
          <a:xfrm>
            <a:off x="838080" y="1825560"/>
            <a:ext cx="10514520" cy="435024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t">
            <a:noAutofit/>
          </a:bodyPr>
          <a:p>
            <a:pPr indent="0" defTabSz="914400">
              <a:lnSpc>
                <a:spcPct val="90000"/>
              </a:lnSpc>
              <a:spcBef>
                <a:spcPts val="1001"/>
              </a:spcBef>
              <a:buNone/>
              <a:tabLst>
                <a:tab algn="l" pos="0"/>
              </a:tabLst>
            </a:pPr>
            <a:r>
              <a:rPr b="0" lang="de-DE" sz="2800" strike="noStrike" u="none">
                <a:solidFill>
                  <a:srgbClr val="1e347b"/>
                </a:solidFill>
                <a:uFillTx/>
                <a:latin typeface="SourceCodePro"/>
              </a:rPr>
              <a:t>&lt;ul&gt;</a:t>
            </a:r>
            <a:endParaRPr b="0" lang="de-DE" sz="2800" strike="noStrike" u="none">
              <a:solidFill>
                <a:srgbClr val="000000"/>
              </a:solidFill>
              <a:uFillTx/>
              <a:latin typeface="Arial"/>
            </a:endParaRPr>
          </a:p>
          <a:p>
            <a:pPr marL="457200" indent="0" defTabSz="914400">
              <a:lnSpc>
                <a:spcPct val="90000"/>
              </a:lnSpc>
              <a:spcBef>
                <a:spcPts val="499"/>
              </a:spcBef>
              <a:buNone/>
              <a:tabLst>
                <a:tab algn="l" pos="0"/>
              </a:tabLst>
            </a:pPr>
            <a:r>
              <a:rPr b="0" lang="de-DE" sz="2400" strike="noStrike" u="none">
                <a:solidFill>
                  <a:srgbClr val="1e347b"/>
                </a:solidFill>
                <a:uFillTx/>
                <a:latin typeface="SourceCodePro"/>
              </a:rPr>
              <a:t>&lt;li</a:t>
            </a:r>
            <a:r>
              <a:rPr b="0" lang="de-DE" sz="2400" strike="noStrike" u="none">
                <a:solidFill>
                  <a:srgbClr val="48484c"/>
                </a:solidFill>
                <a:uFillTx/>
                <a:latin typeface="SourceCodePro"/>
              </a:rPr>
              <a:t> *</a:t>
            </a:r>
            <a:r>
              <a:rPr b="0" lang="de-DE" sz="2400" strike="noStrike" u="none">
                <a:solidFill>
                  <a:srgbClr val="008080"/>
                </a:solidFill>
                <a:uFillTx/>
                <a:latin typeface="SourceCodePro"/>
              </a:rPr>
              <a:t>ngFor</a:t>
            </a:r>
            <a:r>
              <a:rPr b="0" lang="de-DE" sz="2400" strike="noStrike" u="none">
                <a:solidFill>
                  <a:srgbClr val="93a1a1"/>
                </a:solidFill>
                <a:uFillTx/>
                <a:latin typeface="SourceCodePro"/>
              </a:rPr>
              <a:t>=</a:t>
            </a:r>
            <a:r>
              <a:rPr b="0" lang="de-DE" sz="2400" strike="noStrike" u="none">
                <a:solidFill>
                  <a:srgbClr val="dd1144"/>
                </a:solidFill>
                <a:uFillTx/>
                <a:latin typeface="SourceCodePro"/>
              </a:rPr>
              <a:t>"let track of tracks"</a:t>
            </a:r>
            <a:r>
              <a:rPr b="0" lang="de-DE" sz="2400" strike="noStrike" u="none">
                <a:solidFill>
                  <a:srgbClr val="1e347b"/>
                </a:solidFill>
                <a:uFillTx/>
                <a:latin typeface="SourceCodePro"/>
              </a:rPr>
              <a:t>&gt;</a:t>
            </a:r>
            <a:endParaRPr b="0" lang="de-DE" sz="2400" strike="noStrike" u="none">
              <a:solidFill>
                <a:srgbClr val="000000"/>
              </a:solidFill>
              <a:uFillTx/>
              <a:latin typeface="Arial"/>
            </a:endParaRPr>
          </a:p>
          <a:p>
            <a:pPr marL="457200" indent="0" defTabSz="914400">
              <a:lnSpc>
                <a:spcPct val="90000"/>
              </a:lnSpc>
              <a:spcBef>
                <a:spcPts val="499"/>
              </a:spcBef>
              <a:buNone/>
              <a:tabLst>
                <a:tab algn="l" pos="0"/>
              </a:tabLst>
            </a:pPr>
            <a:r>
              <a:rPr b="0" lang="de-DE" sz="2400" strike="noStrike" u="none">
                <a:solidFill>
                  <a:srgbClr val="48484c"/>
                </a:solidFill>
                <a:uFillTx/>
                <a:latin typeface="SourceCodePro"/>
              </a:rPr>
              <a:t>{{track.name}}</a:t>
            </a:r>
            <a:endParaRPr b="0" lang="de-DE" sz="2400" strike="noStrike" u="none">
              <a:solidFill>
                <a:srgbClr val="000000"/>
              </a:solidFill>
              <a:uFillTx/>
              <a:latin typeface="Arial"/>
            </a:endParaRPr>
          </a:p>
          <a:p>
            <a:pPr marL="457200" indent="0" defTabSz="914400">
              <a:lnSpc>
                <a:spcPct val="90000"/>
              </a:lnSpc>
              <a:spcBef>
                <a:spcPts val="499"/>
              </a:spcBef>
              <a:buNone/>
              <a:tabLst>
                <a:tab algn="l" pos="0"/>
              </a:tabLst>
            </a:pPr>
            <a:r>
              <a:rPr b="0" lang="de-DE" sz="2400" strike="noStrike" u="none">
                <a:solidFill>
                  <a:srgbClr val="1e347b"/>
                </a:solidFill>
                <a:uFillTx/>
                <a:latin typeface="SourceCodePro"/>
              </a:rPr>
              <a:t>&lt;/li&gt;</a:t>
            </a:r>
            <a:endParaRPr b="0" lang="de-DE" sz="2400" strike="noStrike" u="none">
              <a:solidFill>
                <a:srgbClr val="000000"/>
              </a:solidFill>
              <a:uFillTx/>
              <a:latin typeface="Arial"/>
            </a:endParaRPr>
          </a:p>
          <a:p>
            <a:pPr marL="457200" indent="0" defTabSz="914400">
              <a:lnSpc>
                <a:spcPct val="90000"/>
              </a:lnSpc>
              <a:spcBef>
                <a:spcPts val="1001"/>
              </a:spcBef>
              <a:buNone/>
              <a:tabLst>
                <a:tab algn="l" pos="0"/>
              </a:tabLst>
            </a:pPr>
            <a:r>
              <a:rPr b="0" lang="de-DE" sz="2800" strike="noStrike" u="none">
                <a:solidFill>
                  <a:srgbClr val="1e347b"/>
                </a:solidFill>
                <a:uFillTx/>
                <a:latin typeface="SourceCodePro"/>
              </a:rPr>
              <a:t>&lt;/ul&gt;</a:t>
            </a:r>
            <a:endParaRPr b="0" lang="de-DE" sz="2800" strike="noStrike" u="none">
              <a:solidFill>
                <a:srgbClr val="000000"/>
              </a:solidFill>
              <a:uFillTx/>
              <a:latin typeface="Arial"/>
            </a:endParaRPr>
          </a:p>
          <a:p>
            <a:pPr marL="457200" indent="0" defTabSz="914400">
              <a:lnSpc>
                <a:spcPct val="90000"/>
              </a:lnSpc>
              <a:spcBef>
                <a:spcPts val="1001"/>
              </a:spcBef>
              <a:buNone/>
              <a:tabLst>
                <a:tab algn="l" pos="0"/>
              </a:tabLst>
            </a:pPr>
            <a:endParaRPr b="0" lang="de-DE" sz="2800" strike="noStrike" u="none">
              <a:solidFill>
                <a:srgbClr val="000000"/>
              </a:solidFill>
              <a:uFillTx/>
              <a:latin typeface="Arial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108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51" name="PlaceHolder 1"/>
          <p:cNvSpPr>
            <a:spLocks noGrp="1"/>
          </p:cNvSpPr>
          <p:nvPr>
            <p:ph type="title"/>
          </p:nvPr>
        </p:nvSpPr>
        <p:spPr>
          <a:xfrm>
            <a:off x="838080" y="365040"/>
            <a:ext cx="10514520" cy="132444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ctr">
            <a:noAutofit/>
          </a:bodyPr>
          <a:p>
            <a:pPr indent="0" defTabSz="914400">
              <a:lnSpc>
                <a:spcPct val="90000"/>
              </a:lnSpc>
              <a:buNone/>
              <a:tabLst>
                <a:tab algn="l" pos="0"/>
              </a:tabLst>
            </a:pPr>
            <a:r>
              <a:rPr b="0" lang="de-DE" sz="4400" strike="noStrike" u="none">
                <a:solidFill>
                  <a:schemeClr val="dk1"/>
                </a:solidFill>
                <a:uFillTx/>
                <a:latin typeface="Calibri Light"/>
              </a:rPr>
              <a:t>Direktiven des Angular-Frameworks</a:t>
            </a:r>
            <a:endParaRPr b="0" lang="de-DE" sz="4400" strike="noStrike" u="none">
              <a:solidFill>
                <a:srgbClr val="000000"/>
              </a:solidFill>
              <a:uFillTx/>
              <a:latin typeface="Arial"/>
            </a:endParaRPr>
          </a:p>
        </p:txBody>
      </p:sp>
      <p:sp>
        <p:nvSpPr>
          <p:cNvPr id="552" name="PlaceHolder 2"/>
          <p:cNvSpPr>
            <a:spLocks noGrp="1"/>
          </p:cNvSpPr>
          <p:nvPr>
            <p:ph/>
          </p:nvPr>
        </p:nvSpPr>
        <p:spPr>
          <a:xfrm>
            <a:off x="838080" y="1825560"/>
            <a:ext cx="10514520" cy="435024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t">
            <a:normAutofit/>
          </a:bodyPr>
          <a:p>
            <a:pPr marL="228600" indent="-228600" defTabSz="914400">
              <a:lnSpc>
                <a:spcPct val="90000"/>
              </a:lnSpc>
              <a:spcBef>
                <a:spcPts val="1001"/>
              </a:spcBef>
              <a:buClr>
                <a:srgbClr val="000000"/>
              </a:buClr>
              <a:buFont typeface="Arial"/>
              <a:buChar char="•"/>
            </a:pPr>
            <a:r>
              <a:rPr b="0" lang="de-DE" sz="2800" strike="noStrike" u="none">
                <a:solidFill>
                  <a:schemeClr val="dk1"/>
                </a:solidFill>
                <a:uFillTx/>
                <a:latin typeface="Calibri"/>
              </a:rPr>
              <a:t>Angular unterscheidet die folgenden Direktiven</a:t>
            </a:r>
            <a:endParaRPr b="0" lang="de-DE" sz="2800" strike="noStrike" u="none">
              <a:solidFill>
                <a:srgbClr val="000000"/>
              </a:solidFill>
              <a:uFillTx/>
              <a:latin typeface="Arial"/>
            </a:endParaRPr>
          </a:p>
          <a:p>
            <a:pPr lvl="1" marL="685800" indent="-228600" defTabSz="914400">
              <a:lnSpc>
                <a:spcPct val="90000"/>
              </a:lnSpc>
              <a:spcBef>
                <a:spcPts val="499"/>
              </a:spcBef>
              <a:buClr>
                <a:srgbClr val="000000"/>
              </a:buClr>
              <a:buFont typeface="Arial"/>
              <a:buChar char="•"/>
            </a:pPr>
            <a:r>
              <a:rPr b="0" lang="de-DE" sz="2400" strike="noStrike" u="none">
                <a:solidFill>
                  <a:schemeClr val="dk1"/>
                </a:solidFill>
                <a:uFillTx/>
                <a:latin typeface="Calibri"/>
              </a:rPr>
              <a:t>Components sind Direktiven!</a:t>
            </a:r>
            <a:endParaRPr b="0" lang="de-DE" sz="2400" strike="noStrike" u="none">
              <a:solidFill>
                <a:srgbClr val="000000"/>
              </a:solidFill>
              <a:uFillTx/>
              <a:latin typeface="Arial"/>
            </a:endParaRPr>
          </a:p>
          <a:p>
            <a:pPr lvl="2" marL="1143000" indent="-228600" defTabSz="914400">
              <a:lnSpc>
                <a:spcPct val="90000"/>
              </a:lnSpc>
              <a:spcBef>
                <a:spcPts val="499"/>
              </a:spcBef>
              <a:buClr>
                <a:srgbClr val="000000"/>
              </a:buClr>
              <a:buFont typeface="Arial"/>
              <a:buChar char="•"/>
            </a:pPr>
            <a:r>
              <a:rPr b="0" lang="de-DE" sz="2000" strike="noStrike" u="none">
                <a:solidFill>
                  <a:schemeClr val="dk1"/>
                </a:solidFill>
                <a:uFillTx/>
                <a:latin typeface="Calibri"/>
              </a:rPr>
              <a:t>sie werden an ein HTML-Element gebunden</a:t>
            </a:r>
            <a:endParaRPr b="0" lang="de-DE" sz="2000" strike="noStrike" u="none">
              <a:solidFill>
                <a:srgbClr val="000000"/>
              </a:solidFill>
              <a:uFillTx/>
              <a:latin typeface="Arial"/>
            </a:endParaRPr>
          </a:p>
          <a:p>
            <a:pPr lvl="1" marL="685800" indent="-228600" defTabSz="914400">
              <a:lnSpc>
                <a:spcPct val="90000"/>
              </a:lnSpc>
              <a:spcBef>
                <a:spcPts val="499"/>
              </a:spcBef>
              <a:buClr>
                <a:srgbClr val="000000"/>
              </a:buClr>
              <a:buFont typeface="Arial"/>
              <a:buChar char="•"/>
            </a:pPr>
            <a:r>
              <a:rPr b="0" lang="de-DE" sz="2400" strike="noStrike" u="none">
                <a:solidFill>
                  <a:schemeClr val="dk1"/>
                </a:solidFill>
                <a:uFillTx/>
                <a:latin typeface="Calibri"/>
              </a:rPr>
              <a:t>Structural Directives</a:t>
            </a:r>
            <a:endParaRPr b="0" lang="de-DE" sz="2400" strike="noStrike" u="none">
              <a:solidFill>
                <a:srgbClr val="000000"/>
              </a:solidFill>
              <a:uFillTx/>
              <a:latin typeface="Arial"/>
            </a:endParaRPr>
          </a:p>
          <a:p>
            <a:pPr lvl="2" marL="1143000" indent="-228600" defTabSz="914400">
              <a:lnSpc>
                <a:spcPct val="90000"/>
              </a:lnSpc>
              <a:spcBef>
                <a:spcPts val="499"/>
              </a:spcBef>
              <a:buClr>
                <a:srgbClr val="000000"/>
              </a:buClr>
              <a:buFont typeface="Arial"/>
              <a:buChar char="•"/>
            </a:pPr>
            <a:r>
              <a:rPr b="0" lang="de-DE" sz="2000" strike="noStrike" u="none">
                <a:solidFill>
                  <a:schemeClr val="dk1"/>
                </a:solidFill>
                <a:uFillTx/>
                <a:latin typeface="Calibri"/>
              </a:rPr>
              <a:t>Modifizieren das DOM der Anwendung</a:t>
            </a:r>
            <a:endParaRPr b="0" lang="de-DE" sz="2000" strike="noStrike" u="none">
              <a:solidFill>
                <a:srgbClr val="000000"/>
              </a:solidFill>
              <a:uFillTx/>
              <a:latin typeface="Arial"/>
            </a:endParaRPr>
          </a:p>
          <a:p>
            <a:pPr lvl="2" marL="1143000" indent="-228600" defTabSz="914400">
              <a:lnSpc>
                <a:spcPct val="90000"/>
              </a:lnSpc>
              <a:spcBef>
                <a:spcPts val="499"/>
              </a:spcBef>
              <a:buClr>
                <a:srgbClr val="000000"/>
              </a:buClr>
              <a:buFont typeface="Arial"/>
              <a:buChar char="•"/>
            </a:pPr>
            <a:r>
              <a:rPr b="0" lang="de-DE" sz="2000" strike="noStrike" u="none">
                <a:solidFill>
                  <a:schemeClr val="dk1"/>
                </a:solidFill>
                <a:uFillTx/>
                <a:latin typeface="Courier New"/>
              </a:rPr>
              <a:t>ngFor</a:t>
            </a:r>
            <a:r>
              <a:rPr b="0" lang="de-DE" sz="2000" strike="noStrike" u="none">
                <a:solidFill>
                  <a:schemeClr val="dk1"/>
                </a:solidFill>
                <a:uFillTx/>
                <a:latin typeface="Calibri"/>
              </a:rPr>
              <a:t> oder </a:t>
            </a:r>
            <a:r>
              <a:rPr b="0" lang="de-DE" sz="2000" strike="noStrike" u="none">
                <a:solidFill>
                  <a:schemeClr val="dk1"/>
                </a:solidFill>
                <a:uFillTx/>
                <a:latin typeface="Courier New"/>
              </a:rPr>
              <a:t>ngIf</a:t>
            </a:r>
            <a:r>
              <a:rPr b="0" lang="de-DE" sz="2000" strike="noStrike" u="none">
                <a:solidFill>
                  <a:schemeClr val="dk1"/>
                </a:solidFill>
                <a:uFillTx/>
                <a:latin typeface="Calibri"/>
              </a:rPr>
              <a:t> sind Beispiele hierfür</a:t>
            </a:r>
            <a:endParaRPr b="0" lang="de-DE" sz="2000" strike="noStrike" u="none">
              <a:solidFill>
                <a:srgbClr val="000000"/>
              </a:solidFill>
              <a:uFillTx/>
              <a:latin typeface="Arial"/>
            </a:endParaRPr>
          </a:p>
          <a:p>
            <a:pPr lvl="1" marL="685800" indent="-228600" defTabSz="914400">
              <a:lnSpc>
                <a:spcPct val="90000"/>
              </a:lnSpc>
              <a:spcBef>
                <a:spcPts val="499"/>
              </a:spcBef>
              <a:buClr>
                <a:srgbClr val="000000"/>
              </a:buClr>
              <a:buFont typeface="Arial"/>
              <a:buChar char="•"/>
            </a:pPr>
            <a:r>
              <a:rPr b="0" lang="de-DE" sz="2400" strike="noStrike" u="none">
                <a:solidFill>
                  <a:schemeClr val="dk1"/>
                </a:solidFill>
                <a:uFillTx/>
                <a:latin typeface="Calibri"/>
              </a:rPr>
              <a:t>Attribute Directives</a:t>
            </a:r>
            <a:endParaRPr b="0" lang="de-DE" sz="2400" strike="noStrike" u="none">
              <a:solidFill>
                <a:srgbClr val="000000"/>
              </a:solidFill>
              <a:uFillTx/>
              <a:latin typeface="Arial"/>
            </a:endParaRPr>
          </a:p>
          <a:p>
            <a:pPr lvl="2" marL="1143000" indent="-228600" defTabSz="914400">
              <a:lnSpc>
                <a:spcPct val="90000"/>
              </a:lnSpc>
              <a:spcBef>
                <a:spcPts val="499"/>
              </a:spcBef>
              <a:buClr>
                <a:srgbClr val="000000"/>
              </a:buClr>
              <a:buFont typeface="Arial"/>
              <a:buChar char="•"/>
            </a:pPr>
            <a:r>
              <a:rPr b="0" lang="de-DE" sz="2000" strike="noStrike" u="none">
                <a:solidFill>
                  <a:schemeClr val="dk1"/>
                </a:solidFill>
                <a:uFillTx/>
                <a:latin typeface="Calibri"/>
              </a:rPr>
              <a:t>Ändern die Darstellung oder das Verhalten eines HTML-Elements</a:t>
            </a:r>
            <a:endParaRPr b="0" lang="de-DE" sz="2000" strike="noStrike" u="none">
              <a:solidFill>
                <a:srgbClr val="000000"/>
              </a:solidFill>
              <a:uFillTx/>
              <a:latin typeface="Arial"/>
            </a:endParaRPr>
          </a:p>
          <a:p>
            <a:pPr lvl="2" marL="1143000" indent="-228600" defTabSz="914400">
              <a:lnSpc>
                <a:spcPct val="90000"/>
              </a:lnSpc>
              <a:spcBef>
                <a:spcPts val="499"/>
              </a:spcBef>
              <a:buClr>
                <a:srgbClr val="000000"/>
              </a:buClr>
              <a:buFont typeface="Arial"/>
              <a:buChar char="•"/>
            </a:pPr>
            <a:r>
              <a:rPr b="0" lang="de-DE" sz="2000" strike="noStrike" u="none">
                <a:solidFill>
                  <a:schemeClr val="dk1"/>
                </a:solidFill>
                <a:uFillTx/>
                <a:latin typeface="Courier New"/>
              </a:rPr>
              <a:t>ngStyle</a:t>
            </a:r>
            <a:r>
              <a:rPr b="0" lang="de-DE" sz="2000" strike="noStrike" u="none">
                <a:solidFill>
                  <a:schemeClr val="dk1"/>
                </a:solidFill>
                <a:uFillTx/>
                <a:latin typeface="Calibri"/>
              </a:rPr>
              <a:t> als Beispiel</a:t>
            </a:r>
            <a:endParaRPr b="0" lang="de-DE" sz="2000" strike="noStrike" u="none">
              <a:solidFill>
                <a:srgbClr val="000000"/>
              </a:solidFill>
              <a:uFillTx/>
              <a:latin typeface="Arial"/>
            </a:endParaRPr>
          </a:p>
          <a:p>
            <a:pPr marL="228600" indent="-228600" defTabSz="914400">
              <a:lnSpc>
                <a:spcPct val="90000"/>
              </a:lnSpc>
              <a:spcBef>
                <a:spcPts val="1001"/>
              </a:spcBef>
              <a:buClr>
                <a:srgbClr val="000000"/>
              </a:buClr>
              <a:buFont typeface="Arial"/>
              <a:buChar char="•"/>
            </a:pPr>
            <a:r>
              <a:rPr b="0" lang="de-DE" sz="2800" strike="noStrike" u="none">
                <a:solidFill>
                  <a:schemeClr val="dk1"/>
                </a:solidFill>
                <a:uFillTx/>
                <a:latin typeface="Calibri"/>
              </a:rPr>
              <a:t>Vollständige Liste unter </a:t>
            </a:r>
            <a:r>
              <a:rPr b="0" i="1" lang="de-DE" sz="2800" strike="noStrike" u="none">
                <a:solidFill>
                  <a:schemeClr val="dk1"/>
                </a:solidFill>
                <a:uFillTx/>
                <a:latin typeface="Courier New"/>
              </a:rPr>
              <a:t>https://angular.io/api?status=stable&amp;type=directive</a:t>
            </a:r>
            <a:endParaRPr b="0" lang="de-DE" sz="2800" strike="noStrike" u="none">
              <a:solidFill>
                <a:srgbClr val="000000"/>
              </a:solidFill>
              <a:uFillTx/>
              <a:latin typeface="Arial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109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53" name="PlaceHolder 1"/>
          <p:cNvSpPr>
            <a:spLocks noGrp="1"/>
          </p:cNvSpPr>
          <p:nvPr>
            <p:ph type="title"/>
          </p:nvPr>
        </p:nvSpPr>
        <p:spPr>
          <a:xfrm>
            <a:off x="938520" y="377640"/>
            <a:ext cx="10514520" cy="132444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ctr">
            <a:noAutofit/>
          </a:bodyPr>
          <a:p>
            <a:pPr indent="0" defTabSz="914400">
              <a:lnSpc>
                <a:spcPct val="90000"/>
              </a:lnSpc>
              <a:buNone/>
              <a:tabLst>
                <a:tab algn="l" pos="0"/>
              </a:tabLst>
            </a:pPr>
            <a:r>
              <a:rPr b="0" lang="de-DE" sz="4400" strike="noStrike" u="none">
                <a:solidFill>
                  <a:schemeClr val="dk1"/>
                </a:solidFill>
                <a:uFillTx/>
                <a:latin typeface="Calibri Light"/>
              </a:rPr>
              <a:t>Noch ein paar Beispiele</a:t>
            </a:r>
            <a:endParaRPr b="0" lang="de-DE" sz="4400" strike="noStrike" u="none">
              <a:solidFill>
                <a:srgbClr val="000000"/>
              </a:solidFill>
              <a:uFillTx/>
              <a:latin typeface="Arial"/>
            </a:endParaRPr>
          </a:p>
        </p:txBody>
      </p:sp>
      <p:sp>
        <p:nvSpPr>
          <p:cNvPr id="554" name="PlaceHolder 2"/>
          <p:cNvSpPr>
            <a:spLocks noGrp="1"/>
          </p:cNvSpPr>
          <p:nvPr>
            <p:ph/>
          </p:nvPr>
        </p:nvSpPr>
        <p:spPr>
          <a:xfrm>
            <a:off x="838080" y="1825560"/>
            <a:ext cx="10514520" cy="435024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t">
            <a:noAutofit/>
          </a:bodyPr>
          <a:p>
            <a:pPr marL="228600" indent="-228600" defTabSz="914400">
              <a:lnSpc>
                <a:spcPct val="90000"/>
              </a:lnSpc>
              <a:spcBef>
                <a:spcPts val="1001"/>
              </a:spcBef>
              <a:buClr>
                <a:srgbClr val="1e347b"/>
              </a:buClr>
              <a:buFont typeface="Arial"/>
              <a:buChar char="•"/>
            </a:pPr>
            <a:r>
              <a:rPr b="0" lang="de-DE" sz="2800" strike="noStrike" u="none">
                <a:solidFill>
                  <a:srgbClr val="1e347b"/>
                </a:solidFill>
                <a:uFillTx/>
                <a:latin typeface="SourceCodePro"/>
              </a:rPr>
              <a:t>&lt;div</a:t>
            </a:r>
            <a:r>
              <a:rPr b="0" lang="de-DE" sz="2800" strike="noStrike" u="none">
                <a:solidFill>
                  <a:srgbClr val="48484c"/>
                </a:solidFill>
                <a:uFillTx/>
                <a:latin typeface="SourceCodePro"/>
              </a:rPr>
              <a:t> *</a:t>
            </a:r>
            <a:r>
              <a:rPr b="0" lang="de-DE" sz="2800" strike="noStrike" u="none">
                <a:solidFill>
                  <a:srgbClr val="008080"/>
                </a:solidFill>
                <a:uFillTx/>
                <a:latin typeface="SourceCodePro"/>
              </a:rPr>
              <a:t>ngIf</a:t>
            </a:r>
            <a:r>
              <a:rPr b="0" lang="de-DE" sz="2800" strike="noStrike" u="none">
                <a:solidFill>
                  <a:srgbClr val="93a1a1"/>
                </a:solidFill>
                <a:uFillTx/>
                <a:latin typeface="SourceCodePro"/>
              </a:rPr>
              <a:t>=</a:t>
            </a:r>
            <a:r>
              <a:rPr b="0" lang="de-DE" sz="2800" strike="noStrike" u="none">
                <a:solidFill>
                  <a:srgbClr val="dd1144"/>
                </a:solidFill>
                <a:uFillTx/>
                <a:latin typeface="SourceCodePro"/>
              </a:rPr>
              <a:t>"track.playable"</a:t>
            </a:r>
            <a:r>
              <a:rPr b="0" lang="de-DE" sz="2800" strike="noStrike" u="none">
                <a:solidFill>
                  <a:srgbClr val="1e347b"/>
                </a:solidFill>
                <a:uFillTx/>
                <a:latin typeface="SourceCodePro"/>
              </a:rPr>
              <a:t>&gt;&lt;button&gt;</a:t>
            </a:r>
            <a:r>
              <a:rPr b="0" lang="de-DE" sz="2800" strike="noStrike" u="none">
                <a:solidFill>
                  <a:srgbClr val="48484c"/>
                </a:solidFill>
                <a:uFillTx/>
                <a:latin typeface="SourceCodePro"/>
              </a:rPr>
              <a:t>play</a:t>
            </a:r>
            <a:r>
              <a:rPr b="0" lang="de-DE" sz="2800" strike="noStrike" u="none">
                <a:solidFill>
                  <a:srgbClr val="1e347b"/>
                </a:solidFill>
                <a:uFillTx/>
                <a:latin typeface="SourceCodePro"/>
              </a:rPr>
              <a:t>&lt;/button&gt;&lt;/div&gt;</a:t>
            </a:r>
            <a:endParaRPr b="0" lang="de-DE" sz="2800" strike="noStrike" u="none">
              <a:solidFill>
                <a:srgbClr val="000000"/>
              </a:solidFill>
              <a:uFillTx/>
              <a:latin typeface="Arial"/>
            </a:endParaRPr>
          </a:p>
          <a:p>
            <a:pPr indent="0" defTabSz="914400">
              <a:lnSpc>
                <a:spcPct val="90000"/>
              </a:lnSpc>
              <a:spcBef>
                <a:spcPts val="1001"/>
              </a:spcBef>
              <a:buNone/>
              <a:tabLst>
                <a:tab algn="l" pos="0"/>
              </a:tabLst>
            </a:pPr>
            <a:endParaRPr b="0" lang="de-DE" sz="2800" strike="noStrike" u="none">
              <a:solidFill>
                <a:srgbClr val="000000"/>
              </a:solidFill>
              <a:uFillTx/>
              <a:latin typeface="Arial"/>
            </a:endParaRPr>
          </a:p>
          <a:p>
            <a:pPr marL="228600" indent="-228600" defTabSz="914400">
              <a:lnSpc>
                <a:spcPct val="90000"/>
              </a:lnSpc>
              <a:spcBef>
                <a:spcPts val="1001"/>
              </a:spcBef>
              <a:buClr>
                <a:srgbClr val="1e347b"/>
              </a:buClr>
              <a:buFont typeface="Arial"/>
              <a:buChar char="•"/>
              <a:tabLst>
                <a:tab algn="l" pos="0"/>
              </a:tabLst>
            </a:pPr>
            <a:r>
              <a:rPr b="0" lang="de-DE" sz="2800" strike="noStrike" u="none">
                <a:solidFill>
                  <a:srgbClr val="1e347b"/>
                </a:solidFill>
                <a:uFillTx/>
                <a:latin typeface="SourceCodePro"/>
              </a:rPr>
              <a:t>&lt;li</a:t>
            </a:r>
            <a:r>
              <a:rPr b="0" lang="de-DE" sz="2800" strike="noStrike" u="none">
                <a:solidFill>
                  <a:srgbClr val="48484c"/>
                </a:solidFill>
                <a:uFillTx/>
                <a:latin typeface="SourceCodePro"/>
              </a:rPr>
              <a:t> *</a:t>
            </a:r>
            <a:r>
              <a:rPr b="0" lang="de-DE" sz="2800" strike="noStrike" u="none">
                <a:solidFill>
                  <a:srgbClr val="008080"/>
                </a:solidFill>
                <a:uFillTx/>
                <a:latin typeface="SourceCodePro"/>
              </a:rPr>
              <a:t>ngFor</a:t>
            </a:r>
            <a:r>
              <a:rPr b="0" lang="de-DE" sz="2800" strike="noStrike" u="none">
                <a:solidFill>
                  <a:srgbClr val="93a1a1"/>
                </a:solidFill>
                <a:uFillTx/>
                <a:latin typeface="SourceCodePro"/>
              </a:rPr>
              <a:t>=</a:t>
            </a:r>
            <a:r>
              <a:rPr b="0" lang="de-DE" sz="2800" strike="noStrike" u="none">
                <a:solidFill>
                  <a:srgbClr val="dd1144"/>
                </a:solidFill>
                <a:uFillTx/>
                <a:latin typeface="SourceCodePro"/>
              </a:rPr>
              <a:t>"let track of tracks"</a:t>
            </a:r>
            <a:r>
              <a:rPr b="0" lang="de-DE" sz="2800" strike="noStrike" u="none">
                <a:solidFill>
                  <a:srgbClr val="1e347b"/>
                </a:solidFill>
                <a:uFillTx/>
                <a:latin typeface="SourceCodePro"/>
              </a:rPr>
              <a:t>&gt;</a:t>
            </a:r>
            <a:r>
              <a:rPr b="0" lang="de-DE" sz="2800" strike="noStrike" u="none">
                <a:solidFill>
                  <a:srgbClr val="48484c"/>
                </a:solidFill>
                <a:uFillTx/>
                <a:latin typeface="SourceCodePro"/>
              </a:rPr>
              <a:t>{{track.name}}</a:t>
            </a:r>
            <a:r>
              <a:rPr b="0" lang="de-DE" sz="2800" strike="noStrike" u="none">
                <a:solidFill>
                  <a:srgbClr val="1e347b"/>
                </a:solidFill>
                <a:uFillTx/>
                <a:latin typeface="SourceCodePro"/>
              </a:rPr>
              <a:t>&lt;/li&gt;</a:t>
            </a:r>
            <a:endParaRPr b="0" lang="de-DE" sz="2800" strike="noStrike" u="none">
              <a:solidFill>
                <a:srgbClr val="000000"/>
              </a:solidFill>
              <a:uFillTx/>
              <a:latin typeface="Arial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110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55" name="PlaceHolder 1"/>
          <p:cNvSpPr>
            <a:spLocks noGrp="1"/>
          </p:cNvSpPr>
          <p:nvPr>
            <p:ph type="title"/>
          </p:nvPr>
        </p:nvSpPr>
        <p:spPr>
          <a:xfrm>
            <a:off x="838080" y="365040"/>
            <a:ext cx="10514520" cy="132444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ctr">
            <a:noAutofit/>
          </a:bodyPr>
          <a:p>
            <a:pPr indent="0" defTabSz="914400">
              <a:lnSpc>
                <a:spcPct val="90000"/>
              </a:lnSpc>
              <a:buNone/>
              <a:tabLst>
                <a:tab algn="l" pos="0"/>
              </a:tabLst>
            </a:pPr>
            <a:r>
              <a:rPr b="0" lang="de-DE" sz="4400" strike="noStrike" u="none">
                <a:solidFill>
                  <a:schemeClr val="dk1"/>
                </a:solidFill>
                <a:uFillTx/>
                <a:latin typeface="Calibri Light"/>
              </a:rPr>
              <a:t>Attribut Direktiven</a:t>
            </a:r>
            <a:endParaRPr b="0" lang="de-DE" sz="4400" strike="noStrike" u="none">
              <a:solidFill>
                <a:srgbClr val="000000"/>
              </a:solidFill>
              <a:uFillTx/>
              <a:latin typeface="Arial"/>
            </a:endParaRPr>
          </a:p>
        </p:txBody>
      </p:sp>
      <p:sp>
        <p:nvSpPr>
          <p:cNvPr id="556" name="PlaceHolder 2"/>
          <p:cNvSpPr>
            <a:spLocks noGrp="1"/>
          </p:cNvSpPr>
          <p:nvPr>
            <p:ph/>
          </p:nvPr>
        </p:nvSpPr>
        <p:spPr>
          <a:xfrm>
            <a:off x="838080" y="1825560"/>
            <a:ext cx="10514520" cy="435024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t">
            <a:noAutofit/>
          </a:bodyPr>
          <a:p>
            <a:pPr marL="228600" indent="-228600" defTabSz="914400">
              <a:lnSpc>
                <a:spcPct val="90000"/>
              </a:lnSpc>
              <a:spcBef>
                <a:spcPts val="1001"/>
              </a:spcBef>
              <a:buClr>
                <a:srgbClr val="000000"/>
              </a:buClr>
              <a:buFont typeface="Arial"/>
              <a:buChar char="•"/>
            </a:pPr>
            <a:r>
              <a:rPr b="0" lang="de-DE" sz="2800" strike="noStrike" u="none">
                <a:solidFill>
                  <a:schemeClr val="dk1"/>
                </a:solidFill>
                <a:uFillTx/>
                <a:latin typeface="Calibri"/>
              </a:rPr>
              <a:t>Keine Verändung der DOM Struktur</a:t>
            </a:r>
            <a:endParaRPr b="0" lang="de-DE" sz="2800" strike="noStrike" u="none">
              <a:solidFill>
                <a:srgbClr val="000000"/>
              </a:solidFill>
              <a:uFillTx/>
              <a:latin typeface="Arial"/>
            </a:endParaRPr>
          </a:p>
          <a:p>
            <a:pPr indent="0" defTabSz="914400">
              <a:lnSpc>
                <a:spcPct val="90000"/>
              </a:lnSpc>
              <a:spcBef>
                <a:spcPts val="1001"/>
              </a:spcBef>
              <a:buNone/>
              <a:tabLst>
                <a:tab algn="l" pos="0"/>
              </a:tabLst>
            </a:pPr>
            <a:endParaRPr b="0" lang="de-DE" sz="2800" strike="noStrike" u="none">
              <a:solidFill>
                <a:srgbClr val="000000"/>
              </a:solidFill>
              <a:uFillTx/>
              <a:latin typeface="Arial"/>
            </a:endParaRPr>
          </a:p>
          <a:p>
            <a:pPr indent="0" defTabSz="914400">
              <a:lnSpc>
                <a:spcPct val="90000"/>
              </a:lnSpc>
              <a:spcBef>
                <a:spcPts val="1001"/>
              </a:spcBef>
              <a:buNone/>
              <a:tabLst>
                <a:tab algn="l" pos="0"/>
              </a:tabLst>
            </a:pPr>
            <a:r>
              <a:rPr b="0" lang="de-DE" sz="2800" strike="noStrike" u="none">
                <a:solidFill>
                  <a:srgbClr val="1e347b"/>
                </a:solidFill>
                <a:uFillTx/>
                <a:latin typeface="SourceCodePro"/>
              </a:rPr>
              <a:t>&lt;form</a:t>
            </a:r>
            <a:r>
              <a:rPr b="0" lang="de-DE" sz="2800" strike="noStrike" u="none">
                <a:solidFill>
                  <a:srgbClr val="48484c"/>
                </a:solidFill>
                <a:uFillTx/>
                <a:latin typeface="SourceCodePro"/>
              </a:rPr>
              <a:t> [</a:t>
            </a:r>
            <a:r>
              <a:rPr b="0" lang="de-DE" sz="2800" strike="noStrike" u="none">
                <a:solidFill>
                  <a:srgbClr val="008080"/>
                </a:solidFill>
                <a:uFillTx/>
                <a:latin typeface="SourceCodePro"/>
              </a:rPr>
              <a:t>formGroup</a:t>
            </a:r>
            <a:r>
              <a:rPr b="0" lang="de-DE" sz="2800" strike="noStrike" u="none">
                <a:solidFill>
                  <a:srgbClr val="48484c"/>
                </a:solidFill>
                <a:uFillTx/>
                <a:latin typeface="SourceCodePro"/>
              </a:rPr>
              <a:t>]</a:t>
            </a:r>
            <a:r>
              <a:rPr b="0" lang="de-DE" sz="2800" strike="noStrike" u="none">
                <a:solidFill>
                  <a:srgbClr val="93a1a1"/>
                </a:solidFill>
                <a:uFillTx/>
                <a:latin typeface="SourceCodePro"/>
              </a:rPr>
              <a:t>=</a:t>
            </a:r>
            <a:r>
              <a:rPr b="0" lang="de-DE" sz="2800" strike="noStrike" u="none">
                <a:solidFill>
                  <a:srgbClr val="dd1144"/>
                </a:solidFill>
                <a:uFillTx/>
                <a:latin typeface="SourceCodePro"/>
              </a:rPr>
              <a:t>"form"</a:t>
            </a:r>
            <a:r>
              <a:rPr b="0" lang="de-DE" sz="2800" strike="noStrike" u="none">
                <a:solidFill>
                  <a:srgbClr val="1e347b"/>
                </a:solidFill>
                <a:uFillTx/>
                <a:latin typeface="SourceCodePro"/>
              </a:rPr>
              <a:t>&gt;</a:t>
            </a:r>
            <a:endParaRPr b="0" lang="de-DE" sz="2800" strike="noStrike" u="none">
              <a:solidFill>
                <a:srgbClr val="000000"/>
              </a:solidFill>
              <a:uFillTx/>
              <a:latin typeface="Arial"/>
            </a:endParaRPr>
          </a:p>
          <a:p>
            <a:pPr indent="0" defTabSz="914400">
              <a:lnSpc>
                <a:spcPct val="90000"/>
              </a:lnSpc>
              <a:spcBef>
                <a:spcPts val="1001"/>
              </a:spcBef>
              <a:buNone/>
              <a:tabLst>
                <a:tab algn="l" pos="0"/>
              </a:tabLst>
            </a:pPr>
            <a:r>
              <a:rPr b="0" lang="de-DE" sz="2800" strike="noStrike" u="none">
                <a:solidFill>
                  <a:srgbClr val="1e347b"/>
                </a:solidFill>
                <a:uFillTx/>
                <a:latin typeface="SourceCodePro"/>
              </a:rPr>
              <a:t>	</a:t>
            </a:r>
            <a:r>
              <a:rPr b="0" lang="de-DE" sz="2800" strike="noStrike" u="none">
                <a:solidFill>
                  <a:srgbClr val="1e347b"/>
                </a:solidFill>
                <a:uFillTx/>
                <a:latin typeface="SourceCodePro"/>
              </a:rPr>
              <a:t>&lt;input</a:t>
            </a:r>
            <a:r>
              <a:rPr b="0" lang="de-DE" sz="2800" strike="noStrike" u="none">
                <a:solidFill>
                  <a:srgbClr val="48484c"/>
                </a:solidFill>
                <a:uFillTx/>
                <a:latin typeface="SourceCodePro"/>
              </a:rPr>
              <a:t> </a:t>
            </a:r>
            <a:r>
              <a:rPr b="0" lang="de-DE" sz="2800" strike="noStrike" u="none">
                <a:solidFill>
                  <a:srgbClr val="008080"/>
                </a:solidFill>
                <a:uFillTx/>
                <a:latin typeface="SourceCodePro"/>
              </a:rPr>
              <a:t>type</a:t>
            </a:r>
            <a:r>
              <a:rPr b="0" lang="de-DE" sz="2800" strike="noStrike" u="none">
                <a:solidFill>
                  <a:srgbClr val="93a1a1"/>
                </a:solidFill>
                <a:uFillTx/>
                <a:latin typeface="SourceCodePro"/>
              </a:rPr>
              <a:t>=</a:t>
            </a:r>
            <a:r>
              <a:rPr b="0" lang="de-DE" sz="2800" strike="noStrike" u="none">
                <a:solidFill>
                  <a:srgbClr val="dd1144"/>
                </a:solidFill>
                <a:uFillTx/>
                <a:latin typeface="SourceCodePro"/>
              </a:rPr>
              <a:t>"email"</a:t>
            </a:r>
            <a:r>
              <a:rPr b="0" lang="de-DE" sz="2800" strike="noStrike" u="none">
                <a:solidFill>
                  <a:srgbClr val="48484c"/>
                </a:solidFill>
                <a:uFillTx/>
                <a:latin typeface="SourceCodePro"/>
              </a:rPr>
              <a:t> </a:t>
            </a:r>
            <a:r>
              <a:rPr b="0" lang="de-DE" sz="2800" strike="noStrike" u="none">
                <a:solidFill>
                  <a:srgbClr val="008080"/>
                </a:solidFill>
                <a:uFillTx/>
                <a:latin typeface="SourceCodePro"/>
              </a:rPr>
              <a:t>formControlName</a:t>
            </a:r>
            <a:r>
              <a:rPr b="0" lang="de-DE" sz="2800" strike="noStrike" u="none">
                <a:solidFill>
                  <a:srgbClr val="93a1a1"/>
                </a:solidFill>
                <a:uFillTx/>
                <a:latin typeface="SourceCodePro"/>
              </a:rPr>
              <a:t>=</a:t>
            </a:r>
            <a:r>
              <a:rPr b="0" lang="de-DE" sz="2800" strike="noStrike" u="none">
                <a:solidFill>
                  <a:srgbClr val="dd1144"/>
                </a:solidFill>
                <a:uFillTx/>
                <a:latin typeface="SourceCodePro"/>
              </a:rPr>
              <a:t>"mail"</a:t>
            </a:r>
            <a:r>
              <a:rPr b="0" lang="de-DE" sz="2800" strike="noStrike" u="none">
                <a:solidFill>
                  <a:srgbClr val="1e347b"/>
                </a:solidFill>
                <a:uFillTx/>
                <a:latin typeface="SourceCodePro"/>
              </a:rPr>
              <a:t>/&gt;</a:t>
            </a:r>
            <a:endParaRPr b="0" lang="de-DE" sz="2800" strike="noStrike" u="none">
              <a:solidFill>
                <a:srgbClr val="000000"/>
              </a:solidFill>
              <a:uFillTx/>
              <a:latin typeface="Arial"/>
            </a:endParaRPr>
          </a:p>
          <a:p>
            <a:pPr indent="0" defTabSz="914400">
              <a:lnSpc>
                <a:spcPct val="90000"/>
              </a:lnSpc>
              <a:spcBef>
                <a:spcPts val="1001"/>
              </a:spcBef>
              <a:buNone/>
              <a:tabLst>
                <a:tab algn="l" pos="0"/>
              </a:tabLst>
            </a:pPr>
            <a:r>
              <a:rPr b="0" lang="de-DE" sz="2800" strike="noStrike" u="none">
                <a:solidFill>
                  <a:srgbClr val="1e347b"/>
                </a:solidFill>
                <a:uFillTx/>
                <a:latin typeface="SourceCodePro"/>
              </a:rPr>
              <a:t>&lt;/form&gt;</a:t>
            </a:r>
            <a:endParaRPr b="0" lang="de-DE" sz="2800" strike="noStrike" u="none">
              <a:solidFill>
                <a:srgbClr val="000000"/>
              </a:solidFill>
              <a:uFillTx/>
              <a:latin typeface="Arial"/>
            </a:endParaRPr>
          </a:p>
          <a:p>
            <a:pPr indent="0" defTabSz="914400">
              <a:lnSpc>
                <a:spcPct val="90000"/>
              </a:lnSpc>
              <a:spcBef>
                <a:spcPts val="1001"/>
              </a:spcBef>
              <a:buNone/>
              <a:tabLst>
                <a:tab algn="l" pos="0"/>
              </a:tabLst>
            </a:pPr>
            <a:endParaRPr b="0" lang="de-DE" sz="2800" strike="noStrike" u="none">
              <a:solidFill>
                <a:srgbClr val="000000"/>
              </a:solidFill>
              <a:uFillTx/>
              <a:latin typeface="Arial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111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bg>
      <p:bgPr>
        <a:solidFill>
          <a:schemeClr val="lt1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 useBgFill="1">
        <p:nvSpPr>
          <p:cNvPr id="557" name="Rectangle 7">
            <a:extLst>
              <a:ext uri="{C183D7F6-B498-43B3-948B-1728B52AA6E4}">
                <adec:decorative xmlns:adec="http://schemas.microsoft.com/office/drawing/2017/decorative" val="1"/>
              </a:ext>
            </a:extLst>
          </p:cNvPr>
          <p:cNvSpPr/>
          <p:nvPr/>
        </p:nvSpPr>
        <p:spPr>
          <a:xfrm>
            <a:off x="0" y="0"/>
            <a:ext cx="12190680" cy="6856920"/>
          </a:xfrm>
          <a:prstGeom prst="rect">
            <a:avLst/>
          </a:prstGeom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 algn="ctr" defTabSz="914400">
              <a:lnSpc>
                <a:spcPct val="100000"/>
              </a:lnSpc>
            </a:pPr>
            <a:endParaRPr b="0" lang="en-US" sz="1800" strike="noStrike" u="none">
              <a:solidFill>
                <a:schemeClr val="lt1"/>
              </a:solidFill>
              <a:uFillTx/>
              <a:latin typeface="Calibri"/>
            </a:endParaRPr>
          </a:p>
        </p:txBody>
      </p:sp>
      <p:sp>
        <p:nvSpPr>
          <p:cNvPr id="558" name="Rectangle 9">
            <a:extLst>
              <a:ext uri="{C183D7F6-B498-43B3-948B-1728B52AA6E4}">
                <adec:decorative xmlns:adec="http://schemas.microsoft.com/office/drawing/2017/decorative" val="1"/>
              </a:ext>
            </a:extLst>
          </p:cNvPr>
          <p:cNvSpPr/>
          <p:nvPr/>
        </p:nvSpPr>
        <p:spPr>
          <a:xfrm>
            <a:off x="360" y="0"/>
            <a:ext cx="12190680" cy="6856920"/>
          </a:xfrm>
          <a:prstGeom prst="rect">
            <a:avLst/>
          </a:prstGeom>
          <a:solidFill>
            <a:schemeClr val="bg1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 algn="ctr" defTabSz="914400">
              <a:lnSpc>
                <a:spcPct val="100000"/>
              </a:lnSpc>
            </a:pPr>
            <a:endParaRPr b="0" lang="en-US" sz="800" strike="noStrike" u="none">
              <a:solidFill>
                <a:schemeClr val="lt1"/>
              </a:solidFill>
              <a:uFillTx/>
              <a:latin typeface="Calibri"/>
            </a:endParaRPr>
          </a:p>
        </p:txBody>
      </p:sp>
      <p:sp>
        <p:nvSpPr>
          <p:cNvPr id="559" name="PlaceHolder 1"/>
          <p:cNvSpPr>
            <a:spLocks noGrp="1"/>
          </p:cNvSpPr>
          <p:nvPr>
            <p:ph type="title"/>
          </p:nvPr>
        </p:nvSpPr>
        <p:spPr>
          <a:xfrm>
            <a:off x="1179360" y="1594800"/>
            <a:ext cx="9832320" cy="132444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b">
            <a:normAutofit/>
          </a:bodyPr>
          <a:p>
            <a:pPr indent="0" algn="ctr" defTabSz="914400">
              <a:lnSpc>
                <a:spcPct val="90000"/>
              </a:lnSpc>
              <a:buNone/>
              <a:tabLst>
                <a:tab algn="l" pos="0"/>
              </a:tabLst>
            </a:pPr>
            <a:r>
              <a:rPr b="0" lang="de-DE" sz="3600" strike="noStrike" u="none">
                <a:solidFill>
                  <a:schemeClr val="dk2"/>
                </a:solidFill>
                <a:uFillTx/>
                <a:latin typeface="Calibri Light"/>
              </a:rPr>
              <a:t>Übung 6</a:t>
            </a:r>
            <a:endParaRPr b="0" lang="de-DE" sz="3600" strike="noStrike" u="none">
              <a:solidFill>
                <a:srgbClr val="000000"/>
              </a:solidFill>
              <a:uFillTx/>
              <a:latin typeface="Arial"/>
            </a:endParaRPr>
          </a:p>
        </p:txBody>
      </p:sp>
      <p:grpSp>
        <p:nvGrpSpPr>
          <p:cNvPr id="560" name="Group 11">
            <a:extLst>
              <a:ext uri="{C183D7F6-B498-43B3-948B-1728B52AA6E4}">
                <adec:decorative xmlns:adec="http://schemas.microsoft.com/office/drawing/2017/decorative" val="1"/>
              </a:ext>
            </a:extLst>
          </p:cNvPr>
          <p:cNvGrpSpPr/>
          <p:nvPr/>
        </p:nvGrpSpPr>
        <p:grpSpPr>
          <a:xfrm>
            <a:off x="0" y="0"/>
            <a:ext cx="3344760" cy="2509920"/>
            <a:chOff x="0" y="0"/>
            <a:chExt cx="3344760" cy="2509920"/>
          </a:xfrm>
        </p:grpSpPr>
        <p:sp>
          <p:nvSpPr>
            <p:cNvPr id="561" name="Freeform: Shape 12">
              <a:extLs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/>
            <p:nvPr/>
          </p:nvSpPr>
          <p:spPr>
            <a:xfrm>
              <a:off x="360" y="0"/>
              <a:ext cx="3329640" cy="2315520"/>
            </a:xfrm>
            <a:custGeom>
              <a:avLst/>
              <a:gdLst>
                <a:gd name="textAreaLeft" fmla="*/ 0 w 3329640"/>
                <a:gd name="textAreaRight" fmla="*/ 3330720 w 3329640"/>
                <a:gd name="textAreaTop" fmla="*/ 0 h 2315520"/>
                <a:gd name="textAreaBottom" fmla="*/ 2316600 h 2315520"/>
              </a:gdLst>
              <a:ahLst/>
              <a:rect l="textAreaLeft" t="textAreaTop" r="textAreaRight" b="textAreaBottom"/>
              <a:pathLst>
                <a:path w="3815424" h="2653659">
                  <a:moveTo>
                    <a:pt x="3203055" y="0"/>
                  </a:moveTo>
                  <a:lnTo>
                    <a:pt x="3815424" y="0"/>
                  </a:lnTo>
                  <a:lnTo>
                    <a:pt x="3801025" y="214243"/>
                  </a:lnTo>
                  <a:cubicBezTo>
                    <a:pt x="3616317" y="1584467"/>
                    <a:pt x="2091637" y="2653659"/>
                    <a:pt x="587142" y="2653659"/>
                  </a:cubicBezTo>
                  <a:cubicBezTo>
                    <a:pt x="400192" y="2653659"/>
                    <a:pt x="222112" y="2636953"/>
                    <a:pt x="53389" y="2605041"/>
                  </a:cubicBezTo>
                  <a:lnTo>
                    <a:pt x="0" y="2593136"/>
                  </a:lnTo>
                  <a:lnTo>
                    <a:pt x="0" y="1994836"/>
                  </a:lnTo>
                  <a:lnTo>
                    <a:pt x="159710" y="2035054"/>
                  </a:lnTo>
                  <a:cubicBezTo>
                    <a:pt x="295467" y="2061726"/>
                    <a:pt x="438268" y="2075152"/>
                    <a:pt x="587142" y="2075152"/>
                  </a:cubicBezTo>
                  <a:cubicBezTo>
                    <a:pt x="901731" y="2075152"/>
                    <a:pt x="1234490" y="2014697"/>
                    <a:pt x="1549283" y="1900153"/>
                  </a:cubicBezTo>
                  <a:cubicBezTo>
                    <a:pt x="1860709" y="1786959"/>
                    <a:pt x="2157231" y="1620350"/>
                    <a:pt x="2406698" y="1418450"/>
                  </a:cubicBezTo>
                  <a:cubicBezTo>
                    <a:pt x="2655859" y="1216840"/>
                    <a:pt x="2859596" y="978302"/>
                    <a:pt x="2996069" y="728678"/>
                  </a:cubicBezTo>
                  <a:cubicBezTo>
                    <a:pt x="3101178" y="536396"/>
                    <a:pt x="3167417" y="338366"/>
                    <a:pt x="3193967" y="137719"/>
                  </a:cubicBezTo>
                  <a:close/>
                </a:path>
              </a:pathLst>
            </a:custGeom>
            <a:gradFill rotWithShape="0">
              <a:gsLst>
                <a:gs pos="2000">
                  <a:srgbClr val="ffffff">
                    <a:alpha val="10000"/>
                  </a:srgbClr>
                </a:gs>
                <a:gs pos="16000">
                  <a:srgbClr val="f19d19">
                    <a:alpha val="10000"/>
                  </a:srgbClr>
                </a:gs>
                <a:gs pos="85000">
                  <a:srgbClr val="1d9a78">
                    <a:alpha val="10000"/>
                  </a:srgbClr>
                </a:gs>
                <a:gs pos="100000">
                  <a:srgbClr val="ffffff">
                    <a:alpha val="10000"/>
                  </a:srgbClr>
                </a:gs>
              </a:gsLst>
              <a:lin ang="12000000"/>
            </a:gra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/>
          </p:style>
          <p:txBody>
            <a:bodyPr lIns="90000" rIns="90000" tIns="45000" bIns="45000" anchor="ctr">
              <a:noAutofit/>
            </a:bodyPr>
            <a:p>
              <a:pPr algn="ctr" defTabSz="914400">
                <a:lnSpc>
                  <a:spcPct val="100000"/>
                </a:lnSpc>
              </a:pPr>
              <a:endParaRPr b="0" lang="en-US" sz="1800" strike="noStrike" u="none">
                <a:solidFill>
                  <a:schemeClr val="lt1"/>
                </a:solidFill>
                <a:uFillTx/>
                <a:latin typeface="Calibri"/>
              </a:endParaRPr>
            </a:p>
          </p:txBody>
        </p:sp>
        <p:sp>
          <p:nvSpPr>
            <p:cNvPr id="562" name="Freeform: Shape 13">
              <a:extLs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/>
            <p:nvPr/>
          </p:nvSpPr>
          <p:spPr>
            <a:xfrm>
              <a:off x="360" y="0"/>
              <a:ext cx="3329640" cy="2315520"/>
            </a:xfrm>
            <a:custGeom>
              <a:avLst/>
              <a:gdLst>
                <a:gd name="textAreaLeft" fmla="*/ 0 w 3329640"/>
                <a:gd name="textAreaRight" fmla="*/ 3330720 w 3329640"/>
                <a:gd name="textAreaTop" fmla="*/ 0 h 2315520"/>
                <a:gd name="textAreaBottom" fmla="*/ 2316600 h 2315520"/>
              </a:gdLst>
              <a:ahLst/>
              <a:rect l="textAreaLeft" t="textAreaTop" r="textAreaRight" b="textAreaBottom"/>
              <a:pathLst>
                <a:path w="3815424" h="2653660">
                  <a:moveTo>
                    <a:pt x="3305038" y="0"/>
                  </a:moveTo>
                  <a:lnTo>
                    <a:pt x="3815424" y="0"/>
                  </a:lnTo>
                  <a:lnTo>
                    <a:pt x="3801025" y="214244"/>
                  </a:lnTo>
                  <a:cubicBezTo>
                    <a:pt x="3616317" y="1584467"/>
                    <a:pt x="2091637" y="2653660"/>
                    <a:pt x="587142" y="2653660"/>
                  </a:cubicBezTo>
                  <a:cubicBezTo>
                    <a:pt x="400192" y="2653660"/>
                    <a:pt x="222112" y="2636954"/>
                    <a:pt x="53389" y="2605042"/>
                  </a:cubicBezTo>
                  <a:lnTo>
                    <a:pt x="0" y="2593137"/>
                  </a:lnTo>
                  <a:lnTo>
                    <a:pt x="0" y="2094444"/>
                  </a:lnTo>
                  <a:lnTo>
                    <a:pt x="137675" y="2129195"/>
                  </a:lnTo>
                  <a:cubicBezTo>
                    <a:pt x="280616" y="2157374"/>
                    <a:pt x="430766" y="2171571"/>
                    <a:pt x="587142" y="2171571"/>
                  </a:cubicBezTo>
                  <a:cubicBezTo>
                    <a:pt x="918879" y="2171571"/>
                    <a:pt x="1254904" y="2110634"/>
                    <a:pt x="1585826" y="1990112"/>
                  </a:cubicBezTo>
                  <a:cubicBezTo>
                    <a:pt x="1908071" y="1873061"/>
                    <a:pt x="2214800" y="1700666"/>
                    <a:pt x="2473046" y="1491633"/>
                  </a:cubicBezTo>
                  <a:cubicBezTo>
                    <a:pt x="2735782" y="1279031"/>
                    <a:pt x="2942276" y="1037118"/>
                    <a:pt x="3086710" y="772838"/>
                  </a:cubicBezTo>
                  <a:cubicBezTo>
                    <a:pt x="3197408" y="570216"/>
                    <a:pt x="3267226" y="361248"/>
                    <a:pt x="3295217" y="149229"/>
                  </a:cubicBezTo>
                  <a:close/>
                </a:path>
              </a:pathLst>
            </a:custGeom>
            <a:gradFill rotWithShape="0">
              <a:gsLst>
                <a:gs pos="2000">
                  <a:srgbClr val="ffffff">
                    <a:alpha val="10000"/>
                  </a:srgbClr>
                </a:gs>
                <a:gs pos="16000">
                  <a:srgbClr val="f19d19">
                    <a:alpha val="10000"/>
                  </a:srgbClr>
                </a:gs>
                <a:gs pos="85000">
                  <a:srgbClr val="1d9a78">
                    <a:alpha val="10000"/>
                  </a:srgbClr>
                </a:gs>
                <a:gs pos="100000">
                  <a:srgbClr val="ffffff">
                    <a:alpha val="10000"/>
                  </a:srgbClr>
                </a:gs>
              </a:gsLst>
              <a:lin ang="12000000"/>
            </a:gra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/>
          </p:style>
          <p:txBody>
            <a:bodyPr lIns="90000" rIns="90000" tIns="45000" bIns="45000" anchor="ctr">
              <a:noAutofit/>
            </a:bodyPr>
            <a:p>
              <a:pPr algn="ctr" defTabSz="914400">
                <a:lnSpc>
                  <a:spcPct val="100000"/>
                </a:lnSpc>
              </a:pPr>
              <a:endParaRPr b="0" lang="en-US" sz="1800" strike="noStrike" u="none">
                <a:solidFill>
                  <a:schemeClr val="lt1"/>
                </a:solidFill>
                <a:uFillTx/>
                <a:latin typeface="Calibri"/>
              </a:endParaRPr>
            </a:p>
          </p:txBody>
        </p:sp>
        <p:sp>
          <p:nvSpPr>
            <p:cNvPr id="563" name="Freeform: Shape 14">
              <a:extLs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/>
            <p:nvPr/>
          </p:nvSpPr>
          <p:spPr>
            <a:xfrm>
              <a:off x="0" y="0"/>
              <a:ext cx="3330360" cy="2334960"/>
            </a:xfrm>
            <a:custGeom>
              <a:avLst/>
              <a:gdLst>
                <a:gd name="textAreaLeft" fmla="*/ 0 w 3330360"/>
                <a:gd name="textAreaRight" fmla="*/ 3331440 w 3330360"/>
                <a:gd name="textAreaTop" fmla="*/ 0 h 2334960"/>
                <a:gd name="textAreaBottom" fmla="*/ 2336040 h 2334960"/>
              </a:gdLst>
              <a:ahLst/>
              <a:rect l="textAreaLeft" t="textAreaTop" r="textAreaRight" b="textAreaBottom"/>
              <a:pathLst>
                <a:path w="3815986" h="2675935">
                  <a:moveTo>
                    <a:pt x="3648768" y="0"/>
                  </a:moveTo>
                  <a:lnTo>
                    <a:pt x="3815986" y="0"/>
                  </a:lnTo>
                  <a:lnTo>
                    <a:pt x="3804695" y="200084"/>
                  </a:lnTo>
                  <a:cubicBezTo>
                    <a:pt x="3795228" y="285751"/>
                    <a:pt x="3781167" y="371032"/>
                    <a:pt x="3762590" y="455543"/>
                  </a:cubicBezTo>
                  <a:cubicBezTo>
                    <a:pt x="3725537" y="624467"/>
                    <a:pt x="3668784" y="790112"/>
                    <a:pt x="3592332" y="947274"/>
                  </a:cubicBezTo>
                  <a:cubicBezTo>
                    <a:pt x="3438712" y="1261596"/>
                    <a:pt x="3216091" y="1542847"/>
                    <a:pt x="2953967" y="1782349"/>
                  </a:cubicBezTo>
                  <a:cubicBezTo>
                    <a:pt x="2822599" y="1902099"/>
                    <a:pt x="2680615" y="2011341"/>
                    <a:pt x="2530669" y="2109494"/>
                  </a:cubicBezTo>
                  <a:cubicBezTo>
                    <a:pt x="2380520" y="2207551"/>
                    <a:pt x="2222510" y="2294906"/>
                    <a:pt x="2057561" y="2369245"/>
                  </a:cubicBezTo>
                  <a:cubicBezTo>
                    <a:pt x="1727252" y="2516859"/>
                    <a:pt x="1371629" y="2614434"/>
                    <a:pt x="1007330" y="2655701"/>
                  </a:cubicBezTo>
                  <a:cubicBezTo>
                    <a:pt x="916281" y="2665873"/>
                    <a:pt x="824568" y="2672188"/>
                    <a:pt x="732765" y="2674696"/>
                  </a:cubicBezTo>
                  <a:cubicBezTo>
                    <a:pt x="640963" y="2677203"/>
                    <a:pt x="549072" y="2675901"/>
                    <a:pt x="457666" y="2670839"/>
                  </a:cubicBezTo>
                  <a:cubicBezTo>
                    <a:pt x="366106" y="2665584"/>
                    <a:pt x="274572" y="2656521"/>
                    <a:pt x="183574" y="2643312"/>
                  </a:cubicBezTo>
                  <a:lnTo>
                    <a:pt x="0" y="2607798"/>
                  </a:lnTo>
                  <a:lnTo>
                    <a:pt x="0" y="2356652"/>
                  </a:lnTo>
                  <a:lnTo>
                    <a:pt x="222195" y="2396940"/>
                  </a:lnTo>
                  <a:cubicBezTo>
                    <a:pt x="304990" y="2407980"/>
                    <a:pt x="388511" y="2415283"/>
                    <a:pt x="472364" y="2419092"/>
                  </a:cubicBezTo>
                  <a:cubicBezTo>
                    <a:pt x="640376" y="2427095"/>
                    <a:pt x="808184" y="2421791"/>
                    <a:pt x="974972" y="2402122"/>
                  </a:cubicBezTo>
                  <a:cubicBezTo>
                    <a:pt x="1141658" y="2382358"/>
                    <a:pt x="1306812" y="2349286"/>
                    <a:pt x="1468292" y="2304162"/>
                  </a:cubicBezTo>
                  <a:cubicBezTo>
                    <a:pt x="1629874" y="2259231"/>
                    <a:pt x="1787475" y="2201091"/>
                    <a:pt x="1940176" y="2133695"/>
                  </a:cubicBezTo>
                  <a:cubicBezTo>
                    <a:pt x="2246498" y="2000349"/>
                    <a:pt x="2532507" y="1823520"/>
                    <a:pt x="2783403" y="1609954"/>
                  </a:cubicBezTo>
                  <a:cubicBezTo>
                    <a:pt x="2908442" y="1502833"/>
                    <a:pt x="3024295" y="1385975"/>
                    <a:pt x="3128104" y="1260439"/>
                  </a:cubicBezTo>
                  <a:cubicBezTo>
                    <a:pt x="3232116" y="1135096"/>
                    <a:pt x="3323881" y="1000689"/>
                    <a:pt x="3400639" y="859052"/>
                  </a:cubicBezTo>
                  <a:cubicBezTo>
                    <a:pt x="3477399" y="717510"/>
                    <a:pt x="3541296" y="569316"/>
                    <a:pt x="3585595" y="415336"/>
                  </a:cubicBezTo>
                  <a:cubicBezTo>
                    <a:pt x="3607796" y="338540"/>
                    <a:pt x="3624638" y="260224"/>
                    <a:pt x="3635918" y="181137"/>
                  </a:cubicBezTo>
                  <a:close/>
                </a:path>
              </a:pathLst>
            </a:custGeom>
            <a:gradFill rotWithShape="0">
              <a:gsLst>
                <a:gs pos="2000">
                  <a:srgbClr val="ffffff">
                    <a:alpha val="10000"/>
                  </a:srgbClr>
                </a:gs>
                <a:gs pos="16000">
                  <a:srgbClr val="f19d19">
                    <a:alpha val="10000"/>
                  </a:srgbClr>
                </a:gs>
                <a:gs pos="85000">
                  <a:srgbClr val="1d9a78">
                    <a:alpha val="10000"/>
                  </a:srgbClr>
                </a:gs>
                <a:gs pos="100000">
                  <a:srgbClr val="ffffff">
                    <a:alpha val="10000"/>
                  </a:srgbClr>
                </a:gs>
              </a:gsLst>
              <a:lin ang="12000000"/>
            </a:gra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/>
          </p:style>
          <p:txBody>
            <a:bodyPr lIns="90000" rIns="90000" tIns="45000" bIns="45000" anchor="ctr">
              <a:noAutofit/>
            </a:bodyPr>
            <a:p>
              <a:pPr algn="ctr" defTabSz="914400">
                <a:lnSpc>
                  <a:spcPct val="100000"/>
                </a:lnSpc>
              </a:pPr>
              <a:endParaRPr b="0" lang="en-US" sz="1800" strike="noStrike" u="none">
                <a:solidFill>
                  <a:schemeClr val="lt1"/>
                </a:solidFill>
                <a:uFillTx/>
                <a:latin typeface="Calibri"/>
              </a:endParaRPr>
            </a:p>
          </p:txBody>
        </p:sp>
        <p:sp>
          <p:nvSpPr>
            <p:cNvPr id="564" name="Freeform: Shape 15">
              <a:extLs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/>
            <p:nvPr/>
          </p:nvSpPr>
          <p:spPr>
            <a:xfrm>
              <a:off x="360" y="0"/>
              <a:ext cx="3344400" cy="2509920"/>
            </a:xfrm>
            <a:custGeom>
              <a:avLst/>
              <a:gdLst>
                <a:gd name="textAreaLeft" fmla="*/ 0 w 3344400"/>
                <a:gd name="textAreaRight" fmla="*/ 3345480 w 3344400"/>
                <a:gd name="textAreaTop" fmla="*/ 0 h 2509920"/>
                <a:gd name="textAreaBottom" fmla="*/ 2511000 h 2509920"/>
              </a:gdLst>
              <a:ahLst/>
              <a:rect l="textAreaLeft" t="textAreaTop" r="textAreaRight" b="textAreaBottom"/>
              <a:pathLst>
                <a:path w="3832270" h="2876136">
                  <a:moveTo>
                    <a:pt x="3800718" y="0"/>
                  </a:moveTo>
                  <a:lnTo>
                    <a:pt x="3832270" y="0"/>
                  </a:lnTo>
                  <a:lnTo>
                    <a:pt x="3824562" y="143769"/>
                  </a:lnTo>
                  <a:cubicBezTo>
                    <a:pt x="3797131" y="409191"/>
                    <a:pt x="3730585" y="671345"/>
                    <a:pt x="3628155" y="922055"/>
                  </a:cubicBezTo>
                  <a:cubicBezTo>
                    <a:pt x="3593858" y="1005553"/>
                    <a:pt x="3556704" y="1088280"/>
                    <a:pt x="3514853" y="1169078"/>
                  </a:cubicBezTo>
                  <a:cubicBezTo>
                    <a:pt x="3473616" y="1250166"/>
                    <a:pt x="3428194" y="1329517"/>
                    <a:pt x="3379198" y="1407037"/>
                  </a:cubicBezTo>
                  <a:cubicBezTo>
                    <a:pt x="3281106" y="1561980"/>
                    <a:pt x="3169132" y="1710174"/>
                    <a:pt x="3043787" y="1848342"/>
                  </a:cubicBezTo>
                  <a:cubicBezTo>
                    <a:pt x="2980806" y="1917184"/>
                    <a:pt x="2915071" y="1984001"/>
                    <a:pt x="2845661" y="2047444"/>
                  </a:cubicBezTo>
                  <a:cubicBezTo>
                    <a:pt x="2828411" y="2063450"/>
                    <a:pt x="2811060" y="2079263"/>
                    <a:pt x="2793197" y="2094689"/>
                  </a:cubicBezTo>
                  <a:cubicBezTo>
                    <a:pt x="2775436" y="2110213"/>
                    <a:pt x="2757982" y="2126025"/>
                    <a:pt x="2739710" y="2140969"/>
                  </a:cubicBezTo>
                  <a:cubicBezTo>
                    <a:pt x="2703576" y="2171341"/>
                    <a:pt x="2666524" y="2200749"/>
                    <a:pt x="2629166" y="2229867"/>
                  </a:cubicBezTo>
                  <a:cubicBezTo>
                    <a:pt x="2479015" y="2345569"/>
                    <a:pt x="2316821" y="2448061"/>
                    <a:pt x="2145952" y="2535994"/>
                  </a:cubicBezTo>
                  <a:cubicBezTo>
                    <a:pt x="1804312" y="2711957"/>
                    <a:pt x="1424600" y="2826982"/>
                    <a:pt x="1034987" y="2863910"/>
                  </a:cubicBezTo>
                  <a:cubicBezTo>
                    <a:pt x="937762" y="2873167"/>
                    <a:pt x="839720" y="2877096"/>
                    <a:pt x="741909" y="2875939"/>
                  </a:cubicBezTo>
                  <a:cubicBezTo>
                    <a:pt x="644097" y="2874782"/>
                    <a:pt x="546515" y="2868539"/>
                    <a:pt x="450208" y="2857451"/>
                  </a:cubicBezTo>
                  <a:cubicBezTo>
                    <a:pt x="305520" y="2840674"/>
                    <a:pt x="162095" y="2813810"/>
                    <a:pt x="22215" y="2775923"/>
                  </a:cubicBezTo>
                  <a:lnTo>
                    <a:pt x="0" y="2769256"/>
                  </a:lnTo>
                  <a:lnTo>
                    <a:pt x="0" y="2590612"/>
                  </a:lnTo>
                  <a:lnTo>
                    <a:pt x="199046" y="2627410"/>
                  </a:lnTo>
                  <a:cubicBezTo>
                    <a:pt x="288321" y="2639209"/>
                    <a:pt x="378197" y="2646537"/>
                    <a:pt x="468174" y="2649670"/>
                  </a:cubicBezTo>
                  <a:cubicBezTo>
                    <a:pt x="648333" y="2656805"/>
                    <a:pt x="826655" y="2647163"/>
                    <a:pt x="1003650" y="2622480"/>
                  </a:cubicBezTo>
                  <a:cubicBezTo>
                    <a:pt x="1091943" y="2609658"/>
                    <a:pt x="1179725" y="2593747"/>
                    <a:pt x="1266489" y="2573982"/>
                  </a:cubicBezTo>
                  <a:cubicBezTo>
                    <a:pt x="1353250" y="2553927"/>
                    <a:pt x="1439298" y="2531076"/>
                    <a:pt x="1524223" y="2504657"/>
                  </a:cubicBezTo>
                  <a:cubicBezTo>
                    <a:pt x="1609149" y="2478336"/>
                    <a:pt x="1693052" y="2448833"/>
                    <a:pt x="1775731" y="2416243"/>
                  </a:cubicBezTo>
                  <a:cubicBezTo>
                    <a:pt x="1858309" y="2383557"/>
                    <a:pt x="1939764" y="2347882"/>
                    <a:pt x="2019789" y="2309412"/>
                  </a:cubicBezTo>
                  <a:cubicBezTo>
                    <a:pt x="2179839" y="2232567"/>
                    <a:pt x="2334583" y="2144923"/>
                    <a:pt x="2482486" y="2046962"/>
                  </a:cubicBezTo>
                  <a:cubicBezTo>
                    <a:pt x="2519334" y="2022376"/>
                    <a:pt x="2556081" y="1997403"/>
                    <a:pt x="2591908" y="1971371"/>
                  </a:cubicBezTo>
                  <a:cubicBezTo>
                    <a:pt x="2610077" y="1958644"/>
                    <a:pt x="2627838" y="1945434"/>
                    <a:pt x="2645702" y="1932321"/>
                  </a:cubicBezTo>
                  <a:cubicBezTo>
                    <a:pt x="2663666" y="1919305"/>
                    <a:pt x="2681325" y="1905903"/>
                    <a:pt x="2698779" y="1892309"/>
                  </a:cubicBezTo>
                  <a:cubicBezTo>
                    <a:pt x="2768903" y="1838025"/>
                    <a:pt x="2837496" y="1781717"/>
                    <a:pt x="2903537" y="1722516"/>
                  </a:cubicBezTo>
                  <a:cubicBezTo>
                    <a:pt x="3035926" y="1604501"/>
                    <a:pt x="3158720" y="1475784"/>
                    <a:pt x="3269061" y="1337327"/>
                  </a:cubicBezTo>
                  <a:cubicBezTo>
                    <a:pt x="3324182" y="1268099"/>
                    <a:pt x="3376341" y="1196461"/>
                    <a:pt x="3424928" y="1122508"/>
                  </a:cubicBezTo>
                  <a:cubicBezTo>
                    <a:pt x="3472697" y="1048170"/>
                    <a:pt x="3517814" y="972000"/>
                    <a:pt x="3557622" y="893226"/>
                  </a:cubicBezTo>
                  <a:cubicBezTo>
                    <a:pt x="3567931" y="873654"/>
                    <a:pt x="3577526" y="853791"/>
                    <a:pt x="3587019" y="833929"/>
                  </a:cubicBezTo>
                  <a:lnTo>
                    <a:pt x="3601310" y="804040"/>
                  </a:lnTo>
                  <a:lnTo>
                    <a:pt x="3614885" y="773861"/>
                  </a:lnTo>
                  <a:cubicBezTo>
                    <a:pt x="3623766" y="753709"/>
                    <a:pt x="3632748" y="733559"/>
                    <a:pt x="3640812" y="713022"/>
                  </a:cubicBezTo>
                  <a:cubicBezTo>
                    <a:pt x="3648876" y="692485"/>
                    <a:pt x="3657756" y="672236"/>
                    <a:pt x="3665105" y="651506"/>
                  </a:cubicBezTo>
                  <a:cubicBezTo>
                    <a:pt x="3696544" y="569166"/>
                    <a:pt x="3723185" y="485089"/>
                    <a:pt x="3744110" y="399567"/>
                  </a:cubicBezTo>
                  <a:cubicBezTo>
                    <a:pt x="3765341" y="314238"/>
                    <a:pt x="3781392" y="227654"/>
                    <a:pt x="3792123" y="140444"/>
                  </a:cubicBezTo>
                  <a:close/>
                </a:path>
              </a:pathLst>
            </a:custGeom>
            <a:gradFill rotWithShape="0">
              <a:gsLst>
                <a:gs pos="2000">
                  <a:srgbClr val="ffffff">
                    <a:alpha val="10000"/>
                  </a:srgbClr>
                </a:gs>
                <a:gs pos="16000">
                  <a:srgbClr val="f19d19">
                    <a:alpha val="10000"/>
                  </a:srgbClr>
                </a:gs>
                <a:gs pos="85000">
                  <a:srgbClr val="1d9a78">
                    <a:alpha val="10000"/>
                  </a:srgbClr>
                </a:gs>
                <a:gs pos="100000">
                  <a:srgbClr val="ffffff">
                    <a:alpha val="10000"/>
                  </a:srgbClr>
                </a:gs>
              </a:gsLst>
              <a:lin ang="12000000"/>
            </a:gra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/>
          </p:style>
          <p:txBody>
            <a:bodyPr lIns="90000" rIns="90000" tIns="45000" bIns="45000" anchor="ctr">
              <a:noAutofit/>
            </a:bodyPr>
            <a:p>
              <a:pPr algn="ctr" defTabSz="914400">
                <a:lnSpc>
                  <a:spcPct val="100000"/>
                </a:lnSpc>
              </a:pPr>
              <a:endParaRPr b="0" lang="en-US" sz="1800" strike="noStrike" u="none">
                <a:solidFill>
                  <a:schemeClr val="lt1"/>
                </a:solidFill>
                <a:uFillTx/>
                <a:latin typeface="Calibri"/>
              </a:endParaRPr>
            </a:p>
          </p:txBody>
        </p:sp>
      </p:grpSp>
      <p:sp>
        <p:nvSpPr>
          <p:cNvPr id="565" name="PlaceHolder 2"/>
          <p:cNvSpPr>
            <a:spLocks noGrp="1"/>
          </p:cNvSpPr>
          <p:nvPr>
            <p:ph/>
          </p:nvPr>
        </p:nvSpPr>
        <p:spPr>
          <a:xfrm>
            <a:off x="1179360" y="3329640"/>
            <a:ext cx="9832320" cy="245628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t">
            <a:normAutofit/>
          </a:bodyPr>
          <a:p>
            <a:pPr marL="228600" indent="-228600" defTabSz="914400">
              <a:lnSpc>
                <a:spcPct val="90000"/>
              </a:lnSpc>
              <a:spcBef>
                <a:spcPts val="1001"/>
              </a:spcBef>
              <a:buClr>
                <a:srgbClr val="44546a"/>
              </a:buClr>
              <a:buFont typeface="Arial"/>
              <a:buChar char="•"/>
            </a:pPr>
            <a:r>
              <a:rPr b="0" lang="de-DE" sz="1800" strike="noStrike" u="none">
                <a:solidFill>
                  <a:schemeClr val="dk2"/>
                </a:solidFill>
                <a:uFillTx/>
                <a:latin typeface="Calibri"/>
              </a:rPr>
              <a:t>Erweitere das Template von AppComponent</a:t>
            </a:r>
            <a:endParaRPr b="0" lang="de-DE" sz="1800" strike="noStrike" u="none">
              <a:solidFill>
                <a:srgbClr val="000000"/>
              </a:solidFill>
              <a:uFillTx/>
              <a:latin typeface="Arial"/>
            </a:endParaRPr>
          </a:p>
          <a:p>
            <a:pPr lvl="1" marL="685800" indent="-228600" defTabSz="914400">
              <a:lnSpc>
                <a:spcPct val="90000"/>
              </a:lnSpc>
              <a:spcBef>
                <a:spcPts val="499"/>
              </a:spcBef>
              <a:buClr>
                <a:srgbClr val="44546a"/>
              </a:buClr>
              <a:buFont typeface="Arial"/>
              <a:buChar char="•"/>
            </a:pPr>
            <a:r>
              <a:rPr b="0" lang="de-DE" sz="1800" strike="noStrike" u="none">
                <a:solidFill>
                  <a:schemeClr val="dk2"/>
                </a:solidFill>
                <a:uFillTx/>
                <a:latin typeface="Calibri"/>
              </a:rPr>
              <a:t>Zeige eine Liste aller Customer an</a:t>
            </a:r>
            <a:endParaRPr b="0" lang="de-DE" sz="1800" strike="noStrike" u="none">
              <a:solidFill>
                <a:srgbClr val="000000"/>
              </a:solidFill>
              <a:uFillTx/>
              <a:latin typeface="Arial"/>
            </a:endParaRPr>
          </a:p>
          <a:p>
            <a:pPr indent="0" defTabSz="914400">
              <a:lnSpc>
                <a:spcPct val="90000"/>
              </a:lnSpc>
              <a:spcBef>
                <a:spcPts val="1001"/>
              </a:spcBef>
              <a:buNone/>
              <a:tabLst>
                <a:tab algn="l" pos="0"/>
              </a:tabLst>
            </a:pPr>
            <a:endParaRPr b="0" lang="de-DE" sz="1800" strike="noStrike" u="none">
              <a:solidFill>
                <a:srgbClr val="000000"/>
              </a:solidFill>
              <a:uFillTx/>
              <a:latin typeface="Arial"/>
            </a:endParaRPr>
          </a:p>
        </p:txBody>
      </p:sp>
      <p:grpSp>
        <p:nvGrpSpPr>
          <p:cNvPr id="566" name="Group 17">
            <a:extLst>
              <a:ext uri="{C183D7F6-B498-43B3-948B-1728B52AA6E4}">
                <adec:decorative xmlns:adec="http://schemas.microsoft.com/office/drawing/2017/decorative" val="1"/>
              </a:ext>
            </a:extLst>
          </p:cNvPr>
          <p:cNvGrpSpPr/>
          <p:nvPr/>
        </p:nvGrpSpPr>
        <p:grpSpPr>
          <a:xfrm>
            <a:off x="9828720" y="2979360"/>
            <a:ext cx="2367720" cy="3877560"/>
            <a:chOff x="9828720" y="2979360"/>
            <a:chExt cx="2367720" cy="3877560"/>
          </a:xfrm>
        </p:grpSpPr>
        <p:sp>
          <p:nvSpPr>
            <p:cNvPr id="567" name="Freeform: Shape 18">
              <a:extLs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/>
            <p:nvPr/>
          </p:nvSpPr>
          <p:spPr>
            <a:xfrm rot="5400000">
              <a:off x="9073800" y="3734280"/>
              <a:ext cx="3877560" cy="2367720"/>
            </a:xfrm>
            <a:custGeom>
              <a:avLst/>
              <a:gdLst>
                <a:gd name="textAreaLeft" fmla="*/ 0 w 3877560"/>
                <a:gd name="textAreaRight" fmla="*/ 3878640 w 3877560"/>
                <a:gd name="textAreaTop" fmla="*/ 0 h 2367720"/>
                <a:gd name="textAreaBottom" fmla="*/ 2368800 h 2367720"/>
              </a:gdLst>
              <a:ahLst/>
              <a:rect l="textAreaLeft" t="textAreaTop" r="textAreaRight" b="textAreaBottom"/>
              <a:pathLst>
                <a:path w="5324985" h="3251912">
                  <a:moveTo>
                    <a:pt x="0" y="0"/>
                  </a:moveTo>
                  <a:lnTo>
                    <a:pt x="36826" y="0"/>
                  </a:lnTo>
                  <a:lnTo>
                    <a:pt x="45003" y="152909"/>
                  </a:lnTo>
                  <a:cubicBezTo>
                    <a:pt x="50351" y="205154"/>
                    <a:pt x="58290" y="257123"/>
                    <a:pt x="68956" y="308600"/>
                  </a:cubicBezTo>
                  <a:cubicBezTo>
                    <a:pt x="91393" y="411324"/>
                    <a:pt x="123882" y="511847"/>
                    <a:pt x="167774" y="607968"/>
                  </a:cubicBezTo>
                  <a:cubicBezTo>
                    <a:pt x="178195" y="632173"/>
                    <a:pt x="190333" y="655798"/>
                    <a:pt x="201857" y="679539"/>
                  </a:cubicBezTo>
                  <a:cubicBezTo>
                    <a:pt x="214363" y="702933"/>
                    <a:pt x="226255" y="726557"/>
                    <a:pt x="239741" y="749488"/>
                  </a:cubicBezTo>
                  <a:cubicBezTo>
                    <a:pt x="265488" y="795812"/>
                    <a:pt x="294176" y="840746"/>
                    <a:pt x="323724" y="885101"/>
                  </a:cubicBezTo>
                  <a:cubicBezTo>
                    <a:pt x="353149" y="929572"/>
                    <a:pt x="384657" y="972885"/>
                    <a:pt x="416412" y="1016081"/>
                  </a:cubicBezTo>
                  <a:cubicBezTo>
                    <a:pt x="448655" y="1058931"/>
                    <a:pt x="482127" y="1101202"/>
                    <a:pt x="515719" y="1143356"/>
                  </a:cubicBezTo>
                  <a:cubicBezTo>
                    <a:pt x="583027" y="1227782"/>
                    <a:pt x="653402" y="1310470"/>
                    <a:pt x="722427" y="1395127"/>
                  </a:cubicBezTo>
                  <a:cubicBezTo>
                    <a:pt x="757123" y="1437282"/>
                    <a:pt x="791697" y="1479783"/>
                    <a:pt x="825780" y="1522749"/>
                  </a:cubicBezTo>
                  <a:cubicBezTo>
                    <a:pt x="859742" y="1565367"/>
                    <a:pt x="893457" y="1610649"/>
                    <a:pt x="926314" y="1651992"/>
                  </a:cubicBezTo>
                  <a:cubicBezTo>
                    <a:pt x="958927" y="1694379"/>
                    <a:pt x="993132" y="1735492"/>
                    <a:pt x="1026848" y="1776836"/>
                  </a:cubicBezTo>
                  <a:cubicBezTo>
                    <a:pt x="1061545" y="1817485"/>
                    <a:pt x="1095996" y="1858133"/>
                    <a:pt x="1131918" y="1897393"/>
                  </a:cubicBezTo>
                  <a:cubicBezTo>
                    <a:pt x="1203273" y="1976376"/>
                    <a:pt x="1277447" y="2052463"/>
                    <a:pt x="1354688" y="2124728"/>
                  </a:cubicBezTo>
                  <a:cubicBezTo>
                    <a:pt x="1509411" y="2268911"/>
                    <a:pt x="1676396" y="2397575"/>
                    <a:pt x="1855027" y="2504236"/>
                  </a:cubicBezTo>
                  <a:cubicBezTo>
                    <a:pt x="1944528" y="2557277"/>
                    <a:pt x="2036357" y="2605917"/>
                    <a:pt x="2131618" y="2646913"/>
                  </a:cubicBezTo>
                  <a:cubicBezTo>
                    <a:pt x="2226267" y="2689068"/>
                    <a:pt x="2323981" y="2724622"/>
                    <a:pt x="2423534" y="2754732"/>
                  </a:cubicBezTo>
                  <a:cubicBezTo>
                    <a:pt x="2523087" y="2784958"/>
                    <a:pt x="2624602" y="2809394"/>
                    <a:pt x="2727588" y="2829197"/>
                  </a:cubicBezTo>
                  <a:cubicBezTo>
                    <a:pt x="2830698" y="2848653"/>
                    <a:pt x="2935522" y="2861971"/>
                    <a:pt x="3041083" y="2870890"/>
                  </a:cubicBezTo>
                  <a:cubicBezTo>
                    <a:pt x="3146644" y="2879922"/>
                    <a:pt x="3253307" y="2883860"/>
                    <a:pt x="3360340" y="2883976"/>
                  </a:cubicBezTo>
                  <a:cubicBezTo>
                    <a:pt x="3387067" y="2883976"/>
                    <a:pt x="3414162" y="2884439"/>
                    <a:pt x="3439663" y="2883396"/>
                  </a:cubicBezTo>
                  <a:lnTo>
                    <a:pt x="3478529" y="2882471"/>
                  </a:lnTo>
                  <a:lnTo>
                    <a:pt x="3517271" y="2880616"/>
                  </a:lnTo>
                  <a:cubicBezTo>
                    <a:pt x="3568887" y="2878417"/>
                    <a:pt x="3620257" y="2873552"/>
                    <a:pt x="3671260" y="2867878"/>
                  </a:cubicBezTo>
                  <a:cubicBezTo>
                    <a:pt x="3875515" y="2844253"/>
                    <a:pt x="4074253" y="2792486"/>
                    <a:pt x="4265268" y="2716283"/>
                  </a:cubicBezTo>
                  <a:cubicBezTo>
                    <a:pt x="4361020" y="2678529"/>
                    <a:pt x="4454444" y="2633710"/>
                    <a:pt x="4546395" y="2584724"/>
                  </a:cubicBezTo>
                  <a:cubicBezTo>
                    <a:pt x="4638470" y="2535967"/>
                    <a:pt x="4728827" y="2481885"/>
                    <a:pt x="4817837" y="2424674"/>
                  </a:cubicBezTo>
                  <a:cubicBezTo>
                    <a:pt x="4906846" y="2367348"/>
                    <a:pt x="4994385" y="2306317"/>
                    <a:pt x="5081677" y="2243548"/>
                  </a:cubicBezTo>
                  <a:cubicBezTo>
                    <a:pt x="5125201" y="2212164"/>
                    <a:pt x="5168603" y="2179969"/>
                    <a:pt x="5211881" y="2147658"/>
                  </a:cubicBezTo>
                  <a:lnTo>
                    <a:pt x="5324985" y="2062128"/>
                  </a:lnTo>
                  <a:lnTo>
                    <a:pt x="5324985" y="2514993"/>
                  </a:lnTo>
                  <a:lnTo>
                    <a:pt x="5314867" y="2522881"/>
                  </a:lnTo>
                  <a:cubicBezTo>
                    <a:pt x="5225490" y="2591325"/>
                    <a:pt x="5133783" y="2658379"/>
                    <a:pt x="5038276" y="2722421"/>
                  </a:cubicBezTo>
                  <a:cubicBezTo>
                    <a:pt x="4942892" y="2786348"/>
                    <a:pt x="4844810" y="2848422"/>
                    <a:pt x="4741701" y="2904937"/>
                  </a:cubicBezTo>
                  <a:cubicBezTo>
                    <a:pt x="4638592" y="2961337"/>
                    <a:pt x="4531929" y="3013683"/>
                    <a:pt x="4420728" y="3058848"/>
                  </a:cubicBezTo>
                  <a:cubicBezTo>
                    <a:pt x="4199063" y="3150338"/>
                    <a:pt x="3959621" y="3211485"/>
                    <a:pt x="3717481" y="3237079"/>
                  </a:cubicBezTo>
                  <a:cubicBezTo>
                    <a:pt x="3656914" y="3243101"/>
                    <a:pt x="3596227" y="3247966"/>
                    <a:pt x="3535661" y="3249934"/>
                  </a:cubicBezTo>
                  <a:lnTo>
                    <a:pt x="3490175" y="3251555"/>
                  </a:lnTo>
                  <a:lnTo>
                    <a:pt x="3444813" y="3251787"/>
                  </a:lnTo>
                  <a:cubicBezTo>
                    <a:pt x="3414162" y="3252250"/>
                    <a:pt x="3385105" y="3251324"/>
                    <a:pt x="3355681" y="3250745"/>
                  </a:cubicBezTo>
                  <a:cubicBezTo>
                    <a:pt x="3296954" y="3250050"/>
                    <a:pt x="3237860" y="3246692"/>
                    <a:pt x="3179011" y="3243795"/>
                  </a:cubicBezTo>
                  <a:cubicBezTo>
                    <a:pt x="3120039" y="3239164"/>
                    <a:pt x="3061067" y="3234878"/>
                    <a:pt x="3002217" y="3227814"/>
                  </a:cubicBezTo>
                  <a:cubicBezTo>
                    <a:pt x="2884397" y="3214496"/>
                    <a:pt x="2766699" y="3196314"/>
                    <a:pt x="2650103" y="3170836"/>
                  </a:cubicBezTo>
                  <a:cubicBezTo>
                    <a:pt x="2533510" y="3145358"/>
                    <a:pt x="2418263" y="3112583"/>
                    <a:pt x="2305836" y="3072514"/>
                  </a:cubicBezTo>
                  <a:cubicBezTo>
                    <a:pt x="2193410" y="3032328"/>
                    <a:pt x="2083926" y="2984383"/>
                    <a:pt x="1978611" y="2929952"/>
                  </a:cubicBezTo>
                  <a:cubicBezTo>
                    <a:pt x="1873663" y="2874711"/>
                    <a:pt x="1772884" y="2812985"/>
                    <a:pt x="1678235" y="2744424"/>
                  </a:cubicBezTo>
                  <a:cubicBezTo>
                    <a:pt x="1488201" y="2608001"/>
                    <a:pt x="1321708" y="2448068"/>
                    <a:pt x="1175688" y="2277018"/>
                  </a:cubicBezTo>
                  <a:cubicBezTo>
                    <a:pt x="1102985" y="2191086"/>
                    <a:pt x="1035309" y="2102377"/>
                    <a:pt x="971310" y="2012044"/>
                  </a:cubicBezTo>
                  <a:cubicBezTo>
                    <a:pt x="907188" y="1921714"/>
                    <a:pt x="847358" y="1829413"/>
                    <a:pt x="790717" y="1735723"/>
                  </a:cubicBezTo>
                  <a:cubicBezTo>
                    <a:pt x="761782" y="1688357"/>
                    <a:pt x="735300" y="1644002"/>
                    <a:pt x="706488" y="1598604"/>
                  </a:cubicBezTo>
                  <a:cubicBezTo>
                    <a:pt x="677922" y="1553555"/>
                    <a:pt x="648866" y="1508505"/>
                    <a:pt x="618951" y="1463802"/>
                  </a:cubicBezTo>
                  <a:lnTo>
                    <a:pt x="436273" y="1195355"/>
                  </a:lnTo>
                  <a:cubicBezTo>
                    <a:pt x="405990" y="1150189"/>
                    <a:pt x="376075" y="1104792"/>
                    <a:pt x="346896" y="1058816"/>
                  </a:cubicBezTo>
                  <a:cubicBezTo>
                    <a:pt x="317716" y="1012838"/>
                    <a:pt x="288782" y="966747"/>
                    <a:pt x="261809" y="919264"/>
                  </a:cubicBezTo>
                  <a:cubicBezTo>
                    <a:pt x="207742" y="824764"/>
                    <a:pt x="158088" y="727485"/>
                    <a:pt x="118487" y="626498"/>
                  </a:cubicBezTo>
                  <a:cubicBezTo>
                    <a:pt x="78151" y="525859"/>
                    <a:pt x="48237" y="421515"/>
                    <a:pt x="28130" y="315781"/>
                  </a:cubicBezTo>
                  <a:cubicBezTo>
                    <a:pt x="18506" y="262914"/>
                    <a:pt x="11425" y="209642"/>
                    <a:pt x="6751" y="156195"/>
                  </a:cubicBezTo>
                  <a:close/>
                </a:path>
              </a:pathLst>
            </a:custGeom>
            <a:gradFill rotWithShape="0">
              <a:gsLst>
                <a:gs pos="2000">
                  <a:srgbClr val="ffffff">
                    <a:alpha val="10000"/>
                  </a:srgbClr>
                </a:gs>
                <a:gs pos="16000">
                  <a:srgbClr val="f19d19">
                    <a:alpha val="10000"/>
                  </a:srgbClr>
                </a:gs>
                <a:gs pos="85000">
                  <a:srgbClr val="1d9a78">
                    <a:alpha val="10000"/>
                  </a:srgbClr>
                </a:gs>
                <a:gs pos="100000">
                  <a:srgbClr val="ffffff">
                    <a:alpha val="10000"/>
                  </a:srgbClr>
                </a:gs>
              </a:gsLst>
              <a:lin ang="12000000"/>
            </a:gra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/>
          </p:style>
          <p:txBody>
            <a:bodyPr lIns="90000" rIns="90000" tIns="45000" bIns="45000" anchor="ctr">
              <a:noAutofit/>
            </a:bodyPr>
            <a:p>
              <a:pPr algn="ctr" defTabSz="914400">
                <a:lnSpc>
                  <a:spcPct val="100000"/>
                </a:lnSpc>
              </a:pPr>
              <a:endParaRPr b="0" lang="en-US" sz="1800" strike="noStrike" u="none">
                <a:solidFill>
                  <a:schemeClr val="lt1"/>
                </a:solidFill>
                <a:uFillTx/>
                <a:latin typeface="Calibri"/>
              </a:endParaRPr>
            </a:p>
          </p:txBody>
        </p:sp>
        <p:sp>
          <p:nvSpPr>
            <p:cNvPr id="568" name="Freeform: Shape 19">
              <a:extLs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/>
            <p:nvPr/>
          </p:nvSpPr>
          <p:spPr>
            <a:xfrm rot="5400000">
              <a:off x="9190440" y="3850920"/>
              <a:ext cx="3841560" cy="2170080"/>
            </a:xfrm>
            <a:custGeom>
              <a:avLst/>
              <a:gdLst>
                <a:gd name="textAreaLeft" fmla="*/ 0 w 3841560"/>
                <a:gd name="textAreaRight" fmla="*/ 3842640 w 3841560"/>
                <a:gd name="textAreaTop" fmla="*/ 0 h 2170080"/>
                <a:gd name="textAreaBottom" fmla="*/ 2171160 h 2170080"/>
              </a:gdLst>
              <a:ahLst/>
              <a:rect l="textAreaLeft" t="textAreaTop" r="textAreaRight" b="textAreaBottom"/>
              <a:pathLst>
                <a:path w="5275533" h="2980757">
                  <a:moveTo>
                    <a:pt x="0" y="0"/>
                  </a:moveTo>
                  <a:lnTo>
                    <a:pt x="201166" y="0"/>
                  </a:lnTo>
                  <a:lnTo>
                    <a:pt x="206734" y="89286"/>
                  </a:lnTo>
                  <a:cubicBezTo>
                    <a:pt x="212220" y="135755"/>
                    <a:pt x="220465" y="181731"/>
                    <a:pt x="232051" y="226897"/>
                  </a:cubicBezTo>
                  <a:cubicBezTo>
                    <a:pt x="254855" y="317344"/>
                    <a:pt x="290287" y="403854"/>
                    <a:pt x="332707" y="487120"/>
                  </a:cubicBezTo>
                  <a:cubicBezTo>
                    <a:pt x="354163" y="528696"/>
                    <a:pt x="377948" y="569461"/>
                    <a:pt x="402959" y="609647"/>
                  </a:cubicBezTo>
                  <a:cubicBezTo>
                    <a:pt x="428337" y="649717"/>
                    <a:pt x="455433" y="689209"/>
                    <a:pt x="483631" y="728236"/>
                  </a:cubicBezTo>
                  <a:cubicBezTo>
                    <a:pt x="540764" y="806061"/>
                    <a:pt x="604271" y="881569"/>
                    <a:pt x="669986" y="957424"/>
                  </a:cubicBezTo>
                  <a:cubicBezTo>
                    <a:pt x="735701" y="1033395"/>
                    <a:pt x="804359" y="1109366"/>
                    <a:pt x="871667" y="1188348"/>
                  </a:cubicBezTo>
                  <a:cubicBezTo>
                    <a:pt x="905383" y="1227723"/>
                    <a:pt x="938731" y="1268025"/>
                    <a:pt x="971956" y="1308905"/>
                  </a:cubicBezTo>
                  <a:lnTo>
                    <a:pt x="1020139" y="1368084"/>
                  </a:lnTo>
                  <a:cubicBezTo>
                    <a:pt x="1035954" y="1386962"/>
                    <a:pt x="1051035" y="1406302"/>
                    <a:pt x="1067340" y="1424715"/>
                  </a:cubicBezTo>
                  <a:cubicBezTo>
                    <a:pt x="1194602" y="1574573"/>
                    <a:pt x="1332652" y="1712503"/>
                    <a:pt x="1472909" y="1843252"/>
                  </a:cubicBezTo>
                  <a:cubicBezTo>
                    <a:pt x="1543406" y="1908337"/>
                    <a:pt x="1615128" y="1971221"/>
                    <a:pt x="1688567" y="2031559"/>
                  </a:cubicBezTo>
                  <a:cubicBezTo>
                    <a:pt x="1762006" y="2091895"/>
                    <a:pt x="1836793" y="2150263"/>
                    <a:pt x="1914401" y="2205156"/>
                  </a:cubicBezTo>
                  <a:cubicBezTo>
                    <a:pt x="2069003" y="2315176"/>
                    <a:pt x="2235742" y="2413498"/>
                    <a:pt x="2418909" y="2479741"/>
                  </a:cubicBezTo>
                  <a:cubicBezTo>
                    <a:pt x="2510249" y="2512863"/>
                    <a:pt x="2604898" y="2538225"/>
                    <a:pt x="2701141" y="2557333"/>
                  </a:cubicBezTo>
                  <a:cubicBezTo>
                    <a:pt x="2725293" y="2561850"/>
                    <a:pt x="2749201" y="2567062"/>
                    <a:pt x="2773475" y="2570999"/>
                  </a:cubicBezTo>
                  <a:lnTo>
                    <a:pt x="2846424" y="2582465"/>
                  </a:lnTo>
                  <a:cubicBezTo>
                    <a:pt x="2895343" y="2588602"/>
                    <a:pt x="2944261" y="2595088"/>
                    <a:pt x="2993669" y="2598909"/>
                  </a:cubicBezTo>
                  <a:cubicBezTo>
                    <a:pt x="3018313" y="2601110"/>
                    <a:pt x="3042956" y="2603195"/>
                    <a:pt x="3067721" y="2604237"/>
                  </a:cubicBezTo>
                  <a:cubicBezTo>
                    <a:pt x="3092487" y="2605394"/>
                    <a:pt x="3117130" y="2607247"/>
                    <a:pt x="3142019" y="2607943"/>
                  </a:cubicBezTo>
                  <a:lnTo>
                    <a:pt x="3216561" y="2609564"/>
                  </a:lnTo>
                  <a:cubicBezTo>
                    <a:pt x="3241326" y="2610142"/>
                    <a:pt x="3266337" y="2609333"/>
                    <a:pt x="3291225" y="2609217"/>
                  </a:cubicBezTo>
                  <a:lnTo>
                    <a:pt x="3328619" y="2608869"/>
                  </a:lnTo>
                  <a:cubicBezTo>
                    <a:pt x="3340757" y="2608522"/>
                    <a:pt x="3352649" y="2607827"/>
                    <a:pt x="3364665" y="2607363"/>
                  </a:cubicBezTo>
                  <a:cubicBezTo>
                    <a:pt x="3376679" y="2606784"/>
                    <a:pt x="3388695" y="2606438"/>
                    <a:pt x="3400587" y="2605627"/>
                  </a:cubicBezTo>
                  <a:lnTo>
                    <a:pt x="3436387" y="2602847"/>
                  </a:lnTo>
                  <a:cubicBezTo>
                    <a:pt x="3484079" y="2599257"/>
                    <a:pt x="3531404" y="2593235"/>
                    <a:pt x="3578361" y="2586286"/>
                  </a:cubicBezTo>
                  <a:cubicBezTo>
                    <a:pt x="3766310" y="2556871"/>
                    <a:pt x="3947025" y="2499314"/>
                    <a:pt x="4119159" y="2418594"/>
                  </a:cubicBezTo>
                  <a:cubicBezTo>
                    <a:pt x="4291907" y="2338801"/>
                    <a:pt x="4456317" y="2236657"/>
                    <a:pt x="4618765" y="2124668"/>
                  </a:cubicBezTo>
                  <a:cubicBezTo>
                    <a:pt x="4659346" y="2096759"/>
                    <a:pt x="4699682" y="2067575"/>
                    <a:pt x="4739895" y="2038275"/>
                  </a:cubicBezTo>
                  <a:cubicBezTo>
                    <a:pt x="4780355" y="2008976"/>
                    <a:pt x="4820691" y="1979212"/>
                    <a:pt x="4861027" y="1948986"/>
                  </a:cubicBezTo>
                  <a:lnTo>
                    <a:pt x="5106354" y="1763690"/>
                  </a:lnTo>
                  <a:lnTo>
                    <a:pt x="5275533" y="1641017"/>
                  </a:lnTo>
                  <a:lnTo>
                    <a:pt x="5275533" y="2257481"/>
                  </a:lnTo>
                  <a:lnTo>
                    <a:pt x="5168881" y="2332084"/>
                  </a:lnTo>
                  <a:cubicBezTo>
                    <a:pt x="5125235" y="2362079"/>
                    <a:pt x="5081099" y="2391958"/>
                    <a:pt x="5036225" y="2421489"/>
                  </a:cubicBezTo>
                  <a:cubicBezTo>
                    <a:pt x="4991231" y="2450790"/>
                    <a:pt x="4945867" y="2479857"/>
                    <a:pt x="4899401" y="2508347"/>
                  </a:cubicBezTo>
                  <a:cubicBezTo>
                    <a:pt x="4806959" y="2565440"/>
                    <a:pt x="4711574" y="2620798"/>
                    <a:pt x="4612145" y="2671407"/>
                  </a:cubicBezTo>
                  <a:cubicBezTo>
                    <a:pt x="4512836" y="2722247"/>
                    <a:pt x="4410095" y="2769496"/>
                    <a:pt x="4303187" y="2810030"/>
                  </a:cubicBezTo>
                  <a:cubicBezTo>
                    <a:pt x="4090349" y="2892256"/>
                    <a:pt x="3861694" y="2947728"/>
                    <a:pt x="3630835" y="2969500"/>
                  </a:cubicBezTo>
                  <a:cubicBezTo>
                    <a:pt x="3573089" y="2974712"/>
                    <a:pt x="3515343" y="2978649"/>
                    <a:pt x="3457719" y="2979808"/>
                  </a:cubicBezTo>
                  <a:lnTo>
                    <a:pt x="3414441" y="2980733"/>
                  </a:lnTo>
                  <a:cubicBezTo>
                    <a:pt x="3400097" y="2980850"/>
                    <a:pt x="3385630" y="2980502"/>
                    <a:pt x="3371285" y="2980502"/>
                  </a:cubicBezTo>
                  <a:lnTo>
                    <a:pt x="3328252" y="2980039"/>
                  </a:lnTo>
                  <a:lnTo>
                    <a:pt x="3286445" y="2978534"/>
                  </a:lnTo>
                  <a:cubicBezTo>
                    <a:pt x="3175121" y="2975174"/>
                    <a:pt x="3063553" y="2966837"/>
                    <a:pt x="2952475" y="2953402"/>
                  </a:cubicBezTo>
                  <a:cubicBezTo>
                    <a:pt x="2841275" y="2940664"/>
                    <a:pt x="2730319" y="2922365"/>
                    <a:pt x="2620591" y="2898046"/>
                  </a:cubicBezTo>
                  <a:cubicBezTo>
                    <a:pt x="2510984" y="2873494"/>
                    <a:pt x="2402235" y="2844426"/>
                    <a:pt x="2294591" y="2811305"/>
                  </a:cubicBezTo>
                  <a:cubicBezTo>
                    <a:pt x="2079669" y="2744483"/>
                    <a:pt x="1867198" y="2661331"/>
                    <a:pt x="1670544" y="2550501"/>
                  </a:cubicBezTo>
                  <a:cubicBezTo>
                    <a:pt x="1473767" y="2439903"/>
                    <a:pt x="1298079" y="2299657"/>
                    <a:pt x="1144703" y="2144472"/>
                  </a:cubicBezTo>
                  <a:cubicBezTo>
                    <a:pt x="1067586" y="2066996"/>
                    <a:pt x="997458" y="1984539"/>
                    <a:pt x="931497" y="1900114"/>
                  </a:cubicBezTo>
                  <a:cubicBezTo>
                    <a:pt x="865906" y="1815342"/>
                    <a:pt x="803500" y="1729295"/>
                    <a:pt x="745265" y="1641395"/>
                  </a:cubicBezTo>
                  <a:cubicBezTo>
                    <a:pt x="730307" y="1619623"/>
                    <a:pt x="716207" y="1597503"/>
                    <a:pt x="701741" y="1575500"/>
                  </a:cubicBezTo>
                  <a:lnTo>
                    <a:pt x="660178" y="1511573"/>
                  </a:lnTo>
                  <a:cubicBezTo>
                    <a:pt x="633574" y="1470229"/>
                    <a:pt x="605989" y="1429232"/>
                    <a:pt x="578158" y="1387656"/>
                  </a:cubicBezTo>
                  <a:lnTo>
                    <a:pt x="408230" y="1134497"/>
                  </a:lnTo>
                  <a:cubicBezTo>
                    <a:pt x="351220" y="1048219"/>
                    <a:pt x="294945" y="959392"/>
                    <a:pt x="242349" y="866860"/>
                  </a:cubicBezTo>
                  <a:cubicBezTo>
                    <a:pt x="216112" y="820536"/>
                    <a:pt x="190734" y="773402"/>
                    <a:pt x="167562" y="724994"/>
                  </a:cubicBezTo>
                  <a:cubicBezTo>
                    <a:pt x="144513" y="676469"/>
                    <a:pt x="123057" y="627019"/>
                    <a:pt x="104054" y="576525"/>
                  </a:cubicBezTo>
                  <a:cubicBezTo>
                    <a:pt x="85418" y="525917"/>
                    <a:pt x="68867" y="474613"/>
                    <a:pt x="55381" y="422499"/>
                  </a:cubicBezTo>
                  <a:cubicBezTo>
                    <a:pt x="49006" y="396442"/>
                    <a:pt x="42508" y="370269"/>
                    <a:pt x="37236" y="343980"/>
                  </a:cubicBezTo>
                  <a:lnTo>
                    <a:pt x="29267" y="304604"/>
                  </a:lnTo>
                  <a:lnTo>
                    <a:pt x="22646" y="265113"/>
                  </a:lnTo>
                  <a:cubicBezTo>
                    <a:pt x="14003" y="212420"/>
                    <a:pt x="7872" y="159582"/>
                    <a:pt x="3903" y="106787"/>
                  </a:cubicBezTo>
                  <a:close/>
                </a:path>
              </a:pathLst>
            </a:custGeom>
            <a:gradFill rotWithShape="0">
              <a:gsLst>
                <a:gs pos="2000">
                  <a:srgbClr val="ffffff">
                    <a:alpha val="10000"/>
                  </a:srgbClr>
                </a:gs>
                <a:gs pos="16000">
                  <a:srgbClr val="f19d19">
                    <a:alpha val="10000"/>
                  </a:srgbClr>
                </a:gs>
                <a:gs pos="85000">
                  <a:srgbClr val="1d9a78">
                    <a:alpha val="10000"/>
                  </a:srgbClr>
                </a:gs>
                <a:gs pos="100000">
                  <a:srgbClr val="ffffff">
                    <a:alpha val="10000"/>
                  </a:srgbClr>
                </a:gs>
              </a:gsLst>
              <a:lin ang="12000000"/>
            </a:gra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/>
          </p:style>
          <p:txBody>
            <a:bodyPr lIns="90000" rIns="90000" tIns="45000" bIns="45000" anchor="ctr">
              <a:noAutofit/>
            </a:bodyPr>
            <a:p>
              <a:pPr algn="ctr" defTabSz="914400">
                <a:lnSpc>
                  <a:spcPct val="100000"/>
                </a:lnSpc>
              </a:pPr>
              <a:endParaRPr b="0" lang="en-US" sz="1800" strike="noStrike" u="none">
                <a:solidFill>
                  <a:schemeClr val="lt1"/>
                </a:solidFill>
                <a:uFillTx/>
                <a:latin typeface="Calibri"/>
              </a:endParaRPr>
            </a:p>
          </p:txBody>
        </p:sp>
        <p:sp>
          <p:nvSpPr>
            <p:cNvPr id="569" name="Freeform: Shape 20">
              <a:extLs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/>
            <p:nvPr/>
          </p:nvSpPr>
          <p:spPr>
            <a:xfrm rot="5400000">
              <a:off x="9211680" y="3872160"/>
              <a:ext cx="3837960" cy="2131560"/>
            </a:xfrm>
            <a:custGeom>
              <a:avLst/>
              <a:gdLst>
                <a:gd name="textAreaLeft" fmla="*/ 0 w 3837960"/>
                <a:gd name="textAreaRight" fmla="*/ 3839040 w 3837960"/>
                <a:gd name="textAreaTop" fmla="*/ 0 h 2131560"/>
                <a:gd name="textAreaBottom" fmla="*/ 2132640 h 2131560"/>
              </a:gdLst>
              <a:ahLst/>
              <a:rect l="textAreaLeft" t="textAreaTop" r="textAreaRight" b="textAreaBottom"/>
              <a:pathLst>
                <a:path w="5270786" h="2927775">
                  <a:moveTo>
                    <a:pt x="0" y="0"/>
                  </a:moveTo>
                  <a:lnTo>
                    <a:pt x="613805" y="0"/>
                  </a:lnTo>
                  <a:lnTo>
                    <a:pt x="618487" y="85404"/>
                  </a:lnTo>
                  <a:cubicBezTo>
                    <a:pt x="650052" y="360109"/>
                    <a:pt x="792650" y="556543"/>
                    <a:pt x="1054084" y="895200"/>
                  </a:cubicBezTo>
                  <a:cubicBezTo>
                    <a:pt x="1126174" y="988542"/>
                    <a:pt x="1200716" y="1085128"/>
                    <a:pt x="1276976" y="1191325"/>
                  </a:cubicBezTo>
                  <a:cubicBezTo>
                    <a:pt x="1859704" y="2002688"/>
                    <a:pt x="2485223" y="2348843"/>
                    <a:pt x="3368450" y="2348843"/>
                  </a:cubicBezTo>
                  <a:cubicBezTo>
                    <a:pt x="3948114" y="2348843"/>
                    <a:pt x="4373422" y="2066846"/>
                    <a:pt x="4956151" y="1636730"/>
                  </a:cubicBezTo>
                  <a:cubicBezTo>
                    <a:pt x="5021253" y="1588668"/>
                    <a:pt x="5086356" y="1541186"/>
                    <a:pt x="5149372" y="1495325"/>
                  </a:cubicBezTo>
                  <a:lnTo>
                    <a:pt x="5270786" y="1406110"/>
                  </a:lnTo>
                  <a:lnTo>
                    <a:pt x="5270786" y="2138641"/>
                  </a:lnTo>
                  <a:lnTo>
                    <a:pt x="5112925" y="2253730"/>
                  </a:lnTo>
                  <a:cubicBezTo>
                    <a:pt x="4598179" y="2621786"/>
                    <a:pt x="4074961" y="2927775"/>
                    <a:pt x="3368327" y="2927775"/>
                  </a:cubicBezTo>
                  <a:cubicBezTo>
                    <a:pt x="2170746" y="2927775"/>
                    <a:pt x="1393203" y="2384512"/>
                    <a:pt x="769646" y="1516288"/>
                  </a:cubicBezTo>
                  <a:cubicBezTo>
                    <a:pt x="418850" y="1027932"/>
                    <a:pt x="48120" y="683401"/>
                    <a:pt x="3149" y="85252"/>
                  </a:cubicBezTo>
                  <a:close/>
                </a:path>
              </a:pathLst>
            </a:custGeom>
            <a:gradFill rotWithShape="0">
              <a:gsLst>
                <a:gs pos="2000">
                  <a:srgbClr val="ffffff">
                    <a:alpha val="10000"/>
                  </a:srgbClr>
                </a:gs>
                <a:gs pos="16000">
                  <a:srgbClr val="f19d19">
                    <a:alpha val="10000"/>
                  </a:srgbClr>
                </a:gs>
                <a:gs pos="85000">
                  <a:srgbClr val="1d9a78">
                    <a:alpha val="10000"/>
                  </a:srgbClr>
                </a:gs>
                <a:gs pos="100000">
                  <a:srgbClr val="ffffff">
                    <a:alpha val="10000"/>
                  </a:srgbClr>
                </a:gs>
              </a:gsLst>
              <a:lin ang="12000000"/>
            </a:gra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/>
          </p:style>
          <p:txBody>
            <a:bodyPr lIns="90000" rIns="90000" tIns="45000" bIns="45000" anchor="ctr">
              <a:noAutofit/>
            </a:bodyPr>
            <a:p>
              <a:pPr algn="ctr" defTabSz="914400">
                <a:lnSpc>
                  <a:spcPct val="100000"/>
                </a:lnSpc>
              </a:pPr>
              <a:endParaRPr b="0" lang="en-US" sz="1800" strike="noStrike" u="none">
                <a:solidFill>
                  <a:schemeClr val="lt1"/>
                </a:solidFill>
                <a:uFillTx/>
                <a:latin typeface="Calibri"/>
              </a:endParaRPr>
            </a:p>
          </p:txBody>
        </p:sp>
        <p:sp>
          <p:nvSpPr>
            <p:cNvPr id="570" name="Freeform: Shape 21">
              <a:extLs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/>
            <p:nvPr/>
          </p:nvSpPr>
          <p:spPr>
            <a:xfrm rot="5400000">
              <a:off x="9211680" y="3872160"/>
              <a:ext cx="3837960" cy="2131560"/>
            </a:xfrm>
            <a:custGeom>
              <a:avLst/>
              <a:gdLst>
                <a:gd name="textAreaLeft" fmla="*/ 0 w 3837960"/>
                <a:gd name="textAreaRight" fmla="*/ 3839040 w 3837960"/>
                <a:gd name="textAreaTop" fmla="*/ 0 h 2131560"/>
                <a:gd name="textAreaBottom" fmla="*/ 2132640 h 2131560"/>
              </a:gdLst>
              <a:ahLst/>
              <a:rect l="textAreaLeft" t="textAreaTop" r="textAreaRight" b="textAreaBottom"/>
              <a:pathLst>
                <a:path w="5270786" h="2927775">
                  <a:moveTo>
                    <a:pt x="0" y="0"/>
                  </a:moveTo>
                  <a:lnTo>
                    <a:pt x="736294" y="0"/>
                  </a:lnTo>
                  <a:lnTo>
                    <a:pt x="740298" y="72745"/>
                  </a:lnTo>
                  <a:cubicBezTo>
                    <a:pt x="768839" y="319371"/>
                    <a:pt x="898885" y="497858"/>
                    <a:pt x="1153024" y="826989"/>
                  </a:cubicBezTo>
                  <a:cubicBezTo>
                    <a:pt x="1225727" y="921142"/>
                    <a:pt x="1300882" y="1018537"/>
                    <a:pt x="1378368" y="1126356"/>
                  </a:cubicBezTo>
                  <a:cubicBezTo>
                    <a:pt x="1652384" y="1507833"/>
                    <a:pt x="1933512" y="1779060"/>
                    <a:pt x="2238056" y="1955322"/>
                  </a:cubicBezTo>
                  <a:cubicBezTo>
                    <a:pt x="2560868" y="2142238"/>
                    <a:pt x="2930637" y="2233033"/>
                    <a:pt x="3368327" y="2233033"/>
                  </a:cubicBezTo>
                  <a:cubicBezTo>
                    <a:pt x="3616720" y="2233033"/>
                    <a:pt x="3847703" y="2176866"/>
                    <a:pt x="4095360" y="2056192"/>
                  </a:cubicBezTo>
                  <a:cubicBezTo>
                    <a:pt x="4349636" y="1932276"/>
                    <a:pt x="4601340" y="1751613"/>
                    <a:pt x="4880506" y="1545587"/>
                  </a:cubicBezTo>
                  <a:cubicBezTo>
                    <a:pt x="4945974" y="1497295"/>
                    <a:pt x="5011199" y="1449697"/>
                    <a:pt x="5074340" y="1403721"/>
                  </a:cubicBezTo>
                  <a:lnTo>
                    <a:pt x="5270786" y="1259367"/>
                  </a:lnTo>
                  <a:lnTo>
                    <a:pt x="5270786" y="2138641"/>
                  </a:lnTo>
                  <a:lnTo>
                    <a:pt x="5112925" y="2253730"/>
                  </a:lnTo>
                  <a:cubicBezTo>
                    <a:pt x="4598179" y="2621786"/>
                    <a:pt x="4074961" y="2927775"/>
                    <a:pt x="3368327" y="2927775"/>
                  </a:cubicBezTo>
                  <a:cubicBezTo>
                    <a:pt x="2170746" y="2927775"/>
                    <a:pt x="1393203" y="2384512"/>
                    <a:pt x="769646" y="1516288"/>
                  </a:cubicBezTo>
                  <a:cubicBezTo>
                    <a:pt x="418850" y="1027932"/>
                    <a:pt x="48120" y="683401"/>
                    <a:pt x="3149" y="85252"/>
                  </a:cubicBezTo>
                  <a:close/>
                </a:path>
              </a:pathLst>
            </a:custGeom>
            <a:gradFill rotWithShape="0">
              <a:gsLst>
                <a:gs pos="2000">
                  <a:srgbClr val="ffffff">
                    <a:alpha val="10000"/>
                  </a:srgbClr>
                </a:gs>
                <a:gs pos="16000">
                  <a:srgbClr val="f19d19">
                    <a:alpha val="10000"/>
                  </a:srgbClr>
                </a:gs>
                <a:gs pos="85000">
                  <a:srgbClr val="1d9a78">
                    <a:alpha val="10000"/>
                  </a:srgbClr>
                </a:gs>
                <a:gs pos="100000">
                  <a:srgbClr val="ffffff">
                    <a:alpha val="10000"/>
                  </a:srgbClr>
                </a:gs>
              </a:gsLst>
              <a:lin ang="12000000"/>
            </a:gra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/>
          </p:style>
          <p:txBody>
            <a:bodyPr lIns="90000" rIns="90000" tIns="45000" bIns="45000" anchor="ctr">
              <a:noAutofit/>
            </a:bodyPr>
            <a:p>
              <a:pPr algn="ctr" defTabSz="914400">
                <a:lnSpc>
                  <a:spcPct val="100000"/>
                </a:lnSpc>
              </a:pPr>
              <a:endParaRPr b="0" lang="en-US" sz="1800" strike="noStrike" u="none">
                <a:solidFill>
                  <a:schemeClr val="lt1"/>
                </a:solidFill>
                <a:uFillTx/>
                <a:latin typeface="Calibri"/>
              </a:endParaRPr>
            </a:p>
          </p:txBody>
        </p:sp>
      </p:grp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112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bg>
      <p:bgPr>
        <a:solidFill>
          <a:schemeClr val="lt1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 useBgFill="1">
        <p:nvSpPr>
          <p:cNvPr id="571" name="Rectangle 18">
            <a:extLst>
              <a:ext uri="{C183D7F6-B498-43B3-948B-1728B52AA6E4}">
                <adec:decorative xmlns:adec="http://schemas.microsoft.com/office/drawing/2017/decorative" val="1"/>
              </a:ext>
            </a:extLst>
          </p:cNvPr>
          <p:cNvSpPr/>
          <p:nvPr/>
        </p:nvSpPr>
        <p:spPr>
          <a:xfrm>
            <a:off x="0" y="0"/>
            <a:ext cx="12187800" cy="6856920"/>
          </a:xfrm>
          <a:prstGeom prst="rect">
            <a:avLst/>
          </a:prstGeom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 algn="ctr" defTabSz="914400">
              <a:lnSpc>
                <a:spcPct val="100000"/>
              </a:lnSpc>
            </a:pPr>
            <a:endParaRPr b="0" lang="en-US" sz="1800" strike="noStrike" u="none">
              <a:solidFill>
                <a:schemeClr val="lt1"/>
              </a:solidFill>
              <a:uFillTx/>
              <a:latin typeface="Calibri"/>
            </a:endParaRPr>
          </a:p>
        </p:txBody>
      </p:sp>
      <p:pic>
        <p:nvPicPr>
          <p:cNvPr id="572" name="Picture 9" descr="Toy plastic numbers"/>
          <p:cNvPicPr/>
          <p:nvPr/>
        </p:nvPicPr>
        <p:blipFill>
          <a:blip r:embed="rId1"/>
          <a:srcRect l="0" t="10128" r="0" b="5604"/>
          <a:stretch/>
        </p:blipFill>
        <p:spPr>
          <a:xfrm>
            <a:off x="-2880" y="0"/>
            <a:ext cx="12191040" cy="6856920"/>
          </a:xfrm>
          <a:prstGeom prst="rect">
            <a:avLst/>
          </a:prstGeom>
          <a:noFill/>
          <a:ln w="0">
            <a:noFill/>
          </a:ln>
        </p:spPr>
      </p:pic>
      <p:sp>
        <p:nvSpPr>
          <p:cNvPr id="573" name="Rectangle 20">
            <a:extLst>
              <a:ext uri="{C183D7F6-B498-43B3-948B-1728B52AA6E4}">
                <adec:decorative xmlns:adec="http://schemas.microsoft.com/office/drawing/2017/decorative" val="1"/>
              </a:ext>
            </a:extLst>
          </p:cNvPr>
          <p:cNvSpPr/>
          <p:nvPr/>
        </p:nvSpPr>
        <p:spPr>
          <a:xfrm>
            <a:off x="0" y="2207520"/>
            <a:ext cx="12191040" cy="3161160"/>
          </a:xfrm>
          <a:prstGeom prst="rect">
            <a:avLst/>
          </a:prstGeom>
          <a:gradFill rotWithShape="0">
            <a:gsLst>
              <a:gs pos="0">
                <a:srgbClr val="000000">
                  <a:alpha val="0"/>
                </a:srgbClr>
              </a:gs>
              <a:gs pos="25000">
                <a:srgbClr val="000000">
                  <a:alpha val="15000"/>
                </a:srgbClr>
              </a:gs>
              <a:gs pos="50000">
                <a:srgbClr val="000000">
                  <a:alpha val="30000"/>
                </a:srgbClr>
              </a:gs>
              <a:gs pos="75000">
                <a:srgbClr val="000000">
                  <a:alpha val="15000"/>
                </a:srgbClr>
              </a:gs>
              <a:gs pos="100000">
                <a:srgbClr val="000000">
                  <a:alpha val="0"/>
                </a:srgbClr>
              </a:gs>
            </a:gsLst>
            <a:lin ang="16200000"/>
          </a:gra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 algn="ctr" defTabSz="914400">
              <a:lnSpc>
                <a:spcPct val="100000"/>
              </a:lnSpc>
            </a:pPr>
            <a:endParaRPr b="0" lang="en-US" sz="1800" strike="noStrike" u="none">
              <a:solidFill>
                <a:schemeClr val="lt1"/>
              </a:solidFill>
              <a:uFillTx/>
              <a:latin typeface="Calibri"/>
            </a:endParaRPr>
          </a:p>
        </p:txBody>
      </p:sp>
      <p:sp>
        <p:nvSpPr>
          <p:cNvPr id="574" name="PlaceHolder 1"/>
          <p:cNvSpPr>
            <a:spLocks noGrp="1"/>
          </p:cNvSpPr>
          <p:nvPr>
            <p:ph type="title"/>
          </p:nvPr>
        </p:nvSpPr>
        <p:spPr>
          <a:xfrm>
            <a:off x="1097280" y="325440"/>
            <a:ext cx="10057320" cy="3573720"/>
          </a:xfrm>
          <a:prstGeom prst="rect">
            <a:avLst/>
          </a:prstGeom>
          <a:noFill/>
          <a:ln w="0">
            <a:noFill/>
          </a:ln>
          <a:effectLst>
            <a:outerShdw dist="37674" dir="2700000" blurRad="50760" rotWithShape="0">
              <a:srgbClr val="000000">
                <a:alpha val="40000"/>
              </a:srgbClr>
            </a:outerShdw>
          </a:effectLst>
        </p:spPr>
        <p:txBody>
          <a:bodyPr lIns="91440" rIns="91440" tIns="45720" bIns="45720" anchor="b">
            <a:normAutofit/>
          </a:bodyPr>
          <a:p>
            <a:pPr indent="0" algn="ctr" defTabSz="914400">
              <a:lnSpc>
                <a:spcPct val="90000"/>
              </a:lnSpc>
              <a:buNone/>
              <a:tabLst>
                <a:tab algn="l" pos="0"/>
              </a:tabLst>
            </a:pPr>
            <a:r>
              <a:rPr b="0" lang="en-US" sz="5200" strike="noStrike" u="none">
                <a:solidFill>
                  <a:srgbClr val="ffffff"/>
                </a:solidFill>
                <a:uFillTx/>
                <a:latin typeface="Calibri Light"/>
              </a:rPr>
              <a:t>Child Components</a:t>
            </a:r>
            <a:endParaRPr b="0" lang="de-DE" sz="5200" strike="noStrike" u="none">
              <a:solidFill>
                <a:srgbClr val="000000"/>
              </a:solidFill>
              <a:uFillTx/>
              <a:latin typeface="Arial"/>
            </a:endParaRPr>
          </a:p>
        </p:txBody>
      </p:sp>
      <p:sp>
        <p:nvSpPr>
          <p:cNvPr id="575" name="PlaceHolder 2"/>
          <p:cNvSpPr>
            <a:spLocks noGrp="1"/>
          </p:cNvSpPr>
          <p:nvPr>
            <p:ph/>
          </p:nvPr>
        </p:nvSpPr>
        <p:spPr>
          <a:xfrm>
            <a:off x="1100160" y="4071960"/>
            <a:ext cx="10057320" cy="1281600"/>
          </a:xfrm>
          <a:prstGeom prst="rect">
            <a:avLst/>
          </a:prstGeom>
          <a:noFill/>
          <a:ln w="0">
            <a:noFill/>
          </a:ln>
          <a:effectLst>
            <a:outerShdw dist="37674" dir="2700000" blurRad="50760" rotWithShape="0">
              <a:srgbClr val="000000">
                <a:alpha val="40000"/>
              </a:srgbClr>
            </a:outerShdw>
          </a:effectLst>
        </p:spPr>
        <p:txBody>
          <a:bodyPr lIns="91440" rIns="91440" tIns="45720" bIns="45720" anchor="t">
            <a:normAutofit/>
          </a:bodyPr>
          <a:p>
            <a:pPr indent="0" algn="ctr" defTabSz="914400">
              <a:lnSpc>
                <a:spcPct val="90000"/>
              </a:lnSpc>
              <a:spcBef>
                <a:spcPts val="1001"/>
              </a:spcBef>
              <a:buNone/>
              <a:tabLst>
                <a:tab algn="l" pos="0"/>
              </a:tabLst>
            </a:pPr>
            <a:r>
              <a:rPr b="0" lang="en-US" sz="2400" strike="noStrike" u="none">
                <a:solidFill>
                  <a:srgbClr val="ffffff"/>
                </a:solidFill>
                <a:uFillTx/>
                <a:latin typeface="Calibri"/>
              </a:rPr>
              <a:t>Divide and concur</a:t>
            </a:r>
            <a:endParaRPr b="0" lang="de-DE" sz="2400" strike="noStrike" u="none">
              <a:solidFill>
                <a:srgbClr val="000000"/>
              </a:solidFill>
              <a:uFillTx/>
              <a:latin typeface="Arial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113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bg>
      <p:bgPr>
        <a:solidFill>
          <a:schemeClr val="lt1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 useBgFill="1">
        <p:nvSpPr>
          <p:cNvPr id="576" name="Rectangle 10">
            <a:extLst>
              <a:ext uri="{C183D7F6-B498-43B3-948B-1728B52AA6E4}">
                <adec:decorative xmlns:adec="http://schemas.microsoft.com/office/drawing/2017/decorative" val="1"/>
              </a:ext>
            </a:extLst>
          </p:cNvPr>
          <p:cNvSpPr/>
          <p:nvPr/>
        </p:nvSpPr>
        <p:spPr>
          <a:xfrm>
            <a:off x="0" y="0"/>
            <a:ext cx="12187800" cy="6856920"/>
          </a:xfrm>
          <a:prstGeom prst="rect">
            <a:avLst/>
          </a:prstGeom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 algn="ctr" defTabSz="914400">
              <a:lnSpc>
                <a:spcPct val="100000"/>
              </a:lnSpc>
            </a:pPr>
            <a:endParaRPr b="0" lang="en-US" sz="1800" strike="noStrike" u="none">
              <a:solidFill>
                <a:schemeClr val="lt1"/>
              </a:solidFill>
              <a:uFillTx/>
              <a:latin typeface="Calibri"/>
            </a:endParaRPr>
          </a:p>
        </p:txBody>
      </p:sp>
      <p:pic>
        <p:nvPicPr>
          <p:cNvPr id="577" name="Picture 6" descr="Mountain range at sunrise"/>
          <p:cNvPicPr/>
          <p:nvPr/>
        </p:nvPicPr>
        <p:blipFill>
          <a:blip r:embed="rId1"/>
          <a:srcRect l="9122" t="0" r="4163" b="0"/>
          <a:stretch/>
        </p:blipFill>
        <p:spPr>
          <a:xfrm>
            <a:off x="0" y="0"/>
            <a:ext cx="9668520" cy="6856920"/>
          </a:xfrm>
          <a:prstGeom prst="rect">
            <a:avLst/>
          </a:prstGeom>
          <a:noFill/>
          <a:ln w="0">
            <a:noFill/>
          </a:ln>
        </p:spPr>
      </p:pic>
      <p:sp>
        <p:nvSpPr>
          <p:cNvPr id="578" name="Rectangle 12">
            <a:extLst>
              <a:ext uri="{C183D7F6-B498-43B3-948B-1728B52AA6E4}">
                <adec:decorative xmlns:adec="http://schemas.microsoft.com/office/drawing/2017/decorative" val="1"/>
              </a:ext>
            </a:extLst>
          </p:cNvPr>
          <p:cNvSpPr/>
          <p:nvPr/>
        </p:nvSpPr>
        <p:spPr>
          <a:xfrm flipH="1">
            <a:off x="5123520" y="0"/>
            <a:ext cx="7065720" cy="6856920"/>
          </a:xfrm>
          <a:prstGeom prst="rect">
            <a:avLst/>
          </a:prstGeom>
          <a:gradFill rotWithShape="0">
            <a:gsLst>
              <a:gs pos="0">
                <a:srgbClr val="ffffff">
                  <a:alpha val="0"/>
                </a:srgbClr>
              </a:gs>
              <a:gs pos="19000">
                <a:srgbClr val="ffffff">
                  <a:alpha val="38000"/>
                </a:srgbClr>
              </a:gs>
              <a:gs pos="35000">
                <a:srgbClr val="ffffff">
                  <a:alpha val="77000"/>
                </a:srgbClr>
              </a:gs>
              <a:gs pos="48000">
                <a:srgbClr val="ffffff"/>
              </a:gs>
              <a:gs pos="100000">
                <a:srgbClr val="ffffff"/>
              </a:gs>
            </a:gsLst>
            <a:lin ang="0"/>
          </a:gra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 algn="ctr" defTabSz="914400">
              <a:lnSpc>
                <a:spcPct val="100000"/>
              </a:lnSpc>
            </a:pPr>
            <a:endParaRPr b="0" lang="en-US" sz="1800" strike="noStrike" u="none">
              <a:solidFill>
                <a:schemeClr val="lt1"/>
              </a:solidFill>
              <a:uFillTx/>
              <a:latin typeface="Calibri"/>
            </a:endParaRPr>
          </a:p>
        </p:txBody>
      </p:sp>
      <p:sp>
        <p:nvSpPr>
          <p:cNvPr id="579" name="PlaceHolder 1"/>
          <p:cNvSpPr>
            <a:spLocks noGrp="1"/>
          </p:cNvSpPr>
          <p:nvPr>
            <p:ph type="title"/>
          </p:nvPr>
        </p:nvSpPr>
        <p:spPr>
          <a:xfrm>
            <a:off x="7531560" y="365040"/>
            <a:ext cx="3821040" cy="189900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ctr">
            <a:normAutofit/>
          </a:bodyPr>
          <a:p>
            <a:pPr indent="0" defTabSz="914400">
              <a:lnSpc>
                <a:spcPct val="90000"/>
              </a:lnSpc>
              <a:buNone/>
              <a:tabLst>
                <a:tab algn="l" pos="0"/>
              </a:tabLst>
            </a:pPr>
            <a:r>
              <a:rPr b="0" lang="en-US" sz="4000" strike="noStrike" u="none">
                <a:solidFill>
                  <a:schemeClr val="dk1"/>
                </a:solidFill>
                <a:uFillTx/>
                <a:latin typeface="Calibri Light"/>
              </a:rPr>
              <a:t>Goals</a:t>
            </a:r>
            <a:endParaRPr b="0" lang="de-DE" sz="4000" strike="noStrike" u="none">
              <a:solidFill>
                <a:srgbClr val="000000"/>
              </a:solidFill>
              <a:uFillTx/>
              <a:latin typeface="Arial"/>
            </a:endParaRPr>
          </a:p>
        </p:txBody>
      </p:sp>
      <p:sp>
        <p:nvSpPr>
          <p:cNvPr id="580" name="Rechteck 4"/>
          <p:cNvSpPr/>
          <p:nvPr/>
        </p:nvSpPr>
        <p:spPr>
          <a:xfrm>
            <a:off x="7531560" y="2434320"/>
            <a:ext cx="3821040" cy="37418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rmAutofit/>
          </a:bodyPr>
          <a:p>
            <a:pPr marL="216000" indent="-228600" defTabSz="914400">
              <a:lnSpc>
                <a:spcPct val="90000"/>
              </a:lnSpc>
              <a:spcAft>
                <a:spcPts val="601"/>
              </a:spcAft>
              <a:buClr>
                <a:srgbClr val="000000"/>
              </a:buClr>
              <a:buFont typeface="Arial"/>
              <a:buChar char="•"/>
            </a:pPr>
            <a:r>
              <a:rPr b="0" lang="en-US" sz="2000" strike="noStrike" u="none">
                <a:solidFill>
                  <a:schemeClr val="dk1"/>
                </a:solidFill>
                <a:uFillTx/>
                <a:latin typeface="Calibri"/>
              </a:rPr>
              <a:t>Listen Darstellung in eigene Komponente auslagern</a:t>
            </a:r>
            <a:endParaRPr b="0" lang="de-DE" sz="2000" strike="noStrike" u="none">
              <a:solidFill>
                <a:srgbClr val="000000"/>
              </a:solidFill>
              <a:uFillTx/>
              <a:latin typeface="Arial"/>
            </a:endParaRPr>
          </a:p>
          <a:p>
            <a:pPr lvl="1" marL="743040" indent="-228600" defTabSz="914400">
              <a:lnSpc>
                <a:spcPct val="90000"/>
              </a:lnSpc>
              <a:spcAft>
                <a:spcPts val="601"/>
              </a:spcAft>
              <a:buClr>
                <a:srgbClr val="000000"/>
              </a:buClr>
              <a:buFont typeface="Arial"/>
              <a:buChar char="•"/>
            </a:pPr>
            <a:r>
              <a:rPr b="0" lang="en-US" sz="2000" strike="noStrike" u="none">
                <a:solidFill>
                  <a:schemeClr val="dk1"/>
                </a:solidFill>
                <a:uFillTx/>
                <a:latin typeface="Calibri"/>
              </a:rPr>
              <a:t>Komplexere Darstellung ermöglichen</a:t>
            </a:r>
            <a:endParaRPr b="0" lang="de-DE" sz="2000" strike="noStrike" u="none">
              <a:solidFill>
                <a:srgbClr val="000000"/>
              </a:solidFill>
              <a:uFillTx/>
              <a:latin typeface="Arial"/>
            </a:endParaRPr>
          </a:p>
          <a:p>
            <a:pPr lvl="1" marL="743040" indent="-228600" defTabSz="914400">
              <a:lnSpc>
                <a:spcPct val="90000"/>
              </a:lnSpc>
              <a:spcAft>
                <a:spcPts val="601"/>
              </a:spcAft>
              <a:buClr>
                <a:srgbClr val="000000"/>
              </a:buClr>
              <a:buFont typeface="Arial"/>
              <a:buChar char="•"/>
            </a:pPr>
            <a:r>
              <a:rPr b="0" lang="en-US" sz="2000" strike="noStrike" u="none">
                <a:solidFill>
                  <a:schemeClr val="dk1"/>
                </a:solidFill>
                <a:uFillTx/>
                <a:latin typeface="Calibri"/>
              </a:rPr>
              <a:t>Wachsendes UI aufteilen</a:t>
            </a:r>
            <a:endParaRPr b="0" lang="de-DE" sz="2000" strike="noStrike" u="none">
              <a:solidFill>
                <a:srgbClr val="000000"/>
              </a:solidFill>
              <a:uFillTx/>
              <a:latin typeface="Arial"/>
            </a:endParaRPr>
          </a:p>
          <a:p>
            <a:pPr lvl="1" marL="743040" indent="-228600" defTabSz="914400">
              <a:lnSpc>
                <a:spcPct val="90000"/>
              </a:lnSpc>
              <a:spcAft>
                <a:spcPts val="601"/>
              </a:spcAft>
              <a:buClr>
                <a:srgbClr val="000000"/>
              </a:buClr>
              <a:buFont typeface="Arial"/>
              <a:buChar char="•"/>
            </a:pPr>
            <a:r>
              <a:rPr b="0" lang="en-US" sz="2000" strike="noStrike" u="none">
                <a:solidFill>
                  <a:schemeClr val="dk1"/>
                </a:solidFill>
                <a:uFillTx/>
                <a:latin typeface="Calibri"/>
              </a:rPr>
              <a:t>Wiederverwendbarkeit erreichen</a:t>
            </a:r>
            <a:endParaRPr b="0" lang="de-DE" sz="2000" strike="noStrike" u="none">
              <a:solidFill>
                <a:srgbClr val="000000"/>
              </a:solidFill>
              <a:uFillTx/>
              <a:latin typeface="Arial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114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81" name="PlaceHolder 1"/>
          <p:cNvSpPr>
            <a:spLocks noGrp="1"/>
          </p:cNvSpPr>
          <p:nvPr>
            <p:ph type="title"/>
          </p:nvPr>
        </p:nvSpPr>
        <p:spPr>
          <a:xfrm>
            <a:off x="838080" y="365040"/>
            <a:ext cx="10514520" cy="132444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ctr">
            <a:noAutofit/>
          </a:bodyPr>
          <a:p>
            <a:pPr indent="0" defTabSz="914400">
              <a:lnSpc>
                <a:spcPct val="90000"/>
              </a:lnSpc>
              <a:buNone/>
              <a:tabLst>
                <a:tab algn="l" pos="0"/>
              </a:tabLst>
            </a:pPr>
            <a:r>
              <a:rPr b="0" lang="de-DE" sz="4400" strike="noStrike" u="none">
                <a:solidFill>
                  <a:schemeClr val="dk1"/>
                </a:solidFill>
                <a:uFillTx/>
                <a:latin typeface="Calibri Light"/>
              </a:rPr>
              <a:t>Verschachtelung</a:t>
            </a:r>
            <a:endParaRPr b="0" lang="de-DE" sz="4400" strike="noStrike" u="none">
              <a:solidFill>
                <a:srgbClr val="000000"/>
              </a:solidFill>
              <a:uFillTx/>
              <a:latin typeface="Arial"/>
            </a:endParaRPr>
          </a:p>
        </p:txBody>
      </p:sp>
      <p:sp>
        <p:nvSpPr>
          <p:cNvPr id="582" name="PlaceHolder 2"/>
          <p:cNvSpPr>
            <a:spLocks noGrp="1"/>
          </p:cNvSpPr>
          <p:nvPr>
            <p:ph/>
          </p:nvPr>
        </p:nvSpPr>
        <p:spPr>
          <a:xfrm>
            <a:off x="838080" y="1825560"/>
            <a:ext cx="10514520" cy="435024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t">
            <a:noAutofit/>
          </a:bodyPr>
          <a:p>
            <a:pPr marL="228600" indent="-228600" defTabSz="914400">
              <a:lnSpc>
                <a:spcPct val="90000"/>
              </a:lnSpc>
              <a:spcBef>
                <a:spcPts val="1001"/>
              </a:spcBef>
              <a:buClr>
                <a:srgbClr val="000000"/>
              </a:buClr>
              <a:buFont typeface="Arial"/>
              <a:buChar char="•"/>
            </a:pPr>
            <a:r>
              <a:rPr b="0" lang="de-DE" sz="2800" strike="noStrike" u="none">
                <a:solidFill>
                  <a:schemeClr val="dk1"/>
                </a:solidFill>
                <a:uFillTx/>
                <a:latin typeface="Calibri"/>
              </a:rPr>
              <a:t>Gesamtes UI ist aus Baum von Komponenten aufgebaut</a:t>
            </a:r>
            <a:endParaRPr b="0" lang="de-DE" sz="2800" strike="noStrike" u="none">
              <a:solidFill>
                <a:srgbClr val="000000"/>
              </a:solidFill>
              <a:uFillTx/>
              <a:latin typeface="Arial"/>
            </a:endParaRPr>
          </a:p>
          <a:p>
            <a:pPr lvl="1" marL="685800" indent="-228600" defTabSz="914400">
              <a:lnSpc>
                <a:spcPct val="90000"/>
              </a:lnSpc>
              <a:spcBef>
                <a:spcPts val="499"/>
              </a:spcBef>
              <a:buClr>
                <a:srgbClr val="000000"/>
              </a:buClr>
              <a:buFont typeface="Arial"/>
              <a:buChar char="•"/>
            </a:pPr>
            <a:r>
              <a:rPr b="0" lang="de-DE" sz="2400" strike="noStrike" u="none">
                <a:solidFill>
                  <a:schemeClr val="dk1"/>
                </a:solidFill>
                <a:uFillTx/>
                <a:latin typeface="Calibri"/>
              </a:rPr>
              <a:t>"Anwendung" ist Top-Level-Komponente</a:t>
            </a:r>
            <a:endParaRPr b="0" lang="de-DE" sz="2400" strike="noStrike" u="none">
              <a:solidFill>
                <a:srgbClr val="000000"/>
              </a:solidFill>
              <a:uFillTx/>
              <a:latin typeface="Arial"/>
            </a:endParaRPr>
          </a:p>
          <a:p>
            <a:pPr lvl="1" marL="685800" indent="-228600" defTabSz="914400">
              <a:lnSpc>
                <a:spcPct val="90000"/>
              </a:lnSpc>
              <a:spcBef>
                <a:spcPts val="499"/>
              </a:spcBef>
              <a:buClr>
                <a:srgbClr val="000000"/>
              </a:buClr>
              <a:buFont typeface="Arial"/>
              <a:buChar char="•"/>
            </a:pPr>
            <a:r>
              <a:rPr b="0" lang="de-DE" sz="2400" strike="noStrike" u="none">
                <a:solidFill>
                  <a:schemeClr val="dk1"/>
                </a:solidFill>
                <a:uFillTx/>
                <a:latin typeface="Calibri"/>
              </a:rPr>
              <a:t>Komponenten können geschachtelt werden</a:t>
            </a:r>
            <a:endParaRPr b="0" lang="de-DE" sz="2400" strike="noStrike" u="none">
              <a:solidFill>
                <a:srgbClr val="000000"/>
              </a:solidFill>
              <a:uFillTx/>
              <a:latin typeface="Arial"/>
            </a:endParaRPr>
          </a:p>
          <a:p>
            <a:pPr marL="228600" indent="-228600" defTabSz="914400">
              <a:lnSpc>
                <a:spcPct val="90000"/>
              </a:lnSpc>
              <a:spcBef>
                <a:spcPts val="1001"/>
              </a:spcBef>
              <a:buClr>
                <a:srgbClr val="000000"/>
              </a:buClr>
              <a:buFont typeface="Arial"/>
              <a:buChar char="•"/>
            </a:pPr>
            <a:r>
              <a:rPr b="0" lang="de-DE" sz="2800" strike="noStrike" u="none">
                <a:solidFill>
                  <a:schemeClr val="dk1"/>
                </a:solidFill>
                <a:uFillTx/>
                <a:latin typeface="Calibri"/>
              </a:rPr>
              <a:t>Vater- und Kind-Komponente sind isoliert</a:t>
            </a:r>
            <a:endParaRPr b="0" lang="de-DE" sz="2800" strike="noStrike" u="none">
              <a:solidFill>
                <a:srgbClr val="000000"/>
              </a:solidFill>
              <a:uFillTx/>
              <a:latin typeface="Arial"/>
            </a:endParaRPr>
          </a:p>
          <a:p>
            <a:pPr lvl="1" marL="685800" indent="-228600" defTabSz="914400">
              <a:lnSpc>
                <a:spcPct val="90000"/>
              </a:lnSpc>
              <a:spcBef>
                <a:spcPts val="499"/>
              </a:spcBef>
              <a:buClr>
                <a:srgbClr val="000000"/>
              </a:buClr>
              <a:buFont typeface="Arial"/>
              <a:buChar char="•"/>
            </a:pPr>
            <a:r>
              <a:rPr b="0" lang="de-DE" sz="2400" strike="noStrike" u="none">
                <a:solidFill>
                  <a:schemeClr val="dk1"/>
                </a:solidFill>
                <a:uFillTx/>
                <a:latin typeface="Calibri"/>
              </a:rPr>
              <a:t>Kein Zugriff auf Daten des anderen</a:t>
            </a:r>
            <a:endParaRPr b="0" lang="de-DE" sz="2400" strike="noStrike" u="none">
              <a:solidFill>
                <a:srgbClr val="000000"/>
              </a:solidFill>
              <a:uFillTx/>
              <a:latin typeface="Arial"/>
            </a:endParaRPr>
          </a:p>
          <a:p>
            <a:pPr lvl="1" marL="685800" indent="-228600" defTabSz="914400">
              <a:lnSpc>
                <a:spcPct val="90000"/>
              </a:lnSpc>
              <a:spcBef>
                <a:spcPts val="499"/>
              </a:spcBef>
              <a:buClr>
                <a:srgbClr val="000000"/>
              </a:buClr>
              <a:buFont typeface="Arial"/>
              <a:buChar char="•"/>
            </a:pPr>
            <a:r>
              <a:rPr b="0" lang="de-DE" sz="2400" strike="noStrike" u="none">
                <a:solidFill>
                  <a:schemeClr val="dk1"/>
                </a:solidFill>
                <a:uFillTx/>
                <a:latin typeface="Calibri"/>
              </a:rPr>
              <a:t>Daten müssen an Kind übergeben werden</a:t>
            </a:r>
            <a:endParaRPr b="0" lang="de-DE" sz="2400" strike="noStrike" u="none">
              <a:solidFill>
                <a:srgbClr val="000000"/>
              </a:solidFill>
              <a:uFillTx/>
              <a:latin typeface="Arial"/>
            </a:endParaRPr>
          </a:p>
          <a:p>
            <a:pPr indent="0" defTabSz="914400">
              <a:lnSpc>
                <a:spcPct val="90000"/>
              </a:lnSpc>
              <a:spcBef>
                <a:spcPts val="1001"/>
              </a:spcBef>
              <a:buNone/>
              <a:tabLst>
                <a:tab algn="l" pos="0"/>
              </a:tabLst>
            </a:pPr>
            <a:endParaRPr b="0" lang="de-DE" sz="2800" strike="noStrike" u="none">
              <a:solidFill>
                <a:srgbClr val="000000"/>
              </a:solidFill>
              <a:uFillTx/>
              <a:latin typeface="Arial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115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83" name="PlaceHolder 1"/>
          <p:cNvSpPr>
            <a:spLocks noGrp="1"/>
          </p:cNvSpPr>
          <p:nvPr>
            <p:ph type="title"/>
          </p:nvPr>
        </p:nvSpPr>
        <p:spPr>
          <a:xfrm>
            <a:off x="838080" y="365040"/>
            <a:ext cx="10514520" cy="132444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ctr">
            <a:noAutofit/>
          </a:bodyPr>
          <a:p>
            <a:pPr indent="0" defTabSz="914400">
              <a:lnSpc>
                <a:spcPct val="90000"/>
              </a:lnSpc>
              <a:buNone/>
              <a:tabLst>
                <a:tab algn="l" pos="0"/>
              </a:tabLst>
            </a:pPr>
            <a:r>
              <a:rPr b="0" lang="de-DE" sz="4400" strike="noStrike" u="none">
                <a:solidFill>
                  <a:schemeClr val="dk1"/>
                </a:solidFill>
                <a:uFillTx/>
                <a:latin typeface="Calibri Light"/>
              </a:rPr>
              <a:t>Komponente als Direktive einbinden</a:t>
            </a:r>
            <a:endParaRPr b="0" lang="de-DE" sz="4400" strike="noStrike" u="none">
              <a:solidFill>
                <a:srgbClr val="000000"/>
              </a:solidFill>
              <a:uFillTx/>
              <a:latin typeface="Arial"/>
            </a:endParaRPr>
          </a:p>
        </p:txBody>
      </p:sp>
      <p:sp>
        <p:nvSpPr>
          <p:cNvPr id="584" name="PlaceHolder 2"/>
          <p:cNvSpPr>
            <a:spLocks noGrp="1"/>
          </p:cNvSpPr>
          <p:nvPr>
            <p:ph/>
          </p:nvPr>
        </p:nvSpPr>
        <p:spPr>
          <a:xfrm>
            <a:off x="838080" y="1825560"/>
            <a:ext cx="10514520" cy="435024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t">
            <a:noAutofit/>
          </a:bodyPr>
          <a:p>
            <a:pPr marL="228600" indent="-228600" defTabSz="914400">
              <a:lnSpc>
                <a:spcPct val="90000"/>
              </a:lnSpc>
              <a:spcBef>
                <a:spcPts val="1001"/>
              </a:spcBef>
              <a:buClr>
                <a:srgbClr val="000000"/>
              </a:buClr>
              <a:buFont typeface="Arial"/>
              <a:buChar char="•"/>
            </a:pPr>
            <a:r>
              <a:rPr b="0" lang="de-DE" sz="2800" strike="noStrike" u="none">
                <a:solidFill>
                  <a:schemeClr val="dk1"/>
                </a:solidFill>
                <a:uFillTx/>
                <a:latin typeface="Calibri"/>
              </a:rPr>
              <a:t>Komponenten sind auch Direktiven (eine Art)</a:t>
            </a:r>
            <a:endParaRPr b="0" lang="de-DE" sz="2800" strike="noStrike" u="none">
              <a:solidFill>
                <a:srgbClr val="000000"/>
              </a:solidFill>
              <a:uFillTx/>
              <a:latin typeface="Arial"/>
            </a:endParaRPr>
          </a:p>
          <a:p>
            <a:pPr marL="228600" indent="-228600" defTabSz="914400">
              <a:lnSpc>
                <a:spcPct val="90000"/>
              </a:lnSpc>
              <a:spcBef>
                <a:spcPts val="1001"/>
              </a:spcBef>
              <a:buClr>
                <a:srgbClr val="000000"/>
              </a:buClr>
              <a:buFont typeface="Arial"/>
              <a:buChar char="•"/>
            </a:pPr>
            <a:r>
              <a:rPr b="0" lang="de-DE" sz="2800" strike="noStrike" u="none">
                <a:solidFill>
                  <a:schemeClr val="dk1"/>
                </a:solidFill>
                <a:uFillTx/>
                <a:latin typeface="Calibri"/>
              </a:rPr>
              <a:t>Direktiven (alle Arten) müssen am Modul bekannt gemacht werden</a:t>
            </a:r>
            <a:endParaRPr b="0" lang="de-DE" sz="2800" strike="noStrike" u="none">
              <a:solidFill>
                <a:srgbClr val="000000"/>
              </a:solidFill>
              <a:uFillTx/>
              <a:latin typeface="Arial"/>
            </a:endParaRPr>
          </a:p>
          <a:p>
            <a:pPr lvl="1" marL="685800" indent="-228600" defTabSz="914400">
              <a:lnSpc>
                <a:spcPct val="90000"/>
              </a:lnSpc>
              <a:spcBef>
                <a:spcPts val="499"/>
              </a:spcBef>
              <a:buClr>
                <a:srgbClr val="000000"/>
              </a:buClr>
              <a:buFont typeface="Arial"/>
              <a:buChar char="•"/>
            </a:pPr>
            <a:r>
              <a:rPr b="0" lang="de-DE" sz="2400" strike="noStrike" u="none">
                <a:solidFill>
                  <a:schemeClr val="dk1"/>
                </a:solidFill>
                <a:uFillTx/>
                <a:latin typeface="Calibri"/>
              </a:rPr>
              <a:t>Per Import falls Export aus anderem Modul</a:t>
            </a:r>
            <a:endParaRPr b="0" lang="de-DE" sz="2400" strike="noStrike" u="none">
              <a:solidFill>
                <a:srgbClr val="000000"/>
              </a:solidFill>
              <a:uFillTx/>
              <a:latin typeface="Arial"/>
            </a:endParaRPr>
          </a:p>
          <a:p>
            <a:pPr lvl="1" marL="685800" indent="-228600" defTabSz="914400">
              <a:lnSpc>
                <a:spcPct val="90000"/>
              </a:lnSpc>
              <a:spcBef>
                <a:spcPts val="499"/>
              </a:spcBef>
              <a:buClr>
                <a:srgbClr val="000000"/>
              </a:buClr>
              <a:buFont typeface="Arial"/>
              <a:buChar char="•"/>
            </a:pPr>
            <a:r>
              <a:rPr b="0" lang="de-DE" sz="2400" strike="noStrike" u="none">
                <a:solidFill>
                  <a:schemeClr val="dk1"/>
                </a:solidFill>
                <a:uFillTx/>
                <a:latin typeface="Calibri"/>
              </a:rPr>
              <a:t>Per Deklaration falls Teil des eigenen Moduls</a:t>
            </a:r>
            <a:endParaRPr b="0" lang="de-DE" sz="2400" strike="noStrike" u="none">
              <a:solidFill>
                <a:srgbClr val="000000"/>
              </a:solidFill>
              <a:uFillTx/>
              <a:latin typeface="Arial"/>
            </a:endParaRPr>
          </a:p>
          <a:p>
            <a:pPr marL="228600" indent="-228600" defTabSz="914400">
              <a:lnSpc>
                <a:spcPct val="90000"/>
              </a:lnSpc>
              <a:spcBef>
                <a:spcPts val="1001"/>
              </a:spcBef>
              <a:buClr>
                <a:srgbClr val="000000"/>
              </a:buClr>
              <a:buFont typeface="Arial"/>
              <a:buChar char="•"/>
            </a:pPr>
            <a:r>
              <a:rPr b="0" lang="de-DE" sz="2800" strike="noStrike" u="none">
                <a:solidFill>
                  <a:schemeClr val="dk1"/>
                </a:solidFill>
                <a:uFillTx/>
                <a:latin typeface="Calibri"/>
              </a:rPr>
              <a:t>Nur bekannt gemacht Direktiven werden ausgeführt</a:t>
            </a:r>
            <a:endParaRPr b="0" lang="de-DE" sz="2800" strike="noStrike" u="none">
              <a:solidFill>
                <a:srgbClr val="000000"/>
              </a:solidFill>
              <a:uFillTx/>
              <a:latin typeface="Arial"/>
            </a:endParaRPr>
          </a:p>
          <a:p>
            <a:pPr marL="228600" indent="-228600" defTabSz="914400">
              <a:lnSpc>
                <a:spcPct val="90000"/>
              </a:lnSpc>
              <a:spcBef>
                <a:spcPts val="1001"/>
              </a:spcBef>
              <a:buClr>
                <a:srgbClr val="000000"/>
              </a:buClr>
              <a:buFont typeface="Arial"/>
              <a:buChar char="•"/>
            </a:pPr>
            <a:r>
              <a:rPr b="0" lang="de-DE" sz="2800" strike="noStrike" u="none">
                <a:solidFill>
                  <a:schemeClr val="dk1"/>
                </a:solidFill>
                <a:uFillTx/>
                <a:latin typeface="Calibri"/>
              </a:rPr>
              <a:t>Löst Problem mit Namenskonflikten aus AngularJS 1</a:t>
            </a:r>
            <a:endParaRPr b="0" lang="de-DE" sz="2800" strike="noStrike" u="none">
              <a:solidFill>
                <a:srgbClr val="000000"/>
              </a:solidFill>
              <a:uFillTx/>
              <a:latin typeface="Arial"/>
            </a:endParaRPr>
          </a:p>
          <a:p>
            <a:pPr indent="0" defTabSz="914400">
              <a:lnSpc>
                <a:spcPct val="90000"/>
              </a:lnSpc>
              <a:spcBef>
                <a:spcPts val="1001"/>
              </a:spcBef>
              <a:buNone/>
              <a:tabLst>
                <a:tab algn="l" pos="0"/>
              </a:tabLst>
            </a:pPr>
            <a:endParaRPr b="0" lang="de-DE" sz="2800" strike="noStrike" u="none">
              <a:solidFill>
                <a:srgbClr val="000000"/>
              </a:solidFill>
              <a:uFillTx/>
              <a:latin typeface="Arial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116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85" name="PlaceHolder 1"/>
          <p:cNvSpPr>
            <a:spLocks noGrp="1"/>
          </p:cNvSpPr>
          <p:nvPr>
            <p:ph type="title"/>
          </p:nvPr>
        </p:nvSpPr>
        <p:spPr>
          <a:xfrm>
            <a:off x="838080" y="365040"/>
            <a:ext cx="10514520" cy="132444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ctr">
            <a:noAutofit/>
          </a:bodyPr>
          <a:p>
            <a:pPr indent="0" defTabSz="914400">
              <a:lnSpc>
                <a:spcPct val="90000"/>
              </a:lnSpc>
              <a:buNone/>
              <a:tabLst>
                <a:tab algn="l" pos="0"/>
              </a:tabLst>
            </a:pPr>
            <a:r>
              <a:rPr b="0" lang="de-DE" sz="4400" strike="noStrike" u="none">
                <a:solidFill>
                  <a:schemeClr val="dk1"/>
                </a:solidFill>
                <a:uFillTx/>
                <a:latin typeface="Calibri Light"/>
              </a:rPr>
              <a:t>Deklaration</a:t>
            </a:r>
            <a:endParaRPr b="0" lang="de-DE" sz="4400" strike="noStrike" u="none">
              <a:solidFill>
                <a:srgbClr val="000000"/>
              </a:solidFill>
              <a:uFillTx/>
              <a:latin typeface="Arial"/>
            </a:endParaRPr>
          </a:p>
        </p:txBody>
      </p:sp>
      <p:sp>
        <p:nvSpPr>
          <p:cNvPr id="586" name="PlaceHolder 2"/>
          <p:cNvSpPr>
            <a:spLocks noGrp="1"/>
          </p:cNvSpPr>
          <p:nvPr>
            <p:ph/>
          </p:nvPr>
        </p:nvSpPr>
        <p:spPr>
          <a:xfrm>
            <a:off x="838080" y="1825560"/>
            <a:ext cx="10514520" cy="435024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t">
            <a:noAutofit/>
          </a:bodyPr>
          <a:p>
            <a:pPr indent="0" defTabSz="914400">
              <a:lnSpc>
                <a:spcPct val="90000"/>
              </a:lnSpc>
              <a:spcBef>
                <a:spcPts val="1001"/>
              </a:spcBef>
              <a:buNone/>
              <a:tabLst>
                <a:tab algn="l" pos="0"/>
              </a:tabLst>
            </a:pPr>
            <a:r>
              <a:rPr b="0" lang="de-DE" sz="2800" strike="noStrike" u="none">
                <a:solidFill>
                  <a:srgbClr val="195f91"/>
                </a:solidFill>
                <a:uFillTx/>
                <a:latin typeface="SourceCodePro"/>
              </a:rPr>
              <a:t>@NgModule</a:t>
            </a:r>
            <a:r>
              <a:rPr b="0" lang="de-DE" sz="2800" strike="noStrike" u="none">
                <a:solidFill>
                  <a:srgbClr val="93a1a1"/>
                </a:solidFill>
                <a:uFillTx/>
                <a:latin typeface="SourceCodePro"/>
              </a:rPr>
              <a:t>({</a:t>
            </a:r>
            <a:endParaRPr b="0" lang="de-DE" sz="2800" strike="noStrike" u="none">
              <a:solidFill>
                <a:srgbClr val="000000"/>
              </a:solidFill>
              <a:uFillTx/>
              <a:latin typeface="Arial"/>
            </a:endParaRPr>
          </a:p>
          <a:p>
            <a:pPr indent="0" defTabSz="914400">
              <a:lnSpc>
                <a:spcPct val="90000"/>
              </a:lnSpc>
              <a:spcBef>
                <a:spcPts val="1001"/>
              </a:spcBef>
              <a:buNone/>
              <a:tabLst>
                <a:tab algn="l" pos="0"/>
              </a:tabLst>
            </a:pPr>
            <a:r>
              <a:rPr b="0" lang="de-DE" sz="2800" strike="noStrike" u="none">
                <a:solidFill>
                  <a:srgbClr val="48484c"/>
                </a:solidFill>
                <a:uFillTx/>
                <a:latin typeface="SourceCodePro"/>
              </a:rPr>
              <a:t>  </a:t>
            </a:r>
            <a:r>
              <a:rPr b="0" lang="de-DE" sz="2800" strike="noStrike" u="none">
                <a:solidFill>
                  <a:srgbClr val="48484c"/>
                </a:solidFill>
                <a:uFillTx/>
                <a:latin typeface="SourceCodePro"/>
              </a:rPr>
              <a:t>declarations</a:t>
            </a:r>
            <a:r>
              <a:rPr b="0" lang="de-DE" sz="2800" strike="noStrike" u="none">
                <a:solidFill>
                  <a:srgbClr val="93a1a1"/>
                </a:solidFill>
                <a:uFillTx/>
                <a:latin typeface="SourceCodePro"/>
              </a:rPr>
              <a:t>:</a:t>
            </a:r>
            <a:r>
              <a:rPr b="0" lang="de-DE" sz="2800" strike="noStrike" u="none">
                <a:solidFill>
                  <a:srgbClr val="48484c"/>
                </a:solidFill>
                <a:uFillTx/>
                <a:latin typeface="SourceCodePro"/>
              </a:rPr>
              <a:t> </a:t>
            </a:r>
            <a:r>
              <a:rPr b="0" lang="de-DE" sz="2800" strike="noStrike" u="none">
                <a:solidFill>
                  <a:srgbClr val="93a1a1"/>
                </a:solidFill>
                <a:uFillTx/>
                <a:latin typeface="SourceCodePro"/>
              </a:rPr>
              <a:t>[</a:t>
            </a:r>
            <a:r>
              <a:rPr b="0" lang="de-DE" sz="2800" strike="noStrike" u="none">
                <a:solidFill>
                  <a:srgbClr val="48484c"/>
                </a:solidFill>
                <a:uFillTx/>
                <a:latin typeface="SourceCodePro"/>
              </a:rPr>
              <a:t> </a:t>
            </a:r>
            <a:r>
              <a:rPr b="0" lang="de-DE" sz="2800" strike="noStrike" u="none">
                <a:solidFill>
                  <a:srgbClr val="008080"/>
                </a:solidFill>
                <a:uFillTx/>
                <a:latin typeface="SourceCodePro"/>
              </a:rPr>
              <a:t>ReleaseListComponent</a:t>
            </a:r>
            <a:r>
              <a:rPr b="0" lang="de-DE" sz="2800" strike="noStrike" u="none">
                <a:solidFill>
                  <a:srgbClr val="93a1a1"/>
                </a:solidFill>
                <a:uFillTx/>
                <a:latin typeface="SourceCodePro"/>
              </a:rPr>
              <a:t>,</a:t>
            </a:r>
            <a:r>
              <a:rPr b="0" lang="de-DE" sz="2800" strike="noStrike" u="none">
                <a:solidFill>
                  <a:srgbClr val="48484c"/>
                </a:solidFill>
                <a:uFillTx/>
                <a:latin typeface="SourceCodePro"/>
              </a:rPr>
              <a:t> </a:t>
            </a:r>
            <a:r>
              <a:rPr b="0" lang="de-DE" sz="2800" strike="noStrike" u="none">
                <a:solidFill>
                  <a:srgbClr val="008080"/>
                </a:solidFill>
                <a:uFillTx/>
                <a:latin typeface="SourceCodePro"/>
              </a:rPr>
              <a:t>ReleaseCardComponent</a:t>
            </a:r>
            <a:r>
              <a:rPr b="0" lang="de-DE" sz="2800" strike="noStrike" u="none">
                <a:solidFill>
                  <a:srgbClr val="48484c"/>
                </a:solidFill>
                <a:uFillTx/>
                <a:latin typeface="SourceCodePro"/>
              </a:rPr>
              <a:t> </a:t>
            </a:r>
            <a:r>
              <a:rPr b="0" lang="de-DE" sz="2800" strike="noStrike" u="none">
                <a:solidFill>
                  <a:srgbClr val="93a1a1"/>
                </a:solidFill>
                <a:uFillTx/>
                <a:latin typeface="SourceCodePro"/>
              </a:rPr>
              <a:t>],</a:t>
            </a:r>
            <a:endParaRPr b="0" lang="de-DE" sz="2800" strike="noStrike" u="none">
              <a:solidFill>
                <a:srgbClr val="000000"/>
              </a:solidFill>
              <a:uFillTx/>
              <a:latin typeface="Arial"/>
            </a:endParaRPr>
          </a:p>
          <a:p>
            <a:pPr indent="0" defTabSz="914400">
              <a:lnSpc>
                <a:spcPct val="90000"/>
              </a:lnSpc>
              <a:spcBef>
                <a:spcPts val="1001"/>
              </a:spcBef>
              <a:buNone/>
              <a:tabLst>
                <a:tab algn="l" pos="0"/>
              </a:tabLst>
            </a:pPr>
            <a:r>
              <a:rPr b="0" lang="de-DE" sz="2800" strike="noStrike" u="none">
                <a:solidFill>
                  <a:srgbClr val="48484c"/>
                </a:solidFill>
                <a:uFillTx/>
                <a:latin typeface="SourceCodePro"/>
              </a:rPr>
              <a:t>  </a:t>
            </a:r>
            <a:r>
              <a:rPr b="0" lang="de-DE" sz="2800" strike="noStrike" u="none">
                <a:solidFill>
                  <a:srgbClr val="48484c"/>
                </a:solidFill>
                <a:uFillTx/>
                <a:latin typeface="SourceCodePro"/>
              </a:rPr>
              <a:t>imports</a:t>
            </a:r>
            <a:r>
              <a:rPr b="0" lang="de-DE" sz="2800" strike="noStrike" u="none">
                <a:solidFill>
                  <a:srgbClr val="93a1a1"/>
                </a:solidFill>
                <a:uFillTx/>
                <a:latin typeface="SourceCodePro"/>
              </a:rPr>
              <a:t>:</a:t>
            </a:r>
            <a:r>
              <a:rPr b="0" lang="de-DE" sz="2800" strike="noStrike" u="none">
                <a:solidFill>
                  <a:srgbClr val="48484c"/>
                </a:solidFill>
                <a:uFillTx/>
                <a:latin typeface="SourceCodePro"/>
              </a:rPr>
              <a:t> </a:t>
            </a:r>
            <a:r>
              <a:rPr b="0" lang="de-DE" sz="2800" strike="noStrike" u="none">
                <a:solidFill>
                  <a:srgbClr val="93a1a1"/>
                </a:solidFill>
                <a:uFillTx/>
                <a:latin typeface="SourceCodePro"/>
              </a:rPr>
              <a:t>[</a:t>
            </a:r>
            <a:r>
              <a:rPr b="0" lang="de-DE" sz="2800" strike="noStrike" u="none">
                <a:solidFill>
                  <a:srgbClr val="48484c"/>
                </a:solidFill>
                <a:uFillTx/>
                <a:latin typeface="SourceCodePro"/>
              </a:rPr>
              <a:t> </a:t>
            </a:r>
            <a:r>
              <a:rPr b="0" lang="de-DE" sz="2800" strike="noStrike" u="none">
                <a:solidFill>
                  <a:srgbClr val="008080"/>
                </a:solidFill>
                <a:uFillTx/>
                <a:latin typeface="SourceCodePro"/>
              </a:rPr>
              <a:t>BrowserModule</a:t>
            </a:r>
            <a:r>
              <a:rPr b="0" lang="de-DE" sz="2800" strike="noStrike" u="none">
                <a:solidFill>
                  <a:srgbClr val="48484c"/>
                </a:solidFill>
                <a:uFillTx/>
                <a:latin typeface="SourceCodePro"/>
              </a:rPr>
              <a:t> </a:t>
            </a:r>
            <a:r>
              <a:rPr b="0" lang="de-DE" sz="2800" strike="noStrike" u="none">
                <a:solidFill>
                  <a:srgbClr val="93a1a1"/>
                </a:solidFill>
                <a:uFillTx/>
                <a:latin typeface="SourceCodePro"/>
              </a:rPr>
              <a:t>],</a:t>
            </a:r>
            <a:endParaRPr b="0" lang="de-DE" sz="2800" strike="noStrike" u="none">
              <a:solidFill>
                <a:srgbClr val="000000"/>
              </a:solidFill>
              <a:uFillTx/>
              <a:latin typeface="Arial"/>
            </a:endParaRPr>
          </a:p>
          <a:p>
            <a:pPr indent="0" defTabSz="914400">
              <a:lnSpc>
                <a:spcPct val="90000"/>
              </a:lnSpc>
              <a:spcBef>
                <a:spcPts val="1001"/>
              </a:spcBef>
              <a:buNone/>
              <a:tabLst>
                <a:tab algn="l" pos="0"/>
              </a:tabLst>
            </a:pPr>
            <a:r>
              <a:rPr b="0" lang="de-DE" sz="2800" strike="noStrike" u="none">
                <a:solidFill>
                  <a:srgbClr val="48484c"/>
                </a:solidFill>
                <a:uFillTx/>
                <a:latin typeface="SourceCodePro"/>
              </a:rPr>
              <a:t>  </a:t>
            </a:r>
            <a:r>
              <a:rPr b="0" lang="de-DE" sz="2800" strike="noStrike" u="none">
                <a:solidFill>
                  <a:srgbClr val="48484c"/>
                </a:solidFill>
                <a:uFillTx/>
                <a:latin typeface="SourceCodePro"/>
              </a:rPr>
              <a:t>exports</a:t>
            </a:r>
            <a:r>
              <a:rPr b="0" lang="de-DE" sz="2800" strike="noStrike" u="none">
                <a:solidFill>
                  <a:srgbClr val="93a1a1"/>
                </a:solidFill>
                <a:uFillTx/>
                <a:latin typeface="SourceCodePro"/>
              </a:rPr>
              <a:t>:</a:t>
            </a:r>
            <a:r>
              <a:rPr b="0" lang="de-DE" sz="2800" strike="noStrike" u="none">
                <a:solidFill>
                  <a:srgbClr val="48484c"/>
                </a:solidFill>
                <a:uFillTx/>
                <a:latin typeface="SourceCodePro"/>
              </a:rPr>
              <a:t> </a:t>
            </a:r>
            <a:r>
              <a:rPr b="0" lang="de-DE" sz="2800" strike="noStrike" u="none">
                <a:solidFill>
                  <a:srgbClr val="93a1a1"/>
                </a:solidFill>
                <a:uFillTx/>
                <a:latin typeface="SourceCodePro"/>
              </a:rPr>
              <a:t>[</a:t>
            </a:r>
            <a:r>
              <a:rPr b="0" lang="de-DE" sz="2800" strike="noStrike" u="none">
                <a:solidFill>
                  <a:srgbClr val="48484c"/>
                </a:solidFill>
                <a:uFillTx/>
                <a:latin typeface="SourceCodePro"/>
              </a:rPr>
              <a:t> </a:t>
            </a:r>
            <a:r>
              <a:rPr b="0" lang="de-DE" sz="2800" strike="noStrike" u="none">
                <a:solidFill>
                  <a:srgbClr val="008080"/>
                </a:solidFill>
                <a:uFillTx/>
                <a:latin typeface="SourceCodePro"/>
              </a:rPr>
              <a:t>ReleaseListComponent</a:t>
            </a:r>
            <a:r>
              <a:rPr b="0" lang="de-DE" sz="2800" strike="noStrike" u="none">
                <a:solidFill>
                  <a:srgbClr val="48484c"/>
                </a:solidFill>
                <a:uFillTx/>
                <a:latin typeface="SourceCodePro"/>
              </a:rPr>
              <a:t> </a:t>
            </a:r>
            <a:r>
              <a:rPr b="0" lang="de-DE" sz="2800" strike="noStrike" u="none">
                <a:solidFill>
                  <a:srgbClr val="93a1a1"/>
                </a:solidFill>
                <a:uFillTx/>
                <a:latin typeface="SourceCodePro"/>
              </a:rPr>
              <a:t>]</a:t>
            </a:r>
            <a:endParaRPr b="0" lang="de-DE" sz="2800" strike="noStrike" u="none">
              <a:solidFill>
                <a:srgbClr val="000000"/>
              </a:solidFill>
              <a:uFillTx/>
              <a:latin typeface="Arial"/>
            </a:endParaRPr>
          </a:p>
          <a:p>
            <a:pPr indent="0" defTabSz="914400">
              <a:lnSpc>
                <a:spcPct val="90000"/>
              </a:lnSpc>
              <a:spcBef>
                <a:spcPts val="1001"/>
              </a:spcBef>
              <a:buNone/>
              <a:tabLst>
                <a:tab algn="l" pos="0"/>
              </a:tabLst>
            </a:pPr>
            <a:r>
              <a:rPr b="0" lang="de-DE" sz="2800" strike="noStrike" u="none">
                <a:solidFill>
                  <a:srgbClr val="93a1a1"/>
                </a:solidFill>
                <a:uFillTx/>
                <a:latin typeface="SourceCodePro"/>
              </a:rPr>
              <a:t>})</a:t>
            </a:r>
            <a:endParaRPr b="0" lang="de-DE" sz="2800" strike="noStrike" u="none">
              <a:solidFill>
                <a:srgbClr val="000000"/>
              </a:solidFill>
              <a:uFillTx/>
              <a:latin typeface="Arial"/>
            </a:endParaRPr>
          </a:p>
          <a:p>
            <a:pPr indent="0" defTabSz="914400">
              <a:lnSpc>
                <a:spcPct val="90000"/>
              </a:lnSpc>
              <a:spcBef>
                <a:spcPts val="1001"/>
              </a:spcBef>
              <a:buNone/>
              <a:tabLst>
                <a:tab algn="l" pos="0"/>
              </a:tabLst>
            </a:pPr>
            <a:r>
              <a:rPr b="0" lang="de-DE" sz="2800" strike="noStrike" u="none">
                <a:solidFill>
                  <a:srgbClr val="1e347b"/>
                </a:solidFill>
                <a:uFillTx/>
                <a:latin typeface="SourceCodePro"/>
              </a:rPr>
              <a:t>export</a:t>
            </a:r>
            <a:r>
              <a:rPr b="0" lang="de-DE" sz="2800" strike="noStrike" u="none">
                <a:solidFill>
                  <a:srgbClr val="48484c"/>
                </a:solidFill>
                <a:uFillTx/>
                <a:latin typeface="SourceCodePro"/>
              </a:rPr>
              <a:t> </a:t>
            </a:r>
            <a:r>
              <a:rPr b="0" lang="de-DE" sz="2800" strike="noStrike" u="none">
                <a:solidFill>
                  <a:srgbClr val="1e347b"/>
                </a:solidFill>
                <a:uFillTx/>
                <a:latin typeface="SourceCodePro"/>
              </a:rPr>
              <a:t>class</a:t>
            </a:r>
            <a:r>
              <a:rPr b="0" lang="de-DE" sz="2800" strike="noStrike" u="none">
                <a:solidFill>
                  <a:srgbClr val="48484c"/>
                </a:solidFill>
                <a:uFillTx/>
                <a:latin typeface="SourceCodePro"/>
              </a:rPr>
              <a:t> </a:t>
            </a:r>
            <a:r>
              <a:rPr b="0" lang="de-DE" sz="2800" strike="noStrike" u="none">
                <a:solidFill>
                  <a:srgbClr val="008080"/>
                </a:solidFill>
                <a:uFillTx/>
                <a:latin typeface="SourceCodePro"/>
              </a:rPr>
              <a:t>ReleaseModule</a:t>
            </a:r>
            <a:r>
              <a:rPr b="0" lang="de-DE" sz="2800" strike="noStrike" u="none">
                <a:solidFill>
                  <a:srgbClr val="48484c"/>
                </a:solidFill>
                <a:uFillTx/>
                <a:latin typeface="SourceCodePro"/>
              </a:rPr>
              <a:t> </a:t>
            </a:r>
            <a:r>
              <a:rPr b="0" lang="de-DE" sz="2800" strike="noStrike" u="none">
                <a:solidFill>
                  <a:srgbClr val="93a1a1"/>
                </a:solidFill>
                <a:uFillTx/>
                <a:latin typeface="SourceCodePro"/>
              </a:rPr>
              <a:t>{</a:t>
            </a:r>
            <a:r>
              <a:rPr b="0" lang="de-DE" sz="2800" strike="noStrike" u="none">
                <a:solidFill>
                  <a:srgbClr val="48484c"/>
                </a:solidFill>
                <a:uFillTx/>
                <a:latin typeface="SourceCodePro"/>
              </a:rPr>
              <a:t> </a:t>
            </a:r>
            <a:r>
              <a:rPr b="0" lang="de-DE" sz="2800" strike="noStrike" u="none">
                <a:solidFill>
                  <a:srgbClr val="93a1a1"/>
                </a:solidFill>
                <a:uFillTx/>
                <a:latin typeface="SourceCodePro"/>
              </a:rPr>
              <a:t>}</a:t>
            </a:r>
            <a:endParaRPr b="0" lang="de-DE" sz="2800" strike="noStrike" u="none">
              <a:solidFill>
                <a:srgbClr val="000000"/>
              </a:solidFill>
              <a:uFillTx/>
              <a:latin typeface="Arial"/>
            </a:endParaRPr>
          </a:p>
          <a:p>
            <a:pPr indent="0" defTabSz="914400">
              <a:lnSpc>
                <a:spcPct val="90000"/>
              </a:lnSpc>
              <a:spcBef>
                <a:spcPts val="1001"/>
              </a:spcBef>
              <a:buNone/>
              <a:tabLst>
                <a:tab algn="l" pos="0"/>
              </a:tabLst>
            </a:pPr>
            <a:endParaRPr b="0" lang="de-DE" sz="2800" strike="noStrike" u="none">
              <a:solidFill>
                <a:srgbClr val="000000"/>
              </a:solidFill>
              <a:uFillTx/>
              <a:latin typeface="Arial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117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87" name="PlaceHolder 1"/>
          <p:cNvSpPr>
            <a:spLocks noGrp="1"/>
          </p:cNvSpPr>
          <p:nvPr>
            <p:ph type="title"/>
          </p:nvPr>
        </p:nvSpPr>
        <p:spPr>
          <a:xfrm>
            <a:off x="838080" y="365040"/>
            <a:ext cx="10514520" cy="132444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ctr">
            <a:noAutofit/>
          </a:bodyPr>
          <a:p>
            <a:pPr indent="0" defTabSz="914400">
              <a:lnSpc>
                <a:spcPct val="90000"/>
              </a:lnSpc>
              <a:buNone/>
              <a:tabLst>
                <a:tab algn="l" pos="0"/>
              </a:tabLst>
            </a:pPr>
            <a:r>
              <a:rPr b="0" lang="de-DE" sz="4400" strike="noStrike" u="none">
                <a:solidFill>
                  <a:schemeClr val="dk1"/>
                </a:solidFill>
                <a:uFillTx/>
                <a:latin typeface="Calibri Light"/>
              </a:rPr>
              <a:t>Mittels ng-generate</a:t>
            </a:r>
            <a:endParaRPr b="0" lang="de-DE" sz="4400" strike="noStrike" u="none">
              <a:solidFill>
                <a:srgbClr val="000000"/>
              </a:solidFill>
              <a:uFillTx/>
              <a:latin typeface="Arial"/>
            </a:endParaRPr>
          </a:p>
        </p:txBody>
      </p:sp>
      <p:sp>
        <p:nvSpPr>
          <p:cNvPr id="588" name="PlaceHolder 2"/>
          <p:cNvSpPr>
            <a:spLocks noGrp="1"/>
          </p:cNvSpPr>
          <p:nvPr>
            <p:ph/>
          </p:nvPr>
        </p:nvSpPr>
        <p:spPr>
          <a:xfrm>
            <a:off x="838080" y="1825560"/>
            <a:ext cx="10514520" cy="435024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t">
            <a:noAutofit/>
          </a:bodyPr>
          <a:p>
            <a:pPr marL="228600" indent="-228600" defTabSz="914400">
              <a:lnSpc>
                <a:spcPct val="90000"/>
              </a:lnSpc>
              <a:spcBef>
                <a:spcPts val="1001"/>
              </a:spcBef>
              <a:buClr>
                <a:srgbClr val="000000"/>
              </a:buClr>
              <a:buFont typeface="Arial"/>
              <a:buChar char="•"/>
            </a:pPr>
            <a:r>
              <a:rPr b="0" lang="de-DE" sz="2800" strike="noStrike" u="none">
                <a:solidFill>
                  <a:schemeClr val="dk1"/>
                </a:solidFill>
                <a:uFillTx/>
                <a:latin typeface="Calibri"/>
              </a:rPr>
              <a:t>Angular CLI legt neue Komponenten an</a:t>
            </a:r>
            <a:endParaRPr b="0" lang="de-DE" sz="2800" strike="noStrike" u="none">
              <a:solidFill>
                <a:srgbClr val="000000"/>
              </a:solidFill>
              <a:uFillTx/>
              <a:latin typeface="Arial"/>
            </a:endParaRPr>
          </a:p>
          <a:p>
            <a:pPr lvl="1" marL="685800" indent="-228600" defTabSz="914400">
              <a:lnSpc>
                <a:spcPct val="90000"/>
              </a:lnSpc>
              <a:spcBef>
                <a:spcPts val="499"/>
              </a:spcBef>
              <a:buClr>
                <a:srgbClr val="000000"/>
              </a:buClr>
              <a:buFont typeface="Arial"/>
              <a:buChar char="•"/>
            </a:pPr>
            <a:r>
              <a:rPr b="0" lang="de-DE" sz="2400" strike="noStrike" u="none">
                <a:solidFill>
                  <a:schemeClr val="dk1"/>
                </a:solidFill>
                <a:uFillTx/>
                <a:latin typeface="Calibri"/>
              </a:rPr>
              <a:t>Klasse + alle benötigte Annotation</a:t>
            </a:r>
            <a:endParaRPr b="0" lang="de-DE" sz="2400" strike="noStrike" u="none">
              <a:solidFill>
                <a:srgbClr val="000000"/>
              </a:solidFill>
              <a:uFillTx/>
              <a:latin typeface="Arial"/>
            </a:endParaRPr>
          </a:p>
          <a:p>
            <a:pPr lvl="1" marL="685800" indent="-228600" defTabSz="914400">
              <a:lnSpc>
                <a:spcPct val="90000"/>
              </a:lnSpc>
              <a:spcBef>
                <a:spcPts val="499"/>
              </a:spcBef>
              <a:buClr>
                <a:srgbClr val="000000"/>
              </a:buClr>
              <a:buFont typeface="Arial"/>
              <a:buChar char="•"/>
            </a:pPr>
            <a:r>
              <a:rPr b="0" lang="de-DE" sz="2400" strike="noStrike" u="none">
                <a:solidFill>
                  <a:schemeClr val="dk1"/>
                </a:solidFill>
                <a:uFillTx/>
                <a:latin typeface="Calibri"/>
              </a:rPr>
              <a:t>Html-Template</a:t>
            </a:r>
            <a:endParaRPr b="0" lang="de-DE" sz="2400" strike="noStrike" u="none">
              <a:solidFill>
                <a:srgbClr val="000000"/>
              </a:solidFill>
              <a:uFillTx/>
              <a:latin typeface="Arial"/>
            </a:endParaRPr>
          </a:p>
          <a:p>
            <a:pPr lvl="1" marL="685800" indent="-228600" defTabSz="914400">
              <a:lnSpc>
                <a:spcPct val="90000"/>
              </a:lnSpc>
              <a:spcBef>
                <a:spcPts val="499"/>
              </a:spcBef>
              <a:buClr>
                <a:srgbClr val="000000"/>
              </a:buClr>
              <a:buFont typeface="Arial"/>
              <a:buChar char="•"/>
            </a:pPr>
            <a:r>
              <a:rPr b="0" lang="de-DE" sz="2400" strike="noStrike" u="none">
                <a:solidFill>
                  <a:schemeClr val="dk1"/>
                </a:solidFill>
                <a:uFillTx/>
                <a:latin typeface="Calibri"/>
              </a:rPr>
              <a:t>Leeres Styling</a:t>
            </a:r>
            <a:endParaRPr b="0" lang="de-DE" sz="2400" strike="noStrike" u="none">
              <a:solidFill>
                <a:srgbClr val="000000"/>
              </a:solidFill>
              <a:uFillTx/>
              <a:latin typeface="Arial"/>
            </a:endParaRPr>
          </a:p>
          <a:p>
            <a:pPr lvl="1" marL="685800" indent="-228600" defTabSz="914400">
              <a:lnSpc>
                <a:spcPct val="90000"/>
              </a:lnSpc>
              <a:spcBef>
                <a:spcPts val="499"/>
              </a:spcBef>
              <a:buClr>
                <a:srgbClr val="000000"/>
              </a:buClr>
              <a:buFont typeface="Arial"/>
              <a:buChar char="•"/>
            </a:pPr>
            <a:r>
              <a:rPr b="0" lang="de-DE" sz="2400" strike="noStrike" u="none">
                <a:solidFill>
                  <a:schemeClr val="dk1"/>
                </a:solidFill>
                <a:uFillTx/>
                <a:latin typeface="Calibri"/>
              </a:rPr>
              <a:t>Test</a:t>
            </a:r>
            <a:endParaRPr b="0" lang="de-DE" sz="2400" strike="noStrike" u="none">
              <a:solidFill>
                <a:srgbClr val="000000"/>
              </a:solidFill>
              <a:uFillTx/>
              <a:latin typeface="Arial"/>
            </a:endParaRPr>
          </a:p>
          <a:p>
            <a:pPr marL="228600" indent="-228600" defTabSz="914400">
              <a:lnSpc>
                <a:spcPct val="90000"/>
              </a:lnSpc>
              <a:spcBef>
                <a:spcPts val="1001"/>
              </a:spcBef>
              <a:buClr>
                <a:srgbClr val="000000"/>
              </a:buClr>
              <a:buFont typeface="Arial"/>
              <a:buChar char="•"/>
            </a:pPr>
            <a:r>
              <a:rPr b="0" lang="de-DE" sz="2800" strike="noStrike" u="none">
                <a:solidFill>
                  <a:schemeClr val="dk1"/>
                </a:solidFill>
                <a:uFillTx/>
                <a:latin typeface="Calibri"/>
              </a:rPr>
              <a:t>ng generate component </a:t>
            </a:r>
            <a:r>
              <a:rPr b="0" i="1" lang="de-DE" sz="2800" strike="noStrike" u="none">
                <a:solidFill>
                  <a:schemeClr val="dk1"/>
                </a:solidFill>
                <a:uFillTx/>
                <a:latin typeface="Calibri"/>
              </a:rPr>
              <a:t>module/compontent-name</a:t>
            </a:r>
            <a:endParaRPr b="0" lang="de-DE" sz="2800" strike="noStrike" u="none">
              <a:solidFill>
                <a:srgbClr val="000000"/>
              </a:solidFill>
              <a:uFillTx/>
              <a:latin typeface="Arial"/>
            </a:endParaRPr>
          </a:p>
          <a:p>
            <a:pPr marL="228600" indent="-228600" defTabSz="914400">
              <a:lnSpc>
                <a:spcPct val="90000"/>
              </a:lnSpc>
              <a:spcBef>
                <a:spcPts val="1001"/>
              </a:spcBef>
              <a:buClr>
                <a:srgbClr val="000000"/>
              </a:buClr>
              <a:buFont typeface="Arial"/>
              <a:buChar char="•"/>
            </a:pPr>
            <a:r>
              <a:rPr b="0" lang="de-DE" sz="2800" strike="noStrike" u="none">
                <a:solidFill>
                  <a:schemeClr val="dk1"/>
                </a:solidFill>
                <a:uFillTx/>
                <a:latin typeface="Calibri"/>
              </a:rPr>
              <a:t>Wird automatisch am nächsthöher gelegenen Modul registriert</a:t>
            </a:r>
            <a:endParaRPr b="0" lang="de-DE" sz="2800" strike="noStrike" u="none">
              <a:solidFill>
                <a:srgbClr val="000000"/>
              </a:solidFill>
              <a:uFillTx/>
              <a:latin typeface="Arial"/>
            </a:endParaRPr>
          </a:p>
          <a:p>
            <a:pPr indent="0" defTabSz="914400">
              <a:lnSpc>
                <a:spcPct val="90000"/>
              </a:lnSpc>
              <a:spcBef>
                <a:spcPts val="1001"/>
              </a:spcBef>
              <a:buNone/>
              <a:tabLst>
                <a:tab algn="l" pos="0"/>
              </a:tabLst>
            </a:pPr>
            <a:endParaRPr b="0" lang="de-DE" sz="2800" strike="noStrike" u="none">
              <a:solidFill>
                <a:srgbClr val="000000"/>
              </a:solidFill>
              <a:uFillTx/>
              <a:latin typeface="Arial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118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89" name="PlaceHolder 1"/>
          <p:cNvSpPr>
            <a:spLocks noGrp="1"/>
          </p:cNvSpPr>
          <p:nvPr>
            <p:ph type="title"/>
          </p:nvPr>
        </p:nvSpPr>
        <p:spPr>
          <a:xfrm>
            <a:off x="838080" y="365040"/>
            <a:ext cx="10514520" cy="132444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ctr">
            <a:noAutofit/>
          </a:bodyPr>
          <a:p>
            <a:pPr indent="0" defTabSz="914400">
              <a:lnSpc>
                <a:spcPct val="90000"/>
              </a:lnSpc>
              <a:buNone/>
              <a:tabLst>
                <a:tab algn="l" pos="0"/>
              </a:tabLst>
            </a:pPr>
            <a:r>
              <a:rPr b="0" lang="de-DE" sz="4400" strike="noStrike" u="none">
                <a:solidFill>
                  <a:schemeClr val="dk1"/>
                </a:solidFill>
                <a:uFillTx/>
                <a:latin typeface="Calibri Light"/>
              </a:rPr>
              <a:t>Module generieren</a:t>
            </a:r>
            <a:endParaRPr b="0" lang="de-DE" sz="4400" strike="noStrike" u="none">
              <a:solidFill>
                <a:srgbClr val="000000"/>
              </a:solidFill>
              <a:uFillTx/>
              <a:latin typeface="Arial"/>
            </a:endParaRPr>
          </a:p>
        </p:txBody>
      </p:sp>
      <p:sp>
        <p:nvSpPr>
          <p:cNvPr id="590" name="PlaceHolder 2"/>
          <p:cNvSpPr>
            <a:spLocks noGrp="1"/>
          </p:cNvSpPr>
          <p:nvPr>
            <p:ph/>
          </p:nvPr>
        </p:nvSpPr>
        <p:spPr>
          <a:xfrm>
            <a:off x="838080" y="1825560"/>
            <a:ext cx="10514520" cy="435024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t">
            <a:noAutofit/>
          </a:bodyPr>
          <a:p>
            <a:pPr marL="228600" indent="-228600" defTabSz="914400">
              <a:lnSpc>
                <a:spcPct val="90000"/>
              </a:lnSpc>
              <a:spcBef>
                <a:spcPts val="1001"/>
              </a:spcBef>
              <a:buClr>
                <a:srgbClr val="000000"/>
              </a:buClr>
              <a:buFont typeface="Arial"/>
              <a:buChar char="•"/>
            </a:pPr>
            <a:r>
              <a:rPr b="0" lang="de-DE" sz="2800" strike="noStrike" u="none">
                <a:solidFill>
                  <a:schemeClr val="dk1"/>
                </a:solidFill>
                <a:uFillTx/>
                <a:latin typeface="Calibri"/>
              </a:rPr>
              <a:t>Angular CLI legt neue Module an</a:t>
            </a:r>
            <a:endParaRPr b="0" lang="de-DE" sz="2800" strike="noStrike" u="none">
              <a:solidFill>
                <a:srgbClr val="000000"/>
              </a:solidFill>
              <a:uFillTx/>
              <a:latin typeface="Arial"/>
            </a:endParaRPr>
          </a:p>
          <a:p>
            <a:pPr lvl="1" marL="685800" indent="-228600" defTabSz="914400">
              <a:lnSpc>
                <a:spcPct val="90000"/>
              </a:lnSpc>
              <a:spcBef>
                <a:spcPts val="499"/>
              </a:spcBef>
              <a:buClr>
                <a:srgbClr val="000000"/>
              </a:buClr>
              <a:buFont typeface="Arial"/>
              <a:buChar char="•"/>
            </a:pPr>
            <a:r>
              <a:rPr b="0" lang="de-DE" sz="2400" strike="noStrike" u="none">
                <a:solidFill>
                  <a:schemeClr val="dk1"/>
                </a:solidFill>
                <a:uFillTx/>
                <a:latin typeface="Calibri"/>
              </a:rPr>
              <a:t>Module-Klasse + Annotation</a:t>
            </a:r>
            <a:endParaRPr b="0" lang="de-DE" sz="2400" strike="noStrike" u="none">
              <a:solidFill>
                <a:srgbClr val="000000"/>
              </a:solidFill>
              <a:uFillTx/>
              <a:latin typeface="Arial"/>
            </a:endParaRPr>
          </a:p>
          <a:p>
            <a:pPr lvl="1" marL="685800" indent="-228600" defTabSz="914400">
              <a:lnSpc>
                <a:spcPct val="90000"/>
              </a:lnSpc>
              <a:spcBef>
                <a:spcPts val="499"/>
              </a:spcBef>
              <a:buClr>
                <a:srgbClr val="000000"/>
              </a:buClr>
              <a:buFont typeface="Arial"/>
              <a:buChar char="•"/>
            </a:pPr>
            <a:r>
              <a:rPr b="0" lang="de-DE" sz="2400" strike="noStrike" u="none">
                <a:solidFill>
                  <a:schemeClr val="dk1"/>
                </a:solidFill>
                <a:uFillTx/>
                <a:latin typeface="Calibri"/>
              </a:rPr>
              <a:t>Module-Komponente</a:t>
            </a:r>
            <a:endParaRPr b="0" lang="de-DE" sz="2400" strike="noStrike" u="none">
              <a:solidFill>
                <a:srgbClr val="000000"/>
              </a:solidFill>
              <a:uFillTx/>
              <a:latin typeface="Arial"/>
            </a:endParaRPr>
          </a:p>
          <a:p>
            <a:pPr marL="228600" indent="-228600" defTabSz="914400">
              <a:lnSpc>
                <a:spcPct val="90000"/>
              </a:lnSpc>
              <a:spcBef>
                <a:spcPts val="1001"/>
              </a:spcBef>
              <a:buClr>
                <a:srgbClr val="000000"/>
              </a:buClr>
              <a:buFont typeface="Arial"/>
              <a:buChar char="•"/>
            </a:pPr>
            <a:r>
              <a:rPr b="0" lang="de-DE" sz="2800" strike="noStrike" u="none">
                <a:solidFill>
                  <a:schemeClr val="dk1"/>
                </a:solidFill>
                <a:uFillTx/>
                <a:latin typeface="Calibri"/>
              </a:rPr>
              <a:t>ng generate module </a:t>
            </a:r>
            <a:r>
              <a:rPr b="0" i="1" lang="de-DE" sz="2800" strike="noStrike" u="none">
                <a:solidFill>
                  <a:schemeClr val="dk1"/>
                </a:solidFill>
                <a:uFillTx/>
                <a:latin typeface="Calibri"/>
              </a:rPr>
              <a:t>name</a:t>
            </a:r>
            <a:endParaRPr b="0" lang="de-DE" sz="2800" strike="noStrike" u="none">
              <a:solidFill>
                <a:srgbClr val="000000"/>
              </a:solidFill>
              <a:uFillTx/>
              <a:latin typeface="Arial"/>
            </a:endParaRPr>
          </a:p>
          <a:p>
            <a:pPr marL="228600" indent="-228600" defTabSz="914400">
              <a:lnSpc>
                <a:spcPct val="90000"/>
              </a:lnSpc>
              <a:spcBef>
                <a:spcPts val="1001"/>
              </a:spcBef>
              <a:buClr>
                <a:srgbClr val="000000"/>
              </a:buClr>
              <a:buFont typeface="Arial"/>
              <a:buChar char="•"/>
            </a:pPr>
            <a:r>
              <a:rPr b="0" lang="de-DE" sz="2800" strike="noStrike" u="none">
                <a:solidFill>
                  <a:schemeClr val="dk1"/>
                </a:solidFill>
                <a:uFillTx/>
                <a:latin typeface="Calibri"/>
              </a:rPr>
              <a:t>Wird </a:t>
            </a:r>
            <a:r>
              <a:rPr b="0" i="1" lang="de-DE" sz="2800" strike="noStrike" u="none">
                <a:solidFill>
                  <a:schemeClr val="dk1"/>
                </a:solidFill>
                <a:uFillTx/>
                <a:latin typeface="Calibri"/>
              </a:rPr>
              <a:t>NICHT</a:t>
            </a:r>
            <a:r>
              <a:rPr b="0" lang="de-DE" sz="2800" strike="noStrike" u="none">
                <a:solidFill>
                  <a:schemeClr val="dk1"/>
                </a:solidFill>
                <a:uFillTx/>
                <a:latin typeface="Calibri"/>
              </a:rPr>
              <a:t> automatisch am nächsthöherer gelegenen Modul registriert </a:t>
            </a:r>
            <a:r>
              <a:rPr b="0" lang="de-DE" sz="2800" strike="noStrike" u="none">
                <a:solidFill>
                  <a:schemeClr val="dk1"/>
                </a:solidFill>
                <a:uFillTx/>
                <a:latin typeface="Wingdings"/>
              </a:rPr>
              <a:t></a:t>
            </a:r>
            <a:r>
              <a:rPr b="0" lang="de-DE" sz="2800" strike="noStrike" u="none">
                <a:solidFill>
                  <a:schemeClr val="dk1"/>
                </a:solidFill>
                <a:uFillTx/>
                <a:latin typeface="Calibri"/>
              </a:rPr>
              <a:t> selbst machen</a:t>
            </a:r>
            <a:endParaRPr b="0" lang="de-DE" sz="2800" strike="noStrike" u="none">
              <a:solidFill>
                <a:srgbClr val="000000"/>
              </a:solidFill>
              <a:uFillTx/>
              <a:latin typeface="Arial"/>
            </a:endParaRPr>
          </a:p>
          <a:p>
            <a:pPr indent="0" defTabSz="914400">
              <a:lnSpc>
                <a:spcPct val="90000"/>
              </a:lnSpc>
              <a:spcBef>
                <a:spcPts val="1001"/>
              </a:spcBef>
              <a:buNone/>
              <a:tabLst>
                <a:tab algn="l" pos="0"/>
              </a:tabLst>
            </a:pPr>
            <a:endParaRPr b="0" lang="de-DE" sz="2800" strike="noStrike" u="none">
              <a:solidFill>
                <a:srgbClr val="000000"/>
              </a:solidFill>
              <a:uFillTx/>
              <a:latin typeface="Arial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119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91" name="Rechteck 3"/>
          <p:cNvSpPr/>
          <p:nvPr/>
        </p:nvSpPr>
        <p:spPr>
          <a:xfrm>
            <a:off x="2971800" y="1800360"/>
            <a:ext cx="2013480" cy="1356120"/>
          </a:xfrm>
          <a:prstGeom prst="rect">
            <a:avLst/>
          </a:prstGeom>
          <a:solidFill>
            <a:srgbClr val="1d9a78"/>
          </a:solidFill>
          <a:ln>
            <a:solidFill>
              <a:srgbClr val="157158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 algn="ctr" defTabSz="914400">
              <a:lnSpc>
                <a:spcPct val="100000"/>
              </a:lnSpc>
            </a:pPr>
            <a:r>
              <a:rPr b="0" lang="de-DE" sz="1800" strike="noStrike" u="none">
                <a:solidFill>
                  <a:schemeClr val="lt1"/>
                </a:solidFill>
                <a:uFillTx/>
                <a:latin typeface="Calibri"/>
              </a:rPr>
              <a:t>TrainingsModule</a:t>
            </a:r>
            <a:endParaRPr b="0" lang="de-DE" sz="1800" strike="noStrike" u="none">
              <a:solidFill>
                <a:srgbClr val="ffffff"/>
              </a:solidFill>
              <a:uFillTx/>
              <a:latin typeface="Arial"/>
            </a:endParaRPr>
          </a:p>
        </p:txBody>
      </p:sp>
      <p:sp>
        <p:nvSpPr>
          <p:cNvPr id="592" name="Abgerundetes Rechteck 4"/>
          <p:cNvSpPr/>
          <p:nvPr/>
        </p:nvSpPr>
        <p:spPr>
          <a:xfrm>
            <a:off x="5229360" y="3429000"/>
            <a:ext cx="2242080" cy="1913400"/>
          </a:xfrm>
          <a:prstGeom prst="roundRect">
            <a:avLst>
              <a:gd name="adj" fmla="val 16667"/>
            </a:avLst>
          </a:prstGeom>
          <a:solidFill>
            <a:srgbClr val="36afce"/>
          </a:solidFill>
          <a:ln>
            <a:solidFill>
              <a:srgbClr val="278198"/>
            </a:solidFill>
          </a:ln>
        </p:spPr>
        <p:style>
          <a:lnRef idx="2">
            <a:schemeClr val="accent3">
              <a:shade val="50000"/>
            </a:schemeClr>
          </a:lnRef>
          <a:fillRef idx="1">
            <a:schemeClr val="accent3"/>
          </a:fillRef>
          <a:effectRef idx="0">
            <a:schemeClr val="accent3"/>
          </a:effectRef>
          <a:fontRef idx="minor"/>
        </p:style>
        <p:txBody>
          <a:bodyPr lIns="90000" rIns="90000" tIns="45000" bIns="45000" anchor="ctr">
            <a:noAutofit/>
          </a:bodyPr>
          <a:p>
            <a:pPr algn="ctr" defTabSz="914400">
              <a:lnSpc>
                <a:spcPct val="100000"/>
              </a:lnSpc>
            </a:pPr>
            <a:r>
              <a:rPr b="0" lang="de-DE" sz="1800" strike="noStrike" u="none">
                <a:solidFill>
                  <a:schemeClr val="lt1"/>
                </a:solidFill>
                <a:uFillTx/>
                <a:latin typeface="Calibri"/>
              </a:rPr>
              <a:t>TrainingService</a:t>
            </a:r>
            <a:endParaRPr b="0" lang="de-DE" sz="1800" strike="noStrike" u="none">
              <a:solidFill>
                <a:srgbClr val="ffffff"/>
              </a:solidFill>
              <a:uFillTx/>
              <a:latin typeface="Arial"/>
            </a:endParaRPr>
          </a:p>
        </p:txBody>
      </p:sp>
      <p:sp>
        <p:nvSpPr>
          <p:cNvPr id="593" name="Abgerundetes Rechteck 5"/>
          <p:cNvSpPr/>
          <p:nvPr/>
        </p:nvSpPr>
        <p:spPr>
          <a:xfrm>
            <a:off x="5429160" y="657360"/>
            <a:ext cx="2385000" cy="1456200"/>
          </a:xfrm>
          <a:prstGeom prst="roundRect">
            <a:avLst>
              <a:gd name="adj" fmla="val 16667"/>
            </a:avLst>
          </a:prstGeom>
          <a:solidFill>
            <a:srgbClr val="1d9a78"/>
          </a:solidFill>
          <a:ln>
            <a:solidFill>
              <a:srgbClr val="157158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 algn="ctr" defTabSz="914400">
              <a:lnSpc>
                <a:spcPct val="100000"/>
              </a:lnSpc>
            </a:pPr>
            <a:r>
              <a:rPr b="0" lang="de-DE" sz="1800" strike="noStrike" u="none">
                <a:solidFill>
                  <a:schemeClr val="lt1"/>
                </a:solidFill>
                <a:uFillTx/>
                <a:latin typeface="Calibri"/>
              </a:rPr>
              <a:t>TrainingServiceFacade</a:t>
            </a:r>
            <a:endParaRPr b="0" lang="de-DE" sz="1800" strike="noStrike" u="none">
              <a:solidFill>
                <a:srgbClr val="ffffff"/>
              </a:solidFill>
              <a:uFillTx/>
              <a:latin typeface="Arial"/>
            </a:endParaRPr>
          </a:p>
        </p:txBody>
      </p:sp>
      <p:cxnSp>
        <p:nvCxnSpPr>
          <p:cNvPr id="594" name="Gerade Verbindung mit Pfeil 7"/>
          <p:cNvCxnSpPr>
            <a:endCxn id="592" idx="0"/>
          </p:cNvCxnSpPr>
          <p:nvPr/>
        </p:nvCxnSpPr>
        <p:spPr>
          <a:xfrm flipH="1">
            <a:off x="6350400" y="2157120"/>
            <a:ext cx="1080" cy="1272240"/>
          </a:xfrm>
          <a:prstGeom prst="straightConnector1">
            <a:avLst/>
          </a:prstGeom>
          <a:ln w="0">
            <a:solidFill>
              <a:srgbClr val="1d9a78"/>
            </a:solidFill>
            <a:tailEnd len="med" type="triangle" w="med"/>
          </a:ln>
        </p:spPr>
      </p:cxnSp>
      <p:sp>
        <p:nvSpPr>
          <p:cNvPr id="595" name="Abgerundetes Rechteck 8"/>
          <p:cNvSpPr/>
          <p:nvPr/>
        </p:nvSpPr>
        <p:spPr>
          <a:xfrm>
            <a:off x="1378800" y="3643200"/>
            <a:ext cx="2599200" cy="1670400"/>
          </a:xfrm>
          <a:prstGeom prst="roundRect">
            <a:avLst>
              <a:gd name="adj" fmla="val 16667"/>
            </a:avLst>
          </a:prstGeom>
          <a:solidFill>
            <a:srgbClr val="36afce"/>
          </a:solidFill>
          <a:ln>
            <a:solidFill>
              <a:srgbClr val="278198"/>
            </a:solidFill>
          </a:ln>
        </p:spPr>
        <p:style>
          <a:lnRef idx="2">
            <a:schemeClr val="accent3">
              <a:shade val="50000"/>
            </a:schemeClr>
          </a:lnRef>
          <a:fillRef idx="1">
            <a:schemeClr val="accent3"/>
          </a:fillRef>
          <a:effectRef idx="0">
            <a:schemeClr val="accent3"/>
          </a:effectRef>
          <a:fontRef idx="minor"/>
        </p:style>
        <p:txBody>
          <a:bodyPr lIns="90000" rIns="90000" tIns="45000" bIns="45000" anchor="ctr">
            <a:noAutofit/>
          </a:bodyPr>
          <a:p>
            <a:pPr algn="ctr" defTabSz="914400">
              <a:lnSpc>
                <a:spcPct val="100000"/>
              </a:lnSpc>
            </a:pPr>
            <a:r>
              <a:rPr b="0" lang="de-DE" sz="1800" strike="noStrike" u="none">
                <a:solidFill>
                  <a:schemeClr val="lt1"/>
                </a:solidFill>
                <a:uFillTx/>
                <a:latin typeface="Calibri"/>
              </a:rPr>
              <a:t>TrainingComponent</a:t>
            </a:r>
            <a:endParaRPr b="0" lang="de-DE" sz="1800" strike="noStrike" u="none">
              <a:solidFill>
                <a:srgbClr val="ffffff"/>
              </a:solidFill>
              <a:uFillTx/>
              <a:latin typeface="Arial"/>
            </a:endParaRPr>
          </a:p>
        </p:txBody>
      </p:sp>
      <p:cxnSp>
        <p:nvCxnSpPr>
          <p:cNvPr id="596" name="Gerade Verbindung mit Pfeil 10"/>
          <p:cNvCxnSpPr/>
          <p:nvPr/>
        </p:nvCxnSpPr>
        <p:spPr>
          <a:xfrm>
            <a:off x="3978720" y="4128840"/>
            <a:ext cx="1251360" cy="1080"/>
          </a:xfrm>
          <a:prstGeom prst="straightConnector1">
            <a:avLst/>
          </a:prstGeom>
          <a:ln w="0">
            <a:solidFill>
              <a:srgbClr val="1d9a78"/>
            </a:solidFill>
            <a:tailEnd len="med" type="triangle" w="med"/>
          </a:ln>
        </p:spPr>
      </p:cxn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120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bg>
      <p:bgPr>
        <a:solidFill>
          <a:schemeClr val="lt1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 useBgFill="1">
        <p:nvSpPr>
          <p:cNvPr id="597" name="Rectangle 20">
            <a:extLst>
              <a:ext uri="{C183D7F6-B498-43B3-948B-1728B52AA6E4}">
                <adec:decorative xmlns:adec="http://schemas.microsoft.com/office/drawing/2017/decorative" val="1"/>
              </a:ext>
            </a:extLst>
          </p:cNvPr>
          <p:cNvSpPr/>
          <p:nvPr/>
        </p:nvSpPr>
        <p:spPr>
          <a:xfrm>
            <a:off x="0" y="0"/>
            <a:ext cx="12190680" cy="6856920"/>
          </a:xfrm>
          <a:prstGeom prst="rect">
            <a:avLst/>
          </a:prstGeom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 algn="ctr" defTabSz="914400">
              <a:lnSpc>
                <a:spcPct val="100000"/>
              </a:lnSpc>
            </a:pPr>
            <a:endParaRPr b="0" lang="en-US" sz="1800" strike="noStrike" u="none">
              <a:solidFill>
                <a:schemeClr val="lt1"/>
              </a:solidFill>
              <a:uFillTx/>
              <a:latin typeface="Calibri"/>
            </a:endParaRPr>
          </a:p>
        </p:txBody>
      </p:sp>
      <p:sp>
        <p:nvSpPr>
          <p:cNvPr id="598" name="Rectangle 22">
            <a:extLst>
              <a:ext uri="{C183D7F6-B498-43B3-948B-1728B52AA6E4}">
                <adec:decorative xmlns:adec="http://schemas.microsoft.com/office/drawing/2017/decorative" val="1"/>
              </a:ext>
            </a:extLst>
          </p:cNvPr>
          <p:cNvSpPr/>
          <p:nvPr/>
        </p:nvSpPr>
        <p:spPr>
          <a:xfrm>
            <a:off x="360" y="0"/>
            <a:ext cx="12190680" cy="6856920"/>
          </a:xfrm>
          <a:prstGeom prst="rect">
            <a:avLst/>
          </a:prstGeom>
          <a:solidFill>
            <a:schemeClr val="bg1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 algn="ctr" defTabSz="914400">
              <a:lnSpc>
                <a:spcPct val="100000"/>
              </a:lnSpc>
            </a:pPr>
            <a:endParaRPr b="0" lang="en-US" sz="800" strike="noStrike" u="none">
              <a:solidFill>
                <a:schemeClr val="lt1"/>
              </a:solidFill>
              <a:uFillTx/>
              <a:latin typeface="Calibri"/>
            </a:endParaRPr>
          </a:p>
        </p:txBody>
      </p:sp>
      <p:sp>
        <p:nvSpPr>
          <p:cNvPr id="599" name="PlaceHolder 1"/>
          <p:cNvSpPr>
            <a:spLocks noGrp="1"/>
          </p:cNvSpPr>
          <p:nvPr>
            <p:ph type="title"/>
          </p:nvPr>
        </p:nvSpPr>
        <p:spPr>
          <a:xfrm>
            <a:off x="1179360" y="1594800"/>
            <a:ext cx="9832320" cy="132444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b">
            <a:normAutofit/>
          </a:bodyPr>
          <a:p>
            <a:pPr indent="0" algn="ctr" defTabSz="914400">
              <a:lnSpc>
                <a:spcPct val="90000"/>
              </a:lnSpc>
              <a:buNone/>
              <a:tabLst>
                <a:tab algn="l" pos="0"/>
              </a:tabLst>
            </a:pPr>
            <a:r>
              <a:rPr b="0" lang="de-DE" sz="3600" strike="noStrike" u="none">
                <a:solidFill>
                  <a:schemeClr val="dk2"/>
                </a:solidFill>
                <a:uFillTx/>
                <a:latin typeface="Calibri Light"/>
              </a:rPr>
              <a:t>Übung 7: Komponenten schachteln</a:t>
            </a:r>
            <a:endParaRPr b="0" lang="de-DE" sz="3600" strike="noStrike" u="none">
              <a:solidFill>
                <a:srgbClr val="000000"/>
              </a:solidFill>
              <a:uFillTx/>
              <a:latin typeface="Arial"/>
            </a:endParaRPr>
          </a:p>
        </p:txBody>
      </p:sp>
      <p:grpSp>
        <p:nvGrpSpPr>
          <p:cNvPr id="600" name="Group 24">
            <a:extLst>
              <a:ext uri="{C183D7F6-B498-43B3-948B-1728B52AA6E4}">
                <adec:decorative xmlns:adec="http://schemas.microsoft.com/office/drawing/2017/decorative" val="1"/>
              </a:ext>
            </a:extLst>
          </p:cNvPr>
          <p:cNvGrpSpPr/>
          <p:nvPr/>
        </p:nvGrpSpPr>
        <p:grpSpPr>
          <a:xfrm>
            <a:off x="0" y="0"/>
            <a:ext cx="3344760" cy="2509920"/>
            <a:chOff x="0" y="0"/>
            <a:chExt cx="3344760" cy="2509920"/>
          </a:xfrm>
        </p:grpSpPr>
        <p:sp>
          <p:nvSpPr>
            <p:cNvPr id="601" name="Freeform: Shape 25">
              <a:extLs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/>
            <p:nvPr/>
          </p:nvSpPr>
          <p:spPr>
            <a:xfrm>
              <a:off x="360" y="0"/>
              <a:ext cx="3329640" cy="2315520"/>
            </a:xfrm>
            <a:custGeom>
              <a:avLst/>
              <a:gdLst>
                <a:gd name="textAreaLeft" fmla="*/ 0 w 3329640"/>
                <a:gd name="textAreaRight" fmla="*/ 3330720 w 3329640"/>
                <a:gd name="textAreaTop" fmla="*/ 0 h 2315520"/>
                <a:gd name="textAreaBottom" fmla="*/ 2316600 h 2315520"/>
              </a:gdLst>
              <a:ahLst/>
              <a:rect l="textAreaLeft" t="textAreaTop" r="textAreaRight" b="textAreaBottom"/>
              <a:pathLst>
                <a:path w="3815424" h="2653659">
                  <a:moveTo>
                    <a:pt x="3203055" y="0"/>
                  </a:moveTo>
                  <a:lnTo>
                    <a:pt x="3815424" y="0"/>
                  </a:lnTo>
                  <a:lnTo>
                    <a:pt x="3801025" y="214243"/>
                  </a:lnTo>
                  <a:cubicBezTo>
                    <a:pt x="3616317" y="1584467"/>
                    <a:pt x="2091637" y="2653659"/>
                    <a:pt x="587142" y="2653659"/>
                  </a:cubicBezTo>
                  <a:cubicBezTo>
                    <a:pt x="400192" y="2653659"/>
                    <a:pt x="222112" y="2636953"/>
                    <a:pt x="53389" y="2605041"/>
                  </a:cubicBezTo>
                  <a:lnTo>
                    <a:pt x="0" y="2593136"/>
                  </a:lnTo>
                  <a:lnTo>
                    <a:pt x="0" y="1994836"/>
                  </a:lnTo>
                  <a:lnTo>
                    <a:pt x="159710" y="2035054"/>
                  </a:lnTo>
                  <a:cubicBezTo>
                    <a:pt x="295467" y="2061726"/>
                    <a:pt x="438268" y="2075152"/>
                    <a:pt x="587142" y="2075152"/>
                  </a:cubicBezTo>
                  <a:cubicBezTo>
                    <a:pt x="901731" y="2075152"/>
                    <a:pt x="1234490" y="2014697"/>
                    <a:pt x="1549283" y="1900153"/>
                  </a:cubicBezTo>
                  <a:cubicBezTo>
                    <a:pt x="1860709" y="1786959"/>
                    <a:pt x="2157231" y="1620350"/>
                    <a:pt x="2406698" y="1418450"/>
                  </a:cubicBezTo>
                  <a:cubicBezTo>
                    <a:pt x="2655859" y="1216840"/>
                    <a:pt x="2859596" y="978302"/>
                    <a:pt x="2996069" y="728678"/>
                  </a:cubicBezTo>
                  <a:cubicBezTo>
                    <a:pt x="3101178" y="536396"/>
                    <a:pt x="3167417" y="338366"/>
                    <a:pt x="3193967" y="137719"/>
                  </a:cubicBezTo>
                  <a:close/>
                </a:path>
              </a:pathLst>
            </a:custGeom>
            <a:gradFill rotWithShape="0">
              <a:gsLst>
                <a:gs pos="2000">
                  <a:srgbClr val="ffffff">
                    <a:alpha val="10000"/>
                  </a:srgbClr>
                </a:gs>
                <a:gs pos="16000">
                  <a:srgbClr val="f19d19">
                    <a:alpha val="10000"/>
                  </a:srgbClr>
                </a:gs>
                <a:gs pos="85000">
                  <a:srgbClr val="1d9a78">
                    <a:alpha val="10000"/>
                  </a:srgbClr>
                </a:gs>
                <a:gs pos="100000">
                  <a:srgbClr val="ffffff">
                    <a:alpha val="10000"/>
                  </a:srgbClr>
                </a:gs>
              </a:gsLst>
              <a:lin ang="12000000"/>
            </a:gra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/>
          </p:style>
          <p:txBody>
            <a:bodyPr lIns="90000" rIns="90000" tIns="45000" bIns="45000" anchor="ctr">
              <a:noAutofit/>
            </a:bodyPr>
            <a:p>
              <a:pPr algn="ctr" defTabSz="914400">
                <a:lnSpc>
                  <a:spcPct val="100000"/>
                </a:lnSpc>
              </a:pPr>
              <a:endParaRPr b="0" lang="en-US" sz="1800" strike="noStrike" u="none">
                <a:solidFill>
                  <a:schemeClr val="lt1"/>
                </a:solidFill>
                <a:uFillTx/>
                <a:latin typeface="Calibri"/>
              </a:endParaRPr>
            </a:p>
          </p:txBody>
        </p:sp>
        <p:sp>
          <p:nvSpPr>
            <p:cNvPr id="602" name="Freeform: Shape 26">
              <a:extLs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/>
            <p:nvPr/>
          </p:nvSpPr>
          <p:spPr>
            <a:xfrm>
              <a:off x="360" y="0"/>
              <a:ext cx="3329640" cy="2315520"/>
            </a:xfrm>
            <a:custGeom>
              <a:avLst/>
              <a:gdLst>
                <a:gd name="textAreaLeft" fmla="*/ 0 w 3329640"/>
                <a:gd name="textAreaRight" fmla="*/ 3330720 w 3329640"/>
                <a:gd name="textAreaTop" fmla="*/ 0 h 2315520"/>
                <a:gd name="textAreaBottom" fmla="*/ 2316600 h 2315520"/>
              </a:gdLst>
              <a:ahLst/>
              <a:rect l="textAreaLeft" t="textAreaTop" r="textAreaRight" b="textAreaBottom"/>
              <a:pathLst>
                <a:path w="3815424" h="2653660">
                  <a:moveTo>
                    <a:pt x="3305038" y="0"/>
                  </a:moveTo>
                  <a:lnTo>
                    <a:pt x="3815424" y="0"/>
                  </a:lnTo>
                  <a:lnTo>
                    <a:pt x="3801025" y="214244"/>
                  </a:lnTo>
                  <a:cubicBezTo>
                    <a:pt x="3616317" y="1584467"/>
                    <a:pt x="2091637" y="2653660"/>
                    <a:pt x="587142" y="2653660"/>
                  </a:cubicBezTo>
                  <a:cubicBezTo>
                    <a:pt x="400192" y="2653660"/>
                    <a:pt x="222112" y="2636954"/>
                    <a:pt x="53389" y="2605042"/>
                  </a:cubicBezTo>
                  <a:lnTo>
                    <a:pt x="0" y="2593137"/>
                  </a:lnTo>
                  <a:lnTo>
                    <a:pt x="0" y="2094444"/>
                  </a:lnTo>
                  <a:lnTo>
                    <a:pt x="137675" y="2129195"/>
                  </a:lnTo>
                  <a:cubicBezTo>
                    <a:pt x="280616" y="2157374"/>
                    <a:pt x="430766" y="2171571"/>
                    <a:pt x="587142" y="2171571"/>
                  </a:cubicBezTo>
                  <a:cubicBezTo>
                    <a:pt x="918879" y="2171571"/>
                    <a:pt x="1254904" y="2110634"/>
                    <a:pt x="1585826" y="1990112"/>
                  </a:cubicBezTo>
                  <a:cubicBezTo>
                    <a:pt x="1908071" y="1873061"/>
                    <a:pt x="2214800" y="1700666"/>
                    <a:pt x="2473046" y="1491633"/>
                  </a:cubicBezTo>
                  <a:cubicBezTo>
                    <a:pt x="2735782" y="1279031"/>
                    <a:pt x="2942276" y="1037118"/>
                    <a:pt x="3086710" y="772838"/>
                  </a:cubicBezTo>
                  <a:cubicBezTo>
                    <a:pt x="3197408" y="570216"/>
                    <a:pt x="3267226" y="361248"/>
                    <a:pt x="3295217" y="149229"/>
                  </a:cubicBezTo>
                  <a:close/>
                </a:path>
              </a:pathLst>
            </a:custGeom>
            <a:gradFill rotWithShape="0">
              <a:gsLst>
                <a:gs pos="2000">
                  <a:srgbClr val="ffffff">
                    <a:alpha val="10000"/>
                  </a:srgbClr>
                </a:gs>
                <a:gs pos="16000">
                  <a:srgbClr val="f19d19">
                    <a:alpha val="10000"/>
                  </a:srgbClr>
                </a:gs>
                <a:gs pos="85000">
                  <a:srgbClr val="1d9a78">
                    <a:alpha val="10000"/>
                  </a:srgbClr>
                </a:gs>
                <a:gs pos="100000">
                  <a:srgbClr val="ffffff">
                    <a:alpha val="10000"/>
                  </a:srgbClr>
                </a:gs>
              </a:gsLst>
              <a:lin ang="12000000"/>
            </a:gra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/>
          </p:style>
          <p:txBody>
            <a:bodyPr lIns="90000" rIns="90000" tIns="45000" bIns="45000" anchor="ctr">
              <a:noAutofit/>
            </a:bodyPr>
            <a:p>
              <a:pPr algn="ctr" defTabSz="914400">
                <a:lnSpc>
                  <a:spcPct val="100000"/>
                </a:lnSpc>
              </a:pPr>
              <a:endParaRPr b="0" lang="en-US" sz="1800" strike="noStrike" u="none">
                <a:solidFill>
                  <a:schemeClr val="lt1"/>
                </a:solidFill>
                <a:uFillTx/>
                <a:latin typeface="Calibri"/>
              </a:endParaRPr>
            </a:p>
          </p:txBody>
        </p:sp>
        <p:sp>
          <p:nvSpPr>
            <p:cNvPr id="603" name="Freeform: Shape 27">
              <a:extLs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/>
            <p:nvPr/>
          </p:nvSpPr>
          <p:spPr>
            <a:xfrm>
              <a:off x="0" y="0"/>
              <a:ext cx="3330360" cy="2334960"/>
            </a:xfrm>
            <a:custGeom>
              <a:avLst/>
              <a:gdLst>
                <a:gd name="textAreaLeft" fmla="*/ 0 w 3330360"/>
                <a:gd name="textAreaRight" fmla="*/ 3331440 w 3330360"/>
                <a:gd name="textAreaTop" fmla="*/ 0 h 2334960"/>
                <a:gd name="textAreaBottom" fmla="*/ 2336040 h 2334960"/>
              </a:gdLst>
              <a:ahLst/>
              <a:rect l="textAreaLeft" t="textAreaTop" r="textAreaRight" b="textAreaBottom"/>
              <a:pathLst>
                <a:path w="3815986" h="2675935">
                  <a:moveTo>
                    <a:pt x="3648768" y="0"/>
                  </a:moveTo>
                  <a:lnTo>
                    <a:pt x="3815986" y="0"/>
                  </a:lnTo>
                  <a:lnTo>
                    <a:pt x="3804695" y="200084"/>
                  </a:lnTo>
                  <a:cubicBezTo>
                    <a:pt x="3795228" y="285751"/>
                    <a:pt x="3781167" y="371032"/>
                    <a:pt x="3762590" y="455543"/>
                  </a:cubicBezTo>
                  <a:cubicBezTo>
                    <a:pt x="3725537" y="624467"/>
                    <a:pt x="3668784" y="790112"/>
                    <a:pt x="3592332" y="947274"/>
                  </a:cubicBezTo>
                  <a:cubicBezTo>
                    <a:pt x="3438712" y="1261596"/>
                    <a:pt x="3216091" y="1542847"/>
                    <a:pt x="2953967" y="1782349"/>
                  </a:cubicBezTo>
                  <a:cubicBezTo>
                    <a:pt x="2822599" y="1902099"/>
                    <a:pt x="2680615" y="2011341"/>
                    <a:pt x="2530669" y="2109494"/>
                  </a:cubicBezTo>
                  <a:cubicBezTo>
                    <a:pt x="2380520" y="2207551"/>
                    <a:pt x="2222510" y="2294906"/>
                    <a:pt x="2057561" y="2369245"/>
                  </a:cubicBezTo>
                  <a:cubicBezTo>
                    <a:pt x="1727252" y="2516859"/>
                    <a:pt x="1371629" y="2614434"/>
                    <a:pt x="1007330" y="2655701"/>
                  </a:cubicBezTo>
                  <a:cubicBezTo>
                    <a:pt x="916281" y="2665873"/>
                    <a:pt x="824568" y="2672188"/>
                    <a:pt x="732765" y="2674696"/>
                  </a:cubicBezTo>
                  <a:cubicBezTo>
                    <a:pt x="640963" y="2677203"/>
                    <a:pt x="549072" y="2675901"/>
                    <a:pt x="457666" y="2670839"/>
                  </a:cubicBezTo>
                  <a:cubicBezTo>
                    <a:pt x="366106" y="2665584"/>
                    <a:pt x="274572" y="2656521"/>
                    <a:pt x="183574" y="2643312"/>
                  </a:cubicBezTo>
                  <a:lnTo>
                    <a:pt x="0" y="2607798"/>
                  </a:lnTo>
                  <a:lnTo>
                    <a:pt x="0" y="2356652"/>
                  </a:lnTo>
                  <a:lnTo>
                    <a:pt x="222195" y="2396940"/>
                  </a:lnTo>
                  <a:cubicBezTo>
                    <a:pt x="304990" y="2407980"/>
                    <a:pt x="388511" y="2415283"/>
                    <a:pt x="472364" y="2419092"/>
                  </a:cubicBezTo>
                  <a:cubicBezTo>
                    <a:pt x="640376" y="2427095"/>
                    <a:pt x="808184" y="2421791"/>
                    <a:pt x="974972" y="2402122"/>
                  </a:cubicBezTo>
                  <a:cubicBezTo>
                    <a:pt x="1141658" y="2382358"/>
                    <a:pt x="1306812" y="2349286"/>
                    <a:pt x="1468292" y="2304162"/>
                  </a:cubicBezTo>
                  <a:cubicBezTo>
                    <a:pt x="1629874" y="2259231"/>
                    <a:pt x="1787475" y="2201091"/>
                    <a:pt x="1940176" y="2133695"/>
                  </a:cubicBezTo>
                  <a:cubicBezTo>
                    <a:pt x="2246498" y="2000349"/>
                    <a:pt x="2532507" y="1823520"/>
                    <a:pt x="2783403" y="1609954"/>
                  </a:cubicBezTo>
                  <a:cubicBezTo>
                    <a:pt x="2908442" y="1502833"/>
                    <a:pt x="3024295" y="1385975"/>
                    <a:pt x="3128104" y="1260439"/>
                  </a:cubicBezTo>
                  <a:cubicBezTo>
                    <a:pt x="3232116" y="1135096"/>
                    <a:pt x="3323881" y="1000689"/>
                    <a:pt x="3400639" y="859052"/>
                  </a:cubicBezTo>
                  <a:cubicBezTo>
                    <a:pt x="3477399" y="717510"/>
                    <a:pt x="3541296" y="569316"/>
                    <a:pt x="3585595" y="415336"/>
                  </a:cubicBezTo>
                  <a:cubicBezTo>
                    <a:pt x="3607796" y="338540"/>
                    <a:pt x="3624638" y="260224"/>
                    <a:pt x="3635918" y="181137"/>
                  </a:cubicBezTo>
                  <a:close/>
                </a:path>
              </a:pathLst>
            </a:custGeom>
            <a:gradFill rotWithShape="0">
              <a:gsLst>
                <a:gs pos="2000">
                  <a:srgbClr val="ffffff">
                    <a:alpha val="10000"/>
                  </a:srgbClr>
                </a:gs>
                <a:gs pos="16000">
                  <a:srgbClr val="f19d19">
                    <a:alpha val="10000"/>
                  </a:srgbClr>
                </a:gs>
                <a:gs pos="85000">
                  <a:srgbClr val="1d9a78">
                    <a:alpha val="10000"/>
                  </a:srgbClr>
                </a:gs>
                <a:gs pos="100000">
                  <a:srgbClr val="ffffff">
                    <a:alpha val="10000"/>
                  </a:srgbClr>
                </a:gs>
              </a:gsLst>
              <a:lin ang="12000000"/>
            </a:gra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/>
          </p:style>
          <p:txBody>
            <a:bodyPr lIns="90000" rIns="90000" tIns="45000" bIns="45000" anchor="ctr">
              <a:noAutofit/>
            </a:bodyPr>
            <a:p>
              <a:pPr algn="ctr" defTabSz="914400">
                <a:lnSpc>
                  <a:spcPct val="100000"/>
                </a:lnSpc>
              </a:pPr>
              <a:endParaRPr b="0" lang="en-US" sz="1800" strike="noStrike" u="none">
                <a:solidFill>
                  <a:schemeClr val="lt1"/>
                </a:solidFill>
                <a:uFillTx/>
                <a:latin typeface="Calibri"/>
              </a:endParaRPr>
            </a:p>
          </p:txBody>
        </p:sp>
        <p:sp>
          <p:nvSpPr>
            <p:cNvPr id="604" name="Freeform: Shape 28">
              <a:extLs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/>
            <p:nvPr/>
          </p:nvSpPr>
          <p:spPr>
            <a:xfrm>
              <a:off x="360" y="0"/>
              <a:ext cx="3344400" cy="2509920"/>
            </a:xfrm>
            <a:custGeom>
              <a:avLst/>
              <a:gdLst>
                <a:gd name="textAreaLeft" fmla="*/ 0 w 3344400"/>
                <a:gd name="textAreaRight" fmla="*/ 3345480 w 3344400"/>
                <a:gd name="textAreaTop" fmla="*/ 0 h 2509920"/>
                <a:gd name="textAreaBottom" fmla="*/ 2511000 h 2509920"/>
              </a:gdLst>
              <a:ahLst/>
              <a:rect l="textAreaLeft" t="textAreaTop" r="textAreaRight" b="textAreaBottom"/>
              <a:pathLst>
                <a:path w="3832270" h="2876136">
                  <a:moveTo>
                    <a:pt x="3800718" y="0"/>
                  </a:moveTo>
                  <a:lnTo>
                    <a:pt x="3832270" y="0"/>
                  </a:lnTo>
                  <a:lnTo>
                    <a:pt x="3824562" y="143769"/>
                  </a:lnTo>
                  <a:cubicBezTo>
                    <a:pt x="3797131" y="409191"/>
                    <a:pt x="3730585" y="671345"/>
                    <a:pt x="3628155" y="922055"/>
                  </a:cubicBezTo>
                  <a:cubicBezTo>
                    <a:pt x="3593858" y="1005553"/>
                    <a:pt x="3556704" y="1088280"/>
                    <a:pt x="3514853" y="1169078"/>
                  </a:cubicBezTo>
                  <a:cubicBezTo>
                    <a:pt x="3473616" y="1250166"/>
                    <a:pt x="3428194" y="1329517"/>
                    <a:pt x="3379198" y="1407037"/>
                  </a:cubicBezTo>
                  <a:cubicBezTo>
                    <a:pt x="3281106" y="1561980"/>
                    <a:pt x="3169132" y="1710174"/>
                    <a:pt x="3043787" y="1848342"/>
                  </a:cubicBezTo>
                  <a:cubicBezTo>
                    <a:pt x="2980806" y="1917184"/>
                    <a:pt x="2915071" y="1984001"/>
                    <a:pt x="2845661" y="2047444"/>
                  </a:cubicBezTo>
                  <a:cubicBezTo>
                    <a:pt x="2828411" y="2063450"/>
                    <a:pt x="2811060" y="2079263"/>
                    <a:pt x="2793197" y="2094689"/>
                  </a:cubicBezTo>
                  <a:cubicBezTo>
                    <a:pt x="2775436" y="2110213"/>
                    <a:pt x="2757982" y="2126025"/>
                    <a:pt x="2739710" y="2140969"/>
                  </a:cubicBezTo>
                  <a:cubicBezTo>
                    <a:pt x="2703576" y="2171341"/>
                    <a:pt x="2666524" y="2200749"/>
                    <a:pt x="2629166" y="2229867"/>
                  </a:cubicBezTo>
                  <a:cubicBezTo>
                    <a:pt x="2479015" y="2345569"/>
                    <a:pt x="2316821" y="2448061"/>
                    <a:pt x="2145952" y="2535994"/>
                  </a:cubicBezTo>
                  <a:cubicBezTo>
                    <a:pt x="1804312" y="2711957"/>
                    <a:pt x="1424600" y="2826982"/>
                    <a:pt x="1034987" y="2863910"/>
                  </a:cubicBezTo>
                  <a:cubicBezTo>
                    <a:pt x="937762" y="2873167"/>
                    <a:pt x="839720" y="2877096"/>
                    <a:pt x="741909" y="2875939"/>
                  </a:cubicBezTo>
                  <a:cubicBezTo>
                    <a:pt x="644097" y="2874782"/>
                    <a:pt x="546515" y="2868539"/>
                    <a:pt x="450208" y="2857451"/>
                  </a:cubicBezTo>
                  <a:cubicBezTo>
                    <a:pt x="305520" y="2840674"/>
                    <a:pt x="162095" y="2813810"/>
                    <a:pt x="22215" y="2775923"/>
                  </a:cubicBezTo>
                  <a:lnTo>
                    <a:pt x="0" y="2769256"/>
                  </a:lnTo>
                  <a:lnTo>
                    <a:pt x="0" y="2590612"/>
                  </a:lnTo>
                  <a:lnTo>
                    <a:pt x="199046" y="2627410"/>
                  </a:lnTo>
                  <a:cubicBezTo>
                    <a:pt x="288321" y="2639209"/>
                    <a:pt x="378197" y="2646537"/>
                    <a:pt x="468174" y="2649670"/>
                  </a:cubicBezTo>
                  <a:cubicBezTo>
                    <a:pt x="648333" y="2656805"/>
                    <a:pt x="826655" y="2647163"/>
                    <a:pt x="1003650" y="2622480"/>
                  </a:cubicBezTo>
                  <a:cubicBezTo>
                    <a:pt x="1091943" y="2609658"/>
                    <a:pt x="1179725" y="2593747"/>
                    <a:pt x="1266489" y="2573982"/>
                  </a:cubicBezTo>
                  <a:cubicBezTo>
                    <a:pt x="1353250" y="2553927"/>
                    <a:pt x="1439298" y="2531076"/>
                    <a:pt x="1524223" y="2504657"/>
                  </a:cubicBezTo>
                  <a:cubicBezTo>
                    <a:pt x="1609149" y="2478336"/>
                    <a:pt x="1693052" y="2448833"/>
                    <a:pt x="1775731" y="2416243"/>
                  </a:cubicBezTo>
                  <a:cubicBezTo>
                    <a:pt x="1858309" y="2383557"/>
                    <a:pt x="1939764" y="2347882"/>
                    <a:pt x="2019789" y="2309412"/>
                  </a:cubicBezTo>
                  <a:cubicBezTo>
                    <a:pt x="2179839" y="2232567"/>
                    <a:pt x="2334583" y="2144923"/>
                    <a:pt x="2482486" y="2046962"/>
                  </a:cubicBezTo>
                  <a:cubicBezTo>
                    <a:pt x="2519334" y="2022376"/>
                    <a:pt x="2556081" y="1997403"/>
                    <a:pt x="2591908" y="1971371"/>
                  </a:cubicBezTo>
                  <a:cubicBezTo>
                    <a:pt x="2610077" y="1958644"/>
                    <a:pt x="2627838" y="1945434"/>
                    <a:pt x="2645702" y="1932321"/>
                  </a:cubicBezTo>
                  <a:cubicBezTo>
                    <a:pt x="2663666" y="1919305"/>
                    <a:pt x="2681325" y="1905903"/>
                    <a:pt x="2698779" y="1892309"/>
                  </a:cubicBezTo>
                  <a:cubicBezTo>
                    <a:pt x="2768903" y="1838025"/>
                    <a:pt x="2837496" y="1781717"/>
                    <a:pt x="2903537" y="1722516"/>
                  </a:cubicBezTo>
                  <a:cubicBezTo>
                    <a:pt x="3035926" y="1604501"/>
                    <a:pt x="3158720" y="1475784"/>
                    <a:pt x="3269061" y="1337327"/>
                  </a:cubicBezTo>
                  <a:cubicBezTo>
                    <a:pt x="3324182" y="1268099"/>
                    <a:pt x="3376341" y="1196461"/>
                    <a:pt x="3424928" y="1122508"/>
                  </a:cubicBezTo>
                  <a:cubicBezTo>
                    <a:pt x="3472697" y="1048170"/>
                    <a:pt x="3517814" y="972000"/>
                    <a:pt x="3557622" y="893226"/>
                  </a:cubicBezTo>
                  <a:cubicBezTo>
                    <a:pt x="3567931" y="873654"/>
                    <a:pt x="3577526" y="853791"/>
                    <a:pt x="3587019" y="833929"/>
                  </a:cubicBezTo>
                  <a:lnTo>
                    <a:pt x="3601310" y="804040"/>
                  </a:lnTo>
                  <a:lnTo>
                    <a:pt x="3614885" y="773861"/>
                  </a:lnTo>
                  <a:cubicBezTo>
                    <a:pt x="3623766" y="753709"/>
                    <a:pt x="3632748" y="733559"/>
                    <a:pt x="3640812" y="713022"/>
                  </a:cubicBezTo>
                  <a:cubicBezTo>
                    <a:pt x="3648876" y="692485"/>
                    <a:pt x="3657756" y="672236"/>
                    <a:pt x="3665105" y="651506"/>
                  </a:cubicBezTo>
                  <a:cubicBezTo>
                    <a:pt x="3696544" y="569166"/>
                    <a:pt x="3723185" y="485089"/>
                    <a:pt x="3744110" y="399567"/>
                  </a:cubicBezTo>
                  <a:cubicBezTo>
                    <a:pt x="3765341" y="314238"/>
                    <a:pt x="3781392" y="227654"/>
                    <a:pt x="3792123" y="140444"/>
                  </a:cubicBezTo>
                  <a:close/>
                </a:path>
              </a:pathLst>
            </a:custGeom>
            <a:gradFill rotWithShape="0">
              <a:gsLst>
                <a:gs pos="2000">
                  <a:srgbClr val="ffffff">
                    <a:alpha val="10000"/>
                  </a:srgbClr>
                </a:gs>
                <a:gs pos="16000">
                  <a:srgbClr val="f19d19">
                    <a:alpha val="10000"/>
                  </a:srgbClr>
                </a:gs>
                <a:gs pos="85000">
                  <a:srgbClr val="1d9a78">
                    <a:alpha val="10000"/>
                  </a:srgbClr>
                </a:gs>
                <a:gs pos="100000">
                  <a:srgbClr val="ffffff">
                    <a:alpha val="10000"/>
                  </a:srgbClr>
                </a:gs>
              </a:gsLst>
              <a:lin ang="12000000"/>
            </a:gra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/>
          </p:style>
          <p:txBody>
            <a:bodyPr lIns="90000" rIns="90000" tIns="45000" bIns="45000" anchor="ctr">
              <a:noAutofit/>
            </a:bodyPr>
            <a:p>
              <a:pPr algn="ctr" defTabSz="914400">
                <a:lnSpc>
                  <a:spcPct val="100000"/>
                </a:lnSpc>
              </a:pPr>
              <a:endParaRPr b="0" lang="en-US" sz="1800" strike="noStrike" u="none">
                <a:solidFill>
                  <a:schemeClr val="lt1"/>
                </a:solidFill>
                <a:uFillTx/>
                <a:latin typeface="Calibri"/>
              </a:endParaRPr>
            </a:p>
          </p:txBody>
        </p:sp>
      </p:grpSp>
      <p:sp>
        <p:nvSpPr>
          <p:cNvPr id="605" name="PlaceHolder 2"/>
          <p:cNvSpPr>
            <a:spLocks noGrp="1"/>
          </p:cNvSpPr>
          <p:nvPr>
            <p:ph/>
          </p:nvPr>
        </p:nvSpPr>
        <p:spPr>
          <a:xfrm>
            <a:off x="1179360" y="3329640"/>
            <a:ext cx="9832320" cy="245628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t">
            <a:normAutofit/>
          </a:bodyPr>
          <a:p>
            <a:pPr marL="228600" indent="-228600" defTabSz="914400">
              <a:lnSpc>
                <a:spcPct val="90000"/>
              </a:lnSpc>
              <a:spcBef>
                <a:spcPts val="1001"/>
              </a:spcBef>
              <a:buClr>
                <a:srgbClr val="44546a"/>
              </a:buClr>
              <a:buFont typeface="Arial"/>
              <a:buChar char="•"/>
            </a:pPr>
            <a:r>
              <a:rPr b="0" lang="de-DE" sz="1500" strike="noStrike" u="none">
                <a:solidFill>
                  <a:schemeClr val="dk2"/>
                </a:solidFill>
                <a:uFillTx/>
                <a:latin typeface="Calibri"/>
              </a:rPr>
              <a:t>Erstelle ein Angular-Modul CustomerModule</a:t>
            </a:r>
            <a:endParaRPr b="0" lang="de-DE" sz="1500" strike="noStrike" u="none">
              <a:solidFill>
                <a:srgbClr val="000000"/>
              </a:solidFill>
              <a:uFillTx/>
              <a:latin typeface="Arial"/>
            </a:endParaRPr>
          </a:p>
          <a:p>
            <a:pPr lvl="1" marL="685800" indent="-228600" defTabSz="914400">
              <a:lnSpc>
                <a:spcPct val="90000"/>
              </a:lnSpc>
              <a:spcBef>
                <a:spcPts val="499"/>
              </a:spcBef>
              <a:buClr>
                <a:srgbClr val="44546a"/>
              </a:buClr>
              <a:buFont typeface="Arial"/>
              <a:buChar char="•"/>
            </a:pPr>
            <a:r>
              <a:rPr b="0" lang="de-DE" sz="1500" strike="noStrike" u="none">
                <a:solidFill>
                  <a:schemeClr val="dk2"/>
                </a:solidFill>
                <a:uFillTx/>
                <a:latin typeface="Calibri"/>
              </a:rPr>
              <a:t>Generieren per ng generate module customer</a:t>
            </a:r>
            <a:endParaRPr b="0" lang="de-DE" sz="1500" strike="noStrike" u="none">
              <a:solidFill>
                <a:srgbClr val="000000"/>
              </a:solidFill>
              <a:uFillTx/>
              <a:latin typeface="Arial"/>
            </a:endParaRPr>
          </a:p>
          <a:p>
            <a:pPr marL="228600" indent="-228600" defTabSz="914400">
              <a:lnSpc>
                <a:spcPct val="90000"/>
              </a:lnSpc>
              <a:spcBef>
                <a:spcPts val="1001"/>
              </a:spcBef>
              <a:buClr>
                <a:srgbClr val="44546a"/>
              </a:buClr>
              <a:buFont typeface="Arial"/>
              <a:buChar char="•"/>
            </a:pPr>
            <a:r>
              <a:rPr b="0" lang="de-DE" sz="1500" strike="noStrike" u="none">
                <a:solidFill>
                  <a:schemeClr val="dk2"/>
                </a:solidFill>
                <a:uFillTx/>
                <a:latin typeface="Calibri"/>
              </a:rPr>
              <a:t>Erstelle eine Komponente CustomerListComponent</a:t>
            </a:r>
            <a:endParaRPr b="0" lang="de-DE" sz="1500" strike="noStrike" u="none">
              <a:solidFill>
                <a:srgbClr val="000000"/>
              </a:solidFill>
              <a:uFillTx/>
              <a:latin typeface="Arial"/>
            </a:endParaRPr>
          </a:p>
          <a:p>
            <a:pPr lvl="1" marL="685800" indent="-228600" defTabSz="914400">
              <a:lnSpc>
                <a:spcPct val="90000"/>
              </a:lnSpc>
              <a:spcBef>
                <a:spcPts val="499"/>
              </a:spcBef>
              <a:buClr>
                <a:srgbClr val="44546a"/>
              </a:buClr>
              <a:buFont typeface="Arial"/>
              <a:buChar char="•"/>
            </a:pPr>
            <a:r>
              <a:rPr b="0" lang="de-DE" sz="1500" strike="noStrike" u="none">
                <a:solidFill>
                  <a:schemeClr val="dk2"/>
                </a:solidFill>
                <a:uFillTx/>
                <a:latin typeface="Calibri"/>
              </a:rPr>
              <a:t>Generieren per ng generate component customer/customer-list</a:t>
            </a:r>
            <a:endParaRPr b="0" lang="de-DE" sz="1500" strike="noStrike" u="none">
              <a:solidFill>
                <a:srgbClr val="000000"/>
              </a:solidFill>
              <a:uFillTx/>
              <a:latin typeface="Arial"/>
            </a:endParaRPr>
          </a:p>
          <a:p>
            <a:pPr marL="228600" indent="-228600" defTabSz="914400">
              <a:lnSpc>
                <a:spcPct val="90000"/>
              </a:lnSpc>
              <a:spcBef>
                <a:spcPts val="1001"/>
              </a:spcBef>
              <a:buClr>
                <a:srgbClr val="44546a"/>
              </a:buClr>
              <a:buFont typeface="Arial"/>
              <a:buChar char="•"/>
            </a:pPr>
            <a:r>
              <a:rPr b="0" lang="de-DE" sz="1500" strike="noStrike" u="none">
                <a:solidFill>
                  <a:schemeClr val="dk2"/>
                </a:solidFill>
                <a:uFillTx/>
                <a:latin typeface="Calibri"/>
              </a:rPr>
              <a:t>Binde die neue Komponente ein</a:t>
            </a:r>
            <a:endParaRPr b="0" lang="de-DE" sz="1500" strike="noStrike" u="none">
              <a:solidFill>
                <a:srgbClr val="000000"/>
              </a:solidFill>
              <a:uFillTx/>
              <a:latin typeface="Arial"/>
            </a:endParaRPr>
          </a:p>
          <a:p>
            <a:pPr lvl="1" marL="685800" indent="-228600" defTabSz="914400">
              <a:lnSpc>
                <a:spcPct val="90000"/>
              </a:lnSpc>
              <a:spcBef>
                <a:spcPts val="499"/>
              </a:spcBef>
              <a:buClr>
                <a:srgbClr val="44546a"/>
              </a:buClr>
              <a:buFont typeface="Arial"/>
              <a:buChar char="•"/>
            </a:pPr>
            <a:r>
              <a:rPr b="0" lang="de-DE" sz="1500" strike="noStrike" u="none">
                <a:solidFill>
                  <a:schemeClr val="dk2"/>
                </a:solidFill>
                <a:uFillTx/>
                <a:latin typeface="Calibri"/>
              </a:rPr>
              <a:t>Exportiere CustomerListComponent in TrainingsModule</a:t>
            </a:r>
            <a:endParaRPr b="0" lang="de-DE" sz="1500" strike="noStrike" u="none">
              <a:solidFill>
                <a:srgbClr val="000000"/>
              </a:solidFill>
              <a:uFillTx/>
              <a:latin typeface="Arial"/>
            </a:endParaRPr>
          </a:p>
          <a:p>
            <a:pPr lvl="1" marL="685800" indent="-228600" defTabSz="914400">
              <a:lnSpc>
                <a:spcPct val="90000"/>
              </a:lnSpc>
              <a:spcBef>
                <a:spcPts val="499"/>
              </a:spcBef>
              <a:buClr>
                <a:srgbClr val="44546a"/>
              </a:buClr>
              <a:buFont typeface="Arial"/>
              <a:buChar char="•"/>
            </a:pPr>
            <a:r>
              <a:rPr b="0" lang="de-DE" sz="1500" strike="noStrike" u="none">
                <a:solidFill>
                  <a:schemeClr val="dk2"/>
                </a:solidFill>
                <a:uFillTx/>
                <a:latin typeface="Calibri"/>
              </a:rPr>
              <a:t>Importiere CustomerModule in AppModule</a:t>
            </a:r>
            <a:endParaRPr b="0" lang="de-DE" sz="1500" strike="noStrike" u="none">
              <a:solidFill>
                <a:srgbClr val="000000"/>
              </a:solidFill>
              <a:uFillTx/>
              <a:latin typeface="Arial"/>
            </a:endParaRPr>
          </a:p>
          <a:p>
            <a:pPr lvl="1" marL="685800" indent="-228600" defTabSz="914400">
              <a:lnSpc>
                <a:spcPct val="90000"/>
              </a:lnSpc>
              <a:spcBef>
                <a:spcPts val="499"/>
              </a:spcBef>
              <a:buClr>
                <a:srgbClr val="44546a"/>
              </a:buClr>
              <a:buFont typeface="Arial"/>
              <a:buChar char="•"/>
            </a:pPr>
            <a:r>
              <a:rPr b="0" lang="de-DE" sz="1500" strike="noStrike" u="none">
                <a:solidFill>
                  <a:schemeClr val="dk2"/>
                </a:solidFill>
                <a:uFillTx/>
                <a:latin typeface="Calibri"/>
              </a:rPr>
              <a:t>Verwende CustomerListComponent im Template von AppComponent</a:t>
            </a:r>
            <a:endParaRPr b="0" lang="de-DE" sz="1500" strike="noStrike" u="none">
              <a:solidFill>
                <a:srgbClr val="000000"/>
              </a:solidFill>
              <a:uFillTx/>
              <a:latin typeface="Arial"/>
            </a:endParaRPr>
          </a:p>
          <a:p>
            <a:pPr indent="0" defTabSz="914400">
              <a:lnSpc>
                <a:spcPct val="90000"/>
              </a:lnSpc>
              <a:spcBef>
                <a:spcPts val="1001"/>
              </a:spcBef>
              <a:buNone/>
              <a:tabLst>
                <a:tab algn="l" pos="0"/>
              </a:tabLst>
            </a:pPr>
            <a:endParaRPr b="0" lang="de-DE" sz="1500" strike="noStrike" u="none">
              <a:solidFill>
                <a:srgbClr val="000000"/>
              </a:solidFill>
              <a:uFillTx/>
              <a:latin typeface="Arial"/>
            </a:endParaRPr>
          </a:p>
        </p:txBody>
      </p:sp>
      <p:grpSp>
        <p:nvGrpSpPr>
          <p:cNvPr id="606" name="Group 30">
            <a:extLst>
              <a:ext uri="{C183D7F6-B498-43B3-948B-1728B52AA6E4}">
                <adec:decorative xmlns:adec="http://schemas.microsoft.com/office/drawing/2017/decorative" val="1"/>
              </a:ext>
            </a:extLst>
          </p:cNvPr>
          <p:cNvGrpSpPr/>
          <p:nvPr/>
        </p:nvGrpSpPr>
        <p:grpSpPr>
          <a:xfrm>
            <a:off x="9828720" y="2979360"/>
            <a:ext cx="2367720" cy="3877560"/>
            <a:chOff x="9828720" y="2979360"/>
            <a:chExt cx="2367720" cy="3877560"/>
          </a:xfrm>
        </p:grpSpPr>
        <p:sp>
          <p:nvSpPr>
            <p:cNvPr id="607" name="Freeform: Shape 31">
              <a:extLs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/>
            <p:nvPr/>
          </p:nvSpPr>
          <p:spPr>
            <a:xfrm rot="5400000">
              <a:off x="9073800" y="3734280"/>
              <a:ext cx="3877560" cy="2367720"/>
            </a:xfrm>
            <a:custGeom>
              <a:avLst/>
              <a:gdLst>
                <a:gd name="textAreaLeft" fmla="*/ 0 w 3877560"/>
                <a:gd name="textAreaRight" fmla="*/ 3878640 w 3877560"/>
                <a:gd name="textAreaTop" fmla="*/ 0 h 2367720"/>
                <a:gd name="textAreaBottom" fmla="*/ 2368800 h 2367720"/>
              </a:gdLst>
              <a:ahLst/>
              <a:rect l="textAreaLeft" t="textAreaTop" r="textAreaRight" b="textAreaBottom"/>
              <a:pathLst>
                <a:path w="5324985" h="3251912">
                  <a:moveTo>
                    <a:pt x="0" y="0"/>
                  </a:moveTo>
                  <a:lnTo>
                    <a:pt x="36826" y="0"/>
                  </a:lnTo>
                  <a:lnTo>
                    <a:pt x="45003" y="152909"/>
                  </a:lnTo>
                  <a:cubicBezTo>
                    <a:pt x="50351" y="205154"/>
                    <a:pt x="58290" y="257123"/>
                    <a:pt x="68956" y="308600"/>
                  </a:cubicBezTo>
                  <a:cubicBezTo>
                    <a:pt x="91393" y="411324"/>
                    <a:pt x="123882" y="511847"/>
                    <a:pt x="167774" y="607968"/>
                  </a:cubicBezTo>
                  <a:cubicBezTo>
                    <a:pt x="178195" y="632173"/>
                    <a:pt x="190333" y="655798"/>
                    <a:pt x="201857" y="679539"/>
                  </a:cubicBezTo>
                  <a:cubicBezTo>
                    <a:pt x="214363" y="702933"/>
                    <a:pt x="226255" y="726557"/>
                    <a:pt x="239741" y="749488"/>
                  </a:cubicBezTo>
                  <a:cubicBezTo>
                    <a:pt x="265488" y="795812"/>
                    <a:pt x="294176" y="840746"/>
                    <a:pt x="323724" y="885101"/>
                  </a:cubicBezTo>
                  <a:cubicBezTo>
                    <a:pt x="353149" y="929572"/>
                    <a:pt x="384657" y="972885"/>
                    <a:pt x="416412" y="1016081"/>
                  </a:cubicBezTo>
                  <a:cubicBezTo>
                    <a:pt x="448655" y="1058931"/>
                    <a:pt x="482127" y="1101202"/>
                    <a:pt x="515719" y="1143356"/>
                  </a:cubicBezTo>
                  <a:cubicBezTo>
                    <a:pt x="583027" y="1227782"/>
                    <a:pt x="653402" y="1310470"/>
                    <a:pt x="722427" y="1395127"/>
                  </a:cubicBezTo>
                  <a:cubicBezTo>
                    <a:pt x="757123" y="1437282"/>
                    <a:pt x="791697" y="1479783"/>
                    <a:pt x="825780" y="1522749"/>
                  </a:cubicBezTo>
                  <a:cubicBezTo>
                    <a:pt x="859742" y="1565367"/>
                    <a:pt x="893457" y="1610649"/>
                    <a:pt x="926314" y="1651992"/>
                  </a:cubicBezTo>
                  <a:cubicBezTo>
                    <a:pt x="958927" y="1694379"/>
                    <a:pt x="993132" y="1735492"/>
                    <a:pt x="1026848" y="1776836"/>
                  </a:cubicBezTo>
                  <a:cubicBezTo>
                    <a:pt x="1061545" y="1817485"/>
                    <a:pt x="1095996" y="1858133"/>
                    <a:pt x="1131918" y="1897393"/>
                  </a:cubicBezTo>
                  <a:cubicBezTo>
                    <a:pt x="1203273" y="1976376"/>
                    <a:pt x="1277447" y="2052463"/>
                    <a:pt x="1354688" y="2124728"/>
                  </a:cubicBezTo>
                  <a:cubicBezTo>
                    <a:pt x="1509411" y="2268911"/>
                    <a:pt x="1676396" y="2397575"/>
                    <a:pt x="1855027" y="2504236"/>
                  </a:cubicBezTo>
                  <a:cubicBezTo>
                    <a:pt x="1944528" y="2557277"/>
                    <a:pt x="2036357" y="2605917"/>
                    <a:pt x="2131618" y="2646913"/>
                  </a:cubicBezTo>
                  <a:cubicBezTo>
                    <a:pt x="2226267" y="2689068"/>
                    <a:pt x="2323981" y="2724622"/>
                    <a:pt x="2423534" y="2754732"/>
                  </a:cubicBezTo>
                  <a:cubicBezTo>
                    <a:pt x="2523087" y="2784958"/>
                    <a:pt x="2624602" y="2809394"/>
                    <a:pt x="2727588" y="2829197"/>
                  </a:cubicBezTo>
                  <a:cubicBezTo>
                    <a:pt x="2830698" y="2848653"/>
                    <a:pt x="2935522" y="2861971"/>
                    <a:pt x="3041083" y="2870890"/>
                  </a:cubicBezTo>
                  <a:cubicBezTo>
                    <a:pt x="3146644" y="2879922"/>
                    <a:pt x="3253307" y="2883860"/>
                    <a:pt x="3360340" y="2883976"/>
                  </a:cubicBezTo>
                  <a:cubicBezTo>
                    <a:pt x="3387067" y="2883976"/>
                    <a:pt x="3414162" y="2884439"/>
                    <a:pt x="3439663" y="2883396"/>
                  </a:cubicBezTo>
                  <a:lnTo>
                    <a:pt x="3478529" y="2882471"/>
                  </a:lnTo>
                  <a:lnTo>
                    <a:pt x="3517271" y="2880616"/>
                  </a:lnTo>
                  <a:cubicBezTo>
                    <a:pt x="3568887" y="2878417"/>
                    <a:pt x="3620257" y="2873552"/>
                    <a:pt x="3671260" y="2867878"/>
                  </a:cubicBezTo>
                  <a:cubicBezTo>
                    <a:pt x="3875515" y="2844253"/>
                    <a:pt x="4074253" y="2792486"/>
                    <a:pt x="4265268" y="2716283"/>
                  </a:cubicBezTo>
                  <a:cubicBezTo>
                    <a:pt x="4361020" y="2678529"/>
                    <a:pt x="4454444" y="2633710"/>
                    <a:pt x="4546395" y="2584724"/>
                  </a:cubicBezTo>
                  <a:cubicBezTo>
                    <a:pt x="4638470" y="2535967"/>
                    <a:pt x="4728827" y="2481885"/>
                    <a:pt x="4817837" y="2424674"/>
                  </a:cubicBezTo>
                  <a:cubicBezTo>
                    <a:pt x="4906846" y="2367348"/>
                    <a:pt x="4994385" y="2306317"/>
                    <a:pt x="5081677" y="2243548"/>
                  </a:cubicBezTo>
                  <a:cubicBezTo>
                    <a:pt x="5125201" y="2212164"/>
                    <a:pt x="5168603" y="2179969"/>
                    <a:pt x="5211881" y="2147658"/>
                  </a:cubicBezTo>
                  <a:lnTo>
                    <a:pt x="5324985" y="2062128"/>
                  </a:lnTo>
                  <a:lnTo>
                    <a:pt x="5324985" y="2514993"/>
                  </a:lnTo>
                  <a:lnTo>
                    <a:pt x="5314867" y="2522881"/>
                  </a:lnTo>
                  <a:cubicBezTo>
                    <a:pt x="5225490" y="2591325"/>
                    <a:pt x="5133783" y="2658379"/>
                    <a:pt x="5038276" y="2722421"/>
                  </a:cubicBezTo>
                  <a:cubicBezTo>
                    <a:pt x="4942892" y="2786348"/>
                    <a:pt x="4844810" y="2848422"/>
                    <a:pt x="4741701" y="2904937"/>
                  </a:cubicBezTo>
                  <a:cubicBezTo>
                    <a:pt x="4638592" y="2961337"/>
                    <a:pt x="4531929" y="3013683"/>
                    <a:pt x="4420728" y="3058848"/>
                  </a:cubicBezTo>
                  <a:cubicBezTo>
                    <a:pt x="4199063" y="3150338"/>
                    <a:pt x="3959621" y="3211485"/>
                    <a:pt x="3717481" y="3237079"/>
                  </a:cubicBezTo>
                  <a:cubicBezTo>
                    <a:pt x="3656914" y="3243101"/>
                    <a:pt x="3596227" y="3247966"/>
                    <a:pt x="3535661" y="3249934"/>
                  </a:cubicBezTo>
                  <a:lnTo>
                    <a:pt x="3490175" y="3251555"/>
                  </a:lnTo>
                  <a:lnTo>
                    <a:pt x="3444813" y="3251787"/>
                  </a:lnTo>
                  <a:cubicBezTo>
                    <a:pt x="3414162" y="3252250"/>
                    <a:pt x="3385105" y="3251324"/>
                    <a:pt x="3355681" y="3250745"/>
                  </a:cubicBezTo>
                  <a:cubicBezTo>
                    <a:pt x="3296954" y="3250050"/>
                    <a:pt x="3237860" y="3246692"/>
                    <a:pt x="3179011" y="3243795"/>
                  </a:cubicBezTo>
                  <a:cubicBezTo>
                    <a:pt x="3120039" y="3239164"/>
                    <a:pt x="3061067" y="3234878"/>
                    <a:pt x="3002217" y="3227814"/>
                  </a:cubicBezTo>
                  <a:cubicBezTo>
                    <a:pt x="2884397" y="3214496"/>
                    <a:pt x="2766699" y="3196314"/>
                    <a:pt x="2650103" y="3170836"/>
                  </a:cubicBezTo>
                  <a:cubicBezTo>
                    <a:pt x="2533510" y="3145358"/>
                    <a:pt x="2418263" y="3112583"/>
                    <a:pt x="2305836" y="3072514"/>
                  </a:cubicBezTo>
                  <a:cubicBezTo>
                    <a:pt x="2193410" y="3032328"/>
                    <a:pt x="2083926" y="2984383"/>
                    <a:pt x="1978611" y="2929952"/>
                  </a:cubicBezTo>
                  <a:cubicBezTo>
                    <a:pt x="1873663" y="2874711"/>
                    <a:pt x="1772884" y="2812985"/>
                    <a:pt x="1678235" y="2744424"/>
                  </a:cubicBezTo>
                  <a:cubicBezTo>
                    <a:pt x="1488201" y="2608001"/>
                    <a:pt x="1321708" y="2448068"/>
                    <a:pt x="1175688" y="2277018"/>
                  </a:cubicBezTo>
                  <a:cubicBezTo>
                    <a:pt x="1102985" y="2191086"/>
                    <a:pt x="1035309" y="2102377"/>
                    <a:pt x="971310" y="2012044"/>
                  </a:cubicBezTo>
                  <a:cubicBezTo>
                    <a:pt x="907188" y="1921714"/>
                    <a:pt x="847358" y="1829413"/>
                    <a:pt x="790717" y="1735723"/>
                  </a:cubicBezTo>
                  <a:cubicBezTo>
                    <a:pt x="761782" y="1688357"/>
                    <a:pt x="735300" y="1644002"/>
                    <a:pt x="706488" y="1598604"/>
                  </a:cubicBezTo>
                  <a:cubicBezTo>
                    <a:pt x="677922" y="1553555"/>
                    <a:pt x="648866" y="1508505"/>
                    <a:pt x="618951" y="1463802"/>
                  </a:cubicBezTo>
                  <a:lnTo>
                    <a:pt x="436273" y="1195355"/>
                  </a:lnTo>
                  <a:cubicBezTo>
                    <a:pt x="405990" y="1150189"/>
                    <a:pt x="376075" y="1104792"/>
                    <a:pt x="346896" y="1058816"/>
                  </a:cubicBezTo>
                  <a:cubicBezTo>
                    <a:pt x="317716" y="1012838"/>
                    <a:pt x="288782" y="966747"/>
                    <a:pt x="261809" y="919264"/>
                  </a:cubicBezTo>
                  <a:cubicBezTo>
                    <a:pt x="207742" y="824764"/>
                    <a:pt x="158088" y="727485"/>
                    <a:pt x="118487" y="626498"/>
                  </a:cubicBezTo>
                  <a:cubicBezTo>
                    <a:pt x="78151" y="525859"/>
                    <a:pt x="48237" y="421515"/>
                    <a:pt x="28130" y="315781"/>
                  </a:cubicBezTo>
                  <a:cubicBezTo>
                    <a:pt x="18506" y="262914"/>
                    <a:pt x="11425" y="209642"/>
                    <a:pt x="6751" y="156195"/>
                  </a:cubicBezTo>
                  <a:close/>
                </a:path>
              </a:pathLst>
            </a:custGeom>
            <a:gradFill rotWithShape="0">
              <a:gsLst>
                <a:gs pos="2000">
                  <a:srgbClr val="ffffff">
                    <a:alpha val="10000"/>
                  </a:srgbClr>
                </a:gs>
                <a:gs pos="16000">
                  <a:srgbClr val="f19d19">
                    <a:alpha val="10000"/>
                  </a:srgbClr>
                </a:gs>
                <a:gs pos="85000">
                  <a:srgbClr val="1d9a78">
                    <a:alpha val="10000"/>
                  </a:srgbClr>
                </a:gs>
                <a:gs pos="100000">
                  <a:srgbClr val="ffffff">
                    <a:alpha val="10000"/>
                  </a:srgbClr>
                </a:gs>
              </a:gsLst>
              <a:lin ang="12000000"/>
            </a:gra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/>
          </p:style>
          <p:txBody>
            <a:bodyPr lIns="90000" rIns="90000" tIns="45000" bIns="45000" anchor="ctr">
              <a:noAutofit/>
            </a:bodyPr>
            <a:p>
              <a:pPr algn="ctr" defTabSz="914400">
                <a:lnSpc>
                  <a:spcPct val="100000"/>
                </a:lnSpc>
              </a:pPr>
              <a:endParaRPr b="0" lang="en-US" sz="1800" strike="noStrike" u="none">
                <a:solidFill>
                  <a:schemeClr val="lt1"/>
                </a:solidFill>
                <a:uFillTx/>
                <a:latin typeface="Calibri"/>
              </a:endParaRPr>
            </a:p>
          </p:txBody>
        </p:sp>
        <p:sp>
          <p:nvSpPr>
            <p:cNvPr id="608" name="Freeform: Shape 32">
              <a:extLs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/>
            <p:nvPr/>
          </p:nvSpPr>
          <p:spPr>
            <a:xfrm rot="5400000">
              <a:off x="9190440" y="3850920"/>
              <a:ext cx="3841560" cy="2170080"/>
            </a:xfrm>
            <a:custGeom>
              <a:avLst/>
              <a:gdLst>
                <a:gd name="textAreaLeft" fmla="*/ 0 w 3841560"/>
                <a:gd name="textAreaRight" fmla="*/ 3842640 w 3841560"/>
                <a:gd name="textAreaTop" fmla="*/ 0 h 2170080"/>
                <a:gd name="textAreaBottom" fmla="*/ 2171160 h 2170080"/>
              </a:gdLst>
              <a:ahLst/>
              <a:rect l="textAreaLeft" t="textAreaTop" r="textAreaRight" b="textAreaBottom"/>
              <a:pathLst>
                <a:path w="5275533" h="2980757">
                  <a:moveTo>
                    <a:pt x="0" y="0"/>
                  </a:moveTo>
                  <a:lnTo>
                    <a:pt x="201166" y="0"/>
                  </a:lnTo>
                  <a:lnTo>
                    <a:pt x="206734" y="89286"/>
                  </a:lnTo>
                  <a:cubicBezTo>
                    <a:pt x="212220" y="135755"/>
                    <a:pt x="220465" y="181731"/>
                    <a:pt x="232051" y="226897"/>
                  </a:cubicBezTo>
                  <a:cubicBezTo>
                    <a:pt x="254855" y="317344"/>
                    <a:pt x="290287" y="403854"/>
                    <a:pt x="332707" y="487120"/>
                  </a:cubicBezTo>
                  <a:cubicBezTo>
                    <a:pt x="354163" y="528696"/>
                    <a:pt x="377948" y="569461"/>
                    <a:pt x="402959" y="609647"/>
                  </a:cubicBezTo>
                  <a:cubicBezTo>
                    <a:pt x="428337" y="649717"/>
                    <a:pt x="455433" y="689209"/>
                    <a:pt x="483631" y="728236"/>
                  </a:cubicBezTo>
                  <a:cubicBezTo>
                    <a:pt x="540764" y="806061"/>
                    <a:pt x="604271" y="881569"/>
                    <a:pt x="669986" y="957424"/>
                  </a:cubicBezTo>
                  <a:cubicBezTo>
                    <a:pt x="735701" y="1033395"/>
                    <a:pt x="804359" y="1109366"/>
                    <a:pt x="871667" y="1188348"/>
                  </a:cubicBezTo>
                  <a:cubicBezTo>
                    <a:pt x="905383" y="1227723"/>
                    <a:pt x="938731" y="1268025"/>
                    <a:pt x="971956" y="1308905"/>
                  </a:cubicBezTo>
                  <a:lnTo>
                    <a:pt x="1020139" y="1368084"/>
                  </a:lnTo>
                  <a:cubicBezTo>
                    <a:pt x="1035954" y="1386962"/>
                    <a:pt x="1051035" y="1406302"/>
                    <a:pt x="1067340" y="1424715"/>
                  </a:cubicBezTo>
                  <a:cubicBezTo>
                    <a:pt x="1194602" y="1574573"/>
                    <a:pt x="1332652" y="1712503"/>
                    <a:pt x="1472909" y="1843252"/>
                  </a:cubicBezTo>
                  <a:cubicBezTo>
                    <a:pt x="1543406" y="1908337"/>
                    <a:pt x="1615128" y="1971221"/>
                    <a:pt x="1688567" y="2031559"/>
                  </a:cubicBezTo>
                  <a:cubicBezTo>
                    <a:pt x="1762006" y="2091895"/>
                    <a:pt x="1836793" y="2150263"/>
                    <a:pt x="1914401" y="2205156"/>
                  </a:cubicBezTo>
                  <a:cubicBezTo>
                    <a:pt x="2069003" y="2315176"/>
                    <a:pt x="2235742" y="2413498"/>
                    <a:pt x="2418909" y="2479741"/>
                  </a:cubicBezTo>
                  <a:cubicBezTo>
                    <a:pt x="2510249" y="2512863"/>
                    <a:pt x="2604898" y="2538225"/>
                    <a:pt x="2701141" y="2557333"/>
                  </a:cubicBezTo>
                  <a:cubicBezTo>
                    <a:pt x="2725293" y="2561850"/>
                    <a:pt x="2749201" y="2567062"/>
                    <a:pt x="2773475" y="2570999"/>
                  </a:cubicBezTo>
                  <a:lnTo>
                    <a:pt x="2846424" y="2582465"/>
                  </a:lnTo>
                  <a:cubicBezTo>
                    <a:pt x="2895343" y="2588602"/>
                    <a:pt x="2944261" y="2595088"/>
                    <a:pt x="2993669" y="2598909"/>
                  </a:cubicBezTo>
                  <a:cubicBezTo>
                    <a:pt x="3018313" y="2601110"/>
                    <a:pt x="3042956" y="2603195"/>
                    <a:pt x="3067721" y="2604237"/>
                  </a:cubicBezTo>
                  <a:cubicBezTo>
                    <a:pt x="3092487" y="2605394"/>
                    <a:pt x="3117130" y="2607247"/>
                    <a:pt x="3142019" y="2607943"/>
                  </a:cubicBezTo>
                  <a:lnTo>
                    <a:pt x="3216561" y="2609564"/>
                  </a:lnTo>
                  <a:cubicBezTo>
                    <a:pt x="3241326" y="2610142"/>
                    <a:pt x="3266337" y="2609333"/>
                    <a:pt x="3291225" y="2609217"/>
                  </a:cubicBezTo>
                  <a:lnTo>
                    <a:pt x="3328619" y="2608869"/>
                  </a:lnTo>
                  <a:cubicBezTo>
                    <a:pt x="3340757" y="2608522"/>
                    <a:pt x="3352649" y="2607827"/>
                    <a:pt x="3364665" y="2607363"/>
                  </a:cubicBezTo>
                  <a:cubicBezTo>
                    <a:pt x="3376679" y="2606784"/>
                    <a:pt x="3388695" y="2606438"/>
                    <a:pt x="3400587" y="2605627"/>
                  </a:cubicBezTo>
                  <a:lnTo>
                    <a:pt x="3436387" y="2602847"/>
                  </a:lnTo>
                  <a:cubicBezTo>
                    <a:pt x="3484079" y="2599257"/>
                    <a:pt x="3531404" y="2593235"/>
                    <a:pt x="3578361" y="2586286"/>
                  </a:cubicBezTo>
                  <a:cubicBezTo>
                    <a:pt x="3766310" y="2556871"/>
                    <a:pt x="3947025" y="2499314"/>
                    <a:pt x="4119159" y="2418594"/>
                  </a:cubicBezTo>
                  <a:cubicBezTo>
                    <a:pt x="4291907" y="2338801"/>
                    <a:pt x="4456317" y="2236657"/>
                    <a:pt x="4618765" y="2124668"/>
                  </a:cubicBezTo>
                  <a:cubicBezTo>
                    <a:pt x="4659346" y="2096759"/>
                    <a:pt x="4699682" y="2067575"/>
                    <a:pt x="4739895" y="2038275"/>
                  </a:cubicBezTo>
                  <a:cubicBezTo>
                    <a:pt x="4780355" y="2008976"/>
                    <a:pt x="4820691" y="1979212"/>
                    <a:pt x="4861027" y="1948986"/>
                  </a:cubicBezTo>
                  <a:lnTo>
                    <a:pt x="5106354" y="1763690"/>
                  </a:lnTo>
                  <a:lnTo>
                    <a:pt x="5275533" y="1641017"/>
                  </a:lnTo>
                  <a:lnTo>
                    <a:pt x="5275533" y="2257481"/>
                  </a:lnTo>
                  <a:lnTo>
                    <a:pt x="5168881" y="2332084"/>
                  </a:lnTo>
                  <a:cubicBezTo>
                    <a:pt x="5125235" y="2362079"/>
                    <a:pt x="5081099" y="2391958"/>
                    <a:pt x="5036225" y="2421489"/>
                  </a:cubicBezTo>
                  <a:cubicBezTo>
                    <a:pt x="4991231" y="2450790"/>
                    <a:pt x="4945867" y="2479857"/>
                    <a:pt x="4899401" y="2508347"/>
                  </a:cubicBezTo>
                  <a:cubicBezTo>
                    <a:pt x="4806959" y="2565440"/>
                    <a:pt x="4711574" y="2620798"/>
                    <a:pt x="4612145" y="2671407"/>
                  </a:cubicBezTo>
                  <a:cubicBezTo>
                    <a:pt x="4512836" y="2722247"/>
                    <a:pt x="4410095" y="2769496"/>
                    <a:pt x="4303187" y="2810030"/>
                  </a:cubicBezTo>
                  <a:cubicBezTo>
                    <a:pt x="4090349" y="2892256"/>
                    <a:pt x="3861694" y="2947728"/>
                    <a:pt x="3630835" y="2969500"/>
                  </a:cubicBezTo>
                  <a:cubicBezTo>
                    <a:pt x="3573089" y="2974712"/>
                    <a:pt x="3515343" y="2978649"/>
                    <a:pt x="3457719" y="2979808"/>
                  </a:cubicBezTo>
                  <a:lnTo>
                    <a:pt x="3414441" y="2980733"/>
                  </a:lnTo>
                  <a:cubicBezTo>
                    <a:pt x="3400097" y="2980850"/>
                    <a:pt x="3385630" y="2980502"/>
                    <a:pt x="3371285" y="2980502"/>
                  </a:cubicBezTo>
                  <a:lnTo>
                    <a:pt x="3328252" y="2980039"/>
                  </a:lnTo>
                  <a:lnTo>
                    <a:pt x="3286445" y="2978534"/>
                  </a:lnTo>
                  <a:cubicBezTo>
                    <a:pt x="3175121" y="2975174"/>
                    <a:pt x="3063553" y="2966837"/>
                    <a:pt x="2952475" y="2953402"/>
                  </a:cubicBezTo>
                  <a:cubicBezTo>
                    <a:pt x="2841275" y="2940664"/>
                    <a:pt x="2730319" y="2922365"/>
                    <a:pt x="2620591" y="2898046"/>
                  </a:cubicBezTo>
                  <a:cubicBezTo>
                    <a:pt x="2510984" y="2873494"/>
                    <a:pt x="2402235" y="2844426"/>
                    <a:pt x="2294591" y="2811305"/>
                  </a:cubicBezTo>
                  <a:cubicBezTo>
                    <a:pt x="2079669" y="2744483"/>
                    <a:pt x="1867198" y="2661331"/>
                    <a:pt x="1670544" y="2550501"/>
                  </a:cubicBezTo>
                  <a:cubicBezTo>
                    <a:pt x="1473767" y="2439903"/>
                    <a:pt x="1298079" y="2299657"/>
                    <a:pt x="1144703" y="2144472"/>
                  </a:cubicBezTo>
                  <a:cubicBezTo>
                    <a:pt x="1067586" y="2066996"/>
                    <a:pt x="997458" y="1984539"/>
                    <a:pt x="931497" y="1900114"/>
                  </a:cubicBezTo>
                  <a:cubicBezTo>
                    <a:pt x="865906" y="1815342"/>
                    <a:pt x="803500" y="1729295"/>
                    <a:pt x="745265" y="1641395"/>
                  </a:cubicBezTo>
                  <a:cubicBezTo>
                    <a:pt x="730307" y="1619623"/>
                    <a:pt x="716207" y="1597503"/>
                    <a:pt x="701741" y="1575500"/>
                  </a:cubicBezTo>
                  <a:lnTo>
                    <a:pt x="660178" y="1511573"/>
                  </a:lnTo>
                  <a:cubicBezTo>
                    <a:pt x="633574" y="1470229"/>
                    <a:pt x="605989" y="1429232"/>
                    <a:pt x="578158" y="1387656"/>
                  </a:cubicBezTo>
                  <a:lnTo>
                    <a:pt x="408230" y="1134497"/>
                  </a:lnTo>
                  <a:cubicBezTo>
                    <a:pt x="351220" y="1048219"/>
                    <a:pt x="294945" y="959392"/>
                    <a:pt x="242349" y="866860"/>
                  </a:cubicBezTo>
                  <a:cubicBezTo>
                    <a:pt x="216112" y="820536"/>
                    <a:pt x="190734" y="773402"/>
                    <a:pt x="167562" y="724994"/>
                  </a:cubicBezTo>
                  <a:cubicBezTo>
                    <a:pt x="144513" y="676469"/>
                    <a:pt x="123057" y="627019"/>
                    <a:pt x="104054" y="576525"/>
                  </a:cubicBezTo>
                  <a:cubicBezTo>
                    <a:pt x="85418" y="525917"/>
                    <a:pt x="68867" y="474613"/>
                    <a:pt x="55381" y="422499"/>
                  </a:cubicBezTo>
                  <a:cubicBezTo>
                    <a:pt x="49006" y="396442"/>
                    <a:pt x="42508" y="370269"/>
                    <a:pt x="37236" y="343980"/>
                  </a:cubicBezTo>
                  <a:lnTo>
                    <a:pt x="29267" y="304604"/>
                  </a:lnTo>
                  <a:lnTo>
                    <a:pt x="22646" y="265113"/>
                  </a:lnTo>
                  <a:cubicBezTo>
                    <a:pt x="14003" y="212420"/>
                    <a:pt x="7872" y="159582"/>
                    <a:pt x="3903" y="106787"/>
                  </a:cubicBezTo>
                  <a:close/>
                </a:path>
              </a:pathLst>
            </a:custGeom>
            <a:gradFill rotWithShape="0">
              <a:gsLst>
                <a:gs pos="2000">
                  <a:srgbClr val="ffffff">
                    <a:alpha val="10000"/>
                  </a:srgbClr>
                </a:gs>
                <a:gs pos="16000">
                  <a:srgbClr val="f19d19">
                    <a:alpha val="10000"/>
                  </a:srgbClr>
                </a:gs>
                <a:gs pos="85000">
                  <a:srgbClr val="1d9a78">
                    <a:alpha val="10000"/>
                  </a:srgbClr>
                </a:gs>
                <a:gs pos="100000">
                  <a:srgbClr val="ffffff">
                    <a:alpha val="10000"/>
                  </a:srgbClr>
                </a:gs>
              </a:gsLst>
              <a:lin ang="12000000"/>
            </a:gra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/>
          </p:style>
          <p:txBody>
            <a:bodyPr lIns="90000" rIns="90000" tIns="45000" bIns="45000" anchor="ctr">
              <a:noAutofit/>
            </a:bodyPr>
            <a:p>
              <a:pPr algn="ctr" defTabSz="914400">
                <a:lnSpc>
                  <a:spcPct val="100000"/>
                </a:lnSpc>
              </a:pPr>
              <a:endParaRPr b="0" lang="en-US" sz="1800" strike="noStrike" u="none">
                <a:solidFill>
                  <a:schemeClr val="lt1"/>
                </a:solidFill>
                <a:uFillTx/>
                <a:latin typeface="Calibri"/>
              </a:endParaRPr>
            </a:p>
          </p:txBody>
        </p:sp>
        <p:sp>
          <p:nvSpPr>
            <p:cNvPr id="609" name="Freeform: Shape 33">
              <a:extLs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/>
            <p:nvPr/>
          </p:nvSpPr>
          <p:spPr>
            <a:xfrm rot="5400000">
              <a:off x="9211680" y="3872160"/>
              <a:ext cx="3837960" cy="2131560"/>
            </a:xfrm>
            <a:custGeom>
              <a:avLst/>
              <a:gdLst>
                <a:gd name="textAreaLeft" fmla="*/ 0 w 3837960"/>
                <a:gd name="textAreaRight" fmla="*/ 3839040 w 3837960"/>
                <a:gd name="textAreaTop" fmla="*/ 0 h 2131560"/>
                <a:gd name="textAreaBottom" fmla="*/ 2132640 h 2131560"/>
              </a:gdLst>
              <a:ahLst/>
              <a:rect l="textAreaLeft" t="textAreaTop" r="textAreaRight" b="textAreaBottom"/>
              <a:pathLst>
                <a:path w="5270786" h="2927775">
                  <a:moveTo>
                    <a:pt x="0" y="0"/>
                  </a:moveTo>
                  <a:lnTo>
                    <a:pt x="613805" y="0"/>
                  </a:lnTo>
                  <a:lnTo>
                    <a:pt x="618487" y="85404"/>
                  </a:lnTo>
                  <a:cubicBezTo>
                    <a:pt x="650052" y="360109"/>
                    <a:pt x="792650" y="556543"/>
                    <a:pt x="1054084" y="895200"/>
                  </a:cubicBezTo>
                  <a:cubicBezTo>
                    <a:pt x="1126174" y="988542"/>
                    <a:pt x="1200716" y="1085128"/>
                    <a:pt x="1276976" y="1191325"/>
                  </a:cubicBezTo>
                  <a:cubicBezTo>
                    <a:pt x="1859704" y="2002688"/>
                    <a:pt x="2485223" y="2348843"/>
                    <a:pt x="3368450" y="2348843"/>
                  </a:cubicBezTo>
                  <a:cubicBezTo>
                    <a:pt x="3948114" y="2348843"/>
                    <a:pt x="4373422" y="2066846"/>
                    <a:pt x="4956151" y="1636730"/>
                  </a:cubicBezTo>
                  <a:cubicBezTo>
                    <a:pt x="5021253" y="1588668"/>
                    <a:pt x="5086356" y="1541186"/>
                    <a:pt x="5149372" y="1495325"/>
                  </a:cubicBezTo>
                  <a:lnTo>
                    <a:pt x="5270786" y="1406110"/>
                  </a:lnTo>
                  <a:lnTo>
                    <a:pt x="5270786" y="2138641"/>
                  </a:lnTo>
                  <a:lnTo>
                    <a:pt x="5112925" y="2253730"/>
                  </a:lnTo>
                  <a:cubicBezTo>
                    <a:pt x="4598179" y="2621786"/>
                    <a:pt x="4074961" y="2927775"/>
                    <a:pt x="3368327" y="2927775"/>
                  </a:cubicBezTo>
                  <a:cubicBezTo>
                    <a:pt x="2170746" y="2927775"/>
                    <a:pt x="1393203" y="2384512"/>
                    <a:pt x="769646" y="1516288"/>
                  </a:cubicBezTo>
                  <a:cubicBezTo>
                    <a:pt x="418850" y="1027932"/>
                    <a:pt x="48120" y="683401"/>
                    <a:pt x="3149" y="85252"/>
                  </a:cubicBezTo>
                  <a:close/>
                </a:path>
              </a:pathLst>
            </a:custGeom>
            <a:gradFill rotWithShape="0">
              <a:gsLst>
                <a:gs pos="2000">
                  <a:srgbClr val="ffffff">
                    <a:alpha val="10000"/>
                  </a:srgbClr>
                </a:gs>
                <a:gs pos="16000">
                  <a:srgbClr val="f19d19">
                    <a:alpha val="10000"/>
                  </a:srgbClr>
                </a:gs>
                <a:gs pos="85000">
                  <a:srgbClr val="1d9a78">
                    <a:alpha val="10000"/>
                  </a:srgbClr>
                </a:gs>
                <a:gs pos="100000">
                  <a:srgbClr val="ffffff">
                    <a:alpha val="10000"/>
                  </a:srgbClr>
                </a:gs>
              </a:gsLst>
              <a:lin ang="12000000"/>
            </a:gra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/>
          </p:style>
          <p:txBody>
            <a:bodyPr lIns="90000" rIns="90000" tIns="45000" bIns="45000" anchor="ctr">
              <a:noAutofit/>
            </a:bodyPr>
            <a:p>
              <a:pPr algn="ctr" defTabSz="914400">
                <a:lnSpc>
                  <a:spcPct val="100000"/>
                </a:lnSpc>
              </a:pPr>
              <a:endParaRPr b="0" lang="en-US" sz="1800" strike="noStrike" u="none">
                <a:solidFill>
                  <a:schemeClr val="lt1"/>
                </a:solidFill>
                <a:uFillTx/>
                <a:latin typeface="Calibri"/>
              </a:endParaRPr>
            </a:p>
          </p:txBody>
        </p:sp>
        <p:sp>
          <p:nvSpPr>
            <p:cNvPr id="610" name="Freeform: Shape 34">
              <a:extLs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/>
            <p:nvPr/>
          </p:nvSpPr>
          <p:spPr>
            <a:xfrm rot="5400000">
              <a:off x="9211680" y="3872160"/>
              <a:ext cx="3837960" cy="2131560"/>
            </a:xfrm>
            <a:custGeom>
              <a:avLst/>
              <a:gdLst>
                <a:gd name="textAreaLeft" fmla="*/ 0 w 3837960"/>
                <a:gd name="textAreaRight" fmla="*/ 3839040 w 3837960"/>
                <a:gd name="textAreaTop" fmla="*/ 0 h 2131560"/>
                <a:gd name="textAreaBottom" fmla="*/ 2132640 h 2131560"/>
              </a:gdLst>
              <a:ahLst/>
              <a:rect l="textAreaLeft" t="textAreaTop" r="textAreaRight" b="textAreaBottom"/>
              <a:pathLst>
                <a:path w="5270786" h="2927775">
                  <a:moveTo>
                    <a:pt x="0" y="0"/>
                  </a:moveTo>
                  <a:lnTo>
                    <a:pt x="736294" y="0"/>
                  </a:lnTo>
                  <a:lnTo>
                    <a:pt x="740298" y="72745"/>
                  </a:lnTo>
                  <a:cubicBezTo>
                    <a:pt x="768839" y="319371"/>
                    <a:pt x="898885" y="497858"/>
                    <a:pt x="1153024" y="826989"/>
                  </a:cubicBezTo>
                  <a:cubicBezTo>
                    <a:pt x="1225727" y="921142"/>
                    <a:pt x="1300882" y="1018537"/>
                    <a:pt x="1378368" y="1126356"/>
                  </a:cubicBezTo>
                  <a:cubicBezTo>
                    <a:pt x="1652384" y="1507833"/>
                    <a:pt x="1933512" y="1779060"/>
                    <a:pt x="2238056" y="1955322"/>
                  </a:cubicBezTo>
                  <a:cubicBezTo>
                    <a:pt x="2560868" y="2142238"/>
                    <a:pt x="2930637" y="2233033"/>
                    <a:pt x="3368327" y="2233033"/>
                  </a:cubicBezTo>
                  <a:cubicBezTo>
                    <a:pt x="3616720" y="2233033"/>
                    <a:pt x="3847703" y="2176866"/>
                    <a:pt x="4095360" y="2056192"/>
                  </a:cubicBezTo>
                  <a:cubicBezTo>
                    <a:pt x="4349636" y="1932276"/>
                    <a:pt x="4601340" y="1751613"/>
                    <a:pt x="4880506" y="1545587"/>
                  </a:cubicBezTo>
                  <a:cubicBezTo>
                    <a:pt x="4945974" y="1497295"/>
                    <a:pt x="5011199" y="1449697"/>
                    <a:pt x="5074340" y="1403721"/>
                  </a:cubicBezTo>
                  <a:lnTo>
                    <a:pt x="5270786" y="1259367"/>
                  </a:lnTo>
                  <a:lnTo>
                    <a:pt x="5270786" y="2138641"/>
                  </a:lnTo>
                  <a:lnTo>
                    <a:pt x="5112925" y="2253730"/>
                  </a:lnTo>
                  <a:cubicBezTo>
                    <a:pt x="4598179" y="2621786"/>
                    <a:pt x="4074961" y="2927775"/>
                    <a:pt x="3368327" y="2927775"/>
                  </a:cubicBezTo>
                  <a:cubicBezTo>
                    <a:pt x="2170746" y="2927775"/>
                    <a:pt x="1393203" y="2384512"/>
                    <a:pt x="769646" y="1516288"/>
                  </a:cubicBezTo>
                  <a:cubicBezTo>
                    <a:pt x="418850" y="1027932"/>
                    <a:pt x="48120" y="683401"/>
                    <a:pt x="3149" y="85252"/>
                  </a:cubicBezTo>
                  <a:close/>
                </a:path>
              </a:pathLst>
            </a:custGeom>
            <a:gradFill rotWithShape="0">
              <a:gsLst>
                <a:gs pos="2000">
                  <a:srgbClr val="ffffff">
                    <a:alpha val="10000"/>
                  </a:srgbClr>
                </a:gs>
                <a:gs pos="16000">
                  <a:srgbClr val="f19d19">
                    <a:alpha val="10000"/>
                  </a:srgbClr>
                </a:gs>
                <a:gs pos="85000">
                  <a:srgbClr val="1d9a78">
                    <a:alpha val="10000"/>
                  </a:srgbClr>
                </a:gs>
                <a:gs pos="100000">
                  <a:srgbClr val="ffffff">
                    <a:alpha val="10000"/>
                  </a:srgbClr>
                </a:gs>
              </a:gsLst>
              <a:lin ang="12000000"/>
            </a:gra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/>
          </p:style>
          <p:txBody>
            <a:bodyPr lIns="90000" rIns="90000" tIns="45000" bIns="45000" anchor="ctr">
              <a:noAutofit/>
            </a:bodyPr>
            <a:p>
              <a:pPr algn="ctr" defTabSz="914400">
                <a:lnSpc>
                  <a:spcPct val="100000"/>
                </a:lnSpc>
              </a:pPr>
              <a:endParaRPr b="0" lang="en-US" sz="1800" strike="noStrike" u="none">
                <a:solidFill>
                  <a:schemeClr val="lt1"/>
                </a:solidFill>
                <a:uFillTx/>
                <a:latin typeface="Calibri"/>
              </a:endParaRPr>
            </a:p>
          </p:txBody>
        </p:sp>
      </p:grp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121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11" name="PlaceHolder 1"/>
          <p:cNvSpPr>
            <a:spLocks noGrp="1"/>
          </p:cNvSpPr>
          <p:nvPr>
            <p:ph type="title"/>
          </p:nvPr>
        </p:nvSpPr>
        <p:spPr>
          <a:xfrm>
            <a:off x="838080" y="365040"/>
            <a:ext cx="10514520" cy="132444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ctr">
            <a:noAutofit/>
          </a:bodyPr>
          <a:p>
            <a:pPr indent="0" defTabSz="914400">
              <a:lnSpc>
                <a:spcPct val="90000"/>
              </a:lnSpc>
              <a:buNone/>
              <a:tabLst>
                <a:tab algn="l" pos="0"/>
              </a:tabLst>
            </a:pPr>
            <a:r>
              <a:rPr b="0" lang="de-DE" sz="4400" strike="noStrike" u="none">
                <a:solidFill>
                  <a:schemeClr val="dk1"/>
                </a:solidFill>
                <a:uFillTx/>
                <a:latin typeface="Calibri Light"/>
              </a:rPr>
              <a:t>Input einer Component</a:t>
            </a:r>
            <a:endParaRPr b="0" lang="de-DE" sz="4400" strike="noStrike" u="none">
              <a:solidFill>
                <a:srgbClr val="000000"/>
              </a:solidFill>
              <a:uFillTx/>
              <a:latin typeface="Arial"/>
            </a:endParaRPr>
          </a:p>
        </p:txBody>
      </p:sp>
      <p:sp>
        <p:nvSpPr>
          <p:cNvPr id="612" name="PlaceHolder 2"/>
          <p:cNvSpPr>
            <a:spLocks noGrp="1"/>
          </p:cNvSpPr>
          <p:nvPr>
            <p:ph/>
          </p:nvPr>
        </p:nvSpPr>
        <p:spPr>
          <a:xfrm>
            <a:off x="838080" y="1825560"/>
            <a:ext cx="10514520" cy="435024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t">
            <a:noAutofit/>
          </a:bodyPr>
          <a:p>
            <a:pPr marL="228600" indent="-228600" defTabSz="914400">
              <a:lnSpc>
                <a:spcPct val="90000"/>
              </a:lnSpc>
              <a:spcBef>
                <a:spcPts val="1001"/>
              </a:spcBef>
              <a:buClr>
                <a:srgbClr val="000000"/>
              </a:buClr>
              <a:buFont typeface="Arial"/>
              <a:buChar char="•"/>
            </a:pPr>
            <a:r>
              <a:rPr b="0" lang="de-DE" sz="2800" strike="noStrike" u="none">
                <a:solidFill>
                  <a:schemeClr val="dk1"/>
                </a:solidFill>
                <a:uFillTx/>
                <a:latin typeface="Calibri"/>
              </a:rPr>
              <a:t>Components können über das Template verschachtelt werden</a:t>
            </a:r>
            <a:endParaRPr b="0" lang="de-DE" sz="2800" strike="noStrike" u="none">
              <a:solidFill>
                <a:srgbClr val="000000"/>
              </a:solidFill>
              <a:uFillTx/>
              <a:latin typeface="Arial"/>
            </a:endParaRPr>
          </a:p>
          <a:p>
            <a:pPr lvl="1" marL="685800" indent="-228600" defTabSz="914400">
              <a:lnSpc>
                <a:spcPct val="90000"/>
              </a:lnSpc>
              <a:spcBef>
                <a:spcPts val="499"/>
              </a:spcBef>
              <a:buClr>
                <a:srgbClr val="000000"/>
              </a:buClr>
              <a:buFont typeface="Arial"/>
              <a:buChar char="•"/>
            </a:pPr>
            <a:r>
              <a:rPr b="0" lang="de-DE" sz="2400" strike="noStrike" u="none">
                <a:solidFill>
                  <a:schemeClr val="dk1"/>
                </a:solidFill>
                <a:uFillTx/>
                <a:latin typeface="Calibri"/>
              </a:rPr>
              <a:t>Innerhalb des Templates wird ein Root-Element einer weiteren Angular-Component definiert</a:t>
            </a:r>
            <a:endParaRPr b="0" lang="de-DE" sz="2400" strike="noStrike" u="none">
              <a:solidFill>
                <a:srgbClr val="000000"/>
              </a:solidFill>
              <a:uFillTx/>
              <a:latin typeface="Arial"/>
            </a:endParaRPr>
          </a:p>
          <a:p>
            <a:pPr marL="228600" indent="-228600" defTabSz="914400">
              <a:lnSpc>
                <a:spcPct val="90000"/>
              </a:lnSpc>
              <a:spcBef>
                <a:spcPts val="1001"/>
              </a:spcBef>
              <a:buClr>
                <a:srgbClr val="000000"/>
              </a:buClr>
              <a:buFont typeface="Arial"/>
              <a:buChar char="•"/>
            </a:pPr>
            <a:r>
              <a:rPr b="0" lang="de-DE" sz="2800" strike="noStrike" u="none">
                <a:solidFill>
                  <a:schemeClr val="dk1"/>
                </a:solidFill>
                <a:uFillTx/>
                <a:latin typeface="Calibri"/>
              </a:rPr>
              <a:t>Der Kind-Controller kann Input-Parameter definieren</a:t>
            </a:r>
            <a:endParaRPr b="0" lang="de-DE" sz="2800" strike="noStrike" u="none">
              <a:solidFill>
                <a:srgbClr val="000000"/>
              </a:solidFill>
              <a:uFillTx/>
              <a:latin typeface="Arial"/>
            </a:endParaRPr>
          </a:p>
          <a:p>
            <a:pPr lvl="1" marL="685800" indent="-228600" defTabSz="914400">
              <a:lnSpc>
                <a:spcPct val="90000"/>
              </a:lnSpc>
              <a:spcBef>
                <a:spcPts val="499"/>
              </a:spcBef>
              <a:buClr>
                <a:srgbClr val="000000"/>
              </a:buClr>
              <a:buFont typeface="Arial"/>
              <a:buChar char="•"/>
            </a:pPr>
            <a:r>
              <a:rPr b="0" lang="de-DE" sz="2400" strike="noStrike" u="none">
                <a:solidFill>
                  <a:schemeClr val="dk1"/>
                </a:solidFill>
                <a:uFillTx/>
                <a:latin typeface="Calibri"/>
              </a:rPr>
              <a:t>Dazu wird eine Eigenschaft mit der </a:t>
            </a:r>
            <a:r>
              <a:rPr b="0" lang="de-DE" sz="2400" strike="noStrike" u="none">
                <a:solidFill>
                  <a:schemeClr val="dk1"/>
                </a:solidFill>
                <a:uFillTx/>
                <a:latin typeface="Courier New"/>
              </a:rPr>
              <a:t>@Input</a:t>
            </a:r>
            <a:r>
              <a:rPr b="0" lang="de-DE" sz="2400" strike="noStrike" u="none">
                <a:solidFill>
                  <a:schemeClr val="dk1"/>
                </a:solidFill>
                <a:uFillTx/>
                <a:latin typeface="Calibri"/>
              </a:rPr>
              <a:t>-Annotation versehen</a:t>
            </a:r>
            <a:endParaRPr b="0" lang="de-DE" sz="2400" strike="noStrike" u="none">
              <a:solidFill>
                <a:srgbClr val="000000"/>
              </a:solidFill>
              <a:uFillTx/>
              <a:latin typeface="Arial"/>
            </a:endParaRPr>
          </a:p>
          <a:p>
            <a:pPr marL="228600" indent="-228600" defTabSz="914400">
              <a:lnSpc>
                <a:spcPct val="90000"/>
              </a:lnSpc>
              <a:spcBef>
                <a:spcPts val="1001"/>
              </a:spcBef>
              <a:buClr>
                <a:srgbClr val="000000"/>
              </a:buClr>
              <a:buFont typeface="Arial"/>
              <a:buChar char="•"/>
            </a:pPr>
            <a:r>
              <a:rPr b="0" lang="de-DE" sz="2800" strike="noStrike" u="none">
                <a:solidFill>
                  <a:schemeClr val="dk1"/>
                </a:solidFill>
                <a:uFillTx/>
                <a:latin typeface="Calibri"/>
              </a:rPr>
              <a:t>Diese werden im Template gesetzt</a:t>
            </a:r>
            <a:endParaRPr b="0" lang="de-DE" sz="2800" strike="noStrike" u="none">
              <a:solidFill>
                <a:srgbClr val="000000"/>
              </a:solidFill>
              <a:uFillTx/>
              <a:latin typeface="Arial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122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13" name="PlaceHolder 1"/>
          <p:cNvSpPr>
            <a:spLocks noGrp="1"/>
          </p:cNvSpPr>
          <p:nvPr>
            <p:ph type="title"/>
          </p:nvPr>
        </p:nvSpPr>
        <p:spPr>
          <a:xfrm>
            <a:off x="838080" y="365040"/>
            <a:ext cx="10514520" cy="132444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ctr">
            <a:noAutofit/>
          </a:bodyPr>
          <a:p>
            <a:pPr indent="0" defTabSz="914400">
              <a:lnSpc>
                <a:spcPct val="90000"/>
              </a:lnSpc>
              <a:buNone/>
              <a:tabLst>
                <a:tab algn="l" pos="0"/>
              </a:tabLst>
            </a:pPr>
            <a:r>
              <a:rPr b="0" lang="de-DE" sz="4400" strike="noStrike" u="none">
                <a:solidFill>
                  <a:schemeClr val="dk1"/>
                </a:solidFill>
                <a:uFillTx/>
                <a:latin typeface="Calibri Light"/>
              </a:rPr>
              <a:t>Beispiel: Input einer Child-Component</a:t>
            </a:r>
            <a:endParaRPr b="0" lang="de-DE" sz="4400" strike="noStrike" u="none">
              <a:solidFill>
                <a:srgbClr val="000000"/>
              </a:solidFill>
              <a:uFillTx/>
              <a:latin typeface="Arial"/>
            </a:endParaRPr>
          </a:p>
        </p:txBody>
      </p:sp>
      <p:grpSp>
        <p:nvGrpSpPr>
          <p:cNvPr id="614" name="Gruppieren 6"/>
          <p:cNvGrpSpPr/>
          <p:nvPr/>
        </p:nvGrpSpPr>
        <p:grpSpPr>
          <a:xfrm>
            <a:off x="1268280" y="1440360"/>
            <a:ext cx="8928000" cy="5165280"/>
            <a:chOff x="1268280" y="1440360"/>
            <a:chExt cx="8928000" cy="5165280"/>
          </a:xfrm>
        </p:grpSpPr>
        <p:pic>
          <p:nvPicPr>
            <p:cNvPr id="615" name="Picture 2" descr=""/>
            <p:cNvPicPr/>
            <p:nvPr/>
          </p:nvPicPr>
          <p:blipFill>
            <a:blip r:embed="rId1"/>
            <a:stretch/>
          </p:blipFill>
          <p:spPr>
            <a:xfrm>
              <a:off x="1268280" y="1440360"/>
              <a:ext cx="6199560" cy="2284920"/>
            </a:xfrm>
            <a:prstGeom prst="rect">
              <a:avLst/>
            </a:prstGeom>
            <a:noFill/>
            <a:ln w="0">
              <a:noFill/>
            </a:ln>
          </p:spPr>
        </p:pic>
        <p:pic>
          <p:nvPicPr>
            <p:cNvPr id="616" name="Picture 5" descr=""/>
            <p:cNvPicPr/>
            <p:nvPr/>
          </p:nvPicPr>
          <p:blipFill>
            <a:blip r:embed="rId2"/>
            <a:stretch/>
          </p:blipFill>
          <p:spPr>
            <a:xfrm>
              <a:off x="1737360" y="3996720"/>
              <a:ext cx="4047120" cy="2608920"/>
            </a:xfrm>
            <a:prstGeom prst="rect">
              <a:avLst/>
            </a:prstGeom>
            <a:noFill/>
            <a:ln w="0">
              <a:noFill/>
            </a:ln>
          </p:spPr>
        </p:pic>
        <p:sp>
          <p:nvSpPr>
            <p:cNvPr id="617" name="Legende mit Linie 1 10"/>
            <p:cNvSpPr/>
            <p:nvPr/>
          </p:nvSpPr>
          <p:spPr>
            <a:xfrm>
              <a:off x="7641000" y="1872360"/>
              <a:ext cx="2555280" cy="1006920"/>
            </a:xfrm>
            <a:prstGeom prst="borderCallout1">
              <a:avLst>
                <a:gd name="adj1" fmla="val 18750"/>
                <a:gd name="adj2" fmla="val -8333"/>
                <a:gd name="adj3" fmla="val 60768"/>
                <a:gd name="adj4" fmla="val -132231"/>
              </a:avLst>
            </a:prstGeom>
            <a:gradFill rotWithShape="0">
              <a:gsLst>
                <a:gs pos="0">
                  <a:srgbClr val="98c861"/>
                </a:gs>
                <a:gs pos="50000">
                  <a:srgbClr val="8bc63e"/>
                </a:gs>
                <a:gs pos="100000">
                  <a:srgbClr val="7cb831"/>
                </a:gs>
              </a:gsLst>
              <a:lin ang="5400000"/>
            </a:gradFill>
            <a:ln w="0">
              <a:noFill/>
            </a:ln>
            <a:effectLst>
              <a:outerShdw algn="ctr" blurRad="57240" dir="5400000" dist="19080" rotWithShape="0">
                <a:srgbClr val="000000">
                  <a:alpha val="63000"/>
                </a:srgbClr>
              </a:outerShdw>
            </a:effectLst>
          </p:spPr>
          <p:style>
            <a:lnRef idx="0">
              <a:schemeClr val="accent2"/>
            </a:lnRef>
            <a:fillRef idx="3">
              <a:schemeClr val="accent2"/>
            </a:fillRef>
            <a:effectRef idx="3">
              <a:schemeClr val="accent2"/>
            </a:effectRef>
            <a:fontRef idx="minor"/>
          </p:style>
          <p:txBody>
            <a:bodyPr lIns="90000" rIns="90000" tIns="45000" bIns="45000" anchor="ctr">
              <a:noAutofit/>
            </a:bodyPr>
            <a:p>
              <a:pPr algn="ctr" defTabSz="914400">
                <a:lnSpc>
                  <a:spcPct val="100000"/>
                </a:lnSpc>
              </a:pPr>
              <a:r>
                <a:rPr b="0" lang="de-DE" sz="1800" strike="noStrike" u="none">
                  <a:solidFill>
                    <a:schemeClr val="dk1"/>
                  </a:solidFill>
                  <a:uFillTx/>
                  <a:latin typeface="Calibri"/>
                </a:rPr>
                <a:t>Neues Root-Element für die Kind-Component</a:t>
              </a:r>
              <a:endParaRPr b="0" lang="de-DE" sz="1800" strike="noStrike" u="none">
                <a:solidFill>
                  <a:srgbClr val="000000"/>
                </a:solidFill>
                <a:uFillTx/>
                <a:latin typeface="Arial"/>
              </a:endParaRPr>
            </a:p>
          </p:txBody>
        </p:sp>
        <p:sp>
          <p:nvSpPr>
            <p:cNvPr id="618" name="Legende mit Linie 1 11"/>
            <p:cNvSpPr/>
            <p:nvPr/>
          </p:nvSpPr>
          <p:spPr>
            <a:xfrm>
              <a:off x="7641000" y="5400720"/>
              <a:ext cx="2555280" cy="1006920"/>
            </a:xfrm>
            <a:prstGeom prst="borderCallout1">
              <a:avLst>
                <a:gd name="adj1" fmla="val 18750"/>
                <a:gd name="adj2" fmla="val -8333"/>
                <a:gd name="adj3" fmla="val 64257"/>
                <a:gd name="adj4" fmla="val -110563"/>
              </a:avLst>
            </a:prstGeom>
            <a:gradFill rotWithShape="0">
              <a:gsLst>
                <a:gs pos="0">
                  <a:srgbClr val="98c861"/>
                </a:gs>
                <a:gs pos="50000">
                  <a:srgbClr val="8bc63e"/>
                </a:gs>
                <a:gs pos="100000">
                  <a:srgbClr val="7cb831"/>
                </a:gs>
              </a:gsLst>
              <a:lin ang="5400000"/>
            </a:gradFill>
            <a:ln w="0">
              <a:noFill/>
            </a:ln>
            <a:effectLst>
              <a:outerShdw algn="ctr" blurRad="57240" dir="5400000" dist="19080" rotWithShape="0">
                <a:srgbClr val="000000">
                  <a:alpha val="63000"/>
                </a:srgbClr>
              </a:outerShdw>
            </a:effectLst>
          </p:spPr>
          <p:style>
            <a:lnRef idx="0">
              <a:schemeClr val="accent2"/>
            </a:lnRef>
            <a:fillRef idx="3">
              <a:schemeClr val="accent2"/>
            </a:fillRef>
            <a:effectRef idx="3">
              <a:schemeClr val="accent2"/>
            </a:effectRef>
            <a:fontRef idx="minor"/>
          </p:style>
          <p:txBody>
            <a:bodyPr lIns="90000" rIns="90000" tIns="45000" bIns="45000" anchor="ctr">
              <a:noAutofit/>
            </a:bodyPr>
            <a:p>
              <a:pPr algn="ctr" defTabSz="914400">
                <a:lnSpc>
                  <a:spcPct val="100000"/>
                </a:lnSpc>
              </a:pPr>
              <a:r>
                <a:rPr b="0" lang="de-DE" sz="1800" strike="noStrike" u="none">
                  <a:solidFill>
                    <a:schemeClr val="dk1"/>
                  </a:solidFill>
                  <a:uFillTx/>
                  <a:latin typeface="Calibri"/>
                </a:rPr>
                <a:t>Deklaration einer Input-Eigenschaft</a:t>
              </a:r>
              <a:endParaRPr b="0" lang="de-DE" sz="1800" strike="noStrike" u="none">
                <a:solidFill>
                  <a:srgbClr val="000000"/>
                </a:solidFill>
                <a:uFillTx/>
                <a:latin typeface="Arial"/>
              </a:endParaRPr>
            </a:p>
          </p:txBody>
        </p:sp>
        <p:sp>
          <p:nvSpPr>
            <p:cNvPr id="619" name="Legende mit Linie 1 12"/>
            <p:cNvSpPr/>
            <p:nvPr/>
          </p:nvSpPr>
          <p:spPr>
            <a:xfrm>
              <a:off x="7641000" y="3564720"/>
              <a:ext cx="2555280" cy="1006920"/>
            </a:xfrm>
            <a:prstGeom prst="borderCallout1">
              <a:avLst>
                <a:gd name="adj1" fmla="val 18750"/>
                <a:gd name="adj2" fmla="val -8333"/>
                <a:gd name="adj3" fmla="val 64257"/>
                <a:gd name="adj4" fmla="val -110563"/>
              </a:avLst>
            </a:prstGeom>
            <a:gradFill rotWithShape="0">
              <a:gsLst>
                <a:gs pos="0">
                  <a:srgbClr val="98c861"/>
                </a:gs>
                <a:gs pos="50000">
                  <a:srgbClr val="8bc63e"/>
                </a:gs>
                <a:gs pos="100000">
                  <a:srgbClr val="7cb831"/>
                </a:gs>
              </a:gsLst>
              <a:lin ang="5400000"/>
            </a:gradFill>
            <a:ln w="0">
              <a:noFill/>
            </a:ln>
            <a:effectLst>
              <a:outerShdw algn="ctr" blurRad="57240" dir="5400000" dist="19080" rotWithShape="0">
                <a:srgbClr val="000000">
                  <a:alpha val="63000"/>
                </a:srgbClr>
              </a:outerShdw>
            </a:effectLst>
          </p:spPr>
          <p:style>
            <a:lnRef idx="0">
              <a:schemeClr val="accent2"/>
            </a:lnRef>
            <a:fillRef idx="3">
              <a:schemeClr val="accent2"/>
            </a:fillRef>
            <a:effectRef idx="3">
              <a:schemeClr val="accent2"/>
            </a:effectRef>
            <a:fontRef idx="minor"/>
          </p:style>
          <p:txBody>
            <a:bodyPr lIns="90000" rIns="90000" tIns="45000" bIns="45000" anchor="ctr">
              <a:noAutofit/>
            </a:bodyPr>
            <a:p>
              <a:pPr algn="ctr" defTabSz="914400">
                <a:lnSpc>
                  <a:spcPct val="100000"/>
                </a:lnSpc>
              </a:pPr>
              <a:r>
                <a:rPr b="0" lang="de-DE" sz="1800" strike="noStrike" u="none">
                  <a:solidFill>
                    <a:schemeClr val="dk1"/>
                  </a:solidFill>
                  <a:uFillTx/>
                  <a:latin typeface="Calibri"/>
                </a:rPr>
                <a:t>Angabe des Root-Elements</a:t>
              </a:r>
              <a:endParaRPr b="0" lang="de-DE" sz="1800" strike="noStrike" u="none">
                <a:solidFill>
                  <a:srgbClr val="000000"/>
                </a:solidFill>
                <a:uFillTx/>
                <a:latin typeface="Arial"/>
              </a:endParaRPr>
            </a:p>
          </p:txBody>
        </p:sp>
      </p:grpSp>
      <p:cxnSp>
        <p:nvCxnSpPr>
          <p:cNvPr id="620" name="Gerade Verbindung mit Pfeil 7"/>
          <p:cNvCxnSpPr/>
          <p:nvPr/>
        </p:nvCxnSpPr>
        <p:spPr>
          <a:xfrm flipH="1">
            <a:off x="4170960" y="2376360"/>
            <a:ext cx="3299040" cy="208080"/>
          </a:xfrm>
          <a:prstGeom prst="straightConnector1">
            <a:avLst/>
          </a:prstGeom>
          <a:ln w="0">
            <a:solidFill>
              <a:srgbClr val="1d9a78"/>
            </a:solidFill>
            <a:tailEnd len="med" type="triangle" w="med"/>
          </a:ln>
        </p:spPr>
      </p:cxnSp>
      <p:cxnSp>
        <p:nvCxnSpPr>
          <p:cNvPr id="621" name="Gerade Verbindung mit Pfeil 14"/>
          <p:cNvCxnSpPr/>
          <p:nvPr/>
        </p:nvCxnSpPr>
        <p:spPr>
          <a:xfrm flipH="1">
            <a:off x="4136400" y="3965040"/>
            <a:ext cx="3299040" cy="208080"/>
          </a:xfrm>
          <a:prstGeom prst="straightConnector1">
            <a:avLst/>
          </a:prstGeom>
          <a:ln w="0">
            <a:solidFill>
              <a:srgbClr val="1d9a78"/>
            </a:solidFill>
            <a:tailEnd len="med" type="triangle" w="med"/>
          </a:ln>
        </p:spPr>
      </p:cxnSp>
      <p:cxnSp>
        <p:nvCxnSpPr>
          <p:cNvPr id="622" name="Gerade Verbindung mit Pfeil 15"/>
          <p:cNvCxnSpPr/>
          <p:nvPr/>
        </p:nvCxnSpPr>
        <p:spPr>
          <a:xfrm flipH="1" flipV="1">
            <a:off x="4484160" y="6087600"/>
            <a:ext cx="2985840" cy="116640"/>
          </a:xfrm>
          <a:prstGeom prst="straightConnector1">
            <a:avLst/>
          </a:prstGeom>
          <a:ln w="0">
            <a:solidFill>
              <a:srgbClr val="1d9a78"/>
            </a:solidFill>
            <a:tailEnd len="med" type="triangle" w="med"/>
          </a:ln>
        </p:spPr>
      </p:cxn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123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23" name="PlaceHolder 1"/>
          <p:cNvSpPr>
            <a:spLocks noGrp="1"/>
          </p:cNvSpPr>
          <p:nvPr>
            <p:ph type="title"/>
          </p:nvPr>
        </p:nvSpPr>
        <p:spPr>
          <a:xfrm>
            <a:off x="838080" y="365040"/>
            <a:ext cx="10514520" cy="132444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ctr">
            <a:noAutofit/>
          </a:bodyPr>
          <a:p>
            <a:pPr indent="0" defTabSz="914400">
              <a:lnSpc>
                <a:spcPct val="90000"/>
              </a:lnSpc>
              <a:buNone/>
              <a:tabLst>
                <a:tab algn="l" pos="0"/>
              </a:tabLst>
            </a:pPr>
            <a:r>
              <a:rPr b="0" lang="de-DE" sz="4400" strike="noStrike" u="none">
                <a:solidFill>
                  <a:schemeClr val="dk1"/>
                </a:solidFill>
                <a:uFillTx/>
                <a:latin typeface="Calibri Light"/>
              </a:rPr>
              <a:t>Inputs</a:t>
            </a:r>
            <a:endParaRPr b="0" lang="de-DE" sz="4400" strike="noStrike" u="none">
              <a:solidFill>
                <a:srgbClr val="000000"/>
              </a:solidFill>
              <a:uFillTx/>
              <a:latin typeface="Arial"/>
            </a:endParaRPr>
          </a:p>
        </p:txBody>
      </p:sp>
      <p:sp>
        <p:nvSpPr>
          <p:cNvPr id="624" name="PlaceHolder 2"/>
          <p:cNvSpPr>
            <a:spLocks noGrp="1"/>
          </p:cNvSpPr>
          <p:nvPr>
            <p:ph/>
          </p:nvPr>
        </p:nvSpPr>
        <p:spPr>
          <a:xfrm>
            <a:off x="838080" y="1825560"/>
            <a:ext cx="10514520" cy="435024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t">
            <a:noAutofit/>
          </a:bodyPr>
          <a:p>
            <a:pPr marL="228600" indent="-228600" defTabSz="914400">
              <a:lnSpc>
                <a:spcPct val="90000"/>
              </a:lnSpc>
              <a:spcBef>
                <a:spcPts val="1001"/>
              </a:spcBef>
              <a:buClr>
                <a:srgbClr val="333333"/>
              </a:buClr>
              <a:buFont typeface="Arial"/>
              <a:buChar char="•"/>
            </a:pPr>
            <a:r>
              <a:rPr b="0" lang="de-DE" sz="2800" strike="noStrike" u="none">
                <a:solidFill>
                  <a:srgbClr val="333333"/>
                </a:solidFill>
                <a:uFillTx/>
                <a:latin typeface="Aller"/>
              </a:rPr>
              <a:t>Daten können an Komponente übergeben werden</a:t>
            </a:r>
            <a:endParaRPr b="0" lang="de-DE" sz="2800" strike="noStrike" u="none">
              <a:solidFill>
                <a:srgbClr val="000000"/>
              </a:solidFill>
              <a:uFillTx/>
              <a:latin typeface="Arial"/>
            </a:endParaRPr>
          </a:p>
          <a:p>
            <a:pPr lvl="1" marL="743040" indent="-285840" defTabSz="914400">
              <a:lnSpc>
                <a:spcPct val="90000"/>
              </a:lnSpc>
              <a:spcBef>
                <a:spcPts val="499"/>
              </a:spcBef>
              <a:buClr>
                <a:srgbClr val="333333"/>
              </a:buClr>
              <a:buFont typeface="Arial"/>
              <a:buChar char="•"/>
            </a:pPr>
            <a:r>
              <a:rPr b="0" i="1" lang="de-DE" sz="2400" strike="noStrike" u="none">
                <a:solidFill>
                  <a:srgbClr val="333333"/>
                </a:solidFill>
                <a:uFillTx/>
                <a:latin typeface="Aller"/>
              </a:rPr>
              <a:t>Property Binding</a:t>
            </a:r>
            <a:r>
              <a:rPr b="0" lang="de-DE" sz="2400" strike="noStrike" u="none">
                <a:solidFill>
                  <a:srgbClr val="333333"/>
                </a:solidFill>
                <a:uFillTx/>
                <a:latin typeface="Aller"/>
              </a:rPr>
              <a:t> über [propertyName]="expression"</a:t>
            </a:r>
            <a:endParaRPr b="0" lang="de-DE" sz="2400" strike="noStrike" u="none">
              <a:solidFill>
                <a:srgbClr val="000000"/>
              </a:solidFill>
              <a:uFillTx/>
              <a:latin typeface="Arial"/>
            </a:endParaRPr>
          </a:p>
          <a:p>
            <a:pPr lvl="1" marL="743040" indent="-285840" defTabSz="914400">
              <a:lnSpc>
                <a:spcPct val="90000"/>
              </a:lnSpc>
              <a:spcBef>
                <a:spcPts val="499"/>
              </a:spcBef>
              <a:buClr>
                <a:srgbClr val="333333"/>
              </a:buClr>
              <a:buFont typeface="Arial"/>
              <a:buChar char="•"/>
            </a:pPr>
            <a:r>
              <a:rPr b="0" lang="de-DE" sz="2400" strike="noStrike" u="none">
                <a:solidFill>
                  <a:srgbClr val="333333"/>
                </a:solidFill>
                <a:uFillTx/>
                <a:latin typeface="Aller"/>
              </a:rPr>
              <a:t>[propertyName] Property in der "inneren" Komponente </a:t>
            </a:r>
            <a:r>
              <a:rPr b="0" i="1" lang="de-DE" sz="2400" strike="noStrike" u="none">
                <a:solidFill>
                  <a:srgbClr val="333333"/>
                </a:solidFill>
                <a:uFillTx/>
                <a:latin typeface="Aller"/>
              </a:rPr>
              <a:t>release-card</a:t>
            </a:r>
            <a:endParaRPr b="0" lang="de-DE" sz="2400" strike="noStrike" u="none">
              <a:solidFill>
                <a:srgbClr val="000000"/>
              </a:solidFill>
              <a:uFillTx/>
              <a:latin typeface="Arial"/>
            </a:endParaRPr>
          </a:p>
          <a:p>
            <a:pPr lvl="1" marL="743040" indent="-285840" defTabSz="914400">
              <a:lnSpc>
                <a:spcPct val="90000"/>
              </a:lnSpc>
              <a:spcBef>
                <a:spcPts val="499"/>
              </a:spcBef>
              <a:buClr>
                <a:srgbClr val="333333"/>
              </a:buClr>
              <a:buFont typeface="Arial"/>
              <a:buChar char="•"/>
            </a:pPr>
            <a:r>
              <a:rPr b="0" lang="de-DE" sz="2400" strike="noStrike" u="none">
                <a:solidFill>
                  <a:srgbClr val="333333"/>
                </a:solidFill>
                <a:uFillTx/>
                <a:latin typeface="Aller"/>
              </a:rPr>
              <a:t>expression Property in der "äußeren / aufrufenden" Komponente</a:t>
            </a:r>
            <a:endParaRPr b="0" lang="de-DE" sz="2400" strike="noStrike" u="none">
              <a:solidFill>
                <a:srgbClr val="000000"/>
              </a:solidFill>
              <a:uFillTx/>
              <a:latin typeface="Arial"/>
            </a:endParaRPr>
          </a:p>
          <a:p>
            <a:pPr marL="228600" indent="-228600" defTabSz="914400">
              <a:lnSpc>
                <a:spcPct val="90000"/>
              </a:lnSpc>
              <a:spcBef>
                <a:spcPts val="1001"/>
              </a:spcBef>
              <a:buClr>
                <a:srgbClr val="333333"/>
              </a:buClr>
              <a:buFont typeface="Arial"/>
              <a:buChar char="•"/>
            </a:pPr>
            <a:r>
              <a:rPr b="0" lang="de-DE" sz="2800" strike="noStrike" u="none">
                <a:solidFill>
                  <a:srgbClr val="333333"/>
                </a:solidFill>
                <a:uFillTx/>
                <a:latin typeface="Aller"/>
              </a:rPr>
              <a:t>Data-Binding in Angular immer unidirektional</a:t>
            </a:r>
            <a:endParaRPr b="0" lang="de-DE" sz="2800" strike="noStrike" u="none">
              <a:solidFill>
                <a:srgbClr val="000000"/>
              </a:solidFill>
              <a:uFillTx/>
              <a:latin typeface="Arial"/>
            </a:endParaRPr>
          </a:p>
          <a:p>
            <a:pPr lvl="1" marL="743040" indent="-285840" defTabSz="914400">
              <a:lnSpc>
                <a:spcPct val="90000"/>
              </a:lnSpc>
              <a:spcBef>
                <a:spcPts val="499"/>
              </a:spcBef>
              <a:buClr>
                <a:srgbClr val="333333"/>
              </a:buClr>
              <a:buFont typeface="Arial"/>
              <a:buChar char="•"/>
            </a:pPr>
            <a:r>
              <a:rPr b="0" lang="de-DE" sz="2400" strike="noStrike" u="none">
                <a:solidFill>
                  <a:srgbClr val="333333"/>
                </a:solidFill>
                <a:uFillTx/>
                <a:latin typeface="Aller"/>
              </a:rPr>
              <a:t>Objekt veränderbar</a:t>
            </a:r>
            <a:endParaRPr b="0" lang="de-DE" sz="2400" strike="noStrike" u="none">
              <a:solidFill>
                <a:srgbClr val="000000"/>
              </a:solidFill>
              <a:uFillTx/>
              <a:latin typeface="Arial"/>
            </a:endParaRPr>
          </a:p>
          <a:p>
            <a:pPr lvl="1" marL="743040" indent="-285840" defTabSz="914400">
              <a:lnSpc>
                <a:spcPct val="90000"/>
              </a:lnSpc>
              <a:spcBef>
                <a:spcPts val="499"/>
              </a:spcBef>
              <a:buClr>
                <a:srgbClr val="333333"/>
              </a:buClr>
              <a:buFont typeface="Arial"/>
              <a:buChar char="•"/>
            </a:pPr>
            <a:r>
              <a:rPr b="0" lang="de-DE" sz="2400" strike="noStrike" u="none">
                <a:solidFill>
                  <a:srgbClr val="333333"/>
                </a:solidFill>
                <a:uFillTx/>
                <a:latin typeface="Aller"/>
              </a:rPr>
              <a:t>Referenz bleibt außen immer gleich</a:t>
            </a:r>
            <a:endParaRPr b="0" lang="de-DE" sz="2400" strike="noStrike" u="none">
              <a:solidFill>
                <a:srgbClr val="000000"/>
              </a:solidFill>
              <a:uFillTx/>
              <a:latin typeface="Arial"/>
            </a:endParaRPr>
          </a:p>
          <a:p>
            <a:pPr indent="0" defTabSz="914400">
              <a:lnSpc>
                <a:spcPct val="90000"/>
              </a:lnSpc>
              <a:spcBef>
                <a:spcPts val="1001"/>
              </a:spcBef>
              <a:buNone/>
              <a:tabLst>
                <a:tab algn="l" pos="0"/>
              </a:tabLst>
            </a:pPr>
            <a:endParaRPr b="0" lang="de-DE" sz="2800" strike="noStrike" u="none">
              <a:solidFill>
                <a:srgbClr val="000000"/>
              </a:solidFill>
              <a:uFillTx/>
              <a:latin typeface="Arial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124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bg>
      <p:bgPr>
        <a:solidFill>
          <a:schemeClr val="lt1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 useBgFill="1">
        <p:nvSpPr>
          <p:cNvPr id="625" name="Rectangle 7">
            <a:extLst>
              <a:ext uri="{C183D7F6-B498-43B3-948B-1728B52AA6E4}">
                <adec:decorative xmlns:adec="http://schemas.microsoft.com/office/drawing/2017/decorative" val="1"/>
              </a:ext>
            </a:extLst>
          </p:cNvPr>
          <p:cNvSpPr/>
          <p:nvPr/>
        </p:nvSpPr>
        <p:spPr>
          <a:xfrm>
            <a:off x="0" y="0"/>
            <a:ext cx="12190680" cy="6856920"/>
          </a:xfrm>
          <a:prstGeom prst="rect">
            <a:avLst/>
          </a:prstGeom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 algn="ctr" defTabSz="914400">
              <a:lnSpc>
                <a:spcPct val="100000"/>
              </a:lnSpc>
            </a:pPr>
            <a:endParaRPr b="0" lang="en-US" sz="1800" strike="noStrike" u="none">
              <a:solidFill>
                <a:schemeClr val="lt1"/>
              </a:solidFill>
              <a:uFillTx/>
              <a:latin typeface="Calibri"/>
            </a:endParaRPr>
          </a:p>
        </p:txBody>
      </p:sp>
      <p:sp>
        <p:nvSpPr>
          <p:cNvPr id="626" name="Rectangle 9">
            <a:extLst>
              <a:ext uri="{C183D7F6-B498-43B3-948B-1728B52AA6E4}">
                <adec:decorative xmlns:adec="http://schemas.microsoft.com/office/drawing/2017/decorative" val="1"/>
              </a:ext>
            </a:extLst>
          </p:cNvPr>
          <p:cNvSpPr/>
          <p:nvPr/>
        </p:nvSpPr>
        <p:spPr>
          <a:xfrm>
            <a:off x="360" y="0"/>
            <a:ext cx="12190680" cy="6856920"/>
          </a:xfrm>
          <a:prstGeom prst="rect">
            <a:avLst/>
          </a:prstGeom>
          <a:solidFill>
            <a:schemeClr val="bg1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 algn="ctr" defTabSz="914400">
              <a:lnSpc>
                <a:spcPct val="100000"/>
              </a:lnSpc>
            </a:pPr>
            <a:endParaRPr b="0" lang="en-US" sz="800" strike="noStrike" u="none">
              <a:solidFill>
                <a:schemeClr val="lt1"/>
              </a:solidFill>
              <a:uFillTx/>
              <a:latin typeface="Calibri"/>
            </a:endParaRPr>
          </a:p>
        </p:txBody>
      </p:sp>
      <p:sp>
        <p:nvSpPr>
          <p:cNvPr id="627" name="PlaceHolder 1"/>
          <p:cNvSpPr>
            <a:spLocks noGrp="1"/>
          </p:cNvSpPr>
          <p:nvPr>
            <p:ph type="title"/>
          </p:nvPr>
        </p:nvSpPr>
        <p:spPr>
          <a:xfrm>
            <a:off x="1179360" y="1594800"/>
            <a:ext cx="9832320" cy="132444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b">
            <a:normAutofit/>
          </a:bodyPr>
          <a:p>
            <a:pPr indent="0" algn="ctr" defTabSz="914400">
              <a:lnSpc>
                <a:spcPct val="90000"/>
              </a:lnSpc>
              <a:buNone/>
              <a:tabLst>
                <a:tab algn="l" pos="0"/>
              </a:tabLst>
            </a:pPr>
            <a:r>
              <a:rPr b="0" lang="de-DE" sz="3600" strike="noStrike" u="none">
                <a:solidFill>
                  <a:schemeClr val="dk2"/>
                </a:solidFill>
                <a:uFillTx/>
                <a:latin typeface="Calibri Light"/>
              </a:rPr>
              <a:t>Übung 8: Inputs</a:t>
            </a:r>
            <a:endParaRPr b="0" lang="de-DE" sz="3600" strike="noStrike" u="none">
              <a:solidFill>
                <a:srgbClr val="000000"/>
              </a:solidFill>
              <a:uFillTx/>
              <a:latin typeface="Arial"/>
            </a:endParaRPr>
          </a:p>
        </p:txBody>
      </p:sp>
      <p:grpSp>
        <p:nvGrpSpPr>
          <p:cNvPr id="628" name="Group 11">
            <a:extLst>
              <a:ext uri="{C183D7F6-B498-43B3-948B-1728B52AA6E4}">
                <adec:decorative xmlns:adec="http://schemas.microsoft.com/office/drawing/2017/decorative" val="1"/>
              </a:ext>
            </a:extLst>
          </p:cNvPr>
          <p:cNvGrpSpPr/>
          <p:nvPr/>
        </p:nvGrpSpPr>
        <p:grpSpPr>
          <a:xfrm>
            <a:off x="0" y="0"/>
            <a:ext cx="3344760" cy="2509920"/>
            <a:chOff x="0" y="0"/>
            <a:chExt cx="3344760" cy="2509920"/>
          </a:xfrm>
        </p:grpSpPr>
        <p:sp>
          <p:nvSpPr>
            <p:cNvPr id="629" name="Freeform: Shape 12">
              <a:extLs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/>
            <p:nvPr/>
          </p:nvSpPr>
          <p:spPr>
            <a:xfrm>
              <a:off x="360" y="0"/>
              <a:ext cx="3329640" cy="2315520"/>
            </a:xfrm>
            <a:custGeom>
              <a:avLst/>
              <a:gdLst>
                <a:gd name="textAreaLeft" fmla="*/ 0 w 3329640"/>
                <a:gd name="textAreaRight" fmla="*/ 3330720 w 3329640"/>
                <a:gd name="textAreaTop" fmla="*/ 0 h 2315520"/>
                <a:gd name="textAreaBottom" fmla="*/ 2316600 h 2315520"/>
              </a:gdLst>
              <a:ahLst/>
              <a:rect l="textAreaLeft" t="textAreaTop" r="textAreaRight" b="textAreaBottom"/>
              <a:pathLst>
                <a:path w="3815424" h="2653659">
                  <a:moveTo>
                    <a:pt x="3203055" y="0"/>
                  </a:moveTo>
                  <a:lnTo>
                    <a:pt x="3815424" y="0"/>
                  </a:lnTo>
                  <a:lnTo>
                    <a:pt x="3801025" y="214243"/>
                  </a:lnTo>
                  <a:cubicBezTo>
                    <a:pt x="3616317" y="1584467"/>
                    <a:pt x="2091637" y="2653659"/>
                    <a:pt x="587142" y="2653659"/>
                  </a:cubicBezTo>
                  <a:cubicBezTo>
                    <a:pt x="400192" y="2653659"/>
                    <a:pt x="222112" y="2636953"/>
                    <a:pt x="53389" y="2605041"/>
                  </a:cubicBezTo>
                  <a:lnTo>
                    <a:pt x="0" y="2593136"/>
                  </a:lnTo>
                  <a:lnTo>
                    <a:pt x="0" y="1994836"/>
                  </a:lnTo>
                  <a:lnTo>
                    <a:pt x="159710" y="2035054"/>
                  </a:lnTo>
                  <a:cubicBezTo>
                    <a:pt x="295467" y="2061726"/>
                    <a:pt x="438268" y="2075152"/>
                    <a:pt x="587142" y="2075152"/>
                  </a:cubicBezTo>
                  <a:cubicBezTo>
                    <a:pt x="901731" y="2075152"/>
                    <a:pt x="1234490" y="2014697"/>
                    <a:pt x="1549283" y="1900153"/>
                  </a:cubicBezTo>
                  <a:cubicBezTo>
                    <a:pt x="1860709" y="1786959"/>
                    <a:pt x="2157231" y="1620350"/>
                    <a:pt x="2406698" y="1418450"/>
                  </a:cubicBezTo>
                  <a:cubicBezTo>
                    <a:pt x="2655859" y="1216840"/>
                    <a:pt x="2859596" y="978302"/>
                    <a:pt x="2996069" y="728678"/>
                  </a:cubicBezTo>
                  <a:cubicBezTo>
                    <a:pt x="3101178" y="536396"/>
                    <a:pt x="3167417" y="338366"/>
                    <a:pt x="3193967" y="137719"/>
                  </a:cubicBezTo>
                  <a:close/>
                </a:path>
              </a:pathLst>
            </a:custGeom>
            <a:gradFill rotWithShape="0">
              <a:gsLst>
                <a:gs pos="2000">
                  <a:srgbClr val="ffffff">
                    <a:alpha val="10000"/>
                  </a:srgbClr>
                </a:gs>
                <a:gs pos="16000">
                  <a:srgbClr val="f19d19">
                    <a:alpha val="10000"/>
                  </a:srgbClr>
                </a:gs>
                <a:gs pos="85000">
                  <a:srgbClr val="1d9a78">
                    <a:alpha val="10000"/>
                  </a:srgbClr>
                </a:gs>
                <a:gs pos="100000">
                  <a:srgbClr val="ffffff">
                    <a:alpha val="10000"/>
                  </a:srgbClr>
                </a:gs>
              </a:gsLst>
              <a:lin ang="12000000"/>
            </a:gra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/>
          </p:style>
          <p:txBody>
            <a:bodyPr lIns="90000" rIns="90000" tIns="45000" bIns="45000" anchor="ctr">
              <a:noAutofit/>
            </a:bodyPr>
            <a:p>
              <a:pPr algn="ctr" defTabSz="914400">
                <a:lnSpc>
                  <a:spcPct val="100000"/>
                </a:lnSpc>
              </a:pPr>
              <a:endParaRPr b="0" lang="en-US" sz="1800" strike="noStrike" u="none">
                <a:solidFill>
                  <a:schemeClr val="lt1"/>
                </a:solidFill>
                <a:uFillTx/>
                <a:latin typeface="Calibri"/>
              </a:endParaRPr>
            </a:p>
          </p:txBody>
        </p:sp>
        <p:sp>
          <p:nvSpPr>
            <p:cNvPr id="630" name="Freeform: Shape 13">
              <a:extLs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/>
            <p:nvPr/>
          </p:nvSpPr>
          <p:spPr>
            <a:xfrm>
              <a:off x="360" y="0"/>
              <a:ext cx="3329640" cy="2315520"/>
            </a:xfrm>
            <a:custGeom>
              <a:avLst/>
              <a:gdLst>
                <a:gd name="textAreaLeft" fmla="*/ 0 w 3329640"/>
                <a:gd name="textAreaRight" fmla="*/ 3330720 w 3329640"/>
                <a:gd name="textAreaTop" fmla="*/ 0 h 2315520"/>
                <a:gd name="textAreaBottom" fmla="*/ 2316600 h 2315520"/>
              </a:gdLst>
              <a:ahLst/>
              <a:rect l="textAreaLeft" t="textAreaTop" r="textAreaRight" b="textAreaBottom"/>
              <a:pathLst>
                <a:path w="3815424" h="2653660">
                  <a:moveTo>
                    <a:pt x="3305038" y="0"/>
                  </a:moveTo>
                  <a:lnTo>
                    <a:pt x="3815424" y="0"/>
                  </a:lnTo>
                  <a:lnTo>
                    <a:pt x="3801025" y="214244"/>
                  </a:lnTo>
                  <a:cubicBezTo>
                    <a:pt x="3616317" y="1584467"/>
                    <a:pt x="2091637" y="2653660"/>
                    <a:pt x="587142" y="2653660"/>
                  </a:cubicBezTo>
                  <a:cubicBezTo>
                    <a:pt x="400192" y="2653660"/>
                    <a:pt x="222112" y="2636954"/>
                    <a:pt x="53389" y="2605042"/>
                  </a:cubicBezTo>
                  <a:lnTo>
                    <a:pt x="0" y="2593137"/>
                  </a:lnTo>
                  <a:lnTo>
                    <a:pt x="0" y="2094444"/>
                  </a:lnTo>
                  <a:lnTo>
                    <a:pt x="137675" y="2129195"/>
                  </a:lnTo>
                  <a:cubicBezTo>
                    <a:pt x="280616" y="2157374"/>
                    <a:pt x="430766" y="2171571"/>
                    <a:pt x="587142" y="2171571"/>
                  </a:cubicBezTo>
                  <a:cubicBezTo>
                    <a:pt x="918879" y="2171571"/>
                    <a:pt x="1254904" y="2110634"/>
                    <a:pt x="1585826" y="1990112"/>
                  </a:cubicBezTo>
                  <a:cubicBezTo>
                    <a:pt x="1908071" y="1873061"/>
                    <a:pt x="2214800" y="1700666"/>
                    <a:pt x="2473046" y="1491633"/>
                  </a:cubicBezTo>
                  <a:cubicBezTo>
                    <a:pt x="2735782" y="1279031"/>
                    <a:pt x="2942276" y="1037118"/>
                    <a:pt x="3086710" y="772838"/>
                  </a:cubicBezTo>
                  <a:cubicBezTo>
                    <a:pt x="3197408" y="570216"/>
                    <a:pt x="3267226" y="361248"/>
                    <a:pt x="3295217" y="149229"/>
                  </a:cubicBezTo>
                  <a:close/>
                </a:path>
              </a:pathLst>
            </a:custGeom>
            <a:gradFill rotWithShape="0">
              <a:gsLst>
                <a:gs pos="2000">
                  <a:srgbClr val="ffffff">
                    <a:alpha val="10000"/>
                  </a:srgbClr>
                </a:gs>
                <a:gs pos="16000">
                  <a:srgbClr val="f19d19">
                    <a:alpha val="10000"/>
                  </a:srgbClr>
                </a:gs>
                <a:gs pos="85000">
                  <a:srgbClr val="1d9a78">
                    <a:alpha val="10000"/>
                  </a:srgbClr>
                </a:gs>
                <a:gs pos="100000">
                  <a:srgbClr val="ffffff">
                    <a:alpha val="10000"/>
                  </a:srgbClr>
                </a:gs>
              </a:gsLst>
              <a:lin ang="12000000"/>
            </a:gra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/>
          </p:style>
          <p:txBody>
            <a:bodyPr lIns="90000" rIns="90000" tIns="45000" bIns="45000" anchor="ctr">
              <a:noAutofit/>
            </a:bodyPr>
            <a:p>
              <a:pPr algn="ctr" defTabSz="914400">
                <a:lnSpc>
                  <a:spcPct val="100000"/>
                </a:lnSpc>
              </a:pPr>
              <a:endParaRPr b="0" lang="en-US" sz="1800" strike="noStrike" u="none">
                <a:solidFill>
                  <a:schemeClr val="lt1"/>
                </a:solidFill>
                <a:uFillTx/>
                <a:latin typeface="Calibri"/>
              </a:endParaRPr>
            </a:p>
          </p:txBody>
        </p:sp>
        <p:sp>
          <p:nvSpPr>
            <p:cNvPr id="631" name="Freeform: Shape 14">
              <a:extLs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/>
            <p:nvPr/>
          </p:nvSpPr>
          <p:spPr>
            <a:xfrm>
              <a:off x="0" y="0"/>
              <a:ext cx="3330360" cy="2334960"/>
            </a:xfrm>
            <a:custGeom>
              <a:avLst/>
              <a:gdLst>
                <a:gd name="textAreaLeft" fmla="*/ 0 w 3330360"/>
                <a:gd name="textAreaRight" fmla="*/ 3331440 w 3330360"/>
                <a:gd name="textAreaTop" fmla="*/ 0 h 2334960"/>
                <a:gd name="textAreaBottom" fmla="*/ 2336040 h 2334960"/>
              </a:gdLst>
              <a:ahLst/>
              <a:rect l="textAreaLeft" t="textAreaTop" r="textAreaRight" b="textAreaBottom"/>
              <a:pathLst>
                <a:path w="3815986" h="2675935">
                  <a:moveTo>
                    <a:pt x="3648768" y="0"/>
                  </a:moveTo>
                  <a:lnTo>
                    <a:pt x="3815986" y="0"/>
                  </a:lnTo>
                  <a:lnTo>
                    <a:pt x="3804695" y="200084"/>
                  </a:lnTo>
                  <a:cubicBezTo>
                    <a:pt x="3795228" y="285751"/>
                    <a:pt x="3781167" y="371032"/>
                    <a:pt x="3762590" y="455543"/>
                  </a:cubicBezTo>
                  <a:cubicBezTo>
                    <a:pt x="3725537" y="624467"/>
                    <a:pt x="3668784" y="790112"/>
                    <a:pt x="3592332" y="947274"/>
                  </a:cubicBezTo>
                  <a:cubicBezTo>
                    <a:pt x="3438712" y="1261596"/>
                    <a:pt x="3216091" y="1542847"/>
                    <a:pt x="2953967" y="1782349"/>
                  </a:cubicBezTo>
                  <a:cubicBezTo>
                    <a:pt x="2822599" y="1902099"/>
                    <a:pt x="2680615" y="2011341"/>
                    <a:pt x="2530669" y="2109494"/>
                  </a:cubicBezTo>
                  <a:cubicBezTo>
                    <a:pt x="2380520" y="2207551"/>
                    <a:pt x="2222510" y="2294906"/>
                    <a:pt x="2057561" y="2369245"/>
                  </a:cubicBezTo>
                  <a:cubicBezTo>
                    <a:pt x="1727252" y="2516859"/>
                    <a:pt x="1371629" y="2614434"/>
                    <a:pt x="1007330" y="2655701"/>
                  </a:cubicBezTo>
                  <a:cubicBezTo>
                    <a:pt x="916281" y="2665873"/>
                    <a:pt x="824568" y="2672188"/>
                    <a:pt x="732765" y="2674696"/>
                  </a:cubicBezTo>
                  <a:cubicBezTo>
                    <a:pt x="640963" y="2677203"/>
                    <a:pt x="549072" y="2675901"/>
                    <a:pt x="457666" y="2670839"/>
                  </a:cubicBezTo>
                  <a:cubicBezTo>
                    <a:pt x="366106" y="2665584"/>
                    <a:pt x="274572" y="2656521"/>
                    <a:pt x="183574" y="2643312"/>
                  </a:cubicBezTo>
                  <a:lnTo>
                    <a:pt x="0" y="2607798"/>
                  </a:lnTo>
                  <a:lnTo>
                    <a:pt x="0" y="2356652"/>
                  </a:lnTo>
                  <a:lnTo>
                    <a:pt x="222195" y="2396940"/>
                  </a:lnTo>
                  <a:cubicBezTo>
                    <a:pt x="304990" y="2407980"/>
                    <a:pt x="388511" y="2415283"/>
                    <a:pt x="472364" y="2419092"/>
                  </a:cubicBezTo>
                  <a:cubicBezTo>
                    <a:pt x="640376" y="2427095"/>
                    <a:pt x="808184" y="2421791"/>
                    <a:pt x="974972" y="2402122"/>
                  </a:cubicBezTo>
                  <a:cubicBezTo>
                    <a:pt x="1141658" y="2382358"/>
                    <a:pt x="1306812" y="2349286"/>
                    <a:pt x="1468292" y="2304162"/>
                  </a:cubicBezTo>
                  <a:cubicBezTo>
                    <a:pt x="1629874" y="2259231"/>
                    <a:pt x="1787475" y="2201091"/>
                    <a:pt x="1940176" y="2133695"/>
                  </a:cubicBezTo>
                  <a:cubicBezTo>
                    <a:pt x="2246498" y="2000349"/>
                    <a:pt x="2532507" y="1823520"/>
                    <a:pt x="2783403" y="1609954"/>
                  </a:cubicBezTo>
                  <a:cubicBezTo>
                    <a:pt x="2908442" y="1502833"/>
                    <a:pt x="3024295" y="1385975"/>
                    <a:pt x="3128104" y="1260439"/>
                  </a:cubicBezTo>
                  <a:cubicBezTo>
                    <a:pt x="3232116" y="1135096"/>
                    <a:pt x="3323881" y="1000689"/>
                    <a:pt x="3400639" y="859052"/>
                  </a:cubicBezTo>
                  <a:cubicBezTo>
                    <a:pt x="3477399" y="717510"/>
                    <a:pt x="3541296" y="569316"/>
                    <a:pt x="3585595" y="415336"/>
                  </a:cubicBezTo>
                  <a:cubicBezTo>
                    <a:pt x="3607796" y="338540"/>
                    <a:pt x="3624638" y="260224"/>
                    <a:pt x="3635918" y="181137"/>
                  </a:cubicBezTo>
                  <a:close/>
                </a:path>
              </a:pathLst>
            </a:custGeom>
            <a:gradFill rotWithShape="0">
              <a:gsLst>
                <a:gs pos="2000">
                  <a:srgbClr val="ffffff">
                    <a:alpha val="10000"/>
                  </a:srgbClr>
                </a:gs>
                <a:gs pos="16000">
                  <a:srgbClr val="f19d19">
                    <a:alpha val="10000"/>
                  </a:srgbClr>
                </a:gs>
                <a:gs pos="85000">
                  <a:srgbClr val="1d9a78">
                    <a:alpha val="10000"/>
                  </a:srgbClr>
                </a:gs>
                <a:gs pos="100000">
                  <a:srgbClr val="ffffff">
                    <a:alpha val="10000"/>
                  </a:srgbClr>
                </a:gs>
              </a:gsLst>
              <a:lin ang="12000000"/>
            </a:gra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/>
          </p:style>
          <p:txBody>
            <a:bodyPr lIns="90000" rIns="90000" tIns="45000" bIns="45000" anchor="ctr">
              <a:noAutofit/>
            </a:bodyPr>
            <a:p>
              <a:pPr algn="ctr" defTabSz="914400">
                <a:lnSpc>
                  <a:spcPct val="100000"/>
                </a:lnSpc>
              </a:pPr>
              <a:endParaRPr b="0" lang="en-US" sz="1800" strike="noStrike" u="none">
                <a:solidFill>
                  <a:schemeClr val="lt1"/>
                </a:solidFill>
                <a:uFillTx/>
                <a:latin typeface="Calibri"/>
              </a:endParaRPr>
            </a:p>
          </p:txBody>
        </p:sp>
        <p:sp>
          <p:nvSpPr>
            <p:cNvPr id="632" name="Freeform: Shape 15">
              <a:extLs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/>
            <p:nvPr/>
          </p:nvSpPr>
          <p:spPr>
            <a:xfrm>
              <a:off x="360" y="0"/>
              <a:ext cx="3344400" cy="2509920"/>
            </a:xfrm>
            <a:custGeom>
              <a:avLst/>
              <a:gdLst>
                <a:gd name="textAreaLeft" fmla="*/ 0 w 3344400"/>
                <a:gd name="textAreaRight" fmla="*/ 3345480 w 3344400"/>
                <a:gd name="textAreaTop" fmla="*/ 0 h 2509920"/>
                <a:gd name="textAreaBottom" fmla="*/ 2511000 h 2509920"/>
              </a:gdLst>
              <a:ahLst/>
              <a:rect l="textAreaLeft" t="textAreaTop" r="textAreaRight" b="textAreaBottom"/>
              <a:pathLst>
                <a:path w="3832270" h="2876136">
                  <a:moveTo>
                    <a:pt x="3800718" y="0"/>
                  </a:moveTo>
                  <a:lnTo>
                    <a:pt x="3832270" y="0"/>
                  </a:lnTo>
                  <a:lnTo>
                    <a:pt x="3824562" y="143769"/>
                  </a:lnTo>
                  <a:cubicBezTo>
                    <a:pt x="3797131" y="409191"/>
                    <a:pt x="3730585" y="671345"/>
                    <a:pt x="3628155" y="922055"/>
                  </a:cubicBezTo>
                  <a:cubicBezTo>
                    <a:pt x="3593858" y="1005553"/>
                    <a:pt x="3556704" y="1088280"/>
                    <a:pt x="3514853" y="1169078"/>
                  </a:cubicBezTo>
                  <a:cubicBezTo>
                    <a:pt x="3473616" y="1250166"/>
                    <a:pt x="3428194" y="1329517"/>
                    <a:pt x="3379198" y="1407037"/>
                  </a:cubicBezTo>
                  <a:cubicBezTo>
                    <a:pt x="3281106" y="1561980"/>
                    <a:pt x="3169132" y="1710174"/>
                    <a:pt x="3043787" y="1848342"/>
                  </a:cubicBezTo>
                  <a:cubicBezTo>
                    <a:pt x="2980806" y="1917184"/>
                    <a:pt x="2915071" y="1984001"/>
                    <a:pt x="2845661" y="2047444"/>
                  </a:cubicBezTo>
                  <a:cubicBezTo>
                    <a:pt x="2828411" y="2063450"/>
                    <a:pt x="2811060" y="2079263"/>
                    <a:pt x="2793197" y="2094689"/>
                  </a:cubicBezTo>
                  <a:cubicBezTo>
                    <a:pt x="2775436" y="2110213"/>
                    <a:pt x="2757982" y="2126025"/>
                    <a:pt x="2739710" y="2140969"/>
                  </a:cubicBezTo>
                  <a:cubicBezTo>
                    <a:pt x="2703576" y="2171341"/>
                    <a:pt x="2666524" y="2200749"/>
                    <a:pt x="2629166" y="2229867"/>
                  </a:cubicBezTo>
                  <a:cubicBezTo>
                    <a:pt x="2479015" y="2345569"/>
                    <a:pt x="2316821" y="2448061"/>
                    <a:pt x="2145952" y="2535994"/>
                  </a:cubicBezTo>
                  <a:cubicBezTo>
                    <a:pt x="1804312" y="2711957"/>
                    <a:pt x="1424600" y="2826982"/>
                    <a:pt x="1034987" y="2863910"/>
                  </a:cubicBezTo>
                  <a:cubicBezTo>
                    <a:pt x="937762" y="2873167"/>
                    <a:pt x="839720" y="2877096"/>
                    <a:pt x="741909" y="2875939"/>
                  </a:cubicBezTo>
                  <a:cubicBezTo>
                    <a:pt x="644097" y="2874782"/>
                    <a:pt x="546515" y="2868539"/>
                    <a:pt x="450208" y="2857451"/>
                  </a:cubicBezTo>
                  <a:cubicBezTo>
                    <a:pt x="305520" y="2840674"/>
                    <a:pt x="162095" y="2813810"/>
                    <a:pt x="22215" y="2775923"/>
                  </a:cubicBezTo>
                  <a:lnTo>
                    <a:pt x="0" y="2769256"/>
                  </a:lnTo>
                  <a:lnTo>
                    <a:pt x="0" y="2590612"/>
                  </a:lnTo>
                  <a:lnTo>
                    <a:pt x="199046" y="2627410"/>
                  </a:lnTo>
                  <a:cubicBezTo>
                    <a:pt x="288321" y="2639209"/>
                    <a:pt x="378197" y="2646537"/>
                    <a:pt x="468174" y="2649670"/>
                  </a:cubicBezTo>
                  <a:cubicBezTo>
                    <a:pt x="648333" y="2656805"/>
                    <a:pt x="826655" y="2647163"/>
                    <a:pt x="1003650" y="2622480"/>
                  </a:cubicBezTo>
                  <a:cubicBezTo>
                    <a:pt x="1091943" y="2609658"/>
                    <a:pt x="1179725" y="2593747"/>
                    <a:pt x="1266489" y="2573982"/>
                  </a:cubicBezTo>
                  <a:cubicBezTo>
                    <a:pt x="1353250" y="2553927"/>
                    <a:pt x="1439298" y="2531076"/>
                    <a:pt x="1524223" y="2504657"/>
                  </a:cubicBezTo>
                  <a:cubicBezTo>
                    <a:pt x="1609149" y="2478336"/>
                    <a:pt x="1693052" y="2448833"/>
                    <a:pt x="1775731" y="2416243"/>
                  </a:cubicBezTo>
                  <a:cubicBezTo>
                    <a:pt x="1858309" y="2383557"/>
                    <a:pt x="1939764" y="2347882"/>
                    <a:pt x="2019789" y="2309412"/>
                  </a:cubicBezTo>
                  <a:cubicBezTo>
                    <a:pt x="2179839" y="2232567"/>
                    <a:pt x="2334583" y="2144923"/>
                    <a:pt x="2482486" y="2046962"/>
                  </a:cubicBezTo>
                  <a:cubicBezTo>
                    <a:pt x="2519334" y="2022376"/>
                    <a:pt x="2556081" y="1997403"/>
                    <a:pt x="2591908" y="1971371"/>
                  </a:cubicBezTo>
                  <a:cubicBezTo>
                    <a:pt x="2610077" y="1958644"/>
                    <a:pt x="2627838" y="1945434"/>
                    <a:pt x="2645702" y="1932321"/>
                  </a:cubicBezTo>
                  <a:cubicBezTo>
                    <a:pt x="2663666" y="1919305"/>
                    <a:pt x="2681325" y="1905903"/>
                    <a:pt x="2698779" y="1892309"/>
                  </a:cubicBezTo>
                  <a:cubicBezTo>
                    <a:pt x="2768903" y="1838025"/>
                    <a:pt x="2837496" y="1781717"/>
                    <a:pt x="2903537" y="1722516"/>
                  </a:cubicBezTo>
                  <a:cubicBezTo>
                    <a:pt x="3035926" y="1604501"/>
                    <a:pt x="3158720" y="1475784"/>
                    <a:pt x="3269061" y="1337327"/>
                  </a:cubicBezTo>
                  <a:cubicBezTo>
                    <a:pt x="3324182" y="1268099"/>
                    <a:pt x="3376341" y="1196461"/>
                    <a:pt x="3424928" y="1122508"/>
                  </a:cubicBezTo>
                  <a:cubicBezTo>
                    <a:pt x="3472697" y="1048170"/>
                    <a:pt x="3517814" y="972000"/>
                    <a:pt x="3557622" y="893226"/>
                  </a:cubicBezTo>
                  <a:cubicBezTo>
                    <a:pt x="3567931" y="873654"/>
                    <a:pt x="3577526" y="853791"/>
                    <a:pt x="3587019" y="833929"/>
                  </a:cubicBezTo>
                  <a:lnTo>
                    <a:pt x="3601310" y="804040"/>
                  </a:lnTo>
                  <a:lnTo>
                    <a:pt x="3614885" y="773861"/>
                  </a:lnTo>
                  <a:cubicBezTo>
                    <a:pt x="3623766" y="753709"/>
                    <a:pt x="3632748" y="733559"/>
                    <a:pt x="3640812" y="713022"/>
                  </a:cubicBezTo>
                  <a:cubicBezTo>
                    <a:pt x="3648876" y="692485"/>
                    <a:pt x="3657756" y="672236"/>
                    <a:pt x="3665105" y="651506"/>
                  </a:cubicBezTo>
                  <a:cubicBezTo>
                    <a:pt x="3696544" y="569166"/>
                    <a:pt x="3723185" y="485089"/>
                    <a:pt x="3744110" y="399567"/>
                  </a:cubicBezTo>
                  <a:cubicBezTo>
                    <a:pt x="3765341" y="314238"/>
                    <a:pt x="3781392" y="227654"/>
                    <a:pt x="3792123" y="140444"/>
                  </a:cubicBezTo>
                  <a:close/>
                </a:path>
              </a:pathLst>
            </a:custGeom>
            <a:gradFill rotWithShape="0">
              <a:gsLst>
                <a:gs pos="2000">
                  <a:srgbClr val="ffffff">
                    <a:alpha val="10000"/>
                  </a:srgbClr>
                </a:gs>
                <a:gs pos="16000">
                  <a:srgbClr val="f19d19">
                    <a:alpha val="10000"/>
                  </a:srgbClr>
                </a:gs>
                <a:gs pos="85000">
                  <a:srgbClr val="1d9a78">
                    <a:alpha val="10000"/>
                  </a:srgbClr>
                </a:gs>
                <a:gs pos="100000">
                  <a:srgbClr val="ffffff">
                    <a:alpha val="10000"/>
                  </a:srgbClr>
                </a:gs>
              </a:gsLst>
              <a:lin ang="12000000"/>
            </a:gra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/>
          </p:style>
          <p:txBody>
            <a:bodyPr lIns="90000" rIns="90000" tIns="45000" bIns="45000" anchor="ctr">
              <a:noAutofit/>
            </a:bodyPr>
            <a:p>
              <a:pPr algn="ctr" defTabSz="914400">
                <a:lnSpc>
                  <a:spcPct val="100000"/>
                </a:lnSpc>
              </a:pPr>
              <a:endParaRPr b="0" lang="en-US" sz="1800" strike="noStrike" u="none">
                <a:solidFill>
                  <a:schemeClr val="lt1"/>
                </a:solidFill>
                <a:uFillTx/>
                <a:latin typeface="Calibri"/>
              </a:endParaRPr>
            </a:p>
          </p:txBody>
        </p:sp>
      </p:grpSp>
      <p:sp>
        <p:nvSpPr>
          <p:cNvPr id="633" name="PlaceHolder 2"/>
          <p:cNvSpPr>
            <a:spLocks noGrp="1"/>
          </p:cNvSpPr>
          <p:nvPr>
            <p:ph/>
          </p:nvPr>
        </p:nvSpPr>
        <p:spPr>
          <a:xfrm>
            <a:off x="1179360" y="3329640"/>
            <a:ext cx="9832320" cy="245628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t">
            <a:normAutofit/>
          </a:bodyPr>
          <a:p>
            <a:pPr marL="228600" indent="-228600" defTabSz="914400">
              <a:lnSpc>
                <a:spcPct val="90000"/>
              </a:lnSpc>
              <a:spcBef>
                <a:spcPts val="1001"/>
              </a:spcBef>
              <a:buClr>
                <a:srgbClr val="44546a"/>
              </a:buClr>
              <a:buFont typeface="Arial"/>
              <a:buChar char="•"/>
            </a:pPr>
            <a:r>
              <a:rPr b="0" lang="de-DE" sz="1800" strike="noStrike" u="none">
                <a:solidFill>
                  <a:schemeClr val="dk2"/>
                </a:solidFill>
                <a:uFillTx/>
                <a:latin typeface="Calibri"/>
              </a:rPr>
              <a:t>Erweitere die Komponente CustomerListComponent</a:t>
            </a:r>
            <a:endParaRPr b="0" lang="de-DE" sz="1800" strike="noStrike" u="none">
              <a:solidFill>
                <a:srgbClr val="000000"/>
              </a:solidFill>
              <a:uFillTx/>
              <a:latin typeface="Arial"/>
            </a:endParaRPr>
          </a:p>
          <a:p>
            <a:pPr lvl="1" marL="685800" indent="-228600" defTabSz="914400">
              <a:lnSpc>
                <a:spcPct val="90000"/>
              </a:lnSpc>
              <a:spcBef>
                <a:spcPts val="499"/>
              </a:spcBef>
              <a:buClr>
                <a:srgbClr val="44546a"/>
              </a:buClr>
              <a:buFont typeface="Arial"/>
              <a:buChar char="•"/>
            </a:pPr>
            <a:r>
              <a:rPr b="0" lang="de-DE" sz="1800" strike="noStrike" u="none">
                <a:solidFill>
                  <a:schemeClr val="dk2"/>
                </a:solidFill>
                <a:uFillTx/>
                <a:latin typeface="Calibri"/>
              </a:rPr>
              <a:t>Nimm als Input ein Array von Customer Objekten entgegen</a:t>
            </a:r>
            <a:endParaRPr b="0" lang="de-DE" sz="1800" strike="noStrike" u="none">
              <a:solidFill>
                <a:srgbClr val="000000"/>
              </a:solidFill>
              <a:uFillTx/>
              <a:latin typeface="Arial"/>
            </a:endParaRPr>
          </a:p>
          <a:p>
            <a:pPr lvl="1" marL="685800" indent="-228600" defTabSz="914400">
              <a:lnSpc>
                <a:spcPct val="90000"/>
              </a:lnSpc>
              <a:spcBef>
                <a:spcPts val="499"/>
              </a:spcBef>
              <a:buClr>
                <a:srgbClr val="44546a"/>
              </a:buClr>
              <a:buFont typeface="Arial"/>
              <a:buChar char="•"/>
            </a:pPr>
            <a:r>
              <a:rPr b="0" lang="de-DE" sz="1800" strike="noStrike" u="none">
                <a:solidFill>
                  <a:schemeClr val="dk2"/>
                </a:solidFill>
                <a:uFillTx/>
                <a:latin typeface="Calibri"/>
              </a:rPr>
              <a:t>Verschiebe die bisherige Darstellung aus AppComponent in das Template von CustomerListComponent</a:t>
            </a:r>
            <a:br>
              <a:rPr sz="1800"/>
            </a:br>
            <a:r>
              <a:rPr b="0" lang="de-DE" sz="1800" strike="noStrike" u="none">
                <a:solidFill>
                  <a:schemeClr val="dk2"/>
                </a:solidFill>
                <a:uFillTx/>
                <a:latin typeface="Calibri"/>
              </a:rPr>
              <a:t>(Text und Liste, nicht die h1 Überschrift)</a:t>
            </a:r>
            <a:endParaRPr b="0" lang="de-DE" sz="1800" strike="noStrike" u="none">
              <a:solidFill>
                <a:srgbClr val="000000"/>
              </a:solidFill>
              <a:uFillTx/>
              <a:latin typeface="Arial"/>
            </a:endParaRPr>
          </a:p>
          <a:p>
            <a:pPr marL="228600" indent="-228600" defTabSz="914400">
              <a:lnSpc>
                <a:spcPct val="90000"/>
              </a:lnSpc>
              <a:spcBef>
                <a:spcPts val="1001"/>
              </a:spcBef>
              <a:buClr>
                <a:srgbClr val="44546a"/>
              </a:buClr>
              <a:buFont typeface="Arial"/>
              <a:buChar char="•"/>
            </a:pPr>
            <a:r>
              <a:rPr b="0" lang="de-DE" sz="1800" strike="noStrike" u="none">
                <a:solidFill>
                  <a:schemeClr val="dk2"/>
                </a:solidFill>
                <a:uFillTx/>
                <a:latin typeface="Calibri"/>
              </a:rPr>
              <a:t>Passe die Verwendung von CustomerListComponent in AppComponent an</a:t>
            </a:r>
            <a:endParaRPr b="0" lang="de-DE" sz="1800" strike="noStrike" u="none">
              <a:solidFill>
                <a:srgbClr val="000000"/>
              </a:solidFill>
              <a:uFillTx/>
              <a:latin typeface="Arial"/>
            </a:endParaRPr>
          </a:p>
          <a:p>
            <a:pPr lvl="1" marL="685800" indent="-228600" defTabSz="914400">
              <a:lnSpc>
                <a:spcPct val="90000"/>
              </a:lnSpc>
              <a:spcBef>
                <a:spcPts val="499"/>
              </a:spcBef>
              <a:buClr>
                <a:srgbClr val="44546a"/>
              </a:buClr>
              <a:buFont typeface="Arial"/>
              <a:buChar char="•"/>
            </a:pPr>
            <a:r>
              <a:rPr b="0" lang="de-DE" sz="1800" strike="noStrike" u="none">
                <a:solidFill>
                  <a:schemeClr val="dk2"/>
                </a:solidFill>
                <a:uFillTx/>
                <a:latin typeface="Calibri"/>
              </a:rPr>
              <a:t>Lösche den entsprechenden Teil des Templates</a:t>
            </a:r>
            <a:endParaRPr b="0" lang="de-DE" sz="1800" strike="noStrike" u="none">
              <a:solidFill>
                <a:srgbClr val="000000"/>
              </a:solidFill>
              <a:uFillTx/>
              <a:latin typeface="Arial"/>
            </a:endParaRPr>
          </a:p>
          <a:p>
            <a:pPr lvl="1" marL="685800" indent="-228600" defTabSz="914400">
              <a:lnSpc>
                <a:spcPct val="90000"/>
              </a:lnSpc>
              <a:spcBef>
                <a:spcPts val="499"/>
              </a:spcBef>
              <a:buClr>
                <a:srgbClr val="44546a"/>
              </a:buClr>
              <a:buFont typeface="Arial"/>
              <a:buChar char="•"/>
            </a:pPr>
            <a:r>
              <a:rPr b="0" lang="de-DE" sz="1800" strike="noStrike" u="none">
                <a:solidFill>
                  <a:schemeClr val="dk2"/>
                </a:solidFill>
                <a:uFillTx/>
                <a:latin typeface="Calibri"/>
              </a:rPr>
              <a:t>Übergebe app-customer-list die Daten per Property-Binding</a:t>
            </a:r>
            <a:endParaRPr b="0" lang="de-DE" sz="1800" strike="noStrike" u="none">
              <a:solidFill>
                <a:srgbClr val="000000"/>
              </a:solidFill>
              <a:uFillTx/>
              <a:latin typeface="Arial"/>
            </a:endParaRPr>
          </a:p>
        </p:txBody>
      </p:sp>
      <p:grpSp>
        <p:nvGrpSpPr>
          <p:cNvPr id="634" name="Group 17">
            <a:extLst>
              <a:ext uri="{C183D7F6-B498-43B3-948B-1728B52AA6E4}">
                <adec:decorative xmlns:adec="http://schemas.microsoft.com/office/drawing/2017/decorative" val="1"/>
              </a:ext>
            </a:extLst>
          </p:cNvPr>
          <p:cNvGrpSpPr/>
          <p:nvPr/>
        </p:nvGrpSpPr>
        <p:grpSpPr>
          <a:xfrm>
            <a:off x="9828720" y="2979360"/>
            <a:ext cx="2367720" cy="3877560"/>
            <a:chOff x="9828720" y="2979360"/>
            <a:chExt cx="2367720" cy="3877560"/>
          </a:xfrm>
        </p:grpSpPr>
        <p:sp>
          <p:nvSpPr>
            <p:cNvPr id="635" name="Freeform: Shape 18">
              <a:extLs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/>
            <p:nvPr/>
          </p:nvSpPr>
          <p:spPr>
            <a:xfrm rot="5400000">
              <a:off x="9073800" y="3734280"/>
              <a:ext cx="3877560" cy="2367720"/>
            </a:xfrm>
            <a:custGeom>
              <a:avLst/>
              <a:gdLst>
                <a:gd name="textAreaLeft" fmla="*/ 0 w 3877560"/>
                <a:gd name="textAreaRight" fmla="*/ 3878640 w 3877560"/>
                <a:gd name="textAreaTop" fmla="*/ 0 h 2367720"/>
                <a:gd name="textAreaBottom" fmla="*/ 2368800 h 2367720"/>
              </a:gdLst>
              <a:ahLst/>
              <a:rect l="textAreaLeft" t="textAreaTop" r="textAreaRight" b="textAreaBottom"/>
              <a:pathLst>
                <a:path w="5324985" h="3251912">
                  <a:moveTo>
                    <a:pt x="0" y="0"/>
                  </a:moveTo>
                  <a:lnTo>
                    <a:pt x="36826" y="0"/>
                  </a:lnTo>
                  <a:lnTo>
                    <a:pt x="45003" y="152909"/>
                  </a:lnTo>
                  <a:cubicBezTo>
                    <a:pt x="50351" y="205154"/>
                    <a:pt x="58290" y="257123"/>
                    <a:pt x="68956" y="308600"/>
                  </a:cubicBezTo>
                  <a:cubicBezTo>
                    <a:pt x="91393" y="411324"/>
                    <a:pt x="123882" y="511847"/>
                    <a:pt x="167774" y="607968"/>
                  </a:cubicBezTo>
                  <a:cubicBezTo>
                    <a:pt x="178195" y="632173"/>
                    <a:pt x="190333" y="655798"/>
                    <a:pt x="201857" y="679539"/>
                  </a:cubicBezTo>
                  <a:cubicBezTo>
                    <a:pt x="214363" y="702933"/>
                    <a:pt x="226255" y="726557"/>
                    <a:pt x="239741" y="749488"/>
                  </a:cubicBezTo>
                  <a:cubicBezTo>
                    <a:pt x="265488" y="795812"/>
                    <a:pt x="294176" y="840746"/>
                    <a:pt x="323724" y="885101"/>
                  </a:cubicBezTo>
                  <a:cubicBezTo>
                    <a:pt x="353149" y="929572"/>
                    <a:pt x="384657" y="972885"/>
                    <a:pt x="416412" y="1016081"/>
                  </a:cubicBezTo>
                  <a:cubicBezTo>
                    <a:pt x="448655" y="1058931"/>
                    <a:pt x="482127" y="1101202"/>
                    <a:pt x="515719" y="1143356"/>
                  </a:cubicBezTo>
                  <a:cubicBezTo>
                    <a:pt x="583027" y="1227782"/>
                    <a:pt x="653402" y="1310470"/>
                    <a:pt x="722427" y="1395127"/>
                  </a:cubicBezTo>
                  <a:cubicBezTo>
                    <a:pt x="757123" y="1437282"/>
                    <a:pt x="791697" y="1479783"/>
                    <a:pt x="825780" y="1522749"/>
                  </a:cubicBezTo>
                  <a:cubicBezTo>
                    <a:pt x="859742" y="1565367"/>
                    <a:pt x="893457" y="1610649"/>
                    <a:pt x="926314" y="1651992"/>
                  </a:cubicBezTo>
                  <a:cubicBezTo>
                    <a:pt x="958927" y="1694379"/>
                    <a:pt x="993132" y="1735492"/>
                    <a:pt x="1026848" y="1776836"/>
                  </a:cubicBezTo>
                  <a:cubicBezTo>
                    <a:pt x="1061545" y="1817485"/>
                    <a:pt x="1095996" y="1858133"/>
                    <a:pt x="1131918" y="1897393"/>
                  </a:cubicBezTo>
                  <a:cubicBezTo>
                    <a:pt x="1203273" y="1976376"/>
                    <a:pt x="1277447" y="2052463"/>
                    <a:pt x="1354688" y="2124728"/>
                  </a:cubicBezTo>
                  <a:cubicBezTo>
                    <a:pt x="1509411" y="2268911"/>
                    <a:pt x="1676396" y="2397575"/>
                    <a:pt x="1855027" y="2504236"/>
                  </a:cubicBezTo>
                  <a:cubicBezTo>
                    <a:pt x="1944528" y="2557277"/>
                    <a:pt x="2036357" y="2605917"/>
                    <a:pt x="2131618" y="2646913"/>
                  </a:cubicBezTo>
                  <a:cubicBezTo>
                    <a:pt x="2226267" y="2689068"/>
                    <a:pt x="2323981" y="2724622"/>
                    <a:pt x="2423534" y="2754732"/>
                  </a:cubicBezTo>
                  <a:cubicBezTo>
                    <a:pt x="2523087" y="2784958"/>
                    <a:pt x="2624602" y="2809394"/>
                    <a:pt x="2727588" y="2829197"/>
                  </a:cubicBezTo>
                  <a:cubicBezTo>
                    <a:pt x="2830698" y="2848653"/>
                    <a:pt x="2935522" y="2861971"/>
                    <a:pt x="3041083" y="2870890"/>
                  </a:cubicBezTo>
                  <a:cubicBezTo>
                    <a:pt x="3146644" y="2879922"/>
                    <a:pt x="3253307" y="2883860"/>
                    <a:pt x="3360340" y="2883976"/>
                  </a:cubicBezTo>
                  <a:cubicBezTo>
                    <a:pt x="3387067" y="2883976"/>
                    <a:pt x="3414162" y="2884439"/>
                    <a:pt x="3439663" y="2883396"/>
                  </a:cubicBezTo>
                  <a:lnTo>
                    <a:pt x="3478529" y="2882471"/>
                  </a:lnTo>
                  <a:lnTo>
                    <a:pt x="3517271" y="2880616"/>
                  </a:lnTo>
                  <a:cubicBezTo>
                    <a:pt x="3568887" y="2878417"/>
                    <a:pt x="3620257" y="2873552"/>
                    <a:pt x="3671260" y="2867878"/>
                  </a:cubicBezTo>
                  <a:cubicBezTo>
                    <a:pt x="3875515" y="2844253"/>
                    <a:pt x="4074253" y="2792486"/>
                    <a:pt x="4265268" y="2716283"/>
                  </a:cubicBezTo>
                  <a:cubicBezTo>
                    <a:pt x="4361020" y="2678529"/>
                    <a:pt x="4454444" y="2633710"/>
                    <a:pt x="4546395" y="2584724"/>
                  </a:cubicBezTo>
                  <a:cubicBezTo>
                    <a:pt x="4638470" y="2535967"/>
                    <a:pt x="4728827" y="2481885"/>
                    <a:pt x="4817837" y="2424674"/>
                  </a:cubicBezTo>
                  <a:cubicBezTo>
                    <a:pt x="4906846" y="2367348"/>
                    <a:pt x="4994385" y="2306317"/>
                    <a:pt x="5081677" y="2243548"/>
                  </a:cubicBezTo>
                  <a:cubicBezTo>
                    <a:pt x="5125201" y="2212164"/>
                    <a:pt x="5168603" y="2179969"/>
                    <a:pt x="5211881" y="2147658"/>
                  </a:cubicBezTo>
                  <a:lnTo>
                    <a:pt x="5324985" y="2062128"/>
                  </a:lnTo>
                  <a:lnTo>
                    <a:pt x="5324985" y="2514993"/>
                  </a:lnTo>
                  <a:lnTo>
                    <a:pt x="5314867" y="2522881"/>
                  </a:lnTo>
                  <a:cubicBezTo>
                    <a:pt x="5225490" y="2591325"/>
                    <a:pt x="5133783" y="2658379"/>
                    <a:pt x="5038276" y="2722421"/>
                  </a:cubicBezTo>
                  <a:cubicBezTo>
                    <a:pt x="4942892" y="2786348"/>
                    <a:pt x="4844810" y="2848422"/>
                    <a:pt x="4741701" y="2904937"/>
                  </a:cubicBezTo>
                  <a:cubicBezTo>
                    <a:pt x="4638592" y="2961337"/>
                    <a:pt x="4531929" y="3013683"/>
                    <a:pt x="4420728" y="3058848"/>
                  </a:cubicBezTo>
                  <a:cubicBezTo>
                    <a:pt x="4199063" y="3150338"/>
                    <a:pt x="3959621" y="3211485"/>
                    <a:pt x="3717481" y="3237079"/>
                  </a:cubicBezTo>
                  <a:cubicBezTo>
                    <a:pt x="3656914" y="3243101"/>
                    <a:pt x="3596227" y="3247966"/>
                    <a:pt x="3535661" y="3249934"/>
                  </a:cubicBezTo>
                  <a:lnTo>
                    <a:pt x="3490175" y="3251555"/>
                  </a:lnTo>
                  <a:lnTo>
                    <a:pt x="3444813" y="3251787"/>
                  </a:lnTo>
                  <a:cubicBezTo>
                    <a:pt x="3414162" y="3252250"/>
                    <a:pt x="3385105" y="3251324"/>
                    <a:pt x="3355681" y="3250745"/>
                  </a:cubicBezTo>
                  <a:cubicBezTo>
                    <a:pt x="3296954" y="3250050"/>
                    <a:pt x="3237860" y="3246692"/>
                    <a:pt x="3179011" y="3243795"/>
                  </a:cubicBezTo>
                  <a:cubicBezTo>
                    <a:pt x="3120039" y="3239164"/>
                    <a:pt x="3061067" y="3234878"/>
                    <a:pt x="3002217" y="3227814"/>
                  </a:cubicBezTo>
                  <a:cubicBezTo>
                    <a:pt x="2884397" y="3214496"/>
                    <a:pt x="2766699" y="3196314"/>
                    <a:pt x="2650103" y="3170836"/>
                  </a:cubicBezTo>
                  <a:cubicBezTo>
                    <a:pt x="2533510" y="3145358"/>
                    <a:pt x="2418263" y="3112583"/>
                    <a:pt x="2305836" y="3072514"/>
                  </a:cubicBezTo>
                  <a:cubicBezTo>
                    <a:pt x="2193410" y="3032328"/>
                    <a:pt x="2083926" y="2984383"/>
                    <a:pt x="1978611" y="2929952"/>
                  </a:cubicBezTo>
                  <a:cubicBezTo>
                    <a:pt x="1873663" y="2874711"/>
                    <a:pt x="1772884" y="2812985"/>
                    <a:pt x="1678235" y="2744424"/>
                  </a:cubicBezTo>
                  <a:cubicBezTo>
                    <a:pt x="1488201" y="2608001"/>
                    <a:pt x="1321708" y="2448068"/>
                    <a:pt x="1175688" y="2277018"/>
                  </a:cubicBezTo>
                  <a:cubicBezTo>
                    <a:pt x="1102985" y="2191086"/>
                    <a:pt x="1035309" y="2102377"/>
                    <a:pt x="971310" y="2012044"/>
                  </a:cubicBezTo>
                  <a:cubicBezTo>
                    <a:pt x="907188" y="1921714"/>
                    <a:pt x="847358" y="1829413"/>
                    <a:pt x="790717" y="1735723"/>
                  </a:cubicBezTo>
                  <a:cubicBezTo>
                    <a:pt x="761782" y="1688357"/>
                    <a:pt x="735300" y="1644002"/>
                    <a:pt x="706488" y="1598604"/>
                  </a:cubicBezTo>
                  <a:cubicBezTo>
                    <a:pt x="677922" y="1553555"/>
                    <a:pt x="648866" y="1508505"/>
                    <a:pt x="618951" y="1463802"/>
                  </a:cubicBezTo>
                  <a:lnTo>
                    <a:pt x="436273" y="1195355"/>
                  </a:lnTo>
                  <a:cubicBezTo>
                    <a:pt x="405990" y="1150189"/>
                    <a:pt x="376075" y="1104792"/>
                    <a:pt x="346896" y="1058816"/>
                  </a:cubicBezTo>
                  <a:cubicBezTo>
                    <a:pt x="317716" y="1012838"/>
                    <a:pt x="288782" y="966747"/>
                    <a:pt x="261809" y="919264"/>
                  </a:cubicBezTo>
                  <a:cubicBezTo>
                    <a:pt x="207742" y="824764"/>
                    <a:pt x="158088" y="727485"/>
                    <a:pt x="118487" y="626498"/>
                  </a:cubicBezTo>
                  <a:cubicBezTo>
                    <a:pt x="78151" y="525859"/>
                    <a:pt x="48237" y="421515"/>
                    <a:pt x="28130" y="315781"/>
                  </a:cubicBezTo>
                  <a:cubicBezTo>
                    <a:pt x="18506" y="262914"/>
                    <a:pt x="11425" y="209642"/>
                    <a:pt x="6751" y="156195"/>
                  </a:cubicBezTo>
                  <a:close/>
                </a:path>
              </a:pathLst>
            </a:custGeom>
            <a:gradFill rotWithShape="0">
              <a:gsLst>
                <a:gs pos="2000">
                  <a:srgbClr val="ffffff">
                    <a:alpha val="10000"/>
                  </a:srgbClr>
                </a:gs>
                <a:gs pos="16000">
                  <a:srgbClr val="f19d19">
                    <a:alpha val="10000"/>
                  </a:srgbClr>
                </a:gs>
                <a:gs pos="85000">
                  <a:srgbClr val="1d9a78">
                    <a:alpha val="10000"/>
                  </a:srgbClr>
                </a:gs>
                <a:gs pos="100000">
                  <a:srgbClr val="ffffff">
                    <a:alpha val="10000"/>
                  </a:srgbClr>
                </a:gs>
              </a:gsLst>
              <a:lin ang="12000000"/>
            </a:gra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/>
          </p:style>
          <p:txBody>
            <a:bodyPr lIns="90000" rIns="90000" tIns="45000" bIns="45000" anchor="ctr">
              <a:noAutofit/>
            </a:bodyPr>
            <a:p>
              <a:pPr algn="ctr" defTabSz="914400">
                <a:lnSpc>
                  <a:spcPct val="100000"/>
                </a:lnSpc>
              </a:pPr>
              <a:endParaRPr b="0" lang="en-US" sz="1800" strike="noStrike" u="none">
                <a:solidFill>
                  <a:schemeClr val="lt1"/>
                </a:solidFill>
                <a:uFillTx/>
                <a:latin typeface="Calibri"/>
              </a:endParaRPr>
            </a:p>
          </p:txBody>
        </p:sp>
        <p:sp>
          <p:nvSpPr>
            <p:cNvPr id="636" name="Freeform: Shape 19">
              <a:extLs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/>
            <p:nvPr/>
          </p:nvSpPr>
          <p:spPr>
            <a:xfrm rot="5400000">
              <a:off x="9190440" y="3850920"/>
              <a:ext cx="3841560" cy="2170080"/>
            </a:xfrm>
            <a:custGeom>
              <a:avLst/>
              <a:gdLst>
                <a:gd name="textAreaLeft" fmla="*/ 0 w 3841560"/>
                <a:gd name="textAreaRight" fmla="*/ 3842640 w 3841560"/>
                <a:gd name="textAreaTop" fmla="*/ 0 h 2170080"/>
                <a:gd name="textAreaBottom" fmla="*/ 2171160 h 2170080"/>
              </a:gdLst>
              <a:ahLst/>
              <a:rect l="textAreaLeft" t="textAreaTop" r="textAreaRight" b="textAreaBottom"/>
              <a:pathLst>
                <a:path w="5275533" h="2980757">
                  <a:moveTo>
                    <a:pt x="0" y="0"/>
                  </a:moveTo>
                  <a:lnTo>
                    <a:pt x="201166" y="0"/>
                  </a:lnTo>
                  <a:lnTo>
                    <a:pt x="206734" y="89286"/>
                  </a:lnTo>
                  <a:cubicBezTo>
                    <a:pt x="212220" y="135755"/>
                    <a:pt x="220465" y="181731"/>
                    <a:pt x="232051" y="226897"/>
                  </a:cubicBezTo>
                  <a:cubicBezTo>
                    <a:pt x="254855" y="317344"/>
                    <a:pt x="290287" y="403854"/>
                    <a:pt x="332707" y="487120"/>
                  </a:cubicBezTo>
                  <a:cubicBezTo>
                    <a:pt x="354163" y="528696"/>
                    <a:pt x="377948" y="569461"/>
                    <a:pt x="402959" y="609647"/>
                  </a:cubicBezTo>
                  <a:cubicBezTo>
                    <a:pt x="428337" y="649717"/>
                    <a:pt x="455433" y="689209"/>
                    <a:pt x="483631" y="728236"/>
                  </a:cubicBezTo>
                  <a:cubicBezTo>
                    <a:pt x="540764" y="806061"/>
                    <a:pt x="604271" y="881569"/>
                    <a:pt x="669986" y="957424"/>
                  </a:cubicBezTo>
                  <a:cubicBezTo>
                    <a:pt x="735701" y="1033395"/>
                    <a:pt x="804359" y="1109366"/>
                    <a:pt x="871667" y="1188348"/>
                  </a:cubicBezTo>
                  <a:cubicBezTo>
                    <a:pt x="905383" y="1227723"/>
                    <a:pt x="938731" y="1268025"/>
                    <a:pt x="971956" y="1308905"/>
                  </a:cubicBezTo>
                  <a:lnTo>
                    <a:pt x="1020139" y="1368084"/>
                  </a:lnTo>
                  <a:cubicBezTo>
                    <a:pt x="1035954" y="1386962"/>
                    <a:pt x="1051035" y="1406302"/>
                    <a:pt x="1067340" y="1424715"/>
                  </a:cubicBezTo>
                  <a:cubicBezTo>
                    <a:pt x="1194602" y="1574573"/>
                    <a:pt x="1332652" y="1712503"/>
                    <a:pt x="1472909" y="1843252"/>
                  </a:cubicBezTo>
                  <a:cubicBezTo>
                    <a:pt x="1543406" y="1908337"/>
                    <a:pt x="1615128" y="1971221"/>
                    <a:pt x="1688567" y="2031559"/>
                  </a:cubicBezTo>
                  <a:cubicBezTo>
                    <a:pt x="1762006" y="2091895"/>
                    <a:pt x="1836793" y="2150263"/>
                    <a:pt x="1914401" y="2205156"/>
                  </a:cubicBezTo>
                  <a:cubicBezTo>
                    <a:pt x="2069003" y="2315176"/>
                    <a:pt x="2235742" y="2413498"/>
                    <a:pt x="2418909" y="2479741"/>
                  </a:cubicBezTo>
                  <a:cubicBezTo>
                    <a:pt x="2510249" y="2512863"/>
                    <a:pt x="2604898" y="2538225"/>
                    <a:pt x="2701141" y="2557333"/>
                  </a:cubicBezTo>
                  <a:cubicBezTo>
                    <a:pt x="2725293" y="2561850"/>
                    <a:pt x="2749201" y="2567062"/>
                    <a:pt x="2773475" y="2570999"/>
                  </a:cubicBezTo>
                  <a:lnTo>
                    <a:pt x="2846424" y="2582465"/>
                  </a:lnTo>
                  <a:cubicBezTo>
                    <a:pt x="2895343" y="2588602"/>
                    <a:pt x="2944261" y="2595088"/>
                    <a:pt x="2993669" y="2598909"/>
                  </a:cubicBezTo>
                  <a:cubicBezTo>
                    <a:pt x="3018313" y="2601110"/>
                    <a:pt x="3042956" y="2603195"/>
                    <a:pt x="3067721" y="2604237"/>
                  </a:cubicBezTo>
                  <a:cubicBezTo>
                    <a:pt x="3092487" y="2605394"/>
                    <a:pt x="3117130" y="2607247"/>
                    <a:pt x="3142019" y="2607943"/>
                  </a:cubicBezTo>
                  <a:lnTo>
                    <a:pt x="3216561" y="2609564"/>
                  </a:lnTo>
                  <a:cubicBezTo>
                    <a:pt x="3241326" y="2610142"/>
                    <a:pt x="3266337" y="2609333"/>
                    <a:pt x="3291225" y="2609217"/>
                  </a:cubicBezTo>
                  <a:lnTo>
                    <a:pt x="3328619" y="2608869"/>
                  </a:lnTo>
                  <a:cubicBezTo>
                    <a:pt x="3340757" y="2608522"/>
                    <a:pt x="3352649" y="2607827"/>
                    <a:pt x="3364665" y="2607363"/>
                  </a:cubicBezTo>
                  <a:cubicBezTo>
                    <a:pt x="3376679" y="2606784"/>
                    <a:pt x="3388695" y="2606438"/>
                    <a:pt x="3400587" y="2605627"/>
                  </a:cubicBezTo>
                  <a:lnTo>
                    <a:pt x="3436387" y="2602847"/>
                  </a:lnTo>
                  <a:cubicBezTo>
                    <a:pt x="3484079" y="2599257"/>
                    <a:pt x="3531404" y="2593235"/>
                    <a:pt x="3578361" y="2586286"/>
                  </a:cubicBezTo>
                  <a:cubicBezTo>
                    <a:pt x="3766310" y="2556871"/>
                    <a:pt x="3947025" y="2499314"/>
                    <a:pt x="4119159" y="2418594"/>
                  </a:cubicBezTo>
                  <a:cubicBezTo>
                    <a:pt x="4291907" y="2338801"/>
                    <a:pt x="4456317" y="2236657"/>
                    <a:pt x="4618765" y="2124668"/>
                  </a:cubicBezTo>
                  <a:cubicBezTo>
                    <a:pt x="4659346" y="2096759"/>
                    <a:pt x="4699682" y="2067575"/>
                    <a:pt x="4739895" y="2038275"/>
                  </a:cubicBezTo>
                  <a:cubicBezTo>
                    <a:pt x="4780355" y="2008976"/>
                    <a:pt x="4820691" y="1979212"/>
                    <a:pt x="4861027" y="1948986"/>
                  </a:cubicBezTo>
                  <a:lnTo>
                    <a:pt x="5106354" y="1763690"/>
                  </a:lnTo>
                  <a:lnTo>
                    <a:pt x="5275533" y="1641017"/>
                  </a:lnTo>
                  <a:lnTo>
                    <a:pt x="5275533" y="2257481"/>
                  </a:lnTo>
                  <a:lnTo>
                    <a:pt x="5168881" y="2332084"/>
                  </a:lnTo>
                  <a:cubicBezTo>
                    <a:pt x="5125235" y="2362079"/>
                    <a:pt x="5081099" y="2391958"/>
                    <a:pt x="5036225" y="2421489"/>
                  </a:cubicBezTo>
                  <a:cubicBezTo>
                    <a:pt x="4991231" y="2450790"/>
                    <a:pt x="4945867" y="2479857"/>
                    <a:pt x="4899401" y="2508347"/>
                  </a:cubicBezTo>
                  <a:cubicBezTo>
                    <a:pt x="4806959" y="2565440"/>
                    <a:pt x="4711574" y="2620798"/>
                    <a:pt x="4612145" y="2671407"/>
                  </a:cubicBezTo>
                  <a:cubicBezTo>
                    <a:pt x="4512836" y="2722247"/>
                    <a:pt x="4410095" y="2769496"/>
                    <a:pt x="4303187" y="2810030"/>
                  </a:cubicBezTo>
                  <a:cubicBezTo>
                    <a:pt x="4090349" y="2892256"/>
                    <a:pt x="3861694" y="2947728"/>
                    <a:pt x="3630835" y="2969500"/>
                  </a:cubicBezTo>
                  <a:cubicBezTo>
                    <a:pt x="3573089" y="2974712"/>
                    <a:pt x="3515343" y="2978649"/>
                    <a:pt x="3457719" y="2979808"/>
                  </a:cubicBezTo>
                  <a:lnTo>
                    <a:pt x="3414441" y="2980733"/>
                  </a:lnTo>
                  <a:cubicBezTo>
                    <a:pt x="3400097" y="2980850"/>
                    <a:pt x="3385630" y="2980502"/>
                    <a:pt x="3371285" y="2980502"/>
                  </a:cubicBezTo>
                  <a:lnTo>
                    <a:pt x="3328252" y="2980039"/>
                  </a:lnTo>
                  <a:lnTo>
                    <a:pt x="3286445" y="2978534"/>
                  </a:lnTo>
                  <a:cubicBezTo>
                    <a:pt x="3175121" y="2975174"/>
                    <a:pt x="3063553" y="2966837"/>
                    <a:pt x="2952475" y="2953402"/>
                  </a:cubicBezTo>
                  <a:cubicBezTo>
                    <a:pt x="2841275" y="2940664"/>
                    <a:pt x="2730319" y="2922365"/>
                    <a:pt x="2620591" y="2898046"/>
                  </a:cubicBezTo>
                  <a:cubicBezTo>
                    <a:pt x="2510984" y="2873494"/>
                    <a:pt x="2402235" y="2844426"/>
                    <a:pt x="2294591" y="2811305"/>
                  </a:cubicBezTo>
                  <a:cubicBezTo>
                    <a:pt x="2079669" y="2744483"/>
                    <a:pt x="1867198" y="2661331"/>
                    <a:pt x="1670544" y="2550501"/>
                  </a:cubicBezTo>
                  <a:cubicBezTo>
                    <a:pt x="1473767" y="2439903"/>
                    <a:pt x="1298079" y="2299657"/>
                    <a:pt x="1144703" y="2144472"/>
                  </a:cubicBezTo>
                  <a:cubicBezTo>
                    <a:pt x="1067586" y="2066996"/>
                    <a:pt x="997458" y="1984539"/>
                    <a:pt x="931497" y="1900114"/>
                  </a:cubicBezTo>
                  <a:cubicBezTo>
                    <a:pt x="865906" y="1815342"/>
                    <a:pt x="803500" y="1729295"/>
                    <a:pt x="745265" y="1641395"/>
                  </a:cubicBezTo>
                  <a:cubicBezTo>
                    <a:pt x="730307" y="1619623"/>
                    <a:pt x="716207" y="1597503"/>
                    <a:pt x="701741" y="1575500"/>
                  </a:cubicBezTo>
                  <a:lnTo>
                    <a:pt x="660178" y="1511573"/>
                  </a:lnTo>
                  <a:cubicBezTo>
                    <a:pt x="633574" y="1470229"/>
                    <a:pt x="605989" y="1429232"/>
                    <a:pt x="578158" y="1387656"/>
                  </a:cubicBezTo>
                  <a:lnTo>
                    <a:pt x="408230" y="1134497"/>
                  </a:lnTo>
                  <a:cubicBezTo>
                    <a:pt x="351220" y="1048219"/>
                    <a:pt x="294945" y="959392"/>
                    <a:pt x="242349" y="866860"/>
                  </a:cubicBezTo>
                  <a:cubicBezTo>
                    <a:pt x="216112" y="820536"/>
                    <a:pt x="190734" y="773402"/>
                    <a:pt x="167562" y="724994"/>
                  </a:cubicBezTo>
                  <a:cubicBezTo>
                    <a:pt x="144513" y="676469"/>
                    <a:pt x="123057" y="627019"/>
                    <a:pt x="104054" y="576525"/>
                  </a:cubicBezTo>
                  <a:cubicBezTo>
                    <a:pt x="85418" y="525917"/>
                    <a:pt x="68867" y="474613"/>
                    <a:pt x="55381" y="422499"/>
                  </a:cubicBezTo>
                  <a:cubicBezTo>
                    <a:pt x="49006" y="396442"/>
                    <a:pt x="42508" y="370269"/>
                    <a:pt x="37236" y="343980"/>
                  </a:cubicBezTo>
                  <a:lnTo>
                    <a:pt x="29267" y="304604"/>
                  </a:lnTo>
                  <a:lnTo>
                    <a:pt x="22646" y="265113"/>
                  </a:lnTo>
                  <a:cubicBezTo>
                    <a:pt x="14003" y="212420"/>
                    <a:pt x="7872" y="159582"/>
                    <a:pt x="3903" y="106787"/>
                  </a:cubicBezTo>
                  <a:close/>
                </a:path>
              </a:pathLst>
            </a:custGeom>
            <a:gradFill rotWithShape="0">
              <a:gsLst>
                <a:gs pos="2000">
                  <a:srgbClr val="ffffff">
                    <a:alpha val="10000"/>
                  </a:srgbClr>
                </a:gs>
                <a:gs pos="16000">
                  <a:srgbClr val="f19d19">
                    <a:alpha val="10000"/>
                  </a:srgbClr>
                </a:gs>
                <a:gs pos="85000">
                  <a:srgbClr val="1d9a78">
                    <a:alpha val="10000"/>
                  </a:srgbClr>
                </a:gs>
                <a:gs pos="100000">
                  <a:srgbClr val="ffffff">
                    <a:alpha val="10000"/>
                  </a:srgbClr>
                </a:gs>
              </a:gsLst>
              <a:lin ang="12000000"/>
            </a:gra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/>
          </p:style>
          <p:txBody>
            <a:bodyPr lIns="90000" rIns="90000" tIns="45000" bIns="45000" anchor="ctr">
              <a:noAutofit/>
            </a:bodyPr>
            <a:p>
              <a:pPr algn="ctr" defTabSz="914400">
                <a:lnSpc>
                  <a:spcPct val="100000"/>
                </a:lnSpc>
              </a:pPr>
              <a:endParaRPr b="0" lang="en-US" sz="1800" strike="noStrike" u="none">
                <a:solidFill>
                  <a:schemeClr val="lt1"/>
                </a:solidFill>
                <a:uFillTx/>
                <a:latin typeface="Calibri"/>
              </a:endParaRPr>
            </a:p>
          </p:txBody>
        </p:sp>
        <p:sp>
          <p:nvSpPr>
            <p:cNvPr id="637" name="Freeform: Shape 20">
              <a:extLs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/>
            <p:nvPr/>
          </p:nvSpPr>
          <p:spPr>
            <a:xfrm rot="5400000">
              <a:off x="9211680" y="3872160"/>
              <a:ext cx="3837960" cy="2131560"/>
            </a:xfrm>
            <a:custGeom>
              <a:avLst/>
              <a:gdLst>
                <a:gd name="textAreaLeft" fmla="*/ 0 w 3837960"/>
                <a:gd name="textAreaRight" fmla="*/ 3839040 w 3837960"/>
                <a:gd name="textAreaTop" fmla="*/ 0 h 2131560"/>
                <a:gd name="textAreaBottom" fmla="*/ 2132640 h 2131560"/>
              </a:gdLst>
              <a:ahLst/>
              <a:rect l="textAreaLeft" t="textAreaTop" r="textAreaRight" b="textAreaBottom"/>
              <a:pathLst>
                <a:path w="5270786" h="2927775">
                  <a:moveTo>
                    <a:pt x="0" y="0"/>
                  </a:moveTo>
                  <a:lnTo>
                    <a:pt x="613805" y="0"/>
                  </a:lnTo>
                  <a:lnTo>
                    <a:pt x="618487" y="85404"/>
                  </a:lnTo>
                  <a:cubicBezTo>
                    <a:pt x="650052" y="360109"/>
                    <a:pt x="792650" y="556543"/>
                    <a:pt x="1054084" y="895200"/>
                  </a:cubicBezTo>
                  <a:cubicBezTo>
                    <a:pt x="1126174" y="988542"/>
                    <a:pt x="1200716" y="1085128"/>
                    <a:pt x="1276976" y="1191325"/>
                  </a:cubicBezTo>
                  <a:cubicBezTo>
                    <a:pt x="1859704" y="2002688"/>
                    <a:pt x="2485223" y="2348843"/>
                    <a:pt x="3368450" y="2348843"/>
                  </a:cubicBezTo>
                  <a:cubicBezTo>
                    <a:pt x="3948114" y="2348843"/>
                    <a:pt x="4373422" y="2066846"/>
                    <a:pt x="4956151" y="1636730"/>
                  </a:cubicBezTo>
                  <a:cubicBezTo>
                    <a:pt x="5021253" y="1588668"/>
                    <a:pt x="5086356" y="1541186"/>
                    <a:pt x="5149372" y="1495325"/>
                  </a:cubicBezTo>
                  <a:lnTo>
                    <a:pt x="5270786" y="1406110"/>
                  </a:lnTo>
                  <a:lnTo>
                    <a:pt x="5270786" y="2138641"/>
                  </a:lnTo>
                  <a:lnTo>
                    <a:pt x="5112925" y="2253730"/>
                  </a:lnTo>
                  <a:cubicBezTo>
                    <a:pt x="4598179" y="2621786"/>
                    <a:pt x="4074961" y="2927775"/>
                    <a:pt x="3368327" y="2927775"/>
                  </a:cubicBezTo>
                  <a:cubicBezTo>
                    <a:pt x="2170746" y="2927775"/>
                    <a:pt x="1393203" y="2384512"/>
                    <a:pt x="769646" y="1516288"/>
                  </a:cubicBezTo>
                  <a:cubicBezTo>
                    <a:pt x="418850" y="1027932"/>
                    <a:pt x="48120" y="683401"/>
                    <a:pt x="3149" y="85252"/>
                  </a:cubicBezTo>
                  <a:close/>
                </a:path>
              </a:pathLst>
            </a:custGeom>
            <a:gradFill rotWithShape="0">
              <a:gsLst>
                <a:gs pos="2000">
                  <a:srgbClr val="ffffff">
                    <a:alpha val="10000"/>
                  </a:srgbClr>
                </a:gs>
                <a:gs pos="16000">
                  <a:srgbClr val="f19d19">
                    <a:alpha val="10000"/>
                  </a:srgbClr>
                </a:gs>
                <a:gs pos="85000">
                  <a:srgbClr val="1d9a78">
                    <a:alpha val="10000"/>
                  </a:srgbClr>
                </a:gs>
                <a:gs pos="100000">
                  <a:srgbClr val="ffffff">
                    <a:alpha val="10000"/>
                  </a:srgbClr>
                </a:gs>
              </a:gsLst>
              <a:lin ang="12000000"/>
            </a:gra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/>
          </p:style>
          <p:txBody>
            <a:bodyPr lIns="90000" rIns="90000" tIns="45000" bIns="45000" anchor="ctr">
              <a:noAutofit/>
            </a:bodyPr>
            <a:p>
              <a:pPr algn="ctr" defTabSz="914400">
                <a:lnSpc>
                  <a:spcPct val="100000"/>
                </a:lnSpc>
              </a:pPr>
              <a:endParaRPr b="0" lang="en-US" sz="1800" strike="noStrike" u="none">
                <a:solidFill>
                  <a:schemeClr val="lt1"/>
                </a:solidFill>
                <a:uFillTx/>
                <a:latin typeface="Calibri"/>
              </a:endParaRPr>
            </a:p>
          </p:txBody>
        </p:sp>
        <p:sp>
          <p:nvSpPr>
            <p:cNvPr id="638" name="Freeform: Shape 21">
              <a:extLs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/>
            <p:nvPr/>
          </p:nvSpPr>
          <p:spPr>
            <a:xfrm rot="5400000">
              <a:off x="9211680" y="3872160"/>
              <a:ext cx="3837960" cy="2131560"/>
            </a:xfrm>
            <a:custGeom>
              <a:avLst/>
              <a:gdLst>
                <a:gd name="textAreaLeft" fmla="*/ 0 w 3837960"/>
                <a:gd name="textAreaRight" fmla="*/ 3839040 w 3837960"/>
                <a:gd name="textAreaTop" fmla="*/ 0 h 2131560"/>
                <a:gd name="textAreaBottom" fmla="*/ 2132640 h 2131560"/>
              </a:gdLst>
              <a:ahLst/>
              <a:rect l="textAreaLeft" t="textAreaTop" r="textAreaRight" b="textAreaBottom"/>
              <a:pathLst>
                <a:path w="5270786" h="2927775">
                  <a:moveTo>
                    <a:pt x="0" y="0"/>
                  </a:moveTo>
                  <a:lnTo>
                    <a:pt x="736294" y="0"/>
                  </a:lnTo>
                  <a:lnTo>
                    <a:pt x="740298" y="72745"/>
                  </a:lnTo>
                  <a:cubicBezTo>
                    <a:pt x="768839" y="319371"/>
                    <a:pt x="898885" y="497858"/>
                    <a:pt x="1153024" y="826989"/>
                  </a:cubicBezTo>
                  <a:cubicBezTo>
                    <a:pt x="1225727" y="921142"/>
                    <a:pt x="1300882" y="1018537"/>
                    <a:pt x="1378368" y="1126356"/>
                  </a:cubicBezTo>
                  <a:cubicBezTo>
                    <a:pt x="1652384" y="1507833"/>
                    <a:pt x="1933512" y="1779060"/>
                    <a:pt x="2238056" y="1955322"/>
                  </a:cubicBezTo>
                  <a:cubicBezTo>
                    <a:pt x="2560868" y="2142238"/>
                    <a:pt x="2930637" y="2233033"/>
                    <a:pt x="3368327" y="2233033"/>
                  </a:cubicBezTo>
                  <a:cubicBezTo>
                    <a:pt x="3616720" y="2233033"/>
                    <a:pt x="3847703" y="2176866"/>
                    <a:pt x="4095360" y="2056192"/>
                  </a:cubicBezTo>
                  <a:cubicBezTo>
                    <a:pt x="4349636" y="1932276"/>
                    <a:pt x="4601340" y="1751613"/>
                    <a:pt x="4880506" y="1545587"/>
                  </a:cubicBezTo>
                  <a:cubicBezTo>
                    <a:pt x="4945974" y="1497295"/>
                    <a:pt x="5011199" y="1449697"/>
                    <a:pt x="5074340" y="1403721"/>
                  </a:cubicBezTo>
                  <a:lnTo>
                    <a:pt x="5270786" y="1259367"/>
                  </a:lnTo>
                  <a:lnTo>
                    <a:pt x="5270786" y="2138641"/>
                  </a:lnTo>
                  <a:lnTo>
                    <a:pt x="5112925" y="2253730"/>
                  </a:lnTo>
                  <a:cubicBezTo>
                    <a:pt x="4598179" y="2621786"/>
                    <a:pt x="4074961" y="2927775"/>
                    <a:pt x="3368327" y="2927775"/>
                  </a:cubicBezTo>
                  <a:cubicBezTo>
                    <a:pt x="2170746" y="2927775"/>
                    <a:pt x="1393203" y="2384512"/>
                    <a:pt x="769646" y="1516288"/>
                  </a:cubicBezTo>
                  <a:cubicBezTo>
                    <a:pt x="418850" y="1027932"/>
                    <a:pt x="48120" y="683401"/>
                    <a:pt x="3149" y="85252"/>
                  </a:cubicBezTo>
                  <a:close/>
                </a:path>
              </a:pathLst>
            </a:custGeom>
            <a:gradFill rotWithShape="0">
              <a:gsLst>
                <a:gs pos="2000">
                  <a:srgbClr val="ffffff">
                    <a:alpha val="10000"/>
                  </a:srgbClr>
                </a:gs>
                <a:gs pos="16000">
                  <a:srgbClr val="f19d19">
                    <a:alpha val="10000"/>
                  </a:srgbClr>
                </a:gs>
                <a:gs pos="85000">
                  <a:srgbClr val="1d9a78">
                    <a:alpha val="10000"/>
                  </a:srgbClr>
                </a:gs>
                <a:gs pos="100000">
                  <a:srgbClr val="ffffff">
                    <a:alpha val="10000"/>
                  </a:srgbClr>
                </a:gs>
              </a:gsLst>
              <a:lin ang="12000000"/>
            </a:gra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/>
          </p:style>
          <p:txBody>
            <a:bodyPr lIns="90000" rIns="90000" tIns="45000" bIns="45000" anchor="ctr">
              <a:noAutofit/>
            </a:bodyPr>
            <a:p>
              <a:pPr algn="ctr" defTabSz="914400">
                <a:lnSpc>
                  <a:spcPct val="100000"/>
                </a:lnSpc>
              </a:pPr>
              <a:endParaRPr b="0" lang="en-US" sz="1800" strike="noStrike" u="none">
                <a:solidFill>
                  <a:schemeClr val="lt1"/>
                </a:solidFill>
                <a:uFillTx/>
                <a:latin typeface="Calibri"/>
              </a:endParaRPr>
            </a:p>
          </p:txBody>
        </p:sp>
      </p:grp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125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bg>
      <p:bgPr>
        <a:solidFill>
          <a:schemeClr val="lt1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39" name="Rectangle 13">
            <a:extLst>
              <a:ext uri="{C183D7F6-B498-43B3-948B-1728B52AA6E4}">
                <adec:decorative xmlns:adec="http://schemas.microsoft.com/office/drawing/2017/decorative" val="1"/>
              </a:ext>
            </a:extLst>
          </p:cNvPr>
          <p:cNvSpPr/>
          <p:nvPr/>
        </p:nvSpPr>
        <p:spPr>
          <a:xfrm flipV="1">
            <a:off x="0" y="-1440"/>
            <a:ext cx="12191040" cy="4005720"/>
          </a:xfrm>
          <a:prstGeom prst="rect">
            <a:avLst/>
          </a:prstGeom>
          <a:solidFill>
            <a:schemeClr val="accent1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 algn="ctr" defTabSz="914400">
              <a:lnSpc>
                <a:spcPct val="100000"/>
              </a:lnSpc>
            </a:pPr>
            <a:endParaRPr b="0" lang="en-US" sz="1800" strike="noStrike" u="none">
              <a:solidFill>
                <a:schemeClr val="lt1"/>
              </a:solidFill>
              <a:uFillTx/>
              <a:latin typeface="Calibri"/>
            </a:endParaRPr>
          </a:p>
        </p:txBody>
      </p:sp>
      <p:sp>
        <p:nvSpPr>
          <p:cNvPr id="640" name="PlaceHolder 1"/>
          <p:cNvSpPr>
            <a:spLocks noGrp="1"/>
          </p:cNvSpPr>
          <p:nvPr>
            <p:ph type="title"/>
          </p:nvPr>
        </p:nvSpPr>
        <p:spPr>
          <a:xfrm>
            <a:off x="838080" y="914400"/>
            <a:ext cx="10514520" cy="265896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b">
            <a:normAutofit/>
          </a:bodyPr>
          <a:p>
            <a:pPr indent="0" algn="ctr" defTabSz="914400">
              <a:lnSpc>
                <a:spcPct val="90000"/>
              </a:lnSpc>
              <a:buNone/>
              <a:tabLst>
                <a:tab algn="l" pos="0"/>
              </a:tabLst>
            </a:pPr>
            <a:r>
              <a:rPr b="0" lang="en-US" sz="8000" strike="noStrike" u="none">
                <a:solidFill>
                  <a:srgbClr val="ffffff"/>
                </a:solidFill>
                <a:uFillTx/>
                <a:latin typeface="Calibri Light"/>
              </a:rPr>
              <a:t>Events </a:t>
            </a:r>
            <a:endParaRPr b="0" lang="de-DE" sz="8000" strike="noStrike" u="none">
              <a:solidFill>
                <a:srgbClr val="000000"/>
              </a:solidFill>
              <a:uFillTx/>
              <a:latin typeface="Arial"/>
            </a:endParaRPr>
          </a:p>
        </p:txBody>
      </p:sp>
      <p:sp>
        <p:nvSpPr>
          <p:cNvPr id="641" name="PlaceHolder 2"/>
          <p:cNvSpPr>
            <a:spLocks noGrp="1"/>
          </p:cNvSpPr>
          <p:nvPr>
            <p:ph/>
          </p:nvPr>
        </p:nvSpPr>
        <p:spPr>
          <a:xfrm>
            <a:off x="838080" y="4368960"/>
            <a:ext cx="10514520" cy="138960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t">
            <a:normAutofit/>
          </a:bodyPr>
          <a:p>
            <a:pPr indent="0" algn="ctr" defTabSz="914400">
              <a:lnSpc>
                <a:spcPct val="90000"/>
              </a:lnSpc>
              <a:spcBef>
                <a:spcPts val="1001"/>
              </a:spcBef>
              <a:buNone/>
              <a:tabLst>
                <a:tab algn="l" pos="0"/>
              </a:tabLst>
            </a:pPr>
            <a:r>
              <a:rPr b="0" lang="en-US" sz="3200" strike="noStrike" u="none">
                <a:solidFill>
                  <a:schemeClr val="dk1"/>
                </a:solidFill>
                <a:uFillTx/>
                <a:latin typeface="Calibri"/>
              </a:rPr>
              <a:t>Output aus Components</a:t>
            </a:r>
            <a:endParaRPr b="0" lang="de-DE" sz="3200" strike="noStrike" u="none">
              <a:solidFill>
                <a:srgbClr val="000000"/>
              </a:solidFill>
              <a:uFillTx/>
              <a:latin typeface="Arial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126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42" name="PlaceHolder 1"/>
          <p:cNvSpPr>
            <a:spLocks noGrp="1"/>
          </p:cNvSpPr>
          <p:nvPr>
            <p:ph type="title"/>
          </p:nvPr>
        </p:nvSpPr>
        <p:spPr>
          <a:xfrm>
            <a:off x="838080" y="365040"/>
            <a:ext cx="10514520" cy="132444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ctr">
            <a:noAutofit/>
          </a:bodyPr>
          <a:p>
            <a:pPr indent="0" defTabSz="914400">
              <a:lnSpc>
                <a:spcPct val="90000"/>
              </a:lnSpc>
              <a:buNone/>
              <a:tabLst>
                <a:tab algn="l" pos="0"/>
              </a:tabLst>
            </a:pPr>
            <a:r>
              <a:rPr b="0" lang="de-DE" sz="4400" strike="noStrike" u="none">
                <a:solidFill>
                  <a:schemeClr val="dk1"/>
                </a:solidFill>
                <a:uFillTx/>
                <a:latin typeface="Calibri Light"/>
              </a:rPr>
              <a:t>Event Binding</a:t>
            </a:r>
            <a:endParaRPr b="0" lang="de-DE" sz="4400" strike="noStrike" u="none">
              <a:solidFill>
                <a:srgbClr val="000000"/>
              </a:solidFill>
              <a:uFillTx/>
              <a:latin typeface="Arial"/>
            </a:endParaRPr>
          </a:p>
        </p:txBody>
      </p:sp>
      <p:sp>
        <p:nvSpPr>
          <p:cNvPr id="643" name="PlaceHolder 2"/>
          <p:cNvSpPr>
            <a:spLocks noGrp="1"/>
          </p:cNvSpPr>
          <p:nvPr>
            <p:ph/>
          </p:nvPr>
        </p:nvSpPr>
        <p:spPr>
          <a:xfrm>
            <a:off x="838080" y="1825560"/>
            <a:ext cx="10514520" cy="435024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t">
            <a:noAutofit/>
          </a:bodyPr>
          <a:p>
            <a:pPr marL="228600" indent="-228600" defTabSz="914400">
              <a:lnSpc>
                <a:spcPct val="90000"/>
              </a:lnSpc>
              <a:spcBef>
                <a:spcPts val="1001"/>
              </a:spcBef>
              <a:buClr>
                <a:srgbClr val="000000"/>
              </a:buClr>
              <a:buFont typeface="Arial"/>
              <a:buChar char="•"/>
            </a:pPr>
            <a:r>
              <a:rPr b="0" lang="de-DE" sz="2800" strike="noStrike" u="none">
                <a:solidFill>
                  <a:schemeClr val="dk1"/>
                </a:solidFill>
                <a:uFillTx/>
                <a:latin typeface="Calibri"/>
              </a:rPr>
              <a:t>Data-Binding unidirektional</a:t>
            </a:r>
            <a:endParaRPr b="0" lang="de-DE" sz="2800" strike="noStrike" u="none">
              <a:solidFill>
                <a:srgbClr val="000000"/>
              </a:solidFill>
              <a:uFillTx/>
              <a:latin typeface="Arial"/>
            </a:endParaRPr>
          </a:p>
          <a:p>
            <a:pPr lvl="1" marL="685800" indent="-228600" defTabSz="914400">
              <a:lnSpc>
                <a:spcPct val="90000"/>
              </a:lnSpc>
              <a:spcBef>
                <a:spcPts val="499"/>
              </a:spcBef>
              <a:buClr>
                <a:srgbClr val="000000"/>
              </a:buClr>
              <a:buFont typeface="Arial"/>
              <a:buChar char="•"/>
            </a:pPr>
            <a:r>
              <a:rPr b="0" lang="de-DE" sz="2400" strike="noStrike" u="none">
                <a:solidFill>
                  <a:schemeClr val="dk1"/>
                </a:solidFill>
                <a:uFillTx/>
                <a:latin typeface="Calibri"/>
              </a:rPr>
              <a:t>Daten von außen nach innen</a:t>
            </a:r>
            <a:endParaRPr b="0" lang="de-DE" sz="2400" strike="noStrike" u="none">
              <a:solidFill>
                <a:srgbClr val="000000"/>
              </a:solidFill>
              <a:uFillTx/>
              <a:latin typeface="Arial"/>
            </a:endParaRPr>
          </a:p>
          <a:p>
            <a:pPr lvl="1" marL="685800" indent="-228600" defTabSz="914400">
              <a:lnSpc>
                <a:spcPct val="90000"/>
              </a:lnSpc>
              <a:spcBef>
                <a:spcPts val="499"/>
              </a:spcBef>
              <a:buClr>
                <a:srgbClr val="000000"/>
              </a:buClr>
              <a:buFont typeface="Arial"/>
              <a:buChar char="•"/>
            </a:pPr>
            <a:r>
              <a:rPr b="0" lang="de-DE" sz="2400" strike="noStrike" u="none">
                <a:solidFill>
                  <a:schemeClr val="dk1"/>
                </a:solidFill>
                <a:uFillTx/>
                <a:latin typeface="Calibri"/>
              </a:rPr>
              <a:t>Wie kommen Informationen von innen nach außen?</a:t>
            </a:r>
            <a:endParaRPr b="0" lang="de-DE" sz="2400" strike="noStrike" u="none">
              <a:solidFill>
                <a:srgbClr val="000000"/>
              </a:solidFill>
              <a:uFillTx/>
              <a:latin typeface="Arial"/>
            </a:endParaRPr>
          </a:p>
          <a:p>
            <a:pPr marL="228600" indent="-228600" defTabSz="914400">
              <a:lnSpc>
                <a:spcPct val="90000"/>
              </a:lnSpc>
              <a:spcBef>
                <a:spcPts val="1001"/>
              </a:spcBef>
              <a:buClr>
                <a:srgbClr val="000000"/>
              </a:buClr>
              <a:buFont typeface="Arial"/>
              <a:buChar char="•"/>
            </a:pPr>
            <a:r>
              <a:rPr b="0" lang="de-DE" sz="2800" strike="noStrike" u="none">
                <a:solidFill>
                  <a:schemeClr val="dk1"/>
                </a:solidFill>
                <a:uFillTx/>
                <a:latin typeface="Calibri"/>
              </a:rPr>
              <a:t>Komponenten können Events nach außen geben</a:t>
            </a:r>
            <a:endParaRPr b="0" lang="de-DE" sz="2800" strike="noStrike" u="none">
              <a:solidFill>
                <a:srgbClr val="000000"/>
              </a:solidFill>
              <a:uFillTx/>
              <a:latin typeface="Arial"/>
            </a:endParaRPr>
          </a:p>
          <a:p>
            <a:pPr lvl="1" marL="685800" indent="-228600" defTabSz="914400">
              <a:lnSpc>
                <a:spcPct val="90000"/>
              </a:lnSpc>
              <a:spcBef>
                <a:spcPts val="499"/>
              </a:spcBef>
              <a:buClr>
                <a:srgbClr val="000000"/>
              </a:buClr>
              <a:buFont typeface="Arial"/>
              <a:buChar char="•"/>
            </a:pPr>
            <a:r>
              <a:rPr b="0" i="1" lang="de-DE" sz="2400" strike="noStrike" u="none">
                <a:solidFill>
                  <a:schemeClr val="dk1"/>
                </a:solidFill>
                <a:uFillTx/>
                <a:latin typeface="Calibri"/>
              </a:rPr>
              <a:t>Event Binding</a:t>
            </a:r>
            <a:r>
              <a:rPr b="0" lang="de-DE" sz="2400" strike="noStrike" u="none">
                <a:solidFill>
                  <a:schemeClr val="dk1"/>
                </a:solidFill>
                <a:uFillTx/>
                <a:latin typeface="Calibri"/>
              </a:rPr>
              <a:t> mit (eventName)="statement"</a:t>
            </a:r>
            <a:endParaRPr b="0" lang="de-DE" sz="2400" strike="noStrike" u="none">
              <a:solidFill>
                <a:srgbClr val="000000"/>
              </a:solidFill>
              <a:uFillTx/>
              <a:latin typeface="Arial"/>
            </a:endParaRPr>
          </a:p>
          <a:p>
            <a:pPr lvl="1" marL="685800" indent="-228600" defTabSz="914400">
              <a:lnSpc>
                <a:spcPct val="90000"/>
              </a:lnSpc>
              <a:spcBef>
                <a:spcPts val="499"/>
              </a:spcBef>
              <a:buClr>
                <a:srgbClr val="000000"/>
              </a:buClr>
              <a:buFont typeface="Arial"/>
              <a:buChar char="•"/>
            </a:pPr>
            <a:r>
              <a:rPr b="0" lang="de-DE" sz="2400" strike="noStrike" u="none">
                <a:solidFill>
                  <a:schemeClr val="dk1"/>
                </a:solidFill>
                <a:uFillTx/>
                <a:latin typeface="Calibri"/>
              </a:rPr>
              <a:t>Zuweisung oder Funktionsaufruf</a:t>
            </a:r>
            <a:endParaRPr b="0" lang="de-DE" sz="2400" strike="noStrike" u="none">
              <a:solidFill>
                <a:srgbClr val="000000"/>
              </a:solidFill>
              <a:uFillTx/>
              <a:latin typeface="Arial"/>
            </a:endParaRPr>
          </a:p>
          <a:p>
            <a:pPr lvl="1" marL="685800" indent="-228600" defTabSz="914400">
              <a:lnSpc>
                <a:spcPct val="90000"/>
              </a:lnSpc>
              <a:spcBef>
                <a:spcPts val="499"/>
              </a:spcBef>
              <a:buClr>
                <a:srgbClr val="000000"/>
              </a:buClr>
              <a:buFont typeface="Arial"/>
              <a:buChar char="•"/>
            </a:pPr>
            <a:r>
              <a:rPr b="0" lang="de-DE" sz="2400" strike="noStrike" u="none">
                <a:solidFill>
                  <a:schemeClr val="dk1"/>
                </a:solidFill>
                <a:uFillTx/>
                <a:latin typeface="Calibri"/>
              </a:rPr>
              <a:t>Zugriff auf das Event immer über $event möglich</a:t>
            </a:r>
            <a:endParaRPr b="0" lang="de-DE" sz="2400" strike="noStrike" u="none">
              <a:solidFill>
                <a:srgbClr val="000000"/>
              </a:solidFill>
              <a:uFillTx/>
              <a:latin typeface="Arial"/>
            </a:endParaRPr>
          </a:p>
          <a:p>
            <a:pPr indent="0" defTabSz="914400">
              <a:lnSpc>
                <a:spcPct val="90000"/>
              </a:lnSpc>
              <a:spcBef>
                <a:spcPts val="1001"/>
              </a:spcBef>
              <a:buNone/>
              <a:tabLst>
                <a:tab algn="l" pos="0"/>
              </a:tabLst>
            </a:pPr>
            <a:endParaRPr b="0" lang="de-DE" sz="2800" strike="noStrike" u="none">
              <a:solidFill>
                <a:srgbClr val="000000"/>
              </a:solidFill>
              <a:uFillTx/>
              <a:latin typeface="Arial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127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44" name="PlaceHolder 1"/>
          <p:cNvSpPr>
            <a:spLocks noGrp="1"/>
          </p:cNvSpPr>
          <p:nvPr>
            <p:ph type="title"/>
          </p:nvPr>
        </p:nvSpPr>
        <p:spPr>
          <a:xfrm>
            <a:off x="838080" y="365040"/>
            <a:ext cx="10514520" cy="132444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ctr">
            <a:noAutofit/>
          </a:bodyPr>
          <a:p>
            <a:pPr indent="0" defTabSz="914400">
              <a:lnSpc>
                <a:spcPct val="90000"/>
              </a:lnSpc>
              <a:buNone/>
              <a:tabLst>
                <a:tab algn="l" pos="0"/>
              </a:tabLst>
            </a:pPr>
            <a:r>
              <a:rPr b="0" lang="de-DE" sz="4400" strike="noStrike" u="none">
                <a:solidFill>
                  <a:schemeClr val="dk1"/>
                </a:solidFill>
                <a:uFillTx/>
                <a:latin typeface="Calibri Light"/>
              </a:rPr>
              <a:t>Event Handler</a:t>
            </a:r>
            <a:endParaRPr b="0" lang="de-DE" sz="4400" strike="noStrike" u="none">
              <a:solidFill>
                <a:srgbClr val="000000"/>
              </a:solidFill>
              <a:uFillTx/>
              <a:latin typeface="Arial"/>
            </a:endParaRPr>
          </a:p>
        </p:txBody>
      </p:sp>
      <p:sp>
        <p:nvSpPr>
          <p:cNvPr id="645" name="PlaceHolder 2"/>
          <p:cNvSpPr>
            <a:spLocks noGrp="1"/>
          </p:cNvSpPr>
          <p:nvPr>
            <p:ph/>
          </p:nvPr>
        </p:nvSpPr>
        <p:spPr>
          <a:xfrm>
            <a:off x="838080" y="1825560"/>
            <a:ext cx="10514520" cy="435024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t">
            <a:noAutofit/>
          </a:bodyPr>
          <a:p>
            <a:pPr marL="228600" indent="-228600" defTabSz="914400">
              <a:lnSpc>
                <a:spcPct val="90000"/>
              </a:lnSpc>
              <a:spcBef>
                <a:spcPts val="1001"/>
              </a:spcBef>
              <a:buClr>
                <a:srgbClr val="000000"/>
              </a:buClr>
              <a:buFont typeface="Arial"/>
              <a:buChar char="•"/>
            </a:pPr>
            <a:r>
              <a:rPr b="0" lang="de-DE" sz="2800" strike="noStrike" u="none">
                <a:solidFill>
                  <a:schemeClr val="dk1"/>
                </a:solidFill>
                <a:uFillTx/>
                <a:latin typeface="Calibri"/>
              </a:rPr>
              <a:t>Im Gegensatz zum Standard-Eventmodell im Browser können beliebige Funktionen mit Parametern als Handler aufgerufen werden</a:t>
            </a:r>
            <a:endParaRPr b="0" lang="de-DE" sz="2800" strike="noStrike" u="none">
              <a:solidFill>
                <a:srgbClr val="000000"/>
              </a:solidFill>
              <a:uFillTx/>
              <a:latin typeface="Arial"/>
            </a:endParaRPr>
          </a:p>
          <a:p>
            <a:pPr marL="228600" indent="-228600" defTabSz="914400">
              <a:lnSpc>
                <a:spcPct val="90000"/>
              </a:lnSpc>
              <a:spcBef>
                <a:spcPts val="1001"/>
              </a:spcBef>
              <a:buClr>
                <a:srgbClr val="000000"/>
              </a:buClr>
              <a:buFont typeface="Arial"/>
              <a:buChar char="•"/>
            </a:pPr>
            <a:r>
              <a:rPr b="0" lang="de-DE" sz="2800" strike="noStrike" u="none">
                <a:solidFill>
                  <a:schemeClr val="dk1"/>
                </a:solidFill>
                <a:uFillTx/>
                <a:latin typeface="Calibri"/>
              </a:rPr>
              <a:t>Die Event-behandelnde Funktion ist Bestandteil der </a:t>
            </a:r>
            <a:r>
              <a:rPr b="0" lang="de-DE" sz="2800" strike="noStrike" u="none">
                <a:solidFill>
                  <a:schemeClr val="dk1"/>
                </a:solidFill>
                <a:uFillTx/>
                <a:latin typeface="Courier New"/>
              </a:rPr>
              <a:t>Component</a:t>
            </a:r>
            <a:endParaRPr b="0" lang="de-DE" sz="2800" strike="noStrike" u="none">
              <a:solidFill>
                <a:srgbClr val="000000"/>
              </a:solidFill>
              <a:uFillTx/>
              <a:latin typeface="Arial"/>
            </a:endParaRPr>
          </a:p>
          <a:p>
            <a:pPr indent="0" defTabSz="914400">
              <a:lnSpc>
                <a:spcPct val="90000"/>
              </a:lnSpc>
              <a:spcBef>
                <a:spcPts val="1001"/>
              </a:spcBef>
              <a:buNone/>
              <a:tabLst>
                <a:tab algn="l" pos="0"/>
              </a:tabLst>
            </a:pPr>
            <a:endParaRPr b="0" lang="de-DE" sz="2800" strike="noStrike" u="none">
              <a:solidFill>
                <a:srgbClr val="000000"/>
              </a:solidFill>
              <a:uFillTx/>
              <a:latin typeface="Arial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128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46" name="PlaceHolder 1"/>
          <p:cNvSpPr>
            <a:spLocks noGrp="1"/>
          </p:cNvSpPr>
          <p:nvPr>
            <p:ph type="title"/>
          </p:nvPr>
        </p:nvSpPr>
        <p:spPr>
          <a:xfrm>
            <a:off x="838080" y="365040"/>
            <a:ext cx="10514520" cy="132444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ctr">
            <a:noAutofit/>
          </a:bodyPr>
          <a:p>
            <a:pPr indent="0" defTabSz="914400">
              <a:lnSpc>
                <a:spcPct val="90000"/>
              </a:lnSpc>
              <a:buNone/>
              <a:tabLst>
                <a:tab algn="l" pos="0"/>
              </a:tabLst>
            </a:pPr>
            <a:r>
              <a:rPr b="0" lang="de-DE" sz="4400" strike="noStrike" u="none">
                <a:solidFill>
                  <a:schemeClr val="dk1"/>
                </a:solidFill>
                <a:uFillTx/>
                <a:latin typeface="Calibri Light"/>
              </a:rPr>
              <a:t>Event Handler: Beispiel</a:t>
            </a:r>
            <a:endParaRPr b="0" lang="de-DE" sz="4400" strike="noStrike" u="none">
              <a:solidFill>
                <a:srgbClr val="000000"/>
              </a:solidFill>
              <a:uFillTx/>
              <a:latin typeface="Arial"/>
            </a:endParaRPr>
          </a:p>
        </p:txBody>
      </p:sp>
      <p:sp>
        <p:nvSpPr>
          <p:cNvPr id="647" name="PlaceHolder 2"/>
          <p:cNvSpPr>
            <a:spLocks noGrp="1"/>
          </p:cNvSpPr>
          <p:nvPr>
            <p:ph/>
          </p:nvPr>
        </p:nvSpPr>
        <p:spPr>
          <a:xfrm>
            <a:off x="838080" y="1825560"/>
            <a:ext cx="10514520" cy="435024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t">
            <a:normAutofit fontScale="77500" lnSpcReduction="19999"/>
          </a:bodyPr>
          <a:p>
            <a:pPr indent="0" defTabSz="914400">
              <a:lnSpc>
                <a:spcPct val="90000"/>
              </a:lnSpc>
              <a:spcBef>
                <a:spcPts val="1001"/>
              </a:spcBef>
              <a:buNone/>
              <a:tabLst>
                <a:tab algn="l" pos="0"/>
              </a:tabLst>
            </a:pPr>
            <a:r>
              <a:rPr b="0" lang="de-DE" sz="2800" strike="noStrike" u="none">
                <a:solidFill>
                  <a:schemeClr val="dk1"/>
                </a:solidFill>
                <a:uFillTx/>
                <a:latin typeface="Courier New"/>
              </a:rPr>
              <a:t>export class UiAppComponent {</a:t>
            </a:r>
            <a:endParaRPr b="0" lang="de-DE" sz="2800" strike="noStrike" u="none">
              <a:solidFill>
                <a:srgbClr val="000000"/>
              </a:solidFill>
              <a:uFillTx/>
              <a:latin typeface="Arial"/>
            </a:endParaRPr>
          </a:p>
          <a:p>
            <a:pPr indent="0" defTabSz="914400">
              <a:lnSpc>
                <a:spcPct val="90000"/>
              </a:lnSpc>
              <a:spcBef>
                <a:spcPts val="1001"/>
              </a:spcBef>
              <a:buNone/>
              <a:tabLst>
                <a:tab algn="l" pos="0"/>
              </a:tabLst>
            </a:pPr>
            <a:r>
              <a:rPr b="0" lang="de-DE" sz="2800" strike="noStrike" u="none">
                <a:solidFill>
                  <a:schemeClr val="dk1"/>
                </a:solidFill>
                <a:uFillTx/>
                <a:latin typeface="Courier New"/>
              </a:rPr>
              <a:t>	</a:t>
            </a:r>
            <a:r>
              <a:rPr b="0" lang="de-DE" sz="2800" strike="noStrike" u="none">
                <a:solidFill>
                  <a:schemeClr val="dk1"/>
                </a:solidFill>
                <a:uFillTx/>
                <a:latin typeface="Courier New"/>
              </a:rPr>
              <a:t>//…</a:t>
            </a:r>
            <a:endParaRPr b="0" lang="de-DE" sz="2800" strike="noStrike" u="none">
              <a:solidFill>
                <a:srgbClr val="000000"/>
              </a:solidFill>
              <a:uFillTx/>
              <a:latin typeface="Arial"/>
            </a:endParaRPr>
          </a:p>
          <a:p>
            <a:pPr indent="0" defTabSz="914400">
              <a:lnSpc>
                <a:spcPct val="90000"/>
              </a:lnSpc>
              <a:spcBef>
                <a:spcPts val="1001"/>
              </a:spcBef>
              <a:buNone/>
              <a:tabLst>
                <a:tab algn="l" pos="0"/>
              </a:tabLst>
            </a:pPr>
            <a:r>
              <a:rPr b="0" lang="de-DE" sz="2800" strike="noStrike" u="none">
                <a:solidFill>
                  <a:schemeClr val="dk1"/>
                </a:solidFill>
                <a:uFillTx/>
                <a:latin typeface="Courier New"/>
              </a:rPr>
              <a:t>  </a:t>
            </a:r>
            <a:r>
              <a:rPr b="0" lang="de-DE" sz="2800" strike="noStrike" u="none">
                <a:solidFill>
                  <a:schemeClr val="dk1"/>
                </a:solidFill>
                <a:uFillTx/>
                <a:latin typeface="Courier New"/>
              </a:rPr>
              <a:t>	</a:t>
            </a:r>
            <a:r>
              <a:rPr b="0" lang="de-DE" sz="2800" strike="noStrike" u="none">
                <a:solidFill>
                  <a:schemeClr val="dk1"/>
                </a:solidFill>
                <a:uFillTx/>
                <a:latin typeface="Courier New"/>
              </a:rPr>
              <a:t>selectionList: string[] = </a:t>
            </a:r>
            <a:endParaRPr b="0" lang="de-DE" sz="2800" strike="noStrike" u="none">
              <a:solidFill>
                <a:srgbClr val="000000"/>
              </a:solidFill>
              <a:uFillTx/>
              <a:latin typeface="Arial"/>
            </a:endParaRPr>
          </a:p>
          <a:p>
            <a:pPr indent="0" defTabSz="914400">
              <a:lnSpc>
                <a:spcPct val="90000"/>
              </a:lnSpc>
              <a:spcBef>
                <a:spcPts val="1001"/>
              </a:spcBef>
              <a:buNone/>
              <a:tabLst>
                <a:tab algn="l" pos="0"/>
              </a:tabLst>
            </a:pPr>
            <a:r>
              <a:rPr b="0" lang="de-DE" sz="2800" strike="noStrike" u="none">
                <a:solidFill>
                  <a:schemeClr val="dk1"/>
                </a:solidFill>
                <a:uFillTx/>
                <a:latin typeface="Courier New"/>
              </a:rPr>
              <a:t>	</a:t>
            </a:r>
            <a:r>
              <a:rPr b="0" lang="de-DE" sz="2800" strike="noStrike" u="none">
                <a:solidFill>
                  <a:schemeClr val="dk1"/>
                </a:solidFill>
                <a:uFillTx/>
                <a:latin typeface="Courier New"/>
              </a:rPr>
              <a:t>	</a:t>
            </a:r>
            <a:r>
              <a:rPr b="0" lang="de-DE" sz="2800" strike="noStrike" u="none">
                <a:solidFill>
                  <a:schemeClr val="dk1"/>
                </a:solidFill>
                <a:uFillTx/>
                <a:latin typeface="Courier New"/>
              </a:rPr>
              <a:t>	</a:t>
            </a:r>
            <a:r>
              <a:rPr b="0" lang="de-DE" sz="2800" strike="noStrike" u="none">
                <a:solidFill>
                  <a:schemeClr val="dk1"/>
                </a:solidFill>
                <a:uFillTx/>
                <a:latin typeface="Courier New"/>
              </a:rPr>
              <a:t>["Item1", "Item2", "Item3"]</a:t>
            </a:r>
            <a:endParaRPr b="0" lang="de-DE" sz="2800" strike="noStrike" u="none">
              <a:solidFill>
                <a:srgbClr val="000000"/>
              </a:solidFill>
              <a:uFillTx/>
              <a:latin typeface="Arial"/>
            </a:endParaRPr>
          </a:p>
          <a:p>
            <a:pPr indent="0" defTabSz="914400">
              <a:lnSpc>
                <a:spcPct val="90000"/>
              </a:lnSpc>
              <a:spcBef>
                <a:spcPts val="1001"/>
              </a:spcBef>
              <a:buNone/>
              <a:tabLst>
                <a:tab algn="l" pos="0"/>
              </a:tabLst>
            </a:pPr>
            <a:r>
              <a:rPr b="0" lang="de-DE" sz="2800" strike="noStrike" u="none">
                <a:solidFill>
                  <a:schemeClr val="dk1"/>
                </a:solidFill>
                <a:uFillTx/>
                <a:latin typeface="Courier New"/>
              </a:rPr>
              <a:t>  </a:t>
            </a:r>
            <a:r>
              <a:rPr b="0" lang="de-DE" sz="2800" strike="noStrike" u="none">
                <a:solidFill>
                  <a:schemeClr val="dk1"/>
                </a:solidFill>
                <a:uFillTx/>
                <a:latin typeface="Courier New"/>
              </a:rPr>
              <a:t>	</a:t>
            </a:r>
            <a:r>
              <a:rPr b="0" lang="de-DE" sz="2800" strike="noStrike" u="none">
                <a:solidFill>
                  <a:schemeClr val="dk1"/>
                </a:solidFill>
                <a:uFillTx/>
                <a:latin typeface="Courier New"/>
              </a:rPr>
              <a:t>setItem(item: string){</a:t>
            </a:r>
            <a:endParaRPr b="0" lang="de-DE" sz="2800" strike="noStrike" u="none">
              <a:solidFill>
                <a:srgbClr val="000000"/>
              </a:solidFill>
              <a:uFillTx/>
              <a:latin typeface="Arial"/>
            </a:endParaRPr>
          </a:p>
          <a:p>
            <a:pPr indent="0" defTabSz="914400">
              <a:lnSpc>
                <a:spcPct val="90000"/>
              </a:lnSpc>
              <a:spcBef>
                <a:spcPts val="1001"/>
              </a:spcBef>
              <a:buNone/>
              <a:tabLst>
                <a:tab algn="l" pos="0"/>
              </a:tabLst>
            </a:pPr>
            <a:r>
              <a:rPr b="0" lang="de-DE" sz="2800" strike="noStrike" u="none">
                <a:solidFill>
                  <a:schemeClr val="dk1"/>
                </a:solidFill>
                <a:uFillTx/>
                <a:latin typeface="Courier New"/>
              </a:rPr>
              <a:t>    </a:t>
            </a:r>
            <a:r>
              <a:rPr b="0" lang="de-DE" sz="2800" strike="noStrike" u="none">
                <a:solidFill>
                  <a:schemeClr val="dk1"/>
                </a:solidFill>
                <a:uFillTx/>
                <a:latin typeface="Courier New"/>
              </a:rPr>
              <a:t>	</a:t>
            </a:r>
            <a:r>
              <a:rPr b="0" lang="de-DE" sz="2800" strike="noStrike" u="none">
                <a:solidFill>
                  <a:schemeClr val="dk1"/>
                </a:solidFill>
                <a:uFillTx/>
                <a:latin typeface="Courier New"/>
              </a:rPr>
              <a:t>	</a:t>
            </a:r>
            <a:r>
              <a:rPr b="0" lang="de-DE" sz="2800" strike="noStrike" u="none">
                <a:solidFill>
                  <a:schemeClr val="dk1"/>
                </a:solidFill>
                <a:uFillTx/>
                <a:latin typeface="Courier New"/>
              </a:rPr>
              <a:t>this.data.boundData = item</a:t>
            </a:r>
            <a:endParaRPr b="0" lang="de-DE" sz="2800" strike="noStrike" u="none">
              <a:solidFill>
                <a:srgbClr val="000000"/>
              </a:solidFill>
              <a:uFillTx/>
              <a:latin typeface="Arial"/>
            </a:endParaRPr>
          </a:p>
          <a:p>
            <a:pPr indent="0" defTabSz="914400">
              <a:lnSpc>
                <a:spcPct val="90000"/>
              </a:lnSpc>
              <a:spcBef>
                <a:spcPts val="1001"/>
              </a:spcBef>
              <a:buNone/>
              <a:tabLst>
                <a:tab algn="l" pos="0"/>
              </a:tabLst>
            </a:pPr>
            <a:r>
              <a:rPr b="0" lang="de-DE" sz="2800" strike="noStrike" u="none">
                <a:solidFill>
                  <a:schemeClr val="dk1"/>
                </a:solidFill>
                <a:uFillTx/>
                <a:latin typeface="Courier New"/>
              </a:rPr>
              <a:t>  </a:t>
            </a:r>
            <a:r>
              <a:rPr b="0" lang="de-DE" sz="2800" strike="noStrike" u="none">
                <a:solidFill>
                  <a:schemeClr val="dk1"/>
                </a:solidFill>
                <a:uFillTx/>
                <a:latin typeface="Courier New"/>
              </a:rPr>
              <a:t>}</a:t>
            </a:r>
            <a:endParaRPr b="0" lang="de-DE" sz="2800" strike="noStrike" u="none">
              <a:solidFill>
                <a:srgbClr val="000000"/>
              </a:solidFill>
              <a:uFillTx/>
              <a:latin typeface="Arial"/>
            </a:endParaRPr>
          </a:p>
          <a:p>
            <a:pPr indent="0" defTabSz="914400">
              <a:lnSpc>
                <a:spcPct val="90000"/>
              </a:lnSpc>
              <a:spcBef>
                <a:spcPts val="1001"/>
              </a:spcBef>
              <a:buNone/>
              <a:tabLst>
                <a:tab algn="l" pos="0"/>
              </a:tabLst>
            </a:pPr>
            <a:r>
              <a:rPr b="0" lang="de-DE" sz="2800" strike="noStrike" u="none">
                <a:solidFill>
                  <a:schemeClr val="dk1"/>
                </a:solidFill>
                <a:uFillTx/>
                <a:latin typeface="Courier New"/>
              </a:rPr>
              <a:t>}</a:t>
            </a:r>
            <a:endParaRPr b="0" lang="de-DE" sz="2800" strike="noStrike" u="none">
              <a:solidFill>
                <a:srgbClr val="000000"/>
              </a:solidFill>
              <a:uFillTx/>
              <a:latin typeface="Arial"/>
            </a:endParaRPr>
          </a:p>
          <a:p>
            <a:pPr indent="0" defTabSz="914400">
              <a:lnSpc>
                <a:spcPct val="90000"/>
              </a:lnSpc>
              <a:spcBef>
                <a:spcPts val="1001"/>
              </a:spcBef>
              <a:buNone/>
              <a:tabLst>
                <a:tab algn="l" pos="0"/>
              </a:tabLst>
            </a:pPr>
            <a:r>
              <a:rPr b="0" lang="de-DE" sz="2800" strike="noStrike" u="none">
                <a:solidFill>
                  <a:schemeClr val="dk1"/>
                </a:solidFill>
                <a:uFillTx/>
                <a:latin typeface="Courier New"/>
              </a:rPr>
              <a:t>&lt;ul&gt;</a:t>
            </a:r>
            <a:endParaRPr b="0" lang="de-DE" sz="2800" strike="noStrike" u="none">
              <a:solidFill>
                <a:srgbClr val="000000"/>
              </a:solidFill>
              <a:uFillTx/>
              <a:latin typeface="Arial"/>
            </a:endParaRPr>
          </a:p>
          <a:p>
            <a:pPr indent="0" defTabSz="914400">
              <a:lnSpc>
                <a:spcPct val="90000"/>
              </a:lnSpc>
              <a:spcBef>
                <a:spcPts val="1001"/>
              </a:spcBef>
              <a:buNone/>
              <a:tabLst>
                <a:tab algn="l" pos="0"/>
              </a:tabLst>
            </a:pPr>
            <a:r>
              <a:rPr b="0" lang="de-DE" sz="2800" strike="noStrike" u="none">
                <a:solidFill>
                  <a:schemeClr val="dk1"/>
                </a:solidFill>
                <a:uFillTx/>
                <a:latin typeface="Courier New"/>
              </a:rPr>
              <a:t> </a:t>
            </a:r>
            <a:r>
              <a:rPr b="0" lang="de-DE" sz="2800" strike="noStrike" u="none">
                <a:solidFill>
                  <a:schemeClr val="dk1"/>
                </a:solidFill>
                <a:uFillTx/>
                <a:latin typeface="Courier New"/>
              </a:rPr>
              <a:t>&lt;li *ngFor="let item of selectionList"     </a:t>
            </a:r>
            <a:r>
              <a:rPr b="0" lang="de-DE" sz="2800" strike="noStrike" u="none">
                <a:solidFill>
                  <a:schemeClr val="dk1"/>
                </a:solidFill>
                <a:uFillTx/>
                <a:latin typeface="Courier New"/>
              </a:rPr>
              <a:t>	</a:t>
            </a:r>
            <a:r>
              <a:rPr b="0" lang="de-DE" sz="2800" strike="noStrike" u="none">
                <a:solidFill>
                  <a:schemeClr val="dk1"/>
                </a:solidFill>
                <a:uFillTx/>
                <a:latin typeface="Courier New"/>
              </a:rPr>
              <a:t>(click)="setItem(item)"&gt;</a:t>
            </a:r>
            <a:endParaRPr b="0" lang="de-DE" sz="2800" strike="noStrike" u="none">
              <a:solidFill>
                <a:srgbClr val="000000"/>
              </a:solidFill>
              <a:uFillTx/>
              <a:latin typeface="Arial"/>
            </a:endParaRPr>
          </a:p>
          <a:p>
            <a:pPr indent="0" defTabSz="914400">
              <a:lnSpc>
                <a:spcPct val="90000"/>
              </a:lnSpc>
              <a:spcBef>
                <a:spcPts val="1001"/>
              </a:spcBef>
              <a:buNone/>
              <a:tabLst>
                <a:tab algn="l" pos="0"/>
              </a:tabLst>
            </a:pPr>
            <a:r>
              <a:rPr b="0" lang="de-DE" sz="2800" strike="noStrike" u="none">
                <a:solidFill>
                  <a:schemeClr val="dk1"/>
                </a:solidFill>
                <a:uFillTx/>
                <a:latin typeface="Courier New"/>
              </a:rPr>
              <a:t>    </a:t>
            </a:r>
            <a:r>
              <a:rPr b="0" lang="de-DE" sz="2800" strike="noStrike" u="none">
                <a:solidFill>
                  <a:schemeClr val="dk1"/>
                </a:solidFill>
                <a:uFillTx/>
                <a:latin typeface="Courier New"/>
              </a:rPr>
              <a:t>{{item}}&lt;/li&gt;</a:t>
            </a:r>
            <a:endParaRPr b="0" lang="de-DE" sz="2800" strike="noStrike" u="none">
              <a:solidFill>
                <a:srgbClr val="000000"/>
              </a:solidFill>
              <a:uFillTx/>
              <a:latin typeface="Arial"/>
            </a:endParaRPr>
          </a:p>
          <a:p>
            <a:pPr indent="0" defTabSz="914400">
              <a:lnSpc>
                <a:spcPct val="90000"/>
              </a:lnSpc>
              <a:spcBef>
                <a:spcPts val="1001"/>
              </a:spcBef>
              <a:buNone/>
              <a:tabLst>
                <a:tab algn="l" pos="0"/>
              </a:tabLst>
            </a:pPr>
            <a:r>
              <a:rPr b="0" lang="de-DE" sz="2800" strike="noStrike" u="none">
                <a:solidFill>
                  <a:schemeClr val="dk1"/>
                </a:solidFill>
                <a:uFillTx/>
                <a:latin typeface="Courier New"/>
              </a:rPr>
              <a:t>&lt;/ul&gt;</a:t>
            </a:r>
            <a:endParaRPr b="0" lang="de-DE" sz="2800" strike="noStrike" u="none">
              <a:solidFill>
                <a:srgbClr val="000000"/>
              </a:solidFill>
              <a:uFillTx/>
              <a:latin typeface="Arial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129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bg>
      <p:bgPr>
        <a:solidFill>
          <a:schemeClr val="lt1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 useBgFill="1">
        <p:nvSpPr>
          <p:cNvPr id="648" name="Rectangle 7">
            <a:extLst>
              <a:ext uri="{C183D7F6-B498-43B3-948B-1728B52AA6E4}">
                <adec:decorative xmlns:adec="http://schemas.microsoft.com/office/drawing/2017/decorative" val="1"/>
              </a:ext>
            </a:extLst>
          </p:cNvPr>
          <p:cNvSpPr/>
          <p:nvPr/>
        </p:nvSpPr>
        <p:spPr>
          <a:xfrm>
            <a:off x="0" y="0"/>
            <a:ext cx="12190680" cy="6856920"/>
          </a:xfrm>
          <a:prstGeom prst="rect">
            <a:avLst/>
          </a:prstGeom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 algn="ctr" defTabSz="914400">
              <a:lnSpc>
                <a:spcPct val="100000"/>
              </a:lnSpc>
            </a:pPr>
            <a:endParaRPr b="0" lang="en-US" sz="1800" strike="noStrike" u="none">
              <a:solidFill>
                <a:schemeClr val="lt1"/>
              </a:solidFill>
              <a:uFillTx/>
              <a:latin typeface="Calibri"/>
            </a:endParaRPr>
          </a:p>
        </p:txBody>
      </p:sp>
      <p:sp>
        <p:nvSpPr>
          <p:cNvPr id="649" name="Rectangle 9">
            <a:extLst>
              <a:ext uri="{C183D7F6-B498-43B3-948B-1728B52AA6E4}">
                <adec:decorative xmlns:adec="http://schemas.microsoft.com/office/drawing/2017/decorative" val="1"/>
              </a:ext>
            </a:extLst>
          </p:cNvPr>
          <p:cNvSpPr/>
          <p:nvPr/>
        </p:nvSpPr>
        <p:spPr>
          <a:xfrm>
            <a:off x="360" y="0"/>
            <a:ext cx="12190680" cy="6856920"/>
          </a:xfrm>
          <a:prstGeom prst="rect">
            <a:avLst/>
          </a:prstGeom>
          <a:solidFill>
            <a:schemeClr val="bg1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 algn="ctr" defTabSz="914400">
              <a:lnSpc>
                <a:spcPct val="100000"/>
              </a:lnSpc>
            </a:pPr>
            <a:endParaRPr b="0" lang="en-US" sz="800" strike="noStrike" u="none">
              <a:solidFill>
                <a:schemeClr val="lt1"/>
              </a:solidFill>
              <a:uFillTx/>
              <a:latin typeface="Calibri"/>
            </a:endParaRPr>
          </a:p>
        </p:txBody>
      </p:sp>
      <p:sp>
        <p:nvSpPr>
          <p:cNvPr id="650" name="PlaceHolder 1"/>
          <p:cNvSpPr>
            <a:spLocks noGrp="1"/>
          </p:cNvSpPr>
          <p:nvPr>
            <p:ph type="title"/>
          </p:nvPr>
        </p:nvSpPr>
        <p:spPr>
          <a:xfrm>
            <a:off x="1179360" y="1594800"/>
            <a:ext cx="9832320" cy="132444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b">
            <a:normAutofit/>
          </a:bodyPr>
          <a:p>
            <a:pPr indent="0" algn="ctr" defTabSz="914400">
              <a:lnSpc>
                <a:spcPct val="90000"/>
              </a:lnSpc>
              <a:buNone/>
              <a:tabLst>
                <a:tab algn="l" pos="0"/>
              </a:tabLst>
            </a:pPr>
            <a:r>
              <a:rPr b="0" lang="de-DE" sz="3600" strike="noStrike" u="none">
                <a:solidFill>
                  <a:schemeClr val="dk2"/>
                </a:solidFill>
                <a:uFillTx/>
                <a:latin typeface="Calibri Light"/>
              </a:rPr>
              <a:t>Übung 9: Events</a:t>
            </a:r>
            <a:endParaRPr b="0" lang="de-DE" sz="3600" strike="noStrike" u="none">
              <a:solidFill>
                <a:srgbClr val="000000"/>
              </a:solidFill>
              <a:uFillTx/>
              <a:latin typeface="Arial"/>
            </a:endParaRPr>
          </a:p>
        </p:txBody>
      </p:sp>
      <p:grpSp>
        <p:nvGrpSpPr>
          <p:cNvPr id="651" name="Group 11">
            <a:extLst>
              <a:ext uri="{C183D7F6-B498-43B3-948B-1728B52AA6E4}">
                <adec:decorative xmlns:adec="http://schemas.microsoft.com/office/drawing/2017/decorative" val="1"/>
              </a:ext>
            </a:extLst>
          </p:cNvPr>
          <p:cNvGrpSpPr/>
          <p:nvPr/>
        </p:nvGrpSpPr>
        <p:grpSpPr>
          <a:xfrm>
            <a:off x="0" y="0"/>
            <a:ext cx="3344760" cy="2509920"/>
            <a:chOff x="0" y="0"/>
            <a:chExt cx="3344760" cy="2509920"/>
          </a:xfrm>
        </p:grpSpPr>
        <p:sp>
          <p:nvSpPr>
            <p:cNvPr id="652" name="Freeform: Shape 12">
              <a:extLs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/>
            <p:nvPr/>
          </p:nvSpPr>
          <p:spPr>
            <a:xfrm>
              <a:off x="360" y="0"/>
              <a:ext cx="3329640" cy="2315520"/>
            </a:xfrm>
            <a:custGeom>
              <a:avLst/>
              <a:gdLst>
                <a:gd name="textAreaLeft" fmla="*/ 0 w 3329640"/>
                <a:gd name="textAreaRight" fmla="*/ 3330720 w 3329640"/>
                <a:gd name="textAreaTop" fmla="*/ 0 h 2315520"/>
                <a:gd name="textAreaBottom" fmla="*/ 2316600 h 2315520"/>
              </a:gdLst>
              <a:ahLst/>
              <a:rect l="textAreaLeft" t="textAreaTop" r="textAreaRight" b="textAreaBottom"/>
              <a:pathLst>
                <a:path w="3815424" h="2653659">
                  <a:moveTo>
                    <a:pt x="3203055" y="0"/>
                  </a:moveTo>
                  <a:lnTo>
                    <a:pt x="3815424" y="0"/>
                  </a:lnTo>
                  <a:lnTo>
                    <a:pt x="3801025" y="214243"/>
                  </a:lnTo>
                  <a:cubicBezTo>
                    <a:pt x="3616317" y="1584467"/>
                    <a:pt x="2091637" y="2653659"/>
                    <a:pt x="587142" y="2653659"/>
                  </a:cubicBezTo>
                  <a:cubicBezTo>
                    <a:pt x="400192" y="2653659"/>
                    <a:pt x="222112" y="2636953"/>
                    <a:pt x="53389" y="2605041"/>
                  </a:cubicBezTo>
                  <a:lnTo>
                    <a:pt x="0" y="2593136"/>
                  </a:lnTo>
                  <a:lnTo>
                    <a:pt x="0" y="1994836"/>
                  </a:lnTo>
                  <a:lnTo>
                    <a:pt x="159710" y="2035054"/>
                  </a:lnTo>
                  <a:cubicBezTo>
                    <a:pt x="295467" y="2061726"/>
                    <a:pt x="438268" y="2075152"/>
                    <a:pt x="587142" y="2075152"/>
                  </a:cubicBezTo>
                  <a:cubicBezTo>
                    <a:pt x="901731" y="2075152"/>
                    <a:pt x="1234490" y="2014697"/>
                    <a:pt x="1549283" y="1900153"/>
                  </a:cubicBezTo>
                  <a:cubicBezTo>
                    <a:pt x="1860709" y="1786959"/>
                    <a:pt x="2157231" y="1620350"/>
                    <a:pt x="2406698" y="1418450"/>
                  </a:cubicBezTo>
                  <a:cubicBezTo>
                    <a:pt x="2655859" y="1216840"/>
                    <a:pt x="2859596" y="978302"/>
                    <a:pt x="2996069" y="728678"/>
                  </a:cubicBezTo>
                  <a:cubicBezTo>
                    <a:pt x="3101178" y="536396"/>
                    <a:pt x="3167417" y="338366"/>
                    <a:pt x="3193967" y="137719"/>
                  </a:cubicBezTo>
                  <a:close/>
                </a:path>
              </a:pathLst>
            </a:custGeom>
            <a:gradFill rotWithShape="0">
              <a:gsLst>
                <a:gs pos="2000">
                  <a:srgbClr val="ffffff">
                    <a:alpha val="10000"/>
                  </a:srgbClr>
                </a:gs>
                <a:gs pos="16000">
                  <a:srgbClr val="f19d19">
                    <a:alpha val="10000"/>
                  </a:srgbClr>
                </a:gs>
                <a:gs pos="85000">
                  <a:srgbClr val="1d9a78">
                    <a:alpha val="10000"/>
                  </a:srgbClr>
                </a:gs>
                <a:gs pos="100000">
                  <a:srgbClr val="ffffff">
                    <a:alpha val="10000"/>
                  </a:srgbClr>
                </a:gs>
              </a:gsLst>
              <a:lin ang="12000000"/>
            </a:gra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/>
          </p:style>
          <p:txBody>
            <a:bodyPr lIns="90000" rIns="90000" tIns="45000" bIns="45000" anchor="ctr">
              <a:noAutofit/>
            </a:bodyPr>
            <a:p>
              <a:pPr algn="ctr" defTabSz="914400">
                <a:lnSpc>
                  <a:spcPct val="100000"/>
                </a:lnSpc>
              </a:pPr>
              <a:endParaRPr b="0" lang="en-US" sz="1800" strike="noStrike" u="none">
                <a:solidFill>
                  <a:schemeClr val="lt1"/>
                </a:solidFill>
                <a:uFillTx/>
                <a:latin typeface="Calibri"/>
              </a:endParaRPr>
            </a:p>
          </p:txBody>
        </p:sp>
        <p:sp>
          <p:nvSpPr>
            <p:cNvPr id="653" name="Freeform: Shape 13">
              <a:extLs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/>
            <p:nvPr/>
          </p:nvSpPr>
          <p:spPr>
            <a:xfrm>
              <a:off x="360" y="0"/>
              <a:ext cx="3329640" cy="2315520"/>
            </a:xfrm>
            <a:custGeom>
              <a:avLst/>
              <a:gdLst>
                <a:gd name="textAreaLeft" fmla="*/ 0 w 3329640"/>
                <a:gd name="textAreaRight" fmla="*/ 3330720 w 3329640"/>
                <a:gd name="textAreaTop" fmla="*/ 0 h 2315520"/>
                <a:gd name="textAreaBottom" fmla="*/ 2316600 h 2315520"/>
              </a:gdLst>
              <a:ahLst/>
              <a:rect l="textAreaLeft" t="textAreaTop" r="textAreaRight" b="textAreaBottom"/>
              <a:pathLst>
                <a:path w="3815424" h="2653660">
                  <a:moveTo>
                    <a:pt x="3305038" y="0"/>
                  </a:moveTo>
                  <a:lnTo>
                    <a:pt x="3815424" y="0"/>
                  </a:lnTo>
                  <a:lnTo>
                    <a:pt x="3801025" y="214244"/>
                  </a:lnTo>
                  <a:cubicBezTo>
                    <a:pt x="3616317" y="1584467"/>
                    <a:pt x="2091637" y="2653660"/>
                    <a:pt x="587142" y="2653660"/>
                  </a:cubicBezTo>
                  <a:cubicBezTo>
                    <a:pt x="400192" y="2653660"/>
                    <a:pt x="222112" y="2636954"/>
                    <a:pt x="53389" y="2605042"/>
                  </a:cubicBezTo>
                  <a:lnTo>
                    <a:pt x="0" y="2593137"/>
                  </a:lnTo>
                  <a:lnTo>
                    <a:pt x="0" y="2094444"/>
                  </a:lnTo>
                  <a:lnTo>
                    <a:pt x="137675" y="2129195"/>
                  </a:lnTo>
                  <a:cubicBezTo>
                    <a:pt x="280616" y="2157374"/>
                    <a:pt x="430766" y="2171571"/>
                    <a:pt x="587142" y="2171571"/>
                  </a:cubicBezTo>
                  <a:cubicBezTo>
                    <a:pt x="918879" y="2171571"/>
                    <a:pt x="1254904" y="2110634"/>
                    <a:pt x="1585826" y="1990112"/>
                  </a:cubicBezTo>
                  <a:cubicBezTo>
                    <a:pt x="1908071" y="1873061"/>
                    <a:pt x="2214800" y="1700666"/>
                    <a:pt x="2473046" y="1491633"/>
                  </a:cubicBezTo>
                  <a:cubicBezTo>
                    <a:pt x="2735782" y="1279031"/>
                    <a:pt x="2942276" y="1037118"/>
                    <a:pt x="3086710" y="772838"/>
                  </a:cubicBezTo>
                  <a:cubicBezTo>
                    <a:pt x="3197408" y="570216"/>
                    <a:pt x="3267226" y="361248"/>
                    <a:pt x="3295217" y="149229"/>
                  </a:cubicBezTo>
                  <a:close/>
                </a:path>
              </a:pathLst>
            </a:custGeom>
            <a:gradFill rotWithShape="0">
              <a:gsLst>
                <a:gs pos="2000">
                  <a:srgbClr val="ffffff">
                    <a:alpha val="10000"/>
                  </a:srgbClr>
                </a:gs>
                <a:gs pos="16000">
                  <a:srgbClr val="f19d19">
                    <a:alpha val="10000"/>
                  </a:srgbClr>
                </a:gs>
                <a:gs pos="85000">
                  <a:srgbClr val="1d9a78">
                    <a:alpha val="10000"/>
                  </a:srgbClr>
                </a:gs>
                <a:gs pos="100000">
                  <a:srgbClr val="ffffff">
                    <a:alpha val="10000"/>
                  </a:srgbClr>
                </a:gs>
              </a:gsLst>
              <a:lin ang="12000000"/>
            </a:gra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/>
          </p:style>
          <p:txBody>
            <a:bodyPr lIns="90000" rIns="90000" tIns="45000" bIns="45000" anchor="ctr">
              <a:noAutofit/>
            </a:bodyPr>
            <a:p>
              <a:pPr algn="ctr" defTabSz="914400">
                <a:lnSpc>
                  <a:spcPct val="100000"/>
                </a:lnSpc>
              </a:pPr>
              <a:endParaRPr b="0" lang="en-US" sz="1800" strike="noStrike" u="none">
                <a:solidFill>
                  <a:schemeClr val="lt1"/>
                </a:solidFill>
                <a:uFillTx/>
                <a:latin typeface="Calibri"/>
              </a:endParaRPr>
            </a:p>
          </p:txBody>
        </p:sp>
        <p:sp>
          <p:nvSpPr>
            <p:cNvPr id="654" name="Freeform: Shape 14">
              <a:extLs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/>
            <p:nvPr/>
          </p:nvSpPr>
          <p:spPr>
            <a:xfrm>
              <a:off x="0" y="0"/>
              <a:ext cx="3330360" cy="2334960"/>
            </a:xfrm>
            <a:custGeom>
              <a:avLst/>
              <a:gdLst>
                <a:gd name="textAreaLeft" fmla="*/ 0 w 3330360"/>
                <a:gd name="textAreaRight" fmla="*/ 3331440 w 3330360"/>
                <a:gd name="textAreaTop" fmla="*/ 0 h 2334960"/>
                <a:gd name="textAreaBottom" fmla="*/ 2336040 h 2334960"/>
              </a:gdLst>
              <a:ahLst/>
              <a:rect l="textAreaLeft" t="textAreaTop" r="textAreaRight" b="textAreaBottom"/>
              <a:pathLst>
                <a:path w="3815986" h="2675935">
                  <a:moveTo>
                    <a:pt x="3648768" y="0"/>
                  </a:moveTo>
                  <a:lnTo>
                    <a:pt x="3815986" y="0"/>
                  </a:lnTo>
                  <a:lnTo>
                    <a:pt x="3804695" y="200084"/>
                  </a:lnTo>
                  <a:cubicBezTo>
                    <a:pt x="3795228" y="285751"/>
                    <a:pt x="3781167" y="371032"/>
                    <a:pt x="3762590" y="455543"/>
                  </a:cubicBezTo>
                  <a:cubicBezTo>
                    <a:pt x="3725537" y="624467"/>
                    <a:pt x="3668784" y="790112"/>
                    <a:pt x="3592332" y="947274"/>
                  </a:cubicBezTo>
                  <a:cubicBezTo>
                    <a:pt x="3438712" y="1261596"/>
                    <a:pt x="3216091" y="1542847"/>
                    <a:pt x="2953967" y="1782349"/>
                  </a:cubicBezTo>
                  <a:cubicBezTo>
                    <a:pt x="2822599" y="1902099"/>
                    <a:pt x="2680615" y="2011341"/>
                    <a:pt x="2530669" y="2109494"/>
                  </a:cubicBezTo>
                  <a:cubicBezTo>
                    <a:pt x="2380520" y="2207551"/>
                    <a:pt x="2222510" y="2294906"/>
                    <a:pt x="2057561" y="2369245"/>
                  </a:cubicBezTo>
                  <a:cubicBezTo>
                    <a:pt x="1727252" y="2516859"/>
                    <a:pt x="1371629" y="2614434"/>
                    <a:pt x="1007330" y="2655701"/>
                  </a:cubicBezTo>
                  <a:cubicBezTo>
                    <a:pt x="916281" y="2665873"/>
                    <a:pt x="824568" y="2672188"/>
                    <a:pt x="732765" y="2674696"/>
                  </a:cubicBezTo>
                  <a:cubicBezTo>
                    <a:pt x="640963" y="2677203"/>
                    <a:pt x="549072" y="2675901"/>
                    <a:pt x="457666" y="2670839"/>
                  </a:cubicBezTo>
                  <a:cubicBezTo>
                    <a:pt x="366106" y="2665584"/>
                    <a:pt x="274572" y="2656521"/>
                    <a:pt x="183574" y="2643312"/>
                  </a:cubicBezTo>
                  <a:lnTo>
                    <a:pt x="0" y="2607798"/>
                  </a:lnTo>
                  <a:lnTo>
                    <a:pt x="0" y="2356652"/>
                  </a:lnTo>
                  <a:lnTo>
                    <a:pt x="222195" y="2396940"/>
                  </a:lnTo>
                  <a:cubicBezTo>
                    <a:pt x="304990" y="2407980"/>
                    <a:pt x="388511" y="2415283"/>
                    <a:pt x="472364" y="2419092"/>
                  </a:cubicBezTo>
                  <a:cubicBezTo>
                    <a:pt x="640376" y="2427095"/>
                    <a:pt x="808184" y="2421791"/>
                    <a:pt x="974972" y="2402122"/>
                  </a:cubicBezTo>
                  <a:cubicBezTo>
                    <a:pt x="1141658" y="2382358"/>
                    <a:pt x="1306812" y="2349286"/>
                    <a:pt x="1468292" y="2304162"/>
                  </a:cubicBezTo>
                  <a:cubicBezTo>
                    <a:pt x="1629874" y="2259231"/>
                    <a:pt x="1787475" y="2201091"/>
                    <a:pt x="1940176" y="2133695"/>
                  </a:cubicBezTo>
                  <a:cubicBezTo>
                    <a:pt x="2246498" y="2000349"/>
                    <a:pt x="2532507" y="1823520"/>
                    <a:pt x="2783403" y="1609954"/>
                  </a:cubicBezTo>
                  <a:cubicBezTo>
                    <a:pt x="2908442" y="1502833"/>
                    <a:pt x="3024295" y="1385975"/>
                    <a:pt x="3128104" y="1260439"/>
                  </a:cubicBezTo>
                  <a:cubicBezTo>
                    <a:pt x="3232116" y="1135096"/>
                    <a:pt x="3323881" y="1000689"/>
                    <a:pt x="3400639" y="859052"/>
                  </a:cubicBezTo>
                  <a:cubicBezTo>
                    <a:pt x="3477399" y="717510"/>
                    <a:pt x="3541296" y="569316"/>
                    <a:pt x="3585595" y="415336"/>
                  </a:cubicBezTo>
                  <a:cubicBezTo>
                    <a:pt x="3607796" y="338540"/>
                    <a:pt x="3624638" y="260224"/>
                    <a:pt x="3635918" y="181137"/>
                  </a:cubicBezTo>
                  <a:close/>
                </a:path>
              </a:pathLst>
            </a:custGeom>
            <a:gradFill rotWithShape="0">
              <a:gsLst>
                <a:gs pos="2000">
                  <a:srgbClr val="ffffff">
                    <a:alpha val="10000"/>
                  </a:srgbClr>
                </a:gs>
                <a:gs pos="16000">
                  <a:srgbClr val="f19d19">
                    <a:alpha val="10000"/>
                  </a:srgbClr>
                </a:gs>
                <a:gs pos="85000">
                  <a:srgbClr val="1d9a78">
                    <a:alpha val="10000"/>
                  </a:srgbClr>
                </a:gs>
                <a:gs pos="100000">
                  <a:srgbClr val="ffffff">
                    <a:alpha val="10000"/>
                  </a:srgbClr>
                </a:gs>
              </a:gsLst>
              <a:lin ang="12000000"/>
            </a:gra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/>
          </p:style>
          <p:txBody>
            <a:bodyPr lIns="90000" rIns="90000" tIns="45000" bIns="45000" anchor="ctr">
              <a:noAutofit/>
            </a:bodyPr>
            <a:p>
              <a:pPr algn="ctr" defTabSz="914400">
                <a:lnSpc>
                  <a:spcPct val="100000"/>
                </a:lnSpc>
              </a:pPr>
              <a:endParaRPr b="0" lang="en-US" sz="1800" strike="noStrike" u="none">
                <a:solidFill>
                  <a:schemeClr val="lt1"/>
                </a:solidFill>
                <a:uFillTx/>
                <a:latin typeface="Calibri"/>
              </a:endParaRPr>
            </a:p>
          </p:txBody>
        </p:sp>
        <p:sp>
          <p:nvSpPr>
            <p:cNvPr id="655" name="Freeform: Shape 15">
              <a:extLs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/>
            <p:nvPr/>
          </p:nvSpPr>
          <p:spPr>
            <a:xfrm>
              <a:off x="360" y="0"/>
              <a:ext cx="3344400" cy="2509920"/>
            </a:xfrm>
            <a:custGeom>
              <a:avLst/>
              <a:gdLst>
                <a:gd name="textAreaLeft" fmla="*/ 0 w 3344400"/>
                <a:gd name="textAreaRight" fmla="*/ 3345480 w 3344400"/>
                <a:gd name="textAreaTop" fmla="*/ 0 h 2509920"/>
                <a:gd name="textAreaBottom" fmla="*/ 2511000 h 2509920"/>
              </a:gdLst>
              <a:ahLst/>
              <a:rect l="textAreaLeft" t="textAreaTop" r="textAreaRight" b="textAreaBottom"/>
              <a:pathLst>
                <a:path w="3832270" h="2876136">
                  <a:moveTo>
                    <a:pt x="3800718" y="0"/>
                  </a:moveTo>
                  <a:lnTo>
                    <a:pt x="3832270" y="0"/>
                  </a:lnTo>
                  <a:lnTo>
                    <a:pt x="3824562" y="143769"/>
                  </a:lnTo>
                  <a:cubicBezTo>
                    <a:pt x="3797131" y="409191"/>
                    <a:pt x="3730585" y="671345"/>
                    <a:pt x="3628155" y="922055"/>
                  </a:cubicBezTo>
                  <a:cubicBezTo>
                    <a:pt x="3593858" y="1005553"/>
                    <a:pt x="3556704" y="1088280"/>
                    <a:pt x="3514853" y="1169078"/>
                  </a:cubicBezTo>
                  <a:cubicBezTo>
                    <a:pt x="3473616" y="1250166"/>
                    <a:pt x="3428194" y="1329517"/>
                    <a:pt x="3379198" y="1407037"/>
                  </a:cubicBezTo>
                  <a:cubicBezTo>
                    <a:pt x="3281106" y="1561980"/>
                    <a:pt x="3169132" y="1710174"/>
                    <a:pt x="3043787" y="1848342"/>
                  </a:cubicBezTo>
                  <a:cubicBezTo>
                    <a:pt x="2980806" y="1917184"/>
                    <a:pt x="2915071" y="1984001"/>
                    <a:pt x="2845661" y="2047444"/>
                  </a:cubicBezTo>
                  <a:cubicBezTo>
                    <a:pt x="2828411" y="2063450"/>
                    <a:pt x="2811060" y="2079263"/>
                    <a:pt x="2793197" y="2094689"/>
                  </a:cubicBezTo>
                  <a:cubicBezTo>
                    <a:pt x="2775436" y="2110213"/>
                    <a:pt x="2757982" y="2126025"/>
                    <a:pt x="2739710" y="2140969"/>
                  </a:cubicBezTo>
                  <a:cubicBezTo>
                    <a:pt x="2703576" y="2171341"/>
                    <a:pt x="2666524" y="2200749"/>
                    <a:pt x="2629166" y="2229867"/>
                  </a:cubicBezTo>
                  <a:cubicBezTo>
                    <a:pt x="2479015" y="2345569"/>
                    <a:pt x="2316821" y="2448061"/>
                    <a:pt x="2145952" y="2535994"/>
                  </a:cubicBezTo>
                  <a:cubicBezTo>
                    <a:pt x="1804312" y="2711957"/>
                    <a:pt x="1424600" y="2826982"/>
                    <a:pt x="1034987" y="2863910"/>
                  </a:cubicBezTo>
                  <a:cubicBezTo>
                    <a:pt x="937762" y="2873167"/>
                    <a:pt x="839720" y="2877096"/>
                    <a:pt x="741909" y="2875939"/>
                  </a:cubicBezTo>
                  <a:cubicBezTo>
                    <a:pt x="644097" y="2874782"/>
                    <a:pt x="546515" y="2868539"/>
                    <a:pt x="450208" y="2857451"/>
                  </a:cubicBezTo>
                  <a:cubicBezTo>
                    <a:pt x="305520" y="2840674"/>
                    <a:pt x="162095" y="2813810"/>
                    <a:pt x="22215" y="2775923"/>
                  </a:cubicBezTo>
                  <a:lnTo>
                    <a:pt x="0" y="2769256"/>
                  </a:lnTo>
                  <a:lnTo>
                    <a:pt x="0" y="2590612"/>
                  </a:lnTo>
                  <a:lnTo>
                    <a:pt x="199046" y="2627410"/>
                  </a:lnTo>
                  <a:cubicBezTo>
                    <a:pt x="288321" y="2639209"/>
                    <a:pt x="378197" y="2646537"/>
                    <a:pt x="468174" y="2649670"/>
                  </a:cubicBezTo>
                  <a:cubicBezTo>
                    <a:pt x="648333" y="2656805"/>
                    <a:pt x="826655" y="2647163"/>
                    <a:pt x="1003650" y="2622480"/>
                  </a:cubicBezTo>
                  <a:cubicBezTo>
                    <a:pt x="1091943" y="2609658"/>
                    <a:pt x="1179725" y="2593747"/>
                    <a:pt x="1266489" y="2573982"/>
                  </a:cubicBezTo>
                  <a:cubicBezTo>
                    <a:pt x="1353250" y="2553927"/>
                    <a:pt x="1439298" y="2531076"/>
                    <a:pt x="1524223" y="2504657"/>
                  </a:cubicBezTo>
                  <a:cubicBezTo>
                    <a:pt x="1609149" y="2478336"/>
                    <a:pt x="1693052" y="2448833"/>
                    <a:pt x="1775731" y="2416243"/>
                  </a:cubicBezTo>
                  <a:cubicBezTo>
                    <a:pt x="1858309" y="2383557"/>
                    <a:pt x="1939764" y="2347882"/>
                    <a:pt x="2019789" y="2309412"/>
                  </a:cubicBezTo>
                  <a:cubicBezTo>
                    <a:pt x="2179839" y="2232567"/>
                    <a:pt x="2334583" y="2144923"/>
                    <a:pt x="2482486" y="2046962"/>
                  </a:cubicBezTo>
                  <a:cubicBezTo>
                    <a:pt x="2519334" y="2022376"/>
                    <a:pt x="2556081" y="1997403"/>
                    <a:pt x="2591908" y="1971371"/>
                  </a:cubicBezTo>
                  <a:cubicBezTo>
                    <a:pt x="2610077" y="1958644"/>
                    <a:pt x="2627838" y="1945434"/>
                    <a:pt x="2645702" y="1932321"/>
                  </a:cubicBezTo>
                  <a:cubicBezTo>
                    <a:pt x="2663666" y="1919305"/>
                    <a:pt x="2681325" y="1905903"/>
                    <a:pt x="2698779" y="1892309"/>
                  </a:cubicBezTo>
                  <a:cubicBezTo>
                    <a:pt x="2768903" y="1838025"/>
                    <a:pt x="2837496" y="1781717"/>
                    <a:pt x="2903537" y="1722516"/>
                  </a:cubicBezTo>
                  <a:cubicBezTo>
                    <a:pt x="3035926" y="1604501"/>
                    <a:pt x="3158720" y="1475784"/>
                    <a:pt x="3269061" y="1337327"/>
                  </a:cubicBezTo>
                  <a:cubicBezTo>
                    <a:pt x="3324182" y="1268099"/>
                    <a:pt x="3376341" y="1196461"/>
                    <a:pt x="3424928" y="1122508"/>
                  </a:cubicBezTo>
                  <a:cubicBezTo>
                    <a:pt x="3472697" y="1048170"/>
                    <a:pt x="3517814" y="972000"/>
                    <a:pt x="3557622" y="893226"/>
                  </a:cubicBezTo>
                  <a:cubicBezTo>
                    <a:pt x="3567931" y="873654"/>
                    <a:pt x="3577526" y="853791"/>
                    <a:pt x="3587019" y="833929"/>
                  </a:cubicBezTo>
                  <a:lnTo>
                    <a:pt x="3601310" y="804040"/>
                  </a:lnTo>
                  <a:lnTo>
                    <a:pt x="3614885" y="773861"/>
                  </a:lnTo>
                  <a:cubicBezTo>
                    <a:pt x="3623766" y="753709"/>
                    <a:pt x="3632748" y="733559"/>
                    <a:pt x="3640812" y="713022"/>
                  </a:cubicBezTo>
                  <a:cubicBezTo>
                    <a:pt x="3648876" y="692485"/>
                    <a:pt x="3657756" y="672236"/>
                    <a:pt x="3665105" y="651506"/>
                  </a:cubicBezTo>
                  <a:cubicBezTo>
                    <a:pt x="3696544" y="569166"/>
                    <a:pt x="3723185" y="485089"/>
                    <a:pt x="3744110" y="399567"/>
                  </a:cubicBezTo>
                  <a:cubicBezTo>
                    <a:pt x="3765341" y="314238"/>
                    <a:pt x="3781392" y="227654"/>
                    <a:pt x="3792123" y="140444"/>
                  </a:cubicBezTo>
                  <a:close/>
                </a:path>
              </a:pathLst>
            </a:custGeom>
            <a:gradFill rotWithShape="0">
              <a:gsLst>
                <a:gs pos="2000">
                  <a:srgbClr val="ffffff">
                    <a:alpha val="10000"/>
                  </a:srgbClr>
                </a:gs>
                <a:gs pos="16000">
                  <a:srgbClr val="f19d19">
                    <a:alpha val="10000"/>
                  </a:srgbClr>
                </a:gs>
                <a:gs pos="85000">
                  <a:srgbClr val="1d9a78">
                    <a:alpha val="10000"/>
                  </a:srgbClr>
                </a:gs>
                <a:gs pos="100000">
                  <a:srgbClr val="ffffff">
                    <a:alpha val="10000"/>
                  </a:srgbClr>
                </a:gs>
              </a:gsLst>
              <a:lin ang="12000000"/>
            </a:gra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/>
          </p:style>
          <p:txBody>
            <a:bodyPr lIns="90000" rIns="90000" tIns="45000" bIns="45000" anchor="ctr">
              <a:noAutofit/>
            </a:bodyPr>
            <a:p>
              <a:pPr algn="ctr" defTabSz="914400">
                <a:lnSpc>
                  <a:spcPct val="100000"/>
                </a:lnSpc>
              </a:pPr>
              <a:endParaRPr b="0" lang="en-US" sz="1800" strike="noStrike" u="none">
                <a:solidFill>
                  <a:schemeClr val="lt1"/>
                </a:solidFill>
                <a:uFillTx/>
                <a:latin typeface="Calibri"/>
              </a:endParaRPr>
            </a:p>
          </p:txBody>
        </p:sp>
      </p:grpSp>
      <p:sp>
        <p:nvSpPr>
          <p:cNvPr id="656" name="PlaceHolder 2"/>
          <p:cNvSpPr>
            <a:spLocks noGrp="1"/>
          </p:cNvSpPr>
          <p:nvPr>
            <p:ph/>
          </p:nvPr>
        </p:nvSpPr>
        <p:spPr>
          <a:xfrm>
            <a:off x="1179360" y="3329640"/>
            <a:ext cx="9832320" cy="245628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t">
            <a:normAutofit/>
          </a:bodyPr>
          <a:p>
            <a:pPr marL="228600" indent="-228600" defTabSz="914400">
              <a:lnSpc>
                <a:spcPct val="90000"/>
              </a:lnSpc>
              <a:spcBef>
                <a:spcPts val="1001"/>
              </a:spcBef>
              <a:buClr>
                <a:srgbClr val="44546a"/>
              </a:buClr>
              <a:buFont typeface="Arial"/>
              <a:buChar char="•"/>
            </a:pPr>
            <a:r>
              <a:rPr b="0" lang="de-DE" sz="1800" strike="noStrike" u="none">
                <a:solidFill>
                  <a:schemeClr val="dk2"/>
                </a:solidFill>
                <a:uFillTx/>
                <a:latin typeface="Calibri"/>
              </a:rPr>
              <a:t>Reagiere in CustomerListComponent auf Klicks auf die Listen-Elemente</a:t>
            </a:r>
            <a:endParaRPr b="0" lang="de-DE" sz="1800" strike="noStrike" u="none">
              <a:solidFill>
                <a:srgbClr val="000000"/>
              </a:solidFill>
              <a:uFillTx/>
              <a:latin typeface="Arial"/>
            </a:endParaRPr>
          </a:p>
          <a:p>
            <a:pPr lvl="1" marL="685800" indent="-228600" defTabSz="914400">
              <a:lnSpc>
                <a:spcPct val="90000"/>
              </a:lnSpc>
              <a:spcBef>
                <a:spcPts val="499"/>
              </a:spcBef>
              <a:buClr>
                <a:srgbClr val="44546a"/>
              </a:buClr>
              <a:buFont typeface="Arial"/>
              <a:buChar char="•"/>
            </a:pPr>
            <a:r>
              <a:rPr b="0" lang="de-DE" sz="1800" strike="noStrike" u="none">
                <a:solidFill>
                  <a:schemeClr val="dk2"/>
                </a:solidFill>
                <a:uFillTx/>
                <a:latin typeface="Calibri"/>
              </a:rPr>
              <a:t>Rufe eine Methode (listItemClicked) in der Component-Klasse auf</a:t>
            </a:r>
            <a:endParaRPr b="0" lang="de-DE" sz="1800" strike="noStrike" u="none">
              <a:solidFill>
                <a:srgbClr val="000000"/>
              </a:solidFill>
              <a:uFillTx/>
              <a:latin typeface="Arial"/>
            </a:endParaRPr>
          </a:p>
          <a:p>
            <a:pPr lvl="1" marL="685800" indent="-228600" defTabSz="914400">
              <a:lnSpc>
                <a:spcPct val="90000"/>
              </a:lnSpc>
              <a:spcBef>
                <a:spcPts val="499"/>
              </a:spcBef>
              <a:buClr>
                <a:srgbClr val="44546a"/>
              </a:buClr>
              <a:buFont typeface="Arial"/>
              <a:buChar char="•"/>
            </a:pPr>
            <a:r>
              <a:rPr b="0" lang="de-DE" sz="1800" strike="noStrike" u="none">
                <a:solidFill>
                  <a:schemeClr val="dk2"/>
                </a:solidFill>
                <a:uFillTx/>
                <a:latin typeface="Calibri"/>
              </a:rPr>
              <a:t>Übergebe das Dom-Event ($event vom Typ MouseEvent) und das Training des geklickten Listen-Eintrags</a:t>
            </a:r>
            <a:endParaRPr b="0" lang="de-DE" sz="1800" strike="noStrike" u="none">
              <a:solidFill>
                <a:srgbClr val="000000"/>
              </a:solidFill>
              <a:uFillTx/>
              <a:latin typeface="Arial"/>
            </a:endParaRPr>
          </a:p>
          <a:p>
            <a:pPr lvl="1" marL="685800" indent="-228600" defTabSz="914400">
              <a:lnSpc>
                <a:spcPct val="90000"/>
              </a:lnSpc>
              <a:spcBef>
                <a:spcPts val="499"/>
              </a:spcBef>
              <a:buClr>
                <a:srgbClr val="44546a"/>
              </a:buClr>
              <a:buFont typeface="Arial"/>
              <a:buChar char="•"/>
            </a:pPr>
            <a:r>
              <a:rPr b="0" lang="de-DE" sz="1800" strike="noStrike" u="none">
                <a:solidFill>
                  <a:schemeClr val="dk2"/>
                </a:solidFill>
                <a:uFillTx/>
                <a:latin typeface="Calibri"/>
              </a:rPr>
              <a:t>Logge den Namen des Customer und das Event auf die Konsole</a:t>
            </a:r>
            <a:br>
              <a:rPr sz="1800"/>
            </a:br>
            <a:r>
              <a:rPr b="0" lang="de-DE" sz="1800" strike="noStrike" u="none">
                <a:solidFill>
                  <a:schemeClr val="dk2"/>
                </a:solidFill>
                <a:uFillTx/>
                <a:latin typeface="Calibri"/>
              </a:rPr>
              <a:t>z.B. mit console.log(event, customer.firstname)</a:t>
            </a:r>
            <a:endParaRPr b="0" lang="de-DE" sz="1800" strike="noStrike" u="none">
              <a:solidFill>
                <a:srgbClr val="000000"/>
              </a:solidFill>
              <a:uFillTx/>
              <a:latin typeface="Arial"/>
            </a:endParaRPr>
          </a:p>
        </p:txBody>
      </p:sp>
      <p:grpSp>
        <p:nvGrpSpPr>
          <p:cNvPr id="657" name="Group 17">
            <a:extLst>
              <a:ext uri="{C183D7F6-B498-43B3-948B-1728B52AA6E4}">
                <adec:decorative xmlns:adec="http://schemas.microsoft.com/office/drawing/2017/decorative" val="1"/>
              </a:ext>
            </a:extLst>
          </p:cNvPr>
          <p:cNvGrpSpPr/>
          <p:nvPr/>
        </p:nvGrpSpPr>
        <p:grpSpPr>
          <a:xfrm>
            <a:off x="9828720" y="2979360"/>
            <a:ext cx="2367720" cy="3877560"/>
            <a:chOff x="9828720" y="2979360"/>
            <a:chExt cx="2367720" cy="3877560"/>
          </a:xfrm>
        </p:grpSpPr>
        <p:sp>
          <p:nvSpPr>
            <p:cNvPr id="658" name="Freeform: Shape 18">
              <a:extLs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/>
            <p:nvPr/>
          </p:nvSpPr>
          <p:spPr>
            <a:xfrm rot="5400000">
              <a:off x="9073800" y="3734280"/>
              <a:ext cx="3877560" cy="2367720"/>
            </a:xfrm>
            <a:custGeom>
              <a:avLst/>
              <a:gdLst>
                <a:gd name="textAreaLeft" fmla="*/ 0 w 3877560"/>
                <a:gd name="textAreaRight" fmla="*/ 3878640 w 3877560"/>
                <a:gd name="textAreaTop" fmla="*/ 0 h 2367720"/>
                <a:gd name="textAreaBottom" fmla="*/ 2368800 h 2367720"/>
              </a:gdLst>
              <a:ahLst/>
              <a:rect l="textAreaLeft" t="textAreaTop" r="textAreaRight" b="textAreaBottom"/>
              <a:pathLst>
                <a:path w="5324985" h="3251912">
                  <a:moveTo>
                    <a:pt x="0" y="0"/>
                  </a:moveTo>
                  <a:lnTo>
                    <a:pt x="36826" y="0"/>
                  </a:lnTo>
                  <a:lnTo>
                    <a:pt x="45003" y="152909"/>
                  </a:lnTo>
                  <a:cubicBezTo>
                    <a:pt x="50351" y="205154"/>
                    <a:pt x="58290" y="257123"/>
                    <a:pt x="68956" y="308600"/>
                  </a:cubicBezTo>
                  <a:cubicBezTo>
                    <a:pt x="91393" y="411324"/>
                    <a:pt x="123882" y="511847"/>
                    <a:pt x="167774" y="607968"/>
                  </a:cubicBezTo>
                  <a:cubicBezTo>
                    <a:pt x="178195" y="632173"/>
                    <a:pt x="190333" y="655798"/>
                    <a:pt x="201857" y="679539"/>
                  </a:cubicBezTo>
                  <a:cubicBezTo>
                    <a:pt x="214363" y="702933"/>
                    <a:pt x="226255" y="726557"/>
                    <a:pt x="239741" y="749488"/>
                  </a:cubicBezTo>
                  <a:cubicBezTo>
                    <a:pt x="265488" y="795812"/>
                    <a:pt x="294176" y="840746"/>
                    <a:pt x="323724" y="885101"/>
                  </a:cubicBezTo>
                  <a:cubicBezTo>
                    <a:pt x="353149" y="929572"/>
                    <a:pt x="384657" y="972885"/>
                    <a:pt x="416412" y="1016081"/>
                  </a:cubicBezTo>
                  <a:cubicBezTo>
                    <a:pt x="448655" y="1058931"/>
                    <a:pt x="482127" y="1101202"/>
                    <a:pt x="515719" y="1143356"/>
                  </a:cubicBezTo>
                  <a:cubicBezTo>
                    <a:pt x="583027" y="1227782"/>
                    <a:pt x="653402" y="1310470"/>
                    <a:pt x="722427" y="1395127"/>
                  </a:cubicBezTo>
                  <a:cubicBezTo>
                    <a:pt x="757123" y="1437282"/>
                    <a:pt x="791697" y="1479783"/>
                    <a:pt x="825780" y="1522749"/>
                  </a:cubicBezTo>
                  <a:cubicBezTo>
                    <a:pt x="859742" y="1565367"/>
                    <a:pt x="893457" y="1610649"/>
                    <a:pt x="926314" y="1651992"/>
                  </a:cubicBezTo>
                  <a:cubicBezTo>
                    <a:pt x="958927" y="1694379"/>
                    <a:pt x="993132" y="1735492"/>
                    <a:pt x="1026848" y="1776836"/>
                  </a:cubicBezTo>
                  <a:cubicBezTo>
                    <a:pt x="1061545" y="1817485"/>
                    <a:pt x="1095996" y="1858133"/>
                    <a:pt x="1131918" y="1897393"/>
                  </a:cubicBezTo>
                  <a:cubicBezTo>
                    <a:pt x="1203273" y="1976376"/>
                    <a:pt x="1277447" y="2052463"/>
                    <a:pt x="1354688" y="2124728"/>
                  </a:cubicBezTo>
                  <a:cubicBezTo>
                    <a:pt x="1509411" y="2268911"/>
                    <a:pt x="1676396" y="2397575"/>
                    <a:pt x="1855027" y="2504236"/>
                  </a:cubicBezTo>
                  <a:cubicBezTo>
                    <a:pt x="1944528" y="2557277"/>
                    <a:pt x="2036357" y="2605917"/>
                    <a:pt x="2131618" y="2646913"/>
                  </a:cubicBezTo>
                  <a:cubicBezTo>
                    <a:pt x="2226267" y="2689068"/>
                    <a:pt x="2323981" y="2724622"/>
                    <a:pt x="2423534" y="2754732"/>
                  </a:cubicBezTo>
                  <a:cubicBezTo>
                    <a:pt x="2523087" y="2784958"/>
                    <a:pt x="2624602" y="2809394"/>
                    <a:pt x="2727588" y="2829197"/>
                  </a:cubicBezTo>
                  <a:cubicBezTo>
                    <a:pt x="2830698" y="2848653"/>
                    <a:pt x="2935522" y="2861971"/>
                    <a:pt x="3041083" y="2870890"/>
                  </a:cubicBezTo>
                  <a:cubicBezTo>
                    <a:pt x="3146644" y="2879922"/>
                    <a:pt x="3253307" y="2883860"/>
                    <a:pt x="3360340" y="2883976"/>
                  </a:cubicBezTo>
                  <a:cubicBezTo>
                    <a:pt x="3387067" y="2883976"/>
                    <a:pt x="3414162" y="2884439"/>
                    <a:pt x="3439663" y="2883396"/>
                  </a:cubicBezTo>
                  <a:lnTo>
                    <a:pt x="3478529" y="2882471"/>
                  </a:lnTo>
                  <a:lnTo>
                    <a:pt x="3517271" y="2880616"/>
                  </a:lnTo>
                  <a:cubicBezTo>
                    <a:pt x="3568887" y="2878417"/>
                    <a:pt x="3620257" y="2873552"/>
                    <a:pt x="3671260" y="2867878"/>
                  </a:cubicBezTo>
                  <a:cubicBezTo>
                    <a:pt x="3875515" y="2844253"/>
                    <a:pt x="4074253" y="2792486"/>
                    <a:pt x="4265268" y="2716283"/>
                  </a:cubicBezTo>
                  <a:cubicBezTo>
                    <a:pt x="4361020" y="2678529"/>
                    <a:pt x="4454444" y="2633710"/>
                    <a:pt x="4546395" y="2584724"/>
                  </a:cubicBezTo>
                  <a:cubicBezTo>
                    <a:pt x="4638470" y="2535967"/>
                    <a:pt x="4728827" y="2481885"/>
                    <a:pt x="4817837" y="2424674"/>
                  </a:cubicBezTo>
                  <a:cubicBezTo>
                    <a:pt x="4906846" y="2367348"/>
                    <a:pt x="4994385" y="2306317"/>
                    <a:pt x="5081677" y="2243548"/>
                  </a:cubicBezTo>
                  <a:cubicBezTo>
                    <a:pt x="5125201" y="2212164"/>
                    <a:pt x="5168603" y="2179969"/>
                    <a:pt x="5211881" y="2147658"/>
                  </a:cubicBezTo>
                  <a:lnTo>
                    <a:pt x="5324985" y="2062128"/>
                  </a:lnTo>
                  <a:lnTo>
                    <a:pt x="5324985" y="2514993"/>
                  </a:lnTo>
                  <a:lnTo>
                    <a:pt x="5314867" y="2522881"/>
                  </a:lnTo>
                  <a:cubicBezTo>
                    <a:pt x="5225490" y="2591325"/>
                    <a:pt x="5133783" y="2658379"/>
                    <a:pt x="5038276" y="2722421"/>
                  </a:cubicBezTo>
                  <a:cubicBezTo>
                    <a:pt x="4942892" y="2786348"/>
                    <a:pt x="4844810" y="2848422"/>
                    <a:pt x="4741701" y="2904937"/>
                  </a:cubicBezTo>
                  <a:cubicBezTo>
                    <a:pt x="4638592" y="2961337"/>
                    <a:pt x="4531929" y="3013683"/>
                    <a:pt x="4420728" y="3058848"/>
                  </a:cubicBezTo>
                  <a:cubicBezTo>
                    <a:pt x="4199063" y="3150338"/>
                    <a:pt x="3959621" y="3211485"/>
                    <a:pt x="3717481" y="3237079"/>
                  </a:cubicBezTo>
                  <a:cubicBezTo>
                    <a:pt x="3656914" y="3243101"/>
                    <a:pt x="3596227" y="3247966"/>
                    <a:pt x="3535661" y="3249934"/>
                  </a:cubicBezTo>
                  <a:lnTo>
                    <a:pt x="3490175" y="3251555"/>
                  </a:lnTo>
                  <a:lnTo>
                    <a:pt x="3444813" y="3251787"/>
                  </a:lnTo>
                  <a:cubicBezTo>
                    <a:pt x="3414162" y="3252250"/>
                    <a:pt x="3385105" y="3251324"/>
                    <a:pt x="3355681" y="3250745"/>
                  </a:cubicBezTo>
                  <a:cubicBezTo>
                    <a:pt x="3296954" y="3250050"/>
                    <a:pt x="3237860" y="3246692"/>
                    <a:pt x="3179011" y="3243795"/>
                  </a:cubicBezTo>
                  <a:cubicBezTo>
                    <a:pt x="3120039" y="3239164"/>
                    <a:pt x="3061067" y="3234878"/>
                    <a:pt x="3002217" y="3227814"/>
                  </a:cubicBezTo>
                  <a:cubicBezTo>
                    <a:pt x="2884397" y="3214496"/>
                    <a:pt x="2766699" y="3196314"/>
                    <a:pt x="2650103" y="3170836"/>
                  </a:cubicBezTo>
                  <a:cubicBezTo>
                    <a:pt x="2533510" y="3145358"/>
                    <a:pt x="2418263" y="3112583"/>
                    <a:pt x="2305836" y="3072514"/>
                  </a:cubicBezTo>
                  <a:cubicBezTo>
                    <a:pt x="2193410" y="3032328"/>
                    <a:pt x="2083926" y="2984383"/>
                    <a:pt x="1978611" y="2929952"/>
                  </a:cubicBezTo>
                  <a:cubicBezTo>
                    <a:pt x="1873663" y="2874711"/>
                    <a:pt x="1772884" y="2812985"/>
                    <a:pt x="1678235" y="2744424"/>
                  </a:cubicBezTo>
                  <a:cubicBezTo>
                    <a:pt x="1488201" y="2608001"/>
                    <a:pt x="1321708" y="2448068"/>
                    <a:pt x="1175688" y="2277018"/>
                  </a:cubicBezTo>
                  <a:cubicBezTo>
                    <a:pt x="1102985" y="2191086"/>
                    <a:pt x="1035309" y="2102377"/>
                    <a:pt x="971310" y="2012044"/>
                  </a:cubicBezTo>
                  <a:cubicBezTo>
                    <a:pt x="907188" y="1921714"/>
                    <a:pt x="847358" y="1829413"/>
                    <a:pt x="790717" y="1735723"/>
                  </a:cubicBezTo>
                  <a:cubicBezTo>
                    <a:pt x="761782" y="1688357"/>
                    <a:pt x="735300" y="1644002"/>
                    <a:pt x="706488" y="1598604"/>
                  </a:cubicBezTo>
                  <a:cubicBezTo>
                    <a:pt x="677922" y="1553555"/>
                    <a:pt x="648866" y="1508505"/>
                    <a:pt x="618951" y="1463802"/>
                  </a:cubicBezTo>
                  <a:lnTo>
                    <a:pt x="436273" y="1195355"/>
                  </a:lnTo>
                  <a:cubicBezTo>
                    <a:pt x="405990" y="1150189"/>
                    <a:pt x="376075" y="1104792"/>
                    <a:pt x="346896" y="1058816"/>
                  </a:cubicBezTo>
                  <a:cubicBezTo>
                    <a:pt x="317716" y="1012838"/>
                    <a:pt x="288782" y="966747"/>
                    <a:pt x="261809" y="919264"/>
                  </a:cubicBezTo>
                  <a:cubicBezTo>
                    <a:pt x="207742" y="824764"/>
                    <a:pt x="158088" y="727485"/>
                    <a:pt x="118487" y="626498"/>
                  </a:cubicBezTo>
                  <a:cubicBezTo>
                    <a:pt x="78151" y="525859"/>
                    <a:pt x="48237" y="421515"/>
                    <a:pt x="28130" y="315781"/>
                  </a:cubicBezTo>
                  <a:cubicBezTo>
                    <a:pt x="18506" y="262914"/>
                    <a:pt x="11425" y="209642"/>
                    <a:pt x="6751" y="156195"/>
                  </a:cubicBezTo>
                  <a:close/>
                </a:path>
              </a:pathLst>
            </a:custGeom>
            <a:gradFill rotWithShape="0">
              <a:gsLst>
                <a:gs pos="2000">
                  <a:srgbClr val="ffffff">
                    <a:alpha val="10000"/>
                  </a:srgbClr>
                </a:gs>
                <a:gs pos="16000">
                  <a:srgbClr val="f19d19">
                    <a:alpha val="10000"/>
                  </a:srgbClr>
                </a:gs>
                <a:gs pos="85000">
                  <a:srgbClr val="1d9a78">
                    <a:alpha val="10000"/>
                  </a:srgbClr>
                </a:gs>
                <a:gs pos="100000">
                  <a:srgbClr val="ffffff">
                    <a:alpha val="10000"/>
                  </a:srgbClr>
                </a:gs>
              </a:gsLst>
              <a:lin ang="12000000"/>
            </a:gra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/>
          </p:style>
          <p:txBody>
            <a:bodyPr lIns="90000" rIns="90000" tIns="45000" bIns="45000" anchor="ctr">
              <a:noAutofit/>
            </a:bodyPr>
            <a:p>
              <a:pPr algn="ctr" defTabSz="914400">
                <a:lnSpc>
                  <a:spcPct val="100000"/>
                </a:lnSpc>
              </a:pPr>
              <a:endParaRPr b="0" lang="en-US" sz="1800" strike="noStrike" u="none">
                <a:solidFill>
                  <a:schemeClr val="lt1"/>
                </a:solidFill>
                <a:uFillTx/>
                <a:latin typeface="Calibri"/>
              </a:endParaRPr>
            </a:p>
          </p:txBody>
        </p:sp>
        <p:sp>
          <p:nvSpPr>
            <p:cNvPr id="659" name="Freeform: Shape 19">
              <a:extLs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/>
            <p:nvPr/>
          </p:nvSpPr>
          <p:spPr>
            <a:xfrm rot="5400000">
              <a:off x="9190440" y="3850920"/>
              <a:ext cx="3841560" cy="2170080"/>
            </a:xfrm>
            <a:custGeom>
              <a:avLst/>
              <a:gdLst>
                <a:gd name="textAreaLeft" fmla="*/ 0 w 3841560"/>
                <a:gd name="textAreaRight" fmla="*/ 3842640 w 3841560"/>
                <a:gd name="textAreaTop" fmla="*/ 0 h 2170080"/>
                <a:gd name="textAreaBottom" fmla="*/ 2171160 h 2170080"/>
              </a:gdLst>
              <a:ahLst/>
              <a:rect l="textAreaLeft" t="textAreaTop" r="textAreaRight" b="textAreaBottom"/>
              <a:pathLst>
                <a:path w="5275533" h="2980757">
                  <a:moveTo>
                    <a:pt x="0" y="0"/>
                  </a:moveTo>
                  <a:lnTo>
                    <a:pt x="201166" y="0"/>
                  </a:lnTo>
                  <a:lnTo>
                    <a:pt x="206734" y="89286"/>
                  </a:lnTo>
                  <a:cubicBezTo>
                    <a:pt x="212220" y="135755"/>
                    <a:pt x="220465" y="181731"/>
                    <a:pt x="232051" y="226897"/>
                  </a:cubicBezTo>
                  <a:cubicBezTo>
                    <a:pt x="254855" y="317344"/>
                    <a:pt x="290287" y="403854"/>
                    <a:pt x="332707" y="487120"/>
                  </a:cubicBezTo>
                  <a:cubicBezTo>
                    <a:pt x="354163" y="528696"/>
                    <a:pt x="377948" y="569461"/>
                    <a:pt x="402959" y="609647"/>
                  </a:cubicBezTo>
                  <a:cubicBezTo>
                    <a:pt x="428337" y="649717"/>
                    <a:pt x="455433" y="689209"/>
                    <a:pt x="483631" y="728236"/>
                  </a:cubicBezTo>
                  <a:cubicBezTo>
                    <a:pt x="540764" y="806061"/>
                    <a:pt x="604271" y="881569"/>
                    <a:pt x="669986" y="957424"/>
                  </a:cubicBezTo>
                  <a:cubicBezTo>
                    <a:pt x="735701" y="1033395"/>
                    <a:pt x="804359" y="1109366"/>
                    <a:pt x="871667" y="1188348"/>
                  </a:cubicBezTo>
                  <a:cubicBezTo>
                    <a:pt x="905383" y="1227723"/>
                    <a:pt x="938731" y="1268025"/>
                    <a:pt x="971956" y="1308905"/>
                  </a:cubicBezTo>
                  <a:lnTo>
                    <a:pt x="1020139" y="1368084"/>
                  </a:lnTo>
                  <a:cubicBezTo>
                    <a:pt x="1035954" y="1386962"/>
                    <a:pt x="1051035" y="1406302"/>
                    <a:pt x="1067340" y="1424715"/>
                  </a:cubicBezTo>
                  <a:cubicBezTo>
                    <a:pt x="1194602" y="1574573"/>
                    <a:pt x="1332652" y="1712503"/>
                    <a:pt x="1472909" y="1843252"/>
                  </a:cubicBezTo>
                  <a:cubicBezTo>
                    <a:pt x="1543406" y="1908337"/>
                    <a:pt x="1615128" y="1971221"/>
                    <a:pt x="1688567" y="2031559"/>
                  </a:cubicBezTo>
                  <a:cubicBezTo>
                    <a:pt x="1762006" y="2091895"/>
                    <a:pt x="1836793" y="2150263"/>
                    <a:pt x="1914401" y="2205156"/>
                  </a:cubicBezTo>
                  <a:cubicBezTo>
                    <a:pt x="2069003" y="2315176"/>
                    <a:pt x="2235742" y="2413498"/>
                    <a:pt x="2418909" y="2479741"/>
                  </a:cubicBezTo>
                  <a:cubicBezTo>
                    <a:pt x="2510249" y="2512863"/>
                    <a:pt x="2604898" y="2538225"/>
                    <a:pt x="2701141" y="2557333"/>
                  </a:cubicBezTo>
                  <a:cubicBezTo>
                    <a:pt x="2725293" y="2561850"/>
                    <a:pt x="2749201" y="2567062"/>
                    <a:pt x="2773475" y="2570999"/>
                  </a:cubicBezTo>
                  <a:lnTo>
                    <a:pt x="2846424" y="2582465"/>
                  </a:lnTo>
                  <a:cubicBezTo>
                    <a:pt x="2895343" y="2588602"/>
                    <a:pt x="2944261" y="2595088"/>
                    <a:pt x="2993669" y="2598909"/>
                  </a:cubicBezTo>
                  <a:cubicBezTo>
                    <a:pt x="3018313" y="2601110"/>
                    <a:pt x="3042956" y="2603195"/>
                    <a:pt x="3067721" y="2604237"/>
                  </a:cubicBezTo>
                  <a:cubicBezTo>
                    <a:pt x="3092487" y="2605394"/>
                    <a:pt x="3117130" y="2607247"/>
                    <a:pt x="3142019" y="2607943"/>
                  </a:cubicBezTo>
                  <a:lnTo>
                    <a:pt x="3216561" y="2609564"/>
                  </a:lnTo>
                  <a:cubicBezTo>
                    <a:pt x="3241326" y="2610142"/>
                    <a:pt x="3266337" y="2609333"/>
                    <a:pt x="3291225" y="2609217"/>
                  </a:cubicBezTo>
                  <a:lnTo>
                    <a:pt x="3328619" y="2608869"/>
                  </a:lnTo>
                  <a:cubicBezTo>
                    <a:pt x="3340757" y="2608522"/>
                    <a:pt x="3352649" y="2607827"/>
                    <a:pt x="3364665" y="2607363"/>
                  </a:cubicBezTo>
                  <a:cubicBezTo>
                    <a:pt x="3376679" y="2606784"/>
                    <a:pt x="3388695" y="2606438"/>
                    <a:pt x="3400587" y="2605627"/>
                  </a:cubicBezTo>
                  <a:lnTo>
                    <a:pt x="3436387" y="2602847"/>
                  </a:lnTo>
                  <a:cubicBezTo>
                    <a:pt x="3484079" y="2599257"/>
                    <a:pt x="3531404" y="2593235"/>
                    <a:pt x="3578361" y="2586286"/>
                  </a:cubicBezTo>
                  <a:cubicBezTo>
                    <a:pt x="3766310" y="2556871"/>
                    <a:pt x="3947025" y="2499314"/>
                    <a:pt x="4119159" y="2418594"/>
                  </a:cubicBezTo>
                  <a:cubicBezTo>
                    <a:pt x="4291907" y="2338801"/>
                    <a:pt x="4456317" y="2236657"/>
                    <a:pt x="4618765" y="2124668"/>
                  </a:cubicBezTo>
                  <a:cubicBezTo>
                    <a:pt x="4659346" y="2096759"/>
                    <a:pt x="4699682" y="2067575"/>
                    <a:pt x="4739895" y="2038275"/>
                  </a:cubicBezTo>
                  <a:cubicBezTo>
                    <a:pt x="4780355" y="2008976"/>
                    <a:pt x="4820691" y="1979212"/>
                    <a:pt x="4861027" y="1948986"/>
                  </a:cubicBezTo>
                  <a:lnTo>
                    <a:pt x="5106354" y="1763690"/>
                  </a:lnTo>
                  <a:lnTo>
                    <a:pt x="5275533" y="1641017"/>
                  </a:lnTo>
                  <a:lnTo>
                    <a:pt x="5275533" y="2257481"/>
                  </a:lnTo>
                  <a:lnTo>
                    <a:pt x="5168881" y="2332084"/>
                  </a:lnTo>
                  <a:cubicBezTo>
                    <a:pt x="5125235" y="2362079"/>
                    <a:pt x="5081099" y="2391958"/>
                    <a:pt x="5036225" y="2421489"/>
                  </a:cubicBezTo>
                  <a:cubicBezTo>
                    <a:pt x="4991231" y="2450790"/>
                    <a:pt x="4945867" y="2479857"/>
                    <a:pt x="4899401" y="2508347"/>
                  </a:cubicBezTo>
                  <a:cubicBezTo>
                    <a:pt x="4806959" y="2565440"/>
                    <a:pt x="4711574" y="2620798"/>
                    <a:pt x="4612145" y="2671407"/>
                  </a:cubicBezTo>
                  <a:cubicBezTo>
                    <a:pt x="4512836" y="2722247"/>
                    <a:pt x="4410095" y="2769496"/>
                    <a:pt x="4303187" y="2810030"/>
                  </a:cubicBezTo>
                  <a:cubicBezTo>
                    <a:pt x="4090349" y="2892256"/>
                    <a:pt x="3861694" y="2947728"/>
                    <a:pt x="3630835" y="2969500"/>
                  </a:cubicBezTo>
                  <a:cubicBezTo>
                    <a:pt x="3573089" y="2974712"/>
                    <a:pt x="3515343" y="2978649"/>
                    <a:pt x="3457719" y="2979808"/>
                  </a:cubicBezTo>
                  <a:lnTo>
                    <a:pt x="3414441" y="2980733"/>
                  </a:lnTo>
                  <a:cubicBezTo>
                    <a:pt x="3400097" y="2980850"/>
                    <a:pt x="3385630" y="2980502"/>
                    <a:pt x="3371285" y="2980502"/>
                  </a:cubicBezTo>
                  <a:lnTo>
                    <a:pt x="3328252" y="2980039"/>
                  </a:lnTo>
                  <a:lnTo>
                    <a:pt x="3286445" y="2978534"/>
                  </a:lnTo>
                  <a:cubicBezTo>
                    <a:pt x="3175121" y="2975174"/>
                    <a:pt x="3063553" y="2966837"/>
                    <a:pt x="2952475" y="2953402"/>
                  </a:cubicBezTo>
                  <a:cubicBezTo>
                    <a:pt x="2841275" y="2940664"/>
                    <a:pt x="2730319" y="2922365"/>
                    <a:pt x="2620591" y="2898046"/>
                  </a:cubicBezTo>
                  <a:cubicBezTo>
                    <a:pt x="2510984" y="2873494"/>
                    <a:pt x="2402235" y="2844426"/>
                    <a:pt x="2294591" y="2811305"/>
                  </a:cubicBezTo>
                  <a:cubicBezTo>
                    <a:pt x="2079669" y="2744483"/>
                    <a:pt x="1867198" y="2661331"/>
                    <a:pt x="1670544" y="2550501"/>
                  </a:cubicBezTo>
                  <a:cubicBezTo>
                    <a:pt x="1473767" y="2439903"/>
                    <a:pt x="1298079" y="2299657"/>
                    <a:pt x="1144703" y="2144472"/>
                  </a:cubicBezTo>
                  <a:cubicBezTo>
                    <a:pt x="1067586" y="2066996"/>
                    <a:pt x="997458" y="1984539"/>
                    <a:pt x="931497" y="1900114"/>
                  </a:cubicBezTo>
                  <a:cubicBezTo>
                    <a:pt x="865906" y="1815342"/>
                    <a:pt x="803500" y="1729295"/>
                    <a:pt x="745265" y="1641395"/>
                  </a:cubicBezTo>
                  <a:cubicBezTo>
                    <a:pt x="730307" y="1619623"/>
                    <a:pt x="716207" y="1597503"/>
                    <a:pt x="701741" y="1575500"/>
                  </a:cubicBezTo>
                  <a:lnTo>
                    <a:pt x="660178" y="1511573"/>
                  </a:lnTo>
                  <a:cubicBezTo>
                    <a:pt x="633574" y="1470229"/>
                    <a:pt x="605989" y="1429232"/>
                    <a:pt x="578158" y="1387656"/>
                  </a:cubicBezTo>
                  <a:lnTo>
                    <a:pt x="408230" y="1134497"/>
                  </a:lnTo>
                  <a:cubicBezTo>
                    <a:pt x="351220" y="1048219"/>
                    <a:pt x="294945" y="959392"/>
                    <a:pt x="242349" y="866860"/>
                  </a:cubicBezTo>
                  <a:cubicBezTo>
                    <a:pt x="216112" y="820536"/>
                    <a:pt x="190734" y="773402"/>
                    <a:pt x="167562" y="724994"/>
                  </a:cubicBezTo>
                  <a:cubicBezTo>
                    <a:pt x="144513" y="676469"/>
                    <a:pt x="123057" y="627019"/>
                    <a:pt x="104054" y="576525"/>
                  </a:cubicBezTo>
                  <a:cubicBezTo>
                    <a:pt x="85418" y="525917"/>
                    <a:pt x="68867" y="474613"/>
                    <a:pt x="55381" y="422499"/>
                  </a:cubicBezTo>
                  <a:cubicBezTo>
                    <a:pt x="49006" y="396442"/>
                    <a:pt x="42508" y="370269"/>
                    <a:pt x="37236" y="343980"/>
                  </a:cubicBezTo>
                  <a:lnTo>
                    <a:pt x="29267" y="304604"/>
                  </a:lnTo>
                  <a:lnTo>
                    <a:pt x="22646" y="265113"/>
                  </a:lnTo>
                  <a:cubicBezTo>
                    <a:pt x="14003" y="212420"/>
                    <a:pt x="7872" y="159582"/>
                    <a:pt x="3903" y="106787"/>
                  </a:cubicBezTo>
                  <a:close/>
                </a:path>
              </a:pathLst>
            </a:custGeom>
            <a:gradFill rotWithShape="0">
              <a:gsLst>
                <a:gs pos="2000">
                  <a:srgbClr val="ffffff">
                    <a:alpha val="10000"/>
                  </a:srgbClr>
                </a:gs>
                <a:gs pos="16000">
                  <a:srgbClr val="f19d19">
                    <a:alpha val="10000"/>
                  </a:srgbClr>
                </a:gs>
                <a:gs pos="85000">
                  <a:srgbClr val="1d9a78">
                    <a:alpha val="10000"/>
                  </a:srgbClr>
                </a:gs>
                <a:gs pos="100000">
                  <a:srgbClr val="ffffff">
                    <a:alpha val="10000"/>
                  </a:srgbClr>
                </a:gs>
              </a:gsLst>
              <a:lin ang="12000000"/>
            </a:gra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/>
          </p:style>
          <p:txBody>
            <a:bodyPr lIns="90000" rIns="90000" tIns="45000" bIns="45000" anchor="ctr">
              <a:noAutofit/>
            </a:bodyPr>
            <a:p>
              <a:pPr algn="ctr" defTabSz="914400">
                <a:lnSpc>
                  <a:spcPct val="100000"/>
                </a:lnSpc>
              </a:pPr>
              <a:endParaRPr b="0" lang="en-US" sz="1800" strike="noStrike" u="none">
                <a:solidFill>
                  <a:schemeClr val="lt1"/>
                </a:solidFill>
                <a:uFillTx/>
                <a:latin typeface="Calibri"/>
              </a:endParaRPr>
            </a:p>
          </p:txBody>
        </p:sp>
        <p:sp>
          <p:nvSpPr>
            <p:cNvPr id="660" name="Freeform: Shape 20">
              <a:extLs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/>
            <p:nvPr/>
          </p:nvSpPr>
          <p:spPr>
            <a:xfrm rot="5400000">
              <a:off x="9211680" y="3872160"/>
              <a:ext cx="3837960" cy="2131560"/>
            </a:xfrm>
            <a:custGeom>
              <a:avLst/>
              <a:gdLst>
                <a:gd name="textAreaLeft" fmla="*/ 0 w 3837960"/>
                <a:gd name="textAreaRight" fmla="*/ 3839040 w 3837960"/>
                <a:gd name="textAreaTop" fmla="*/ 0 h 2131560"/>
                <a:gd name="textAreaBottom" fmla="*/ 2132640 h 2131560"/>
              </a:gdLst>
              <a:ahLst/>
              <a:rect l="textAreaLeft" t="textAreaTop" r="textAreaRight" b="textAreaBottom"/>
              <a:pathLst>
                <a:path w="5270786" h="2927775">
                  <a:moveTo>
                    <a:pt x="0" y="0"/>
                  </a:moveTo>
                  <a:lnTo>
                    <a:pt x="613805" y="0"/>
                  </a:lnTo>
                  <a:lnTo>
                    <a:pt x="618487" y="85404"/>
                  </a:lnTo>
                  <a:cubicBezTo>
                    <a:pt x="650052" y="360109"/>
                    <a:pt x="792650" y="556543"/>
                    <a:pt x="1054084" y="895200"/>
                  </a:cubicBezTo>
                  <a:cubicBezTo>
                    <a:pt x="1126174" y="988542"/>
                    <a:pt x="1200716" y="1085128"/>
                    <a:pt x="1276976" y="1191325"/>
                  </a:cubicBezTo>
                  <a:cubicBezTo>
                    <a:pt x="1859704" y="2002688"/>
                    <a:pt x="2485223" y="2348843"/>
                    <a:pt x="3368450" y="2348843"/>
                  </a:cubicBezTo>
                  <a:cubicBezTo>
                    <a:pt x="3948114" y="2348843"/>
                    <a:pt x="4373422" y="2066846"/>
                    <a:pt x="4956151" y="1636730"/>
                  </a:cubicBezTo>
                  <a:cubicBezTo>
                    <a:pt x="5021253" y="1588668"/>
                    <a:pt x="5086356" y="1541186"/>
                    <a:pt x="5149372" y="1495325"/>
                  </a:cubicBezTo>
                  <a:lnTo>
                    <a:pt x="5270786" y="1406110"/>
                  </a:lnTo>
                  <a:lnTo>
                    <a:pt x="5270786" y="2138641"/>
                  </a:lnTo>
                  <a:lnTo>
                    <a:pt x="5112925" y="2253730"/>
                  </a:lnTo>
                  <a:cubicBezTo>
                    <a:pt x="4598179" y="2621786"/>
                    <a:pt x="4074961" y="2927775"/>
                    <a:pt x="3368327" y="2927775"/>
                  </a:cubicBezTo>
                  <a:cubicBezTo>
                    <a:pt x="2170746" y="2927775"/>
                    <a:pt x="1393203" y="2384512"/>
                    <a:pt x="769646" y="1516288"/>
                  </a:cubicBezTo>
                  <a:cubicBezTo>
                    <a:pt x="418850" y="1027932"/>
                    <a:pt x="48120" y="683401"/>
                    <a:pt x="3149" y="85252"/>
                  </a:cubicBezTo>
                  <a:close/>
                </a:path>
              </a:pathLst>
            </a:custGeom>
            <a:gradFill rotWithShape="0">
              <a:gsLst>
                <a:gs pos="2000">
                  <a:srgbClr val="ffffff">
                    <a:alpha val="10000"/>
                  </a:srgbClr>
                </a:gs>
                <a:gs pos="16000">
                  <a:srgbClr val="f19d19">
                    <a:alpha val="10000"/>
                  </a:srgbClr>
                </a:gs>
                <a:gs pos="85000">
                  <a:srgbClr val="1d9a78">
                    <a:alpha val="10000"/>
                  </a:srgbClr>
                </a:gs>
                <a:gs pos="100000">
                  <a:srgbClr val="ffffff">
                    <a:alpha val="10000"/>
                  </a:srgbClr>
                </a:gs>
              </a:gsLst>
              <a:lin ang="12000000"/>
            </a:gra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/>
          </p:style>
          <p:txBody>
            <a:bodyPr lIns="90000" rIns="90000" tIns="45000" bIns="45000" anchor="ctr">
              <a:noAutofit/>
            </a:bodyPr>
            <a:p>
              <a:pPr algn="ctr" defTabSz="914400">
                <a:lnSpc>
                  <a:spcPct val="100000"/>
                </a:lnSpc>
              </a:pPr>
              <a:endParaRPr b="0" lang="en-US" sz="1800" strike="noStrike" u="none">
                <a:solidFill>
                  <a:schemeClr val="lt1"/>
                </a:solidFill>
                <a:uFillTx/>
                <a:latin typeface="Calibri"/>
              </a:endParaRPr>
            </a:p>
          </p:txBody>
        </p:sp>
        <p:sp>
          <p:nvSpPr>
            <p:cNvPr id="661" name="Freeform: Shape 21">
              <a:extLs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/>
            <p:nvPr/>
          </p:nvSpPr>
          <p:spPr>
            <a:xfrm rot="5400000">
              <a:off x="9211680" y="3872160"/>
              <a:ext cx="3837960" cy="2131560"/>
            </a:xfrm>
            <a:custGeom>
              <a:avLst/>
              <a:gdLst>
                <a:gd name="textAreaLeft" fmla="*/ 0 w 3837960"/>
                <a:gd name="textAreaRight" fmla="*/ 3839040 w 3837960"/>
                <a:gd name="textAreaTop" fmla="*/ 0 h 2131560"/>
                <a:gd name="textAreaBottom" fmla="*/ 2132640 h 2131560"/>
              </a:gdLst>
              <a:ahLst/>
              <a:rect l="textAreaLeft" t="textAreaTop" r="textAreaRight" b="textAreaBottom"/>
              <a:pathLst>
                <a:path w="5270786" h="2927775">
                  <a:moveTo>
                    <a:pt x="0" y="0"/>
                  </a:moveTo>
                  <a:lnTo>
                    <a:pt x="736294" y="0"/>
                  </a:lnTo>
                  <a:lnTo>
                    <a:pt x="740298" y="72745"/>
                  </a:lnTo>
                  <a:cubicBezTo>
                    <a:pt x="768839" y="319371"/>
                    <a:pt x="898885" y="497858"/>
                    <a:pt x="1153024" y="826989"/>
                  </a:cubicBezTo>
                  <a:cubicBezTo>
                    <a:pt x="1225727" y="921142"/>
                    <a:pt x="1300882" y="1018537"/>
                    <a:pt x="1378368" y="1126356"/>
                  </a:cubicBezTo>
                  <a:cubicBezTo>
                    <a:pt x="1652384" y="1507833"/>
                    <a:pt x="1933512" y="1779060"/>
                    <a:pt x="2238056" y="1955322"/>
                  </a:cubicBezTo>
                  <a:cubicBezTo>
                    <a:pt x="2560868" y="2142238"/>
                    <a:pt x="2930637" y="2233033"/>
                    <a:pt x="3368327" y="2233033"/>
                  </a:cubicBezTo>
                  <a:cubicBezTo>
                    <a:pt x="3616720" y="2233033"/>
                    <a:pt x="3847703" y="2176866"/>
                    <a:pt x="4095360" y="2056192"/>
                  </a:cubicBezTo>
                  <a:cubicBezTo>
                    <a:pt x="4349636" y="1932276"/>
                    <a:pt x="4601340" y="1751613"/>
                    <a:pt x="4880506" y="1545587"/>
                  </a:cubicBezTo>
                  <a:cubicBezTo>
                    <a:pt x="4945974" y="1497295"/>
                    <a:pt x="5011199" y="1449697"/>
                    <a:pt x="5074340" y="1403721"/>
                  </a:cubicBezTo>
                  <a:lnTo>
                    <a:pt x="5270786" y="1259367"/>
                  </a:lnTo>
                  <a:lnTo>
                    <a:pt x="5270786" y="2138641"/>
                  </a:lnTo>
                  <a:lnTo>
                    <a:pt x="5112925" y="2253730"/>
                  </a:lnTo>
                  <a:cubicBezTo>
                    <a:pt x="4598179" y="2621786"/>
                    <a:pt x="4074961" y="2927775"/>
                    <a:pt x="3368327" y="2927775"/>
                  </a:cubicBezTo>
                  <a:cubicBezTo>
                    <a:pt x="2170746" y="2927775"/>
                    <a:pt x="1393203" y="2384512"/>
                    <a:pt x="769646" y="1516288"/>
                  </a:cubicBezTo>
                  <a:cubicBezTo>
                    <a:pt x="418850" y="1027932"/>
                    <a:pt x="48120" y="683401"/>
                    <a:pt x="3149" y="85252"/>
                  </a:cubicBezTo>
                  <a:close/>
                </a:path>
              </a:pathLst>
            </a:custGeom>
            <a:gradFill rotWithShape="0">
              <a:gsLst>
                <a:gs pos="2000">
                  <a:srgbClr val="ffffff">
                    <a:alpha val="10000"/>
                  </a:srgbClr>
                </a:gs>
                <a:gs pos="16000">
                  <a:srgbClr val="f19d19">
                    <a:alpha val="10000"/>
                  </a:srgbClr>
                </a:gs>
                <a:gs pos="85000">
                  <a:srgbClr val="1d9a78">
                    <a:alpha val="10000"/>
                  </a:srgbClr>
                </a:gs>
                <a:gs pos="100000">
                  <a:srgbClr val="ffffff">
                    <a:alpha val="10000"/>
                  </a:srgbClr>
                </a:gs>
              </a:gsLst>
              <a:lin ang="12000000"/>
            </a:gra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/>
          </p:style>
          <p:txBody>
            <a:bodyPr lIns="90000" rIns="90000" tIns="45000" bIns="45000" anchor="ctr">
              <a:noAutofit/>
            </a:bodyPr>
            <a:p>
              <a:pPr algn="ctr" defTabSz="914400">
                <a:lnSpc>
                  <a:spcPct val="100000"/>
                </a:lnSpc>
              </a:pPr>
              <a:endParaRPr b="0" lang="en-US" sz="1800" strike="noStrike" u="none">
                <a:solidFill>
                  <a:schemeClr val="lt1"/>
                </a:solidFill>
                <a:uFillTx/>
                <a:latin typeface="Calibri"/>
              </a:endParaRPr>
            </a:p>
          </p:txBody>
        </p:sp>
      </p:grp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130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62" name="PlaceHolder 1"/>
          <p:cNvSpPr>
            <a:spLocks noGrp="1"/>
          </p:cNvSpPr>
          <p:nvPr>
            <p:ph type="title"/>
          </p:nvPr>
        </p:nvSpPr>
        <p:spPr>
          <a:xfrm>
            <a:off x="838080" y="365040"/>
            <a:ext cx="10514520" cy="132444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ctr">
            <a:noAutofit/>
          </a:bodyPr>
          <a:p>
            <a:pPr indent="0" defTabSz="914400">
              <a:lnSpc>
                <a:spcPct val="90000"/>
              </a:lnSpc>
              <a:buNone/>
              <a:tabLst>
                <a:tab algn="l" pos="0"/>
              </a:tabLst>
            </a:pPr>
            <a:r>
              <a:rPr b="0" lang="de-DE" sz="4400" strike="noStrike" u="none">
                <a:solidFill>
                  <a:schemeClr val="dk1"/>
                </a:solidFill>
                <a:uFillTx/>
                <a:latin typeface="Calibri Light"/>
              </a:rPr>
              <a:t>Output -- Events aus Komponenten</a:t>
            </a:r>
            <a:endParaRPr b="0" lang="de-DE" sz="4400" strike="noStrike" u="none">
              <a:solidFill>
                <a:srgbClr val="000000"/>
              </a:solidFill>
              <a:uFillTx/>
              <a:latin typeface="Arial"/>
            </a:endParaRPr>
          </a:p>
        </p:txBody>
      </p:sp>
      <p:sp>
        <p:nvSpPr>
          <p:cNvPr id="663" name="PlaceHolder 2"/>
          <p:cNvSpPr>
            <a:spLocks noGrp="1"/>
          </p:cNvSpPr>
          <p:nvPr>
            <p:ph/>
          </p:nvPr>
        </p:nvSpPr>
        <p:spPr>
          <a:xfrm>
            <a:off x="838080" y="1825560"/>
            <a:ext cx="10514520" cy="435024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t">
            <a:noAutofit/>
          </a:bodyPr>
          <a:p>
            <a:pPr marL="228600" indent="-228600" defTabSz="914400">
              <a:lnSpc>
                <a:spcPct val="90000"/>
              </a:lnSpc>
              <a:spcBef>
                <a:spcPts val="1001"/>
              </a:spcBef>
              <a:buClr>
                <a:srgbClr val="000000"/>
              </a:buClr>
              <a:buFont typeface="Arial"/>
              <a:buChar char="•"/>
            </a:pPr>
            <a:r>
              <a:rPr b="0" lang="de-DE" sz="2800" strike="noStrike" u="none">
                <a:solidFill>
                  <a:schemeClr val="dk1"/>
                </a:solidFill>
                <a:uFillTx/>
                <a:latin typeface="Calibri"/>
              </a:rPr>
              <a:t>Komponenten können Events nach außen werfen</a:t>
            </a:r>
            <a:endParaRPr b="0" lang="de-DE" sz="2800" strike="noStrike" u="none">
              <a:solidFill>
                <a:srgbClr val="000000"/>
              </a:solidFill>
              <a:uFillTx/>
              <a:latin typeface="Arial"/>
            </a:endParaRPr>
          </a:p>
          <a:p>
            <a:pPr lvl="1" marL="685800" indent="-228600" defTabSz="914400">
              <a:lnSpc>
                <a:spcPct val="90000"/>
              </a:lnSpc>
              <a:spcBef>
                <a:spcPts val="499"/>
              </a:spcBef>
              <a:buClr>
                <a:srgbClr val="000000"/>
              </a:buClr>
              <a:buFont typeface="Arial"/>
              <a:buChar char="•"/>
            </a:pPr>
            <a:r>
              <a:rPr b="0" lang="de-DE" sz="2400" strike="noStrike" u="none">
                <a:solidFill>
                  <a:schemeClr val="dk1"/>
                </a:solidFill>
                <a:uFillTx/>
                <a:latin typeface="Calibri"/>
              </a:rPr>
              <a:t>Eigenschaft in Komponenten-Klasse vom Typ EventEmitter</a:t>
            </a:r>
            <a:endParaRPr b="0" lang="de-DE" sz="2400" strike="noStrike" u="none">
              <a:solidFill>
                <a:srgbClr val="000000"/>
              </a:solidFill>
              <a:uFillTx/>
              <a:latin typeface="Arial"/>
            </a:endParaRPr>
          </a:p>
          <a:p>
            <a:pPr lvl="1" marL="685800" indent="-228600" defTabSz="914400">
              <a:lnSpc>
                <a:spcPct val="90000"/>
              </a:lnSpc>
              <a:spcBef>
                <a:spcPts val="499"/>
              </a:spcBef>
              <a:buClr>
                <a:srgbClr val="000000"/>
              </a:buClr>
              <a:buFont typeface="Arial"/>
              <a:buChar char="•"/>
            </a:pPr>
            <a:r>
              <a:rPr b="0" lang="de-DE" sz="2400" strike="noStrike" u="none">
                <a:solidFill>
                  <a:schemeClr val="dk1"/>
                </a:solidFill>
                <a:uFillTx/>
                <a:latin typeface="Calibri"/>
              </a:rPr>
              <a:t>Typ-Parameter gibt Typ des Events an</a:t>
            </a:r>
            <a:endParaRPr b="0" lang="de-DE" sz="2400" strike="noStrike" u="none">
              <a:solidFill>
                <a:srgbClr val="000000"/>
              </a:solidFill>
              <a:uFillTx/>
              <a:latin typeface="Arial"/>
            </a:endParaRPr>
          </a:p>
          <a:p>
            <a:pPr lvl="1" marL="685800" indent="-228600" defTabSz="914400">
              <a:lnSpc>
                <a:spcPct val="90000"/>
              </a:lnSpc>
              <a:spcBef>
                <a:spcPts val="499"/>
              </a:spcBef>
              <a:buClr>
                <a:srgbClr val="000000"/>
              </a:buClr>
              <a:buFont typeface="Arial"/>
              <a:buChar char="•"/>
            </a:pPr>
            <a:r>
              <a:rPr b="0" lang="de-DE" sz="2400" strike="noStrike" u="none">
                <a:solidFill>
                  <a:schemeClr val="dk1"/>
                </a:solidFill>
                <a:uFillTx/>
                <a:latin typeface="Calibri"/>
              </a:rPr>
              <a:t>Eigenschaft wird mit @Output() markiert</a:t>
            </a:r>
            <a:endParaRPr b="0" lang="de-DE" sz="2400" strike="noStrike" u="none">
              <a:solidFill>
                <a:srgbClr val="000000"/>
              </a:solidFill>
              <a:uFillTx/>
              <a:latin typeface="Arial"/>
            </a:endParaRPr>
          </a:p>
          <a:p>
            <a:pPr lvl="1" marL="685800" indent="-228600" defTabSz="914400">
              <a:lnSpc>
                <a:spcPct val="90000"/>
              </a:lnSpc>
              <a:spcBef>
                <a:spcPts val="499"/>
              </a:spcBef>
              <a:buClr>
                <a:srgbClr val="000000"/>
              </a:buClr>
              <a:buFont typeface="Arial"/>
              <a:buChar char="•"/>
            </a:pPr>
            <a:r>
              <a:rPr b="0" lang="de-DE" sz="2400" strike="noStrike" u="none">
                <a:solidFill>
                  <a:schemeClr val="dk1"/>
                </a:solidFill>
                <a:uFillTx/>
                <a:latin typeface="Calibri"/>
              </a:rPr>
              <a:t>Events können über EventEmitter#emit gefeuert werden</a:t>
            </a:r>
            <a:endParaRPr b="0" lang="de-DE" sz="2400" strike="noStrike" u="none">
              <a:solidFill>
                <a:srgbClr val="000000"/>
              </a:solidFill>
              <a:uFillTx/>
              <a:latin typeface="Arial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131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64" name="PlaceHolder 1"/>
          <p:cNvSpPr>
            <a:spLocks noGrp="1"/>
          </p:cNvSpPr>
          <p:nvPr>
            <p:ph type="title"/>
          </p:nvPr>
        </p:nvSpPr>
        <p:spPr>
          <a:xfrm>
            <a:off x="838080" y="365040"/>
            <a:ext cx="10514520" cy="132444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ctr">
            <a:noAutofit/>
          </a:bodyPr>
          <a:p>
            <a:pPr indent="0" defTabSz="914400">
              <a:lnSpc>
                <a:spcPct val="90000"/>
              </a:lnSpc>
              <a:buNone/>
              <a:tabLst>
                <a:tab algn="l" pos="0"/>
              </a:tabLst>
            </a:pPr>
            <a:r>
              <a:rPr b="0" lang="de-DE" sz="4400" strike="noStrike" u="none">
                <a:solidFill>
                  <a:schemeClr val="dk1"/>
                </a:solidFill>
                <a:uFillTx/>
                <a:latin typeface="Calibri Light"/>
              </a:rPr>
              <a:t>Output Beispiel</a:t>
            </a:r>
            <a:endParaRPr b="0" lang="de-DE" sz="4400" strike="noStrike" u="none">
              <a:solidFill>
                <a:srgbClr val="000000"/>
              </a:solidFill>
              <a:uFillTx/>
              <a:latin typeface="Arial"/>
            </a:endParaRPr>
          </a:p>
        </p:txBody>
      </p:sp>
      <p:sp>
        <p:nvSpPr>
          <p:cNvPr id="665" name="PlaceHolder 2"/>
          <p:cNvSpPr>
            <a:spLocks noGrp="1"/>
          </p:cNvSpPr>
          <p:nvPr>
            <p:ph/>
          </p:nvPr>
        </p:nvSpPr>
        <p:spPr>
          <a:xfrm>
            <a:off x="838080" y="1825560"/>
            <a:ext cx="10514520" cy="435024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t">
            <a:noAutofit/>
          </a:bodyPr>
          <a:p>
            <a:pPr indent="0" defTabSz="914400">
              <a:lnSpc>
                <a:spcPct val="90000"/>
              </a:lnSpc>
              <a:spcBef>
                <a:spcPts val="1001"/>
              </a:spcBef>
              <a:buNone/>
              <a:tabLst>
                <a:tab algn="l" pos="0"/>
              </a:tabLst>
            </a:pPr>
            <a:r>
              <a:rPr b="0" lang="de-DE" sz="1600" strike="noStrike" u="none">
                <a:solidFill>
                  <a:srgbClr val="1e347b"/>
                </a:solidFill>
                <a:uFillTx/>
                <a:latin typeface="SourceCodePro"/>
              </a:rPr>
              <a:t>import</a:t>
            </a:r>
            <a:r>
              <a:rPr b="0" lang="de-DE" sz="1600" strike="noStrike" u="none">
                <a:solidFill>
                  <a:srgbClr val="48484c"/>
                </a:solidFill>
                <a:uFillTx/>
                <a:latin typeface="SourceCodePro"/>
              </a:rPr>
              <a:t> </a:t>
            </a:r>
            <a:r>
              <a:rPr b="0" lang="de-DE" sz="1600" strike="noStrike" u="none">
                <a:solidFill>
                  <a:srgbClr val="93a1a1"/>
                </a:solidFill>
                <a:uFillTx/>
                <a:latin typeface="SourceCodePro"/>
              </a:rPr>
              <a:t>{</a:t>
            </a:r>
            <a:r>
              <a:rPr b="0" lang="de-DE" sz="1600" strike="noStrike" u="none">
                <a:solidFill>
                  <a:srgbClr val="008080"/>
                </a:solidFill>
                <a:uFillTx/>
                <a:latin typeface="SourceCodePro"/>
              </a:rPr>
              <a:t>Component</a:t>
            </a:r>
            <a:r>
              <a:rPr b="0" lang="de-DE" sz="1600" strike="noStrike" u="none">
                <a:solidFill>
                  <a:srgbClr val="93a1a1"/>
                </a:solidFill>
                <a:uFillTx/>
                <a:latin typeface="SourceCodePro"/>
              </a:rPr>
              <a:t>,</a:t>
            </a:r>
            <a:r>
              <a:rPr b="0" lang="de-DE" sz="1600" strike="noStrike" u="none">
                <a:solidFill>
                  <a:srgbClr val="48484c"/>
                </a:solidFill>
                <a:uFillTx/>
                <a:latin typeface="SourceCodePro"/>
              </a:rPr>
              <a:t> </a:t>
            </a:r>
            <a:r>
              <a:rPr b="0" lang="de-DE" sz="1600" strike="noStrike" u="none">
                <a:solidFill>
                  <a:srgbClr val="008080"/>
                </a:solidFill>
                <a:uFillTx/>
                <a:latin typeface="SourceCodePro"/>
              </a:rPr>
              <a:t>Input</a:t>
            </a:r>
            <a:r>
              <a:rPr b="0" lang="de-DE" sz="1600" strike="noStrike" u="none">
                <a:solidFill>
                  <a:srgbClr val="93a1a1"/>
                </a:solidFill>
                <a:uFillTx/>
                <a:latin typeface="SourceCodePro"/>
              </a:rPr>
              <a:t>,</a:t>
            </a:r>
            <a:r>
              <a:rPr b="0" lang="de-DE" sz="1600" strike="noStrike" u="none">
                <a:solidFill>
                  <a:srgbClr val="48484c"/>
                </a:solidFill>
                <a:uFillTx/>
                <a:latin typeface="SourceCodePro"/>
              </a:rPr>
              <a:t> </a:t>
            </a:r>
            <a:r>
              <a:rPr b="0" lang="de-DE" sz="1600" strike="noStrike" u="none">
                <a:solidFill>
                  <a:srgbClr val="008080"/>
                </a:solidFill>
                <a:uFillTx/>
                <a:latin typeface="SourceCodePro"/>
              </a:rPr>
              <a:t>Output</a:t>
            </a:r>
            <a:r>
              <a:rPr b="0" lang="de-DE" sz="1600" strike="noStrike" u="none">
                <a:solidFill>
                  <a:srgbClr val="93a1a1"/>
                </a:solidFill>
                <a:uFillTx/>
                <a:latin typeface="SourceCodePro"/>
              </a:rPr>
              <a:t>,</a:t>
            </a:r>
            <a:r>
              <a:rPr b="0" lang="de-DE" sz="1600" strike="noStrike" u="none">
                <a:solidFill>
                  <a:srgbClr val="48484c"/>
                </a:solidFill>
                <a:uFillTx/>
                <a:latin typeface="SourceCodePro"/>
              </a:rPr>
              <a:t> </a:t>
            </a:r>
            <a:r>
              <a:rPr b="0" lang="de-DE" sz="1600" strike="noStrike" u="none">
                <a:solidFill>
                  <a:srgbClr val="008080"/>
                </a:solidFill>
                <a:uFillTx/>
                <a:latin typeface="SourceCodePro"/>
              </a:rPr>
              <a:t>EventEmitter</a:t>
            </a:r>
            <a:r>
              <a:rPr b="0" lang="de-DE" sz="1600" strike="noStrike" u="none">
                <a:solidFill>
                  <a:srgbClr val="93a1a1"/>
                </a:solidFill>
                <a:uFillTx/>
                <a:latin typeface="SourceCodePro"/>
              </a:rPr>
              <a:t>}</a:t>
            </a:r>
            <a:r>
              <a:rPr b="0" lang="de-DE" sz="1600" strike="noStrike" u="none">
                <a:solidFill>
                  <a:srgbClr val="48484c"/>
                </a:solidFill>
                <a:uFillTx/>
                <a:latin typeface="SourceCodePro"/>
              </a:rPr>
              <a:t> </a:t>
            </a:r>
            <a:r>
              <a:rPr b="0" lang="de-DE" sz="1600" strike="noStrike" u="none">
                <a:solidFill>
                  <a:srgbClr val="1e347b"/>
                </a:solidFill>
                <a:uFillTx/>
                <a:latin typeface="SourceCodePro"/>
              </a:rPr>
              <a:t>from</a:t>
            </a:r>
            <a:r>
              <a:rPr b="0" lang="de-DE" sz="1600" strike="noStrike" u="none">
                <a:solidFill>
                  <a:srgbClr val="48484c"/>
                </a:solidFill>
                <a:uFillTx/>
                <a:latin typeface="SourceCodePro"/>
              </a:rPr>
              <a:t> </a:t>
            </a:r>
            <a:r>
              <a:rPr b="0" lang="de-DE" sz="1600" strike="noStrike" u="none">
                <a:solidFill>
                  <a:srgbClr val="dd1144"/>
                </a:solidFill>
                <a:uFillTx/>
                <a:latin typeface="SourceCodePro"/>
              </a:rPr>
              <a:t>"@angular/core"</a:t>
            </a:r>
            <a:r>
              <a:rPr b="0" lang="de-DE" sz="1600" strike="noStrike" u="none">
                <a:solidFill>
                  <a:srgbClr val="93a1a1"/>
                </a:solidFill>
                <a:uFillTx/>
                <a:latin typeface="SourceCodePro"/>
              </a:rPr>
              <a:t>;</a:t>
            </a:r>
            <a:endParaRPr b="0" lang="de-DE" sz="1600" strike="noStrike" u="none">
              <a:solidFill>
                <a:srgbClr val="000000"/>
              </a:solidFill>
              <a:uFillTx/>
              <a:latin typeface="Arial"/>
            </a:endParaRPr>
          </a:p>
          <a:p>
            <a:pPr indent="0" defTabSz="914400">
              <a:lnSpc>
                <a:spcPct val="90000"/>
              </a:lnSpc>
              <a:spcBef>
                <a:spcPts val="1001"/>
              </a:spcBef>
              <a:buNone/>
              <a:tabLst>
                <a:tab algn="l" pos="0"/>
              </a:tabLst>
            </a:pPr>
            <a:r>
              <a:rPr b="0" lang="de-DE" sz="1600" strike="noStrike" u="none">
                <a:solidFill>
                  <a:srgbClr val="195f91"/>
                </a:solidFill>
                <a:uFillTx/>
                <a:latin typeface="SourceCodePro"/>
              </a:rPr>
              <a:t>@Component</a:t>
            </a:r>
            <a:r>
              <a:rPr b="0" lang="de-DE" sz="1600" strike="noStrike" u="none">
                <a:solidFill>
                  <a:srgbClr val="93a1a1"/>
                </a:solidFill>
                <a:uFillTx/>
                <a:latin typeface="SourceCodePro"/>
              </a:rPr>
              <a:t>({</a:t>
            </a:r>
            <a:endParaRPr b="0" lang="de-DE" sz="1600" strike="noStrike" u="none">
              <a:solidFill>
                <a:srgbClr val="000000"/>
              </a:solidFill>
              <a:uFillTx/>
              <a:latin typeface="Arial"/>
            </a:endParaRPr>
          </a:p>
          <a:p>
            <a:pPr indent="0" defTabSz="914400">
              <a:lnSpc>
                <a:spcPct val="90000"/>
              </a:lnSpc>
              <a:spcBef>
                <a:spcPts val="1001"/>
              </a:spcBef>
              <a:buNone/>
              <a:tabLst>
                <a:tab algn="l" pos="0"/>
              </a:tabLst>
            </a:pPr>
            <a:r>
              <a:rPr b="0" lang="de-DE" sz="1600" strike="noStrike" u="none">
                <a:solidFill>
                  <a:srgbClr val="48484c"/>
                </a:solidFill>
                <a:uFillTx/>
                <a:latin typeface="SourceCodePro"/>
              </a:rPr>
              <a:t>	</a:t>
            </a:r>
            <a:r>
              <a:rPr b="0" lang="de-DE" sz="1600" strike="noStrike" u="none">
                <a:solidFill>
                  <a:srgbClr val="48484c"/>
                </a:solidFill>
                <a:uFillTx/>
                <a:latin typeface="SourceCodePro"/>
              </a:rPr>
              <a:t>selector</a:t>
            </a:r>
            <a:r>
              <a:rPr b="0" lang="de-DE" sz="1600" strike="noStrike" u="none">
                <a:solidFill>
                  <a:srgbClr val="93a1a1"/>
                </a:solidFill>
                <a:uFillTx/>
                <a:latin typeface="SourceCodePro"/>
              </a:rPr>
              <a:t>:</a:t>
            </a:r>
            <a:r>
              <a:rPr b="0" lang="de-DE" sz="1600" strike="noStrike" u="none">
                <a:solidFill>
                  <a:srgbClr val="48484c"/>
                </a:solidFill>
                <a:uFillTx/>
                <a:latin typeface="SourceCodePro"/>
              </a:rPr>
              <a:t> </a:t>
            </a:r>
            <a:r>
              <a:rPr b="0" lang="de-DE" sz="1600" strike="noStrike" u="none">
                <a:solidFill>
                  <a:srgbClr val="dd1144"/>
                </a:solidFill>
                <a:uFillTx/>
                <a:latin typeface="SourceCodePro"/>
              </a:rPr>
              <a:t>"release-card"</a:t>
            </a:r>
            <a:r>
              <a:rPr b="0" lang="de-DE" sz="1600" strike="noStrike" u="none">
                <a:solidFill>
                  <a:srgbClr val="93a1a1"/>
                </a:solidFill>
                <a:uFillTx/>
                <a:latin typeface="SourceCodePro"/>
              </a:rPr>
              <a:t>,</a:t>
            </a:r>
            <a:r>
              <a:rPr b="0" lang="de-DE" sz="1600" strike="noStrike" u="none">
                <a:solidFill>
                  <a:srgbClr val="48484c"/>
                </a:solidFill>
                <a:uFillTx/>
                <a:latin typeface="SourceCodePro"/>
              </a:rPr>
              <a:t> </a:t>
            </a:r>
            <a:r>
              <a:rPr b="0" lang="de-DE" sz="1600" strike="noStrike" u="none">
                <a:solidFill>
                  <a:srgbClr val="1e347b"/>
                </a:solidFill>
                <a:uFillTx/>
                <a:latin typeface="SourceCodePro"/>
              </a:rPr>
              <a:t>template</a:t>
            </a:r>
            <a:r>
              <a:rPr b="0" lang="de-DE" sz="1600" strike="noStrike" u="none">
                <a:solidFill>
                  <a:srgbClr val="93a1a1"/>
                </a:solidFill>
                <a:uFillTx/>
                <a:latin typeface="SourceCodePro"/>
              </a:rPr>
              <a:t>:</a:t>
            </a:r>
            <a:r>
              <a:rPr b="0" lang="de-DE" sz="1600" strike="noStrike" u="none">
                <a:solidFill>
                  <a:srgbClr val="48484c"/>
                </a:solidFill>
                <a:uFillTx/>
                <a:latin typeface="SourceCodePro"/>
              </a:rPr>
              <a:t> </a:t>
            </a:r>
            <a:r>
              <a:rPr b="0" lang="de-DE" sz="1600" strike="noStrike" u="none">
                <a:solidFill>
                  <a:srgbClr val="dd1144"/>
                </a:solidFill>
                <a:uFillTx/>
                <a:latin typeface="SourceCodePro"/>
              </a:rPr>
              <a:t>`&lt;h3&gt;{{release.name}}&lt;/h3&gt;`</a:t>
            </a:r>
            <a:endParaRPr b="0" lang="de-DE" sz="1600" strike="noStrike" u="none">
              <a:solidFill>
                <a:srgbClr val="000000"/>
              </a:solidFill>
              <a:uFillTx/>
              <a:latin typeface="Arial"/>
            </a:endParaRPr>
          </a:p>
          <a:p>
            <a:pPr indent="0" defTabSz="914400">
              <a:lnSpc>
                <a:spcPct val="90000"/>
              </a:lnSpc>
              <a:spcBef>
                <a:spcPts val="1001"/>
              </a:spcBef>
              <a:buNone/>
              <a:tabLst>
                <a:tab algn="l" pos="0"/>
              </a:tabLst>
            </a:pPr>
            <a:r>
              <a:rPr b="0" lang="de-DE" sz="1600" strike="noStrike" u="none">
                <a:solidFill>
                  <a:srgbClr val="93a1a1"/>
                </a:solidFill>
                <a:uFillTx/>
                <a:latin typeface="SourceCodePro"/>
              </a:rPr>
              <a:t>})</a:t>
            </a:r>
            <a:endParaRPr b="0" lang="de-DE" sz="1600" strike="noStrike" u="none">
              <a:solidFill>
                <a:srgbClr val="000000"/>
              </a:solidFill>
              <a:uFillTx/>
              <a:latin typeface="Arial"/>
            </a:endParaRPr>
          </a:p>
          <a:p>
            <a:pPr indent="0" defTabSz="914400">
              <a:lnSpc>
                <a:spcPct val="90000"/>
              </a:lnSpc>
              <a:spcBef>
                <a:spcPts val="1001"/>
              </a:spcBef>
              <a:buNone/>
              <a:tabLst>
                <a:tab algn="l" pos="0"/>
              </a:tabLst>
            </a:pPr>
            <a:r>
              <a:rPr b="0" lang="de-DE" sz="1600" strike="noStrike" u="none">
                <a:solidFill>
                  <a:srgbClr val="1e347b"/>
                </a:solidFill>
                <a:uFillTx/>
                <a:latin typeface="SourceCodePro"/>
              </a:rPr>
              <a:t>export</a:t>
            </a:r>
            <a:r>
              <a:rPr b="0" lang="de-DE" sz="1600" strike="noStrike" u="none">
                <a:solidFill>
                  <a:srgbClr val="48484c"/>
                </a:solidFill>
                <a:uFillTx/>
                <a:latin typeface="SourceCodePro"/>
              </a:rPr>
              <a:t> </a:t>
            </a:r>
            <a:r>
              <a:rPr b="0" lang="de-DE" sz="1600" strike="noStrike" u="none">
                <a:solidFill>
                  <a:srgbClr val="1e347b"/>
                </a:solidFill>
                <a:uFillTx/>
                <a:latin typeface="SourceCodePro"/>
              </a:rPr>
              <a:t>class</a:t>
            </a:r>
            <a:r>
              <a:rPr b="0" lang="de-DE" sz="1600" strike="noStrike" u="none">
                <a:solidFill>
                  <a:srgbClr val="48484c"/>
                </a:solidFill>
                <a:uFillTx/>
                <a:latin typeface="SourceCodePro"/>
              </a:rPr>
              <a:t> </a:t>
            </a:r>
            <a:r>
              <a:rPr b="0" lang="de-DE" sz="1600" strike="noStrike" u="none">
                <a:solidFill>
                  <a:srgbClr val="008080"/>
                </a:solidFill>
                <a:uFillTx/>
                <a:latin typeface="SourceCodePro"/>
              </a:rPr>
              <a:t>ReleaseCardComponent</a:t>
            </a:r>
            <a:r>
              <a:rPr b="0" lang="de-DE" sz="1600" strike="noStrike" u="none">
                <a:solidFill>
                  <a:srgbClr val="48484c"/>
                </a:solidFill>
                <a:uFillTx/>
                <a:latin typeface="SourceCodePro"/>
              </a:rPr>
              <a:t> </a:t>
            </a:r>
            <a:r>
              <a:rPr b="0" lang="de-DE" sz="1600" strike="noStrike" u="none">
                <a:solidFill>
                  <a:srgbClr val="93a1a1"/>
                </a:solidFill>
                <a:uFillTx/>
                <a:latin typeface="SourceCodePro"/>
              </a:rPr>
              <a:t>{</a:t>
            </a:r>
            <a:endParaRPr b="0" lang="de-DE" sz="1600" strike="noStrike" u="none">
              <a:solidFill>
                <a:srgbClr val="000000"/>
              </a:solidFill>
              <a:uFillTx/>
              <a:latin typeface="Arial"/>
            </a:endParaRPr>
          </a:p>
          <a:p>
            <a:pPr indent="0" defTabSz="914400">
              <a:lnSpc>
                <a:spcPct val="90000"/>
              </a:lnSpc>
              <a:spcBef>
                <a:spcPts val="1001"/>
              </a:spcBef>
              <a:buNone/>
              <a:tabLst>
                <a:tab algn="l" pos="0"/>
              </a:tabLst>
            </a:pPr>
            <a:endParaRPr b="0" lang="de-DE" sz="1600" strike="noStrike" u="none">
              <a:solidFill>
                <a:srgbClr val="000000"/>
              </a:solidFill>
              <a:uFillTx/>
              <a:latin typeface="Arial"/>
            </a:endParaRPr>
          </a:p>
          <a:p>
            <a:pPr indent="0" defTabSz="914400">
              <a:lnSpc>
                <a:spcPct val="90000"/>
              </a:lnSpc>
              <a:spcBef>
                <a:spcPts val="1001"/>
              </a:spcBef>
              <a:buNone/>
              <a:tabLst>
                <a:tab algn="l" pos="0"/>
              </a:tabLst>
            </a:pPr>
            <a:r>
              <a:rPr b="0" lang="de-DE" sz="1600" strike="noStrike" u="none">
                <a:solidFill>
                  <a:srgbClr val="195f91"/>
                </a:solidFill>
                <a:uFillTx/>
                <a:latin typeface="SourceCodePro"/>
              </a:rPr>
              <a:t>	</a:t>
            </a:r>
            <a:r>
              <a:rPr b="0" lang="de-DE" sz="1600" strike="noStrike" u="none">
                <a:solidFill>
                  <a:srgbClr val="195f91"/>
                </a:solidFill>
                <a:uFillTx/>
                <a:latin typeface="SourceCodePro"/>
              </a:rPr>
              <a:t>@Input</a:t>
            </a:r>
            <a:r>
              <a:rPr b="0" lang="de-DE" sz="1600" strike="noStrike" u="none">
                <a:solidFill>
                  <a:srgbClr val="93a1a1"/>
                </a:solidFill>
                <a:uFillTx/>
                <a:latin typeface="SourceCodePro"/>
              </a:rPr>
              <a:t>()</a:t>
            </a:r>
            <a:r>
              <a:rPr b="0" lang="de-DE" sz="1600" strike="noStrike" u="none">
                <a:solidFill>
                  <a:srgbClr val="48484c"/>
                </a:solidFill>
                <a:uFillTx/>
                <a:latin typeface="SourceCodePro"/>
              </a:rPr>
              <a:t> </a:t>
            </a:r>
            <a:r>
              <a:rPr b="0" lang="de-DE" sz="1600" strike="noStrike" u="none">
                <a:solidFill>
                  <a:srgbClr val="1e347b"/>
                </a:solidFill>
                <a:uFillTx/>
                <a:latin typeface="SourceCodePro"/>
              </a:rPr>
              <a:t>public</a:t>
            </a:r>
            <a:r>
              <a:rPr b="0" lang="de-DE" sz="1600" strike="noStrike" u="none">
                <a:solidFill>
                  <a:srgbClr val="48484c"/>
                </a:solidFill>
                <a:uFillTx/>
                <a:latin typeface="SourceCodePro"/>
              </a:rPr>
              <a:t> release</a:t>
            </a:r>
            <a:r>
              <a:rPr b="0" lang="de-DE" sz="1600" strike="noStrike" u="none">
                <a:solidFill>
                  <a:srgbClr val="93a1a1"/>
                </a:solidFill>
                <a:uFillTx/>
                <a:latin typeface="SourceCodePro"/>
              </a:rPr>
              <a:t>:</a:t>
            </a:r>
            <a:r>
              <a:rPr b="0" lang="de-DE" sz="1600" strike="noStrike" u="none">
                <a:solidFill>
                  <a:srgbClr val="48484c"/>
                </a:solidFill>
                <a:uFillTx/>
                <a:latin typeface="SourceCodePro"/>
              </a:rPr>
              <a:t> </a:t>
            </a:r>
            <a:r>
              <a:rPr b="0" lang="de-DE" sz="1600" strike="noStrike" u="none">
                <a:solidFill>
                  <a:srgbClr val="008080"/>
                </a:solidFill>
                <a:uFillTx/>
                <a:latin typeface="SourceCodePro"/>
              </a:rPr>
              <a:t>Release</a:t>
            </a:r>
            <a:r>
              <a:rPr b="0" lang="de-DE" sz="1600" strike="noStrike" u="none">
                <a:solidFill>
                  <a:srgbClr val="93a1a1"/>
                </a:solidFill>
                <a:uFillTx/>
                <a:latin typeface="SourceCodePro"/>
              </a:rPr>
              <a:t>;</a:t>
            </a:r>
            <a:endParaRPr b="0" lang="de-DE" sz="1600" strike="noStrike" u="none">
              <a:solidFill>
                <a:srgbClr val="000000"/>
              </a:solidFill>
              <a:uFillTx/>
              <a:latin typeface="Arial"/>
            </a:endParaRPr>
          </a:p>
          <a:p>
            <a:pPr indent="0" defTabSz="914400">
              <a:lnSpc>
                <a:spcPct val="90000"/>
              </a:lnSpc>
              <a:spcBef>
                <a:spcPts val="1001"/>
              </a:spcBef>
              <a:buNone/>
              <a:tabLst>
                <a:tab algn="l" pos="0"/>
              </a:tabLst>
            </a:pPr>
            <a:r>
              <a:rPr b="0" lang="de-DE" sz="1600" strike="noStrike" u="none">
                <a:solidFill>
                  <a:srgbClr val="93a1a1"/>
                </a:solidFill>
                <a:uFillTx/>
                <a:latin typeface="SourceCodePro"/>
              </a:rPr>
              <a:t>	</a:t>
            </a:r>
            <a:r>
              <a:rPr b="0" lang="de-DE" sz="1600" strike="noStrike" u="none">
                <a:solidFill>
                  <a:srgbClr val="93a1a1"/>
                </a:solidFill>
                <a:uFillTx/>
                <a:latin typeface="SourceCodePro"/>
              </a:rPr>
              <a:t>// we use domain object as event, real world: ReleaseLikedEvent</a:t>
            </a:r>
            <a:endParaRPr b="0" lang="de-DE" sz="1600" strike="noStrike" u="none">
              <a:solidFill>
                <a:srgbClr val="000000"/>
              </a:solidFill>
              <a:uFillTx/>
              <a:latin typeface="Arial"/>
            </a:endParaRPr>
          </a:p>
          <a:p>
            <a:pPr indent="0" defTabSz="914400">
              <a:lnSpc>
                <a:spcPct val="90000"/>
              </a:lnSpc>
              <a:spcBef>
                <a:spcPts val="1001"/>
              </a:spcBef>
              <a:buNone/>
              <a:tabLst>
                <a:tab algn="l" pos="0"/>
              </a:tabLst>
            </a:pPr>
            <a:r>
              <a:rPr b="0" lang="de-DE" sz="1600" strike="noStrike" u="none">
                <a:solidFill>
                  <a:srgbClr val="195f91"/>
                </a:solidFill>
                <a:uFillTx/>
                <a:latin typeface="SourceCodePro"/>
              </a:rPr>
              <a:t>	</a:t>
            </a:r>
            <a:r>
              <a:rPr b="0" lang="de-DE" sz="1600" strike="noStrike" u="none">
                <a:solidFill>
                  <a:srgbClr val="195f91"/>
                </a:solidFill>
                <a:uFillTx/>
                <a:latin typeface="SourceCodePro"/>
              </a:rPr>
              <a:t>@Output</a:t>
            </a:r>
            <a:r>
              <a:rPr b="0" lang="de-DE" sz="1600" strike="noStrike" u="none">
                <a:solidFill>
                  <a:srgbClr val="93a1a1"/>
                </a:solidFill>
                <a:uFillTx/>
                <a:latin typeface="SourceCodePro"/>
              </a:rPr>
              <a:t>()</a:t>
            </a:r>
            <a:r>
              <a:rPr b="0" lang="de-DE" sz="1600" strike="noStrike" u="none">
                <a:solidFill>
                  <a:srgbClr val="48484c"/>
                </a:solidFill>
                <a:uFillTx/>
                <a:latin typeface="SourceCodePro"/>
              </a:rPr>
              <a:t> </a:t>
            </a:r>
            <a:r>
              <a:rPr b="0" lang="de-DE" sz="1600" strike="noStrike" u="none">
                <a:solidFill>
                  <a:srgbClr val="1e347b"/>
                </a:solidFill>
                <a:uFillTx/>
                <a:latin typeface="SourceCodePro"/>
              </a:rPr>
              <a:t>public</a:t>
            </a:r>
            <a:r>
              <a:rPr b="0" lang="de-DE" sz="1600" strike="noStrike" u="none">
                <a:solidFill>
                  <a:srgbClr val="48484c"/>
                </a:solidFill>
                <a:uFillTx/>
                <a:latin typeface="SourceCodePro"/>
              </a:rPr>
              <a:t> releaseLiked </a:t>
            </a:r>
            <a:r>
              <a:rPr b="0" lang="de-DE" sz="1600" strike="noStrike" u="none">
                <a:solidFill>
                  <a:srgbClr val="93a1a1"/>
                </a:solidFill>
                <a:uFillTx/>
                <a:latin typeface="SourceCodePro"/>
              </a:rPr>
              <a:t>=</a:t>
            </a:r>
            <a:r>
              <a:rPr b="0" lang="de-DE" sz="1600" strike="noStrike" u="none">
                <a:solidFill>
                  <a:srgbClr val="48484c"/>
                </a:solidFill>
                <a:uFillTx/>
                <a:latin typeface="SourceCodePro"/>
              </a:rPr>
              <a:t> </a:t>
            </a:r>
            <a:r>
              <a:rPr b="0" lang="de-DE" sz="1600" strike="noStrike" u="none">
                <a:solidFill>
                  <a:srgbClr val="1e347b"/>
                </a:solidFill>
                <a:uFillTx/>
                <a:latin typeface="SourceCodePro"/>
              </a:rPr>
              <a:t>new</a:t>
            </a:r>
            <a:r>
              <a:rPr b="0" lang="de-DE" sz="1600" strike="noStrike" u="none">
                <a:solidFill>
                  <a:srgbClr val="48484c"/>
                </a:solidFill>
                <a:uFillTx/>
                <a:latin typeface="SourceCodePro"/>
              </a:rPr>
              <a:t> </a:t>
            </a:r>
            <a:r>
              <a:rPr b="0" lang="de-DE" sz="1600" strike="noStrike" u="none">
                <a:solidFill>
                  <a:srgbClr val="008080"/>
                </a:solidFill>
                <a:uFillTx/>
                <a:latin typeface="SourceCodePro"/>
              </a:rPr>
              <a:t>EventEmitter</a:t>
            </a:r>
            <a:r>
              <a:rPr b="0" lang="de-DE" sz="1600" strike="noStrike" u="none">
                <a:solidFill>
                  <a:srgbClr val="93a1a1"/>
                </a:solidFill>
                <a:uFillTx/>
                <a:latin typeface="SourceCodePro"/>
              </a:rPr>
              <a:t>&lt;</a:t>
            </a:r>
            <a:r>
              <a:rPr b="0" lang="de-DE" sz="1600" strike="noStrike" u="none">
                <a:solidFill>
                  <a:srgbClr val="008080"/>
                </a:solidFill>
                <a:uFillTx/>
                <a:latin typeface="SourceCodePro"/>
              </a:rPr>
              <a:t>Release</a:t>
            </a:r>
            <a:r>
              <a:rPr b="0" lang="de-DE" sz="1600" strike="noStrike" u="none">
                <a:solidFill>
                  <a:srgbClr val="93a1a1"/>
                </a:solidFill>
                <a:uFillTx/>
                <a:latin typeface="SourceCodePro"/>
              </a:rPr>
              <a:t>&gt;();</a:t>
            </a:r>
            <a:endParaRPr b="0" lang="de-DE" sz="1600" strike="noStrike" u="none">
              <a:solidFill>
                <a:srgbClr val="000000"/>
              </a:solidFill>
              <a:uFillTx/>
              <a:latin typeface="Arial"/>
            </a:endParaRPr>
          </a:p>
          <a:p>
            <a:pPr indent="0" defTabSz="914400">
              <a:lnSpc>
                <a:spcPct val="90000"/>
              </a:lnSpc>
              <a:spcBef>
                <a:spcPts val="1001"/>
              </a:spcBef>
              <a:buNone/>
              <a:tabLst>
                <a:tab algn="l" pos="0"/>
              </a:tabLst>
            </a:pPr>
            <a:endParaRPr b="0" lang="de-DE" sz="1600" strike="noStrike" u="none">
              <a:solidFill>
                <a:srgbClr val="000000"/>
              </a:solidFill>
              <a:uFillTx/>
              <a:latin typeface="Arial"/>
            </a:endParaRPr>
          </a:p>
          <a:p>
            <a:pPr indent="0" defTabSz="914400">
              <a:lnSpc>
                <a:spcPct val="90000"/>
              </a:lnSpc>
              <a:spcBef>
                <a:spcPts val="1001"/>
              </a:spcBef>
              <a:buNone/>
              <a:tabLst>
                <a:tab algn="l" pos="0"/>
              </a:tabLst>
            </a:pPr>
            <a:r>
              <a:rPr b="0" lang="de-DE" sz="1600" strike="noStrike" u="none">
                <a:solidFill>
                  <a:srgbClr val="48484c"/>
                </a:solidFill>
                <a:uFillTx/>
                <a:latin typeface="SourceCodePro"/>
              </a:rPr>
              <a:t>	</a:t>
            </a:r>
            <a:r>
              <a:rPr b="0" lang="de-DE" sz="1600" strike="noStrike" u="none">
                <a:solidFill>
                  <a:srgbClr val="48484c"/>
                </a:solidFill>
                <a:uFillTx/>
                <a:latin typeface="SourceCodePro"/>
              </a:rPr>
              <a:t>likeRelease</a:t>
            </a:r>
            <a:r>
              <a:rPr b="0" lang="de-DE" sz="1600" strike="noStrike" u="none">
                <a:solidFill>
                  <a:srgbClr val="93a1a1"/>
                </a:solidFill>
                <a:uFillTx/>
                <a:latin typeface="SourceCodePro"/>
              </a:rPr>
              <a:t>()</a:t>
            </a:r>
            <a:r>
              <a:rPr b="0" lang="de-DE" sz="1600" strike="noStrike" u="none">
                <a:solidFill>
                  <a:srgbClr val="48484c"/>
                </a:solidFill>
                <a:uFillTx/>
                <a:latin typeface="SourceCodePro"/>
              </a:rPr>
              <a:t> </a:t>
            </a:r>
            <a:r>
              <a:rPr b="0" lang="de-DE" sz="1600" strike="noStrike" u="none">
                <a:solidFill>
                  <a:srgbClr val="93a1a1"/>
                </a:solidFill>
                <a:uFillTx/>
                <a:latin typeface="SourceCodePro"/>
              </a:rPr>
              <a:t>{</a:t>
            </a:r>
            <a:r>
              <a:rPr b="0" lang="de-DE" sz="1600" strike="noStrike" u="none">
                <a:solidFill>
                  <a:srgbClr val="48484c"/>
                </a:solidFill>
                <a:uFillTx/>
                <a:latin typeface="SourceCodePro"/>
              </a:rPr>
              <a:t> </a:t>
            </a:r>
            <a:endParaRPr b="0" lang="de-DE" sz="1600" strike="noStrike" u="none">
              <a:solidFill>
                <a:srgbClr val="000000"/>
              </a:solidFill>
              <a:uFillTx/>
              <a:latin typeface="Arial"/>
            </a:endParaRPr>
          </a:p>
          <a:p>
            <a:pPr indent="0" defTabSz="914400">
              <a:lnSpc>
                <a:spcPct val="90000"/>
              </a:lnSpc>
              <a:spcBef>
                <a:spcPts val="1001"/>
              </a:spcBef>
              <a:buNone/>
              <a:tabLst>
                <a:tab algn="l" pos="0"/>
              </a:tabLst>
            </a:pPr>
            <a:r>
              <a:rPr b="0" lang="de-DE" sz="1600" strike="noStrike" u="none">
                <a:solidFill>
                  <a:srgbClr val="1e347b"/>
                </a:solidFill>
                <a:uFillTx/>
                <a:latin typeface="SourceCodePro"/>
              </a:rPr>
              <a:t>	</a:t>
            </a:r>
            <a:r>
              <a:rPr b="0" lang="de-DE" sz="1600" strike="noStrike" u="none">
                <a:solidFill>
                  <a:srgbClr val="1e347b"/>
                </a:solidFill>
                <a:uFillTx/>
                <a:latin typeface="SourceCodePro"/>
              </a:rPr>
              <a:t>	</a:t>
            </a:r>
            <a:r>
              <a:rPr b="0" lang="de-DE" sz="1600" strike="noStrike" u="none">
                <a:solidFill>
                  <a:srgbClr val="1e347b"/>
                </a:solidFill>
                <a:uFillTx/>
                <a:latin typeface="SourceCodePro"/>
              </a:rPr>
              <a:t>this</a:t>
            </a:r>
            <a:r>
              <a:rPr b="0" lang="de-DE" sz="1600" strike="noStrike" u="none">
                <a:solidFill>
                  <a:srgbClr val="93a1a1"/>
                </a:solidFill>
                <a:uFillTx/>
                <a:latin typeface="SourceCodePro"/>
              </a:rPr>
              <a:t>.</a:t>
            </a:r>
            <a:r>
              <a:rPr b="0" lang="de-DE" sz="1600" strike="noStrike" u="none">
                <a:solidFill>
                  <a:srgbClr val="48484c"/>
                </a:solidFill>
                <a:uFillTx/>
                <a:latin typeface="SourceCodePro"/>
              </a:rPr>
              <a:t>releaseLiked</a:t>
            </a:r>
            <a:r>
              <a:rPr b="0" lang="de-DE" sz="1600" strike="noStrike" u="none">
                <a:solidFill>
                  <a:srgbClr val="93a1a1"/>
                </a:solidFill>
                <a:uFillTx/>
                <a:latin typeface="SourceCodePro"/>
              </a:rPr>
              <a:t>.</a:t>
            </a:r>
            <a:r>
              <a:rPr b="0" lang="de-DE" sz="1600" strike="noStrike" u="none">
                <a:solidFill>
                  <a:srgbClr val="48484c"/>
                </a:solidFill>
                <a:uFillTx/>
                <a:latin typeface="SourceCodePro"/>
              </a:rPr>
              <a:t>emit</a:t>
            </a:r>
            <a:r>
              <a:rPr b="0" lang="de-DE" sz="1600" strike="noStrike" u="none">
                <a:solidFill>
                  <a:srgbClr val="93a1a1"/>
                </a:solidFill>
                <a:uFillTx/>
                <a:latin typeface="SourceCodePro"/>
              </a:rPr>
              <a:t>(</a:t>
            </a:r>
            <a:r>
              <a:rPr b="0" lang="de-DE" sz="1600" strike="noStrike" u="none">
                <a:solidFill>
                  <a:srgbClr val="1e347b"/>
                </a:solidFill>
                <a:uFillTx/>
                <a:latin typeface="SourceCodePro"/>
              </a:rPr>
              <a:t>this</a:t>
            </a:r>
            <a:r>
              <a:rPr b="0" lang="de-DE" sz="1600" strike="noStrike" u="none">
                <a:solidFill>
                  <a:srgbClr val="93a1a1"/>
                </a:solidFill>
                <a:uFillTx/>
                <a:latin typeface="SourceCodePro"/>
              </a:rPr>
              <a:t>.</a:t>
            </a:r>
            <a:r>
              <a:rPr b="0" lang="de-DE" sz="1600" strike="noStrike" u="none">
                <a:solidFill>
                  <a:srgbClr val="48484c"/>
                </a:solidFill>
                <a:uFillTx/>
                <a:latin typeface="SourceCodePro"/>
              </a:rPr>
              <a:t>release</a:t>
            </a:r>
            <a:r>
              <a:rPr b="0" lang="de-DE" sz="1600" strike="noStrike" u="none">
                <a:solidFill>
                  <a:srgbClr val="93a1a1"/>
                </a:solidFill>
                <a:uFillTx/>
                <a:latin typeface="SourceCodePro"/>
              </a:rPr>
              <a:t>);</a:t>
            </a:r>
            <a:r>
              <a:rPr b="0" lang="de-DE" sz="1600" strike="noStrike" u="none">
                <a:solidFill>
                  <a:srgbClr val="48484c"/>
                </a:solidFill>
                <a:uFillTx/>
                <a:latin typeface="SourceCodePro"/>
              </a:rPr>
              <a:t> </a:t>
            </a:r>
            <a:endParaRPr b="0" lang="de-DE" sz="1600" strike="noStrike" u="none">
              <a:solidFill>
                <a:srgbClr val="000000"/>
              </a:solidFill>
              <a:uFillTx/>
              <a:latin typeface="Arial"/>
            </a:endParaRPr>
          </a:p>
          <a:p>
            <a:pPr indent="0" defTabSz="914400">
              <a:lnSpc>
                <a:spcPct val="90000"/>
              </a:lnSpc>
              <a:spcBef>
                <a:spcPts val="1001"/>
              </a:spcBef>
              <a:buNone/>
              <a:tabLst>
                <a:tab algn="l" pos="0"/>
              </a:tabLst>
            </a:pPr>
            <a:r>
              <a:rPr b="0" lang="de-DE" sz="1600" strike="noStrike" u="none">
                <a:solidFill>
                  <a:srgbClr val="93a1a1"/>
                </a:solidFill>
                <a:uFillTx/>
                <a:latin typeface="SourceCodePro"/>
              </a:rPr>
              <a:t>	</a:t>
            </a:r>
            <a:r>
              <a:rPr b="0" lang="de-DE" sz="1600" strike="noStrike" u="none">
                <a:solidFill>
                  <a:srgbClr val="93a1a1"/>
                </a:solidFill>
                <a:uFillTx/>
                <a:latin typeface="SourceCodePro"/>
              </a:rPr>
              <a:t>}</a:t>
            </a:r>
            <a:endParaRPr b="0" lang="de-DE" sz="1600" strike="noStrike" u="none">
              <a:solidFill>
                <a:srgbClr val="000000"/>
              </a:solidFill>
              <a:uFillTx/>
              <a:latin typeface="Arial"/>
            </a:endParaRPr>
          </a:p>
          <a:p>
            <a:pPr indent="0" defTabSz="914400">
              <a:lnSpc>
                <a:spcPct val="90000"/>
              </a:lnSpc>
              <a:spcBef>
                <a:spcPts val="1001"/>
              </a:spcBef>
              <a:buNone/>
              <a:tabLst>
                <a:tab algn="l" pos="0"/>
              </a:tabLst>
            </a:pPr>
            <a:r>
              <a:rPr b="0" lang="de-DE" sz="1600" strike="noStrike" u="none">
                <a:solidFill>
                  <a:srgbClr val="93a1a1"/>
                </a:solidFill>
                <a:uFillTx/>
                <a:latin typeface="SourceCodePro"/>
              </a:rPr>
              <a:t>}</a:t>
            </a:r>
            <a:endParaRPr b="0" lang="de-DE" sz="1600" strike="noStrike" u="none">
              <a:solidFill>
                <a:srgbClr val="000000"/>
              </a:solidFill>
              <a:uFillTx/>
              <a:latin typeface="Arial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132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66" name="PlaceHolder 1"/>
          <p:cNvSpPr>
            <a:spLocks noGrp="1"/>
          </p:cNvSpPr>
          <p:nvPr>
            <p:ph type="title"/>
          </p:nvPr>
        </p:nvSpPr>
        <p:spPr>
          <a:xfrm>
            <a:off x="838080" y="365040"/>
            <a:ext cx="10514520" cy="132444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ctr">
            <a:noAutofit/>
          </a:bodyPr>
          <a:p>
            <a:pPr indent="0" defTabSz="914400">
              <a:lnSpc>
                <a:spcPct val="90000"/>
              </a:lnSpc>
              <a:buNone/>
              <a:tabLst>
                <a:tab algn="l" pos="0"/>
              </a:tabLst>
            </a:pPr>
            <a:r>
              <a:rPr b="0" lang="de-DE" sz="4400" strike="noStrike" u="none">
                <a:solidFill>
                  <a:schemeClr val="dk1"/>
                </a:solidFill>
                <a:uFillTx/>
                <a:latin typeface="Calibri Light"/>
              </a:rPr>
              <a:t>Nutzende Komponente</a:t>
            </a:r>
            <a:endParaRPr b="0" lang="de-DE" sz="4400" strike="noStrike" u="none">
              <a:solidFill>
                <a:srgbClr val="000000"/>
              </a:solidFill>
              <a:uFillTx/>
              <a:latin typeface="Arial"/>
            </a:endParaRPr>
          </a:p>
        </p:txBody>
      </p:sp>
      <p:sp>
        <p:nvSpPr>
          <p:cNvPr id="667" name="PlaceHolder 2"/>
          <p:cNvSpPr>
            <a:spLocks noGrp="1"/>
          </p:cNvSpPr>
          <p:nvPr>
            <p:ph/>
          </p:nvPr>
        </p:nvSpPr>
        <p:spPr>
          <a:xfrm>
            <a:off x="838080" y="1825560"/>
            <a:ext cx="10514520" cy="435024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t">
            <a:noAutofit/>
          </a:bodyPr>
          <a:p>
            <a:pPr indent="0" defTabSz="914400">
              <a:lnSpc>
                <a:spcPct val="90000"/>
              </a:lnSpc>
              <a:spcBef>
                <a:spcPts val="1001"/>
              </a:spcBef>
              <a:buNone/>
              <a:tabLst>
                <a:tab algn="l" pos="0"/>
              </a:tabLst>
            </a:pPr>
            <a:r>
              <a:rPr b="0" lang="de-DE" sz="2800" strike="noStrike" u="none">
                <a:solidFill>
                  <a:srgbClr val="1e347b"/>
                </a:solidFill>
                <a:uFillTx/>
                <a:latin typeface="SourceCodePro"/>
              </a:rPr>
              <a:t>&lt;div</a:t>
            </a:r>
            <a:r>
              <a:rPr b="0" lang="de-DE" sz="2800" strike="noStrike" u="none">
                <a:solidFill>
                  <a:srgbClr val="48484c"/>
                </a:solidFill>
                <a:uFillTx/>
                <a:latin typeface="SourceCodePro"/>
              </a:rPr>
              <a:t> </a:t>
            </a:r>
            <a:r>
              <a:rPr b="0" lang="de-DE" sz="2800" strike="noStrike" u="none">
                <a:solidFill>
                  <a:srgbClr val="008080"/>
                </a:solidFill>
                <a:uFillTx/>
                <a:latin typeface="SourceCodePro"/>
              </a:rPr>
              <a:t>class</a:t>
            </a:r>
            <a:r>
              <a:rPr b="0" lang="de-DE" sz="2800" strike="noStrike" u="none">
                <a:solidFill>
                  <a:srgbClr val="93a1a1"/>
                </a:solidFill>
                <a:uFillTx/>
                <a:latin typeface="SourceCodePro"/>
              </a:rPr>
              <a:t>=</a:t>
            </a:r>
            <a:r>
              <a:rPr b="0" lang="de-DE" sz="2800" strike="noStrike" u="none">
                <a:solidFill>
                  <a:srgbClr val="dd1144"/>
                </a:solidFill>
                <a:uFillTx/>
                <a:latin typeface="SourceCodePro"/>
              </a:rPr>
              <a:t>"releases"</a:t>
            </a:r>
            <a:r>
              <a:rPr b="0" lang="de-DE" sz="2800" strike="noStrike" u="none">
                <a:solidFill>
                  <a:srgbClr val="1e347b"/>
                </a:solidFill>
                <a:uFillTx/>
                <a:latin typeface="SourceCodePro"/>
              </a:rPr>
              <a:t>&gt;</a:t>
            </a:r>
            <a:endParaRPr b="0" lang="de-DE" sz="2800" strike="noStrike" u="none">
              <a:solidFill>
                <a:srgbClr val="000000"/>
              </a:solidFill>
              <a:uFillTx/>
              <a:latin typeface="Arial"/>
            </a:endParaRPr>
          </a:p>
          <a:p>
            <a:pPr marL="457200" indent="0" defTabSz="914400">
              <a:lnSpc>
                <a:spcPct val="90000"/>
              </a:lnSpc>
              <a:spcBef>
                <a:spcPts val="499"/>
              </a:spcBef>
              <a:buNone/>
              <a:tabLst>
                <a:tab algn="l" pos="0"/>
              </a:tabLst>
            </a:pPr>
            <a:r>
              <a:rPr b="0" lang="de-DE" sz="2800" strike="noStrike" u="none">
                <a:solidFill>
                  <a:srgbClr val="1e347b"/>
                </a:solidFill>
                <a:uFillTx/>
                <a:latin typeface="SourceCodePro"/>
              </a:rPr>
              <a:t>&lt;release-card</a:t>
            </a:r>
            <a:r>
              <a:rPr b="0" lang="de-DE" sz="2800" strike="noStrike" u="none">
                <a:solidFill>
                  <a:srgbClr val="48484c"/>
                </a:solidFill>
                <a:uFillTx/>
                <a:latin typeface="SourceCodePro"/>
              </a:rPr>
              <a:t> *</a:t>
            </a:r>
            <a:r>
              <a:rPr b="0" lang="de-DE" sz="2800" strike="noStrike" u="none">
                <a:solidFill>
                  <a:srgbClr val="008080"/>
                </a:solidFill>
                <a:uFillTx/>
                <a:latin typeface="SourceCodePro"/>
              </a:rPr>
              <a:t>ngFor</a:t>
            </a:r>
            <a:r>
              <a:rPr b="0" lang="de-DE" sz="2800" strike="noStrike" u="none">
                <a:solidFill>
                  <a:srgbClr val="93a1a1"/>
                </a:solidFill>
                <a:uFillTx/>
                <a:latin typeface="SourceCodePro"/>
              </a:rPr>
              <a:t>=</a:t>
            </a:r>
            <a:r>
              <a:rPr b="0" lang="de-DE" sz="2800" strike="noStrike" u="none">
                <a:solidFill>
                  <a:srgbClr val="dd1144"/>
                </a:solidFill>
                <a:uFillTx/>
                <a:latin typeface="SourceCodePro"/>
              </a:rPr>
              <a:t>"let release of artist.releases"</a:t>
            </a:r>
            <a:endParaRPr b="0" lang="de-DE" sz="2800" strike="noStrike" u="none">
              <a:solidFill>
                <a:srgbClr val="000000"/>
              </a:solidFill>
              <a:uFillTx/>
              <a:latin typeface="Arial"/>
            </a:endParaRPr>
          </a:p>
          <a:p>
            <a:pPr marL="914400" indent="0" defTabSz="914400">
              <a:lnSpc>
                <a:spcPct val="90000"/>
              </a:lnSpc>
              <a:spcBef>
                <a:spcPts val="499"/>
              </a:spcBef>
              <a:buNone/>
              <a:tabLst>
                <a:tab algn="l" pos="0"/>
              </a:tabLst>
            </a:pPr>
            <a:r>
              <a:rPr b="0" lang="de-DE" sz="2800" strike="noStrike" u="none">
                <a:solidFill>
                  <a:srgbClr val="48484c"/>
                </a:solidFill>
                <a:uFillTx/>
                <a:latin typeface="SourceCodePro"/>
              </a:rPr>
              <a:t>[</a:t>
            </a:r>
            <a:r>
              <a:rPr b="0" lang="de-DE" sz="2800" strike="noStrike" u="none">
                <a:solidFill>
                  <a:srgbClr val="008080"/>
                </a:solidFill>
                <a:uFillTx/>
                <a:latin typeface="SourceCodePro"/>
              </a:rPr>
              <a:t>release</a:t>
            </a:r>
            <a:r>
              <a:rPr b="0" lang="de-DE" sz="2800" strike="noStrike" u="none">
                <a:solidFill>
                  <a:srgbClr val="48484c"/>
                </a:solidFill>
                <a:uFillTx/>
                <a:latin typeface="SourceCodePro"/>
              </a:rPr>
              <a:t>]</a:t>
            </a:r>
            <a:r>
              <a:rPr b="0" lang="de-DE" sz="2800" strike="noStrike" u="none">
                <a:solidFill>
                  <a:srgbClr val="93a1a1"/>
                </a:solidFill>
                <a:uFillTx/>
                <a:latin typeface="SourceCodePro"/>
              </a:rPr>
              <a:t>=</a:t>
            </a:r>
            <a:r>
              <a:rPr b="0" lang="de-DE" sz="2800" strike="noStrike" u="none">
                <a:solidFill>
                  <a:srgbClr val="dd1144"/>
                </a:solidFill>
                <a:uFillTx/>
                <a:latin typeface="SourceCodePro"/>
              </a:rPr>
              <a:t>"release"</a:t>
            </a:r>
            <a:endParaRPr b="0" lang="de-DE" sz="2800" strike="noStrike" u="none">
              <a:solidFill>
                <a:srgbClr val="000000"/>
              </a:solidFill>
              <a:uFillTx/>
              <a:latin typeface="Arial"/>
            </a:endParaRPr>
          </a:p>
          <a:p>
            <a:pPr marL="914400" indent="0" defTabSz="914400">
              <a:lnSpc>
                <a:spcPct val="90000"/>
              </a:lnSpc>
              <a:spcBef>
                <a:spcPts val="499"/>
              </a:spcBef>
              <a:buNone/>
              <a:tabLst>
                <a:tab algn="l" pos="0"/>
              </a:tabLst>
            </a:pPr>
            <a:r>
              <a:rPr b="0" lang="de-DE" sz="2800" strike="noStrike" u="none">
                <a:solidFill>
                  <a:srgbClr val="48484c"/>
                </a:solidFill>
                <a:uFillTx/>
                <a:latin typeface="SourceCodePro"/>
              </a:rPr>
              <a:t>(</a:t>
            </a:r>
            <a:r>
              <a:rPr b="0" lang="de-DE" sz="2800" strike="noStrike" u="none">
                <a:solidFill>
                  <a:srgbClr val="008080"/>
                </a:solidFill>
                <a:uFillTx/>
                <a:latin typeface="SourceCodePro"/>
              </a:rPr>
              <a:t>releaseLiked</a:t>
            </a:r>
            <a:r>
              <a:rPr b="0" lang="de-DE" sz="2800" strike="noStrike" u="none">
                <a:solidFill>
                  <a:srgbClr val="48484c"/>
                </a:solidFill>
                <a:uFillTx/>
                <a:latin typeface="SourceCodePro"/>
              </a:rPr>
              <a:t>)</a:t>
            </a:r>
            <a:r>
              <a:rPr b="0" lang="de-DE" sz="2800" strike="noStrike" u="none">
                <a:solidFill>
                  <a:srgbClr val="93a1a1"/>
                </a:solidFill>
                <a:uFillTx/>
                <a:latin typeface="SourceCodePro"/>
              </a:rPr>
              <a:t>=</a:t>
            </a:r>
            <a:r>
              <a:rPr b="0" lang="de-DE" sz="2800" strike="noStrike" u="none">
                <a:solidFill>
                  <a:srgbClr val="dd1144"/>
                </a:solidFill>
                <a:uFillTx/>
                <a:latin typeface="SourceCodePro"/>
              </a:rPr>
              <a:t>"onReleaseLiked($event, release)"</a:t>
            </a:r>
            <a:r>
              <a:rPr b="0" lang="de-DE" sz="2800" strike="noStrike" u="none">
                <a:solidFill>
                  <a:srgbClr val="1e347b"/>
                </a:solidFill>
                <a:uFillTx/>
                <a:latin typeface="SourceCodePro"/>
              </a:rPr>
              <a:t>&gt;</a:t>
            </a:r>
            <a:endParaRPr b="0" lang="de-DE" sz="2800" strike="noStrike" u="none">
              <a:solidFill>
                <a:srgbClr val="000000"/>
              </a:solidFill>
              <a:uFillTx/>
              <a:latin typeface="Arial"/>
            </a:endParaRPr>
          </a:p>
          <a:p>
            <a:pPr marL="457200" indent="0" defTabSz="914400">
              <a:lnSpc>
                <a:spcPct val="90000"/>
              </a:lnSpc>
              <a:spcBef>
                <a:spcPts val="499"/>
              </a:spcBef>
              <a:buNone/>
              <a:tabLst>
                <a:tab algn="l" pos="0"/>
              </a:tabLst>
            </a:pPr>
            <a:r>
              <a:rPr b="0" lang="de-DE" sz="2800" strike="noStrike" u="none">
                <a:solidFill>
                  <a:srgbClr val="1e347b"/>
                </a:solidFill>
                <a:uFillTx/>
                <a:latin typeface="SourceCodePro"/>
              </a:rPr>
              <a:t>&lt;/release-card&gt;</a:t>
            </a:r>
            <a:endParaRPr b="0" lang="de-DE" sz="2800" strike="noStrike" u="none">
              <a:solidFill>
                <a:srgbClr val="000000"/>
              </a:solidFill>
              <a:uFillTx/>
              <a:latin typeface="Arial"/>
            </a:endParaRPr>
          </a:p>
          <a:p>
            <a:pPr marL="457200" indent="0" defTabSz="914400">
              <a:lnSpc>
                <a:spcPct val="90000"/>
              </a:lnSpc>
              <a:spcBef>
                <a:spcPts val="1001"/>
              </a:spcBef>
              <a:buNone/>
              <a:tabLst>
                <a:tab algn="l" pos="0"/>
              </a:tabLst>
            </a:pPr>
            <a:r>
              <a:rPr b="0" lang="de-DE" sz="2800" strike="noStrike" u="none">
                <a:solidFill>
                  <a:srgbClr val="1e347b"/>
                </a:solidFill>
                <a:uFillTx/>
                <a:latin typeface="SourceCodePro"/>
              </a:rPr>
              <a:t>&lt;/div&gt;</a:t>
            </a:r>
            <a:endParaRPr b="0" lang="de-DE" sz="2800" strike="noStrike" u="none">
              <a:solidFill>
                <a:srgbClr val="000000"/>
              </a:solidFill>
              <a:uFillTx/>
              <a:latin typeface="Arial"/>
            </a:endParaRPr>
          </a:p>
          <a:p>
            <a:pPr marL="457200" indent="0" defTabSz="914400">
              <a:lnSpc>
                <a:spcPct val="90000"/>
              </a:lnSpc>
              <a:spcBef>
                <a:spcPts val="1001"/>
              </a:spcBef>
              <a:buNone/>
              <a:tabLst>
                <a:tab algn="l" pos="0"/>
              </a:tabLst>
            </a:pPr>
            <a:endParaRPr b="0" lang="de-DE" sz="2800" strike="noStrike" u="none">
              <a:solidFill>
                <a:srgbClr val="000000"/>
              </a:solidFill>
              <a:uFillTx/>
              <a:latin typeface="Arial"/>
            </a:endParaRPr>
          </a:p>
        </p:txBody>
      </p:sp>
      <p:cxnSp>
        <p:nvCxnSpPr>
          <p:cNvPr id="668" name="Gerade Verbindung mit Pfeil 4"/>
          <p:cNvCxnSpPr/>
          <p:nvPr/>
        </p:nvCxnSpPr>
        <p:spPr>
          <a:xfrm flipH="1" flipV="1">
            <a:off x="5824440" y="3707640"/>
            <a:ext cx="1128240" cy="965520"/>
          </a:xfrm>
          <a:prstGeom prst="straightConnector1">
            <a:avLst/>
          </a:prstGeom>
          <a:ln w="0">
            <a:solidFill>
              <a:srgbClr val="1d9a78"/>
            </a:solidFill>
            <a:tailEnd len="med" type="triangle" w="med"/>
          </a:ln>
        </p:spPr>
      </p:cxnSp>
      <p:sp>
        <p:nvSpPr>
          <p:cNvPr id="669" name="Textfeld 5"/>
          <p:cNvSpPr/>
          <p:nvPr/>
        </p:nvSpPr>
        <p:spPr>
          <a:xfrm>
            <a:off x="7063560" y="4847400"/>
            <a:ext cx="3862800" cy="6382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wrap="none" lIns="90000" rIns="90000" tIns="45000" bIns="45000" anchor="t">
            <a:spAutoFit/>
          </a:bodyPr>
          <a:p>
            <a:pPr defTabSz="914400">
              <a:lnSpc>
                <a:spcPct val="100000"/>
              </a:lnSpc>
            </a:pPr>
            <a:r>
              <a:rPr b="0" lang="de-DE" sz="1800" strike="noStrike" u="none">
                <a:solidFill>
                  <a:schemeClr val="dk1"/>
                </a:solidFill>
                <a:uFillTx/>
                <a:latin typeface="Calibri"/>
              </a:rPr>
              <a:t>Methode im aufrufendem Controller</a:t>
            </a:r>
            <a:endParaRPr b="0" lang="de-DE" sz="1800" strike="noStrike" u="none">
              <a:solidFill>
                <a:srgbClr val="000000"/>
              </a:solidFill>
              <a:uFillTx/>
              <a:latin typeface="Arial"/>
            </a:endParaRPr>
          </a:p>
          <a:p>
            <a:pPr defTabSz="914400">
              <a:lnSpc>
                <a:spcPct val="100000"/>
              </a:lnSpc>
            </a:pPr>
            <a:r>
              <a:rPr b="0" lang="de-DE" sz="1800" strike="noStrike" u="none">
                <a:solidFill>
                  <a:schemeClr val="dk1"/>
                </a:solidFill>
                <a:uFillTx/>
                <a:latin typeface="Calibri"/>
              </a:rPr>
              <a:t>NICHT in der Release-Card Komponente</a:t>
            </a:r>
            <a:endParaRPr b="0" lang="de-DE" sz="1800" strike="noStrike" u="none">
              <a:solidFill>
                <a:srgbClr val="000000"/>
              </a:solidFill>
              <a:uFillTx/>
              <a:latin typeface="Arial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133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70" name="Abgerundetes Rechteck 3"/>
          <p:cNvSpPr/>
          <p:nvPr/>
        </p:nvSpPr>
        <p:spPr>
          <a:xfrm>
            <a:off x="1158840" y="3625560"/>
            <a:ext cx="2231640" cy="1030320"/>
          </a:xfrm>
          <a:prstGeom prst="roundRect">
            <a:avLst>
              <a:gd name="adj" fmla="val 16667"/>
            </a:avLst>
          </a:prstGeom>
          <a:solidFill>
            <a:srgbClr val="1d9a78"/>
          </a:solidFill>
          <a:ln>
            <a:solidFill>
              <a:srgbClr val="157158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 algn="ctr" defTabSz="914400">
              <a:lnSpc>
                <a:spcPct val="100000"/>
              </a:lnSpc>
            </a:pPr>
            <a:r>
              <a:rPr b="0" lang="de-DE" sz="1800" strike="noStrike" u="none">
                <a:solidFill>
                  <a:schemeClr val="lt1"/>
                </a:solidFill>
                <a:uFillTx/>
                <a:latin typeface="Calibri"/>
              </a:rPr>
              <a:t>TrainingListComp</a:t>
            </a:r>
            <a:endParaRPr b="0" lang="de-DE" sz="1800" strike="noStrike" u="none">
              <a:solidFill>
                <a:srgbClr val="ffffff"/>
              </a:solidFill>
              <a:uFillTx/>
              <a:latin typeface="Arial"/>
            </a:endParaRPr>
          </a:p>
        </p:txBody>
      </p:sp>
      <p:sp>
        <p:nvSpPr>
          <p:cNvPr id="671" name="Abgerundetes Rechteck 4"/>
          <p:cNvSpPr/>
          <p:nvPr/>
        </p:nvSpPr>
        <p:spPr>
          <a:xfrm>
            <a:off x="5181480" y="535320"/>
            <a:ext cx="3323520" cy="1030320"/>
          </a:xfrm>
          <a:prstGeom prst="roundRect">
            <a:avLst>
              <a:gd name="adj" fmla="val 16667"/>
            </a:avLst>
          </a:prstGeom>
          <a:solidFill>
            <a:srgbClr val="1d9a78"/>
          </a:solidFill>
          <a:ln>
            <a:solidFill>
              <a:srgbClr val="157158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 algn="ctr" defTabSz="914400">
              <a:lnSpc>
                <a:spcPct val="100000"/>
              </a:lnSpc>
            </a:pPr>
            <a:r>
              <a:rPr b="0" lang="de-DE" sz="1800" strike="noStrike" u="none">
                <a:solidFill>
                  <a:schemeClr val="lt1"/>
                </a:solidFill>
                <a:uFillTx/>
                <a:latin typeface="Calibri"/>
              </a:rPr>
              <a:t>AppComponent</a:t>
            </a:r>
            <a:endParaRPr b="0" lang="de-DE" sz="1800" strike="noStrike" u="none">
              <a:solidFill>
                <a:srgbClr val="ffffff"/>
              </a:solidFill>
              <a:uFillTx/>
              <a:latin typeface="Arial"/>
            </a:endParaRPr>
          </a:p>
          <a:p>
            <a:pPr algn="ctr" defTabSz="914400">
              <a:lnSpc>
                <a:spcPct val="100000"/>
              </a:lnSpc>
            </a:pPr>
            <a:r>
              <a:rPr b="0" lang="de-DE" sz="1800" strike="noStrike" u="none">
                <a:solidFill>
                  <a:schemeClr val="lt1"/>
                </a:solidFill>
                <a:uFillTx/>
                <a:latin typeface="Calibri"/>
              </a:rPr>
              <a:t>public selectedTraining: Training</a:t>
            </a:r>
            <a:endParaRPr b="0" lang="de-DE" sz="1800" strike="noStrike" u="none">
              <a:solidFill>
                <a:srgbClr val="ffffff"/>
              </a:solidFill>
              <a:uFillTx/>
              <a:latin typeface="Arial"/>
            </a:endParaRPr>
          </a:p>
        </p:txBody>
      </p:sp>
      <p:sp>
        <p:nvSpPr>
          <p:cNvPr id="672" name="Abgerundetes Rechteck 5"/>
          <p:cNvSpPr/>
          <p:nvPr/>
        </p:nvSpPr>
        <p:spPr>
          <a:xfrm>
            <a:off x="7414560" y="3429000"/>
            <a:ext cx="3323520" cy="1030320"/>
          </a:xfrm>
          <a:prstGeom prst="roundRect">
            <a:avLst>
              <a:gd name="adj" fmla="val 16667"/>
            </a:avLst>
          </a:prstGeom>
          <a:solidFill>
            <a:srgbClr val="1d9a78"/>
          </a:solidFill>
          <a:ln>
            <a:solidFill>
              <a:srgbClr val="157158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 algn="ctr" defTabSz="914400">
              <a:lnSpc>
                <a:spcPct val="100000"/>
              </a:lnSpc>
            </a:pPr>
            <a:r>
              <a:rPr b="0" lang="de-DE" sz="1800" strike="noStrike" u="none">
                <a:solidFill>
                  <a:schemeClr val="lt1"/>
                </a:solidFill>
                <a:uFillTx/>
                <a:latin typeface="Calibri"/>
              </a:rPr>
              <a:t>DetailComponent</a:t>
            </a:r>
            <a:endParaRPr b="0" lang="de-DE" sz="1800" strike="noStrike" u="none">
              <a:solidFill>
                <a:srgbClr val="ffffff"/>
              </a:solidFill>
              <a:uFillTx/>
              <a:latin typeface="Arial"/>
            </a:endParaRPr>
          </a:p>
          <a:p>
            <a:pPr algn="ctr" defTabSz="914400">
              <a:lnSpc>
                <a:spcPct val="100000"/>
              </a:lnSpc>
            </a:pPr>
            <a:r>
              <a:rPr b="0" lang="de-DE" sz="1800" strike="noStrike" u="none">
                <a:solidFill>
                  <a:schemeClr val="lt1"/>
                </a:solidFill>
                <a:uFillTx/>
                <a:latin typeface="Calibri"/>
              </a:rPr>
              <a:t>private training2Show: Training</a:t>
            </a:r>
            <a:endParaRPr b="0" lang="de-DE" sz="1800" strike="noStrike" u="none">
              <a:solidFill>
                <a:srgbClr val="ffffff"/>
              </a:solidFill>
              <a:uFillTx/>
              <a:latin typeface="Arial"/>
            </a:endParaRPr>
          </a:p>
        </p:txBody>
      </p:sp>
      <p:sp>
        <p:nvSpPr>
          <p:cNvPr id="673" name="Textfeld 6"/>
          <p:cNvSpPr/>
          <p:nvPr/>
        </p:nvSpPr>
        <p:spPr>
          <a:xfrm>
            <a:off x="8526240" y="2392200"/>
            <a:ext cx="3576960" cy="3639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wrap="none" lIns="90000" rIns="90000" tIns="45000" bIns="45000" anchor="t">
            <a:spAutoFit/>
          </a:bodyPr>
          <a:p>
            <a:pPr defTabSz="914400">
              <a:lnSpc>
                <a:spcPct val="100000"/>
              </a:lnSpc>
            </a:pPr>
            <a:r>
              <a:rPr b="0" lang="de-DE" sz="1800" strike="noStrike" u="none">
                <a:solidFill>
                  <a:schemeClr val="dk1"/>
                </a:solidFill>
                <a:uFillTx/>
                <a:latin typeface="Calibri"/>
              </a:rPr>
              <a:t>[training2Show] = „selectedTraining“</a:t>
            </a:r>
            <a:endParaRPr b="0" lang="de-DE" sz="1800" strike="noStrike" u="none">
              <a:solidFill>
                <a:srgbClr val="000000"/>
              </a:solidFill>
              <a:uFillTx/>
              <a:latin typeface="Arial"/>
            </a:endParaRPr>
          </a:p>
        </p:txBody>
      </p:sp>
      <p:cxnSp>
        <p:nvCxnSpPr>
          <p:cNvPr id="674" name="Gerade Verbindung mit Pfeil 8"/>
          <p:cNvCxnSpPr/>
          <p:nvPr/>
        </p:nvCxnSpPr>
        <p:spPr>
          <a:xfrm>
            <a:off x="7240680" y="1254600"/>
            <a:ext cx="862200" cy="2808000"/>
          </a:xfrm>
          <a:prstGeom prst="straightConnector1">
            <a:avLst/>
          </a:prstGeom>
          <a:ln w="9525">
            <a:solidFill>
              <a:srgbClr val="000000"/>
            </a:solidFill>
            <a:round/>
            <a:tailEnd len="med" type="arrow" w="med"/>
          </a:ln>
        </p:spPr>
      </p:cxnSp>
      <p:cxnSp>
        <p:nvCxnSpPr>
          <p:cNvPr id="675" name="Gerade Verbindung mit Pfeil 10"/>
          <p:cNvCxnSpPr/>
          <p:nvPr/>
        </p:nvCxnSpPr>
        <p:spPr>
          <a:xfrm flipV="1">
            <a:off x="3487320" y="1775520"/>
            <a:ext cx="2425320" cy="2287080"/>
          </a:xfrm>
          <a:prstGeom prst="straightConnector1">
            <a:avLst/>
          </a:prstGeom>
          <a:ln w="0">
            <a:solidFill>
              <a:srgbClr val="1d9a78"/>
            </a:solidFill>
            <a:tailEnd len="med" type="triangle" w="med"/>
          </a:ln>
        </p:spPr>
      </p:cxnSp>
      <p:sp>
        <p:nvSpPr>
          <p:cNvPr id="676" name="Textfeld 11"/>
          <p:cNvSpPr/>
          <p:nvPr/>
        </p:nvSpPr>
        <p:spPr>
          <a:xfrm>
            <a:off x="1558080" y="2863080"/>
            <a:ext cx="4900320" cy="3639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wrap="none" lIns="90000" rIns="90000" tIns="45000" bIns="45000" anchor="t">
            <a:spAutoFit/>
          </a:bodyPr>
          <a:p>
            <a:pPr defTabSz="914400">
              <a:lnSpc>
                <a:spcPct val="100000"/>
              </a:lnSpc>
            </a:pPr>
            <a:r>
              <a:rPr b="0" lang="de-DE" sz="1800" strike="noStrike" u="none">
                <a:solidFill>
                  <a:schemeClr val="dk1"/>
                </a:solidFill>
                <a:uFillTx/>
                <a:latin typeface="Calibri"/>
              </a:rPr>
              <a:t>(trainingSelected)=„newTrainingSelected(training)“</a:t>
            </a:r>
            <a:endParaRPr b="0" lang="de-DE" sz="1800" strike="noStrike" u="none">
              <a:solidFill>
                <a:srgbClr val="000000"/>
              </a:solidFill>
              <a:uFillTx/>
              <a:latin typeface="Arial"/>
            </a:endParaRPr>
          </a:p>
        </p:txBody>
      </p:sp>
      <p:sp>
        <p:nvSpPr>
          <p:cNvPr id="677" name="Textfeld 12"/>
          <p:cNvSpPr/>
          <p:nvPr/>
        </p:nvSpPr>
        <p:spPr>
          <a:xfrm>
            <a:off x="8966520" y="4656960"/>
            <a:ext cx="2374920" cy="3639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wrap="none" lIns="90000" rIns="90000" tIns="45000" bIns="45000" anchor="t">
            <a:spAutoFit/>
          </a:bodyPr>
          <a:p>
            <a:pPr defTabSz="914400">
              <a:lnSpc>
                <a:spcPct val="100000"/>
              </a:lnSpc>
            </a:pPr>
            <a:r>
              <a:rPr b="0" lang="de-DE" sz="1800" strike="noStrike" u="none">
                <a:solidFill>
                  <a:schemeClr val="dk1"/>
                </a:solidFill>
                <a:uFillTx/>
                <a:latin typeface="Calibri"/>
              </a:rPr>
              <a:t>{{training2Show.name}}</a:t>
            </a:r>
            <a:endParaRPr b="0" lang="de-DE" sz="1800" strike="noStrike" u="none">
              <a:solidFill>
                <a:srgbClr val="000000"/>
              </a:solidFill>
              <a:uFillTx/>
              <a:latin typeface="Arial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134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bg>
      <p:bgPr>
        <a:solidFill>
          <a:schemeClr val="lt1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 useBgFill="1">
        <p:nvSpPr>
          <p:cNvPr id="678" name="Rectangle 7">
            <a:extLst>
              <a:ext uri="{C183D7F6-B498-43B3-948B-1728B52AA6E4}">
                <adec:decorative xmlns:adec="http://schemas.microsoft.com/office/drawing/2017/decorative" val="1"/>
              </a:ext>
            </a:extLst>
          </p:cNvPr>
          <p:cNvSpPr/>
          <p:nvPr/>
        </p:nvSpPr>
        <p:spPr>
          <a:xfrm>
            <a:off x="0" y="0"/>
            <a:ext cx="12190680" cy="6856920"/>
          </a:xfrm>
          <a:prstGeom prst="rect">
            <a:avLst/>
          </a:prstGeom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 algn="ctr" defTabSz="914400">
              <a:lnSpc>
                <a:spcPct val="100000"/>
              </a:lnSpc>
            </a:pPr>
            <a:endParaRPr b="0" lang="en-US" sz="1800" strike="noStrike" u="none">
              <a:solidFill>
                <a:schemeClr val="lt1"/>
              </a:solidFill>
              <a:uFillTx/>
              <a:latin typeface="Calibri"/>
            </a:endParaRPr>
          </a:p>
        </p:txBody>
      </p:sp>
      <p:sp>
        <p:nvSpPr>
          <p:cNvPr id="679" name="Rectangle 9">
            <a:extLst>
              <a:ext uri="{C183D7F6-B498-43B3-948B-1728B52AA6E4}">
                <adec:decorative xmlns:adec="http://schemas.microsoft.com/office/drawing/2017/decorative" val="1"/>
              </a:ext>
            </a:extLst>
          </p:cNvPr>
          <p:cNvSpPr/>
          <p:nvPr/>
        </p:nvSpPr>
        <p:spPr>
          <a:xfrm>
            <a:off x="360" y="0"/>
            <a:ext cx="12190680" cy="6856920"/>
          </a:xfrm>
          <a:prstGeom prst="rect">
            <a:avLst/>
          </a:prstGeom>
          <a:solidFill>
            <a:schemeClr val="bg1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 algn="ctr" defTabSz="914400">
              <a:lnSpc>
                <a:spcPct val="100000"/>
              </a:lnSpc>
            </a:pPr>
            <a:endParaRPr b="0" lang="en-US" sz="800" strike="noStrike" u="none">
              <a:solidFill>
                <a:schemeClr val="lt1"/>
              </a:solidFill>
              <a:uFillTx/>
              <a:latin typeface="Calibri"/>
            </a:endParaRPr>
          </a:p>
        </p:txBody>
      </p:sp>
      <p:sp>
        <p:nvSpPr>
          <p:cNvPr id="680" name="PlaceHolder 1"/>
          <p:cNvSpPr>
            <a:spLocks noGrp="1"/>
          </p:cNvSpPr>
          <p:nvPr>
            <p:ph type="title"/>
          </p:nvPr>
        </p:nvSpPr>
        <p:spPr>
          <a:xfrm>
            <a:off x="1179360" y="1755000"/>
            <a:ext cx="9832320" cy="106560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b">
            <a:normAutofit/>
          </a:bodyPr>
          <a:p>
            <a:pPr indent="0" defTabSz="914400">
              <a:lnSpc>
                <a:spcPct val="90000"/>
              </a:lnSpc>
              <a:buNone/>
              <a:tabLst>
                <a:tab algn="l" pos="0"/>
              </a:tabLst>
            </a:pPr>
            <a:r>
              <a:rPr b="0" lang="de-DE" sz="3600" strike="noStrike" u="none">
                <a:solidFill>
                  <a:schemeClr val="dk2"/>
                </a:solidFill>
                <a:uFillTx/>
                <a:latin typeface="Calibri Light"/>
              </a:rPr>
              <a:t>Übung 10: Output</a:t>
            </a:r>
            <a:endParaRPr b="0" lang="de-DE" sz="3600" strike="noStrike" u="none">
              <a:solidFill>
                <a:srgbClr val="000000"/>
              </a:solidFill>
              <a:uFillTx/>
              <a:latin typeface="Arial"/>
            </a:endParaRPr>
          </a:p>
        </p:txBody>
      </p:sp>
      <p:grpSp>
        <p:nvGrpSpPr>
          <p:cNvPr id="681" name="Group 11">
            <a:extLst>
              <a:ext uri="{C183D7F6-B498-43B3-948B-1728B52AA6E4}">
                <adec:decorative xmlns:adec="http://schemas.microsoft.com/office/drawing/2017/decorative" val="1"/>
              </a:ext>
            </a:extLst>
          </p:cNvPr>
          <p:cNvGrpSpPr/>
          <p:nvPr/>
        </p:nvGrpSpPr>
        <p:grpSpPr>
          <a:xfrm>
            <a:off x="7867080" y="0"/>
            <a:ext cx="4323960" cy="2640240"/>
            <a:chOff x="7867080" y="0"/>
            <a:chExt cx="4323960" cy="2640240"/>
          </a:xfrm>
        </p:grpSpPr>
        <p:sp>
          <p:nvSpPr>
            <p:cNvPr id="682" name="Freeform: Shape 12">
              <a:extLs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/>
            <p:nvPr/>
          </p:nvSpPr>
          <p:spPr>
            <a:xfrm>
              <a:off x="7867080" y="0"/>
              <a:ext cx="4323960" cy="2640240"/>
            </a:xfrm>
            <a:custGeom>
              <a:avLst/>
              <a:gdLst>
                <a:gd name="textAreaLeft" fmla="*/ 0 w 4323960"/>
                <a:gd name="textAreaRight" fmla="*/ 4325040 w 4323960"/>
                <a:gd name="textAreaTop" fmla="*/ 0 h 2640240"/>
                <a:gd name="textAreaBottom" fmla="*/ 2641320 h 2640240"/>
              </a:gdLst>
              <a:ahLst/>
              <a:rect l="textAreaLeft" t="textAreaTop" r="textAreaRight" b="textAreaBottom"/>
              <a:pathLst>
                <a:path w="5324985" h="3251912">
                  <a:moveTo>
                    <a:pt x="0" y="0"/>
                  </a:moveTo>
                  <a:lnTo>
                    <a:pt x="36826" y="0"/>
                  </a:lnTo>
                  <a:lnTo>
                    <a:pt x="45003" y="152909"/>
                  </a:lnTo>
                  <a:cubicBezTo>
                    <a:pt x="50351" y="205154"/>
                    <a:pt x="58290" y="257123"/>
                    <a:pt x="68956" y="308600"/>
                  </a:cubicBezTo>
                  <a:cubicBezTo>
                    <a:pt x="91393" y="411324"/>
                    <a:pt x="123882" y="511847"/>
                    <a:pt x="167774" y="607968"/>
                  </a:cubicBezTo>
                  <a:cubicBezTo>
                    <a:pt x="178195" y="632173"/>
                    <a:pt x="190333" y="655798"/>
                    <a:pt x="201857" y="679539"/>
                  </a:cubicBezTo>
                  <a:cubicBezTo>
                    <a:pt x="214363" y="702933"/>
                    <a:pt x="226255" y="726557"/>
                    <a:pt x="239741" y="749488"/>
                  </a:cubicBezTo>
                  <a:cubicBezTo>
                    <a:pt x="265488" y="795812"/>
                    <a:pt x="294176" y="840746"/>
                    <a:pt x="323724" y="885101"/>
                  </a:cubicBezTo>
                  <a:cubicBezTo>
                    <a:pt x="353149" y="929572"/>
                    <a:pt x="384657" y="972885"/>
                    <a:pt x="416412" y="1016081"/>
                  </a:cubicBezTo>
                  <a:cubicBezTo>
                    <a:pt x="448655" y="1058931"/>
                    <a:pt x="482127" y="1101202"/>
                    <a:pt x="515719" y="1143356"/>
                  </a:cubicBezTo>
                  <a:cubicBezTo>
                    <a:pt x="583027" y="1227782"/>
                    <a:pt x="653402" y="1310470"/>
                    <a:pt x="722427" y="1395127"/>
                  </a:cubicBezTo>
                  <a:cubicBezTo>
                    <a:pt x="757123" y="1437282"/>
                    <a:pt x="791697" y="1479783"/>
                    <a:pt x="825780" y="1522749"/>
                  </a:cubicBezTo>
                  <a:cubicBezTo>
                    <a:pt x="859742" y="1565367"/>
                    <a:pt x="893457" y="1610649"/>
                    <a:pt x="926314" y="1651992"/>
                  </a:cubicBezTo>
                  <a:cubicBezTo>
                    <a:pt x="958927" y="1694379"/>
                    <a:pt x="993132" y="1735492"/>
                    <a:pt x="1026848" y="1776836"/>
                  </a:cubicBezTo>
                  <a:cubicBezTo>
                    <a:pt x="1061545" y="1817485"/>
                    <a:pt x="1095996" y="1858133"/>
                    <a:pt x="1131918" y="1897393"/>
                  </a:cubicBezTo>
                  <a:cubicBezTo>
                    <a:pt x="1203273" y="1976376"/>
                    <a:pt x="1277447" y="2052463"/>
                    <a:pt x="1354688" y="2124728"/>
                  </a:cubicBezTo>
                  <a:cubicBezTo>
                    <a:pt x="1509411" y="2268911"/>
                    <a:pt x="1676396" y="2397575"/>
                    <a:pt x="1855027" y="2504236"/>
                  </a:cubicBezTo>
                  <a:cubicBezTo>
                    <a:pt x="1944528" y="2557277"/>
                    <a:pt x="2036357" y="2605917"/>
                    <a:pt x="2131618" y="2646913"/>
                  </a:cubicBezTo>
                  <a:cubicBezTo>
                    <a:pt x="2226267" y="2689068"/>
                    <a:pt x="2323981" y="2724622"/>
                    <a:pt x="2423534" y="2754732"/>
                  </a:cubicBezTo>
                  <a:cubicBezTo>
                    <a:pt x="2523087" y="2784958"/>
                    <a:pt x="2624602" y="2809394"/>
                    <a:pt x="2727588" y="2829197"/>
                  </a:cubicBezTo>
                  <a:cubicBezTo>
                    <a:pt x="2830698" y="2848653"/>
                    <a:pt x="2935522" y="2861971"/>
                    <a:pt x="3041083" y="2870890"/>
                  </a:cubicBezTo>
                  <a:cubicBezTo>
                    <a:pt x="3146644" y="2879922"/>
                    <a:pt x="3253307" y="2883860"/>
                    <a:pt x="3360340" y="2883976"/>
                  </a:cubicBezTo>
                  <a:cubicBezTo>
                    <a:pt x="3387067" y="2883976"/>
                    <a:pt x="3414162" y="2884439"/>
                    <a:pt x="3439663" y="2883396"/>
                  </a:cubicBezTo>
                  <a:lnTo>
                    <a:pt x="3478529" y="2882471"/>
                  </a:lnTo>
                  <a:lnTo>
                    <a:pt x="3517271" y="2880616"/>
                  </a:lnTo>
                  <a:cubicBezTo>
                    <a:pt x="3568887" y="2878417"/>
                    <a:pt x="3620257" y="2873552"/>
                    <a:pt x="3671260" y="2867878"/>
                  </a:cubicBezTo>
                  <a:cubicBezTo>
                    <a:pt x="3875515" y="2844253"/>
                    <a:pt x="4074253" y="2792486"/>
                    <a:pt x="4265268" y="2716283"/>
                  </a:cubicBezTo>
                  <a:cubicBezTo>
                    <a:pt x="4361020" y="2678529"/>
                    <a:pt x="4454444" y="2633710"/>
                    <a:pt x="4546395" y="2584724"/>
                  </a:cubicBezTo>
                  <a:cubicBezTo>
                    <a:pt x="4638470" y="2535967"/>
                    <a:pt x="4728827" y="2481885"/>
                    <a:pt x="4817837" y="2424674"/>
                  </a:cubicBezTo>
                  <a:cubicBezTo>
                    <a:pt x="4906846" y="2367348"/>
                    <a:pt x="4994385" y="2306317"/>
                    <a:pt x="5081677" y="2243548"/>
                  </a:cubicBezTo>
                  <a:cubicBezTo>
                    <a:pt x="5125201" y="2212164"/>
                    <a:pt x="5168603" y="2179969"/>
                    <a:pt x="5211881" y="2147658"/>
                  </a:cubicBezTo>
                  <a:lnTo>
                    <a:pt x="5324985" y="2062128"/>
                  </a:lnTo>
                  <a:lnTo>
                    <a:pt x="5324985" y="2514993"/>
                  </a:lnTo>
                  <a:lnTo>
                    <a:pt x="5314867" y="2522881"/>
                  </a:lnTo>
                  <a:cubicBezTo>
                    <a:pt x="5225490" y="2591325"/>
                    <a:pt x="5133783" y="2658379"/>
                    <a:pt x="5038276" y="2722421"/>
                  </a:cubicBezTo>
                  <a:cubicBezTo>
                    <a:pt x="4942892" y="2786348"/>
                    <a:pt x="4844810" y="2848422"/>
                    <a:pt x="4741701" y="2904937"/>
                  </a:cubicBezTo>
                  <a:cubicBezTo>
                    <a:pt x="4638592" y="2961337"/>
                    <a:pt x="4531929" y="3013683"/>
                    <a:pt x="4420728" y="3058848"/>
                  </a:cubicBezTo>
                  <a:cubicBezTo>
                    <a:pt x="4199063" y="3150338"/>
                    <a:pt x="3959621" y="3211485"/>
                    <a:pt x="3717481" y="3237079"/>
                  </a:cubicBezTo>
                  <a:cubicBezTo>
                    <a:pt x="3656914" y="3243101"/>
                    <a:pt x="3596227" y="3247966"/>
                    <a:pt x="3535661" y="3249934"/>
                  </a:cubicBezTo>
                  <a:lnTo>
                    <a:pt x="3490175" y="3251555"/>
                  </a:lnTo>
                  <a:lnTo>
                    <a:pt x="3444813" y="3251787"/>
                  </a:lnTo>
                  <a:cubicBezTo>
                    <a:pt x="3414162" y="3252250"/>
                    <a:pt x="3385105" y="3251324"/>
                    <a:pt x="3355681" y="3250745"/>
                  </a:cubicBezTo>
                  <a:cubicBezTo>
                    <a:pt x="3296954" y="3250050"/>
                    <a:pt x="3237860" y="3246692"/>
                    <a:pt x="3179011" y="3243795"/>
                  </a:cubicBezTo>
                  <a:cubicBezTo>
                    <a:pt x="3120039" y="3239164"/>
                    <a:pt x="3061067" y="3234878"/>
                    <a:pt x="3002217" y="3227814"/>
                  </a:cubicBezTo>
                  <a:cubicBezTo>
                    <a:pt x="2884397" y="3214496"/>
                    <a:pt x="2766699" y="3196314"/>
                    <a:pt x="2650103" y="3170836"/>
                  </a:cubicBezTo>
                  <a:cubicBezTo>
                    <a:pt x="2533510" y="3145358"/>
                    <a:pt x="2418263" y="3112583"/>
                    <a:pt x="2305836" y="3072514"/>
                  </a:cubicBezTo>
                  <a:cubicBezTo>
                    <a:pt x="2193410" y="3032328"/>
                    <a:pt x="2083926" y="2984383"/>
                    <a:pt x="1978611" y="2929952"/>
                  </a:cubicBezTo>
                  <a:cubicBezTo>
                    <a:pt x="1873663" y="2874711"/>
                    <a:pt x="1772884" y="2812985"/>
                    <a:pt x="1678235" y="2744424"/>
                  </a:cubicBezTo>
                  <a:cubicBezTo>
                    <a:pt x="1488201" y="2608001"/>
                    <a:pt x="1321708" y="2448068"/>
                    <a:pt x="1175688" y="2277018"/>
                  </a:cubicBezTo>
                  <a:cubicBezTo>
                    <a:pt x="1102985" y="2191086"/>
                    <a:pt x="1035309" y="2102377"/>
                    <a:pt x="971310" y="2012044"/>
                  </a:cubicBezTo>
                  <a:cubicBezTo>
                    <a:pt x="907188" y="1921714"/>
                    <a:pt x="847358" y="1829413"/>
                    <a:pt x="790717" y="1735723"/>
                  </a:cubicBezTo>
                  <a:cubicBezTo>
                    <a:pt x="761782" y="1688357"/>
                    <a:pt x="735300" y="1644002"/>
                    <a:pt x="706488" y="1598604"/>
                  </a:cubicBezTo>
                  <a:cubicBezTo>
                    <a:pt x="677922" y="1553555"/>
                    <a:pt x="648866" y="1508505"/>
                    <a:pt x="618951" y="1463802"/>
                  </a:cubicBezTo>
                  <a:lnTo>
                    <a:pt x="436273" y="1195355"/>
                  </a:lnTo>
                  <a:cubicBezTo>
                    <a:pt x="405990" y="1150189"/>
                    <a:pt x="376075" y="1104792"/>
                    <a:pt x="346896" y="1058816"/>
                  </a:cubicBezTo>
                  <a:cubicBezTo>
                    <a:pt x="317716" y="1012838"/>
                    <a:pt x="288782" y="966747"/>
                    <a:pt x="261809" y="919264"/>
                  </a:cubicBezTo>
                  <a:cubicBezTo>
                    <a:pt x="207742" y="824764"/>
                    <a:pt x="158088" y="727485"/>
                    <a:pt x="118487" y="626498"/>
                  </a:cubicBezTo>
                  <a:cubicBezTo>
                    <a:pt x="78151" y="525859"/>
                    <a:pt x="48237" y="421515"/>
                    <a:pt x="28130" y="315781"/>
                  </a:cubicBezTo>
                  <a:cubicBezTo>
                    <a:pt x="18506" y="262914"/>
                    <a:pt x="11425" y="209642"/>
                    <a:pt x="6751" y="156195"/>
                  </a:cubicBezTo>
                  <a:close/>
                </a:path>
              </a:pathLst>
            </a:custGeom>
            <a:gradFill rotWithShape="0">
              <a:gsLst>
                <a:gs pos="2000">
                  <a:srgbClr val="ffffff">
                    <a:alpha val="10000"/>
                  </a:srgbClr>
                </a:gs>
                <a:gs pos="16000">
                  <a:srgbClr val="f19d19">
                    <a:alpha val="10000"/>
                  </a:srgbClr>
                </a:gs>
                <a:gs pos="85000">
                  <a:srgbClr val="1d9a78">
                    <a:alpha val="10000"/>
                  </a:srgbClr>
                </a:gs>
                <a:gs pos="100000">
                  <a:srgbClr val="ffffff">
                    <a:alpha val="10000"/>
                  </a:srgbClr>
                </a:gs>
              </a:gsLst>
              <a:lin ang="12000000"/>
            </a:gra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/>
          </p:style>
          <p:txBody>
            <a:bodyPr lIns="90000" rIns="90000" tIns="45000" bIns="45000" anchor="ctr">
              <a:noAutofit/>
            </a:bodyPr>
            <a:p>
              <a:pPr algn="ctr" defTabSz="914400">
                <a:lnSpc>
                  <a:spcPct val="100000"/>
                </a:lnSpc>
              </a:pPr>
              <a:endParaRPr b="0" lang="en-US" sz="1800" strike="noStrike" u="none">
                <a:solidFill>
                  <a:schemeClr val="lt1"/>
                </a:solidFill>
                <a:uFillTx/>
                <a:latin typeface="Calibri"/>
              </a:endParaRPr>
            </a:p>
          </p:txBody>
        </p:sp>
        <p:sp>
          <p:nvSpPr>
            <p:cNvPr id="683" name="Freeform: Shape 13">
              <a:extLs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/>
            <p:nvPr/>
          </p:nvSpPr>
          <p:spPr>
            <a:xfrm>
              <a:off x="7907400" y="0"/>
              <a:ext cx="4283640" cy="2419920"/>
            </a:xfrm>
            <a:custGeom>
              <a:avLst/>
              <a:gdLst>
                <a:gd name="textAreaLeft" fmla="*/ 0 w 4283640"/>
                <a:gd name="textAreaRight" fmla="*/ 4284720 w 4283640"/>
                <a:gd name="textAreaTop" fmla="*/ 0 h 2419920"/>
                <a:gd name="textAreaBottom" fmla="*/ 2421000 h 2419920"/>
              </a:gdLst>
              <a:ahLst/>
              <a:rect l="textAreaLeft" t="textAreaTop" r="textAreaRight" b="textAreaBottom"/>
              <a:pathLst>
                <a:path w="5275533" h="2980757">
                  <a:moveTo>
                    <a:pt x="0" y="0"/>
                  </a:moveTo>
                  <a:lnTo>
                    <a:pt x="201166" y="0"/>
                  </a:lnTo>
                  <a:lnTo>
                    <a:pt x="206734" y="89286"/>
                  </a:lnTo>
                  <a:cubicBezTo>
                    <a:pt x="212220" y="135755"/>
                    <a:pt x="220465" y="181731"/>
                    <a:pt x="232051" y="226897"/>
                  </a:cubicBezTo>
                  <a:cubicBezTo>
                    <a:pt x="254855" y="317344"/>
                    <a:pt x="290287" y="403854"/>
                    <a:pt x="332707" y="487120"/>
                  </a:cubicBezTo>
                  <a:cubicBezTo>
                    <a:pt x="354163" y="528696"/>
                    <a:pt x="377948" y="569461"/>
                    <a:pt x="402959" y="609647"/>
                  </a:cubicBezTo>
                  <a:cubicBezTo>
                    <a:pt x="428337" y="649717"/>
                    <a:pt x="455433" y="689209"/>
                    <a:pt x="483631" y="728236"/>
                  </a:cubicBezTo>
                  <a:cubicBezTo>
                    <a:pt x="540764" y="806061"/>
                    <a:pt x="604271" y="881569"/>
                    <a:pt x="669986" y="957424"/>
                  </a:cubicBezTo>
                  <a:cubicBezTo>
                    <a:pt x="735701" y="1033395"/>
                    <a:pt x="804359" y="1109366"/>
                    <a:pt x="871667" y="1188348"/>
                  </a:cubicBezTo>
                  <a:cubicBezTo>
                    <a:pt x="905383" y="1227723"/>
                    <a:pt x="938731" y="1268025"/>
                    <a:pt x="971956" y="1308905"/>
                  </a:cubicBezTo>
                  <a:lnTo>
                    <a:pt x="1020139" y="1368084"/>
                  </a:lnTo>
                  <a:cubicBezTo>
                    <a:pt x="1035954" y="1386962"/>
                    <a:pt x="1051035" y="1406302"/>
                    <a:pt x="1067340" y="1424715"/>
                  </a:cubicBezTo>
                  <a:cubicBezTo>
                    <a:pt x="1194602" y="1574573"/>
                    <a:pt x="1332652" y="1712503"/>
                    <a:pt x="1472909" y="1843252"/>
                  </a:cubicBezTo>
                  <a:cubicBezTo>
                    <a:pt x="1543406" y="1908337"/>
                    <a:pt x="1615128" y="1971221"/>
                    <a:pt x="1688567" y="2031559"/>
                  </a:cubicBezTo>
                  <a:cubicBezTo>
                    <a:pt x="1762006" y="2091895"/>
                    <a:pt x="1836793" y="2150263"/>
                    <a:pt x="1914401" y="2205156"/>
                  </a:cubicBezTo>
                  <a:cubicBezTo>
                    <a:pt x="2069003" y="2315176"/>
                    <a:pt x="2235742" y="2413498"/>
                    <a:pt x="2418909" y="2479741"/>
                  </a:cubicBezTo>
                  <a:cubicBezTo>
                    <a:pt x="2510249" y="2512863"/>
                    <a:pt x="2604898" y="2538225"/>
                    <a:pt x="2701141" y="2557333"/>
                  </a:cubicBezTo>
                  <a:cubicBezTo>
                    <a:pt x="2725293" y="2561850"/>
                    <a:pt x="2749201" y="2567062"/>
                    <a:pt x="2773475" y="2570999"/>
                  </a:cubicBezTo>
                  <a:lnTo>
                    <a:pt x="2846424" y="2582465"/>
                  </a:lnTo>
                  <a:cubicBezTo>
                    <a:pt x="2895343" y="2588602"/>
                    <a:pt x="2944261" y="2595088"/>
                    <a:pt x="2993669" y="2598909"/>
                  </a:cubicBezTo>
                  <a:cubicBezTo>
                    <a:pt x="3018313" y="2601110"/>
                    <a:pt x="3042956" y="2603195"/>
                    <a:pt x="3067721" y="2604237"/>
                  </a:cubicBezTo>
                  <a:cubicBezTo>
                    <a:pt x="3092487" y="2605394"/>
                    <a:pt x="3117130" y="2607247"/>
                    <a:pt x="3142019" y="2607943"/>
                  </a:cubicBezTo>
                  <a:lnTo>
                    <a:pt x="3216561" y="2609564"/>
                  </a:lnTo>
                  <a:cubicBezTo>
                    <a:pt x="3241326" y="2610142"/>
                    <a:pt x="3266337" y="2609333"/>
                    <a:pt x="3291225" y="2609217"/>
                  </a:cubicBezTo>
                  <a:lnTo>
                    <a:pt x="3328619" y="2608869"/>
                  </a:lnTo>
                  <a:cubicBezTo>
                    <a:pt x="3340757" y="2608522"/>
                    <a:pt x="3352649" y="2607827"/>
                    <a:pt x="3364665" y="2607363"/>
                  </a:cubicBezTo>
                  <a:cubicBezTo>
                    <a:pt x="3376679" y="2606784"/>
                    <a:pt x="3388695" y="2606438"/>
                    <a:pt x="3400587" y="2605627"/>
                  </a:cubicBezTo>
                  <a:lnTo>
                    <a:pt x="3436387" y="2602847"/>
                  </a:lnTo>
                  <a:cubicBezTo>
                    <a:pt x="3484079" y="2599257"/>
                    <a:pt x="3531404" y="2593235"/>
                    <a:pt x="3578361" y="2586286"/>
                  </a:cubicBezTo>
                  <a:cubicBezTo>
                    <a:pt x="3766310" y="2556871"/>
                    <a:pt x="3947025" y="2499314"/>
                    <a:pt x="4119159" y="2418594"/>
                  </a:cubicBezTo>
                  <a:cubicBezTo>
                    <a:pt x="4291907" y="2338801"/>
                    <a:pt x="4456317" y="2236657"/>
                    <a:pt x="4618765" y="2124668"/>
                  </a:cubicBezTo>
                  <a:cubicBezTo>
                    <a:pt x="4659346" y="2096759"/>
                    <a:pt x="4699682" y="2067575"/>
                    <a:pt x="4739895" y="2038275"/>
                  </a:cubicBezTo>
                  <a:cubicBezTo>
                    <a:pt x="4780355" y="2008976"/>
                    <a:pt x="4820691" y="1979212"/>
                    <a:pt x="4861027" y="1948986"/>
                  </a:cubicBezTo>
                  <a:lnTo>
                    <a:pt x="5106354" y="1763690"/>
                  </a:lnTo>
                  <a:lnTo>
                    <a:pt x="5275533" y="1641017"/>
                  </a:lnTo>
                  <a:lnTo>
                    <a:pt x="5275533" y="2257481"/>
                  </a:lnTo>
                  <a:lnTo>
                    <a:pt x="5168881" y="2332084"/>
                  </a:lnTo>
                  <a:cubicBezTo>
                    <a:pt x="5125235" y="2362079"/>
                    <a:pt x="5081099" y="2391958"/>
                    <a:pt x="5036225" y="2421489"/>
                  </a:cubicBezTo>
                  <a:cubicBezTo>
                    <a:pt x="4991231" y="2450790"/>
                    <a:pt x="4945867" y="2479857"/>
                    <a:pt x="4899401" y="2508347"/>
                  </a:cubicBezTo>
                  <a:cubicBezTo>
                    <a:pt x="4806959" y="2565440"/>
                    <a:pt x="4711574" y="2620798"/>
                    <a:pt x="4612145" y="2671407"/>
                  </a:cubicBezTo>
                  <a:cubicBezTo>
                    <a:pt x="4512836" y="2722247"/>
                    <a:pt x="4410095" y="2769496"/>
                    <a:pt x="4303187" y="2810030"/>
                  </a:cubicBezTo>
                  <a:cubicBezTo>
                    <a:pt x="4090349" y="2892256"/>
                    <a:pt x="3861694" y="2947728"/>
                    <a:pt x="3630835" y="2969500"/>
                  </a:cubicBezTo>
                  <a:cubicBezTo>
                    <a:pt x="3573089" y="2974712"/>
                    <a:pt x="3515343" y="2978649"/>
                    <a:pt x="3457719" y="2979808"/>
                  </a:cubicBezTo>
                  <a:lnTo>
                    <a:pt x="3414441" y="2980733"/>
                  </a:lnTo>
                  <a:cubicBezTo>
                    <a:pt x="3400097" y="2980850"/>
                    <a:pt x="3385630" y="2980502"/>
                    <a:pt x="3371285" y="2980502"/>
                  </a:cubicBezTo>
                  <a:lnTo>
                    <a:pt x="3328252" y="2980039"/>
                  </a:lnTo>
                  <a:lnTo>
                    <a:pt x="3286445" y="2978534"/>
                  </a:lnTo>
                  <a:cubicBezTo>
                    <a:pt x="3175121" y="2975174"/>
                    <a:pt x="3063553" y="2966837"/>
                    <a:pt x="2952475" y="2953402"/>
                  </a:cubicBezTo>
                  <a:cubicBezTo>
                    <a:pt x="2841275" y="2940664"/>
                    <a:pt x="2730319" y="2922365"/>
                    <a:pt x="2620591" y="2898046"/>
                  </a:cubicBezTo>
                  <a:cubicBezTo>
                    <a:pt x="2510984" y="2873494"/>
                    <a:pt x="2402235" y="2844426"/>
                    <a:pt x="2294591" y="2811305"/>
                  </a:cubicBezTo>
                  <a:cubicBezTo>
                    <a:pt x="2079669" y="2744483"/>
                    <a:pt x="1867198" y="2661331"/>
                    <a:pt x="1670544" y="2550501"/>
                  </a:cubicBezTo>
                  <a:cubicBezTo>
                    <a:pt x="1473767" y="2439903"/>
                    <a:pt x="1298079" y="2299657"/>
                    <a:pt x="1144703" y="2144472"/>
                  </a:cubicBezTo>
                  <a:cubicBezTo>
                    <a:pt x="1067586" y="2066996"/>
                    <a:pt x="997458" y="1984539"/>
                    <a:pt x="931497" y="1900114"/>
                  </a:cubicBezTo>
                  <a:cubicBezTo>
                    <a:pt x="865906" y="1815342"/>
                    <a:pt x="803500" y="1729295"/>
                    <a:pt x="745265" y="1641395"/>
                  </a:cubicBezTo>
                  <a:cubicBezTo>
                    <a:pt x="730307" y="1619623"/>
                    <a:pt x="716207" y="1597503"/>
                    <a:pt x="701741" y="1575500"/>
                  </a:cubicBezTo>
                  <a:lnTo>
                    <a:pt x="660178" y="1511573"/>
                  </a:lnTo>
                  <a:cubicBezTo>
                    <a:pt x="633574" y="1470229"/>
                    <a:pt x="605989" y="1429232"/>
                    <a:pt x="578158" y="1387656"/>
                  </a:cubicBezTo>
                  <a:lnTo>
                    <a:pt x="408230" y="1134497"/>
                  </a:lnTo>
                  <a:cubicBezTo>
                    <a:pt x="351220" y="1048219"/>
                    <a:pt x="294945" y="959392"/>
                    <a:pt x="242349" y="866860"/>
                  </a:cubicBezTo>
                  <a:cubicBezTo>
                    <a:pt x="216112" y="820536"/>
                    <a:pt x="190734" y="773402"/>
                    <a:pt x="167562" y="724994"/>
                  </a:cubicBezTo>
                  <a:cubicBezTo>
                    <a:pt x="144513" y="676469"/>
                    <a:pt x="123057" y="627019"/>
                    <a:pt x="104054" y="576525"/>
                  </a:cubicBezTo>
                  <a:cubicBezTo>
                    <a:pt x="85418" y="525917"/>
                    <a:pt x="68867" y="474613"/>
                    <a:pt x="55381" y="422499"/>
                  </a:cubicBezTo>
                  <a:cubicBezTo>
                    <a:pt x="49006" y="396442"/>
                    <a:pt x="42508" y="370269"/>
                    <a:pt x="37236" y="343980"/>
                  </a:cubicBezTo>
                  <a:lnTo>
                    <a:pt x="29267" y="304604"/>
                  </a:lnTo>
                  <a:lnTo>
                    <a:pt x="22646" y="265113"/>
                  </a:lnTo>
                  <a:cubicBezTo>
                    <a:pt x="14003" y="212420"/>
                    <a:pt x="7872" y="159582"/>
                    <a:pt x="3903" y="106787"/>
                  </a:cubicBezTo>
                  <a:close/>
                </a:path>
              </a:pathLst>
            </a:custGeom>
            <a:gradFill rotWithShape="0">
              <a:gsLst>
                <a:gs pos="2000">
                  <a:srgbClr val="ffffff">
                    <a:alpha val="10000"/>
                  </a:srgbClr>
                </a:gs>
                <a:gs pos="16000">
                  <a:srgbClr val="f19d19">
                    <a:alpha val="10000"/>
                  </a:srgbClr>
                </a:gs>
                <a:gs pos="85000">
                  <a:srgbClr val="1d9a78">
                    <a:alpha val="10000"/>
                  </a:srgbClr>
                </a:gs>
                <a:gs pos="100000">
                  <a:srgbClr val="ffffff">
                    <a:alpha val="10000"/>
                  </a:srgbClr>
                </a:gs>
              </a:gsLst>
              <a:lin ang="12000000"/>
            </a:gra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/>
          </p:style>
          <p:txBody>
            <a:bodyPr lIns="90000" rIns="90000" tIns="45000" bIns="45000" anchor="ctr">
              <a:noAutofit/>
            </a:bodyPr>
            <a:p>
              <a:pPr algn="ctr" defTabSz="914400">
                <a:lnSpc>
                  <a:spcPct val="100000"/>
                </a:lnSpc>
              </a:pPr>
              <a:endParaRPr b="0" lang="en-US" sz="1800" strike="noStrike" u="none">
                <a:solidFill>
                  <a:schemeClr val="lt1"/>
                </a:solidFill>
                <a:uFillTx/>
                <a:latin typeface="Calibri"/>
              </a:endParaRPr>
            </a:p>
          </p:txBody>
        </p:sp>
        <p:sp>
          <p:nvSpPr>
            <p:cNvPr id="684" name="Freeform: Shape 14">
              <a:extLs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/>
            <p:nvPr/>
          </p:nvSpPr>
          <p:spPr>
            <a:xfrm>
              <a:off x="7911000" y="0"/>
              <a:ext cx="4279680" cy="2376720"/>
            </a:xfrm>
            <a:custGeom>
              <a:avLst/>
              <a:gdLst>
                <a:gd name="textAreaLeft" fmla="*/ 0 w 4279680"/>
                <a:gd name="textAreaRight" fmla="*/ 4280760 w 4279680"/>
                <a:gd name="textAreaTop" fmla="*/ 0 h 2376720"/>
                <a:gd name="textAreaBottom" fmla="*/ 2377800 h 2376720"/>
              </a:gdLst>
              <a:ahLst/>
              <a:rect l="textAreaLeft" t="textAreaTop" r="textAreaRight" b="textAreaBottom"/>
              <a:pathLst>
                <a:path w="5270786" h="2927775">
                  <a:moveTo>
                    <a:pt x="0" y="0"/>
                  </a:moveTo>
                  <a:lnTo>
                    <a:pt x="613805" y="0"/>
                  </a:lnTo>
                  <a:lnTo>
                    <a:pt x="618487" y="85404"/>
                  </a:lnTo>
                  <a:cubicBezTo>
                    <a:pt x="650052" y="360109"/>
                    <a:pt x="792650" y="556543"/>
                    <a:pt x="1054084" y="895200"/>
                  </a:cubicBezTo>
                  <a:cubicBezTo>
                    <a:pt x="1126174" y="988542"/>
                    <a:pt x="1200716" y="1085128"/>
                    <a:pt x="1276976" y="1191325"/>
                  </a:cubicBezTo>
                  <a:cubicBezTo>
                    <a:pt x="1859704" y="2002688"/>
                    <a:pt x="2485223" y="2348843"/>
                    <a:pt x="3368450" y="2348843"/>
                  </a:cubicBezTo>
                  <a:cubicBezTo>
                    <a:pt x="3948114" y="2348843"/>
                    <a:pt x="4373422" y="2066846"/>
                    <a:pt x="4956151" y="1636730"/>
                  </a:cubicBezTo>
                  <a:cubicBezTo>
                    <a:pt x="5021253" y="1588668"/>
                    <a:pt x="5086356" y="1541186"/>
                    <a:pt x="5149372" y="1495325"/>
                  </a:cubicBezTo>
                  <a:lnTo>
                    <a:pt x="5270786" y="1406110"/>
                  </a:lnTo>
                  <a:lnTo>
                    <a:pt x="5270786" y="2138641"/>
                  </a:lnTo>
                  <a:lnTo>
                    <a:pt x="5112925" y="2253730"/>
                  </a:lnTo>
                  <a:cubicBezTo>
                    <a:pt x="4598179" y="2621786"/>
                    <a:pt x="4074961" y="2927775"/>
                    <a:pt x="3368327" y="2927775"/>
                  </a:cubicBezTo>
                  <a:cubicBezTo>
                    <a:pt x="2170746" y="2927775"/>
                    <a:pt x="1393203" y="2384512"/>
                    <a:pt x="769646" y="1516288"/>
                  </a:cubicBezTo>
                  <a:cubicBezTo>
                    <a:pt x="418850" y="1027932"/>
                    <a:pt x="48120" y="683401"/>
                    <a:pt x="3149" y="85252"/>
                  </a:cubicBezTo>
                  <a:close/>
                </a:path>
              </a:pathLst>
            </a:custGeom>
            <a:gradFill rotWithShape="0">
              <a:gsLst>
                <a:gs pos="2000">
                  <a:srgbClr val="ffffff">
                    <a:alpha val="10000"/>
                  </a:srgbClr>
                </a:gs>
                <a:gs pos="16000">
                  <a:srgbClr val="f19d19">
                    <a:alpha val="10000"/>
                  </a:srgbClr>
                </a:gs>
                <a:gs pos="85000">
                  <a:srgbClr val="1d9a78">
                    <a:alpha val="10000"/>
                  </a:srgbClr>
                </a:gs>
                <a:gs pos="100000">
                  <a:srgbClr val="ffffff">
                    <a:alpha val="10000"/>
                  </a:srgbClr>
                </a:gs>
              </a:gsLst>
              <a:lin ang="12000000"/>
            </a:gra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/>
          </p:style>
          <p:txBody>
            <a:bodyPr lIns="90000" rIns="90000" tIns="45000" bIns="45000" anchor="ctr">
              <a:noAutofit/>
            </a:bodyPr>
            <a:p>
              <a:pPr algn="ctr" defTabSz="914400">
                <a:lnSpc>
                  <a:spcPct val="100000"/>
                </a:lnSpc>
              </a:pPr>
              <a:endParaRPr b="0" lang="en-US" sz="1800" strike="noStrike" u="none">
                <a:solidFill>
                  <a:schemeClr val="lt1"/>
                </a:solidFill>
                <a:uFillTx/>
                <a:latin typeface="Calibri"/>
              </a:endParaRPr>
            </a:p>
          </p:txBody>
        </p:sp>
        <p:sp>
          <p:nvSpPr>
            <p:cNvPr id="685" name="Freeform: Shape 15">
              <a:extLs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/>
            <p:nvPr/>
          </p:nvSpPr>
          <p:spPr>
            <a:xfrm>
              <a:off x="7911000" y="0"/>
              <a:ext cx="4279680" cy="2376720"/>
            </a:xfrm>
            <a:custGeom>
              <a:avLst/>
              <a:gdLst>
                <a:gd name="textAreaLeft" fmla="*/ 0 w 4279680"/>
                <a:gd name="textAreaRight" fmla="*/ 4280760 w 4279680"/>
                <a:gd name="textAreaTop" fmla="*/ 0 h 2376720"/>
                <a:gd name="textAreaBottom" fmla="*/ 2377800 h 2376720"/>
              </a:gdLst>
              <a:ahLst/>
              <a:rect l="textAreaLeft" t="textAreaTop" r="textAreaRight" b="textAreaBottom"/>
              <a:pathLst>
                <a:path w="5270786" h="2927775">
                  <a:moveTo>
                    <a:pt x="0" y="0"/>
                  </a:moveTo>
                  <a:lnTo>
                    <a:pt x="736294" y="0"/>
                  </a:lnTo>
                  <a:lnTo>
                    <a:pt x="740298" y="72745"/>
                  </a:lnTo>
                  <a:cubicBezTo>
                    <a:pt x="768839" y="319371"/>
                    <a:pt x="898885" y="497858"/>
                    <a:pt x="1153024" y="826989"/>
                  </a:cubicBezTo>
                  <a:cubicBezTo>
                    <a:pt x="1225727" y="921142"/>
                    <a:pt x="1300882" y="1018537"/>
                    <a:pt x="1378368" y="1126356"/>
                  </a:cubicBezTo>
                  <a:cubicBezTo>
                    <a:pt x="1652384" y="1507833"/>
                    <a:pt x="1933512" y="1779060"/>
                    <a:pt x="2238056" y="1955322"/>
                  </a:cubicBezTo>
                  <a:cubicBezTo>
                    <a:pt x="2560868" y="2142238"/>
                    <a:pt x="2930637" y="2233033"/>
                    <a:pt x="3368327" y="2233033"/>
                  </a:cubicBezTo>
                  <a:cubicBezTo>
                    <a:pt x="3616720" y="2233033"/>
                    <a:pt x="3847703" y="2176866"/>
                    <a:pt x="4095360" y="2056192"/>
                  </a:cubicBezTo>
                  <a:cubicBezTo>
                    <a:pt x="4349636" y="1932276"/>
                    <a:pt x="4601340" y="1751613"/>
                    <a:pt x="4880506" y="1545587"/>
                  </a:cubicBezTo>
                  <a:cubicBezTo>
                    <a:pt x="4945974" y="1497295"/>
                    <a:pt x="5011199" y="1449697"/>
                    <a:pt x="5074340" y="1403721"/>
                  </a:cubicBezTo>
                  <a:lnTo>
                    <a:pt x="5270786" y="1259367"/>
                  </a:lnTo>
                  <a:lnTo>
                    <a:pt x="5270786" y="2138641"/>
                  </a:lnTo>
                  <a:lnTo>
                    <a:pt x="5112925" y="2253730"/>
                  </a:lnTo>
                  <a:cubicBezTo>
                    <a:pt x="4598179" y="2621786"/>
                    <a:pt x="4074961" y="2927775"/>
                    <a:pt x="3368327" y="2927775"/>
                  </a:cubicBezTo>
                  <a:cubicBezTo>
                    <a:pt x="2170746" y="2927775"/>
                    <a:pt x="1393203" y="2384512"/>
                    <a:pt x="769646" y="1516288"/>
                  </a:cubicBezTo>
                  <a:cubicBezTo>
                    <a:pt x="418850" y="1027932"/>
                    <a:pt x="48120" y="683401"/>
                    <a:pt x="3149" y="85252"/>
                  </a:cubicBezTo>
                  <a:close/>
                </a:path>
              </a:pathLst>
            </a:custGeom>
            <a:gradFill rotWithShape="0">
              <a:gsLst>
                <a:gs pos="2000">
                  <a:srgbClr val="ffffff">
                    <a:alpha val="10000"/>
                  </a:srgbClr>
                </a:gs>
                <a:gs pos="16000">
                  <a:srgbClr val="f19d19">
                    <a:alpha val="10000"/>
                  </a:srgbClr>
                </a:gs>
                <a:gs pos="85000">
                  <a:srgbClr val="1d9a78">
                    <a:alpha val="10000"/>
                  </a:srgbClr>
                </a:gs>
                <a:gs pos="100000">
                  <a:srgbClr val="ffffff">
                    <a:alpha val="10000"/>
                  </a:srgbClr>
                </a:gs>
              </a:gsLst>
              <a:lin ang="12000000"/>
            </a:gra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/>
          </p:style>
          <p:txBody>
            <a:bodyPr lIns="90000" rIns="90000" tIns="45000" bIns="45000" anchor="ctr">
              <a:noAutofit/>
            </a:bodyPr>
            <a:p>
              <a:pPr algn="ctr" defTabSz="914400">
                <a:lnSpc>
                  <a:spcPct val="100000"/>
                </a:lnSpc>
              </a:pPr>
              <a:endParaRPr b="0" lang="en-US" sz="1800" strike="noStrike" u="none">
                <a:solidFill>
                  <a:schemeClr val="lt1"/>
                </a:solidFill>
                <a:uFillTx/>
                <a:latin typeface="Calibri"/>
              </a:endParaRPr>
            </a:p>
          </p:txBody>
        </p:sp>
      </p:grpSp>
      <p:sp>
        <p:nvSpPr>
          <p:cNvPr id="686" name="PlaceHolder 2"/>
          <p:cNvSpPr>
            <a:spLocks noGrp="1"/>
          </p:cNvSpPr>
          <p:nvPr>
            <p:ph/>
          </p:nvPr>
        </p:nvSpPr>
        <p:spPr>
          <a:xfrm>
            <a:off x="1179360" y="3049200"/>
            <a:ext cx="9832320" cy="294444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ctr">
            <a:normAutofit/>
          </a:bodyPr>
          <a:p>
            <a:pPr marL="228600" indent="-228600" defTabSz="914400">
              <a:lnSpc>
                <a:spcPct val="90000"/>
              </a:lnSpc>
              <a:spcBef>
                <a:spcPts val="1001"/>
              </a:spcBef>
              <a:buClr>
                <a:srgbClr val="44546a"/>
              </a:buClr>
              <a:buFont typeface="Arial"/>
              <a:buChar char="•"/>
            </a:pPr>
            <a:r>
              <a:rPr b="0" lang="de-DE" sz="1100" strike="noStrike" u="none">
                <a:solidFill>
                  <a:schemeClr val="dk2"/>
                </a:solidFill>
                <a:uFillTx/>
                <a:latin typeface="Calibri"/>
              </a:rPr>
              <a:t>Erweitere CustomerListComponent</a:t>
            </a:r>
            <a:endParaRPr b="0" lang="de-DE" sz="1100" strike="noStrike" u="none">
              <a:solidFill>
                <a:srgbClr val="000000"/>
              </a:solidFill>
              <a:uFillTx/>
              <a:latin typeface="Arial"/>
            </a:endParaRPr>
          </a:p>
          <a:p>
            <a:pPr lvl="1" marL="685800" indent="-228600" defTabSz="914400">
              <a:lnSpc>
                <a:spcPct val="90000"/>
              </a:lnSpc>
              <a:spcBef>
                <a:spcPts val="499"/>
              </a:spcBef>
              <a:buClr>
                <a:srgbClr val="44546a"/>
              </a:buClr>
              <a:buFont typeface="Arial"/>
              <a:buChar char="•"/>
            </a:pPr>
            <a:r>
              <a:rPr b="0" lang="de-DE" sz="1100" strike="noStrike" u="none">
                <a:solidFill>
                  <a:schemeClr val="dk2"/>
                </a:solidFill>
                <a:uFillTx/>
                <a:latin typeface="Calibri"/>
              </a:rPr>
              <a:t>Erstelle in CustomerListComponent ein Output customerSelected</a:t>
            </a:r>
            <a:endParaRPr b="0" lang="de-DE" sz="1100" strike="noStrike" u="none">
              <a:solidFill>
                <a:srgbClr val="000000"/>
              </a:solidFill>
              <a:uFillTx/>
              <a:latin typeface="Arial"/>
            </a:endParaRPr>
          </a:p>
          <a:p>
            <a:pPr lvl="1" marL="685800" indent="-228600" defTabSz="914400">
              <a:lnSpc>
                <a:spcPct val="90000"/>
              </a:lnSpc>
              <a:spcBef>
                <a:spcPts val="499"/>
              </a:spcBef>
              <a:buClr>
                <a:srgbClr val="44546a"/>
              </a:buClr>
              <a:buFont typeface="Arial"/>
              <a:buChar char="•"/>
            </a:pPr>
            <a:r>
              <a:rPr b="0" lang="de-DE" sz="1100" strike="noStrike" u="none">
                <a:solidFill>
                  <a:schemeClr val="dk2"/>
                </a:solidFill>
                <a:uFillTx/>
                <a:latin typeface="Calibri"/>
              </a:rPr>
              <a:t>Emitte in CustomerListComponent#listItemClicked customerSelected ein Event</a:t>
            </a:r>
            <a:endParaRPr b="0" lang="de-DE" sz="1100" strike="noStrike" u="none">
              <a:solidFill>
                <a:srgbClr val="000000"/>
              </a:solidFill>
              <a:uFillTx/>
              <a:latin typeface="Arial"/>
            </a:endParaRPr>
          </a:p>
          <a:p>
            <a:pPr lvl="1" marL="685800" indent="-228600" defTabSz="914400">
              <a:lnSpc>
                <a:spcPct val="90000"/>
              </a:lnSpc>
              <a:spcBef>
                <a:spcPts val="499"/>
              </a:spcBef>
              <a:buClr>
                <a:srgbClr val="44546a"/>
              </a:buClr>
              <a:buFont typeface="Arial"/>
              <a:buChar char="•"/>
            </a:pPr>
            <a:r>
              <a:rPr b="0" lang="de-DE" sz="1100" strike="noStrike" u="none">
                <a:solidFill>
                  <a:schemeClr val="dk2"/>
                </a:solidFill>
                <a:uFillTx/>
                <a:latin typeface="Calibri"/>
              </a:rPr>
              <a:t>Erstelle in AppComponent ein Event-Binding für customerSelected an CustomerListComponent</a:t>
            </a:r>
            <a:endParaRPr b="0" lang="de-DE" sz="1100" strike="noStrike" u="none">
              <a:solidFill>
                <a:srgbClr val="000000"/>
              </a:solidFill>
              <a:uFillTx/>
              <a:latin typeface="Arial"/>
            </a:endParaRPr>
          </a:p>
          <a:p>
            <a:pPr lvl="1" marL="685800" indent="-228600" defTabSz="914400">
              <a:lnSpc>
                <a:spcPct val="90000"/>
              </a:lnSpc>
              <a:spcBef>
                <a:spcPts val="499"/>
              </a:spcBef>
              <a:buClr>
                <a:srgbClr val="44546a"/>
              </a:buClr>
              <a:buFont typeface="Arial"/>
              <a:buChar char="•"/>
            </a:pPr>
            <a:r>
              <a:rPr b="0" lang="de-DE" sz="1100" strike="noStrike" u="none">
                <a:solidFill>
                  <a:schemeClr val="dk2"/>
                </a:solidFill>
                <a:uFillTx/>
                <a:latin typeface="Calibri"/>
              </a:rPr>
              <a:t>Speichere in AppComponent das zuletzt selektierte Customer</a:t>
            </a:r>
            <a:endParaRPr b="0" lang="de-DE" sz="1100" strike="noStrike" u="none">
              <a:solidFill>
                <a:srgbClr val="000000"/>
              </a:solidFill>
              <a:uFillTx/>
              <a:latin typeface="Arial"/>
            </a:endParaRPr>
          </a:p>
          <a:p>
            <a:pPr marL="228600" indent="-228600" defTabSz="914400">
              <a:lnSpc>
                <a:spcPct val="90000"/>
              </a:lnSpc>
              <a:spcBef>
                <a:spcPts val="1001"/>
              </a:spcBef>
              <a:buClr>
                <a:srgbClr val="44546a"/>
              </a:buClr>
              <a:buFont typeface="Arial"/>
              <a:buChar char="•"/>
            </a:pPr>
            <a:r>
              <a:rPr b="0" lang="de-DE" sz="1100" strike="noStrike" u="none">
                <a:solidFill>
                  <a:schemeClr val="dk2"/>
                </a:solidFill>
                <a:uFillTx/>
                <a:latin typeface="Calibri"/>
              </a:rPr>
              <a:t>Erstelle eine Komponente CustomerDetailsComponent</a:t>
            </a:r>
            <a:endParaRPr b="0" lang="de-DE" sz="1100" strike="noStrike" u="none">
              <a:solidFill>
                <a:srgbClr val="000000"/>
              </a:solidFill>
              <a:uFillTx/>
              <a:latin typeface="Arial"/>
            </a:endParaRPr>
          </a:p>
          <a:p>
            <a:pPr lvl="1" marL="685800" indent="-228600" defTabSz="914400">
              <a:lnSpc>
                <a:spcPct val="90000"/>
              </a:lnSpc>
              <a:spcBef>
                <a:spcPts val="499"/>
              </a:spcBef>
              <a:buClr>
                <a:srgbClr val="44546a"/>
              </a:buClr>
              <a:buFont typeface="Arial"/>
              <a:buChar char="•"/>
            </a:pPr>
            <a:r>
              <a:rPr b="0" lang="de-DE" sz="1100" strike="noStrike" u="none">
                <a:solidFill>
                  <a:schemeClr val="dk2"/>
                </a:solidFill>
                <a:uFillTx/>
                <a:latin typeface="Calibri"/>
              </a:rPr>
              <a:t>Generieren per ng generate component customer/customer-details</a:t>
            </a:r>
            <a:endParaRPr b="0" lang="de-DE" sz="1100" strike="noStrike" u="none">
              <a:solidFill>
                <a:srgbClr val="000000"/>
              </a:solidFill>
              <a:uFillTx/>
              <a:latin typeface="Arial"/>
            </a:endParaRPr>
          </a:p>
          <a:p>
            <a:pPr lvl="1" marL="685800" indent="-228600" defTabSz="914400">
              <a:lnSpc>
                <a:spcPct val="90000"/>
              </a:lnSpc>
              <a:spcBef>
                <a:spcPts val="499"/>
              </a:spcBef>
              <a:buClr>
                <a:srgbClr val="44546a"/>
              </a:buClr>
              <a:buFont typeface="Arial"/>
              <a:buChar char="•"/>
            </a:pPr>
            <a:r>
              <a:rPr b="0" lang="de-DE" sz="1100" strike="noStrike" u="none">
                <a:solidFill>
                  <a:schemeClr val="dk2"/>
                </a:solidFill>
                <a:uFillTx/>
                <a:latin typeface="Calibri"/>
              </a:rPr>
              <a:t>Erstelle eine Property customer und zeige im Template dessen Properties an</a:t>
            </a:r>
            <a:endParaRPr b="0" lang="de-DE" sz="1100" strike="noStrike" u="none">
              <a:solidFill>
                <a:srgbClr val="000000"/>
              </a:solidFill>
              <a:uFillTx/>
              <a:latin typeface="Arial"/>
            </a:endParaRPr>
          </a:p>
          <a:p>
            <a:pPr lvl="1" marL="685800" indent="-228600" defTabSz="914400">
              <a:lnSpc>
                <a:spcPct val="90000"/>
              </a:lnSpc>
              <a:spcBef>
                <a:spcPts val="499"/>
              </a:spcBef>
              <a:buClr>
                <a:srgbClr val="44546a"/>
              </a:buClr>
              <a:buFont typeface="Arial"/>
              <a:buChar char="•"/>
            </a:pPr>
            <a:r>
              <a:rPr b="0" lang="de-DE" sz="1100" strike="noStrike" u="none">
                <a:solidFill>
                  <a:schemeClr val="dk2"/>
                </a:solidFill>
                <a:uFillTx/>
                <a:latin typeface="Calibri"/>
              </a:rPr>
              <a:t>Exportiere CustomerDetailsComponent in CustomerModule</a:t>
            </a:r>
            <a:endParaRPr b="0" lang="de-DE" sz="1100" strike="noStrike" u="none">
              <a:solidFill>
                <a:srgbClr val="000000"/>
              </a:solidFill>
              <a:uFillTx/>
              <a:latin typeface="Arial"/>
            </a:endParaRPr>
          </a:p>
          <a:p>
            <a:pPr marL="228600" indent="-228600" defTabSz="914400">
              <a:lnSpc>
                <a:spcPct val="90000"/>
              </a:lnSpc>
              <a:spcBef>
                <a:spcPts val="1001"/>
              </a:spcBef>
              <a:buClr>
                <a:srgbClr val="44546a"/>
              </a:buClr>
              <a:buFont typeface="Arial"/>
              <a:buChar char="•"/>
            </a:pPr>
            <a:r>
              <a:rPr b="0" lang="de-DE" sz="1100" strike="noStrike" u="none">
                <a:solidFill>
                  <a:schemeClr val="dk2"/>
                </a:solidFill>
                <a:uFillTx/>
                <a:latin typeface="Calibri"/>
              </a:rPr>
              <a:t>Verbinde die beiden Komponenten in AppComponent</a:t>
            </a:r>
            <a:endParaRPr b="0" lang="de-DE" sz="1100" strike="noStrike" u="none">
              <a:solidFill>
                <a:srgbClr val="000000"/>
              </a:solidFill>
              <a:uFillTx/>
              <a:latin typeface="Arial"/>
            </a:endParaRPr>
          </a:p>
          <a:p>
            <a:pPr lvl="1" marL="685800" indent="-228600" defTabSz="914400">
              <a:lnSpc>
                <a:spcPct val="90000"/>
              </a:lnSpc>
              <a:spcBef>
                <a:spcPts val="499"/>
              </a:spcBef>
              <a:buClr>
                <a:srgbClr val="44546a"/>
              </a:buClr>
              <a:buFont typeface="Arial"/>
              <a:buChar char="•"/>
            </a:pPr>
            <a:r>
              <a:rPr b="0" lang="de-DE" sz="1100" strike="noStrike" u="none">
                <a:solidFill>
                  <a:schemeClr val="dk2"/>
                </a:solidFill>
                <a:uFillTx/>
                <a:latin typeface="Calibri"/>
              </a:rPr>
              <a:t>Binde CustomerDetailsComponent in AppComponent ein (parallel zu CustomerListComponent)</a:t>
            </a:r>
            <a:endParaRPr b="0" lang="de-DE" sz="1100" strike="noStrike" u="none">
              <a:solidFill>
                <a:srgbClr val="000000"/>
              </a:solidFill>
              <a:uFillTx/>
              <a:latin typeface="Arial"/>
            </a:endParaRPr>
          </a:p>
          <a:p>
            <a:pPr lvl="1" marL="685800" indent="-228600" defTabSz="914400">
              <a:lnSpc>
                <a:spcPct val="90000"/>
              </a:lnSpc>
              <a:spcBef>
                <a:spcPts val="499"/>
              </a:spcBef>
              <a:buClr>
                <a:srgbClr val="44546a"/>
              </a:buClr>
              <a:buFont typeface="Arial"/>
              <a:buChar char="•"/>
            </a:pPr>
            <a:r>
              <a:rPr b="0" lang="de-DE" sz="1100" strike="noStrike" u="none">
                <a:solidFill>
                  <a:schemeClr val="dk2"/>
                </a:solidFill>
                <a:uFillTx/>
                <a:latin typeface="Calibri"/>
              </a:rPr>
              <a:t>Reiche das selektierte Customer an CustomerDetailsComponentweiter (Property als Input definieren)</a:t>
            </a:r>
            <a:endParaRPr b="0" lang="de-DE" sz="1100" strike="noStrike" u="none">
              <a:solidFill>
                <a:srgbClr val="000000"/>
              </a:solidFill>
              <a:uFillTx/>
              <a:latin typeface="Arial"/>
            </a:endParaRPr>
          </a:p>
          <a:p>
            <a:pPr lvl="1" marL="685800" indent="-228600" defTabSz="914400">
              <a:lnSpc>
                <a:spcPct val="90000"/>
              </a:lnSpc>
              <a:spcBef>
                <a:spcPts val="499"/>
              </a:spcBef>
              <a:buClr>
                <a:srgbClr val="44546a"/>
              </a:buClr>
              <a:buFont typeface="Arial"/>
              <a:buChar char="•"/>
            </a:pPr>
            <a:r>
              <a:rPr b="0" lang="de-DE" sz="1100" strike="noStrike" u="none">
                <a:solidFill>
                  <a:schemeClr val="dk2"/>
                </a:solidFill>
                <a:uFillTx/>
                <a:latin typeface="Calibri"/>
              </a:rPr>
              <a:t>Zeige in AppComponent die Detail-Ansicht nur an, wenn ein Customer selektiert wurde (NPE vermeiden)</a:t>
            </a:r>
            <a:endParaRPr b="0" lang="de-DE" sz="1100" strike="noStrike" u="none">
              <a:solidFill>
                <a:srgbClr val="000000"/>
              </a:solidFill>
              <a:uFillTx/>
              <a:latin typeface="Arial"/>
            </a:endParaRPr>
          </a:p>
          <a:p>
            <a:pPr indent="0" defTabSz="914400">
              <a:lnSpc>
                <a:spcPct val="90000"/>
              </a:lnSpc>
              <a:spcBef>
                <a:spcPts val="1001"/>
              </a:spcBef>
              <a:buNone/>
              <a:tabLst>
                <a:tab algn="l" pos="0"/>
              </a:tabLst>
            </a:pPr>
            <a:endParaRPr b="0" lang="de-DE" sz="1100" strike="noStrike" u="none">
              <a:solidFill>
                <a:srgbClr val="000000"/>
              </a:solidFill>
              <a:uFillTx/>
              <a:latin typeface="Arial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135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bg>
      <p:bgPr>
        <a:solidFill>
          <a:schemeClr val="lt1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87" name="Rectangle 9">
            <a:extLst>
              <a:ext uri="{C183D7F6-B498-43B3-948B-1728B52AA6E4}">
                <adec:decorative xmlns:adec="http://schemas.microsoft.com/office/drawing/2017/decorative" val="1"/>
              </a:ext>
            </a:extLst>
          </p:cNvPr>
          <p:cNvSpPr/>
          <p:nvPr/>
        </p:nvSpPr>
        <p:spPr>
          <a:xfrm>
            <a:off x="0" y="0"/>
            <a:ext cx="12191040" cy="6856920"/>
          </a:xfrm>
          <a:prstGeom prst="rect">
            <a:avLst/>
          </a:prstGeom>
          <a:solidFill>
            <a:schemeClr val="accent1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 algn="ctr" defTabSz="914400">
              <a:lnSpc>
                <a:spcPct val="100000"/>
              </a:lnSpc>
              <a:tabLst>
                <a:tab algn="l" pos="0"/>
              </a:tabLst>
            </a:pPr>
            <a:endParaRPr b="0" lang="en-US" sz="1800" strike="noStrike" u="none">
              <a:solidFill>
                <a:srgbClr val="ffffff"/>
              </a:solidFill>
              <a:uFillTx/>
              <a:latin typeface="Calibri"/>
            </a:endParaRPr>
          </a:p>
        </p:txBody>
      </p:sp>
      <p:sp>
        <p:nvSpPr>
          <p:cNvPr id="688" name="PlaceHolder 1"/>
          <p:cNvSpPr>
            <a:spLocks noGrp="1"/>
          </p:cNvSpPr>
          <p:nvPr>
            <p:ph type="title"/>
          </p:nvPr>
        </p:nvSpPr>
        <p:spPr>
          <a:xfrm>
            <a:off x="1848600" y="3298680"/>
            <a:ext cx="8493840" cy="178344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b">
            <a:normAutofit/>
          </a:bodyPr>
          <a:p>
            <a:pPr indent="0" algn="ctr" defTabSz="914400">
              <a:lnSpc>
                <a:spcPct val="90000"/>
              </a:lnSpc>
              <a:buNone/>
              <a:tabLst>
                <a:tab algn="l" pos="0"/>
              </a:tabLst>
            </a:pPr>
            <a:r>
              <a:rPr b="0" lang="en-US" sz="6000" strike="noStrike" u="none">
                <a:solidFill>
                  <a:srgbClr val="ffffff"/>
                </a:solidFill>
                <a:uFillTx/>
                <a:latin typeface="Calibri Light"/>
              </a:rPr>
              <a:t>Expression Language </a:t>
            </a:r>
            <a:endParaRPr b="0" lang="de-DE" sz="6000" strike="noStrike" u="none">
              <a:solidFill>
                <a:srgbClr val="000000"/>
              </a:solidFill>
              <a:uFillTx/>
              <a:latin typeface="Arial"/>
            </a:endParaRPr>
          </a:p>
        </p:txBody>
      </p:sp>
      <p:sp>
        <p:nvSpPr>
          <p:cNvPr id="689" name="Oval 11">
            <a:extLst>
              <a:ext uri="{C183D7F6-B498-43B3-948B-1728B52AA6E4}">
                <adec:decorative xmlns:adec="http://schemas.microsoft.com/office/drawing/2017/decorative" val="1"/>
              </a:ext>
            </a:extLst>
          </p:cNvPr>
          <p:cNvSpPr/>
          <p:nvPr/>
        </p:nvSpPr>
        <p:spPr>
          <a:xfrm>
            <a:off x="5025960" y="889200"/>
            <a:ext cx="2139120" cy="2139120"/>
          </a:xfrm>
          <a:prstGeom prst="ellipse">
            <a:avLst/>
          </a:prstGeom>
          <a:solidFill>
            <a:srgbClr val="ffffff"/>
          </a:solidFill>
          <a:ln w="19050">
            <a:solidFill>
              <a:srgbClr val="1d9a78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 algn="ctr" defTabSz="914400">
              <a:lnSpc>
                <a:spcPct val="100000"/>
              </a:lnSpc>
              <a:tabLst>
                <a:tab algn="l" pos="0"/>
              </a:tabLst>
            </a:pPr>
            <a:endParaRPr b="0" lang="en-US" sz="1800" strike="noStrike" u="none">
              <a:solidFill>
                <a:srgbClr val="ffffff"/>
              </a:solidFill>
              <a:uFillTx/>
              <a:latin typeface="Calibri"/>
            </a:endParaRPr>
          </a:p>
        </p:txBody>
      </p:sp>
      <p:pic>
        <p:nvPicPr>
          <p:cNvPr id="690" name="Graphic 6" descr="Bleistift"/>
          <p:cNvPicPr/>
          <p:nvPr/>
        </p:nvPicPr>
        <p:blipFill>
          <a:blip r:embed="rId1">
            <a:extLst>
              <a:ext uri="{96DAC541-7B7A-43D3-8B79-37D633B846F1}">
                <asvg:svgBlip xmlns:asvg="http://schemas.microsoft.com/office/drawing/2016/SVG/main" r:embed="rId2"/>
              </a:ext>
            </a:extLst>
          </a:blip>
          <a:stretch/>
        </p:blipFill>
        <p:spPr>
          <a:xfrm>
            <a:off x="5508360" y="1371600"/>
            <a:ext cx="1174320" cy="1174320"/>
          </a:xfrm>
          <a:prstGeom prst="rect">
            <a:avLst/>
          </a:prstGeom>
          <a:noFill/>
          <a:ln w="0">
            <a:noFill/>
          </a:ln>
        </p:spPr>
      </p:pic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136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91" name="PlaceHolder 1"/>
          <p:cNvSpPr>
            <a:spLocks noGrp="1"/>
          </p:cNvSpPr>
          <p:nvPr>
            <p:ph type="title"/>
          </p:nvPr>
        </p:nvSpPr>
        <p:spPr>
          <a:xfrm>
            <a:off x="838080" y="365040"/>
            <a:ext cx="10514520" cy="132444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ctr">
            <a:noAutofit/>
          </a:bodyPr>
          <a:p>
            <a:pPr indent="0" defTabSz="914400">
              <a:lnSpc>
                <a:spcPct val="90000"/>
              </a:lnSpc>
              <a:buNone/>
              <a:tabLst>
                <a:tab algn="l" pos="0"/>
              </a:tabLst>
            </a:pPr>
            <a:r>
              <a:rPr b="0" lang="de-DE" sz="4400" strike="noStrike" u="none">
                <a:solidFill>
                  <a:schemeClr val="dk1"/>
                </a:solidFill>
                <a:uFillTx/>
                <a:latin typeface="Calibri Light"/>
              </a:rPr>
              <a:t>Was wir fast alles schon kennen</a:t>
            </a:r>
            <a:endParaRPr b="0" lang="de-DE" sz="4400" strike="noStrike" u="none">
              <a:solidFill>
                <a:srgbClr val="000000"/>
              </a:solidFill>
              <a:uFillTx/>
              <a:latin typeface="Arial"/>
            </a:endParaRPr>
          </a:p>
        </p:txBody>
      </p:sp>
      <p:graphicFrame>
        <p:nvGraphicFramePr>
          <p:cNvPr id="692" name="Tabelle 5"/>
          <p:cNvGraphicFramePr/>
          <p:nvPr/>
        </p:nvGraphicFramePr>
        <p:xfrm>
          <a:off x="838080" y="1825560"/>
          <a:ext cx="10515240" cy="2104200"/>
        </p:xfrm>
        <a:graphic>
          <a:graphicData uri="http://schemas.openxmlformats.org/drawingml/2006/table">
            <a:tbl>
              <a:tblPr/>
              <a:tblGrid>
                <a:gridCol w="5257800"/>
                <a:gridCol w="5257800"/>
              </a:tblGrid>
              <a:tr h="370800">
                <a:tc>
                  <a:txBody>
                    <a:bodyPr anchor="t">
                      <a:noAutofit/>
                    </a:bodyPr>
                    <a:p>
                      <a:pPr defTabSz="914400">
                        <a:lnSpc>
                          <a:spcPct val="100000"/>
                        </a:lnSpc>
                      </a:pPr>
                      <a:r>
                        <a:rPr b="0" lang="de-DE" sz="1800" strike="noStrike" u="none">
                          <a:solidFill>
                            <a:schemeClr val="dk1"/>
                          </a:solidFill>
                          <a:uFillTx/>
                          <a:latin typeface="Calibri"/>
                        </a:rPr>
                        <a:t>Interpolation</a:t>
                      </a:r>
                      <a:endParaRPr b="0" lang="de-DE" sz="1800" strike="noStrike" u="none">
                        <a:solidFill>
                          <a:srgbClr val="ffffff"/>
                        </a:solidFill>
                        <a:uFillTx/>
                        <a:latin typeface="Arial"/>
                      </a:endParaRPr>
                    </a:p>
                  </a:txBody>
                  <a:tcPr anchor="t" marL="91440" marR="91440">
                    <a:lnL w="12240">
                      <a:solidFill>
                        <a:srgbClr val="1d9a78"/>
                      </a:solidFill>
                      <a:prstDash val="solid"/>
                    </a:lnL>
                    <a:lnR w="12240">
                      <a:solidFill>
                        <a:srgbClr val="1d9a78"/>
                      </a:solidFill>
                      <a:prstDash val="solid"/>
                    </a:lnR>
                    <a:lnT w="12240">
                      <a:solidFill>
                        <a:srgbClr val="1d9a78"/>
                      </a:solidFill>
                      <a:prstDash val="solid"/>
                    </a:lnT>
                    <a:lnB w="12240">
                      <a:solidFill>
                        <a:srgbClr val="1d9a78"/>
                      </a:solidFill>
                      <a:prstDash val="solid"/>
                    </a:lnB>
                    <a:solidFill>
                      <a:schemeClr val="accent1">
                        <a:alpha val="20000"/>
                      </a:schemeClr>
                    </a:solidFill>
                  </a:tcPr>
                </a:tc>
                <a:tc>
                  <a:txBody>
                    <a:bodyPr anchor="t">
                      <a:noAutofit/>
                    </a:bodyPr>
                    <a:p>
                      <a:pPr defTabSz="914400">
                        <a:lnSpc>
                          <a:spcPct val="100000"/>
                        </a:lnSpc>
                        <a:tabLst>
                          <a:tab algn="l" pos="0"/>
                        </a:tabLst>
                      </a:pPr>
                      <a:r>
                        <a:rPr b="0" lang="de-DE" sz="1800" strike="noStrike" u="none">
                          <a:solidFill>
                            <a:schemeClr val="dk1"/>
                          </a:solidFill>
                          <a:uFillTx/>
                          <a:latin typeface="Calibri"/>
                        </a:rPr>
                        <a:t> </a:t>
                      </a:r>
                      <a:r>
                        <a:rPr b="0" lang="de-DE" sz="1800" strike="noStrike" u="none">
                          <a:solidFill>
                            <a:schemeClr val="dk1"/>
                          </a:solidFill>
                          <a:uFillTx/>
                          <a:latin typeface="Calibri"/>
                        </a:rPr>
                        <a:t>{{ expression }}</a:t>
                      </a:r>
                      <a:endParaRPr b="0" lang="de-DE" sz="1800" strike="noStrike" u="none">
                        <a:solidFill>
                          <a:srgbClr val="ffffff"/>
                        </a:solidFill>
                        <a:uFillTx/>
                        <a:latin typeface="Arial"/>
                      </a:endParaRPr>
                    </a:p>
                    <a:p>
                      <a:pPr defTabSz="914400">
                        <a:lnSpc>
                          <a:spcPct val="100000"/>
                        </a:lnSpc>
                        <a:tabLst>
                          <a:tab algn="l" pos="0"/>
                        </a:tabLst>
                      </a:pPr>
                      <a:endParaRPr b="0" lang="de-DE" sz="1800" strike="noStrike" u="none">
                        <a:solidFill>
                          <a:srgbClr val="ffffff"/>
                        </a:solidFill>
                        <a:uFillTx/>
                        <a:latin typeface="Arial"/>
                      </a:endParaRPr>
                    </a:p>
                  </a:txBody>
                  <a:tcPr anchor="t" marL="91440" marR="91440">
                    <a:lnL w="12240">
                      <a:solidFill>
                        <a:srgbClr val="1d9a78"/>
                      </a:solidFill>
                      <a:prstDash val="solid"/>
                    </a:lnL>
                    <a:lnR w="12240">
                      <a:solidFill>
                        <a:srgbClr val="1d9a78"/>
                      </a:solidFill>
                      <a:prstDash val="solid"/>
                    </a:lnR>
                    <a:lnT w="12240">
                      <a:solidFill>
                        <a:srgbClr val="1d9a78"/>
                      </a:solidFill>
                      <a:prstDash val="solid"/>
                    </a:lnT>
                    <a:lnB w="12240">
                      <a:solidFill>
                        <a:srgbClr val="1d9a78"/>
                      </a:solidFill>
                      <a:prstDash val="solid"/>
                    </a:lnB>
                    <a:solidFill>
                      <a:schemeClr val="accent1">
                        <a:alpha val="20000"/>
                      </a:schemeClr>
                    </a:solidFill>
                  </a:tcPr>
                </a:tc>
              </a:tr>
              <a:tr h="370800">
                <a:tc>
                  <a:txBody>
                    <a:bodyPr anchor="t">
                      <a:noAutofit/>
                    </a:bodyPr>
                    <a:p>
                      <a:pPr defTabSz="914400">
                        <a:lnSpc>
                          <a:spcPct val="100000"/>
                        </a:lnSpc>
                      </a:pPr>
                      <a:r>
                        <a:rPr b="0" lang="de-DE" sz="1800" strike="noStrike" u="none">
                          <a:solidFill>
                            <a:schemeClr val="dk1"/>
                          </a:solidFill>
                          <a:uFillTx/>
                          <a:latin typeface="Calibri"/>
                        </a:rPr>
                        <a:t>Property Bindings</a:t>
                      </a:r>
                      <a:endParaRPr b="0" lang="de-DE" sz="1800" strike="noStrike" u="none">
                        <a:solidFill>
                          <a:srgbClr val="000000"/>
                        </a:solidFill>
                        <a:uFillTx/>
                        <a:latin typeface="Arial"/>
                      </a:endParaRPr>
                    </a:p>
                  </a:txBody>
                  <a:tcPr anchor="t" marL="91440" marR="91440">
                    <a:lnL w="12240">
                      <a:solidFill>
                        <a:srgbClr val="1d9a78"/>
                      </a:solidFill>
                      <a:prstDash val="solid"/>
                    </a:lnL>
                    <a:lnR w="12240">
                      <a:solidFill>
                        <a:srgbClr val="1d9a78"/>
                      </a:solidFill>
                      <a:prstDash val="solid"/>
                    </a:lnR>
                    <a:lnT w="12240">
                      <a:solidFill>
                        <a:srgbClr val="1d9a78"/>
                      </a:solidFill>
                      <a:prstDash val="solid"/>
                    </a:lnT>
                    <a:lnB w="12240">
                      <a:solidFill>
                        <a:srgbClr val="1d9a78"/>
                      </a:solidFill>
                      <a:prstDash val="solid"/>
                    </a:lnB>
                    <a:noFill/>
                  </a:tcPr>
                </a:tc>
                <a:tc>
                  <a:txBody>
                    <a:bodyPr anchor="t">
                      <a:noAutofit/>
                    </a:bodyPr>
                    <a:p>
                      <a:pPr defTabSz="914400">
                        <a:lnSpc>
                          <a:spcPct val="100000"/>
                        </a:lnSpc>
                        <a:tabLst>
                          <a:tab algn="l" pos="0"/>
                        </a:tabLst>
                      </a:pPr>
                      <a:r>
                        <a:rPr b="0" lang="de-DE" sz="1800" strike="noStrike" u="none">
                          <a:solidFill>
                            <a:schemeClr val="dk1"/>
                          </a:solidFill>
                          <a:uFillTx/>
                          <a:latin typeface="Calibri"/>
                        </a:rPr>
                        <a:t>[propertyName]="expression"</a:t>
                      </a:r>
                      <a:endParaRPr b="0" lang="de-DE" sz="1800" strike="noStrike" u="none">
                        <a:solidFill>
                          <a:srgbClr val="000000"/>
                        </a:solidFill>
                        <a:uFillTx/>
                        <a:latin typeface="Arial"/>
                      </a:endParaRPr>
                    </a:p>
                    <a:p>
                      <a:pPr defTabSz="914400">
                        <a:lnSpc>
                          <a:spcPct val="100000"/>
                        </a:lnSpc>
                        <a:tabLst>
                          <a:tab algn="l" pos="0"/>
                        </a:tabLst>
                      </a:pPr>
                      <a:endParaRPr b="0" lang="de-DE" sz="1800" strike="noStrike" u="none">
                        <a:solidFill>
                          <a:srgbClr val="000000"/>
                        </a:solidFill>
                        <a:uFillTx/>
                        <a:latin typeface="Arial"/>
                      </a:endParaRPr>
                    </a:p>
                  </a:txBody>
                  <a:tcPr anchor="t" marL="91440" marR="91440">
                    <a:lnL w="12240">
                      <a:solidFill>
                        <a:srgbClr val="1d9a78"/>
                      </a:solidFill>
                      <a:prstDash val="solid"/>
                    </a:lnL>
                    <a:lnR w="12240">
                      <a:solidFill>
                        <a:srgbClr val="1d9a78"/>
                      </a:solidFill>
                      <a:prstDash val="solid"/>
                    </a:lnR>
                    <a:lnT w="12240">
                      <a:solidFill>
                        <a:srgbClr val="1d9a78"/>
                      </a:solidFill>
                      <a:prstDash val="solid"/>
                    </a:lnT>
                    <a:lnB w="12240">
                      <a:solidFill>
                        <a:srgbClr val="1d9a78"/>
                      </a:solidFill>
                      <a:prstDash val="solid"/>
                    </a:lnB>
                    <a:noFill/>
                  </a:tcPr>
                </a:tc>
              </a:tr>
              <a:tr h="370800">
                <a:tc>
                  <a:txBody>
                    <a:bodyPr anchor="t">
                      <a:noAutofit/>
                    </a:bodyPr>
                    <a:p>
                      <a:pPr defTabSz="914400">
                        <a:lnSpc>
                          <a:spcPct val="100000"/>
                        </a:lnSpc>
                      </a:pPr>
                      <a:r>
                        <a:rPr b="0" lang="de-DE" sz="1800" strike="noStrike" u="none">
                          <a:solidFill>
                            <a:schemeClr val="dk1"/>
                          </a:solidFill>
                          <a:uFillTx/>
                          <a:latin typeface="Calibri"/>
                        </a:rPr>
                        <a:t>Event-Bindings</a:t>
                      </a:r>
                      <a:endParaRPr b="0" lang="de-DE" sz="1800" strike="noStrike" u="none">
                        <a:solidFill>
                          <a:srgbClr val="ffffff"/>
                        </a:solidFill>
                        <a:uFillTx/>
                        <a:latin typeface="Arial"/>
                      </a:endParaRPr>
                    </a:p>
                  </a:txBody>
                  <a:tcPr anchor="t" marL="91440" marR="91440">
                    <a:lnL w="12240">
                      <a:solidFill>
                        <a:srgbClr val="1d9a78"/>
                      </a:solidFill>
                      <a:prstDash val="solid"/>
                    </a:lnL>
                    <a:lnR w="12240">
                      <a:solidFill>
                        <a:srgbClr val="1d9a78"/>
                      </a:solidFill>
                      <a:prstDash val="solid"/>
                    </a:lnR>
                    <a:lnT w="12240">
                      <a:solidFill>
                        <a:srgbClr val="1d9a78"/>
                      </a:solidFill>
                      <a:prstDash val="solid"/>
                    </a:lnT>
                    <a:lnB w="12240">
                      <a:solidFill>
                        <a:srgbClr val="1d9a78"/>
                      </a:solidFill>
                      <a:prstDash val="solid"/>
                    </a:lnB>
                    <a:solidFill>
                      <a:schemeClr val="accent1">
                        <a:alpha val="20000"/>
                      </a:schemeClr>
                    </a:solidFill>
                  </a:tcPr>
                </a:tc>
                <a:tc>
                  <a:txBody>
                    <a:bodyPr anchor="t">
                      <a:noAutofit/>
                    </a:bodyPr>
                    <a:p>
                      <a:pPr defTabSz="914400">
                        <a:lnSpc>
                          <a:spcPct val="100000"/>
                        </a:lnSpc>
                        <a:tabLst>
                          <a:tab algn="l" pos="0"/>
                        </a:tabLst>
                      </a:pPr>
                      <a:r>
                        <a:rPr b="0" lang="de-DE" sz="1800" strike="noStrike" u="none">
                          <a:solidFill>
                            <a:schemeClr val="dk1"/>
                          </a:solidFill>
                          <a:uFillTx/>
                          <a:latin typeface="Calibri"/>
                        </a:rPr>
                        <a:t>(eventName)="statement"</a:t>
                      </a:r>
                      <a:endParaRPr b="0" lang="de-DE" sz="1800" strike="noStrike" u="none">
                        <a:solidFill>
                          <a:srgbClr val="ffffff"/>
                        </a:solidFill>
                        <a:uFillTx/>
                        <a:latin typeface="Arial"/>
                      </a:endParaRPr>
                    </a:p>
                  </a:txBody>
                  <a:tcPr anchor="t" marL="91440" marR="91440">
                    <a:lnL w="12240">
                      <a:solidFill>
                        <a:srgbClr val="1d9a78"/>
                      </a:solidFill>
                      <a:prstDash val="solid"/>
                    </a:lnL>
                    <a:lnR w="12240">
                      <a:solidFill>
                        <a:srgbClr val="1d9a78"/>
                      </a:solidFill>
                      <a:prstDash val="solid"/>
                    </a:lnR>
                    <a:lnT w="12240">
                      <a:solidFill>
                        <a:srgbClr val="1d9a78"/>
                      </a:solidFill>
                      <a:prstDash val="solid"/>
                    </a:lnT>
                    <a:lnB w="12240">
                      <a:solidFill>
                        <a:srgbClr val="1d9a78"/>
                      </a:solidFill>
                      <a:prstDash val="solid"/>
                    </a:lnB>
                    <a:solidFill>
                      <a:schemeClr val="accent1">
                        <a:alpha val="20000"/>
                      </a:schemeClr>
                    </a:solidFill>
                  </a:tcPr>
                </a:tc>
              </a:tr>
              <a:tr h="370800">
                <a:tc>
                  <a:txBody>
                    <a:bodyPr anchor="t">
                      <a:noAutofit/>
                    </a:bodyPr>
                    <a:p>
                      <a:pPr defTabSz="914400">
                        <a:lnSpc>
                          <a:spcPct val="100000"/>
                        </a:lnSpc>
                      </a:pPr>
                      <a:r>
                        <a:rPr b="0" lang="de-DE" sz="1800" strike="noStrike" u="none">
                          <a:solidFill>
                            <a:schemeClr val="dk1"/>
                          </a:solidFill>
                          <a:uFillTx/>
                          <a:latin typeface="Calibri"/>
                        </a:rPr>
                        <a:t> </a:t>
                      </a:r>
                      <a:r>
                        <a:rPr b="0" lang="de-DE" sz="1800" strike="noStrike" u="none">
                          <a:solidFill>
                            <a:schemeClr val="dk1"/>
                          </a:solidFill>
                          <a:uFillTx/>
                          <a:latin typeface="Calibri"/>
                        </a:rPr>
                        <a:t>Two-Way-Data-Binding </a:t>
                      </a:r>
                      <a:endParaRPr b="0" lang="de-DE" sz="1800" strike="noStrike" u="none">
                        <a:solidFill>
                          <a:srgbClr val="000000"/>
                        </a:solidFill>
                        <a:uFillTx/>
                        <a:latin typeface="Arial"/>
                      </a:endParaRPr>
                    </a:p>
                  </a:txBody>
                  <a:tcPr anchor="t" marL="91440" marR="91440">
                    <a:lnL w="12240">
                      <a:solidFill>
                        <a:srgbClr val="1d9a78"/>
                      </a:solidFill>
                      <a:prstDash val="solid"/>
                    </a:lnL>
                    <a:lnR w="12240">
                      <a:solidFill>
                        <a:srgbClr val="1d9a78"/>
                      </a:solidFill>
                      <a:prstDash val="solid"/>
                    </a:lnR>
                    <a:lnT w="12240">
                      <a:solidFill>
                        <a:srgbClr val="1d9a78"/>
                      </a:solidFill>
                      <a:prstDash val="solid"/>
                    </a:lnT>
                    <a:lnB w="12240">
                      <a:solidFill>
                        <a:srgbClr val="1d9a78"/>
                      </a:solidFill>
                      <a:prstDash val="solid"/>
                    </a:lnB>
                    <a:noFill/>
                  </a:tcPr>
                </a:tc>
                <a:tc>
                  <a:txBody>
                    <a:bodyPr anchor="t">
                      <a:noAutofit/>
                    </a:bodyPr>
                    <a:p>
                      <a:pPr defTabSz="914400">
                        <a:lnSpc>
                          <a:spcPct val="100000"/>
                        </a:lnSpc>
                        <a:tabLst>
                          <a:tab algn="l" pos="0"/>
                        </a:tabLst>
                      </a:pPr>
                      <a:r>
                        <a:rPr b="0" lang="de-DE" sz="1800" strike="noStrike" u="none">
                          <a:solidFill>
                            <a:schemeClr val="dk1"/>
                          </a:solidFill>
                          <a:uFillTx/>
                          <a:latin typeface="Calibri"/>
                        </a:rPr>
                        <a:t>[(ngModel)]="assignable expression"</a:t>
                      </a:r>
                      <a:endParaRPr b="0" lang="de-DE" sz="1800" strike="noStrike" u="none">
                        <a:solidFill>
                          <a:srgbClr val="000000"/>
                        </a:solidFill>
                        <a:uFillTx/>
                        <a:latin typeface="Arial"/>
                      </a:endParaRPr>
                    </a:p>
                    <a:p>
                      <a:pPr defTabSz="914400">
                        <a:lnSpc>
                          <a:spcPct val="100000"/>
                        </a:lnSpc>
                        <a:tabLst>
                          <a:tab algn="l" pos="0"/>
                        </a:tabLst>
                      </a:pPr>
                      <a:endParaRPr b="0" lang="de-DE" sz="1800" strike="noStrike" u="none">
                        <a:solidFill>
                          <a:srgbClr val="000000"/>
                        </a:solidFill>
                        <a:uFillTx/>
                        <a:latin typeface="Arial"/>
                      </a:endParaRPr>
                    </a:p>
                  </a:txBody>
                  <a:tcPr anchor="t" marL="91440" marR="91440">
                    <a:lnL w="12240">
                      <a:solidFill>
                        <a:srgbClr val="1d9a78"/>
                      </a:solidFill>
                      <a:prstDash val="solid"/>
                    </a:lnL>
                    <a:lnR w="12240">
                      <a:solidFill>
                        <a:srgbClr val="1d9a78"/>
                      </a:solidFill>
                      <a:prstDash val="solid"/>
                    </a:lnR>
                    <a:lnT w="12240">
                      <a:solidFill>
                        <a:srgbClr val="1d9a78"/>
                      </a:solidFill>
                      <a:prstDash val="solid"/>
                    </a:lnT>
                    <a:lnB w="12240">
                      <a:solidFill>
                        <a:srgbClr val="1d9a78"/>
                      </a:solidFill>
                      <a:prstDash val="solid"/>
                    </a:lnB>
                    <a:noFill/>
                  </a:tcPr>
                </a:tc>
              </a:tr>
            </a:tbl>
          </a:graphicData>
        </a:graphic>
      </p:graphicFrame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137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93" name="PlaceHolder 1"/>
          <p:cNvSpPr>
            <a:spLocks noGrp="1"/>
          </p:cNvSpPr>
          <p:nvPr>
            <p:ph type="title"/>
          </p:nvPr>
        </p:nvSpPr>
        <p:spPr>
          <a:xfrm>
            <a:off x="838080" y="365040"/>
            <a:ext cx="10514520" cy="132444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ctr">
            <a:noAutofit/>
          </a:bodyPr>
          <a:p>
            <a:pPr indent="0" defTabSz="914400">
              <a:lnSpc>
                <a:spcPct val="90000"/>
              </a:lnSpc>
              <a:buNone/>
              <a:tabLst>
                <a:tab algn="l" pos="0"/>
              </a:tabLst>
            </a:pPr>
            <a:r>
              <a:rPr b="0" lang="de-DE" sz="4400" strike="noStrike" u="none">
                <a:solidFill>
                  <a:schemeClr val="dk1"/>
                </a:solidFill>
                <a:uFillTx/>
                <a:latin typeface="Calibri Light"/>
              </a:rPr>
              <a:t>Expression</a:t>
            </a:r>
            <a:endParaRPr b="0" lang="de-DE" sz="4400" strike="noStrike" u="none">
              <a:solidFill>
                <a:srgbClr val="000000"/>
              </a:solidFill>
              <a:uFillTx/>
              <a:latin typeface="Arial"/>
            </a:endParaRPr>
          </a:p>
        </p:txBody>
      </p:sp>
      <p:graphicFrame>
        <p:nvGraphicFramePr>
          <p:cNvPr id="7" name="Diagram7"/>
          <p:cNvGraphicFramePr/>
          <p:nvPr>
            <p:extLst>
              <p:ext uri="{D42A27DB-BD31-4B8C-83A1-F6EECF244321}">
                <p14:modId xmlns:p14="http://schemas.microsoft.com/office/powerpoint/2010/main" val="323172250"/>
              </p:ext>
            </p:extLst>
          </p:nvPr>
        </p:nvGraphicFramePr>
        <p:xfrm>
          <a:off x="838080" y="1825560"/>
          <a:ext cx="10514520" cy="4350240"/>
        </p:xfrm>
        <a:graphic>
          <a:graphicData uri="http://schemas.openxmlformats.org/drawingml/2006/diagram">
            <dgm:relIds xmlns:dgm="http://schemas.openxmlformats.org/drawingml/2006/diagram" xmlns:r="http://schemas.openxmlformats.org/officeDocument/2006/relationships" r:dm="rId1" r:lo="rId2" r:qs="rId3" r:cs="rId4"/>
          </a:graphicData>
        </a:graphic>
      </p:graphicFrame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138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94" name="PlaceHolder 1"/>
          <p:cNvSpPr>
            <a:spLocks noGrp="1"/>
          </p:cNvSpPr>
          <p:nvPr>
            <p:ph type="title"/>
          </p:nvPr>
        </p:nvSpPr>
        <p:spPr>
          <a:xfrm>
            <a:off x="838080" y="365040"/>
            <a:ext cx="10514520" cy="132444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ctr">
            <a:noAutofit/>
          </a:bodyPr>
          <a:p>
            <a:pPr indent="0" defTabSz="914400">
              <a:lnSpc>
                <a:spcPct val="90000"/>
              </a:lnSpc>
              <a:buNone/>
              <a:tabLst>
                <a:tab algn="l" pos="0"/>
              </a:tabLst>
            </a:pPr>
            <a:r>
              <a:rPr b="0" lang="de-DE" sz="4400" strike="noStrike" u="none">
                <a:solidFill>
                  <a:schemeClr val="dk1"/>
                </a:solidFill>
                <a:uFillTx/>
                <a:latin typeface="Calibri Light"/>
              </a:rPr>
              <a:t>Safe Navigator</a:t>
            </a:r>
            <a:endParaRPr b="0" lang="de-DE" sz="4400" strike="noStrike" u="none">
              <a:solidFill>
                <a:srgbClr val="000000"/>
              </a:solidFill>
              <a:uFillTx/>
              <a:latin typeface="Arial"/>
            </a:endParaRPr>
          </a:p>
        </p:txBody>
      </p:sp>
      <p:sp>
        <p:nvSpPr>
          <p:cNvPr id="695" name="PlaceHolder 2"/>
          <p:cNvSpPr>
            <a:spLocks noGrp="1"/>
          </p:cNvSpPr>
          <p:nvPr>
            <p:ph/>
          </p:nvPr>
        </p:nvSpPr>
        <p:spPr>
          <a:xfrm>
            <a:off x="838080" y="1825560"/>
            <a:ext cx="10514520" cy="435024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t">
            <a:noAutofit/>
          </a:bodyPr>
          <a:p>
            <a:pPr marL="228600" indent="-228600" defTabSz="914400">
              <a:lnSpc>
                <a:spcPct val="90000"/>
              </a:lnSpc>
              <a:spcBef>
                <a:spcPts val="1001"/>
              </a:spcBef>
              <a:buClr>
                <a:srgbClr val="000000"/>
              </a:buClr>
              <a:buFont typeface="Arial"/>
              <a:buChar char="•"/>
            </a:pPr>
            <a:r>
              <a:rPr b="0" lang="de-DE" sz="2800" strike="noStrike" u="none">
                <a:solidFill>
                  <a:schemeClr val="dk1"/>
                </a:solidFill>
                <a:uFillTx/>
                <a:latin typeface="Calibri"/>
              </a:rPr>
              <a:t>&lt;p&gt;{{bean?.name}}&lt;/p&gt;</a:t>
            </a:r>
            <a:endParaRPr b="0" lang="de-DE" sz="2800" strike="noStrike" u="none">
              <a:solidFill>
                <a:srgbClr val="000000"/>
              </a:solidFill>
              <a:uFillTx/>
              <a:latin typeface="Arial"/>
            </a:endParaRPr>
          </a:p>
          <a:p>
            <a:pPr indent="0" defTabSz="914400">
              <a:lnSpc>
                <a:spcPct val="90000"/>
              </a:lnSpc>
              <a:spcBef>
                <a:spcPts val="1001"/>
              </a:spcBef>
              <a:buNone/>
              <a:tabLst>
                <a:tab algn="l" pos="0"/>
              </a:tabLst>
            </a:pPr>
            <a:endParaRPr b="0" lang="de-DE" sz="2800" strike="noStrike" u="none">
              <a:solidFill>
                <a:srgbClr val="000000"/>
              </a:solidFill>
              <a:uFillTx/>
              <a:latin typeface="Arial"/>
            </a:endParaRPr>
          </a:p>
          <a:p>
            <a:pPr indent="0" defTabSz="914400">
              <a:lnSpc>
                <a:spcPct val="90000"/>
              </a:lnSpc>
              <a:spcBef>
                <a:spcPts val="1001"/>
              </a:spcBef>
              <a:buNone/>
              <a:tabLst>
                <a:tab algn="l" pos="0"/>
              </a:tabLst>
            </a:pPr>
            <a:endParaRPr b="0" lang="de-DE" sz="2800" strike="noStrike" u="none">
              <a:solidFill>
                <a:srgbClr val="000000"/>
              </a:solidFill>
              <a:uFillTx/>
              <a:latin typeface="Arial"/>
            </a:endParaRPr>
          </a:p>
          <a:p>
            <a:pPr indent="0" defTabSz="914400">
              <a:lnSpc>
                <a:spcPct val="90000"/>
              </a:lnSpc>
              <a:spcBef>
                <a:spcPts val="1001"/>
              </a:spcBef>
              <a:buNone/>
              <a:tabLst>
                <a:tab algn="l" pos="0"/>
              </a:tabLst>
            </a:pPr>
            <a:endParaRPr b="0" lang="de-DE" sz="2800" strike="noStrike" u="none">
              <a:solidFill>
                <a:srgbClr val="000000"/>
              </a:solidFill>
              <a:uFillTx/>
              <a:latin typeface="Arial"/>
            </a:endParaRPr>
          </a:p>
          <a:p>
            <a:pPr indent="0" defTabSz="914400">
              <a:lnSpc>
                <a:spcPct val="90000"/>
              </a:lnSpc>
              <a:spcBef>
                <a:spcPts val="1001"/>
              </a:spcBef>
              <a:buNone/>
              <a:tabLst>
                <a:tab algn="l" pos="0"/>
              </a:tabLst>
            </a:pPr>
            <a:endParaRPr b="0" lang="de-DE" sz="2800" strike="noStrike" u="none">
              <a:solidFill>
                <a:srgbClr val="000000"/>
              </a:solidFill>
              <a:uFillTx/>
              <a:latin typeface="Arial"/>
            </a:endParaRPr>
          </a:p>
          <a:p>
            <a:pPr marL="228600" indent="-228600" defTabSz="914400">
              <a:lnSpc>
                <a:spcPct val="90000"/>
              </a:lnSpc>
              <a:spcBef>
                <a:spcPts val="1001"/>
              </a:spcBef>
              <a:buClr>
                <a:srgbClr val="000000"/>
              </a:buClr>
              <a:buFont typeface="Arial"/>
              <a:buChar char="•"/>
              <a:tabLst>
                <a:tab algn="l" pos="0"/>
              </a:tabLst>
            </a:pPr>
            <a:r>
              <a:rPr b="0" lang="de-DE" sz="2800" strike="noStrike" u="none">
                <a:solidFill>
                  <a:schemeClr val="dk1"/>
                </a:solidFill>
                <a:uFillTx/>
                <a:latin typeface="Calibri"/>
              </a:rPr>
              <a:t>Auch mehrfach</a:t>
            </a:r>
            <a:endParaRPr b="0" lang="de-DE" sz="2800" strike="noStrike" u="none">
              <a:solidFill>
                <a:srgbClr val="000000"/>
              </a:solidFill>
              <a:uFillTx/>
              <a:latin typeface="Arial"/>
            </a:endParaRPr>
          </a:p>
          <a:p>
            <a:pPr lvl="1" marL="685800" indent="-228600" defTabSz="914400">
              <a:lnSpc>
                <a:spcPct val="90000"/>
              </a:lnSpc>
              <a:spcBef>
                <a:spcPts val="499"/>
              </a:spcBef>
              <a:buClr>
                <a:srgbClr val="000000"/>
              </a:buClr>
              <a:buFont typeface="Arial"/>
              <a:buChar char="•"/>
              <a:tabLst>
                <a:tab algn="l" pos="0"/>
              </a:tabLst>
            </a:pPr>
            <a:r>
              <a:rPr b="0" lang="de-DE" sz="2400" strike="noStrike" u="none">
                <a:solidFill>
                  <a:schemeClr val="dk1"/>
                </a:solidFill>
                <a:uFillTx/>
                <a:latin typeface="Calibri"/>
              </a:rPr>
              <a:t>&lt;p&gt;{{bean?.complexProperty?.name}}&lt;/p&gt;</a:t>
            </a:r>
            <a:endParaRPr b="0" lang="de-DE" sz="2400" strike="noStrike" u="none">
              <a:solidFill>
                <a:srgbClr val="000000"/>
              </a:solidFill>
              <a:uFillTx/>
              <a:latin typeface="Arial"/>
            </a:endParaRPr>
          </a:p>
          <a:p>
            <a:pPr indent="0" defTabSz="914400">
              <a:lnSpc>
                <a:spcPct val="90000"/>
              </a:lnSpc>
              <a:spcBef>
                <a:spcPts val="1001"/>
              </a:spcBef>
              <a:buNone/>
              <a:tabLst>
                <a:tab algn="l" pos="0"/>
              </a:tabLst>
            </a:pPr>
            <a:endParaRPr b="0" lang="de-DE" sz="2800" strike="noStrike" u="none">
              <a:solidFill>
                <a:srgbClr val="000000"/>
              </a:solidFill>
              <a:uFillTx/>
              <a:latin typeface="Arial"/>
            </a:endParaRPr>
          </a:p>
        </p:txBody>
      </p:sp>
      <p:cxnSp>
        <p:nvCxnSpPr>
          <p:cNvPr id="696" name="Gerade Verbindung mit Pfeil 6"/>
          <p:cNvCxnSpPr>
            <a:stCxn id="697" idx="1"/>
          </p:cNvCxnSpPr>
          <p:nvPr/>
        </p:nvCxnSpPr>
        <p:spPr>
          <a:xfrm flipH="1" flipV="1">
            <a:off x="2680560" y="2379600"/>
            <a:ext cx="1655280" cy="952920"/>
          </a:xfrm>
          <a:prstGeom prst="straightConnector1">
            <a:avLst/>
          </a:prstGeom>
          <a:ln w="0">
            <a:solidFill>
              <a:srgbClr val="1d9a78"/>
            </a:solidFill>
            <a:tailEnd len="med" type="triangle" w="med"/>
          </a:ln>
        </p:spPr>
      </p:cxnSp>
      <p:sp>
        <p:nvSpPr>
          <p:cNvPr id="697" name="Textfeld 7"/>
          <p:cNvSpPr/>
          <p:nvPr/>
        </p:nvSpPr>
        <p:spPr>
          <a:xfrm>
            <a:off x="4335480" y="3150360"/>
            <a:ext cx="6793560" cy="3639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wrap="none" lIns="90000" rIns="90000" tIns="45000" bIns="45000" anchor="t">
            <a:spAutoFit/>
          </a:bodyPr>
          <a:p>
            <a:pPr defTabSz="914400">
              <a:lnSpc>
                <a:spcPct val="100000"/>
              </a:lnSpc>
            </a:pPr>
            <a:r>
              <a:rPr b="0" lang="de-DE" sz="1800" strike="noStrike" u="none">
                <a:solidFill>
                  <a:schemeClr val="dk1"/>
                </a:solidFill>
                <a:uFillTx/>
                <a:latin typeface="Calibri"/>
              </a:rPr>
              <a:t>Falls bean null oder undefined dann keine Exception sondern Leerstring</a:t>
            </a:r>
            <a:endParaRPr b="0" lang="de-DE" sz="1800" strike="noStrike" u="none">
              <a:solidFill>
                <a:srgbClr val="000000"/>
              </a:solidFill>
              <a:uFillTx/>
              <a:latin typeface="Arial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139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98" name="PlaceHolder 1"/>
          <p:cNvSpPr>
            <a:spLocks noGrp="1"/>
          </p:cNvSpPr>
          <p:nvPr>
            <p:ph type="title"/>
          </p:nvPr>
        </p:nvSpPr>
        <p:spPr>
          <a:xfrm>
            <a:off x="838080" y="365040"/>
            <a:ext cx="10514520" cy="132444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ctr">
            <a:noAutofit/>
          </a:bodyPr>
          <a:p>
            <a:pPr indent="0" defTabSz="914400">
              <a:lnSpc>
                <a:spcPct val="90000"/>
              </a:lnSpc>
              <a:buNone/>
              <a:tabLst>
                <a:tab algn="l" pos="0"/>
              </a:tabLst>
            </a:pPr>
            <a:r>
              <a:rPr b="0" lang="de-DE" sz="4400" strike="noStrike" u="none">
                <a:solidFill>
                  <a:schemeClr val="dk1"/>
                </a:solidFill>
                <a:uFillTx/>
                <a:latin typeface="Calibri Light"/>
              </a:rPr>
              <a:t>One Way Property Bindings bei Images </a:t>
            </a:r>
            <a:endParaRPr b="0" lang="de-DE" sz="4400" strike="noStrike" u="none">
              <a:solidFill>
                <a:srgbClr val="000000"/>
              </a:solidFill>
              <a:uFillTx/>
              <a:latin typeface="Arial"/>
            </a:endParaRPr>
          </a:p>
        </p:txBody>
      </p:sp>
      <p:sp>
        <p:nvSpPr>
          <p:cNvPr id="699" name="PlaceHolder 2"/>
          <p:cNvSpPr>
            <a:spLocks noGrp="1"/>
          </p:cNvSpPr>
          <p:nvPr>
            <p:ph/>
          </p:nvPr>
        </p:nvSpPr>
        <p:spPr>
          <a:xfrm>
            <a:off x="838080" y="1825560"/>
            <a:ext cx="10514520" cy="435024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t">
            <a:noAutofit/>
          </a:bodyPr>
          <a:p>
            <a:pPr indent="0" defTabSz="914400">
              <a:lnSpc>
                <a:spcPct val="90000"/>
              </a:lnSpc>
              <a:spcBef>
                <a:spcPts val="1001"/>
              </a:spcBef>
              <a:buNone/>
              <a:tabLst>
                <a:tab algn="l" pos="0"/>
              </a:tabLst>
            </a:pPr>
            <a:r>
              <a:rPr b="0" lang="de-DE" sz="2800" strike="noStrike" u="none">
                <a:solidFill>
                  <a:srgbClr val="1e347b"/>
                </a:solidFill>
                <a:uFillTx/>
                <a:latin typeface="SourceCodePro"/>
              </a:rPr>
              <a:t>&lt;img</a:t>
            </a:r>
            <a:r>
              <a:rPr b="0" lang="de-DE" sz="2800" strike="noStrike" u="none">
                <a:solidFill>
                  <a:srgbClr val="48484c"/>
                </a:solidFill>
                <a:uFillTx/>
                <a:latin typeface="SourceCodePro"/>
              </a:rPr>
              <a:t> [</a:t>
            </a:r>
            <a:r>
              <a:rPr b="0" lang="de-DE" sz="2800" strike="noStrike" u="none">
                <a:solidFill>
                  <a:srgbClr val="008080"/>
                </a:solidFill>
                <a:uFillTx/>
                <a:latin typeface="SourceCodePro"/>
              </a:rPr>
              <a:t>src</a:t>
            </a:r>
            <a:r>
              <a:rPr b="0" lang="de-DE" sz="2800" strike="noStrike" u="none">
                <a:solidFill>
                  <a:srgbClr val="48484c"/>
                </a:solidFill>
                <a:uFillTx/>
                <a:latin typeface="SourceCodePro"/>
              </a:rPr>
              <a:t>]</a:t>
            </a:r>
            <a:r>
              <a:rPr b="0" lang="de-DE" sz="2800" strike="noStrike" u="none">
                <a:solidFill>
                  <a:srgbClr val="93a1a1"/>
                </a:solidFill>
                <a:uFillTx/>
                <a:latin typeface="SourceCodePro"/>
              </a:rPr>
              <a:t>=</a:t>
            </a:r>
            <a:r>
              <a:rPr b="0" lang="de-DE" sz="2800" strike="noStrike" u="none">
                <a:solidFill>
                  <a:srgbClr val="dd1144"/>
                </a:solidFill>
                <a:uFillTx/>
                <a:latin typeface="SourceCodePro"/>
              </a:rPr>
              <a:t>"release.cover"</a:t>
            </a:r>
            <a:r>
              <a:rPr b="0" lang="de-DE" sz="2800" strike="noStrike" u="none">
                <a:solidFill>
                  <a:srgbClr val="1e347b"/>
                </a:solidFill>
                <a:uFillTx/>
                <a:latin typeface="SourceCodePro"/>
              </a:rPr>
              <a:t>&gt;</a:t>
            </a:r>
            <a:endParaRPr b="0" lang="de-DE" sz="2800" strike="noStrike" u="none">
              <a:solidFill>
                <a:srgbClr val="000000"/>
              </a:solidFill>
              <a:uFillTx/>
              <a:latin typeface="Arial"/>
            </a:endParaRPr>
          </a:p>
          <a:p>
            <a:pPr indent="0" defTabSz="914400">
              <a:lnSpc>
                <a:spcPct val="90000"/>
              </a:lnSpc>
              <a:spcBef>
                <a:spcPts val="1001"/>
              </a:spcBef>
              <a:buNone/>
              <a:tabLst>
                <a:tab algn="l" pos="0"/>
              </a:tabLst>
            </a:pPr>
            <a:r>
              <a:rPr b="0" lang="de-DE" sz="2800" strike="noStrike" u="none">
                <a:solidFill>
                  <a:srgbClr val="1e347b"/>
                </a:solidFill>
                <a:uFillTx/>
                <a:latin typeface="SourceCodePro"/>
              </a:rPr>
              <a:t>&lt;button</a:t>
            </a:r>
            <a:r>
              <a:rPr b="0" lang="de-DE" sz="2800" strike="noStrike" u="none">
                <a:solidFill>
                  <a:srgbClr val="48484c"/>
                </a:solidFill>
                <a:uFillTx/>
                <a:latin typeface="SourceCodePro"/>
              </a:rPr>
              <a:t> [</a:t>
            </a:r>
            <a:r>
              <a:rPr b="0" lang="de-DE" sz="2800" strike="noStrike" u="none">
                <a:solidFill>
                  <a:srgbClr val="008080"/>
                </a:solidFill>
                <a:uFillTx/>
                <a:latin typeface="SourceCodePro"/>
              </a:rPr>
              <a:t>disabled</a:t>
            </a:r>
            <a:r>
              <a:rPr b="0" lang="de-DE" sz="2800" strike="noStrike" u="none">
                <a:solidFill>
                  <a:srgbClr val="48484c"/>
                </a:solidFill>
                <a:uFillTx/>
                <a:latin typeface="SourceCodePro"/>
              </a:rPr>
              <a:t>]</a:t>
            </a:r>
            <a:r>
              <a:rPr b="0" lang="de-DE" sz="2800" strike="noStrike" u="none">
                <a:solidFill>
                  <a:srgbClr val="93a1a1"/>
                </a:solidFill>
                <a:uFillTx/>
                <a:latin typeface="SourceCodePro"/>
              </a:rPr>
              <a:t>=</a:t>
            </a:r>
            <a:r>
              <a:rPr b="0" lang="de-DE" sz="2800" strike="noStrike" u="none">
                <a:solidFill>
                  <a:srgbClr val="dd1144"/>
                </a:solidFill>
                <a:uFillTx/>
                <a:latin typeface="SourceCodePro"/>
              </a:rPr>
              <a:t>"!track.playable"</a:t>
            </a:r>
            <a:r>
              <a:rPr b="0" lang="de-DE" sz="2800" strike="noStrike" u="none">
                <a:solidFill>
                  <a:srgbClr val="1e347b"/>
                </a:solidFill>
                <a:uFillTx/>
                <a:latin typeface="SourceCodePro"/>
              </a:rPr>
              <a:t>&gt;&lt;/button&gt;</a:t>
            </a:r>
            <a:endParaRPr b="0" lang="de-DE" sz="2800" strike="noStrike" u="none">
              <a:solidFill>
                <a:srgbClr val="000000"/>
              </a:solidFill>
              <a:uFillTx/>
              <a:latin typeface="Arial"/>
            </a:endParaRPr>
          </a:p>
          <a:p>
            <a:pPr indent="0" defTabSz="914400">
              <a:lnSpc>
                <a:spcPct val="90000"/>
              </a:lnSpc>
              <a:spcBef>
                <a:spcPts val="1001"/>
              </a:spcBef>
              <a:buNone/>
              <a:tabLst>
                <a:tab algn="l" pos="0"/>
              </a:tabLst>
            </a:pPr>
            <a:endParaRPr b="0" lang="de-DE" sz="2800" strike="noStrike" u="none">
              <a:solidFill>
                <a:srgbClr val="000000"/>
              </a:solidFill>
              <a:uFillTx/>
              <a:latin typeface="Arial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140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00" name="PlaceHolder 1"/>
          <p:cNvSpPr>
            <a:spLocks noGrp="1"/>
          </p:cNvSpPr>
          <p:nvPr>
            <p:ph type="title"/>
          </p:nvPr>
        </p:nvSpPr>
        <p:spPr>
          <a:xfrm>
            <a:off x="838080" y="365040"/>
            <a:ext cx="10514520" cy="132444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ctr">
            <a:noAutofit/>
          </a:bodyPr>
          <a:p>
            <a:pPr indent="0" defTabSz="914400">
              <a:lnSpc>
                <a:spcPct val="90000"/>
              </a:lnSpc>
              <a:buNone/>
              <a:tabLst>
                <a:tab algn="l" pos="0"/>
              </a:tabLst>
            </a:pPr>
            <a:r>
              <a:rPr b="0" lang="de-DE" sz="4400" strike="noStrike" u="none">
                <a:solidFill>
                  <a:schemeClr val="dk1"/>
                </a:solidFill>
                <a:uFillTx/>
                <a:latin typeface="Calibri Light"/>
              </a:rPr>
              <a:t>Event Binding </a:t>
            </a:r>
            <a:endParaRPr b="0" lang="de-DE" sz="4400" strike="noStrike" u="none">
              <a:solidFill>
                <a:srgbClr val="000000"/>
              </a:solidFill>
              <a:uFillTx/>
              <a:latin typeface="Arial"/>
            </a:endParaRPr>
          </a:p>
        </p:txBody>
      </p:sp>
      <p:sp>
        <p:nvSpPr>
          <p:cNvPr id="701" name="PlaceHolder 2"/>
          <p:cNvSpPr>
            <a:spLocks noGrp="1"/>
          </p:cNvSpPr>
          <p:nvPr>
            <p:ph/>
          </p:nvPr>
        </p:nvSpPr>
        <p:spPr>
          <a:xfrm>
            <a:off x="838080" y="1825560"/>
            <a:ext cx="10514520" cy="435024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t">
            <a:noAutofit/>
          </a:bodyPr>
          <a:p>
            <a:pPr marL="228600" indent="-228600" defTabSz="914400">
              <a:lnSpc>
                <a:spcPct val="90000"/>
              </a:lnSpc>
              <a:spcBef>
                <a:spcPts val="1001"/>
              </a:spcBef>
              <a:buClr>
                <a:srgbClr val="000000"/>
              </a:buClr>
              <a:buFont typeface="Arial"/>
              <a:buChar char="•"/>
            </a:pPr>
            <a:r>
              <a:rPr b="0" lang="de-DE" sz="2800" strike="noStrike" u="none">
                <a:solidFill>
                  <a:schemeClr val="dk1"/>
                </a:solidFill>
                <a:uFillTx/>
                <a:latin typeface="Calibri"/>
              </a:rPr>
              <a:t>One-Way nach oben im Komponenten-Baum</a:t>
            </a:r>
            <a:endParaRPr b="0" lang="de-DE" sz="2800" strike="noStrike" u="none">
              <a:solidFill>
                <a:srgbClr val="000000"/>
              </a:solidFill>
              <a:uFillTx/>
              <a:latin typeface="Arial"/>
            </a:endParaRPr>
          </a:p>
          <a:p>
            <a:pPr marL="228600" indent="-228600" defTabSz="914400">
              <a:lnSpc>
                <a:spcPct val="90000"/>
              </a:lnSpc>
              <a:spcBef>
                <a:spcPts val="1001"/>
              </a:spcBef>
              <a:buClr>
                <a:srgbClr val="000000"/>
              </a:buClr>
              <a:buFont typeface="Arial"/>
              <a:buChar char="•"/>
            </a:pPr>
            <a:r>
              <a:rPr b="0" lang="de-DE" sz="2800" strike="noStrike" u="none">
                <a:solidFill>
                  <a:schemeClr val="dk1"/>
                </a:solidFill>
                <a:uFillTx/>
                <a:latin typeface="Calibri"/>
              </a:rPr>
              <a:t>$event als Handle auf das Event-Objekt</a:t>
            </a:r>
            <a:endParaRPr b="0" lang="de-DE" sz="2800" strike="noStrike" u="none">
              <a:solidFill>
                <a:srgbClr val="000000"/>
              </a:solidFill>
              <a:uFillTx/>
              <a:latin typeface="Arial"/>
            </a:endParaRPr>
          </a:p>
          <a:p>
            <a:pPr marL="228600" indent="-228600" defTabSz="914400">
              <a:lnSpc>
                <a:spcPct val="90000"/>
              </a:lnSpc>
              <a:spcBef>
                <a:spcPts val="1001"/>
              </a:spcBef>
              <a:buClr>
                <a:srgbClr val="000000"/>
              </a:buClr>
              <a:buFont typeface="Arial"/>
              <a:buChar char="•"/>
            </a:pPr>
            <a:r>
              <a:rPr b="0" lang="de-DE" sz="2800" strike="noStrike" u="none">
                <a:solidFill>
                  <a:schemeClr val="dk1"/>
                </a:solidFill>
                <a:uFillTx/>
                <a:latin typeface="Calibri"/>
              </a:rPr>
              <a:t>Ziele </a:t>
            </a:r>
            <a:endParaRPr b="0" lang="de-DE" sz="2800" strike="noStrike" u="none">
              <a:solidFill>
                <a:srgbClr val="000000"/>
              </a:solidFill>
              <a:uFillTx/>
              <a:latin typeface="Arial"/>
            </a:endParaRPr>
          </a:p>
          <a:p>
            <a:pPr lvl="1" marL="685800" indent="-228600" defTabSz="914400">
              <a:lnSpc>
                <a:spcPct val="90000"/>
              </a:lnSpc>
              <a:spcBef>
                <a:spcPts val="499"/>
              </a:spcBef>
              <a:buClr>
                <a:srgbClr val="000000"/>
              </a:buClr>
              <a:buFont typeface="Arial"/>
              <a:buChar char="•"/>
            </a:pPr>
            <a:r>
              <a:rPr b="0" lang="de-DE" sz="2400" strike="noStrike" u="none">
                <a:solidFill>
                  <a:schemeClr val="dk1"/>
                </a:solidFill>
                <a:uFillTx/>
                <a:latin typeface="Calibri"/>
              </a:rPr>
              <a:t>Standard-DOM-Events</a:t>
            </a:r>
            <a:endParaRPr b="0" lang="de-DE" sz="2400" strike="noStrike" u="none">
              <a:solidFill>
                <a:srgbClr val="000000"/>
              </a:solidFill>
              <a:uFillTx/>
              <a:latin typeface="Arial"/>
            </a:endParaRPr>
          </a:p>
          <a:p>
            <a:pPr lvl="2" marL="1143000" indent="-228600" defTabSz="914400">
              <a:lnSpc>
                <a:spcPct val="90000"/>
              </a:lnSpc>
              <a:spcBef>
                <a:spcPts val="499"/>
              </a:spcBef>
              <a:buClr>
                <a:srgbClr val="000000"/>
              </a:buClr>
              <a:buFont typeface="Arial"/>
              <a:buChar char="•"/>
            </a:pPr>
            <a:r>
              <a:rPr b="0" lang="de-DE" sz="2000" strike="noStrike" u="none">
                <a:solidFill>
                  <a:schemeClr val="dk1"/>
                </a:solidFill>
                <a:uFillTx/>
                <a:latin typeface="Calibri"/>
              </a:rPr>
              <a:t>&lt;input type="text" (keyup)="logInput($event.target.value)"&gt;</a:t>
            </a:r>
            <a:endParaRPr b="0" lang="de-DE" sz="2000" strike="noStrike" u="none">
              <a:solidFill>
                <a:srgbClr val="000000"/>
              </a:solidFill>
              <a:uFillTx/>
              <a:latin typeface="Arial"/>
            </a:endParaRPr>
          </a:p>
          <a:p>
            <a:pPr lvl="1" marL="685800" indent="-228600" defTabSz="914400">
              <a:lnSpc>
                <a:spcPct val="90000"/>
              </a:lnSpc>
              <a:spcBef>
                <a:spcPts val="499"/>
              </a:spcBef>
              <a:buClr>
                <a:srgbClr val="000000"/>
              </a:buClr>
              <a:buFont typeface="Arial"/>
              <a:buChar char="•"/>
            </a:pPr>
            <a:r>
              <a:rPr b="0" lang="de-DE" sz="2400" strike="noStrike" u="none">
                <a:solidFill>
                  <a:schemeClr val="dk1"/>
                </a:solidFill>
                <a:uFillTx/>
                <a:latin typeface="Calibri"/>
              </a:rPr>
              <a:t>Custom-Events an Komponenten</a:t>
            </a:r>
            <a:endParaRPr b="0" lang="de-DE" sz="2400" strike="noStrike" u="none">
              <a:solidFill>
                <a:srgbClr val="000000"/>
              </a:solidFill>
              <a:uFillTx/>
              <a:latin typeface="Arial"/>
            </a:endParaRPr>
          </a:p>
          <a:p>
            <a:pPr lvl="2" marL="1143000" indent="-228600" defTabSz="914400">
              <a:lnSpc>
                <a:spcPct val="90000"/>
              </a:lnSpc>
              <a:spcBef>
                <a:spcPts val="499"/>
              </a:spcBef>
              <a:buClr>
                <a:srgbClr val="000000"/>
              </a:buClr>
              <a:buFont typeface="Arial"/>
              <a:buChar char="•"/>
            </a:pPr>
            <a:r>
              <a:rPr b="0" lang="de-DE" sz="2000" strike="noStrike" u="none">
                <a:solidFill>
                  <a:schemeClr val="dk1"/>
                </a:solidFill>
                <a:uFillTx/>
                <a:latin typeface="Calibri"/>
              </a:rPr>
              <a:t>&lt;release (releaseLiked)="highlight($event)"&gt;&lt;/release&gt;</a:t>
            </a:r>
            <a:endParaRPr b="0" lang="de-DE" sz="2000" strike="noStrike" u="none">
              <a:solidFill>
                <a:srgbClr val="000000"/>
              </a:solidFill>
              <a:uFillTx/>
              <a:latin typeface="Arial"/>
            </a:endParaRPr>
          </a:p>
          <a:p>
            <a:pPr indent="0" defTabSz="914400">
              <a:lnSpc>
                <a:spcPct val="90000"/>
              </a:lnSpc>
              <a:spcBef>
                <a:spcPts val="1001"/>
              </a:spcBef>
              <a:buNone/>
              <a:tabLst>
                <a:tab algn="l" pos="0"/>
              </a:tabLst>
            </a:pPr>
            <a:endParaRPr b="0" lang="de-DE" sz="2800" strike="noStrike" u="none">
              <a:solidFill>
                <a:srgbClr val="000000"/>
              </a:solidFill>
              <a:uFillTx/>
              <a:latin typeface="Arial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141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02" name="PlaceHolder 1"/>
          <p:cNvSpPr>
            <a:spLocks noGrp="1"/>
          </p:cNvSpPr>
          <p:nvPr>
            <p:ph type="title"/>
          </p:nvPr>
        </p:nvSpPr>
        <p:spPr>
          <a:xfrm>
            <a:off x="838080" y="365040"/>
            <a:ext cx="10514520" cy="132444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ctr">
            <a:noAutofit/>
          </a:bodyPr>
          <a:p>
            <a:pPr indent="0" defTabSz="914400">
              <a:lnSpc>
                <a:spcPct val="90000"/>
              </a:lnSpc>
              <a:buNone/>
              <a:tabLst>
                <a:tab algn="l" pos="0"/>
              </a:tabLst>
            </a:pPr>
            <a:r>
              <a:rPr b="0" lang="de-DE" sz="4400" strike="noStrike" u="none">
                <a:solidFill>
                  <a:schemeClr val="dk1"/>
                </a:solidFill>
                <a:uFillTx/>
                <a:latin typeface="Calibri Light"/>
              </a:rPr>
              <a:t>Style Bindings</a:t>
            </a:r>
            <a:endParaRPr b="0" lang="de-DE" sz="4400" strike="noStrike" u="none">
              <a:solidFill>
                <a:srgbClr val="000000"/>
              </a:solidFill>
              <a:uFillTx/>
              <a:latin typeface="Arial"/>
            </a:endParaRPr>
          </a:p>
        </p:txBody>
      </p:sp>
      <p:sp>
        <p:nvSpPr>
          <p:cNvPr id="703" name="PlaceHolder 2"/>
          <p:cNvSpPr>
            <a:spLocks noGrp="1"/>
          </p:cNvSpPr>
          <p:nvPr>
            <p:ph/>
          </p:nvPr>
        </p:nvSpPr>
        <p:spPr>
          <a:xfrm>
            <a:off x="838080" y="1825560"/>
            <a:ext cx="10514520" cy="435024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t">
            <a:noAutofit/>
          </a:bodyPr>
          <a:p>
            <a:pPr marL="228600" indent="-228600" defTabSz="914400">
              <a:lnSpc>
                <a:spcPct val="90000"/>
              </a:lnSpc>
              <a:spcBef>
                <a:spcPts val="1001"/>
              </a:spcBef>
              <a:buClr>
                <a:srgbClr val="333333"/>
              </a:buClr>
              <a:buFont typeface="Arial"/>
              <a:buChar char="•"/>
            </a:pPr>
            <a:r>
              <a:rPr b="0" lang="de-DE" sz="2800" strike="noStrike" u="none">
                <a:solidFill>
                  <a:srgbClr val="333333"/>
                </a:solidFill>
                <a:uFillTx/>
                <a:latin typeface="Aller"/>
              </a:rPr>
              <a:t>Class-Bindings</a:t>
            </a:r>
            <a:endParaRPr b="0" lang="de-DE" sz="2800" strike="noStrike" u="none">
              <a:solidFill>
                <a:srgbClr val="000000"/>
              </a:solidFill>
              <a:uFillTx/>
              <a:latin typeface="Arial"/>
            </a:endParaRPr>
          </a:p>
          <a:p>
            <a:pPr lvl="1" marL="685800" indent="-228600" defTabSz="914400">
              <a:lnSpc>
                <a:spcPct val="90000"/>
              </a:lnSpc>
              <a:spcBef>
                <a:spcPts val="499"/>
              </a:spcBef>
              <a:buClr>
                <a:srgbClr val="333333"/>
              </a:buClr>
              <a:buFont typeface="Arial"/>
              <a:buChar char="•"/>
            </a:pPr>
            <a:r>
              <a:rPr b="0" lang="de-DE" sz="2400" strike="noStrike" u="none">
                <a:solidFill>
                  <a:srgbClr val="333333"/>
                </a:solidFill>
                <a:uFillTx/>
                <a:latin typeface="Aller"/>
              </a:rPr>
              <a:t>      </a:t>
            </a:r>
            <a:r>
              <a:rPr b="0" lang="de-DE" sz="2400" strike="noStrike" u="none">
                <a:solidFill>
                  <a:srgbClr val="333333"/>
                </a:solidFill>
                <a:uFillTx/>
                <a:latin typeface="Aller"/>
              </a:rPr>
              <a:t>&lt;div class="selected"</a:t>
            </a:r>
            <a:endParaRPr b="0" lang="de-DE" sz="2400" strike="noStrike" u="none">
              <a:solidFill>
                <a:srgbClr val="000000"/>
              </a:solidFill>
              <a:uFillTx/>
              <a:latin typeface="Arial"/>
            </a:endParaRPr>
          </a:p>
          <a:p>
            <a:pPr lvl="1" marL="685800" indent="-228600" defTabSz="914400">
              <a:lnSpc>
                <a:spcPct val="90000"/>
              </a:lnSpc>
              <a:spcBef>
                <a:spcPts val="499"/>
              </a:spcBef>
              <a:buClr>
                <a:srgbClr val="1e347b"/>
              </a:buClr>
              <a:buFont typeface="Arial"/>
              <a:buChar char="•"/>
            </a:pPr>
            <a:r>
              <a:rPr b="0" lang="de-DE" sz="2400" strike="noStrike" u="none">
                <a:solidFill>
                  <a:srgbClr val="1e347b"/>
                </a:solidFill>
                <a:uFillTx/>
                <a:latin typeface="SourceCodePro"/>
              </a:rPr>
              <a:t>&lt;div</a:t>
            </a:r>
            <a:r>
              <a:rPr b="0" lang="de-DE" sz="2400" strike="noStrike" u="none">
                <a:solidFill>
                  <a:srgbClr val="48484c"/>
                </a:solidFill>
                <a:uFillTx/>
                <a:latin typeface="SourceCodePro"/>
              </a:rPr>
              <a:t> [</a:t>
            </a:r>
            <a:r>
              <a:rPr b="0" lang="de-DE" sz="2400" strike="noStrike" u="none">
                <a:solidFill>
                  <a:srgbClr val="008080"/>
                </a:solidFill>
                <a:uFillTx/>
                <a:latin typeface="SourceCodePro"/>
              </a:rPr>
              <a:t>class</a:t>
            </a:r>
            <a:r>
              <a:rPr b="0" lang="de-DE" sz="2400" strike="noStrike" u="none">
                <a:solidFill>
                  <a:srgbClr val="48484c"/>
                </a:solidFill>
                <a:uFillTx/>
                <a:latin typeface="SourceCodePro"/>
              </a:rPr>
              <a:t>.</a:t>
            </a:r>
            <a:r>
              <a:rPr b="0" lang="de-DE" sz="2400" strike="noStrike" u="none">
                <a:solidFill>
                  <a:srgbClr val="008080"/>
                </a:solidFill>
                <a:uFillTx/>
                <a:latin typeface="SourceCodePro"/>
              </a:rPr>
              <a:t>selected</a:t>
            </a:r>
            <a:r>
              <a:rPr b="0" lang="de-DE" sz="2400" strike="noStrike" u="none">
                <a:solidFill>
                  <a:srgbClr val="48484c"/>
                </a:solidFill>
                <a:uFillTx/>
                <a:latin typeface="SourceCodePro"/>
              </a:rPr>
              <a:t>]</a:t>
            </a:r>
            <a:r>
              <a:rPr b="0" lang="de-DE" sz="2400" strike="noStrike" u="none">
                <a:solidFill>
                  <a:srgbClr val="93a1a1"/>
                </a:solidFill>
                <a:uFillTx/>
                <a:latin typeface="SourceCodePro"/>
              </a:rPr>
              <a:t>=</a:t>
            </a:r>
            <a:r>
              <a:rPr b="0" lang="de-DE" sz="2400" strike="noStrike" u="none">
                <a:solidFill>
                  <a:srgbClr val="dd1144"/>
                </a:solidFill>
                <a:uFillTx/>
                <a:latin typeface="SourceCodePro"/>
              </a:rPr>
              <a:t>"isSelected(track)"</a:t>
            </a:r>
            <a:r>
              <a:rPr b="0" lang="de-DE" sz="2400" strike="noStrike" u="none">
                <a:solidFill>
                  <a:srgbClr val="1e347b"/>
                </a:solidFill>
                <a:uFillTx/>
                <a:latin typeface="SourceCodePro"/>
              </a:rPr>
              <a:t>&gt;&lt;/div&gt;</a:t>
            </a:r>
            <a:endParaRPr b="0" lang="de-DE" sz="2400" strike="noStrike" u="none">
              <a:solidFill>
                <a:srgbClr val="000000"/>
              </a:solidFill>
              <a:uFillTx/>
              <a:latin typeface="Arial"/>
            </a:endParaRPr>
          </a:p>
          <a:p>
            <a:pPr marL="228600" indent="-228600" defTabSz="914400">
              <a:lnSpc>
                <a:spcPct val="90000"/>
              </a:lnSpc>
              <a:spcBef>
                <a:spcPts val="1001"/>
              </a:spcBef>
              <a:buClr>
                <a:srgbClr val="333333"/>
              </a:buClr>
              <a:buFont typeface="Arial"/>
              <a:buChar char="•"/>
            </a:pPr>
            <a:r>
              <a:rPr b="0" lang="de-DE" sz="2800" strike="noStrike" u="none">
                <a:solidFill>
                  <a:srgbClr val="333333"/>
                </a:solidFill>
                <a:uFillTx/>
                <a:latin typeface="Aller"/>
              </a:rPr>
              <a:t>Style-Bindings</a:t>
            </a:r>
            <a:endParaRPr b="0" lang="de-DE" sz="2800" strike="noStrike" u="none">
              <a:solidFill>
                <a:srgbClr val="000000"/>
              </a:solidFill>
              <a:uFillTx/>
              <a:latin typeface="Arial"/>
            </a:endParaRPr>
          </a:p>
          <a:p>
            <a:pPr lvl="1" marL="685800" indent="-228600" defTabSz="914400">
              <a:lnSpc>
                <a:spcPct val="90000"/>
              </a:lnSpc>
              <a:spcBef>
                <a:spcPts val="499"/>
              </a:spcBef>
              <a:buClr>
                <a:srgbClr val="1e347b"/>
              </a:buClr>
              <a:buFont typeface="Arial"/>
              <a:buChar char="•"/>
            </a:pPr>
            <a:r>
              <a:rPr b="0" lang="de-DE" sz="2400" strike="noStrike" u="none">
                <a:solidFill>
                  <a:srgbClr val="1e347b"/>
                </a:solidFill>
                <a:uFillTx/>
                <a:latin typeface="SourceCodePro"/>
              </a:rPr>
              <a:t>&lt;img</a:t>
            </a:r>
            <a:r>
              <a:rPr b="0" lang="de-DE" sz="2400" strike="noStrike" u="none">
                <a:solidFill>
                  <a:srgbClr val="48484c"/>
                </a:solidFill>
                <a:uFillTx/>
                <a:latin typeface="SourceCodePro"/>
              </a:rPr>
              <a:t> [</a:t>
            </a:r>
            <a:r>
              <a:rPr b="0" lang="de-DE" sz="2400" strike="noStrike" u="none">
                <a:solidFill>
                  <a:srgbClr val="008080"/>
                </a:solidFill>
                <a:uFillTx/>
                <a:latin typeface="SourceCodePro"/>
              </a:rPr>
              <a:t>style</a:t>
            </a:r>
            <a:r>
              <a:rPr b="0" lang="de-DE" sz="2400" strike="noStrike" u="none">
                <a:solidFill>
                  <a:srgbClr val="48484c"/>
                </a:solidFill>
                <a:uFillTx/>
                <a:latin typeface="SourceCodePro"/>
              </a:rPr>
              <a:t>.</a:t>
            </a:r>
            <a:r>
              <a:rPr b="0" lang="de-DE" sz="2400" strike="noStrike" u="none">
                <a:solidFill>
                  <a:srgbClr val="008080"/>
                </a:solidFill>
                <a:uFillTx/>
                <a:latin typeface="SourceCodePro"/>
              </a:rPr>
              <a:t>visibility</a:t>
            </a:r>
            <a:r>
              <a:rPr b="0" lang="de-DE" sz="2400" strike="noStrike" u="none">
                <a:solidFill>
                  <a:srgbClr val="48484c"/>
                </a:solidFill>
                <a:uFillTx/>
                <a:latin typeface="SourceCodePro"/>
              </a:rPr>
              <a:t>]</a:t>
            </a:r>
            <a:r>
              <a:rPr b="0" lang="de-DE" sz="2400" strike="noStrike" u="none">
                <a:solidFill>
                  <a:srgbClr val="93a1a1"/>
                </a:solidFill>
                <a:uFillTx/>
                <a:latin typeface="SourceCodePro"/>
              </a:rPr>
              <a:t>=</a:t>
            </a:r>
            <a:r>
              <a:rPr b="0" lang="de-DE" sz="2400" strike="noStrike" u="none">
                <a:solidFill>
                  <a:srgbClr val="dd1144"/>
                </a:solidFill>
                <a:uFillTx/>
                <a:latin typeface="SourceCodePro"/>
              </a:rPr>
              <a:t>"release.cover ? 'visible' : 'hidden'"</a:t>
            </a:r>
            <a:r>
              <a:rPr b="0" lang="de-DE" sz="2400" strike="noStrike" u="none">
                <a:solidFill>
                  <a:srgbClr val="1e347b"/>
                </a:solidFill>
                <a:uFillTx/>
                <a:latin typeface="SourceCodePro"/>
              </a:rPr>
              <a:t>&gt;</a:t>
            </a:r>
            <a:endParaRPr b="0" lang="de-DE" sz="2400" strike="noStrike" u="none">
              <a:solidFill>
                <a:srgbClr val="000000"/>
              </a:solidFill>
              <a:uFillTx/>
              <a:latin typeface="Arial"/>
            </a:endParaRPr>
          </a:p>
          <a:p>
            <a:pPr marL="228600" indent="-228600" defTabSz="914400">
              <a:lnSpc>
                <a:spcPct val="90000"/>
              </a:lnSpc>
              <a:spcBef>
                <a:spcPts val="1001"/>
              </a:spcBef>
              <a:buClr>
                <a:srgbClr val="333333"/>
              </a:buClr>
              <a:buFont typeface="Arial"/>
              <a:buChar char="•"/>
            </a:pPr>
            <a:r>
              <a:rPr b="0" lang="de-DE" sz="2800" strike="noStrike" u="none">
                <a:solidFill>
                  <a:srgbClr val="333333"/>
                </a:solidFill>
                <a:uFillTx/>
                <a:latin typeface="Aller"/>
              </a:rPr>
              <a:t>Alternativ: Direktiven ngClass und ngStyle</a:t>
            </a:r>
            <a:endParaRPr b="0" lang="de-DE" sz="2800" strike="noStrike" u="none">
              <a:solidFill>
                <a:srgbClr val="000000"/>
              </a:solidFill>
              <a:uFillTx/>
              <a:latin typeface="Arial"/>
            </a:endParaRPr>
          </a:p>
          <a:p>
            <a:pPr indent="0" defTabSz="914400">
              <a:lnSpc>
                <a:spcPct val="90000"/>
              </a:lnSpc>
              <a:spcBef>
                <a:spcPts val="1001"/>
              </a:spcBef>
              <a:buNone/>
              <a:tabLst>
                <a:tab algn="l" pos="0"/>
              </a:tabLst>
            </a:pPr>
            <a:endParaRPr b="0" lang="de-DE" sz="2800" strike="noStrike" u="none">
              <a:solidFill>
                <a:srgbClr val="000000"/>
              </a:solidFill>
              <a:uFillTx/>
              <a:latin typeface="Arial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142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04" name="PlaceHolder 1"/>
          <p:cNvSpPr>
            <a:spLocks noGrp="1"/>
          </p:cNvSpPr>
          <p:nvPr>
            <p:ph type="title"/>
          </p:nvPr>
        </p:nvSpPr>
        <p:spPr>
          <a:xfrm>
            <a:off x="838080" y="365040"/>
            <a:ext cx="10514520" cy="132444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ctr">
            <a:noAutofit/>
          </a:bodyPr>
          <a:p>
            <a:pPr indent="0" defTabSz="914400">
              <a:lnSpc>
                <a:spcPct val="90000"/>
              </a:lnSpc>
              <a:buNone/>
              <a:tabLst>
                <a:tab algn="l" pos="0"/>
              </a:tabLst>
            </a:pPr>
            <a:r>
              <a:rPr b="0" lang="de-DE" sz="4400" strike="noStrike" u="none">
                <a:solidFill>
                  <a:schemeClr val="dk1"/>
                </a:solidFill>
                <a:uFillTx/>
                <a:latin typeface="Calibri Light"/>
              </a:rPr>
              <a:t>Data Binding in Formularen</a:t>
            </a:r>
            <a:endParaRPr b="0" lang="de-DE" sz="4400" strike="noStrike" u="none">
              <a:solidFill>
                <a:srgbClr val="000000"/>
              </a:solidFill>
              <a:uFillTx/>
              <a:latin typeface="Arial"/>
            </a:endParaRPr>
          </a:p>
        </p:txBody>
      </p:sp>
      <p:sp>
        <p:nvSpPr>
          <p:cNvPr id="705" name="PlaceHolder 2"/>
          <p:cNvSpPr>
            <a:spLocks noGrp="1"/>
          </p:cNvSpPr>
          <p:nvPr>
            <p:ph/>
          </p:nvPr>
        </p:nvSpPr>
        <p:spPr>
          <a:xfrm>
            <a:off x="838080" y="1825560"/>
            <a:ext cx="10514520" cy="435024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t">
            <a:noAutofit/>
          </a:bodyPr>
          <a:p>
            <a:pPr marL="228600" indent="-228600" defTabSz="914400">
              <a:lnSpc>
                <a:spcPct val="90000"/>
              </a:lnSpc>
              <a:spcBef>
                <a:spcPts val="1001"/>
              </a:spcBef>
              <a:buClr>
                <a:srgbClr val="000000"/>
              </a:buClr>
              <a:buFont typeface="Arial"/>
              <a:buChar char="•"/>
            </a:pPr>
            <a:r>
              <a:rPr b="0" lang="de-DE" sz="2800" strike="noStrike" u="none">
                <a:solidFill>
                  <a:schemeClr val="dk1"/>
                </a:solidFill>
                <a:uFillTx/>
                <a:latin typeface="Calibri"/>
              </a:rPr>
              <a:t>Ziel: </a:t>
            </a:r>
            <a:endParaRPr b="0" lang="de-DE" sz="2800" strike="noStrike" u="none">
              <a:solidFill>
                <a:srgbClr val="000000"/>
              </a:solidFill>
              <a:uFillTx/>
              <a:latin typeface="Arial"/>
            </a:endParaRPr>
          </a:p>
          <a:p>
            <a:pPr lvl="1" marL="685800" indent="-228600" defTabSz="914400">
              <a:lnSpc>
                <a:spcPct val="90000"/>
              </a:lnSpc>
              <a:spcBef>
                <a:spcPts val="499"/>
              </a:spcBef>
              <a:buClr>
                <a:srgbClr val="000000"/>
              </a:buClr>
              <a:buFont typeface="Arial"/>
              <a:buChar char="•"/>
            </a:pPr>
            <a:r>
              <a:rPr b="0" lang="de-DE" sz="2400" strike="noStrike" u="none">
                <a:solidFill>
                  <a:schemeClr val="dk1"/>
                </a:solidFill>
                <a:uFillTx/>
                <a:latin typeface="Calibri"/>
              </a:rPr>
              <a:t>Formularfelder an Properties binden</a:t>
            </a:r>
            <a:endParaRPr b="0" lang="de-DE" sz="2400" strike="noStrike" u="none">
              <a:solidFill>
                <a:srgbClr val="000000"/>
              </a:solidFill>
              <a:uFillTx/>
              <a:latin typeface="Arial"/>
            </a:endParaRPr>
          </a:p>
          <a:p>
            <a:pPr marL="228600" indent="-228600" defTabSz="914400">
              <a:lnSpc>
                <a:spcPct val="90000"/>
              </a:lnSpc>
              <a:spcBef>
                <a:spcPts val="1001"/>
              </a:spcBef>
              <a:buClr>
                <a:srgbClr val="000000"/>
              </a:buClr>
              <a:buFont typeface="Arial"/>
              <a:buChar char="•"/>
            </a:pPr>
            <a:r>
              <a:rPr b="0" lang="de-DE" sz="2800" strike="noStrike" u="none">
                <a:solidFill>
                  <a:schemeClr val="dk1"/>
                </a:solidFill>
                <a:uFillTx/>
                <a:latin typeface="Calibri"/>
              </a:rPr>
              <a:t>Manuelles Synchronisieren würde bedeuten</a:t>
            </a:r>
            <a:endParaRPr b="0" lang="de-DE" sz="2800" strike="noStrike" u="none">
              <a:solidFill>
                <a:srgbClr val="000000"/>
              </a:solidFill>
              <a:uFillTx/>
              <a:latin typeface="Arial"/>
            </a:endParaRPr>
          </a:p>
          <a:p>
            <a:pPr lvl="1" marL="685800" indent="-228600" defTabSz="914400">
              <a:lnSpc>
                <a:spcPct val="90000"/>
              </a:lnSpc>
              <a:spcBef>
                <a:spcPts val="499"/>
              </a:spcBef>
              <a:buClr>
                <a:srgbClr val="000000"/>
              </a:buClr>
              <a:buFont typeface="Arial"/>
              <a:buChar char="•"/>
            </a:pPr>
            <a:r>
              <a:rPr b="0" lang="de-DE" sz="2400" strike="noStrike" u="none">
                <a:solidFill>
                  <a:schemeClr val="dk1"/>
                </a:solidFill>
                <a:uFillTx/>
                <a:latin typeface="Calibri"/>
              </a:rPr>
              <a:t>&lt;input [value]="bean.name"</a:t>
            </a:r>
            <a:endParaRPr b="0" lang="de-DE" sz="2400" strike="noStrike" u="none">
              <a:solidFill>
                <a:srgbClr val="000000"/>
              </a:solidFill>
              <a:uFillTx/>
              <a:latin typeface="Arial"/>
            </a:endParaRPr>
          </a:p>
          <a:p>
            <a:pPr lvl="1" marL="685800" indent="-228600" defTabSz="914400">
              <a:lnSpc>
                <a:spcPct val="90000"/>
              </a:lnSpc>
              <a:spcBef>
                <a:spcPts val="499"/>
              </a:spcBef>
              <a:buClr>
                <a:srgbClr val="000000"/>
              </a:buClr>
              <a:buFont typeface="Arial"/>
              <a:buChar char="•"/>
            </a:pPr>
            <a:r>
              <a:rPr b="0" lang="de-DE" sz="2400" strike="noStrike" u="none">
                <a:solidFill>
                  <a:schemeClr val="dk1"/>
                </a:solidFill>
                <a:uFillTx/>
                <a:latin typeface="Calibri"/>
              </a:rPr>
              <a:t>(input)="bean.name=$event.target.value"&gt;</a:t>
            </a:r>
            <a:endParaRPr b="0" lang="de-DE" sz="2400" strike="noStrike" u="none">
              <a:solidFill>
                <a:srgbClr val="000000"/>
              </a:solidFill>
              <a:uFillTx/>
              <a:latin typeface="Arial"/>
            </a:endParaRPr>
          </a:p>
          <a:p>
            <a:pPr marL="228600" indent="-228600" defTabSz="914400">
              <a:lnSpc>
                <a:spcPct val="90000"/>
              </a:lnSpc>
              <a:spcBef>
                <a:spcPts val="1001"/>
              </a:spcBef>
              <a:buClr>
                <a:srgbClr val="000000"/>
              </a:buClr>
              <a:buFont typeface="Arial"/>
              <a:buChar char="•"/>
            </a:pPr>
            <a:r>
              <a:rPr b="0" lang="de-DE" sz="2800" strike="noStrike" u="none">
                <a:solidFill>
                  <a:schemeClr val="dk1"/>
                </a:solidFill>
                <a:uFillTx/>
                <a:latin typeface="Calibri"/>
              </a:rPr>
              <a:t>Zwei-Wege-Data-Binding mit ngModel</a:t>
            </a:r>
            <a:endParaRPr b="0" lang="de-DE" sz="2800" strike="noStrike" u="none">
              <a:solidFill>
                <a:srgbClr val="000000"/>
              </a:solidFill>
              <a:uFillTx/>
              <a:latin typeface="Arial"/>
            </a:endParaRPr>
          </a:p>
          <a:p>
            <a:pPr lvl="1" marL="685800" indent="-228600" defTabSz="914400">
              <a:lnSpc>
                <a:spcPct val="90000"/>
              </a:lnSpc>
              <a:spcBef>
                <a:spcPts val="499"/>
              </a:spcBef>
              <a:buClr>
                <a:srgbClr val="000000"/>
              </a:buClr>
              <a:buFont typeface="Arial"/>
              <a:buChar char="•"/>
            </a:pPr>
            <a:r>
              <a:rPr b="0" lang="de-DE" sz="2400" strike="noStrike" u="none">
                <a:solidFill>
                  <a:schemeClr val="dk1"/>
                </a:solidFill>
                <a:uFillTx/>
                <a:latin typeface="Calibri"/>
              </a:rPr>
              <a:t>&lt;input [(ngModel)]="bean.name"&gt;</a:t>
            </a:r>
            <a:endParaRPr b="0" lang="de-DE" sz="2400" strike="noStrike" u="none">
              <a:solidFill>
                <a:srgbClr val="000000"/>
              </a:solidFill>
              <a:uFillTx/>
              <a:latin typeface="Arial"/>
            </a:endParaRPr>
          </a:p>
          <a:p>
            <a:pPr indent="0" defTabSz="914400">
              <a:lnSpc>
                <a:spcPct val="90000"/>
              </a:lnSpc>
              <a:spcBef>
                <a:spcPts val="1001"/>
              </a:spcBef>
              <a:buNone/>
              <a:tabLst>
                <a:tab algn="l" pos="0"/>
              </a:tabLst>
            </a:pPr>
            <a:endParaRPr b="0" lang="de-DE" sz="2800" strike="noStrike" u="none">
              <a:solidFill>
                <a:srgbClr val="000000"/>
              </a:solidFill>
              <a:uFillTx/>
              <a:latin typeface="Arial"/>
            </a:endParaRPr>
          </a:p>
          <a:p>
            <a:pPr marL="228600" indent="-228600" defTabSz="914400">
              <a:lnSpc>
                <a:spcPct val="90000"/>
              </a:lnSpc>
              <a:spcBef>
                <a:spcPts val="1001"/>
              </a:spcBef>
              <a:buClr>
                <a:srgbClr val="000000"/>
              </a:buClr>
              <a:buFont typeface="Arial"/>
              <a:buChar char="•"/>
              <a:tabLst>
                <a:tab algn="l" pos="0"/>
              </a:tabLst>
            </a:pPr>
            <a:r>
              <a:rPr b="0" i="1" lang="de-DE" sz="2800" strike="noStrike" u="none">
                <a:solidFill>
                  <a:schemeClr val="dk1"/>
                </a:solidFill>
                <a:uFillTx/>
                <a:latin typeface="Calibri"/>
              </a:rPr>
              <a:t>Merke: Banana in a Box [()]</a:t>
            </a:r>
            <a:endParaRPr b="0" lang="de-DE" sz="2800" strike="noStrike" u="none">
              <a:solidFill>
                <a:srgbClr val="000000"/>
              </a:solidFill>
              <a:uFillTx/>
              <a:latin typeface="Arial"/>
            </a:endParaRPr>
          </a:p>
          <a:p>
            <a:pPr indent="0" defTabSz="914400">
              <a:lnSpc>
                <a:spcPct val="90000"/>
              </a:lnSpc>
              <a:spcBef>
                <a:spcPts val="1001"/>
              </a:spcBef>
              <a:buNone/>
              <a:tabLst>
                <a:tab algn="l" pos="0"/>
              </a:tabLst>
            </a:pPr>
            <a:endParaRPr b="0" lang="de-DE" sz="2800" strike="noStrike" u="none">
              <a:solidFill>
                <a:srgbClr val="000000"/>
              </a:solidFill>
              <a:uFillTx/>
              <a:latin typeface="Arial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143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bg>
      <p:bgPr>
        <a:solidFill>
          <a:schemeClr val="lt1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 useBgFill="1">
        <p:nvSpPr>
          <p:cNvPr id="706" name="Rectangle 7">
            <a:extLst>
              <a:ext uri="{C183D7F6-B498-43B3-948B-1728B52AA6E4}">
                <adec:decorative xmlns:adec="http://schemas.microsoft.com/office/drawing/2017/decorative" val="1"/>
              </a:ext>
            </a:extLst>
          </p:cNvPr>
          <p:cNvSpPr/>
          <p:nvPr/>
        </p:nvSpPr>
        <p:spPr>
          <a:xfrm>
            <a:off x="0" y="0"/>
            <a:ext cx="12190680" cy="6856920"/>
          </a:xfrm>
          <a:prstGeom prst="rect">
            <a:avLst/>
          </a:prstGeom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 algn="ctr" defTabSz="914400">
              <a:lnSpc>
                <a:spcPct val="100000"/>
              </a:lnSpc>
            </a:pPr>
            <a:endParaRPr b="0" lang="en-US" sz="1800" strike="noStrike" u="none">
              <a:solidFill>
                <a:schemeClr val="lt1"/>
              </a:solidFill>
              <a:uFillTx/>
              <a:latin typeface="Calibri"/>
            </a:endParaRPr>
          </a:p>
        </p:txBody>
      </p:sp>
      <p:sp>
        <p:nvSpPr>
          <p:cNvPr id="707" name="Rectangle 9">
            <a:extLst>
              <a:ext uri="{C183D7F6-B498-43B3-948B-1728B52AA6E4}">
                <adec:decorative xmlns:adec="http://schemas.microsoft.com/office/drawing/2017/decorative" val="1"/>
              </a:ext>
            </a:extLst>
          </p:cNvPr>
          <p:cNvSpPr/>
          <p:nvPr/>
        </p:nvSpPr>
        <p:spPr>
          <a:xfrm>
            <a:off x="360" y="0"/>
            <a:ext cx="12190680" cy="6856920"/>
          </a:xfrm>
          <a:prstGeom prst="rect">
            <a:avLst/>
          </a:prstGeom>
          <a:solidFill>
            <a:schemeClr val="bg1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 algn="ctr" defTabSz="914400">
              <a:lnSpc>
                <a:spcPct val="100000"/>
              </a:lnSpc>
            </a:pPr>
            <a:endParaRPr b="0" lang="en-US" sz="800" strike="noStrike" u="none">
              <a:solidFill>
                <a:schemeClr val="lt1"/>
              </a:solidFill>
              <a:uFillTx/>
              <a:latin typeface="Calibri"/>
            </a:endParaRPr>
          </a:p>
        </p:txBody>
      </p:sp>
      <p:sp>
        <p:nvSpPr>
          <p:cNvPr id="708" name="PlaceHolder 1"/>
          <p:cNvSpPr>
            <a:spLocks noGrp="1"/>
          </p:cNvSpPr>
          <p:nvPr>
            <p:ph type="title"/>
          </p:nvPr>
        </p:nvSpPr>
        <p:spPr>
          <a:xfrm>
            <a:off x="1179360" y="1280520"/>
            <a:ext cx="9832320" cy="132444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b">
            <a:normAutofit/>
          </a:bodyPr>
          <a:p>
            <a:pPr indent="0" algn="ctr" defTabSz="914400">
              <a:lnSpc>
                <a:spcPct val="90000"/>
              </a:lnSpc>
              <a:buNone/>
              <a:tabLst>
                <a:tab algn="l" pos="0"/>
              </a:tabLst>
            </a:pPr>
            <a:r>
              <a:rPr b="0" lang="de-DE" sz="3600" strike="noStrike" u="none">
                <a:solidFill>
                  <a:schemeClr val="dk2"/>
                </a:solidFill>
                <a:uFillTx/>
                <a:latin typeface="Calibri Light"/>
              </a:rPr>
              <a:t>Übung 11: Bindings auf Images und mehr</a:t>
            </a:r>
            <a:endParaRPr b="0" lang="de-DE" sz="3600" strike="noStrike" u="none">
              <a:solidFill>
                <a:srgbClr val="000000"/>
              </a:solidFill>
              <a:uFillTx/>
              <a:latin typeface="Arial"/>
            </a:endParaRPr>
          </a:p>
        </p:txBody>
      </p:sp>
      <p:grpSp>
        <p:nvGrpSpPr>
          <p:cNvPr id="709" name="Group 11">
            <a:extLst>
              <a:ext uri="{C183D7F6-B498-43B3-948B-1728B52AA6E4}">
                <adec:decorative xmlns:adec="http://schemas.microsoft.com/office/drawing/2017/decorative" val="1"/>
              </a:ext>
            </a:extLst>
          </p:cNvPr>
          <p:cNvGrpSpPr/>
          <p:nvPr/>
        </p:nvGrpSpPr>
        <p:grpSpPr>
          <a:xfrm>
            <a:off x="8289720" y="0"/>
            <a:ext cx="3901320" cy="2381760"/>
            <a:chOff x="8289720" y="0"/>
            <a:chExt cx="3901320" cy="2381760"/>
          </a:xfrm>
        </p:grpSpPr>
        <p:sp>
          <p:nvSpPr>
            <p:cNvPr id="710" name="Freeform: Shape 12">
              <a:extLs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/>
            <p:nvPr/>
          </p:nvSpPr>
          <p:spPr>
            <a:xfrm>
              <a:off x="8289720" y="0"/>
              <a:ext cx="3900960" cy="2381760"/>
            </a:xfrm>
            <a:custGeom>
              <a:avLst/>
              <a:gdLst>
                <a:gd name="textAreaLeft" fmla="*/ 0 w 3900960"/>
                <a:gd name="textAreaRight" fmla="*/ 3902040 w 3900960"/>
                <a:gd name="textAreaTop" fmla="*/ 0 h 2381760"/>
                <a:gd name="textAreaBottom" fmla="*/ 2382840 h 2381760"/>
              </a:gdLst>
              <a:ahLst/>
              <a:rect l="textAreaLeft" t="textAreaTop" r="textAreaRight" b="textAreaBottom"/>
              <a:pathLst>
                <a:path w="5324985" h="3251912">
                  <a:moveTo>
                    <a:pt x="0" y="0"/>
                  </a:moveTo>
                  <a:lnTo>
                    <a:pt x="36826" y="0"/>
                  </a:lnTo>
                  <a:lnTo>
                    <a:pt x="45003" y="152909"/>
                  </a:lnTo>
                  <a:cubicBezTo>
                    <a:pt x="50351" y="205154"/>
                    <a:pt x="58290" y="257123"/>
                    <a:pt x="68956" y="308600"/>
                  </a:cubicBezTo>
                  <a:cubicBezTo>
                    <a:pt x="91393" y="411324"/>
                    <a:pt x="123882" y="511847"/>
                    <a:pt x="167774" y="607968"/>
                  </a:cubicBezTo>
                  <a:cubicBezTo>
                    <a:pt x="178195" y="632173"/>
                    <a:pt x="190333" y="655798"/>
                    <a:pt x="201857" y="679539"/>
                  </a:cubicBezTo>
                  <a:cubicBezTo>
                    <a:pt x="214363" y="702933"/>
                    <a:pt x="226255" y="726557"/>
                    <a:pt x="239741" y="749488"/>
                  </a:cubicBezTo>
                  <a:cubicBezTo>
                    <a:pt x="265488" y="795812"/>
                    <a:pt x="294176" y="840746"/>
                    <a:pt x="323724" y="885101"/>
                  </a:cubicBezTo>
                  <a:cubicBezTo>
                    <a:pt x="353149" y="929572"/>
                    <a:pt x="384657" y="972885"/>
                    <a:pt x="416412" y="1016081"/>
                  </a:cubicBezTo>
                  <a:cubicBezTo>
                    <a:pt x="448655" y="1058931"/>
                    <a:pt x="482127" y="1101202"/>
                    <a:pt x="515719" y="1143356"/>
                  </a:cubicBezTo>
                  <a:cubicBezTo>
                    <a:pt x="583027" y="1227782"/>
                    <a:pt x="653402" y="1310470"/>
                    <a:pt x="722427" y="1395127"/>
                  </a:cubicBezTo>
                  <a:cubicBezTo>
                    <a:pt x="757123" y="1437282"/>
                    <a:pt x="791697" y="1479783"/>
                    <a:pt x="825780" y="1522749"/>
                  </a:cubicBezTo>
                  <a:cubicBezTo>
                    <a:pt x="859742" y="1565367"/>
                    <a:pt x="893457" y="1610649"/>
                    <a:pt x="926314" y="1651992"/>
                  </a:cubicBezTo>
                  <a:cubicBezTo>
                    <a:pt x="958927" y="1694379"/>
                    <a:pt x="993132" y="1735492"/>
                    <a:pt x="1026848" y="1776836"/>
                  </a:cubicBezTo>
                  <a:cubicBezTo>
                    <a:pt x="1061545" y="1817485"/>
                    <a:pt x="1095996" y="1858133"/>
                    <a:pt x="1131918" y="1897393"/>
                  </a:cubicBezTo>
                  <a:cubicBezTo>
                    <a:pt x="1203273" y="1976376"/>
                    <a:pt x="1277447" y="2052463"/>
                    <a:pt x="1354688" y="2124728"/>
                  </a:cubicBezTo>
                  <a:cubicBezTo>
                    <a:pt x="1509411" y="2268911"/>
                    <a:pt x="1676396" y="2397575"/>
                    <a:pt x="1855027" y="2504236"/>
                  </a:cubicBezTo>
                  <a:cubicBezTo>
                    <a:pt x="1944528" y="2557277"/>
                    <a:pt x="2036357" y="2605917"/>
                    <a:pt x="2131618" y="2646913"/>
                  </a:cubicBezTo>
                  <a:cubicBezTo>
                    <a:pt x="2226267" y="2689068"/>
                    <a:pt x="2323981" y="2724622"/>
                    <a:pt x="2423534" y="2754732"/>
                  </a:cubicBezTo>
                  <a:cubicBezTo>
                    <a:pt x="2523087" y="2784958"/>
                    <a:pt x="2624602" y="2809394"/>
                    <a:pt x="2727588" y="2829197"/>
                  </a:cubicBezTo>
                  <a:cubicBezTo>
                    <a:pt x="2830698" y="2848653"/>
                    <a:pt x="2935522" y="2861971"/>
                    <a:pt x="3041083" y="2870890"/>
                  </a:cubicBezTo>
                  <a:cubicBezTo>
                    <a:pt x="3146644" y="2879922"/>
                    <a:pt x="3253307" y="2883860"/>
                    <a:pt x="3360340" y="2883976"/>
                  </a:cubicBezTo>
                  <a:cubicBezTo>
                    <a:pt x="3387067" y="2883976"/>
                    <a:pt x="3414162" y="2884439"/>
                    <a:pt x="3439663" y="2883396"/>
                  </a:cubicBezTo>
                  <a:lnTo>
                    <a:pt x="3478529" y="2882471"/>
                  </a:lnTo>
                  <a:lnTo>
                    <a:pt x="3517271" y="2880616"/>
                  </a:lnTo>
                  <a:cubicBezTo>
                    <a:pt x="3568887" y="2878417"/>
                    <a:pt x="3620257" y="2873552"/>
                    <a:pt x="3671260" y="2867878"/>
                  </a:cubicBezTo>
                  <a:cubicBezTo>
                    <a:pt x="3875515" y="2844253"/>
                    <a:pt x="4074253" y="2792486"/>
                    <a:pt x="4265268" y="2716283"/>
                  </a:cubicBezTo>
                  <a:cubicBezTo>
                    <a:pt x="4361020" y="2678529"/>
                    <a:pt x="4454444" y="2633710"/>
                    <a:pt x="4546395" y="2584724"/>
                  </a:cubicBezTo>
                  <a:cubicBezTo>
                    <a:pt x="4638470" y="2535967"/>
                    <a:pt x="4728827" y="2481885"/>
                    <a:pt x="4817837" y="2424674"/>
                  </a:cubicBezTo>
                  <a:cubicBezTo>
                    <a:pt x="4906846" y="2367348"/>
                    <a:pt x="4994385" y="2306317"/>
                    <a:pt x="5081677" y="2243548"/>
                  </a:cubicBezTo>
                  <a:cubicBezTo>
                    <a:pt x="5125201" y="2212164"/>
                    <a:pt x="5168603" y="2179969"/>
                    <a:pt x="5211881" y="2147658"/>
                  </a:cubicBezTo>
                  <a:lnTo>
                    <a:pt x="5324985" y="2062128"/>
                  </a:lnTo>
                  <a:lnTo>
                    <a:pt x="5324985" y="2514993"/>
                  </a:lnTo>
                  <a:lnTo>
                    <a:pt x="5314867" y="2522881"/>
                  </a:lnTo>
                  <a:cubicBezTo>
                    <a:pt x="5225490" y="2591325"/>
                    <a:pt x="5133783" y="2658379"/>
                    <a:pt x="5038276" y="2722421"/>
                  </a:cubicBezTo>
                  <a:cubicBezTo>
                    <a:pt x="4942892" y="2786348"/>
                    <a:pt x="4844810" y="2848422"/>
                    <a:pt x="4741701" y="2904937"/>
                  </a:cubicBezTo>
                  <a:cubicBezTo>
                    <a:pt x="4638592" y="2961337"/>
                    <a:pt x="4531929" y="3013683"/>
                    <a:pt x="4420728" y="3058848"/>
                  </a:cubicBezTo>
                  <a:cubicBezTo>
                    <a:pt x="4199063" y="3150338"/>
                    <a:pt x="3959621" y="3211485"/>
                    <a:pt x="3717481" y="3237079"/>
                  </a:cubicBezTo>
                  <a:cubicBezTo>
                    <a:pt x="3656914" y="3243101"/>
                    <a:pt x="3596227" y="3247966"/>
                    <a:pt x="3535661" y="3249934"/>
                  </a:cubicBezTo>
                  <a:lnTo>
                    <a:pt x="3490175" y="3251555"/>
                  </a:lnTo>
                  <a:lnTo>
                    <a:pt x="3444813" y="3251787"/>
                  </a:lnTo>
                  <a:cubicBezTo>
                    <a:pt x="3414162" y="3252250"/>
                    <a:pt x="3385105" y="3251324"/>
                    <a:pt x="3355681" y="3250745"/>
                  </a:cubicBezTo>
                  <a:cubicBezTo>
                    <a:pt x="3296954" y="3250050"/>
                    <a:pt x="3237860" y="3246692"/>
                    <a:pt x="3179011" y="3243795"/>
                  </a:cubicBezTo>
                  <a:cubicBezTo>
                    <a:pt x="3120039" y="3239164"/>
                    <a:pt x="3061067" y="3234878"/>
                    <a:pt x="3002217" y="3227814"/>
                  </a:cubicBezTo>
                  <a:cubicBezTo>
                    <a:pt x="2884397" y="3214496"/>
                    <a:pt x="2766699" y="3196314"/>
                    <a:pt x="2650103" y="3170836"/>
                  </a:cubicBezTo>
                  <a:cubicBezTo>
                    <a:pt x="2533510" y="3145358"/>
                    <a:pt x="2418263" y="3112583"/>
                    <a:pt x="2305836" y="3072514"/>
                  </a:cubicBezTo>
                  <a:cubicBezTo>
                    <a:pt x="2193410" y="3032328"/>
                    <a:pt x="2083926" y="2984383"/>
                    <a:pt x="1978611" y="2929952"/>
                  </a:cubicBezTo>
                  <a:cubicBezTo>
                    <a:pt x="1873663" y="2874711"/>
                    <a:pt x="1772884" y="2812985"/>
                    <a:pt x="1678235" y="2744424"/>
                  </a:cubicBezTo>
                  <a:cubicBezTo>
                    <a:pt x="1488201" y="2608001"/>
                    <a:pt x="1321708" y="2448068"/>
                    <a:pt x="1175688" y="2277018"/>
                  </a:cubicBezTo>
                  <a:cubicBezTo>
                    <a:pt x="1102985" y="2191086"/>
                    <a:pt x="1035309" y="2102377"/>
                    <a:pt x="971310" y="2012044"/>
                  </a:cubicBezTo>
                  <a:cubicBezTo>
                    <a:pt x="907188" y="1921714"/>
                    <a:pt x="847358" y="1829413"/>
                    <a:pt x="790717" y="1735723"/>
                  </a:cubicBezTo>
                  <a:cubicBezTo>
                    <a:pt x="761782" y="1688357"/>
                    <a:pt x="735300" y="1644002"/>
                    <a:pt x="706488" y="1598604"/>
                  </a:cubicBezTo>
                  <a:cubicBezTo>
                    <a:pt x="677922" y="1553555"/>
                    <a:pt x="648866" y="1508505"/>
                    <a:pt x="618951" y="1463802"/>
                  </a:cubicBezTo>
                  <a:lnTo>
                    <a:pt x="436273" y="1195355"/>
                  </a:lnTo>
                  <a:cubicBezTo>
                    <a:pt x="405990" y="1150189"/>
                    <a:pt x="376075" y="1104792"/>
                    <a:pt x="346896" y="1058816"/>
                  </a:cubicBezTo>
                  <a:cubicBezTo>
                    <a:pt x="317716" y="1012838"/>
                    <a:pt x="288782" y="966747"/>
                    <a:pt x="261809" y="919264"/>
                  </a:cubicBezTo>
                  <a:cubicBezTo>
                    <a:pt x="207742" y="824764"/>
                    <a:pt x="158088" y="727485"/>
                    <a:pt x="118487" y="626498"/>
                  </a:cubicBezTo>
                  <a:cubicBezTo>
                    <a:pt x="78151" y="525859"/>
                    <a:pt x="48237" y="421515"/>
                    <a:pt x="28130" y="315781"/>
                  </a:cubicBezTo>
                  <a:cubicBezTo>
                    <a:pt x="18506" y="262914"/>
                    <a:pt x="11425" y="209642"/>
                    <a:pt x="6751" y="156195"/>
                  </a:cubicBezTo>
                  <a:close/>
                </a:path>
              </a:pathLst>
            </a:custGeom>
            <a:gradFill rotWithShape="0">
              <a:gsLst>
                <a:gs pos="2000">
                  <a:srgbClr val="ffffff">
                    <a:alpha val="10000"/>
                  </a:srgbClr>
                </a:gs>
                <a:gs pos="16000">
                  <a:srgbClr val="f19d19">
                    <a:alpha val="10000"/>
                  </a:srgbClr>
                </a:gs>
                <a:gs pos="85000">
                  <a:srgbClr val="1d9a78">
                    <a:alpha val="10000"/>
                  </a:srgbClr>
                </a:gs>
                <a:gs pos="100000">
                  <a:srgbClr val="ffffff">
                    <a:alpha val="10000"/>
                  </a:srgbClr>
                </a:gs>
              </a:gsLst>
              <a:lin ang="12000000"/>
            </a:gra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/>
          </p:style>
          <p:txBody>
            <a:bodyPr lIns="90000" rIns="90000" tIns="45000" bIns="45000" anchor="ctr">
              <a:noAutofit/>
            </a:bodyPr>
            <a:p>
              <a:pPr algn="ctr" defTabSz="914400">
                <a:lnSpc>
                  <a:spcPct val="100000"/>
                </a:lnSpc>
              </a:pPr>
              <a:endParaRPr b="0" lang="en-US" sz="1800" strike="noStrike" u="none">
                <a:solidFill>
                  <a:schemeClr val="lt1"/>
                </a:solidFill>
                <a:uFillTx/>
                <a:latin typeface="Calibri"/>
              </a:endParaRPr>
            </a:p>
          </p:txBody>
        </p:sp>
        <p:sp>
          <p:nvSpPr>
            <p:cNvPr id="711" name="Freeform: Shape 13">
              <a:extLs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/>
            <p:nvPr/>
          </p:nvSpPr>
          <p:spPr>
            <a:xfrm>
              <a:off x="8326080" y="0"/>
              <a:ext cx="3864960" cy="2183040"/>
            </a:xfrm>
            <a:custGeom>
              <a:avLst/>
              <a:gdLst>
                <a:gd name="textAreaLeft" fmla="*/ 0 w 3864960"/>
                <a:gd name="textAreaRight" fmla="*/ 3866040 w 3864960"/>
                <a:gd name="textAreaTop" fmla="*/ 0 h 2183040"/>
                <a:gd name="textAreaBottom" fmla="*/ 2184120 h 2183040"/>
              </a:gdLst>
              <a:ahLst/>
              <a:rect l="textAreaLeft" t="textAreaTop" r="textAreaRight" b="textAreaBottom"/>
              <a:pathLst>
                <a:path w="5275533" h="2980757">
                  <a:moveTo>
                    <a:pt x="0" y="0"/>
                  </a:moveTo>
                  <a:lnTo>
                    <a:pt x="201166" y="0"/>
                  </a:lnTo>
                  <a:lnTo>
                    <a:pt x="206734" y="89286"/>
                  </a:lnTo>
                  <a:cubicBezTo>
                    <a:pt x="212220" y="135755"/>
                    <a:pt x="220465" y="181731"/>
                    <a:pt x="232051" y="226897"/>
                  </a:cubicBezTo>
                  <a:cubicBezTo>
                    <a:pt x="254855" y="317344"/>
                    <a:pt x="290287" y="403854"/>
                    <a:pt x="332707" y="487120"/>
                  </a:cubicBezTo>
                  <a:cubicBezTo>
                    <a:pt x="354163" y="528696"/>
                    <a:pt x="377948" y="569461"/>
                    <a:pt x="402959" y="609647"/>
                  </a:cubicBezTo>
                  <a:cubicBezTo>
                    <a:pt x="428337" y="649717"/>
                    <a:pt x="455433" y="689209"/>
                    <a:pt x="483631" y="728236"/>
                  </a:cubicBezTo>
                  <a:cubicBezTo>
                    <a:pt x="540764" y="806061"/>
                    <a:pt x="604271" y="881569"/>
                    <a:pt x="669986" y="957424"/>
                  </a:cubicBezTo>
                  <a:cubicBezTo>
                    <a:pt x="735701" y="1033395"/>
                    <a:pt x="804359" y="1109366"/>
                    <a:pt x="871667" y="1188348"/>
                  </a:cubicBezTo>
                  <a:cubicBezTo>
                    <a:pt x="905383" y="1227723"/>
                    <a:pt x="938731" y="1268025"/>
                    <a:pt x="971956" y="1308905"/>
                  </a:cubicBezTo>
                  <a:lnTo>
                    <a:pt x="1020139" y="1368084"/>
                  </a:lnTo>
                  <a:cubicBezTo>
                    <a:pt x="1035954" y="1386962"/>
                    <a:pt x="1051035" y="1406302"/>
                    <a:pt x="1067340" y="1424715"/>
                  </a:cubicBezTo>
                  <a:cubicBezTo>
                    <a:pt x="1194602" y="1574573"/>
                    <a:pt x="1332652" y="1712503"/>
                    <a:pt x="1472909" y="1843252"/>
                  </a:cubicBezTo>
                  <a:cubicBezTo>
                    <a:pt x="1543406" y="1908337"/>
                    <a:pt x="1615128" y="1971221"/>
                    <a:pt x="1688567" y="2031559"/>
                  </a:cubicBezTo>
                  <a:cubicBezTo>
                    <a:pt x="1762006" y="2091895"/>
                    <a:pt x="1836793" y="2150263"/>
                    <a:pt x="1914401" y="2205156"/>
                  </a:cubicBezTo>
                  <a:cubicBezTo>
                    <a:pt x="2069003" y="2315176"/>
                    <a:pt x="2235742" y="2413498"/>
                    <a:pt x="2418909" y="2479741"/>
                  </a:cubicBezTo>
                  <a:cubicBezTo>
                    <a:pt x="2510249" y="2512863"/>
                    <a:pt x="2604898" y="2538225"/>
                    <a:pt x="2701141" y="2557333"/>
                  </a:cubicBezTo>
                  <a:cubicBezTo>
                    <a:pt x="2725293" y="2561850"/>
                    <a:pt x="2749201" y="2567062"/>
                    <a:pt x="2773475" y="2570999"/>
                  </a:cubicBezTo>
                  <a:lnTo>
                    <a:pt x="2846424" y="2582465"/>
                  </a:lnTo>
                  <a:cubicBezTo>
                    <a:pt x="2895343" y="2588602"/>
                    <a:pt x="2944261" y="2595088"/>
                    <a:pt x="2993669" y="2598909"/>
                  </a:cubicBezTo>
                  <a:cubicBezTo>
                    <a:pt x="3018313" y="2601110"/>
                    <a:pt x="3042956" y="2603195"/>
                    <a:pt x="3067721" y="2604237"/>
                  </a:cubicBezTo>
                  <a:cubicBezTo>
                    <a:pt x="3092487" y="2605394"/>
                    <a:pt x="3117130" y="2607247"/>
                    <a:pt x="3142019" y="2607943"/>
                  </a:cubicBezTo>
                  <a:lnTo>
                    <a:pt x="3216561" y="2609564"/>
                  </a:lnTo>
                  <a:cubicBezTo>
                    <a:pt x="3241326" y="2610142"/>
                    <a:pt x="3266337" y="2609333"/>
                    <a:pt x="3291225" y="2609217"/>
                  </a:cubicBezTo>
                  <a:lnTo>
                    <a:pt x="3328619" y="2608869"/>
                  </a:lnTo>
                  <a:cubicBezTo>
                    <a:pt x="3340757" y="2608522"/>
                    <a:pt x="3352649" y="2607827"/>
                    <a:pt x="3364665" y="2607363"/>
                  </a:cubicBezTo>
                  <a:cubicBezTo>
                    <a:pt x="3376679" y="2606784"/>
                    <a:pt x="3388695" y="2606438"/>
                    <a:pt x="3400587" y="2605627"/>
                  </a:cubicBezTo>
                  <a:lnTo>
                    <a:pt x="3436387" y="2602847"/>
                  </a:lnTo>
                  <a:cubicBezTo>
                    <a:pt x="3484079" y="2599257"/>
                    <a:pt x="3531404" y="2593235"/>
                    <a:pt x="3578361" y="2586286"/>
                  </a:cubicBezTo>
                  <a:cubicBezTo>
                    <a:pt x="3766310" y="2556871"/>
                    <a:pt x="3947025" y="2499314"/>
                    <a:pt x="4119159" y="2418594"/>
                  </a:cubicBezTo>
                  <a:cubicBezTo>
                    <a:pt x="4291907" y="2338801"/>
                    <a:pt x="4456317" y="2236657"/>
                    <a:pt x="4618765" y="2124668"/>
                  </a:cubicBezTo>
                  <a:cubicBezTo>
                    <a:pt x="4659346" y="2096759"/>
                    <a:pt x="4699682" y="2067575"/>
                    <a:pt x="4739895" y="2038275"/>
                  </a:cubicBezTo>
                  <a:cubicBezTo>
                    <a:pt x="4780355" y="2008976"/>
                    <a:pt x="4820691" y="1979212"/>
                    <a:pt x="4861027" y="1948986"/>
                  </a:cubicBezTo>
                  <a:lnTo>
                    <a:pt x="5106354" y="1763690"/>
                  </a:lnTo>
                  <a:lnTo>
                    <a:pt x="5275533" y="1641017"/>
                  </a:lnTo>
                  <a:lnTo>
                    <a:pt x="5275533" y="2257481"/>
                  </a:lnTo>
                  <a:lnTo>
                    <a:pt x="5168881" y="2332084"/>
                  </a:lnTo>
                  <a:cubicBezTo>
                    <a:pt x="5125235" y="2362079"/>
                    <a:pt x="5081099" y="2391958"/>
                    <a:pt x="5036225" y="2421489"/>
                  </a:cubicBezTo>
                  <a:cubicBezTo>
                    <a:pt x="4991231" y="2450790"/>
                    <a:pt x="4945867" y="2479857"/>
                    <a:pt x="4899401" y="2508347"/>
                  </a:cubicBezTo>
                  <a:cubicBezTo>
                    <a:pt x="4806959" y="2565440"/>
                    <a:pt x="4711574" y="2620798"/>
                    <a:pt x="4612145" y="2671407"/>
                  </a:cubicBezTo>
                  <a:cubicBezTo>
                    <a:pt x="4512836" y="2722247"/>
                    <a:pt x="4410095" y="2769496"/>
                    <a:pt x="4303187" y="2810030"/>
                  </a:cubicBezTo>
                  <a:cubicBezTo>
                    <a:pt x="4090349" y="2892256"/>
                    <a:pt x="3861694" y="2947728"/>
                    <a:pt x="3630835" y="2969500"/>
                  </a:cubicBezTo>
                  <a:cubicBezTo>
                    <a:pt x="3573089" y="2974712"/>
                    <a:pt x="3515343" y="2978649"/>
                    <a:pt x="3457719" y="2979808"/>
                  </a:cubicBezTo>
                  <a:lnTo>
                    <a:pt x="3414441" y="2980733"/>
                  </a:lnTo>
                  <a:cubicBezTo>
                    <a:pt x="3400097" y="2980850"/>
                    <a:pt x="3385630" y="2980502"/>
                    <a:pt x="3371285" y="2980502"/>
                  </a:cubicBezTo>
                  <a:lnTo>
                    <a:pt x="3328252" y="2980039"/>
                  </a:lnTo>
                  <a:lnTo>
                    <a:pt x="3286445" y="2978534"/>
                  </a:lnTo>
                  <a:cubicBezTo>
                    <a:pt x="3175121" y="2975174"/>
                    <a:pt x="3063553" y="2966837"/>
                    <a:pt x="2952475" y="2953402"/>
                  </a:cubicBezTo>
                  <a:cubicBezTo>
                    <a:pt x="2841275" y="2940664"/>
                    <a:pt x="2730319" y="2922365"/>
                    <a:pt x="2620591" y="2898046"/>
                  </a:cubicBezTo>
                  <a:cubicBezTo>
                    <a:pt x="2510984" y="2873494"/>
                    <a:pt x="2402235" y="2844426"/>
                    <a:pt x="2294591" y="2811305"/>
                  </a:cubicBezTo>
                  <a:cubicBezTo>
                    <a:pt x="2079669" y="2744483"/>
                    <a:pt x="1867198" y="2661331"/>
                    <a:pt x="1670544" y="2550501"/>
                  </a:cubicBezTo>
                  <a:cubicBezTo>
                    <a:pt x="1473767" y="2439903"/>
                    <a:pt x="1298079" y="2299657"/>
                    <a:pt x="1144703" y="2144472"/>
                  </a:cubicBezTo>
                  <a:cubicBezTo>
                    <a:pt x="1067586" y="2066996"/>
                    <a:pt x="997458" y="1984539"/>
                    <a:pt x="931497" y="1900114"/>
                  </a:cubicBezTo>
                  <a:cubicBezTo>
                    <a:pt x="865906" y="1815342"/>
                    <a:pt x="803500" y="1729295"/>
                    <a:pt x="745265" y="1641395"/>
                  </a:cubicBezTo>
                  <a:cubicBezTo>
                    <a:pt x="730307" y="1619623"/>
                    <a:pt x="716207" y="1597503"/>
                    <a:pt x="701741" y="1575500"/>
                  </a:cubicBezTo>
                  <a:lnTo>
                    <a:pt x="660178" y="1511573"/>
                  </a:lnTo>
                  <a:cubicBezTo>
                    <a:pt x="633574" y="1470229"/>
                    <a:pt x="605989" y="1429232"/>
                    <a:pt x="578158" y="1387656"/>
                  </a:cubicBezTo>
                  <a:lnTo>
                    <a:pt x="408230" y="1134497"/>
                  </a:lnTo>
                  <a:cubicBezTo>
                    <a:pt x="351220" y="1048219"/>
                    <a:pt x="294945" y="959392"/>
                    <a:pt x="242349" y="866860"/>
                  </a:cubicBezTo>
                  <a:cubicBezTo>
                    <a:pt x="216112" y="820536"/>
                    <a:pt x="190734" y="773402"/>
                    <a:pt x="167562" y="724994"/>
                  </a:cubicBezTo>
                  <a:cubicBezTo>
                    <a:pt x="144513" y="676469"/>
                    <a:pt x="123057" y="627019"/>
                    <a:pt x="104054" y="576525"/>
                  </a:cubicBezTo>
                  <a:cubicBezTo>
                    <a:pt x="85418" y="525917"/>
                    <a:pt x="68867" y="474613"/>
                    <a:pt x="55381" y="422499"/>
                  </a:cubicBezTo>
                  <a:cubicBezTo>
                    <a:pt x="49006" y="396442"/>
                    <a:pt x="42508" y="370269"/>
                    <a:pt x="37236" y="343980"/>
                  </a:cubicBezTo>
                  <a:lnTo>
                    <a:pt x="29267" y="304604"/>
                  </a:lnTo>
                  <a:lnTo>
                    <a:pt x="22646" y="265113"/>
                  </a:lnTo>
                  <a:cubicBezTo>
                    <a:pt x="14003" y="212420"/>
                    <a:pt x="7872" y="159582"/>
                    <a:pt x="3903" y="106787"/>
                  </a:cubicBezTo>
                  <a:close/>
                </a:path>
              </a:pathLst>
            </a:custGeom>
            <a:gradFill rotWithShape="0">
              <a:gsLst>
                <a:gs pos="2000">
                  <a:srgbClr val="ffffff">
                    <a:alpha val="10000"/>
                  </a:srgbClr>
                </a:gs>
                <a:gs pos="16000">
                  <a:srgbClr val="f19d19">
                    <a:alpha val="10000"/>
                  </a:srgbClr>
                </a:gs>
                <a:gs pos="85000">
                  <a:srgbClr val="1d9a78">
                    <a:alpha val="10000"/>
                  </a:srgbClr>
                </a:gs>
                <a:gs pos="100000">
                  <a:srgbClr val="ffffff">
                    <a:alpha val="10000"/>
                  </a:srgbClr>
                </a:gs>
              </a:gsLst>
              <a:lin ang="12000000"/>
            </a:gra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/>
          </p:style>
          <p:txBody>
            <a:bodyPr lIns="90000" rIns="90000" tIns="45000" bIns="45000" anchor="ctr">
              <a:noAutofit/>
            </a:bodyPr>
            <a:p>
              <a:pPr algn="ctr" defTabSz="914400">
                <a:lnSpc>
                  <a:spcPct val="100000"/>
                </a:lnSpc>
              </a:pPr>
              <a:endParaRPr b="0" lang="en-US" sz="1800" strike="noStrike" u="none">
                <a:solidFill>
                  <a:schemeClr val="lt1"/>
                </a:solidFill>
                <a:uFillTx/>
                <a:latin typeface="Calibri"/>
              </a:endParaRPr>
            </a:p>
          </p:txBody>
        </p:sp>
        <p:sp>
          <p:nvSpPr>
            <p:cNvPr id="712" name="Freeform: Shape 14">
              <a:extLs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/>
            <p:nvPr/>
          </p:nvSpPr>
          <p:spPr>
            <a:xfrm>
              <a:off x="8329680" y="0"/>
              <a:ext cx="3861360" cy="2144520"/>
            </a:xfrm>
            <a:custGeom>
              <a:avLst/>
              <a:gdLst>
                <a:gd name="textAreaLeft" fmla="*/ 0 w 3861360"/>
                <a:gd name="textAreaRight" fmla="*/ 3862440 w 3861360"/>
                <a:gd name="textAreaTop" fmla="*/ 0 h 2144520"/>
                <a:gd name="textAreaBottom" fmla="*/ 2145600 h 2144520"/>
              </a:gdLst>
              <a:ahLst/>
              <a:rect l="textAreaLeft" t="textAreaTop" r="textAreaRight" b="textAreaBottom"/>
              <a:pathLst>
                <a:path w="5270786" h="2927775">
                  <a:moveTo>
                    <a:pt x="0" y="0"/>
                  </a:moveTo>
                  <a:lnTo>
                    <a:pt x="613805" y="0"/>
                  </a:lnTo>
                  <a:lnTo>
                    <a:pt x="618487" y="85404"/>
                  </a:lnTo>
                  <a:cubicBezTo>
                    <a:pt x="650052" y="360109"/>
                    <a:pt x="792650" y="556543"/>
                    <a:pt x="1054084" y="895200"/>
                  </a:cubicBezTo>
                  <a:cubicBezTo>
                    <a:pt x="1126174" y="988542"/>
                    <a:pt x="1200716" y="1085128"/>
                    <a:pt x="1276976" y="1191325"/>
                  </a:cubicBezTo>
                  <a:cubicBezTo>
                    <a:pt x="1859704" y="2002688"/>
                    <a:pt x="2485223" y="2348843"/>
                    <a:pt x="3368450" y="2348843"/>
                  </a:cubicBezTo>
                  <a:cubicBezTo>
                    <a:pt x="3948114" y="2348843"/>
                    <a:pt x="4373422" y="2066846"/>
                    <a:pt x="4956151" y="1636730"/>
                  </a:cubicBezTo>
                  <a:cubicBezTo>
                    <a:pt x="5021253" y="1588668"/>
                    <a:pt x="5086356" y="1541186"/>
                    <a:pt x="5149372" y="1495325"/>
                  </a:cubicBezTo>
                  <a:lnTo>
                    <a:pt x="5270786" y="1406110"/>
                  </a:lnTo>
                  <a:lnTo>
                    <a:pt x="5270786" y="2138641"/>
                  </a:lnTo>
                  <a:lnTo>
                    <a:pt x="5112925" y="2253730"/>
                  </a:lnTo>
                  <a:cubicBezTo>
                    <a:pt x="4598179" y="2621786"/>
                    <a:pt x="4074961" y="2927775"/>
                    <a:pt x="3368327" y="2927775"/>
                  </a:cubicBezTo>
                  <a:cubicBezTo>
                    <a:pt x="2170746" y="2927775"/>
                    <a:pt x="1393203" y="2384512"/>
                    <a:pt x="769646" y="1516288"/>
                  </a:cubicBezTo>
                  <a:cubicBezTo>
                    <a:pt x="418850" y="1027932"/>
                    <a:pt x="48120" y="683401"/>
                    <a:pt x="3149" y="85252"/>
                  </a:cubicBezTo>
                  <a:close/>
                </a:path>
              </a:pathLst>
            </a:custGeom>
            <a:gradFill rotWithShape="0">
              <a:gsLst>
                <a:gs pos="2000">
                  <a:srgbClr val="ffffff">
                    <a:alpha val="10000"/>
                  </a:srgbClr>
                </a:gs>
                <a:gs pos="16000">
                  <a:srgbClr val="f19d19">
                    <a:alpha val="10000"/>
                  </a:srgbClr>
                </a:gs>
                <a:gs pos="85000">
                  <a:srgbClr val="1d9a78">
                    <a:alpha val="10000"/>
                  </a:srgbClr>
                </a:gs>
                <a:gs pos="100000">
                  <a:srgbClr val="ffffff">
                    <a:alpha val="10000"/>
                  </a:srgbClr>
                </a:gs>
              </a:gsLst>
              <a:lin ang="12000000"/>
            </a:gra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/>
          </p:style>
          <p:txBody>
            <a:bodyPr lIns="90000" rIns="90000" tIns="45000" bIns="45000" anchor="ctr">
              <a:noAutofit/>
            </a:bodyPr>
            <a:p>
              <a:pPr algn="ctr" defTabSz="914400">
                <a:lnSpc>
                  <a:spcPct val="100000"/>
                </a:lnSpc>
              </a:pPr>
              <a:endParaRPr b="0" lang="en-US" sz="1800" strike="noStrike" u="none">
                <a:solidFill>
                  <a:schemeClr val="lt1"/>
                </a:solidFill>
                <a:uFillTx/>
                <a:latin typeface="Calibri"/>
              </a:endParaRPr>
            </a:p>
          </p:txBody>
        </p:sp>
        <p:sp>
          <p:nvSpPr>
            <p:cNvPr id="713" name="Freeform: Shape 15">
              <a:extLs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/>
            <p:nvPr/>
          </p:nvSpPr>
          <p:spPr>
            <a:xfrm>
              <a:off x="8329680" y="0"/>
              <a:ext cx="3861360" cy="2144520"/>
            </a:xfrm>
            <a:custGeom>
              <a:avLst/>
              <a:gdLst>
                <a:gd name="textAreaLeft" fmla="*/ 0 w 3861360"/>
                <a:gd name="textAreaRight" fmla="*/ 3862440 w 3861360"/>
                <a:gd name="textAreaTop" fmla="*/ 0 h 2144520"/>
                <a:gd name="textAreaBottom" fmla="*/ 2145600 h 2144520"/>
              </a:gdLst>
              <a:ahLst/>
              <a:rect l="textAreaLeft" t="textAreaTop" r="textAreaRight" b="textAreaBottom"/>
              <a:pathLst>
                <a:path w="5270786" h="2927775">
                  <a:moveTo>
                    <a:pt x="0" y="0"/>
                  </a:moveTo>
                  <a:lnTo>
                    <a:pt x="736294" y="0"/>
                  </a:lnTo>
                  <a:lnTo>
                    <a:pt x="740298" y="72745"/>
                  </a:lnTo>
                  <a:cubicBezTo>
                    <a:pt x="768839" y="319371"/>
                    <a:pt x="898885" y="497858"/>
                    <a:pt x="1153024" y="826989"/>
                  </a:cubicBezTo>
                  <a:cubicBezTo>
                    <a:pt x="1225727" y="921142"/>
                    <a:pt x="1300882" y="1018537"/>
                    <a:pt x="1378368" y="1126356"/>
                  </a:cubicBezTo>
                  <a:cubicBezTo>
                    <a:pt x="1652384" y="1507833"/>
                    <a:pt x="1933512" y="1779060"/>
                    <a:pt x="2238056" y="1955322"/>
                  </a:cubicBezTo>
                  <a:cubicBezTo>
                    <a:pt x="2560868" y="2142238"/>
                    <a:pt x="2930637" y="2233033"/>
                    <a:pt x="3368327" y="2233033"/>
                  </a:cubicBezTo>
                  <a:cubicBezTo>
                    <a:pt x="3616720" y="2233033"/>
                    <a:pt x="3847703" y="2176866"/>
                    <a:pt x="4095360" y="2056192"/>
                  </a:cubicBezTo>
                  <a:cubicBezTo>
                    <a:pt x="4349636" y="1932276"/>
                    <a:pt x="4601340" y="1751613"/>
                    <a:pt x="4880506" y="1545587"/>
                  </a:cubicBezTo>
                  <a:cubicBezTo>
                    <a:pt x="4945974" y="1497295"/>
                    <a:pt x="5011199" y="1449697"/>
                    <a:pt x="5074340" y="1403721"/>
                  </a:cubicBezTo>
                  <a:lnTo>
                    <a:pt x="5270786" y="1259367"/>
                  </a:lnTo>
                  <a:lnTo>
                    <a:pt x="5270786" y="2138641"/>
                  </a:lnTo>
                  <a:lnTo>
                    <a:pt x="5112925" y="2253730"/>
                  </a:lnTo>
                  <a:cubicBezTo>
                    <a:pt x="4598179" y="2621786"/>
                    <a:pt x="4074961" y="2927775"/>
                    <a:pt x="3368327" y="2927775"/>
                  </a:cubicBezTo>
                  <a:cubicBezTo>
                    <a:pt x="2170746" y="2927775"/>
                    <a:pt x="1393203" y="2384512"/>
                    <a:pt x="769646" y="1516288"/>
                  </a:cubicBezTo>
                  <a:cubicBezTo>
                    <a:pt x="418850" y="1027932"/>
                    <a:pt x="48120" y="683401"/>
                    <a:pt x="3149" y="85252"/>
                  </a:cubicBezTo>
                  <a:close/>
                </a:path>
              </a:pathLst>
            </a:custGeom>
            <a:gradFill rotWithShape="0">
              <a:gsLst>
                <a:gs pos="2000">
                  <a:srgbClr val="ffffff">
                    <a:alpha val="10000"/>
                  </a:srgbClr>
                </a:gs>
                <a:gs pos="16000">
                  <a:srgbClr val="f19d19">
                    <a:alpha val="10000"/>
                  </a:srgbClr>
                </a:gs>
                <a:gs pos="85000">
                  <a:srgbClr val="1d9a78">
                    <a:alpha val="10000"/>
                  </a:srgbClr>
                </a:gs>
                <a:gs pos="100000">
                  <a:srgbClr val="ffffff">
                    <a:alpha val="10000"/>
                  </a:srgbClr>
                </a:gs>
              </a:gsLst>
              <a:lin ang="12000000"/>
            </a:gra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/>
          </p:style>
          <p:txBody>
            <a:bodyPr lIns="90000" rIns="90000" tIns="45000" bIns="45000" anchor="ctr">
              <a:noAutofit/>
            </a:bodyPr>
            <a:p>
              <a:pPr algn="ctr" defTabSz="914400">
                <a:lnSpc>
                  <a:spcPct val="100000"/>
                </a:lnSpc>
              </a:pPr>
              <a:endParaRPr b="0" lang="en-US" sz="1800" strike="noStrike" u="none">
                <a:solidFill>
                  <a:schemeClr val="lt1"/>
                </a:solidFill>
                <a:uFillTx/>
                <a:latin typeface="Calibri"/>
              </a:endParaRPr>
            </a:p>
          </p:txBody>
        </p:sp>
      </p:grpSp>
      <p:sp>
        <p:nvSpPr>
          <p:cNvPr id="714" name="PlaceHolder 2"/>
          <p:cNvSpPr>
            <a:spLocks noGrp="1"/>
          </p:cNvSpPr>
          <p:nvPr>
            <p:ph/>
          </p:nvPr>
        </p:nvSpPr>
        <p:spPr>
          <a:xfrm>
            <a:off x="1179360" y="2890800"/>
            <a:ext cx="9832320" cy="269280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t">
            <a:normAutofit/>
          </a:bodyPr>
          <a:p>
            <a:pPr marL="228600" indent="-228600" defTabSz="914400">
              <a:lnSpc>
                <a:spcPct val="90000"/>
              </a:lnSpc>
              <a:spcBef>
                <a:spcPts val="1001"/>
              </a:spcBef>
              <a:buClr>
                <a:srgbClr val="44546a"/>
              </a:buClr>
              <a:buFont typeface="Arial"/>
              <a:buChar char="•"/>
            </a:pPr>
            <a:r>
              <a:rPr b="0" lang="de-DE" sz="1400" strike="noStrike" u="none">
                <a:solidFill>
                  <a:schemeClr val="dk2"/>
                </a:solidFill>
                <a:uFillTx/>
                <a:latin typeface="Calibri"/>
              </a:rPr>
              <a:t>Erweitere das Datenmodell</a:t>
            </a:r>
            <a:endParaRPr b="0" lang="de-DE" sz="1400" strike="noStrike" u="none">
              <a:solidFill>
                <a:srgbClr val="000000"/>
              </a:solidFill>
              <a:uFillTx/>
              <a:latin typeface="Arial"/>
            </a:endParaRPr>
          </a:p>
          <a:p>
            <a:pPr lvl="1" marL="685800" indent="-228600" defTabSz="914400">
              <a:lnSpc>
                <a:spcPct val="90000"/>
              </a:lnSpc>
              <a:spcBef>
                <a:spcPts val="499"/>
              </a:spcBef>
              <a:buClr>
                <a:srgbClr val="44546a"/>
              </a:buClr>
              <a:buFont typeface="Arial"/>
              <a:buChar char="•"/>
            </a:pPr>
            <a:r>
              <a:rPr b="0" lang="de-DE" sz="1400" strike="noStrike" u="none">
                <a:solidFill>
                  <a:schemeClr val="dk2"/>
                </a:solidFill>
                <a:uFillTx/>
                <a:latin typeface="Calibri"/>
              </a:rPr>
              <a:t>Füge der Klasse Customer eine optionale Eigenschaft imageUrl: string hinzu</a:t>
            </a:r>
            <a:endParaRPr b="0" lang="de-DE" sz="1400" strike="noStrike" u="none">
              <a:solidFill>
                <a:srgbClr val="000000"/>
              </a:solidFill>
              <a:uFillTx/>
              <a:latin typeface="Arial"/>
            </a:endParaRPr>
          </a:p>
          <a:p>
            <a:pPr lvl="1" marL="685800" indent="-228600" defTabSz="914400">
              <a:lnSpc>
                <a:spcPct val="90000"/>
              </a:lnSpc>
              <a:spcBef>
                <a:spcPts val="499"/>
              </a:spcBef>
              <a:buClr>
                <a:srgbClr val="44546a"/>
              </a:buClr>
              <a:buFont typeface="Arial"/>
              <a:buChar char="•"/>
            </a:pPr>
            <a:r>
              <a:rPr b="0" lang="de-DE" sz="1400" strike="noStrike" u="none">
                <a:solidFill>
                  <a:schemeClr val="dk2"/>
                </a:solidFill>
                <a:uFillTx/>
                <a:latin typeface="Calibri"/>
              </a:rPr>
              <a:t>Nehme imageUrl im Konstruktor als Parameter entgegen und setzte das Feld</a:t>
            </a:r>
            <a:endParaRPr b="0" lang="de-DE" sz="1400" strike="noStrike" u="none">
              <a:solidFill>
                <a:srgbClr val="000000"/>
              </a:solidFill>
              <a:uFillTx/>
              <a:latin typeface="Arial"/>
            </a:endParaRPr>
          </a:p>
          <a:p>
            <a:pPr marL="228600" indent="-228600" defTabSz="914400">
              <a:lnSpc>
                <a:spcPct val="90000"/>
              </a:lnSpc>
              <a:spcBef>
                <a:spcPts val="1001"/>
              </a:spcBef>
              <a:buClr>
                <a:srgbClr val="44546a"/>
              </a:buClr>
              <a:buFont typeface="Arial"/>
              <a:buChar char="•"/>
            </a:pPr>
            <a:r>
              <a:rPr b="0" lang="de-DE" sz="1400" strike="noStrike" u="none">
                <a:solidFill>
                  <a:schemeClr val="dk2"/>
                </a:solidFill>
                <a:uFillTx/>
                <a:latin typeface="Calibri"/>
              </a:rPr>
              <a:t>Passe AppComponent an</a:t>
            </a:r>
            <a:endParaRPr b="0" lang="de-DE" sz="1400" strike="noStrike" u="none">
              <a:solidFill>
                <a:srgbClr val="000000"/>
              </a:solidFill>
              <a:uFillTx/>
              <a:latin typeface="Arial"/>
            </a:endParaRPr>
          </a:p>
          <a:p>
            <a:pPr lvl="1" marL="685800" indent="-228600" defTabSz="914400">
              <a:lnSpc>
                <a:spcPct val="90000"/>
              </a:lnSpc>
              <a:spcBef>
                <a:spcPts val="499"/>
              </a:spcBef>
              <a:buClr>
                <a:srgbClr val="44546a"/>
              </a:buClr>
              <a:buFont typeface="Arial"/>
              <a:buChar char="•"/>
            </a:pPr>
            <a:r>
              <a:rPr b="0" lang="de-DE" sz="1400" strike="noStrike" u="none">
                <a:solidFill>
                  <a:schemeClr val="dk2"/>
                </a:solidFill>
                <a:uFillTx/>
                <a:latin typeface="Calibri"/>
              </a:rPr>
              <a:t>Kopiere aus der Musterlösung (</a:t>
            </a:r>
            <a:r>
              <a:rPr b="0" i="1" lang="de-DE" sz="1400" strike="noStrike" u="none">
                <a:solidFill>
                  <a:schemeClr val="dk2"/>
                </a:solidFill>
                <a:uFillTx/>
                <a:latin typeface="Calibri"/>
              </a:rPr>
              <a:t>??-property-bindings</a:t>
            </a:r>
            <a:r>
              <a:rPr b="0" lang="de-DE" sz="1400" strike="noStrike" u="none">
                <a:solidFill>
                  <a:schemeClr val="dk2"/>
                </a:solidFill>
                <a:uFillTx/>
                <a:latin typeface="Calibri"/>
              </a:rPr>
              <a:t>) die Bilder aus src/assets/images/customer</a:t>
            </a:r>
            <a:endParaRPr b="0" lang="de-DE" sz="1400" strike="noStrike" u="none">
              <a:solidFill>
                <a:srgbClr val="000000"/>
              </a:solidFill>
              <a:uFillTx/>
              <a:latin typeface="Arial"/>
            </a:endParaRPr>
          </a:p>
          <a:p>
            <a:pPr lvl="1" marL="685800" indent="-228600" defTabSz="914400">
              <a:lnSpc>
                <a:spcPct val="90000"/>
              </a:lnSpc>
              <a:spcBef>
                <a:spcPts val="499"/>
              </a:spcBef>
              <a:buClr>
                <a:srgbClr val="44546a"/>
              </a:buClr>
              <a:buFont typeface="Arial"/>
              <a:buChar char="•"/>
            </a:pPr>
            <a:r>
              <a:rPr b="0" lang="de-DE" sz="1400" strike="noStrike" u="none">
                <a:solidFill>
                  <a:schemeClr val="dk2"/>
                </a:solidFill>
                <a:uFillTx/>
                <a:latin typeface="Calibri"/>
              </a:rPr>
              <a:t>Setze beim Erzeugen der Testdaten bei manchen Customer ein Bild.</a:t>
            </a:r>
            <a:br>
              <a:rPr sz="1400"/>
            </a:br>
            <a:r>
              <a:rPr b="0" lang="de-DE" sz="1400" strike="noStrike" u="none">
                <a:solidFill>
                  <a:schemeClr val="dk2"/>
                </a:solidFill>
                <a:uFillTx/>
                <a:latin typeface="Calibri"/>
              </a:rPr>
              <a:t>Pfad z.B. assets/images/customer/carl.svg</a:t>
            </a:r>
            <a:endParaRPr b="0" lang="de-DE" sz="1400" strike="noStrike" u="none">
              <a:solidFill>
                <a:srgbClr val="000000"/>
              </a:solidFill>
              <a:uFillTx/>
              <a:latin typeface="Arial"/>
            </a:endParaRPr>
          </a:p>
          <a:p>
            <a:pPr marL="228600" indent="-228600" defTabSz="914400">
              <a:lnSpc>
                <a:spcPct val="90000"/>
              </a:lnSpc>
              <a:spcBef>
                <a:spcPts val="1001"/>
              </a:spcBef>
              <a:buClr>
                <a:srgbClr val="44546a"/>
              </a:buClr>
              <a:buFont typeface="Arial"/>
              <a:buChar char="•"/>
            </a:pPr>
            <a:r>
              <a:rPr b="0" lang="de-DE" sz="1400" strike="noStrike" u="none">
                <a:solidFill>
                  <a:schemeClr val="dk2"/>
                </a:solidFill>
                <a:uFillTx/>
                <a:latin typeface="Calibri"/>
              </a:rPr>
              <a:t>Erweitere die Darstellung in CustomerDetailsComponents</a:t>
            </a:r>
            <a:endParaRPr b="0" lang="de-DE" sz="1400" strike="noStrike" u="none">
              <a:solidFill>
                <a:srgbClr val="000000"/>
              </a:solidFill>
              <a:uFillTx/>
              <a:latin typeface="Arial"/>
            </a:endParaRPr>
          </a:p>
          <a:p>
            <a:pPr lvl="1" marL="685800" indent="-228600" defTabSz="914400">
              <a:lnSpc>
                <a:spcPct val="90000"/>
              </a:lnSpc>
              <a:spcBef>
                <a:spcPts val="499"/>
              </a:spcBef>
              <a:buClr>
                <a:srgbClr val="44546a"/>
              </a:buClr>
              <a:buFont typeface="Arial"/>
              <a:buChar char="•"/>
            </a:pPr>
            <a:r>
              <a:rPr b="0" lang="de-DE" sz="1400" strike="noStrike" u="none">
                <a:solidFill>
                  <a:schemeClr val="dk2"/>
                </a:solidFill>
                <a:uFillTx/>
                <a:latin typeface="Calibri"/>
              </a:rPr>
              <a:t>Zeige das Bild mit einer festen Größe an, falls vorhanden</a:t>
            </a:r>
            <a:endParaRPr b="0" lang="de-DE" sz="1400" strike="noStrike" u="none">
              <a:solidFill>
                <a:srgbClr val="000000"/>
              </a:solidFill>
              <a:uFillTx/>
              <a:latin typeface="Arial"/>
            </a:endParaRPr>
          </a:p>
          <a:p>
            <a:pPr lvl="1" marL="685800" indent="-228600" defTabSz="914400">
              <a:lnSpc>
                <a:spcPct val="90000"/>
              </a:lnSpc>
              <a:spcBef>
                <a:spcPts val="499"/>
              </a:spcBef>
              <a:buClr>
                <a:srgbClr val="44546a"/>
              </a:buClr>
              <a:buFont typeface="Arial"/>
              <a:buChar char="•"/>
            </a:pPr>
            <a:r>
              <a:rPr b="0" lang="de-DE" sz="1400" strike="noStrike" u="none">
                <a:solidFill>
                  <a:schemeClr val="dk2"/>
                </a:solidFill>
                <a:uFillTx/>
                <a:latin typeface="Calibri"/>
              </a:rPr>
              <a:t>Blende das Bild aus, falls kein Bild vorhanden</a:t>
            </a:r>
            <a:endParaRPr b="0" lang="de-DE" sz="1400" strike="noStrike" u="none">
              <a:solidFill>
                <a:srgbClr val="000000"/>
              </a:solidFill>
              <a:uFillTx/>
              <a:latin typeface="Arial"/>
            </a:endParaRPr>
          </a:p>
          <a:p>
            <a:pPr indent="0" defTabSz="914400">
              <a:lnSpc>
                <a:spcPct val="90000"/>
              </a:lnSpc>
              <a:spcBef>
                <a:spcPts val="1001"/>
              </a:spcBef>
              <a:buNone/>
              <a:tabLst>
                <a:tab algn="l" pos="0"/>
              </a:tabLst>
            </a:pPr>
            <a:endParaRPr b="0" lang="de-DE" sz="1400" strike="noStrike" u="none">
              <a:solidFill>
                <a:srgbClr val="000000"/>
              </a:solidFill>
              <a:uFillTx/>
              <a:latin typeface="Arial"/>
            </a:endParaRPr>
          </a:p>
        </p:txBody>
      </p:sp>
      <p:grpSp>
        <p:nvGrpSpPr>
          <p:cNvPr id="715" name="Group 17">
            <a:extLst>
              <a:ext uri="{C183D7F6-B498-43B3-948B-1728B52AA6E4}">
                <adec:decorative xmlns:adec="http://schemas.microsoft.com/office/drawing/2017/decorative" val="1"/>
              </a:ext>
            </a:extLst>
          </p:cNvPr>
          <p:cNvGrpSpPr/>
          <p:nvPr/>
        </p:nvGrpSpPr>
        <p:grpSpPr>
          <a:xfrm>
            <a:off x="0" y="4681800"/>
            <a:ext cx="2897640" cy="2174400"/>
            <a:chOff x="0" y="4681800"/>
            <a:chExt cx="2897640" cy="2174400"/>
          </a:xfrm>
        </p:grpSpPr>
        <p:sp>
          <p:nvSpPr>
            <p:cNvPr id="716" name="Freeform: Shape 18">
              <a:extLs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/>
            <p:nvPr/>
          </p:nvSpPr>
          <p:spPr>
            <a:xfrm flipV="1">
              <a:off x="360" y="4850280"/>
              <a:ext cx="2884680" cy="2005920"/>
            </a:xfrm>
            <a:custGeom>
              <a:avLst/>
              <a:gdLst>
                <a:gd name="textAreaLeft" fmla="*/ 0 w 2884680"/>
                <a:gd name="textAreaRight" fmla="*/ 2885760 w 2884680"/>
                <a:gd name="textAreaTop" fmla="*/ 720 h 2005920"/>
                <a:gd name="textAreaBottom" fmla="*/ 2007720 h 2005920"/>
              </a:gdLst>
              <a:ahLst/>
              <a:rect l="textAreaLeft" t="textAreaTop" r="textAreaRight" b="textAreaBottom"/>
              <a:pathLst>
                <a:path w="3815424" h="2653659">
                  <a:moveTo>
                    <a:pt x="3203055" y="0"/>
                  </a:moveTo>
                  <a:lnTo>
                    <a:pt x="3815424" y="0"/>
                  </a:lnTo>
                  <a:lnTo>
                    <a:pt x="3801025" y="214243"/>
                  </a:lnTo>
                  <a:cubicBezTo>
                    <a:pt x="3616317" y="1584467"/>
                    <a:pt x="2091637" y="2653659"/>
                    <a:pt x="587142" y="2653659"/>
                  </a:cubicBezTo>
                  <a:cubicBezTo>
                    <a:pt x="400192" y="2653659"/>
                    <a:pt x="222112" y="2636953"/>
                    <a:pt x="53389" y="2605041"/>
                  </a:cubicBezTo>
                  <a:lnTo>
                    <a:pt x="0" y="2593136"/>
                  </a:lnTo>
                  <a:lnTo>
                    <a:pt x="0" y="1994836"/>
                  </a:lnTo>
                  <a:lnTo>
                    <a:pt x="159710" y="2035054"/>
                  </a:lnTo>
                  <a:cubicBezTo>
                    <a:pt x="295467" y="2061726"/>
                    <a:pt x="438268" y="2075152"/>
                    <a:pt x="587142" y="2075152"/>
                  </a:cubicBezTo>
                  <a:cubicBezTo>
                    <a:pt x="901731" y="2075152"/>
                    <a:pt x="1234490" y="2014697"/>
                    <a:pt x="1549283" y="1900153"/>
                  </a:cubicBezTo>
                  <a:cubicBezTo>
                    <a:pt x="1860709" y="1786959"/>
                    <a:pt x="2157231" y="1620350"/>
                    <a:pt x="2406698" y="1418450"/>
                  </a:cubicBezTo>
                  <a:cubicBezTo>
                    <a:pt x="2655859" y="1216840"/>
                    <a:pt x="2859596" y="978302"/>
                    <a:pt x="2996069" y="728678"/>
                  </a:cubicBezTo>
                  <a:cubicBezTo>
                    <a:pt x="3101178" y="536396"/>
                    <a:pt x="3167417" y="338366"/>
                    <a:pt x="3193967" y="137719"/>
                  </a:cubicBezTo>
                  <a:close/>
                </a:path>
              </a:pathLst>
            </a:custGeom>
            <a:gradFill rotWithShape="0">
              <a:gsLst>
                <a:gs pos="2000">
                  <a:srgbClr val="ffffff">
                    <a:alpha val="10000"/>
                  </a:srgbClr>
                </a:gs>
                <a:gs pos="16000">
                  <a:srgbClr val="f19d19">
                    <a:alpha val="10000"/>
                  </a:srgbClr>
                </a:gs>
                <a:gs pos="85000">
                  <a:srgbClr val="1d9a78">
                    <a:alpha val="10000"/>
                  </a:srgbClr>
                </a:gs>
                <a:gs pos="100000">
                  <a:srgbClr val="ffffff">
                    <a:alpha val="10000"/>
                  </a:srgbClr>
                </a:gs>
              </a:gsLst>
              <a:lin ang="9600000"/>
            </a:gra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/>
          </p:style>
          <p:txBody>
            <a:bodyPr lIns="90000" rIns="90000" tIns="45000" bIns="45000" anchor="ctr">
              <a:noAutofit/>
            </a:bodyPr>
            <a:p>
              <a:pPr algn="ctr" defTabSz="914400">
                <a:lnSpc>
                  <a:spcPct val="100000"/>
                </a:lnSpc>
              </a:pPr>
              <a:endParaRPr b="0" lang="en-US" sz="1800" strike="noStrike" u="none">
                <a:solidFill>
                  <a:schemeClr val="lt1"/>
                </a:solidFill>
                <a:uFillTx/>
                <a:latin typeface="Calibri"/>
              </a:endParaRPr>
            </a:p>
          </p:txBody>
        </p:sp>
        <p:sp>
          <p:nvSpPr>
            <p:cNvPr id="717" name="Freeform: Shape 19">
              <a:extLs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/>
            <p:nvPr/>
          </p:nvSpPr>
          <p:spPr>
            <a:xfrm flipV="1">
              <a:off x="360" y="4850280"/>
              <a:ext cx="2884680" cy="2005920"/>
            </a:xfrm>
            <a:custGeom>
              <a:avLst/>
              <a:gdLst>
                <a:gd name="textAreaLeft" fmla="*/ 0 w 2884680"/>
                <a:gd name="textAreaRight" fmla="*/ 2885760 w 2884680"/>
                <a:gd name="textAreaTop" fmla="*/ 720 h 2005920"/>
                <a:gd name="textAreaBottom" fmla="*/ 2007720 h 2005920"/>
              </a:gdLst>
              <a:ahLst/>
              <a:rect l="textAreaLeft" t="textAreaTop" r="textAreaRight" b="textAreaBottom"/>
              <a:pathLst>
                <a:path w="3815424" h="2653660">
                  <a:moveTo>
                    <a:pt x="3305038" y="0"/>
                  </a:moveTo>
                  <a:lnTo>
                    <a:pt x="3815424" y="0"/>
                  </a:lnTo>
                  <a:lnTo>
                    <a:pt x="3801025" y="214244"/>
                  </a:lnTo>
                  <a:cubicBezTo>
                    <a:pt x="3616317" y="1584467"/>
                    <a:pt x="2091637" y="2653660"/>
                    <a:pt x="587142" y="2653660"/>
                  </a:cubicBezTo>
                  <a:cubicBezTo>
                    <a:pt x="400192" y="2653660"/>
                    <a:pt x="222112" y="2636954"/>
                    <a:pt x="53389" y="2605042"/>
                  </a:cubicBezTo>
                  <a:lnTo>
                    <a:pt x="0" y="2593137"/>
                  </a:lnTo>
                  <a:lnTo>
                    <a:pt x="0" y="2094444"/>
                  </a:lnTo>
                  <a:lnTo>
                    <a:pt x="137675" y="2129195"/>
                  </a:lnTo>
                  <a:cubicBezTo>
                    <a:pt x="280616" y="2157374"/>
                    <a:pt x="430766" y="2171571"/>
                    <a:pt x="587142" y="2171571"/>
                  </a:cubicBezTo>
                  <a:cubicBezTo>
                    <a:pt x="918879" y="2171571"/>
                    <a:pt x="1254904" y="2110634"/>
                    <a:pt x="1585826" y="1990112"/>
                  </a:cubicBezTo>
                  <a:cubicBezTo>
                    <a:pt x="1908071" y="1873061"/>
                    <a:pt x="2214800" y="1700666"/>
                    <a:pt x="2473046" y="1491633"/>
                  </a:cubicBezTo>
                  <a:cubicBezTo>
                    <a:pt x="2735782" y="1279031"/>
                    <a:pt x="2942276" y="1037118"/>
                    <a:pt x="3086710" y="772838"/>
                  </a:cubicBezTo>
                  <a:cubicBezTo>
                    <a:pt x="3197408" y="570216"/>
                    <a:pt x="3267226" y="361248"/>
                    <a:pt x="3295217" y="149229"/>
                  </a:cubicBezTo>
                  <a:close/>
                </a:path>
              </a:pathLst>
            </a:custGeom>
            <a:gradFill rotWithShape="0">
              <a:gsLst>
                <a:gs pos="2000">
                  <a:srgbClr val="ffffff">
                    <a:alpha val="10000"/>
                  </a:srgbClr>
                </a:gs>
                <a:gs pos="16000">
                  <a:srgbClr val="f19d19">
                    <a:alpha val="10000"/>
                  </a:srgbClr>
                </a:gs>
                <a:gs pos="85000">
                  <a:srgbClr val="1d9a78">
                    <a:alpha val="10000"/>
                  </a:srgbClr>
                </a:gs>
                <a:gs pos="100000">
                  <a:srgbClr val="ffffff">
                    <a:alpha val="10000"/>
                  </a:srgbClr>
                </a:gs>
              </a:gsLst>
              <a:lin ang="9600000"/>
            </a:gra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/>
          </p:style>
          <p:txBody>
            <a:bodyPr lIns="90000" rIns="90000" tIns="45000" bIns="45000" anchor="ctr">
              <a:noAutofit/>
            </a:bodyPr>
            <a:p>
              <a:pPr algn="ctr" defTabSz="914400">
                <a:lnSpc>
                  <a:spcPct val="100000"/>
                </a:lnSpc>
              </a:pPr>
              <a:endParaRPr b="0" lang="en-US" sz="1800" strike="noStrike" u="none">
                <a:solidFill>
                  <a:schemeClr val="lt1"/>
                </a:solidFill>
                <a:uFillTx/>
                <a:latin typeface="Calibri"/>
              </a:endParaRPr>
            </a:p>
          </p:txBody>
        </p:sp>
        <p:sp>
          <p:nvSpPr>
            <p:cNvPr id="718" name="Freeform: Shape 20">
              <a:extLs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/>
            <p:nvPr/>
          </p:nvSpPr>
          <p:spPr>
            <a:xfrm flipV="1">
              <a:off x="0" y="4832640"/>
              <a:ext cx="2885040" cy="2022840"/>
            </a:xfrm>
            <a:custGeom>
              <a:avLst/>
              <a:gdLst>
                <a:gd name="textAreaLeft" fmla="*/ 0 w 2885040"/>
                <a:gd name="textAreaRight" fmla="*/ 2886120 w 2885040"/>
                <a:gd name="textAreaTop" fmla="*/ -720 h 2022840"/>
                <a:gd name="textAreaBottom" fmla="*/ 2023200 h 2022840"/>
              </a:gdLst>
              <a:ahLst/>
              <a:rect l="textAreaLeft" t="textAreaTop" r="textAreaRight" b="textAreaBottom"/>
              <a:pathLst>
                <a:path w="3815986" h="2675935">
                  <a:moveTo>
                    <a:pt x="3648768" y="0"/>
                  </a:moveTo>
                  <a:lnTo>
                    <a:pt x="3815986" y="0"/>
                  </a:lnTo>
                  <a:lnTo>
                    <a:pt x="3804695" y="200084"/>
                  </a:lnTo>
                  <a:cubicBezTo>
                    <a:pt x="3795228" y="285751"/>
                    <a:pt x="3781167" y="371032"/>
                    <a:pt x="3762590" y="455543"/>
                  </a:cubicBezTo>
                  <a:cubicBezTo>
                    <a:pt x="3725537" y="624467"/>
                    <a:pt x="3668784" y="790112"/>
                    <a:pt x="3592332" y="947274"/>
                  </a:cubicBezTo>
                  <a:cubicBezTo>
                    <a:pt x="3438712" y="1261596"/>
                    <a:pt x="3216091" y="1542847"/>
                    <a:pt x="2953967" y="1782349"/>
                  </a:cubicBezTo>
                  <a:cubicBezTo>
                    <a:pt x="2822599" y="1902099"/>
                    <a:pt x="2680615" y="2011341"/>
                    <a:pt x="2530669" y="2109494"/>
                  </a:cubicBezTo>
                  <a:cubicBezTo>
                    <a:pt x="2380520" y="2207551"/>
                    <a:pt x="2222510" y="2294906"/>
                    <a:pt x="2057561" y="2369245"/>
                  </a:cubicBezTo>
                  <a:cubicBezTo>
                    <a:pt x="1727252" y="2516859"/>
                    <a:pt x="1371629" y="2614434"/>
                    <a:pt x="1007330" y="2655701"/>
                  </a:cubicBezTo>
                  <a:cubicBezTo>
                    <a:pt x="916281" y="2665873"/>
                    <a:pt x="824568" y="2672188"/>
                    <a:pt x="732765" y="2674696"/>
                  </a:cubicBezTo>
                  <a:cubicBezTo>
                    <a:pt x="640963" y="2677203"/>
                    <a:pt x="549072" y="2675901"/>
                    <a:pt x="457666" y="2670839"/>
                  </a:cubicBezTo>
                  <a:cubicBezTo>
                    <a:pt x="366106" y="2665584"/>
                    <a:pt x="274572" y="2656521"/>
                    <a:pt x="183574" y="2643312"/>
                  </a:cubicBezTo>
                  <a:lnTo>
                    <a:pt x="0" y="2607798"/>
                  </a:lnTo>
                  <a:lnTo>
                    <a:pt x="0" y="2356652"/>
                  </a:lnTo>
                  <a:lnTo>
                    <a:pt x="222195" y="2396940"/>
                  </a:lnTo>
                  <a:cubicBezTo>
                    <a:pt x="304990" y="2407980"/>
                    <a:pt x="388511" y="2415283"/>
                    <a:pt x="472364" y="2419092"/>
                  </a:cubicBezTo>
                  <a:cubicBezTo>
                    <a:pt x="640376" y="2427095"/>
                    <a:pt x="808184" y="2421791"/>
                    <a:pt x="974972" y="2402122"/>
                  </a:cubicBezTo>
                  <a:cubicBezTo>
                    <a:pt x="1141658" y="2382358"/>
                    <a:pt x="1306812" y="2349286"/>
                    <a:pt x="1468292" y="2304162"/>
                  </a:cubicBezTo>
                  <a:cubicBezTo>
                    <a:pt x="1629874" y="2259231"/>
                    <a:pt x="1787475" y="2201091"/>
                    <a:pt x="1940176" y="2133695"/>
                  </a:cubicBezTo>
                  <a:cubicBezTo>
                    <a:pt x="2246498" y="2000349"/>
                    <a:pt x="2532507" y="1823520"/>
                    <a:pt x="2783403" y="1609954"/>
                  </a:cubicBezTo>
                  <a:cubicBezTo>
                    <a:pt x="2908442" y="1502833"/>
                    <a:pt x="3024295" y="1385975"/>
                    <a:pt x="3128104" y="1260439"/>
                  </a:cubicBezTo>
                  <a:cubicBezTo>
                    <a:pt x="3232116" y="1135096"/>
                    <a:pt x="3323881" y="1000689"/>
                    <a:pt x="3400639" y="859052"/>
                  </a:cubicBezTo>
                  <a:cubicBezTo>
                    <a:pt x="3477399" y="717510"/>
                    <a:pt x="3541296" y="569316"/>
                    <a:pt x="3585595" y="415336"/>
                  </a:cubicBezTo>
                  <a:cubicBezTo>
                    <a:pt x="3607796" y="338540"/>
                    <a:pt x="3624638" y="260224"/>
                    <a:pt x="3635918" y="181137"/>
                  </a:cubicBezTo>
                  <a:close/>
                </a:path>
              </a:pathLst>
            </a:custGeom>
            <a:gradFill rotWithShape="0">
              <a:gsLst>
                <a:gs pos="2000">
                  <a:srgbClr val="ffffff">
                    <a:alpha val="10000"/>
                  </a:srgbClr>
                </a:gs>
                <a:gs pos="16000">
                  <a:srgbClr val="f19d19">
                    <a:alpha val="10000"/>
                  </a:srgbClr>
                </a:gs>
                <a:gs pos="85000">
                  <a:srgbClr val="1d9a78">
                    <a:alpha val="10000"/>
                  </a:srgbClr>
                </a:gs>
                <a:gs pos="100000">
                  <a:srgbClr val="ffffff">
                    <a:alpha val="10000"/>
                  </a:srgbClr>
                </a:gs>
              </a:gsLst>
              <a:lin ang="9600000"/>
            </a:gra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/>
          </p:style>
          <p:txBody>
            <a:bodyPr lIns="90000" rIns="90000" tIns="45000" bIns="45000" anchor="ctr">
              <a:noAutofit/>
            </a:bodyPr>
            <a:p>
              <a:pPr algn="ctr" defTabSz="914400">
                <a:lnSpc>
                  <a:spcPct val="100000"/>
                </a:lnSpc>
              </a:pPr>
              <a:endParaRPr b="0" lang="en-US" sz="1800" strike="noStrike" u="none">
                <a:solidFill>
                  <a:schemeClr val="lt1"/>
                </a:solidFill>
                <a:uFillTx/>
                <a:latin typeface="Calibri"/>
              </a:endParaRPr>
            </a:p>
          </p:txBody>
        </p:sp>
        <p:sp>
          <p:nvSpPr>
            <p:cNvPr id="719" name="Freeform: Shape 21">
              <a:extLs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/>
            <p:nvPr/>
          </p:nvSpPr>
          <p:spPr>
            <a:xfrm flipV="1">
              <a:off x="360" y="4681800"/>
              <a:ext cx="2897280" cy="2174400"/>
            </a:xfrm>
            <a:custGeom>
              <a:avLst/>
              <a:gdLst>
                <a:gd name="textAreaLeft" fmla="*/ 0 w 2897280"/>
                <a:gd name="textAreaRight" fmla="*/ 2898360 w 2897280"/>
                <a:gd name="textAreaTop" fmla="*/ 720 h 2174400"/>
                <a:gd name="textAreaBottom" fmla="*/ 2176200 h 2174400"/>
              </a:gdLst>
              <a:ahLst/>
              <a:rect l="textAreaLeft" t="textAreaTop" r="textAreaRight" b="textAreaBottom"/>
              <a:pathLst>
                <a:path w="3832270" h="2876136">
                  <a:moveTo>
                    <a:pt x="3800718" y="0"/>
                  </a:moveTo>
                  <a:lnTo>
                    <a:pt x="3832270" y="0"/>
                  </a:lnTo>
                  <a:lnTo>
                    <a:pt x="3824562" y="143769"/>
                  </a:lnTo>
                  <a:cubicBezTo>
                    <a:pt x="3797131" y="409191"/>
                    <a:pt x="3730585" y="671345"/>
                    <a:pt x="3628155" y="922055"/>
                  </a:cubicBezTo>
                  <a:cubicBezTo>
                    <a:pt x="3593858" y="1005553"/>
                    <a:pt x="3556704" y="1088280"/>
                    <a:pt x="3514853" y="1169078"/>
                  </a:cubicBezTo>
                  <a:cubicBezTo>
                    <a:pt x="3473616" y="1250166"/>
                    <a:pt x="3428194" y="1329517"/>
                    <a:pt x="3379198" y="1407037"/>
                  </a:cubicBezTo>
                  <a:cubicBezTo>
                    <a:pt x="3281106" y="1561980"/>
                    <a:pt x="3169132" y="1710174"/>
                    <a:pt x="3043787" y="1848342"/>
                  </a:cubicBezTo>
                  <a:cubicBezTo>
                    <a:pt x="2980806" y="1917184"/>
                    <a:pt x="2915071" y="1984001"/>
                    <a:pt x="2845661" y="2047444"/>
                  </a:cubicBezTo>
                  <a:cubicBezTo>
                    <a:pt x="2828411" y="2063450"/>
                    <a:pt x="2811060" y="2079263"/>
                    <a:pt x="2793197" y="2094689"/>
                  </a:cubicBezTo>
                  <a:cubicBezTo>
                    <a:pt x="2775436" y="2110213"/>
                    <a:pt x="2757982" y="2126025"/>
                    <a:pt x="2739710" y="2140969"/>
                  </a:cubicBezTo>
                  <a:cubicBezTo>
                    <a:pt x="2703576" y="2171341"/>
                    <a:pt x="2666524" y="2200749"/>
                    <a:pt x="2629166" y="2229867"/>
                  </a:cubicBezTo>
                  <a:cubicBezTo>
                    <a:pt x="2479015" y="2345569"/>
                    <a:pt x="2316821" y="2448061"/>
                    <a:pt x="2145952" y="2535994"/>
                  </a:cubicBezTo>
                  <a:cubicBezTo>
                    <a:pt x="1804312" y="2711957"/>
                    <a:pt x="1424600" y="2826982"/>
                    <a:pt x="1034987" y="2863910"/>
                  </a:cubicBezTo>
                  <a:cubicBezTo>
                    <a:pt x="937762" y="2873167"/>
                    <a:pt x="839720" y="2877096"/>
                    <a:pt x="741909" y="2875939"/>
                  </a:cubicBezTo>
                  <a:cubicBezTo>
                    <a:pt x="644097" y="2874782"/>
                    <a:pt x="546515" y="2868539"/>
                    <a:pt x="450208" y="2857451"/>
                  </a:cubicBezTo>
                  <a:cubicBezTo>
                    <a:pt x="305520" y="2840674"/>
                    <a:pt x="162095" y="2813810"/>
                    <a:pt x="22215" y="2775923"/>
                  </a:cubicBezTo>
                  <a:lnTo>
                    <a:pt x="0" y="2769256"/>
                  </a:lnTo>
                  <a:lnTo>
                    <a:pt x="0" y="2590612"/>
                  </a:lnTo>
                  <a:lnTo>
                    <a:pt x="199046" y="2627410"/>
                  </a:lnTo>
                  <a:cubicBezTo>
                    <a:pt x="288321" y="2639209"/>
                    <a:pt x="378197" y="2646537"/>
                    <a:pt x="468174" y="2649670"/>
                  </a:cubicBezTo>
                  <a:cubicBezTo>
                    <a:pt x="648333" y="2656805"/>
                    <a:pt x="826655" y="2647163"/>
                    <a:pt x="1003650" y="2622480"/>
                  </a:cubicBezTo>
                  <a:cubicBezTo>
                    <a:pt x="1091943" y="2609658"/>
                    <a:pt x="1179725" y="2593747"/>
                    <a:pt x="1266489" y="2573982"/>
                  </a:cubicBezTo>
                  <a:cubicBezTo>
                    <a:pt x="1353250" y="2553927"/>
                    <a:pt x="1439298" y="2531076"/>
                    <a:pt x="1524223" y="2504657"/>
                  </a:cubicBezTo>
                  <a:cubicBezTo>
                    <a:pt x="1609149" y="2478336"/>
                    <a:pt x="1693052" y="2448833"/>
                    <a:pt x="1775731" y="2416243"/>
                  </a:cubicBezTo>
                  <a:cubicBezTo>
                    <a:pt x="1858309" y="2383557"/>
                    <a:pt x="1939764" y="2347882"/>
                    <a:pt x="2019789" y="2309412"/>
                  </a:cubicBezTo>
                  <a:cubicBezTo>
                    <a:pt x="2179839" y="2232567"/>
                    <a:pt x="2334583" y="2144923"/>
                    <a:pt x="2482486" y="2046962"/>
                  </a:cubicBezTo>
                  <a:cubicBezTo>
                    <a:pt x="2519334" y="2022376"/>
                    <a:pt x="2556081" y="1997403"/>
                    <a:pt x="2591908" y="1971371"/>
                  </a:cubicBezTo>
                  <a:cubicBezTo>
                    <a:pt x="2610077" y="1958644"/>
                    <a:pt x="2627838" y="1945434"/>
                    <a:pt x="2645702" y="1932321"/>
                  </a:cubicBezTo>
                  <a:cubicBezTo>
                    <a:pt x="2663666" y="1919305"/>
                    <a:pt x="2681325" y="1905903"/>
                    <a:pt x="2698779" y="1892309"/>
                  </a:cubicBezTo>
                  <a:cubicBezTo>
                    <a:pt x="2768903" y="1838025"/>
                    <a:pt x="2837496" y="1781717"/>
                    <a:pt x="2903537" y="1722516"/>
                  </a:cubicBezTo>
                  <a:cubicBezTo>
                    <a:pt x="3035926" y="1604501"/>
                    <a:pt x="3158720" y="1475784"/>
                    <a:pt x="3269061" y="1337327"/>
                  </a:cubicBezTo>
                  <a:cubicBezTo>
                    <a:pt x="3324182" y="1268099"/>
                    <a:pt x="3376341" y="1196461"/>
                    <a:pt x="3424928" y="1122508"/>
                  </a:cubicBezTo>
                  <a:cubicBezTo>
                    <a:pt x="3472697" y="1048170"/>
                    <a:pt x="3517814" y="972000"/>
                    <a:pt x="3557622" y="893226"/>
                  </a:cubicBezTo>
                  <a:cubicBezTo>
                    <a:pt x="3567931" y="873654"/>
                    <a:pt x="3577526" y="853791"/>
                    <a:pt x="3587019" y="833929"/>
                  </a:cubicBezTo>
                  <a:lnTo>
                    <a:pt x="3601310" y="804040"/>
                  </a:lnTo>
                  <a:lnTo>
                    <a:pt x="3614885" y="773861"/>
                  </a:lnTo>
                  <a:cubicBezTo>
                    <a:pt x="3623766" y="753709"/>
                    <a:pt x="3632748" y="733559"/>
                    <a:pt x="3640812" y="713022"/>
                  </a:cubicBezTo>
                  <a:cubicBezTo>
                    <a:pt x="3648876" y="692485"/>
                    <a:pt x="3657756" y="672236"/>
                    <a:pt x="3665105" y="651506"/>
                  </a:cubicBezTo>
                  <a:cubicBezTo>
                    <a:pt x="3696544" y="569166"/>
                    <a:pt x="3723185" y="485089"/>
                    <a:pt x="3744110" y="399567"/>
                  </a:cubicBezTo>
                  <a:cubicBezTo>
                    <a:pt x="3765341" y="314238"/>
                    <a:pt x="3781392" y="227654"/>
                    <a:pt x="3792123" y="140444"/>
                  </a:cubicBezTo>
                  <a:close/>
                </a:path>
              </a:pathLst>
            </a:custGeom>
            <a:gradFill rotWithShape="0">
              <a:gsLst>
                <a:gs pos="2000">
                  <a:srgbClr val="ffffff">
                    <a:alpha val="10000"/>
                  </a:srgbClr>
                </a:gs>
                <a:gs pos="16000">
                  <a:srgbClr val="f19d19">
                    <a:alpha val="10000"/>
                  </a:srgbClr>
                </a:gs>
                <a:gs pos="85000">
                  <a:srgbClr val="1d9a78">
                    <a:alpha val="10000"/>
                  </a:srgbClr>
                </a:gs>
                <a:gs pos="100000">
                  <a:srgbClr val="ffffff">
                    <a:alpha val="10000"/>
                  </a:srgbClr>
                </a:gs>
              </a:gsLst>
              <a:lin ang="9600000"/>
            </a:gra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/>
          </p:style>
          <p:txBody>
            <a:bodyPr lIns="90000" rIns="90000" tIns="45000" bIns="45000" anchor="ctr">
              <a:noAutofit/>
            </a:bodyPr>
            <a:p>
              <a:pPr algn="ctr" defTabSz="914400">
                <a:lnSpc>
                  <a:spcPct val="100000"/>
                </a:lnSpc>
              </a:pPr>
              <a:endParaRPr b="0" lang="en-US" sz="1800" strike="noStrike" u="none">
                <a:solidFill>
                  <a:schemeClr val="lt1"/>
                </a:solidFill>
                <a:uFillTx/>
                <a:latin typeface="Calibri"/>
              </a:endParaRPr>
            </a:p>
          </p:txBody>
        </p:sp>
      </p:grp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144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bg>
      <p:bgPr>
        <a:solidFill>
          <a:schemeClr val="lt1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 useBgFill="1">
        <p:nvSpPr>
          <p:cNvPr id="720" name="Rectangle 20">
            <a:extLst>
              <a:ext uri="{C183D7F6-B498-43B3-948B-1728B52AA6E4}">
                <adec:decorative xmlns:adec="http://schemas.microsoft.com/office/drawing/2017/decorative" val="1"/>
              </a:ext>
            </a:extLst>
          </p:cNvPr>
          <p:cNvSpPr/>
          <p:nvPr/>
        </p:nvSpPr>
        <p:spPr>
          <a:xfrm>
            <a:off x="0" y="0"/>
            <a:ext cx="12190680" cy="6856920"/>
          </a:xfrm>
          <a:prstGeom prst="rect">
            <a:avLst/>
          </a:prstGeom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 algn="ctr" defTabSz="914400">
              <a:lnSpc>
                <a:spcPct val="100000"/>
              </a:lnSpc>
            </a:pPr>
            <a:endParaRPr b="0" lang="en-US" sz="1800" strike="noStrike" u="none">
              <a:solidFill>
                <a:schemeClr val="lt1"/>
              </a:solidFill>
              <a:uFillTx/>
              <a:latin typeface="Calibri"/>
            </a:endParaRPr>
          </a:p>
        </p:txBody>
      </p:sp>
      <p:sp>
        <p:nvSpPr>
          <p:cNvPr id="721" name="Rectangle 22">
            <a:extLst>
              <a:ext uri="{C183D7F6-B498-43B3-948B-1728B52AA6E4}">
                <adec:decorative xmlns:adec="http://schemas.microsoft.com/office/drawing/2017/decorative" val="1"/>
              </a:ext>
            </a:extLst>
          </p:cNvPr>
          <p:cNvSpPr/>
          <p:nvPr/>
        </p:nvSpPr>
        <p:spPr>
          <a:xfrm>
            <a:off x="360" y="0"/>
            <a:ext cx="12190680" cy="6856920"/>
          </a:xfrm>
          <a:prstGeom prst="rect">
            <a:avLst/>
          </a:prstGeom>
          <a:solidFill>
            <a:schemeClr val="bg1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 algn="ctr" defTabSz="914400">
              <a:lnSpc>
                <a:spcPct val="100000"/>
              </a:lnSpc>
            </a:pPr>
            <a:endParaRPr b="0" lang="en-US" sz="800" strike="noStrike" u="none">
              <a:solidFill>
                <a:schemeClr val="lt1"/>
              </a:solidFill>
              <a:uFillTx/>
              <a:latin typeface="Calibri"/>
            </a:endParaRPr>
          </a:p>
        </p:txBody>
      </p:sp>
      <p:sp>
        <p:nvSpPr>
          <p:cNvPr id="722" name="PlaceHolder 1"/>
          <p:cNvSpPr>
            <a:spLocks noGrp="1"/>
          </p:cNvSpPr>
          <p:nvPr>
            <p:ph type="title"/>
          </p:nvPr>
        </p:nvSpPr>
        <p:spPr>
          <a:xfrm>
            <a:off x="1179360" y="1280520"/>
            <a:ext cx="9832320" cy="132444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b">
            <a:normAutofit/>
          </a:bodyPr>
          <a:p>
            <a:pPr indent="0" algn="ctr" defTabSz="914400">
              <a:lnSpc>
                <a:spcPct val="90000"/>
              </a:lnSpc>
              <a:buNone/>
              <a:tabLst>
                <a:tab algn="l" pos="0"/>
              </a:tabLst>
            </a:pPr>
            <a:r>
              <a:rPr b="0" lang="de-DE" sz="3600" strike="noStrike" u="none">
                <a:solidFill>
                  <a:schemeClr val="dk2"/>
                </a:solidFill>
                <a:uFillTx/>
                <a:latin typeface="Calibri Light"/>
              </a:rPr>
              <a:t>Übung 12: Class Binding</a:t>
            </a:r>
            <a:endParaRPr b="0" lang="de-DE" sz="3600" strike="noStrike" u="none">
              <a:solidFill>
                <a:srgbClr val="000000"/>
              </a:solidFill>
              <a:uFillTx/>
              <a:latin typeface="Arial"/>
            </a:endParaRPr>
          </a:p>
        </p:txBody>
      </p:sp>
      <p:grpSp>
        <p:nvGrpSpPr>
          <p:cNvPr id="723" name="Group 24">
            <a:extLst>
              <a:ext uri="{C183D7F6-B498-43B3-948B-1728B52AA6E4}">
                <adec:decorative xmlns:adec="http://schemas.microsoft.com/office/drawing/2017/decorative" val="1"/>
              </a:ext>
            </a:extLst>
          </p:cNvPr>
          <p:cNvGrpSpPr/>
          <p:nvPr/>
        </p:nvGrpSpPr>
        <p:grpSpPr>
          <a:xfrm>
            <a:off x="8289720" y="0"/>
            <a:ext cx="3901320" cy="2381760"/>
            <a:chOff x="8289720" y="0"/>
            <a:chExt cx="3901320" cy="2381760"/>
          </a:xfrm>
        </p:grpSpPr>
        <p:sp>
          <p:nvSpPr>
            <p:cNvPr id="724" name="Freeform: Shape 25">
              <a:extLs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/>
            <p:nvPr/>
          </p:nvSpPr>
          <p:spPr>
            <a:xfrm>
              <a:off x="8289720" y="0"/>
              <a:ext cx="3900960" cy="2381760"/>
            </a:xfrm>
            <a:custGeom>
              <a:avLst/>
              <a:gdLst>
                <a:gd name="textAreaLeft" fmla="*/ 0 w 3900960"/>
                <a:gd name="textAreaRight" fmla="*/ 3902040 w 3900960"/>
                <a:gd name="textAreaTop" fmla="*/ 0 h 2381760"/>
                <a:gd name="textAreaBottom" fmla="*/ 2382840 h 2381760"/>
              </a:gdLst>
              <a:ahLst/>
              <a:rect l="textAreaLeft" t="textAreaTop" r="textAreaRight" b="textAreaBottom"/>
              <a:pathLst>
                <a:path w="5324985" h="3251912">
                  <a:moveTo>
                    <a:pt x="0" y="0"/>
                  </a:moveTo>
                  <a:lnTo>
                    <a:pt x="36826" y="0"/>
                  </a:lnTo>
                  <a:lnTo>
                    <a:pt x="45003" y="152909"/>
                  </a:lnTo>
                  <a:cubicBezTo>
                    <a:pt x="50351" y="205154"/>
                    <a:pt x="58290" y="257123"/>
                    <a:pt x="68956" y="308600"/>
                  </a:cubicBezTo>
                  <a:cubicBezTo>
                    <a:pt x="91393" y="411324"/>
                    <a:pt x="123882" y="511847"/>
                    <a:pt x="167774" y="607968"/>
                  </a:cubicBezTo>
                  <a:cubicBezTo>
                    <a:pt x="178195" y="632173"/>
                    <a:pt x="190333" y="655798"/>
                    <a:pt x="201857" y="679539"/>
                  </a:cubicBezTo>
                  <a:cubicBezTo>
                    <a:pt x="214363" y="702933"/>
                    <a:pt x="226255" y="726557"/>
                    <a:pt x="239741" y="749488"/>
                  </a:cubicBezTo>
                  <a:cubicBezTo>
                    <a:pt x="265488" y="795812"/>
                    <a:pt x="294176" y="840746"/>
                    <a:pt x="323724" y="885101"/>
                  </a:cubicBezTo>
                  <a:cubicBezTo>
                    <a:pt x="353149" y="929572"/>
                    <a:pt x="384657" y="972885"/>
                    <a:pt x="416412" y="1016081"/>
                  </a:cubicBezTo>
                  <a:cubicBezTo>
                    <a:pt x="448655" y="1058931"/>
                    <a:pt x="482127" y="1101202"/>
                    <a:pt x="515719" y="1143356"/>
                  </a:cubicBezTo>
                  <a:cubicBezTo>
                    <a:pt x="583027" y="1227782"/>
                    <a:pt x="653402" y="1310470"/>
                    <a:pt x="722427" y="1395127"/>
                  </a:cubicBezTo>
                  <a:cubicBezTo>
                    <a:pt x="757123" y="1437282"/>
                    <a:pt x="791697" y="1479783"/>
                    <a:pt x="825780" y="1522749"/>
                  </a:cubicBezTo>
                  <a:cubicBezTo>
                    <a:pt x="859742" y="1565367"/>
                    <a:pt x="893457" y="1610649"/>
                    <a:pt x="926314" y="1651992"/>
                  </a:cubicBezTo>
                  <a:cubicBezTo>
                    <a:pt x="958927" y="1694379"/>
                    <a:pt x="993132" y="1735492"/>
                    <a:pt x="1026848" y="1776836"/>
                  </a:cubicBezTo>
                  <a:cubicBezTo>
                    <a:pt x="1061545" y="1817485"/>
                    <a:pt x="1095996" y="1858133"/>
                    <a:pt x="1131918" y="1897393"/>
                  </a:cubicBezTo>
                  <a:cubicBezTo>
                    <a:pt x="1203273" y="1976376"/>
                    <a:pt x="1277447" y="2052463"/>
                    <a:pt x="1354688" y="2124728"/>
                  </a:cubicBezTo>
                  <a:cubicBezTo>
                    <a:pt x="1509411" y="2268911"/>
                    <a:pt x="1676396" y="2397575"/>
                    <a:pt x="1855027" y="2504236"/>
                  </a:cubicBezTo>
                  <a:cubicBezTo>
                    <a:pt x="1944528" y="2557277"/>
                    <a:pt x="2036357" y="2605917"/>
                    <a:pt x="2131618" y="2646913"/>
                  </a:cubicBezTo>
                  <a:cubicBezTo>
                    <a:pt x="2226267" y="2689068"/>
                    <a:pt x="2323981" y="2724622"/>
                    <a:pt x="2423534" y="2754732"/>
                  </a:cubicBezTo>
                  <a:cubicBezTo>
                    <a:pt x="2523087" y="2784958"/>
                    <a:pt x="2624602" y="2809394"/>
                    <a:pt x="2727588" y="2829197"/>
                  </a:cubicBezTo>
                  <a:cubicBezTo>
                    <a:pt x="2830698" y="2848653"/>
                    <a:pt x="2935522" y="2861971"/>
                    <a:pt x="3041083" y="2870890"/>
                  </a:cubicBezTo>
                  <a:cubicBezTo>
                    <a:pt x="3146644" y="2879922"/>
                    <a:pt x="3253307" y="2883860"/>
                    <a:pt x="3360340" y="2883976"/>
                  </a:cubicBezTo>
                  <a:cubicBezTo>
                    <a:pt x="3387067" y="2883976"/>
                    <a:pt x="3414162" y="2884439"/>
                    <a:pt x="3439663" y="2883396"/>
                  </a:cubicBezTo>
                  <a:lnTo>
                    <a:pt x="3478529" y="2882471"/>
                  </a:lnTo>
                  <a:lnTo>
                    <a:pt x="3517271" y="2880616"/>
                  </a:lnTo>
                  <a:cubicBezTo>
                    <a:pt x="3568887" y="2878417"/>
                    <a:pt x="3620257" y="2873552"/>
                    <a:pt x="3671260" y="2867878"/>
                  </a:cubicBezTo>
                  <a:cubicBezTo>
                    <a:pt x="3875515" y="2844253"/>
                    <a:pt x="4074253" y="2792486"/>
                    <a:pt x="4265268" y="2716283"/>
                  </a:cubicBezTo>
                  <a:cubicBezTo>
                    <a:pt x="4361020" y="2678529"/>
                    <a:pt x="4454444" y="2633710"/>
                    <a:pt x="4546395" y="2584724"/>
                  </a:cubicBezTo>
                  <a:cubicBezTo>
                    <a:pt x="4638470" y="2535967"/>
                    <a:pt x="4728827" y="2481885"/>
                    <a:pt x="4817837" y="2424674"/>
                  </a:cubicBezTo>
                  <a:cubicBezTo>
                    <a:pt x="4906846" y="2367348"/>
                    <a:pt x="4994385" y="2306317"/>
                    <a:pt x="5081677" y="2243548"/>
                  </a:cubicBezTo>
                  <a:cubicBezTo>
                    <a:pt x="5125201" y="2212164"/>
                    <a:pt x="5168603" y="2179969"/>
                    <a:pt x="5211881" y="2147658"/>
                  </a:cubicBezTo>
                  <a:lnTo>
                    <a:pt x="5324985" y="2062128"/>
                  </a:lnTo>
                  <a:lnTo>
                    <a:pt x="5324985" y="2514993"/>
                  </a:lnTo>
                  <a:lnTo>
                    <a:pt x="5314867" y="2522881"/>
                  </a:lnTo>
                  <a:cubicBezTo>
                    <a:pt x="5225490" y="2591325"/>
                    <a:pt x="5133783" y="2658379"/>
                    <a:pt x="5038276" y="2722421"/>
                  </a:cubicBezTo>
                  <a:cubicBezTo>
                    <a:pt x="4942892" y="2786348"/>
                    <a:pt x="4844810" y="2848422"/>
                    <a:pt x="4741701" y="2904937"/>
                  </a:cubicBezTo>
                  <a:cubicBezTo>
                    <a:pt x="4638592" y="2961337"/>
                    <a:pt x="4531929" y="3013683"/>
                    <a:pt x="4420728" y="3058848"/>
                  </a:cubicBezTo>
                  <a:cubicBezTo>
                    <a:pt x="4199063" y="3150338"/>
                    <a:pt x="3959621" y="3211485"/>
                    <a:pt x="3717481" y="3237079"/>
                  </a:cubicBezTo>
                  <a:cubicBezTo>
                    <a:pt x="3656914" y="3243101"/>
                    <a:pt x="3596227" y="3247966"/>
                    <a:pt x="3535661" y="3249934"/>
                  </a:cubicBezTo>
                  <a:lnTo>
                    <a:pt x="3490175" y="3251555"/>
                  </a:lnTo>
                  <a:lnTo>
                    <a:pt x="3444813" y="3251787"/>
                  </a:lnTo>
                  <a:cubicBezTo>
                    <a:pt x="3414162" y="3252250"/>
                    <a:pt x="3385105" y="3251324"/>
                    <a:pt x="3355681" y="3250745"/>
                  </a:cubicBezTo>
                  <a:cubicBezTo>
                    <a:pt x="3296954" y="3250050"/>
                    <a:pt x="3237860" y="3246692"/>
                    <a:pt x="3179011" y="3243795"/>
                  </a:cubicBezTo>
                  <a:cubicBezTo>
                    <a:pt x="3120039" y="3239164"/>
                    <a:pt x="3061067" y="3234878"/>
                    <a:pt x="3002217" y="3227814"/>
                  </a:cubicBezTo>
                  <a:cubicBezTo>
                    <a:pt x="2884397" y="3214496"/>
                    <a:pt x="2766699" y="3196314"/>
                    <a:pt x="2650103" y="3170836"/>
                  </a:cubicBezTo>
                  <a:cubicBezTo>
                    <a:pt x="2533510" y="3145358"/>
                    <a:pt x="2418263" y="3112583"/>
                    <a:pt x="2305836" y="3072514"/>
                  </a:cubicBezTo>
                  <a:cubicBezTo>
                    <a:pt x="2193410" y="3032328"/>
                    <a:pt x="2083926" y="2984383"/>
                    <a:pt x="1978611" y="2929952"/>
                  </a:cubicBezTo>
                  <a:cubicBezTo>
                    <a:pt x="1873663" y="2874711"/>
                    <a:pt x="1772884" y="2812985"/>
                    <a:pt x="1678235" y="2744424"/>
                  </a:cubicBezTo>
                  <a:cubicBezTo>
                    <a:pt x="1488201" y="2608001"/>
                    <a:pt x="1321708" y="2448068"/>
                    <a:pt x="1175688" y="2277018"/>
                  </a:cubicBezTo>
                  <a:cubicBezTo>
                    <a:pt x="1102985" y="2191086"/>
                    <a:pt x="1035309" y="2102377"/>
                    <a:pt x="971310" y="2012044"/>
                  </a:cubicBezTo>
                  <a:cubicBezTo>
                    <a:pt x="907188" y="1921714"/>
                    <a:pt x="847358" y="1829413"/>
                    <a:pt x="790717" y="1735723"/>
                  </a:cubicBezTo>
                  <a:cubicBezTo>
                    <a:pt x="761782" y="1688357"/>
                    <a:pt x="735300" y="1644002"/>
                    <a:pt x="706488" y="1598604"/>
                  </a:cubicBezTo>
                  <a:cubicBezTo>
                    <a:pt x="677922" y="1553555"/>
                    <a:pt x="648866" y="1508505"/>
                    <a:pt x="618951" y="1463802"/>
                  </a:cubicBezTo>
                  <a:lnTo>
                    <a:pt x="436273" y="1195355"/>
                  </a:lnTo>
                  <a:cubicBezTo>
                    <a:pt x="405990" y="1150189"/>
                    <a:pt x="376075" y="1104792"/>
                    <a:pt x="346896" y="1058816"/>
                  </a:cubicBezTo>
                  <a:cubicBezTo>
                    <a:pt x="317716" y="1012838"/>
                    <a:pt x="288782" y="966747"/>
                    <a:pt x="261809" y="919264"/>
                  </a:cubicBezTo>
                  <a:cubicBezTo>
                    <a:pt x="207742" y="824764"/>
                    <a:pt x="158088" y="727485"/>
                    <a:pt x="118487" y="626498"/>
                  </a:cubicBezTo>
                  <a:cubicBezTo>
                    <a:pt x="78151" y="525859"/>
                    <a:pt x="48237" y="421515"/>
                    <a:pt x="28130" y="315781"/>
                  </a:cubicBezTo>
                  <a:cubicBezTo>
                    <a:pt x="18506" y="262914"/>
                    <a:pt x="11425" y="209642"/>
                    <a:pt x="6751" y="156195"/>
                  </a:cubicBezTo>
                  <a:close/>
                </a:path>
              </a:pathLst>
            </a:custGeom>
            <a:gradFill rotWithShape="0">
              <a:gsLst>
                <a:gs pos="2000">
                  <a:srgbClr val="ffffff">
                    <a:alpha val="10000"/>
                  </a:srgbClr>
                </a:gs>
                <a:gs pos="16000">
                  <a:srgbClr val="f19d19">
                    <a:alpha val="10000"/>
                  </a:srgbClr>
                </a:gs>
                <a:gs pos="85000">
                  <a:srgbClr val="1d9a78">
                    <a:alpha val="10000"/>
                  </a:srgbClr>
                </a:gs>
                <a:gs pos="100000">
                  <a:srgbClr val="ffffff">
                    <a:alpha val="10000"/>
                  </a:srgbClr>
                </a:gs>
              </a:gsLst>
              <a:lin ang="12000000"/>
            </a:gra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/>
          </p:style>
          <p:txBody>
            <a:bodyPr lIns="90000" rIns="90000" tIns="45000" bIns="45000" anchor="ctr">
              <a:noAutofit/>
            </a:bodyPr>
            <a:p>
              <a:pPr algn="ctr" defTabSz="914400">
                <a:lnSpc>
                  <a:spcPct val="100000"/>
                </a:lnSpc>
              </a:pPr>
              <a:endParaRPr b="0" lang="en-US" sz="1800" strike="noStrike" u="none">
                <a:solidFill>
                  <a:schemeClr val="lt1"/>
                </a:solidFill>
                <a:uFillTx/>
                <a:latin typeface="Calibri"/>
              </a:endParaRPr>
            </a:p>
          </p:txBody>
        </p:sp>
        <p:sp>
          <p:nvSpPr>
            <p:cNvPr id="725" name="Freeform: Shape 26">
              <a:extLs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/>
            <p:nvPr/>
          </p:nvSpPr>
          <p:spPr>
            <a:xfrm>
              <a:off x="8326080" y="0"/>
              <a:ext cx="3864960" cy="2183040"/>
            </a:xfrm>
            <a:custGeom>
              <a:avLst/>
              <a:gdLst>
                <a:gd name="textAreaLeft" fmla="*/ 0 w 3864960"/>
                <a:gd name="textAreaRight" fmla="*/ 3866040 w 3864960"/>
                <a:gd name="textAreaTop" fmla="*/ 0 h 2183040"/>
                <a:gd name="textAreaBottom" fmla="*/ 2184120 h 2183040"/>
              </a:gdLst>
              <a:ahLst/>
              <a:rect l="textAreaLeft" t="textAreaTop" r="textAreaRight" b="textAreaBottom"/>
              <a:pathLst>
                <a:path w="5275533" h="2980757">
                  <a:moveTo>
                    <a:pt x="0" y="0"/>
                  </a:moveTo>
                  <a:lnTo>
                    <a:pt x="201166" y="0"/>
                  </a:lnTo>
                  <a:lnTo>
                    <a:pt x="206734" y="89286"/>
                  </a:lnTo>
                  <a:cubicBezTo>
                    <a:pt x="212220" y="135755"/>
                    <a:pt x="220465" y="181731"/>
                    <a:pt x="232051" y="226897"/>
                  </a:cubicBezTo>
                  <a:cubicBezTo>
                    <a:pt x="254855" y="317344"/>
                    <a:pt x="290287" y="403854"/>
                    <a:pt x="332707" y="487120"/>
                  </a:cubicBezTo>
                  <a:cubicBezTo>
                    <a:pt x="354163" y="528696"/>
                    <a:pt x="377948" y="569461"/>
                    <a:pt x="402959" y="609647"/>
                  </a:cubicBezTo>
                  <a:cubicBezTo>
                    <a:pt x="428337" y="649717"/>
                    <a:pt x="455433" y="689209"/>
                    <a:pt x="483631" y="728236"/>
                  </a:cubicBezTo>
                  <a:cubicBezTo>
                    <a:pt x="540764" y="806061"/>
                    <a:pt x="604271" y="881569"/>
                    <a:pt x="669986" y="957424"/>
                  </a:cubicBezTo>
                  <a:cubicBezTo>
                    <a:pt x="735701" y="1033395"/>
                    <a:pt x="804359" y="1109366"/>
                    <a:pt x="871667" y="1188348"/>
                  </a:cubicBezTo>
                  <a:cubicBezTo>
                    <a:pt x="905383" y="1227723"/>
                    <a:pt x="938731" y="1268025"/>
                    <a:pt x="971956" y="1308905"/>
                  </a:cubicBezTo>
                  <a:lnTo>
                    <a:pt x="1020139" y="1368084"/>
                  </a:lnTo>
                  <a:cubicBezTo>
                    <a:pt x="1035954" y="1386962"/>
                    <a:pt x="1051035" y="1406302"/>
                    <a:pt x="1067340" y="1424715"/>
                  </a:cubicBezTo>
                  <a:cubicBezTo>
                    <a:pt x="1194602" y="1574573"/>
                    <a:pt x="1332652" y="1712503"/>
                    <a:pt x="1472909" y="1843252"/>
                  </a:cubicBezTo>
                  <a:cubicBezTo>
                    <a:pt x="1543406" y="1908337"/>
                    <a:pt x="1615128" y="1971221"/>
                    <a:pt x="1688567" y="2031559"/>
                  </a:cubicBezTo>
                  <a:cubicBezTo>
                    <a:pt x="1762006" y="2091895"/>
                    <a:pt x="1836793" y="2150263"/>
                    <a:pt x="1914401" y="2205156"/>
                  </a:cubicBezTo>
                  <a:cubicBezTo>
                    <a:pt x="2069003" y="2315176"/>
                    <a:pt x="2235742" y="2413498"/>
                    <a:pt x="2418909" y="2479741"/>
                  </a:cubicBezTo>
                  <a:cubicBezTo>
                    <a:pt x="2510249" y="2512863"/>
                    <a:pt x="2604898" y="2538225"/>
                    <a:pt x="2701141" y="2557333"/>
                  </a:cubicBezTo>
                  <a:cubicBezTo>
                    <a:pt x="2725293" y="2561850"/>
                    <a:pt x="2749201" y="2567062"/>
                    <a:pt x="2773475" y="2570999"/>
                  </a:cubicBezTo>
                  <a:lnTo>
                    <a:pt x="2846424" y="2582465"/>
                  </a:lnTo>
                  <a:cubicBezTo>
                    <a:pt x="2895343" y="2588602"/>
                    <a:pt x="2944261" y="2595088"/>
                    <a:pt x="2993669" y="2598909"/>
                  </a:cubicBezTo>
                  <a:cubicBezTo>
                    <a:pt x="3018313" y="2601110"/>
                    <a:pt x="3042956" y="2603195"/>
                    <a:pt x="3067721" y="2604237"/>
                  </a:cubicBezTo>
                  <a:cubicBezTo>
                    <a:pt x="3092487" y="2605394"/>
                    <a:pt x="3117130" y="2607247"/>
                    <a:pt x="3142019" y="2607943"/>
                  </a:cubicBezTo>
                  <a:lnTo>
                    <a:pt x="3216561" y="2609564"/>
                  </a:lnTo>
                  <a:cubicBezTo>
                    <a:pt x="3241326" y="2610142"/>
                    <a:pt x="3266337" y="2609333"/>
                    <a:pt x="3291225" y="2609217"/>
                  </a:cubicBezTo>
                  <a:lnTo>
                    <a:pt x="3328619" y="2608869"/>
                  </a:lnTo>
                  <a:cubicBezTo>
                    <a:pt x="3340757" y="2608522"/>
                    <a:pt x="3352649" y="2607827"/>
                    <a:pt x="3364665" y="2607363"/>
                  </a:cubicBezTo>
                  <a:cubicBezTo>
                    <a:pt x="3376679" y="2606784"/>
                    <a:pt x="3388695" y="2606438"/>
                    <a:pt x="3400587" y="2605627"/>
                  </a:cubicBezTo>
                  <a:lnTo>
                    <a:pt x="3436387" y="2602847"/>
                  </a:lnTo>
                  <a:cubicBezTo>
                    <a:pt x="3484079" y="2599257"/>
                    <a:pt x="3531404" y="2593235"/>
                    <a:pt x="3578361" y="2586286"/>
                  </a:cubicBezTo>
                  <a:cubicBezTo>
                    <a:pt x="3766310" y="2556871"/>
                    <a:pt x="3947025" y="2499314"/>
                    <a:pt x="4119159" y="2418594"/>
                  </a:cubicBezTo>
                  <a:cubicBezTo>
                    <a:pt x="4291907" y="2338801"/>
                    <a:pt x="4456317" y="2236657"/>
                    <a:pt x="4618765" y="2124668"/>
                  </a:cubicBezTo>
                  <a:cubicBezTo>
                    <a:pt x="4659346" y="2096759"/>
                    <a:pt x="4699682" y="2067575"/>
                    <a:pt x="4739895" y="2038275"/>
                  </a:cubicBezTo>
                  <a:cubicBezTo>
                    <a:pt x="4780355" y="2008976"/>
                    <a:pt x="4820691" y="1979212"/>
                    <a:pt x="4861027" y="1948986"/>
                  </a:cubicBezTo>
                  <a:lnTo>
                    <a:pt x="5106354" y="1763690"/>
                  </a:lnTo>
                  <a:lnTo>
                    <a:pt x="5275533" y="1641017"/>
                  </a:lnTo>
                  <a:lnTo>
                    <a:pt x="5275533" y="2257481"/>
                  </a:lnTo>
                  <a:lnTo>
                    <a:pt x="5168881" y="2332084"/>
                  </a:lnTo>
                  <a:cubicBezTo>
                    <a:pt x="5125235" y="2362079"/>
                    <a:pt x="5081099" y="2391958"/>
                    <a:pt x="5036225" y="2421489"/>
                  </a:cubicBezTo>
                  <a:cubicBezTo>
                    <a:pt x="4991231" y="2450790"/>
                    <a:pt x="4945867" y="2479857"/>
                    <a:pt x="4899401" y="2508347"/>
                  </a:cubicBezTo>
                  <a:cubicBezTo>
                    <a:pt x="4806959" y="2565440"/>
                    <a:pt x="4711574" y="2620798"/>
                    <a:pt x="4612145" y="2671407"/>
                  </a:cubicBezTo>
                  <a:cubicBezTo>
                    <a:pt x="4512836" y="2722247"/>
                    <a:pt x="4410095" y="2769496"/>
                    <a:pt x="4303187" y="2810030"/>
                  </a:cubicBezTo>
                  <a:cubicBezTo>
                    <a:pt x="4090349" y="2892256"/>
                    <a:pt x="3861694" y="2947728"/>
                    <a:pt x="3630835" y="2969500"/>
                  </a:cubicBezTo>
                  <a:cubicBezTo>
                    <a:pt x="3573089" y="2974712"/>
                    <a:pt x="3515343" y="2978649"/>
                    <a:pt x="3457719" y="2979808"/>
                  </a:cubicBezTo>
                  <a:lnTo>
                    <a:pt x="3414441" y="2980733"/>
                  </a:lnTo>
                  <a:cubicBezTo>
                    <a:pt x="3400097" y="2980850"/>
                    <a:pt x="3385630" y="2980502"/>
                    <a:pt x="3371285" y="2980502"/>
                  </a:cubicBezTo>
                  <a:lnTo>
                    <a:pt x="3328252" y="2980039"/>
                  </a:lnTo>
                  <a:lnTo>
                    <a:pt x="3286445" y="2978534"/>
                  </a:lnTo>
                  <a:cubicBezTo>
                    <a:pt x="3175121" y="2975174"/>
                    <a:pt x="3063553" y="2966837"/>
                    <a:pt x="2952475" y="2953402"/>
                  </a:cubicBezTo>
                  <a:cubicBezTo>
                    <a:pt x="2841275" y="2940664"/>
                    <a:pt x="2730319" y="2922365"/>
                    <a:pt x="2620591" y="2898046"/>
                  </a:cubicBezTo>
                  <a:cubicBezTo>
                    <a:pt x="2510984" y="2873494"/>
                    <a:pt x="2402235" y="2844426"/>
                    <a:pt x="2294591" y="2811305"/>
                  </a:cubicBezTo>
                  <a:cubicBezTo>
                    <a:pt x="2079669" y="2744483"/>
                    <a:pt x="1867198" y="2661331"/>
                    <a:pt x="1670544" y="2550501"/>
                  </a:cubicBezTo>
                  <a:cubicBezTo>
                    <a:pt x="1473767" y="2439903"/>
                    <a:pt x="1298079" y="2299657"/>
                    <a:pt x="1144703" y="2144472"/>
                  </a:cubicBezTo>
                  <a:cubicBezTo>
                    <a:pt x="1067586" y="2066996"/>
                    <a:pt x="997458" y="1984539"/>
                    <a:pt x="931497" y="1900114"/>
                  </a:cubicBezTo>
                  <a:cubicBezTo>
                    <a:pt x="865906" y="1815342"/>
                    <a:pt x="803500" y="1729295"/>
                    <a:pt x="745265" y="1641395"/>
                  </a:cubicBezTo>
                  <a:cubicBezTo>
                    <a:pt x="730307" y="1619623"/>
                    <a:pt x="716207" y="1597503"/>
                    <a:pt x="701741" y="1575500"/>
                  </a:cubicBezTo>
                  <a:lnTo>
                    <a:pt x="660178" y="1511573"/>
                  </a:lnTo>
                  <a:cubicBezTo>
                    <a:pt x="633574" y="1470229"/>
                    <a:pt x="605989" y="1429232"/>
                    <a:pt x="578158" y="1387656"/>
                  </a:cubicBezTo>
                  <a:lnTo>
                    <a:pt x="408230" y="1134497"/>
                  </a:lnTo>
                  <a:cubicBezTo>
                    <a:pt x="351220" y="1048219"/>
                    <a:pt x="294945" y="959392"/>
                    <a:pt x="242349" y="866860"/>
                  </a:cubicBezTo>
                  <a:cubicBezTo>
                    <a:pt x="216112" y="820536"/>
                    <a:pt x="190734" y="773402"/>
                    <a:pt x="167562" y="724994"/>
                  </a:cubicBezTo>
                  <a:cubicBezTo>
                    <a:pt x="144513" y="676469"/>
                    <a:pt x="123057" y="627019"/>
                    <a:pt x="104054" y="576525"/>
                  </a:cubicBezTo>
                  <a:cubicBezTo>
                    <a:pt x="85418" y="525917"/>
                    <a:pt x="68867" y="474613"/>
                    <a:pt x="55381" y="422499"/>
                  </a:cubicBezTo>
                  <a:cubicBezTo>
                    <a:pt x="49006" y="396442"/>
                    <a:pt x="42508" y="370269"/>
                    <a:pt x="37236" y="343980"/>
                  </a:cubicBezTo>
                  <a:lnTo>
                    <a:pt x="29267" y="304604"/>
                  </a:lnTo>
                  <a:lnTo>
                    <a:pt x="22646" y="265113"/>
                  </a:lnTo>
                  <a:cubicBezTo>
                    <a:pt x="14003" y="212420"/>
                    <a:pt x="7872" y="159582"/>
                    <a:pt x="3903" y="106787"/>
                  </a:cubicBezTo>
                  <a:close/>
                </a:path>
              </a:pathLst>
            </a:custGeom>
            <a:gradFill rotWithShape="0">
              <a:gsLst>
                <a:gs pos="2000">
                  <a:srgbClr val="ffffff">
                    <a:alpha val="10000"/>
                  </a:srgbClr>
                </a:gs>
                <a:gs pos="16000">
                  <a:srgbClr val="f19d19">
                    <a:alpha val="10000"/>
                  </a:srgbClr>
                </a:gs>
                <a:gs pos="85000">
                  <a:srgbClr val="1d9a78">
                    <a:alpha val="10000"/>
                  </a:srgbClr>
                </a:gs>
                <a:gs pos="100000">
                  <a:srgbClr val="ffffff">
                    <a:alpha val="10000"/>
                  </a:srgbClr>
                </a:gs>
              </a:gsLst>
              <a:lin ang="12000000"/>
            </a:gra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/>
          </p:style>
          <p:txBody>
            <a:bodyPr lIns="90000" rIns="90000" tIns="45000" bIns="45000" anchor="ctr">
              <a:noAutofit/>
            </a:bodyPr>
            <a:p>
              <a:pPr algn="ctr" defTabSz="914400">
                <a:lnSpc>
                  <a:spcPct val="100000"/>
                </a:lnSpc>
              </a:pPr>
              <a:endParaRPr b="0" lang="en-US" sz="1800" strike="noStrike" u="none">
                <a:solidFill>
                  <a:schemeClr val="lt1"/>
                </a:solidFill>
                <a:uFillTx/>
                <a:latin typeface="Calibri"/>
              </a:endParaRPr>
            </a:p>
          </p:txBody>
        </p:sp>
        <p:sp>
          <p:nvSpPr>
            <p:cNvPr id="726" name="Freeform: Shape 27">
              <a:extLs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/>
            <p:nvPr/>
          </p:nvSpPr>
          <p:spPr>
            <a:xfrm>
              <a:off x="8329680" y="0"/>
              <a:ext cx="3861360" cy="2144520"/>
            </a:xfrm>
            <a:custGeom>
              <a:avLst/>
              <a:gdLst>
                <a:gd name="textAreaLeft" fmla="*/ 0 w 3861360"/>
                <a:gd name="textAreaRight" fmla="*/ 3862440 w 3861360"/>
                <a:gd name="textAreaTop" fmla="*/ 0 h 2144520"/>
                <a:gd name="textAreaBottom" fmla="*/ 2145600 h 2144520"/>
              </a:gdLst>
              <a:ahLst/>
              <a:rect l="textAreaLeft" t="textAreaTop" r="textAreaRight" b="textAreaBottom"/>
              <a:pathLst>
                <a:path w="5270786" h="2927775">
                  <a:moveTo>
                    <a:pt x="0" y="0"/>
                  </a:moveTo>
                  <a:lnTo>
                    <a:pt x="613805" y="0"/>
                  </a:lnTo>
                  <a:lnTo>
                    <a:pt x="618487" y="85404"/>
                  </a:lnTo>
                  <a:cubicBezTo>
                    <a:pt x="650052" y="360109"/>
                    <a:pt x="792650" y="556543"/>
                    <a:pt x="1054084" y="895200"/>
                  </a:cubicBezTo>
                  <a:cubicBezTo>
                    <a:pt x="1126174" y="988542"/>
                    <a:pt x="1200716" y="1085128"/>
                    <a:pt x="1276976" y="1191325"/>
                  </a:cubicBezTo>
                  <a:cubicBezTo>
                    <a:pt x="1859704" y="2002688"/>
                    <a:pt x="2485223" y="2348843"/>
                    <a:pt x="3368450" y="2348843"/>
                  </a:cubicBezTo>
                  <a:cubicBezTo>
                    <a:pt x="3948114" y="2348843"/>
                    <a:pt x="4373422" y="2066846"/>
                    <a:pt x="4956151" y="1636730"/>
                  </a:cubicBezTo>
                  <a:cubicBezTo>
                    <a:pt x="5021253" y="1588668"/>
                    <a:pt x="5086356" y="1541186"/>
                    <a:pt x="5149372" y="1495325"/>
                  </a:cubicBezTo>
                  <a:lnTo>
                    <a:pt x="5270786" y="1406110"/>
                  </a:lnTo>
                  <a:lnTo>
                    <a:pt x="5270786" y="2138641"/>
                  </a:lnTo>
                  <a:lnTo>
                    <a:pt x="5112925" y="2253730"/>
                  </a:lnTo>
                  <a:cubicBezTo>
                    <a:pt x="4598179" y="2621786"/>
                    <a:pt x="4074961" y="2927775"/>
                    <a:pt x="3368327" y="2927775"/>
                  </a:cubicBezTo>
                  <a:cubicBezTo>
                    <a:pt x="2170746" y="2927775"/>
                    <a:pt x="1393203" y="2384512"/>
                    <a:pt x="769646" y="1516288"/>
                  </a:cubicBezTo>
                  <a:cubicBezTo>
                    <a:pt x="418850" y="1027932"/>
                    <a:pt x="48120" y="683401"/>
                    <a:pt x="3149" y="85252"/>
                  </a:cubicBezTo>
                  <a:close/>
                </a:path>
              </a:pathLst>
            </a:custGeom>
            <a:gradFill rotWithShape="0">
              <a:gsLst>
                <a:gs pos="2000">
                  <a:srgbClr val="ffffff">
                    <a:alpha val="10000"/>
                  </a:srgbClr>
                </a:gs>
                <a:gs pos="16000">
                  <a:srgbClr val="f19d19">
                    <a:alpha val="10000"/>
                  </a:srgbClr>
                </a:gs>
                <a:gs pos="85000">
                  <a:srgbClr val="1d9a78">
                    <a:alpha val="10000"/>
                  </a:srgbClr>
                </a:gs>
                <a:gs pos="100000">
                  <a:srgbClr val="ffffff">
                    <a:alpha val="10000"/>
                  </a:srgbClr>
                </a:gs>
              </a:gsLst>
              <a:lin ang="12000000"/>
            </a:gra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/>
          </p:style>
          <p:txBody>
            <a:bodyPr lIns="90000" rIns="90000" tIns="45000" bIns="45000" anchor="ctr">
              <a:noAutofit/>
            </a:bodyPr>
            <a:p>
              <a:pPr algn="ctr" defTabSz="914400">
                <a:lnSpc>
                  <a:spcPct val="100000"/>
                </a:lnSpc>
              </a:pPr>
              <a:endParaRPr b="0" lang="en-US" sz="1800" strike="noStrike" u="none">
                <a:solidFill>
                  <a:schemeClr val="lt1"/>
                </a:solidFill>
                <a:uFillTx/>
                <a:latin typeface="Calibri"/>
              </a:endParaRPr>
            </a:p>
          </p:txBody>
        </p:sp>
        <p:sp>
          <p:nvSpPr>
            <p:cNvPr id="727" name="Freeform: Shape 28">
              <a:extLs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/>
            <p:nvPr/>
          </p:nvSpPr>
          <p:spPr>
            <a:xfrm>
              <a:off x="8329680" y="0"/>
              <a:ext cx="3861360" cy="2144520"/>
            </a:xfrm>
            <a:custGeom>
              <a:avLst/>
              <a:gdLst>
                <a:gd name="textAreaLeft" fmla="*/ 0 w 3861360"/>
                <a:gd name="textAreaRight" fmla="*/ 3862440 w 3861360"/>
                <a:gd name="textAreaTop" fmla="*/ 0 h 2144520"/>
                <a:gd name="textAreaBottom" fmla="*/ 2145600 h 2144520"/>
              </a:gdLst>
              <a:ahLst/>
              <a:rect l="textAreaLeft" t="textAreaTop" r="textAreaRight" b="textAreaBottom"/>
              <a:pathLst>
                <a:path w="5270786" h="2927775">
                  <a:moveTo>
                    <a:pt x="0" y="0"/>
                  </a:moveTo>
                  <a:lnTo>
                    <a:pt x="736294" y="0"/>
                  </a:lnTo>
                  <a:lnTo>
                    <a:pt x="740298" y="72745"/>
                  </a:lnTo>
                  <a:cubicBezTo>
                    <a:pt x="768839" y="319371"/>
                    <a:pt x="898885" y="497858"/>
                    <a:pt x="1153024" y="826989"/>
                  </a:cubicBezTo>
                  <a:cubicBezTo>
                    <a:pt x="1225727" y="921142"/>
                    <a:pt x="1300882" y="1018537"/>
                    <a:pt x="1378368" y="1126356"/>
                  </a:cubicBezTo>
                  <a:cubicBezTo>
                    <a:pt x="1652384" y="1507833"/>
                    <a:pt x="1933512" y="1779060"/>
                    <a:pt x="2238056" y="1955322"/>
                  </a:cubicBezTo>
                  <a:cubicBezTo>
                    <a:pt x="2560868" y="2142238"/>
                    <a:pt x="2930637" y="2233033"/>
                    <a:pt x="3368327" y="2233033"/>
                  </a:cubicBezTo>
                  <a:cubicBezTo>
                    <a:pt x="3616720" y="2233033"/>
                    <a:pt x="3847703" y="2176866"/>
                    <a:pt x="4095360" y="2056192"/>
                  </a:cubicBezTo>
                  <a:cubicBezTo>
                    <a:pt x="4349636" y="1932276"/>
                    <a:pt x="4601340" y="1751613"/>
                    <a:pt x="4880506" y="1545587"/>
                  </a:cubicBezTo>
                  <a:cubicBezTo>
                    <a:pt x="4945974" y="1497295"/>
                    <a:pt x="5011199" y="1449697"/>
                    <a:pt x="5074340" y="1403721"/>
                  </a:cubicBezTo>
                  <a:lnTo>
                    <a:pt x="5270786" y="1259367"/>
                  </a:lnTo>
                  <a:lnTo>
                    <a:pt x="5270786" y="2138641"/>
                  </a:lnTo>
                  <a:lnTo>
                    <a:pt x="5112925" y="2253730"/>
                  </a:lnTo>
                  <a:cubicBezTo>
                    <a:pt x="4598179" y="2621786"/>
                    <a:pt x="4074961" y="2927775"/>
                    <a:pt x="3368327" y="2927775"/>
                  </a:cubicBezTo>
                  <a:cubicBezTo>
                    <a:pt x="2170746" y="2927775"/>
                    <a:pt x="1393203" y="2384512"/>
                    <a:pt x="769646" y="1516288"/>
                  </a:cubicBezTo>
                  <a:cubicBezTo>
                    <a:pt x="418850" y="1027932"/>
                    <a:pt x="48120" y="683401"/>
                    <a:pt x="3149" y="85252"/>
                  </a:cubicBezTo>
                  <a:close/>
                </a:path>
              </a:pathLst>
            </a:custGeom>
            <a:gradFill rotWithShape="0">
              <a:gsLst>
                <a:gs pos="2000">
                  <a:srgbClr val="ffffff">
                    <a:alpha val="10000"/>
                  </a:srgbClr>
                </a:gs>
                <a:gs pos="16000">
                  <a:srgbClr val="f19d19">
                    <a:alpha val="10000"/>
                  </a:srgbClr>
                </a:gs>
                <a:gs pos="85000">
                  <a:srgbClr val="1d9a78">
                    <a:alpha val="10000"/>
                  </a:srgbClr>
                </a:gs>
                <a:gs pos="100000">
                  <a:srgbClr val="ffffff">
                    <a:alpha val="10000"/>
                  </a:srgbClr>
                </a:gs>
              </a:gsLst>
              <a:lin ang="12000000"/>
            </a:gra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/>
          </p:style>
          <p:txBody>
            <a:bodyPr lIns="90000" rIns="90000" tIns="45000" bIns="45000" anchor="ctr">
              <a:noAutofit/>
            </a:bodyPr>
            <a:p>
              <a:pPr algn="ctr" defTabSz="914400">
                <a:lnSpc>
                  <a:spcPct val="100000"/>
                </a:lnSpc>
              </a:pPr>
              <a:endParaRPr b="0" lang="en-US" sz="1800" strike="noStrike" u="none">
                <a:solidFill>
                  <a:schemeClr val="lt1"/>
                </a:solidFill>
                <a:uFillTx/>
                <a:latin typeface="Calibri"/>
              </a:endParaRPr>
            </a:p>
          </p:txBody>
        </p:sp>
      </p:grpSp>
      <p:sp>
        <p:nvSpPr>
          <p:cNvPr id="728" name="PlaceHolder 2"/>
          <p:cNvSpPr>
            <a:spLocks noGrp="1"/>
          </p:cNvSpPr>
          <p:nvPr>
            <p:ph/>
          </p:nvPr>
        </p:nvSpPr>
        <p:spPr>
          <a:xfrm>
            <a:off x="1179360" y="2890800"/>
            <a:ext cx="9832320" cy="269280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t">
            <a:normAutofit/>
          </a:bodyPr>
          <a:p>
            <a:pPr marL="228600" indent="-228600" defTabSz="914400">
              <a:lnSpc>
                <a:spcPct val="90000"/>
              </a:lnSpc>
              <a:spcBef>
                <a:spcPts val="1001"/>
              </a:spcBef>
              <a:buClr>
                <a:srgbClr val="44546a"/>
              </a:buClr>
              <a:buFont typeface="Arial"/>
              <a:buChar char="•"/>
            </a:pPr>
            <a:r>
              <a:rPr b="0" lang="de-DE" sz="1100" strike="noStrike" u="none">
                <a:solidFill>
                  <a:schemeClr val="dk2"/>
                </a:solidFill>
                <a:uFillTx/>
                <a:latin typeface="Calibri"/>
              </a:rPr>
              <a:t>Erweitere das Datenmodell</a:t>
            </a:r>
            <a:endParaRPr b="0" lang="de-DE" sz="1100" strike="noStrike" u="none">
              <a:solidFill>
                <a:srgbClr val="000000"/>
              </a:solidFill>
              <a:uFillTx/>
              <a:latin typeface="Arial"/>
            </a:endParaRPr>
          </a:p>
          <a:p>
            <a:pPr lvl="1" marL="685800" indent="-228600" defTabSz="914400">
              <a:lnSpc>
                <a:spcPct val="90000"/>
              </a:lnSpc>
              <a:spcBef>
                <a:spcPts val="499"/>
              </a:spcBef>
              <a:buClr>
                <a:srgbClr val="44546a"/>
              </a:buClr>
              <a:buFont typeface="Arial"/>
              <a:buChar char="•"/>
            </a:pPr>
            <a:r>
              <a:rPr b="0" lang="de-DE" sz="1100" strike="noStrike" u="none">
                <a:solidFill>
                  <a:schemeClr val="dk2"/>
                </a:solidFill>
                <a:uFillTx/>
                <a:latin typeface="Calibri"/>
              </a:rPr>
              <a:t>Lege in Customer ein Feld discontinued: boolean an, das per Konstruktor gesetzt wird</a:t>
            </a:r>
            <a:endParaRPr b="0" lang="de-DE" sz="1100" strike="noStrike" u="none">
              <a:solidFill>
                <a:srgbClr val="000000"/>
              </a:solidFill>
              <a:uFillTx/>
              <a:latin typeface="Arial"/>
            </a:endParaRPr>
          </a:p>
          <a:p>
            <a:pPr lvl="1" marL="685800" indent="-228600" defTabSz="914400">
              <a:lnSpc>
                <a:spcPct val="90000"/>
              </a:lnSpc>
              <a:spcBef>
                <a:spcPts val="499"/>
              </a:spcBef>
              <a:buClr>
                <a:srgbClr val="44546a"/>
              </a:buClr>
              <a:buFont typeface="Arial"/>
              <a:buChar char="•"/>
            </a:pPr>
            <a:r>
              <a:rPr b="0" lang="de-DE" sz="1100" strike="noStrike" u="none">
                <a:solidFill>
                  <a:schemeClr val="dk2"/>
                </a:solidFill>
                <a:uFillTx/>
                <a:latin typeface="Calibri"/>
              </a:rPr>
              <a:t>Erzeuge in AppComponent mindestens ein Customer, an den nichts mehr geliefert wird</a:t>
            </a:r>
            <a:endParaRPr b="0" lang="de-DE" sz="1100" strike="noStrike" u="none">
              <a:solidFill>
                <a:srgbClr val="000000"/>
              </a:solidFill>
              <a:uFillTx/>
              <a:latin typeface="Arial"/>
            </a:endParaRPr>
          </a:p>
          <a:p>
            <a:pPr lvl="1" marL="685800" indent="-228600" defTabSz="914400">
              <a:lnSpc>
                <a:spcPct val="90000"/>
              </a:lnSpc>
              <a:spcBef>
                <a:spcPts val="499"/>
              </a:spcBef>
              <a:buClr>
                <a:srgbClr val="44546a"/>
              </a:buClr>
              <a:buFont typeface="Arial"/>
              <a:buChar char="•"/>
            </a:pPr>
            <a:r>
              <a:rPr b="0" lang="de-DE" sz="1100" strike="noStrike" u="none">
                <a:solidFill>
                  <a:schemeClr val="dk2"/>
                </a:solidFill>
                <a:uFillTx/>
                <a:latin typeface="Calibri"/>
              </a:rPr>
              <a:t>Setze für diesen Customer discontinued auf true</a:t>
            </a:r>
            <a:endParaRPr b="0" lang="de-DE" sz="1100" strike="noStrike" u="none">
              <a:solidFill>
                <a:srgbClr val="000000"/>
              </a:solidFill>
              <a:uFillTx/>
              <a:latin typeface="Arial"/>
            </a:endParaRPr>
          </a:p>
          <a:p>
            <a:pPr marL="228600" indent="-228600" defTabSz="914400">
              <a:lnSpc>
                <a:spcPct val="90000"/>
              </a:lnSpc>
              <a:spcBef>
                <a:spcPts val="1001"/>
              </a:spcBef>
              <a:buClr>
                <a:srgbClr val="44546a"/>
              </a:buClr>
              <a:buFont typeface="Arial"/>
              <a:buChar char="•"/>
            </a:pPr>
            <a:r>
              <a:rPr b="0" lang="de-DE" sz="1100" strike="noStrike" u="none">
                <a:solidFill>
                  <a:schemeClr val="dk2"/>
                </a:solidFill>
                <a:uFillTx/>
                <a:latin typeface="Calibri"/>
              </a:rPr>
              <a:t>Passe die Darstellung in CustomerListComponent an</a:t>
            </a:r>
            <a:endParaRPr b="0" lang="de-DE" sz="1100" strike="noStrike" u="none">
              <a:solidFill>
                <a:srgbClr val="000000"/>
              </a:solidFill>
              <a:uFillTx/>
              <a:latin typeface="Arial"/>
            </a:endParaRPr>
          </a:p>
          <a:p>
            <a:pPr lvl="1" marL="685800" indent="-228600" defTabSz="914400">
              <a:lnSpc>
                <a:spcPct val="90000"/>
              </a:lnSpc>
              <a:spcBef>
                <a:spcPts val="499"/>
              </a:spcBef>
              <a:buClr>
                <a:srgbClr val="44546a"/>
              </a:buClr>
              <a:buFont typeface="Arial"/>
              <a:buChar char="•"/>
            </a:pPr>
            <a:r>
              <a:rPr b="0" lang="de-DE" sz="1100" strike="noStrike" u="none">
                <a:solidFill>
                  <a:schemeClr val="dk2"/>
                </a:solidFill>
                <a:uFillTx/>
                <a:latin typeface="Calibri"/>
              </a:rPr>
              <a:t>Setze an nicht länger gewünschte Customer eine Klasse</a:t>
            </a:r>
            <a:endParaRPr b="0" lang="de-DE" sz="1100" strike="noStrike" u="none">
              <a:solidFill>
                <a:srgbClr val="000000"/>
              </a:solidFill>
              <a:uFillTx/>
              <a:latin typeface="Arial"/>
            </a:endParaRPr>
          </a:p>
          <a:p>
            <a:pPr lvl="1" marL="685800" indent="-228600" defTabSz="914400">
              <a:lnSpc>
                <a:spcPct val="90000"/>
              </a:lnSpc>
              <a:spcBef>
                <a:spcPts val="499"/>
              </a:spcBef>
              <a:buClr>
                <a:srgbClr val="44546a"/>
              </a:buClr>
              <a:buFont typeface="Arial"/>
              <a:buChar char="•"/>
            </a:pPr>
            <a:r>
              <a:rPr b="0" lang="de-DE" sz="1100" strike="noStrike" u="none">
                <a:solidFill>
                  <a:schemeClr val="dk2"/>
                </a:solidFill>
                <a:uFillTx/>
                <a:latin typeface="Calibri"/>
              </a:rPr>
              <a:t>Stelle nicht länger gewünschte Customer anders dar</a:t>
            </a:r>
            <a:br>
              <a:rPr sz="1100"/>
            </a:br>
            <a:r>
              <a:rPr b="0" lang="de-DE" sz="1100" strike="noStrike" u="none">
                <a:solidFill>
                  <a:schemeClr val="dk2"/>
                </a:solidFill>
                <a:uFillTx/>
                <a:latin typeface="Calibri"/>
              </a:rPr>
              <a:t>(über Klasse an Element und CSS in customer-list.component.css, z.B. ausgegraut oder durchgestrichen)</a:t>
            </a:r>
            <a:endParaRPr b="0" lang="de-DE" sz="1100" strike="noStrike" u="none">
              <a:solidFill>
                <a:srgbClr val="000000"/>
              </a:solidFill>
              <a:uFillTx/>
              <a:latin typeface="Arial"/>
            </a:endParaRPr>
          </a:p>
          <a:p>
            <a:pPr marL="228600" indent="-228600" defTabSz="914400">
              <a:lnSpc>
                <a:spcPct val="90000"/>
              </a:lnSpc>
              <a:spcBef>
                <a:spcPts val="1001"/>
              </a:spcBef>
              <a:buClr>
                <a:srgbClr val="44546a"/>
              </a:buClr>
              <a:buFont typeface="Arial"/>
              <a:buChar char="•"/>
            </a:pPr>
            <a:r>
              <a:rPr b="0" lang="de-DE" sz="1100" strike="noStrike" u="none">
                <a:solidFill>
                  <a:schemeClr val="dk2"/>
                </a:solidFill>
                <a:uFillTx/>
                <a:latin typeface="Calibri"/>
              </a:rPr>
              <a:t>Hebe in der Liste das selektierte Customer hervor</a:t>
            </a:r>
            <a:endParaRPr b="0" lang="de-DE" sz="1100" strike="noStrike" u="none">
              <a:solidFill>
                <a:srgbClr val="000000"/>
              </a:solidFill>
              <a:uFillTx/>
              <a:latin typeface="Arial"/>
            </a:endParaRPr>
          </a:p>
          <a:p>
            <a:pPr lvl="1" marL="685800" indent="-228600" defTabSz="914400">
              <a:lnSpc>
                <a:spcPct val="90000"/>
              </a:lnSpc>
              <a:spcBef>
                <a:spcPts val="499"/>
              </a:spcBef>
              <a:buClr>
                <a:srgbClr val="44546a"/>
              </a:buClr>
              <a:buFont typeface="Arial"/>
              <a:buChar char="•"/>
            </a:pPr>
            <a:r>
              <a:rPr b="0" lang="de-DE" sz="1100" strike="noStrike" u="none">
                <a:solidFill>
                  <a:schemeClr val="dk2"/>
                </a:solidFill>
                <a:uFillTx/>
                <a:latin typeface="Calibri"/>
              </a:rPr>
              <a:t>Speichere in CustomerListComponent das zuletzt selektierte Customer</a:t>
            </a:r>
            <a:endParaRPr b="0" lang="de-DE" sz="1100" strike="noStrike" u="none">
              <a:solidFill>
                <a:srgbClr val="000000"/>
              </a:solidFill>
              <a:uFillTx/>
              <a:latin typeface="Arial"/>
            </a:endParaRPr>
          </a:p>
          <a:p>
            <a:pPr lvl="1" marL="685800" indent="-228600" defTabSz="914400">
              <a:lnSpc>
                <a:spcPct val="90000"/>
              </a:lnSpc>
              <a:spcBef>
                <a:spcPts val="499"/>
              </a:spcBef>
              <a:buClr>
                <a:srgbClr val="44546a"/>
              </a:buClr>
              <a:buFont typeface="Arial"/>
              <a:buChar char="•"/>
            </a:pPr>
            <a:r>
              <a:rPr b="0" lang="de-DE" sz="1100" strike="noStrike" u="none">
                <a:solidFill>
                  <a:schemeClr val="dk2"/>
                </a:solidFill>
                <a:uFillTx/>
                <a:latin typeface="Calibri"/>
              </a:rPr>
              <a:t>Prüfe am &lt;li&gt; ob der  aktuelle Customer das selektierte ist und setze ensprechend eine Klasse</a:t>
            </a:r>
            <a:endParaRPr b="0" lang="de-DE" sz="1100" strike="noStrike" u="none">
              <a:solidFill>
                <a:srgbClr val="000000"/>
              </a:solidFill>
              <a:uFillTx/>
              <a:latin typeface="Arial"/>
            </a:endParaRPr>
          </a:p>
          <a:p>
            <a:pPr indent="0" defTabSz="914400">
              <a:lnSpc>
                <a:spcPct val="90000"/>
              </a:lnSpc>
              <a:spcBef>
                <a:spcPts val="1001"/>
              </a:spcBef>
              <a:buNone/>
              <a:tabLst>
                <a:tab algn="l" pos="0"/>
              </a:tabLst>
            </a:pPr>
            <a:endParaRPr b="0" lang="de-DE" sz="1100" strike="noStrike" u="none">
              <a:solidFill>
                <a:srgbClr val="000000"/>
              </a:solidFill>
              <a:uFillTx/>
              <a:latin typeface="Arial"/>
            </a:endParaRPr>
          </a:p>
        </p:txBody>
      </p:sp>
      <p:grpSp>
        <p:nvGrpSpPr>
          <p:cNvPr id="729" name="Group 30">
            <a:extLst>
              <a:ext uri="{C183D7F6-B498-43B3-948B-1728B52AA6E4}">
                <adec:decorative xmlns:adec="http://schemas.microsoft.com/office/drawing/2017/decorative" val="1"/>
              </a:ext>
            </a:extLst>
          </p:cNvPr>
          <p:cNvGrpSpPr/>
          <p:nvPr/>
        </p:nvGrpSpPr>
        <p:grpSpPr>
          <a:xfrm>
            <a:off x="0" y="4681800"/>
            <a:ext cx="2897640" cy="2174400"/>
            <a:chOff x="0" y="4681800"/>
            <a:chExt cx="2897640" cy="2174400"/>
          </a:xfrm>
        </p:grpSpPr>
        <p:sp>
          <p:nvSpPr>
            <p:cNvPr id="730" name="Freeform: Shape 31">
              <a:extLs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/>
            <p:nvPr/>
          </p:nvSpPr>
          <p:spPr>
            <a:xfrm flipV="1">
              <a:off x="360" y="4850280"/>
              <a:ext cx="2884680" cy="2005920"/>
            </a:xfrm>
            <a:custGeom>
              <a:avLst/>
              <a:gdLst>
                <a:gd name="textAreaLeft" fmla="*/ 0 w 2884680"/>
                <a:gd name="textAreaRight" fmla="*/ 2885760 w 2884680"/>
                <a:gd name="textAreaTop" fmla="*/ 720 h 2005920"/>
                <a:gd name="textAreaBottom" fmla="*/ 2007720 h 2005920"/>
              </a:gdLst>
              <a:ahLst/>
              <a:rect l="textAreaLeft" t="textAreaTop" r="textAreaRight" b="textAreaBottom"/>
              <a:pathLst>
                <a:path w="3815424" h="2653659">
                  <a:moveTo>
                    <a:pt x="3203055" y="0"/>
                  </a:moveTo>
                  <a:lnTo>
                    <a:pt x="3815424" y="0"/>
                  </a:lnTo>
                  <a:lnTo>
                    <a:pt x="3801025" y="214243"/>
                  </a:lnTo>
                  <a:cubicBezTo>
                    <a:pt x="3616317" y="1584467"/>
                    <a:pt x="2091637" y="2653659"/>
                    <a:pt x="587142" y="2653659"/>
                  </a:cubicBezTo>
                  <a:cubicBezTo>
                    <a:pt x="400192" y="2653659"/>
                    <a:pt x="222112" y="2636953"/>
                    <a:pt x="53389" y="2605041"/>
                  </a:cubicBezTo>
                  <a:lnTo>
                    <a:pt x="0" y="2593136"/>
                  </a:lnTo>
                  <a:lnTo>
                    <a:pt x="0" y="1994836"/>
                  </a:lnTo>
                  <a:lnTo>
                    <a:pt x="159710" y="2035054"/>
                  </a:lnTo>
                  <a:cubicBezTo>
                    <a:pt x="295467" y="2061726"/>
                    <a:pt x="438268" y="2075152"/>
                    <a:pt x="587142" y="2075152"/>
                  </a:cubicBezTo>
                  <a:cubicBezTo>
                    <a:pt x="901731" y="2075152"/>
                    <a:pt x="1234490" y="2014697"/>
                    <a:pt x="1549283" y="1900153"/>
                  </a:cubicBezTo>
                  <a:cubicBezTo>
                    <a:pt x="1860709" y="1786959"/>
                    <a:pt x="2157231" y="1620350"/>
                    <a:pt x="2406698" y="1418450"/>
                  </a:cubicBezTo>
                  <a:cubicBezTo>
                    <a:pt x="2655859" y="1216840"/>
                    <a:pt x="2859596" y="978302"/>
                    <a:pt x="2996069" y="728678"/>
                  </a:cubicBezTo>
                  <a:cubicBezTo>
                    <a:pt x="3101178" y="536396"/>
                    <a:pt x="3167417" y="338366"/>
                    <a:pt x="3193967" y="137719"/>
                  </a:cubicBezTo>
                  <a:close/>
                </a:path>
              </a:pathLst>
            </a:custGeom>
            <a:gradFill rotWithShape="0">
              <a:gsLst>
                <a:gs pos="2000">
                  <a:srgbClr val="ffffff">
                    <a:alpha val="10000"/>
                  </a:srgbClr>
                </a:gs>
                <a:gs pos="16000">
                  <a:srgbClr val="f19d19">
                    <a:alpha val="10000"/>
                  </a:srgbClr>
                </a:gs>
                <a:gs pos="85000">
                  <a:srgbClr val="1d9a78">
                    <a:alpha val="10000"/>
                  </a:srgbClr>
                </a:gs>
                <a:gs pos="100000">
                  <a:srgbClr val="ffffff">
                    <a:alpha val="10000"/>
                  </a:srgbClr>
                </a:gs>
              </a:gsLst>
              <a:lin ang="9600000"/>
            </a:gra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/>
          </p:style>
          <p:txBody>
            <a:bodyPr lIns="90000" rIns="90000" tIns="45000" bIns="45000" anchor="ctr">
              <a:noAutofit/>
            </a:bodyPr>
            <a:p>
              <a:pPr algn="ctr" defTabSz="914400">
                <a:lnSpc>
                  <a:spcPct val="100000"/>
                </a:lnSpc>
              </a:pPr>
              <a:endParaRPr b="0" lang="en-US" sz="1800" strike="noStrike" u="none">
                <a:solidFill>
                  <a:schemeClr val="lt1"/>
                </a:solidFill>
                <a:uFillTx/>
                <a:latin typeface="Calibri"/>
              </a:endParaRPr>
            </a:p>
          </p:txBody>
        </p:sp>
        <p:sp>
          <p:nvSpPr>
            <p:cNvPr id="731" name="Freeform: Shape 32">
              <a:extLs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/>
            <p:nvPr/>
          </p:nvSpPr>
          <p:spPr>
            <a:xfrm flipV="1">
              <a:off x="360" y="4850280"/>
              <a:ext cx="2884680" cy="2005920"/>
            </a:xfrm>
            <a:custGeom>
              <a:avLst/>
              <a:gdLst>
                <a:gd name="textAreaLeft" fmla="*/ 0 w 2884680"/>
                <a:gd name="textAreaRight" fmla="*/ 2885760 w 2884680"/>
                <a:gd name="textAreaTop" fmla="*/ 720 h 2005920"/>
                <a:gd name="textAreaBottom" fmla="*/ 2007720 h 2005920"/>
              </a:gdLst>
              <a:ahLst/>
              <a:rect l="textAreaLeft" t="textAreaTop" r="textAreaRight" b="textAreaBottom"/>
              <a:pathLst>
                <a:path w="3815424" h="2653660">
                  <a:moveTo>
                    <a:pt x="3305038" y="0"/>
                  </a:moveTo>
                  <a:lnTo>
                    <a:pt x="3815424" y="0"/>
                  </a:lnTo>
                  <a:lnTo>
                    <a:pt x="3801025" y="214244"/>
                  </a:lnTo>
                  <a:cubicBezTo>
                    <a:pt x="3616317" y="1584467"/>
                    <a:pt x="2091637" y="2653660"/>
                    <a:pt x="587142" y="2653660"/>
                  </a:cubicBezTo>
                  <a:cubicBezTo>
                    <a:pt x="400192" y="2653660"/>
                    <a:pt x="222112" y="2636954"/>
                    <a:pt x="53389" y="2605042"/>
                  </a:cubicBezTo>
                  <a:lnTo>
                    <a:pt x="0" y="2593137"/>
                  </a:lnTo>
                  <a:lnTo>
                    <a:pt x="0" y="2094444"/>
                  </a:lnTo>
                  <a:lnTo>
                    <a:pt x="137675" y="2129195"/>
                  </a:lnTo>
                  <a:cubicBezTo>
                    <a:pt x="280616" y="2157374"/>
                    <a:pt x="430766" y="2171571"/>
                    <a:pt x="587142" y="2171571"/>
                  </a:cubicBezTo>
                  <a:cubicBezTo>
                    <a:pt x="918879" y="2171571"/>
                    <a:pt x="1254904" y="2110634"/>
                    <a:pt x="1585826" y="1990112"/>
                  </a:cubicBezTo>
                  <a:cubicBezTo>
                    <a:pt x="1908071" y="1873061"/>
                    <a:pt x="2214800" y="1700666"/>
                    <a:pt x="2473046" y="1491633"/>
                  </a:cubicBezTo>
                  <a:cubicBezTo>
                    <a:pt x="2735782" y="1279031"/>
                    <a:pt x="2942276" y="1037118"/>
                    <a:pt x="3086710" y="772838"/>
                  </a:cubicBezTo>
                  <a:cubicBezTo>
                    <a:pt x="3197408" y="570216"/>
                    <a:pt x="3267226" y="361248"/>
                    <a:pt x="3295217" y="149229"/>
                  </a:cubicBezTo>
                  <a:close/>
                </a:path>
              </a:pathLst>
            </a:custGeom>
            <a:gradFill rotWithShape="0">
              <a:gsLst>
                <a:gs pos="2000">
                  <a:srgbClr val="ffffff">
                    <a:alpha val="10000"/>
                  </a:srgbClr>
                </a:gs>
                <a:gs pos="16000">
                  <a:srgbClr val="f19d19">
                    <a:alpha val="10000"/>
                  </a:srgbClr>
                </a:gs>
                <a:gs pos="85000">
                  <a:srgbClr val="1d9a78">
                    <a:alpha val="10000"/>
                  </a:srgbClr>
                </a:gs>
                <a:gs pos="100000">
                  <a:srgbClr val="ffffff">
                    <a:alpha val="10000"/>
                  </a:srgbClr>
                </a:gs>
              </a:gsLst>
              <a:lin ang="9600000"/>
            </a:gra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/>
          </p:style>
          <p:txBody>
            <a:bodyPr lIns="90000" rIns="90000" tIns="45000" bIns="45000" anchor="ctr">
              <a:noAutofit/>
            </a:bodyPr>
            <a:p>
              <a:pPr algn="ctr" defTabSz="914400">
                <a:lnSpc>
                  <a:spcPct val="100000"/>
                </a:lnSpc>
              </a:pPr>
              <a:endParaRPr b="0" lang="en-US" sz="1800" strike="noStrike" u="none">
                <a:solidFill>
                  <a:schemeClr val="lt1"/>
                </a:solidFill>
                <a:uFillTx/>
                <a:latin typeface="Calibri"/>
              </a:endParaRPr>
            </a:p>
          </p:txBody>
        </p:sp>
        <p:sp>
          <p:nvSpPr>
            <p:cNvPr id="732" name="Freeform: Shape 33">
              <a:extLs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/>
            <p:nvPr/>
          </p:nvSpPr>
          <p:spPr>
            <a:xfrm flipV="1">
              <a:off x="0" y="4832640"/>
              <a:ext cx="2885040" cy="2022840"/>
            </a:xfrm>
            <a:custGeom>
              <a:avLst/>
              <a:gdLst>
                <a:gd name="textAreaLeft" fmla="*/ 0 w 2885040"/>
                <a:gd name="textAreaRight" fmla="*/ 2886120 w 2885040"/>
                <a:gd name="textAreaTop" fmla="*/ -720 h 2022840"/>
                <a:gd name="textAreaBottom" fmla="*/ 2023200 h 2022840"/>
              </a:gdLst>
              <a:ahLst/>
              <a:rect l="textAreaLeft" t="textAreaTop" r="textAreaRight" b="textAreaBottom"/>
              <a:pathLst>
                <a:path w="3815986" h="2675935">
                  <a:moveTo>
                    <a:pt x="3648768" y="0"/>
                  </a:moveTo>
                  <a:lnTo>
                    <a:pt x="3815986" y="0"/>
                  </a:lnTo>
                  <a:lnTo>
                    <a:pt x="3804695" y="200084"/>
                  </a:lnTo>
                  <a:cubicBezTo>
                    <a:pt x="3795228" y="285751"/>
                    <a:pt x="3781167" y="371032"/>
                    <a:pt x="3762590" y="455543"/>
                  </a:cubicBezTo>
                  <a:cubicBezTo>
                    <a:pt x="3725537" y="624467"/>
                    <a:pt x="3668784" y="790112"/>
                    <a:pt x="3592332" y="947274"/>
                  </a:cubicBezTo>
                  <a:cubicBezTo>
                    <a:pt x="3438712" y="1261596"/>
                    <a:pt x="3216091" y="1542847"/>
                    <a:pt x="2953967" y="1782349"/>
                  </a:cubicBezTo>
                  <a:cubicBezTo>
                    <a:pt x="2822599" y="1902099"/>
                    <a:pt x="2680615" y="2011341"/>
                    <a:pt x="2530669" y="2109494"/>
                  </a:cubicBezTo>
                  <a:cubicBezTo>
                    <a:pt x="2380520" y="2207551"/>
                    <a:pt x="2222510" y="2294906"/>
                    <a:pt x="2057561" y="2369245"/>
                  </a:cubicBezTo>
                  <a:cubicBezTo>
                    <a:pt x="1727252" y="2516859"/>
                    <a:pt x="1371629" y="2614434"/>
                    <a:pt x="1007330" y="2655701"/>
                  </a:cubicBezTo>
                  <a:cubicBezTo>
                    <a:pt x="916281" y="2665873"/>
                    <a:pt x="824568" y="2672188"/>
                    <a:pt x="732765" y="2674696"/>
                  </a:cubicBezTo>
                  <a:cubicBezTo>
                    <a:pt x="640963" y="2677203"/>
                    <a:pt x="549072" y="2675901"/>
                    <a:pt x="457666" y="2670839"/>
                  </a:cubicBezTo>
                  <a:cubicBezTo>
                    <a:pt x="366106" y="2665584"/>
                    <a:pt x="274572" y="2656521"/>
                    <a:pt x="183574" y="2643312"/>
                  </a:cubicBezTo>
                  <a:lnTo>
                    <a:pt x="0" y="2607798"/>
                  </a:lnTo>
                  <a:lnTo>
                    <a:pt x="0" y="2356652"/>
                  </a:lnTo>
                  <a:lnTo>
                    <a:pt x="222195" y="2396940"/>
                  </a:lnTo>
                  <a:cubicBezTo>
                    <a:pt x="304990" y="2407980"/>
                    <a:pt x="388511" y="2415283"/>
                    <a:pt x="472364" y="2419092"/>
                  </a:cubicBezTo>
                  <a:cubicBezTo>
                    <a:pt x="640376" y="2427095"/>
                    <a:pt x="808184" y="2421791"/>
                    <a:pt x="974972" y="2402122"/>
                  </a:cubicBezTo>
                  <a:cubicBezTo>
                    <a:pt x="1141658" y="2382358"/>
                    <a:pt x="1306812" y="2349286"/>
                    <a:pt x="1468292" y="2304162"/>
                  </a:cubicBezTo>
                  <a:cubicBezTo>
                    <a:pt x="1629874" y="2259231"/>
                    <a:pt x="1787475" y="2201091"/>
                    <a:pt x="1940176" y="2133695"/>
                  </a:cubicBezTo>
                  <a:cubicBezTo>
                    <a:pt x="2246498" y="2000349"/>
                    <a:pt x="2532507" y="1823520"/>
                    <a:pt x="2783403" y="1609954"/>
                  </a:cubicBezTo>
                  <a:cubicBezTo>
                    <a:pt x="2908442" y="1502833"/>
                    <a:pt x="3024295" y="1385975"/>
                    <a:pt x="3128104" y="1260439"/>
                  </a:cubicBezTo>
                  <a:cubicBezTo>
                    <a:pt x="3232116" y="1135096"/>
                    <a:pt x="3323881" y="1000689"/>
                    <a:pt x="3400639" y="859052"/>
                  </a:cubicBezTo>
                  <a:cubicBezTo>
                    <a:pt x="3477399" y="717510"/>
                    <a:pt x="3541296" y="569316"/>
                    <a:pt x="3585595" y="415336"/>
                  </a:cubicBezTo>
                  <a:cubicBezTo>
                    <a:pt x="3607796" y="338540"/>
                    <a:pt x="3624638" y="260224"/>
                    <a:pt x="3635918" y="181137"/>
                  </a:cubicBezTo>
                  <a:close/>
                </a:path>
              </a:pathLst>
            </a:custGeom>
            <a:gradFill rotWithShape="0">
              <a:gsLst>
                <a:gs pos="2000">
                  <a:srgbClr val="ffffff">
                    <a:alpha val="10000"/>
                  </a:srgbClr>
                </a:gs>
                <a:gs pos="16000">
                  <a:srgbClr val="f19d19">
                    <a:alpha val="10000"/>
                  </a:srgbClr>
                </a:gs>
                <a:gs pos="85000">
                  <a:srgbClr val="1d9a78">
                    <a:alpha val="10000"/>
                  </a:srgbClr>
                </a:gs>
                <a:gs pos="100000">
                  <a:srgbClr val="ffffff">
                    <a:alpha val="10000"/>
                  </a:srgbClr>
                </a:gs>
              </a:gsLst>
              <a:lin ang="9600000"/>
            </a:gra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/>
          </p:style>
          <p:txBody>
            <a:bodyPr lIns="90000" rIns="90000" tIns="45000" bIns="45000" anchor="ctr">
              <a:noAutofit/>
            </a:bodyPr>
            <a:p>
              <a:pPr algn="ctr" defTabSz="914400">
                <a:lnSpc>
                  <a:spcPct val="100000"/>
                </a:lnSpc>
              </a:pPr>
              <a:endParaRPr b="0" lang="en-US" sz="1800" strike="noStrike" u="none">
                <a:solidFill>
                  <a:schemeClr val="lt1"/>
                </a:solidFill>
                <a:uFillTx/>
                <a:latin typeface="Calibri"/>
              </a:endParaRPr>
            </a:p>
          </p:txBody>
        </p:sp>
        <p:sp>
          <p:nvSpPr>
            <p:cNvPr id="733" name="Freeform: Shape 34">
              <a:extLs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/>
            <p:nvPr/>
          </p:nvSpPr>
          <p:spPr>
            <a:xfrm flipV="1">
              <a:off x="360" y="4681800"/>
              <a:ext cx="2897280" cy="2174400"/>
            </a:xfrm>
            <a:custGeom>
              <a:avLst/>
              <a:gdLst>
                <a:gd name="textAreaLeft" fmla="*/ 0 w 2897280"/>
                <a:gd name="textAreaRight" fmla="*/ 2898360 w 2897280"/>
                <a:gd name="textAreaTop" fmla="*/ 720 h 2174400"/>
                <a:gd name="textAreaBottom" fmla="*/ 2176200 h 2174400"/>
              </a:gdLst>
              <a:ahLst/>
              <a:rect l="textAreaLeft" t="textAreaTop" r="textAreaRight" b="textAreaBottom"/>
              <a:pathLst>
                <a:path w="3832270" h="2876136">
                  <a:moveTo>
                    <a:pt x="3800718" y="0"/>
                  </a:moveTo>
                  <a:lnTo>
                    <a:pt x="3832270" y="0"/>
                  </a:lnTo>
                  <a:lnTo>
                    <a:pt x="3824562" y="143769"/>
                  </a:lnTo>
                  <a:cubicBezTo>
                    <a:pt x="3797131" y="409191"/>
                    <a:pt x="3730585" y="671345"/>
                    <a:pt x="3628155" y="922055"/>
                  </a:cubicBezTo>
                  <a:cubicBezTo>
                    <a:pt x="3593858" y="1005553"/>
                    <a:pt x="3556704" y="1088280"/>
                    <a:pt x="3514853" y="1169078"/>
                  </a:cubicBezTo>
                  <a:cubicBezTo>
                    <a:pt x="3473616" y="1250166"/>
                    <a:pt x="3428194" y="1329517"/>
                    <a:pt x="3379198" y="1407037"/>
                  </a:cubicBezTo>
                  <a:cubicBezTo>
                    <a:pt x="3281106" y="1561980"/>
                    <a:pt x="3169132" y="1710174"/>
                    <a:pt x="3043787" y="1848342"/>
                  </a:cubicBezTo>
                  <a:cubicBezTo>
                    <a:pt x="2980806" y="1917184"/>
                    <a:pt x="2915071" y="1984001"/>
                    <a:pt x="2845661" y="2047444"/>
                  </a:cubicBezTo>
                  <a:cubicBezTo>
                    <a:pt x="2828411" y="2063450"/>
                    <a:pt x="2811060" y="2079263"/>
                    <a:pt x="2793197" y="2094689"/>
                  </a:cubicBezTo>
                  <a:cubicBezTo>
                    <a:pt x="2775436" y="2110213"/>
                    <a:pt x="2757982" y="2126025"/>
                    <a:pt x="2739710" y="2140969"/>
                  </a:cubicBezTo>
                  <a:cubicBezTo>
                    <a:pt x="2703576" y="2171341"/>
                    <a:pt x="2666524" y="2200749"/>
                    <a:pt x="2629166" y="2229867"/>
                  </a:cubicBezTo>
                  <a:cubicBezTo>
                    <a:pt x="2479015" y="2345569"/>
                    <a:pt x="2316821" y="2448061"/>
                    <a:pt x="2145952" y="2535994"/>
                  </a:cubicBezTo>
                  <a:cubicBezTo>
                    <a:pt x="1804312" y="2711957"/>
                    <a:pt x="1424600" y="2826982"/>
                    <a:pt x="1034987" y="2863910"/>
                  </a:cubicBezTo>
                  <a:cubicBezTo>
                    <a:pt x="937762" y="2873167"/>
                    <a:pt x="839720" y="2877096"/>
                    <a:pt x="741909" y="2875939"/>
                  </a:cubicBezTo>
                  <a:cubicBezTo>
                    <a:pt x="644097" y="2874782"/>
                    <a:pt x="546515" y="2868539"/>
                    <a:pt x="450208" y="2857451"/>
                  </a:cubicBezTo>
                  <a:cubicBezTo>
                    <a:pt x="305520" y="2840674"/>
                    <a:pt x="162095" y="2813810"/>
                    <a:pt x="22215" y="2775923"/>
                  </a:cubicBezTo>
                  <a:lnTo>
                    <a:pt x="0" y="2769256"/>
                  </a:lnTo>
                  <a:lnTo>
                    <a:pt x="0" y="2590612"/>
                  </a:lnTo>
                  <a:lnTo>
                    <a:pt x="199046" y="2627410"/>
                  </a:lnTo>
                  <a:cubicBezTo>
                    <a:pt x="288321" y="2639209"/>
                    <a:pt x="378197" y="2646537"/>
                    <a:pt x="468174" y="2649670"/>
                  </a:cubicBezTo>
                  <a:cubicBezTo>
                    <a:pt x="648333" y="2656805"/>
                    <a:pt x="826655" y="2647163"/>
                    <a:pt x="1003650" y="2622480"/>
                  </a:cubicBezTo>
                  <a:cubicBezTo>
                    <a:pt x="1091943" y="2609658"/>
                    <a:pt x="1179725" y="2593747"/>
                    <a:pt x="1266489" y="2573982"/>
                  </a:cubicBezTo>
                  <a:cubicBezTo>
                    <a:pt x="1353250" y="2553927"/>
                    <a:pt x="1439298" y="2531076"/>
                    <a:pt x="1524223" y="2504657"/>
                  </a:cubicBezTo>
                  <a:cubicBezTo>
                    <a:pt x="1609149" y="2478336"/>
                    <a:pt x="1693052" y="2448833"/>
                    <a:pt x="1775731" y="2416243"/>
                  </a:cubicBezTo>
                  <a:cubicBezTo>
                    <a:pt x="1858309" y="2383557"/>
                    <a:pt x="1939764" y="2347882"/>
                    <a:pt x="2019789" y="2309412"/>
                  </a:cubicBezTo>
                  <a:cubicBezTo>
                    <a:pt x="2179839" y="2232567"/>
                    <a:pt x="2334583" y="2144923"/>
                    <a:pt x="2482486" y="2046962"/>
                  </a:cubicBezTo>
                  <a:cubicBezTo>
                    <a:pt x="2519334" y="2022376"/>
                    <a:pt x="2556081" y="1997403"/>
                    <a:pt x="2591908" y="1971371"/>
                  </a:cubicBezTo>
                  <a:cubicBezTo>
                    <a:pt x="2610077" y="1958644"/>
                    <a:pt x="2627838" y="1945434"/>
                    <a:pt x="2645702" y="1932321"/>
                  </a:cubicBezTo>
                  <a:cubicBezTo>
                    <a:pt x="2663666" y="1919305"/>
                    <a:pt x="2681325" y="1905903"/>
                    <a:pt x="2698779" y="1892309"/>
                  </a:cubicBezTo>
                  <a:cubicBezTo>
                    <a:pt x="2768903" y="1838025"/>
                    <a:pt x="2837496" y="1781717"/>
                    <a:pt x="2903537" y="1722516"/>
                  </a:cubicBezTo>
                  <a:cubicBezTo>
                    <a:pt x="3035926" y="1604501"/>
                    <a:pt x="3158720" y="1475784"/>
                    <a:pt x="3269061" y="1337327"/>
                  </a:cubicBezTo>
                  <a:cubicBezTo>
                    <a:pt x="3324182" y="1268099"/>
                    <a:pt x="3376341" y="1196461"/>
                    <a:pt x="3424928" y="1122508"/>
                  </a:cubicBezTo>
                  <a:cubicBezTo>
                    <a:pt x="3472697" y="1048170"/>
                    <a:pt x="3517814" y="972000"/>
                    <a:pt x="3557622" y="893226"/>
                  </a:cubicBezTo>
                  <a:cubicBezTo>
                    <a:pt x="3567931" y="873654"/>
                    <a:pt x="3577526" y="853791"/>
                    <a:pt x="3587019" y="833929"/>
                  </a:cubicBezTo>
                  <a:lnTo>
                    <a:pt x="3601310" y="804040"/>
                  </a:lnTo>
                  <a:lnTo>
                    <a:pt x="3614885" y="773861"/>
                  </a:lnTo>
                  <a:cubicBezTo>
                    <a:pt x="3623766" y="753709"/>
                    <a:pt x="3632748" y="733559"/>
                    <a:pt x="3640812" y="713022"/>
                  </a:cubicBezTo>
                  <a:cubicBezTo>
                    <a:pt x="3648876" y="692485"/>
                    <a:pt x="3657756" y="672236"/>
                    <a:pt x="3665105" y="651506"/>
                  </a:cubicBezTo>
                  <a:cubicBezTo>
                    <a:pt x="3696544" y="569166"/>
                    <a:pt x="3723185" y="485089"/>
                    <a:pt x="3744110" y="399567"/>
                  </a:cubicBezTo>
                  <a:cubicBezTo>
                    <a:pt x="3765341" y="314238"/>
                    <a:pt x="3781392" y="227654"/>
                    <a:pt x="3792123" y="140444"/>
                  </a:cubicBezTo>
                  <a:close/>
                </a:path>
              </a:pathLst>
            </a:custGeom>
            <a:gradFill rotWithShape="0">
              <a:gsLst>
                <a:gs pos="2000">
                  <a:srgbClr val="ffffff">
                    <a:alpha val="10000"/>
                  </a:srgbClr>
                </a:gs>
                <a:gs pos="16000">
                  <a:srgbClr val="f19d19">
                    <a:alpha val="10000"/>
                  </a:srgbClr>
                </a:gs>
                <a:gs pos="85000">
                  <a:srgbClr val="1d9a78">
                    <a:alpha val="10000"/>
                  </a:srgbClr>
                </a:gs>
                <a:gs pos="100000">
                  <a:srgbClr val="ffffff">
                    <a:alpha val="10000"/>
                  </a:srgbClr>
                </a:gs>
              </a:gsLst>
              <a:lin ang="9600000"/>
            </a:gra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/>
          </p:style>
          <p:txBody>
            <a:bodyPr lIns="90000" rIns="90000" tIns="45000" bIns="45000" anchor="ctr">
              <a:noAutofit/>
            </a:bodyPr>
            <a:p>
              <a:pPr algn="ctr" defTabSz="914400">
                <a:lnSpc>
                  <a:spcPct val="100000"/>
                </a:lnSpc>
              </a:pPr>
              <a:endParaRPr b="0" lang="en-US" sz="1800" strike="noStrike" u="none">
                <a:solidFill>
                  <a:schemeClr val="lt1"/>
                </a:solidFill>
                <a:uFillTx/>
                <a:latin typeface="Calibri"/>
              </a:endParaRPr>
            </a:p>
          </p:txBody>
        </p:sp>
      </p:grp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145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34" name="PlaceHolder 1"/>
          <p:cNvSpPr>
            <a:spLocks noGrp="1"/>
          </p:cNvSpPr>
          <p:nvPr>
            <p:ph type="title"/>
          </p:nvPr>
        </p:nvSpPr>
        <p:spPr>
          <a:xfrm>
            <a:off x="838080" y="365040"/>
            <a:ext cx="10514520" cy="132444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ctr">
            <a:noAutofit/>
          </a:bodyPr>
          <a:p>
            <a:pPr indent="0" defTabSz="914400">
              <a:lnSpc>
                <a:spcPct val="90000"/>
              </a:lnSpc>
              <a:buNone/>
              <a:tabLst>
                <a:tab algn="l" pos="0"/>
              </a:tabLst>
            </a:pPr>
            <a:r>
              <a:rPr b="0" lang="de-DE" sz="4400" strike="noStrike" u="none">
                <a:solidFill>
                  <a:schemeClr val="dk1"/>
                </a:solidFill>
                <a:uFillTx/>
                <a:latin typeface="Calibri Light"/>
              </a:rPr>
              <a:t>Übung 13: Formulare</a:t>
            </a:r>
            <a:endParaRPr b="0" lang="de-DE" sz="4400" strike="noStrike" u="none">
              <a:solidFill>
                <a:srgbClr val="000000"/>
              </a:solidFill>
              <a:uFillTx/>
              <a:latin typeface="Arial"/>
            </a:endParaRPr>
          </a:p>
        </p:txBody>
      </p:sp>
      <p:sp>
        <p:nvSpPr>
          <p:cNvPr id="735" name="PlaceHolder 2"/>
          <p:cNvSpPr>
            <a:spLocks noGrp="1"/>
          </p:cNvSpPr>
          <p:nvPr>
            <p:ph/>
          </p:nvPr>
        </p:nvSpPr>
        <p:spPr>
          <a:xfrm>
            <a:off x="838080" y="1825560"/>
            <a:ext cx="10514520" cy="435024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t">
            <a:noAutofit/>
          </a:bodyPr>
          <a:p>
            <a:pPr marL="228600" indent="-228600" defTabSz="914400">
              <a:lnSpc>
                <a:spcPct val="90000"/>
              </a:lnSpc>
              <a:spcBef>
                <a:spcPts val="1001"/>
              </a:spcBef>
              <a:buClr>
                <a:srgbClr val="000000"/>
              </a:buClr>
              <a:buFont typeface="Arial"/>
              <a:buChar char="•"/>
            </a:pPr>
            <a:r>
              <a:rPr b="0" lang="de-DE" sz="2800" strike="noStrike" u="none">
                <a:solidFill>
                  <a:schemeClr val="dk1"/>
                </a:solidFill>
                <a:uFillTx/>
                <a:latin typeface="Calibri"/>
              </a:rPr>
              <a:t>Biete in der Detail-Ansicht die Möglichkeit an, den Namen eines Customers zu verändern</a:t>
            </a:r>
            <a:endParaRPr b="0" lang="de-DE" sz="2800" strike="noStrike" u="none">
              <a:solidFill>
                <a:srgbClr val="000000"/>
              </a:solidFill>
              <a:uFillTx/>
              <a:latin typeface="Arial"/>
            </a:endParaRPr>
          </a:p>
          <a:p>
            <a:pPr lvl="1" marL="685800" indent="-228600" defTabSz="914400">
              <a:lnSpc>
                <a:spcPct val="90000"/>
              </a:lnSpc>
              <a:spcBef>
                <a:spcPts val="499"/>
              </a:spcBef>
              <a:buClr>
                <a:srgbClr val="000000"/>
              </a:buClr>
              <a:buFont typeface="Arial"/>
              <a:buChar char="•"/>
            </a:pPr>
            <a:r>
              <a:rPr b="0" lang="de-DE" sz="2400" strike="noStrike" u="none">
                <a:solidFill>
                  <a:schemeClr val="dk1"/>
                </a:solidFill>
                <a:uFillTx/>
                <a:latin typeface="Calibri"/>
              </a:rPr>
              <a:t>Importiere FormsModule in CustomerModule aus @angular/forms</a:t>
            </a:r>
            <a:endParaRPr b="0" lang="de-DE" sz="2400" strike="noStrike" u="none">
              <a:solidFill>
                <a:srgbClr val="000000"/>
              </a:solidFill>
              <a:uFillTx/>
              <a:latin typeface="Arial"/>
            </a:endParaRPr>
          </a:p>
          <a:p>
            <a:pPr lvl="1" marL="685800" indent="-228600" defTabSz="914400">
              <a:lnSpc>
                <a:spcPct val="90000"/>
              </a:lnSpc>
              <a:spcBef>
                <a:spcPts val="499"/>
              </a:spcBef>
              <a:buClr>
                <a:srgbClr val="000000"/>
              </a:buClr>
              <a:buFont typeface="Arial"/>
              <a:buChar char="•"/>
            </a:pPr>
            <a:r>
              <a:rPr b="0" lang="de-DE" sz="2400" strike="noStrike" u="none">
                <a:solidFill>
                  <a:schemeClr val="dk1"/>
                </a:solidFill>
                <a:uFillTx/>
                <a:latin typeface="Calibri"/>
              </a:rPr>
              <a:t>Erstelle ein input mit ngModel</a:t>
            </a:r>
            <a:endParaRPr b="0" lang="de-DE" sz="2400" strike="noStrike" u="none">
              <a:solidFill>
                <a:srgbClr val="000000"/>
              </a:solidFill>
              <a:uFillTx/>
              <a:latin typeface="Arial"/>
            </a:endParaRPr>
          </a:p>
          <a:p>
            <a:pPr indent="0" defTabSz="914400">
              <a:lnSpc>
                <a:spcPct val="90000"/>
              </a:lnSpc>
              <a:spcBef>
                <a:spcPts val="1001"/>
              </a:spcBef>
              <a:buNone/>
              <a:tabLst>
                <a:tab algn="l" pos="0"/>
              </a:tabLst>
            </a:pPr>
            <a:endParaRPr b="0" lang="de-DE" sz="2800" strike="noStrike" u="none">
              <a:solidFill>
                <a:srgbClr val="000000"/>
              </a:solidFill>
              <a:uFillTx/>
              <a:latin typeface="Arial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146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bg>
      <p:bgPr>
        <a:solidFill>
          <a:schemeClr val="lt1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36" name="Rectangle 14">
            <a:extLst>
              <a:ext uri="{C183D7F6-B498-43B3-948B-1728B52AA6E4}">
                <adec:decorative xmlns:adec="http://schemas.microsoft.com/office/drawing/2017/decorative" val="1"/>
              </a:ext>
            </a:extLst>
          </p:cNvPr>
          <p:cNvSpPr/>
          <p:nvPr/>
        </p:nvSpPr>
        <p:spPr>
          <a:xfrm>
            <a:off x="0" y="0"/>
            <a:ext cx="12191040" cy="6856920"/>
          </a:xfrm>
          <a:prstGeom prst="rect">
            <a:avLst/>
          </a:prstGeom>
          <a:solidFill>
            <a:schemeClr val="accent1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 algn="ctr" defTabSz="914400">
              <a:lnSpc>
                <a:spcPct val="100000"/>
              </a:lnSpc>
              <a:tabLst>
                <a:tab algn="l" pos="0"/>
              </a:tabLst>
            </a:pPr>
            <a:endParaRPr b="0" lang="en-US" sz="1800" strike="noStrike" u="none">
              <a:solidFill>
                <a:srgbClr val="ffffff"/>
              </a:solidFill>
              <a:uFillTx/>
              <a:latin typeface="Calibri"/>
            </a:endParaRPr>
          </a:p>
        </p:txBody>
      </p:sp>
      <p:sp>
        <p:nvSpPr>
          <p:cNvPr id="737" name="PlaceHolder 1"/>
          <p:cNvSpPr>
            <a:spLocks noGrp="1"/>
          </p:cNvSpPr>
          <p:nvPr>
            <p:ph type="title"/>
          </p:nvPr>
        </p:nvSpPr>
        <p:spPr>
          <a:xfrm>
            <a:off x="1848600" y="3298680"/>
            <a:ext cx="8493840" cy="178344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b">
            <a:normAutofit/>
          </a:bodyPr>
          <a:p>
            <a:pPr indent="0" algn="ctr" defTabSz="914400">
              <a:lnSpc>
                <a:spcPct val="90000"/>
              </a:lnSpc>
              <a:buNone/>
              <a:tabLst>
                <a:tab algn="l" pos="0"/>
              </a:tabLst>
            </a:pPr>
            <a:r>
              <a:rPr b="0" lang="en-US" sz="6000" strike="noStrike" u="none">
                <a:solidFill>
                  <a:srgbClr val="ffffff"/>
                </a:solidFill>
                <a:uFillTx/>
                <a:latin typeface="Calibri Light"/>
              </a:rPr>
              <a:t>Services</a:t>
            </a:r>
            <a:endParaRPr b="0" lang="de-DE" sz="6000" strike="noStrike" u="none">
              <a:solidFill>
                <a:srgbClr val="000000"/>
              </a:solidFill>
              <a:uFillTx/>
              <a:latin typeface="Arial"/>
            </a:endParaRPr>
          </a:p>
        </p:txBody>
      </p:sp>
      <p:sp>
        <p:nvSpPr>
          <p:cNvPr id="738" name="PlaceHolder 2"/>
          <p:cNvSpPr>
            <a:spLocks noGrp="1"/>
          </p:cNvSpPr>
          <p:nvPr>
            <p:ph/>
          </p:nvPr>
        </p:nvSpPr>
        <p:spPr>
          <a:xfrm>
            <a:off x="1848600" y="5258880"/>
            <a:ext cx="8493840" cy="90288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t">
            <a:normAutofit/>
          </a:bodyPr>
          <a:p>
            <a:pPr indent="0">
              <a:spcBef>
                <a:spcPts val="1417"/>
              </a:spcBef>
              <a:buNone/>
            </a:pPr>
            <a:endParaRPr b="0" lang="de-DE" sz="1800" strike="noStrike" u="none">
              <a:solidFill>
                <a:srgbClr val="000000"/>
              </a:solidFill>
              <a:uFillTx/>
              <a:latin typeface="Arial"/>
            </a:endParaRPr>
          </a:p>
        </p:txBody>
      </p:sp>
      <p:sp>
        <p:nvSpPr>
          <p:cNvPr id="739" name="Oval 16">
            <a:extLst>
              <a:ext uri="{C183D7F6-B498-43B3-948B-1728B52AA6E4}">
                <adec:decorative xmlns:adec="http://schemas.microsoft.com/office/drawing/2017/decorative" val="1"/>
              </a:ext>
            </a:extLst>
          </p:cNvPr>
          <p:cNvSpPr/>
          <p:nvPr/>
        </p:nvSpPr>
        <p:spPr>
          <a:xfrm>
            <a:off x="5025960" y="889200"/>
            <a:ext cx="2139120" cy="2139120"/>
          </a:xfrm>
          <a:prstGeom prst="ellipse">
            <a:avLst/>
          </a:prstGeom>
          <a:solidFill>
            <a:srgbClr val="ffffff"/>
          </a:solidFill>
          <a:ln w="19050">
            <a:solidFill>
              <a:srgbClr val="1d9a78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 algn="ctr" defTabSz="914400">
              <a:lnSpc>
                <a:spcPct val="100000"/>
              </a:lnSpc>
              <a:tabLst>
                <a:tab algn="l" pos="0"/>
              </a:tabLst>
            </a:pPr>
            <a:endParaRPr b="0" lang="en-US" sz="1800" strike="noStrike" u="none">
              <a:solidFill>
                <a:srgbClr val="ffffff"/>
              </a:solidFill>
              <a:uFillTx/>
              <a:latin typeface="Calibri"/>
            </a:endParaRPr>
          </a:p>
        </p:txBody>
      </p:sp>
      <p:pic>
        <p:nvPicPr>
          <p:cNvPr id="740" name="Graphic 11" descr="Zahnräder"/>
          <p:cNvPicPr/>
          <p:nvPr/>
        </p:nvPicPr>
        <p:blipFill>
          <a:blip r:embed="rId1">
            <a:extLst>
              <a:ext uri="{96DAC541-7B7A-43D3-8B79-37D633B846F1}">
                <asvg:svgBlip xmlns:asvg="http://schemas.microsoft.com/office/drawing/2016/SVG/main" r:embed="rId2"/>
              </a:ext>
            </a:extLst>
          </a:blip>
          <a:stretch/>
        </p:blipFill>
        <p:spPr>
          <a:xfrm>
            <a:off x="5508360" y="1371600"/>
            <a:ext cx="1174320" cy="1174320"/>
          </a:xfrm>
          <a:prstGeom prst="rect">
            <a:avLst/>
          </a:prstGeom>
          <a:noFill/>
          <a:ln w="0">
            <a:noFill/>
          </a:ln>
        </p:spPr>
      </p:pic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147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bg>
      <p:bgPr>
        <a:solidFill>
          <a:schemeClr val="lt1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 useBgFill="1">
        <p:nvSpPr>
          <p:cNvPr id="741" name="Rectangle 13">
            <a:extLst>
              <a:ext uri="{C183D7F6-B498-43B3-948B-1728B52AA6E4}">
                <adec:decorative xmlns:adec="http://schemas.microsoft.com/office/drawing/2017/decorative" val="1"/>
              </a:ext>
            </a:extLst>
          </p:cNvPr>
          <p:cNvSpPr/>
          <p:nvPr/>
        </p:nvSpPr>
        <p:spPr>
          <a:xfrm>
            <a:off x="0" y="0"/>
            <a:ext cx="12187800" cy="6856920"/>
          </a:xfrm>
          <a:prstGeom prst="rect">
            <a:avLst/>
          </a:prstGeom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 algn="ctr" defTabSz="914400">
              <a:lnSpc>
                <a:spcPct val="100000"/>
              </a:lnSpc>
            </a:pPr>
            <a:endParaRPr b="0" lang="en-US" sz="1800" strike="noStrike" u="none">
              <a:solidFill>
                <a:schemeClr val="lt1"/>
              </a:solidFill>
              <a:uFillTx/>
              <a:latin typeface="Calibri"/>
            </a:endParaRPr>
          </a:p>
        </p:txBody>
      </p:sp>
      <p:sp>
        <p:nvSpPr>
          <p:cNvPr id="742" name="Rectangle 15">
            <a:extLst>
              <a:ext uri="{C183D7F6-B498-43B3-948B-1728B52AA6E4}">
                <adec:decorative xmlns:adec="http://schemas.microsoft.com/office/drawing/2017/decorative" val="1"/>
              </a:ext>
            </a:extLst>
          </p:cNvPr>
          <p:cNvSpPr/>
          <p:nvPr/>
        </p:nvSpPr>
        <p:spPr>
          <a:xfrm>
            <a:off x="0" y="0"/>
            <a:ext cx="5019840" cy="6490440"/>
          </a:xfrm>
          <a:prstGeom prst="rect">
            <a:avLst/>
          </a:prstGeom>
          <a:solidFill>
            <a:schemeClr val="bg1">
              <a:lumMod val="95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 algn="ctr" defTabSz="914400">
              <a:lnSpc>
                <a:spcPct val="100000"/>
              </a:lnSpc>
            </a:pPr>
            <a:endParaRPr b="0" lang="en-US" sz="1800" strike="noStrike" u="none">
              <a:solidFill>
                <a:schemeClr val="lt1"/>
              </a:solidFill>
              <a:uFillTx/>
              <a:latin typeface="Calibri"/>
            </a:endParaRPr>
          </a:p>
        </p:txBody>
      </p:sp>
      <p:sp>
        <p:nvSpPr>
          <p:cNvPr id="743" name="PlaceHolder 1"/>
          <p:cNvSpPr>
            <a:spLocks noGrp="1"/>
          </p:cNvSpPr>
          <p:nvPr>
            <p:ph type="title"/>
          </p:nvPr>
        </p:nvSpPr>
        <p:spPr>
          <a:xfrm>
            <a:off x="594360" y="1209240"/>
            <a:ext cx="3875760" cy="406368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ctr">
            <a:normAutofit/>
          </a:bodyPr>
          <a:p>
            <a:pPr indent="0" defTabSz="914400">
              <a:lnSpc>
                <a:spcPct val="90000"/>
              </a:lnSpc>
              <a:buNone/>
              <a:tabLst>
                <a:tab algn="l" pos="0"/>
              </a:tabLst>
            </a:pPr>
            <a:r>
              <a:rPr b="0" lang="de-DE" sz="5000" strike="noStrike" u="none">
                <a:solidFill>
                  <a:schemeClr val="dk1"/>
                </a:solidFill>
                <a:uFillTx/>
                <a:latin typeface="Calibri Light"/>
              </a:rPr>
              <a:t>Eigenschaften eines Services</a:t>
            </a:r>
            <a:endParaRPr b="0" lang="de-DE" sz="5000" strike="noStrike" u="none">
              <a:solidFill>
                <a:srgbClr val="000000"/>
              </a:solidFill>
              <a:uFillTx/>
              <a:latin typeface="Arial"/>
            </a:endParaRPr>
          </a:p>
        </p:txBody>
      </p:sp>
      <p:grpSp>
        <p:nvGrpSpPr>
          <p:cNvPr id="744" name="Group 17">
            <a:extLst>
              <a:ext uri="{C183D7F6-B498-43B3-948B-1728B52AA6E4}">
                <adec:decorative xmlns:adec="http://schemas.microsoft.com/office/drawing/2017/decorative" val="1"/>
              </a:ext>
            </a:extLst>
          </p:cNvPr>
          <p:cNvGrpSpPr/>
          <p:nvPr/>
        </p:nvGrpSpPr>
        <p:grpSpPr>
          <a:xfrm>
            <a:off x="57240" y="2569320"/>
            <a:ext cx="241200" cy="1339920"/>
            <a:chOff x="57240" y="2569320"/>
            <a:chExt cx="241200" cy="1339920"/>
          </a:xfrm>
        </p:grpSpPr>
        <p:sp>
          <p:nvSpPr>
            <p:cNvPr id="745" name="Rectangle 2">
              <a:extLs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/>
            <p:nvPr/>
          </p:nvSpPr>
          <p:spPr>
            <a:xfrm rot="5400000">
              <a:off x="238680" y="3138840"/>
              <a:ext cx="60840" cy="58320"/>
            </a:xfrm>
            <a:prstGeom prst="ellipse">
              <a:avLst/>
            </a:prstGeom>
            <a:solidFill>
              <a:schemeClr val="accent1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/>
          </p:style>
          <p:txBody>
            <a:bodyPr lIns="90000" rIns="90000" tIns="-3240" bIns="-3240" anchor="ctr">
              <a:noAutofit/>
            </a:bodyPr>
            <a:p>
              <a:pPr algn="ctr" defTabSz="914400">
                <a:lnSpc>
                  <a:spcPct val="100000"/>
                </a:lnSpc>
              </a:pPr>
              <a:endParaRPr b="0" lang="en-US" sz="1800" strike="noStrike" u="none">
                <a:solidFill>
                  <a:schemeClr val="lt1"/>
                </a:solidFill>
                <a:uFillTx/>
                <a:latin typeface="Calibri"/>
              </a:endParaRPr>
            </a:p>
          </p:txBody>
        </p:sp>
        <p:sp>
          <p:nvSpPr>
            <p:cNvPr id="746" name="Rectangle 59">
              <a:extLs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/>
            <p:nvPr/>
          </p:nvSpPr>
          <p:spPr>
            <a:xfrm rot="5400000">
              <a:off x="55800" y="3138840"/>
              <a:ext cx="60840" cy="58320"/>
            </a:xfrm>
            <a:prstGeom prst="ellipse">
              <a:avLst/>
            </a:prstGeom>
            <a:solidFill>
              <a:schemeClr val="accent1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/>
          </p:style>
          <p:txBody>
            <a:bodyPr lIns="90000" rIns="90000" tIns="-3240" bIns="-3240" anchor="ctr">
              <a:noAutofit/>
            </a:bodyPr>
            <a:p>
              <a:pPr algn="ctr" defTabSz="914400">
                <a:lnSpc>
                  <a:spcPct val="100000"/>
                </a:lnSpc>
              </a:pPr>
              <a:endParaRPr b="0" lang="en-US" sz="1800" strike="noStrike" u="none">
                <a:solidFill>
                  <a:schemeClr val="lt1"/>
                </a:solidFill>
                <a:uFillTx/>
                <a:latin typeface="Calibri"/>
              </a:endParaRPr>
            </a:p>
          </p:txBody>
        </p:sp>
        <p:sp>
          <p:nvSpPr>
            <p:cNvPr id="747" name="Rectangle 2">
              <a:extLs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/>
            <p:nvPr/>
          </p:nvSpPr>
          <p:spPr>
            <a:xfrm rot="5400000">
              <a:off x="238680" y="2997000"/>
              <a:ext cx="60840" cy="58320"/>
            </a:xfrm>
            <a:prstGeom prst="ellipse">
              <a:avLst/>
            </a:prstGeom>
            <a:solidFill>
              <a:schemeClr val="accent1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/>
          </p:style>
          <p:txBody>
            <a:bodyPr lIns="90000" rIns="90000" tIns="-3240" bIns="-3240" anchor="ctr">
              <a:noAutofit/>
            </a:bodyPr>
            <a:p>
              <a:pPr algn="ctr" defTabSz="914400">
                <a:lnSpc>
                  <a:spcPct val="100000"/>
                </a:lnSpc>
              </a:pPr>
              <a:endParaRPr b="0" lang="en-US" sz="1800" strike="noStrike" u="none">
                <a:solidFill>
                  <a:schemeClr val="lt1"/>
                </a:solidFill>
                <a:uFillTx/>
                <a:latin typeface="Calibri"/>
              </a:endParaRPr>
            </a:p>
          </p:txBody>
        </p:sp>
        <p:sp>
          <p:nvSpPr>
            <p:cNvPr id="748" name="Rectangle 59">
              <a:extLs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/>
            <p:nvPr/>
          </p:nvSpPr>
          <p:spPr>
            <a:xfrm rot="5400000">
              <a:off x="55800" y="2997000"/>
              <a:ext cx="60840" cy="58320"/>
            </a:xfrm>
            <a:prstGeom prst="ellipse">
              <a:avLst/>
            </a:prstGeom>
            <a:solidFill>
              <a:schemeClr val="accent1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/>
          </p:style>
          <p:txBody>
            <a:bodyPr lIns="90000" rIns="90000" tIns="-3240" bIns="-3240" anchor="ctr">
              <a:noAutofit/>
            </a:bodyPr>
            <a:p>
              <a:pPr algn="ctr" defTabSz="914400">
                <a:lnSpc>
                  <a:spcPct val="100000"/>
                </a:lnSpc>
              </a:pPr>
              <a:endParaRPr b="0" lang="en-US" sz="1800" strike="noStrike" u="none">
                <a:solidFill>
                  <a:schemeClr val="lt1"/>
                </a:solidFill>
                <a:uFillTx/>
                <a:latin typeface="Calibri"/>
              </a:endParaRPr>
            </a:p>
          </p:txBody>
        </p:sp>
        <p:sp>
          <p:nvSpPr>
            <p:cNvPr id="749" name="Rectangle 2">
              <a:extLs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/>
            <p:nvPr/>
          </p:nvSpPr>
          <p:spPr>
            <a:xfrm rot="5400000">
              <a:off x="238680" y="2854800"/>
              <a:ext cx="60840" cy="58320"/>
            </a:xfrm>
            <a:prstGeom prst="ellipse">
              <a:avLst/>
            </a:prstGeom>
            <a:solidFill>
              <a:schemeClr val="accent1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/>
          </p:style>
          <p:txBody>
            <a:bodyPr lIns="90000" rIns="90000" tIns="-3240" bIns="-3240" anchor="ctr">
              <a:noAutofit/>
            </a:bodyPr>
            <a:p>
              <a:pPr algn="ctr" defTabSz="914400">
                <a:lnSpc>
                  <a:spcPct val="100000"/>
                </a:lnSpc>
              </a:pPr>
              <a:endParaRPr b="0" lang="en-US" sz="1800" strike="noStrike" u="none">
                <a:solidFill>
                  <a:schemeClr val="lt1"/>
                </a:solidFill>
                <a:uFillTx/>
                <a:latin typeface="Calibri"/>
              </a:endParaRPr>
            </a:p>
          </p:txBody>
        </p:sp>
        <p:sp>
          <p:nvSpPr>
            <p:cNvPr id="750" name="Rectangle 59">
              <a:extLs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/>
            <p:nvPr/>
          </p:nvSpPr>
          <p:spPr>
            <a:xfrm rot="5400000">
              <a:off x="55800" y="2854800"/>
              <a:ext cx="60840" cy="58320"/>
            </a:xfrm>
            <a:prstGeom prst="ellipse">
              <a:avLst/>
            </a:prstGeom>
            <a:solidFill>
              <a:schemeClr val="accent1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/>
          </p:style>
          <p:txBody>
            <a:bodyPr lIns="90000" rIns="90000" tIns="-3240" bIns="-3240" anchor="ctr">
              <a:noAutofit/>
            </a:bodyPr>
            <a:p>
              <a:pPr algn="ctr" defTabSz="914400">
                <a:lnSpc>
                  <a:spcPct val="100000"/>
                </a:lnSpc>
              </a:pPr>
              <a:endParaRPr b="0" lang="en-US" sz="1800" strike="noStrike" u="none">
                <a:solidFill>
                  <a:schemeClr val="lt1"/>
                </a:solidFill>
                <a:uFillTx/>
                <a:latin typeface="Calibri"/>
              </a:endParaRPr>
            </a:p>
          </p:txBody>
        </p:sp>
        <p:sp>
          <p:nvSpPr>
            <p:cNvPr id="751" name="Rectangle 2">
              <a:extLs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/>
            <p:nvPr/>
          </p:nvSpPr>
          <p:spPr>
            <a:xfrm rot="5400000">
              <a:off x="238680" y="2712600"/>
              <a:ext cx="60840" cy="58320"/>
            </a:xfrm>
            <a:prstGeom prst="ellipse">
              <a:avLst/>
            </a:prstGeom>
            <a:solidFill>
              <a:schemeClr val="accent1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/>
          </p:style>
          <p:txBody>
            <a:bodyPr lIns="90000" rIns="90000" tIns="-3240" bIns="-3240" anchor="ctr">
              <a:noAutofit/>
            </a:bodyPr>
            <a:p>
              <a:pPr algn="ctr" defTabSz="914400">
                <a:lnSpc>
                  <a:spcPct val="100000"/>
                </a:lnSpc>
              </a:pPr>
              <a:endParaRPr b="0" lang="en-US" sz="1800" strike="noStrike" u="none">
                <a:solidFill>
                  <a:schemeClr val="lt1"/>
                </a:solidFill>
                <a:uFillTx/>
                <a:latin typeface="Calibri"/>
              </a:endParaRPr>
            </a:p>
          </p:txBody>
        </p:sp>
        <p:sp>
          <p:nvSpPr>
            <p:cNvPr id="752" name="Rectangle 59">
              <a:extLs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/>
            <p:nvPr/>
          </p:nvSpPr>
          <p:spPr>
            <a:xfrm rot="5400000">
              <a:off x="55800" y="2712600"/>
              <a:ext cx="60840" cy="58320"/>
            </a:xfrm>
            <a:prstGeom prst="ellipse">
              <a:avLst/>
            </a:prstGeom>
            <a:solidFill>
              <a:schemeClr val="accent1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/>
          </p:style>
          <p:txBody>
            <a:bodyPr lIns="90000" rIns="90000" tIns="-3240" bIns="-3240" anchor="ctr">
              <a:noAutofit/>
            </a:bodyPr>
            <a:p>
              <a:pPr algn="ctr" defTabSz="914400">
                <a:lnSpc>
                  <a:spcPct val="100000"/>
                </a:lnSpc>
              </a:pPr>
              <a:endParaRPr b="0" lang="en-US" sz="1800" strike="noStrike" u="none">
                <a:solidFill>
                  <a:schemeClr val="lt1"/>
                </a:solidFill>
                <a:uFillTx/>
                <a:latin typeface="Calibri"/>
              </a:endParaRPr>
            </a:p>
          </p:txBody>
        </p:sp>
        <p:sp>
          <p:nvSpPr>
            <p:cNvPr id="753" name="Rectangle 2">
              <a:extLs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/>
            <p:nvPr/>
          </p:nvSpPr>
          <p:spPr>
            <a:xfrm rot="5400000">
              <a:off x="238680" y="2570400"/>
              <a:ext cx="60840" cy="58320"/>
            </a:xfrm>
            <a:prstGeom prst="ellipse">
              <a:avLst/>
            </a:prstGeom>
            <a:solidFill>
              <a:schemeClr val="accent1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/>
          </p:style>
          <p:txBody>
            <a:bodyPr lIns="90000" rIns="90000" tIns="-3240" bIns="-3240" anchor="ctr">
              <a:noAutofit/>
            </a:bodyPr>
            <a:p>
              <a:pPr algn="ctr" defTabSz="914400">
                <a:lnSpc>
                  <a:spcPct val="100000"/>
                </a:lnSpc>
              </a:pPr>
              <a:endParaRPr b="0" lang="en-US" sz="1800" strike="noStrike" u="none">
                <a:solidFill>
                  <a:schemeClr val="lt1"/>
                </a:solidFill>
                <a:uFillTx/>
                <a:latin typeface="Calibri"/>
              </a:endParaRPr>
            </a:p>
          </p:txBody>
        </p:sp>
        <p:sp>
          <p:nvSpPr>
            <p:cNvPr id="754" name="Rectangle 59">
              <a:extLs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/>
            <p:nvPr/>
          </p:nvSpPr>
          <p:spPr>
            <a:xfrm rot="5400000">
              <a:off x="55800" y="2570400"/>
              <a:ext cx="60840" cy="58320"/>
            </a:xfrm>
            <a:prstGeom prst="ellipse">
              <a:avLst/>
            </a:prstGeom>
            <a:solidFill>
              <a:schemeClr val="accent1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/>
          </p:style>
          <p:txBody>
            <a:bodyPr lIns="90000" rIns="90000" tIns="-3240" bIns="-3240" anchor="ctr">
              <a:noAutofit/>
            </a:bodyPr>
            <a:p>
              <a:pPr algn="ctr" defTabSz="914400">
                <a:lnSpc>
                  <a:spcPct val="100000"/>
                </a:lnSpc>
              </a:pPr>
              <a:endParaRPr b="0" lang="en-US" sz="1800" strike="noStrike" u="none">
                <a:solidFill>
                  <a:schemeClr val="lt1"/>
                </a:solidFill>
                <a:uFillTx/>
                <a:latin typeface="Calibri"/>
              </a:endParaRPr>
            </a:p>
          </p:txBody>
        </p:sp>
        <p:sp>
          <p:nvSpPr>
            <p:cNvPr id="755" name="Rectangle 2">
              <a:extLs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/>
            <p:nvPr/>
          </p:nvSpPr>
          <p:spPr>
            <a:xfrm rot="5400000">
              <a:off x="238680" y="3849480"/>
              <a:ext cx="60840" cy="58320"/>
            </a:xfrm>
            <a:prstGeom prst="ellipse">
              <a:avLst/>
            </a:prstGeom>
            <a:solidFill>
              <a:schemeClr val="accent1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/>
          </p:style>
          <p:txBody>
            <a:bodyPr lIns="90000" rIns="90000" tIns="-3240" bIns="-3240" anchor="ctr">
              <a:noAutofit/>
            </a:bodyPr>
            <a:p>
              <a:pPr algn="ctr" defTabSz="914400">
                <a:lnSpc>
                  <a:spcPct val="100000"/>
                </a:lnSpc>
              </a:pPr>
              <a:endParaRPr b="0" lang="en-US" sz="1800" strike="noStrike" u="none">
                <a:solidFill>
                  <a:schemeClr val="lt1"/>
                </a:solidFill>
                <a:uFillTx/>
                <a:latin typeface="Calibri"/>
              </a:endParaRPr>
            </a:p>
          </p:txBody>
        </p:sp>
        <p:sp>
          <p:nvSpPr>
            <p:cNvPr id="756" name="Rectangle 59">
              <a:extLs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/>
            <p:nvPr/>
          </p:nvSpPr>
          <p:spPr>
            <a:xfrm rot="5400000">
              <a:off x="55800" y="3849480"/>
              <a:ext cx="60840" cy="58320"/>
            </a:xfrm>
            <a:prstGeom prst="ellipse">
              <a:avLst/>
            </a:prstGeom>
            <a:solidFill>
              <a:schemeClr val="accent1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/>
          </p:style>
          <p:txBody>
            <a:bodyPr lIns="90000" rIns="90000" tIns="-3240" bIns="-3240" anchor="ctr">
              <a:noAutofit/>
            </a:bodyPr>
            <a:p>
              <a:pPr algn="ctr" defTabSz="914400">
                <a:lnSpc>
                  <a:spcPct val="100000"/>
                </a:lnSpc>
              </a:pPr>
              <a:endParaRPr b="0" lang="en-US" sz="1800" strike="noStrike" u="none">
                <a:solidFill>
                  <a:schemeClr val="lt1"/>
                </a:solidFill>
                <a:uFillTx/>
                <a:latin typeface="Calibri"/>
              </a:endParaRPr>
            </a:p>
          </p:txBody>
        </p:sp>
        <p:sp>
          <p:nvSpPr>
            <p:cNvPr id="757" name="Rectangle 2">
              <a:extLs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/>
            <p:nvPr/>
          </p:nvSpPr>
          <p:spPr>
            <a:xfrm rot="5400000">
              <a:off x="238680" y="3707280"/>
              <a:ext cx="60840" cy="58320"/>
            </a:xfrm>
            <a:prstGeom prst="ellipse">
              <a:avLst/>
            </a:prstGeom>
            <a:solidFill>
              <a:schemeClr val="accent1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/>
          </p:style>
          <p:txBody>
            <a:bodyPr lIns="90000" rIns="90000" tIns="-3240" bIns="-3240" anchor="ctr">
              <a:noAutofit/>
            </a:bodyPr>
            <a:p>
              <a:pPr algn="ctr" defTabSz="914400">
                <a:lnSpc>
                  <a:spcPct val="100000"/>
                </a:lnSpc>
              </a:pPr>
              <a:endParaRPr b="0" lang="en-US" sz="1800" strike="noStrike" u="none">
                <a:solidFill>
                  <a:schemeClr val="lt1"/>
                </a:solidFill>
                <a:uFillTx/>
                <a:latin typeface="Calibri"/>
              </a:endParaRPr>
            </a:p>
          </p:txBody>
        </p:sp>
        <p:sp>
          <p:nvSpPr>
            <p:cNvPr id="758" name="Rectangle 59">
              <a:extLs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/>
            <p:nvPr/>
          </p:nvSpPr>
          <p:spPr>
            <a:xfrm rot="5400000">
              <a:off x="55800" y="3707280"/>
              <a:ext cx="60840" cy="58320"/>
            </a:xfrm>
            <a:prstGeom prst="ellipse">
              <a:avLst/>
            </a:prstGeom>
            <a:solidFill>
              <a:schemeClr val="accent1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/>
          </p:style>
          <p:txBody>
            <a:bodyPr lIns="90000" rIns="90000" tIns="-3240" bIns="-3240" anchor="ctr">
              <a:noAutofit/>
            </a:bodyPr>
            <a:p>
              <a:pPr algn="ctr" defTabSz="914400">
                <a:lnSpc>
                  <a:spcPct val="100000"/>
                </a:lnSpc>
              </a:pPr>
              <a:endParaRPr b="0" lang="en-US" sz="1800" strike="noStrike" u="none">
                <a:solidFill>
                  <a:schemeClr val="lt1"/>
                </a:solidFill>
                <a:uFillTx/>
                <a:latin typeface="Calibri"/>
              </a:endParaRPr>
            </a:p>
          </p:txBody>
        </p:sp>
        <p:sp>
          <p:nvSpPr>
            <p:cNvPr id="759" name="Rectangle 2">
              <a:extLs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/>
            <p:nvPr/>
          </p:nvSpPr>
          <p:spPr>
            <a:xfrm rot="5400000">
              <a:off x="238680" y="3565440"/>
              <a:ext cx="60840" cy="58320"/>
            </a:xfrm>
            <a:prstGeom prst="ellipse">
              <a:avLst/>
            </a:prstGeom>
            <a:solidFill>
              <a:schemeClr val="accent1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/>
          </p:style>
          <p:txBody>
            <a:bodyPr lIns="90000" rIns="90000" tIns="-3240" bIns="-3240" anchor="ctr">
              <a:noAutofit/>
            </a:bodyPr>
            <a:p>
              <a:pPr algn="ctr" defTabSz="914400">
                <a:lnSpc>
                  <a:spcPct val="100000"/>
                </a:lnSpc>
              </a:pPr>
              <a:endParaRPr b="0" lang="en-US" sz="1800" strike="noStrike" u="none">
                <a:solidFill>
                  <a:schemeClr val="lt1"/>
                </a:solidFill>
                <a:uFillTx/>
                <a:latin typeface="Calibri"/>
              </a:endParaRPr>
            </a:p>
          </p:txBody>
        </p:sp>
        <p:sp>
          <p:nvSpPr>
            <p:cNvPr id="760" name="Rectangle 59">
              <a:extLs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/>
            <p:nvPr/>
          </p:nvSpPr>
          <p:spPr>
            <a:xfrm rot="5400000">
              <a:off x="55800" y="3565440"/>
              <a:ext cx="60840" cy="58320"/>
            </a:xfrm>
            <a:prstGeom prst="ellipse">
              <a:avLst/>
            </a:prstGeom>
            <a:solidFill>
              <a:schemeClr val="accent1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/>
          </p:style>
          <p:txBody>
            <a:bodyPr lIns="90000" rIns="90000" tIns="-3240" bIns="-3240" anchor="ctr">
              <a:noAutofit/>
            </a:bodyPr>
            <a:p>
              <a:pPr algn="ctr" defTabSz="914400">
                <a:lnSpc>
                  <a:spcPct val="100000"/>
                </a:lnSpc>
              </a:pPr>
              <a:endParaRPr b="0" lang="en-US" sz="1800" strike="noStrike" u="none">
                <a:solidFill>
                  <a:schemeClr val="lt1"/>
                </a:solidFill>
                <a:uFillTx/>
                <a:latin typeface="Calibri"/>
              </a:endParaRPr>
            </a:p>
          </p:txBody>
        </p:sp>
        <p:sp>
          <p:nvSpPr>
            <p:cNvPr id="761" name="Rectangle 2">
              <a:extLs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/>
            <p:nvPr/>
          </p:nvSpPr>
          <p:spPr>
            <a:xfrm rot="5400000">
              <a:off x="238680" y="3423240"/>
              <a:ext cx="60840" cy="58320"/>
            </a:xfrm>
            <a:prstGeom prst="ellipse">
              <a:avLst/>
            </a:prstGeom>
            <a:solidFill>
              <a:schemeClr val="accent1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/>
          </p:style>
          <p:txBody>
            <a:bodyPr lIns="90000" rIns="90000" tIns="-3240" bIns="-3240" anchor="ctr">
              <a:noAutofit/>
            </a:bodyPr>
            <a:p>
              <a:pPr algn="ctr" defTabSz="914400">
                <a:lnSpc>
                  <a:spcPct val="100000"/>
                </a:lnSpc>
              </a:pPr>
              <a:endParaRPr b="0" lang="en-US" sz="1800" strike="noStrike" u="none">
                <a:solidFill>
                  <a:schemeClr val="lt1"/>
                </a:solidFill>
                <a:uFillTx/>
                <a:latin typeface="Calibri"/>
              </a:endParaRPr>
            </a:p>
          </p:txBody>
        </p:sp>
        <p:sp>
          <p:nvSpPr>
            <p:cNvPr id="762" name="Rectangle 59">
              <a:extLs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/>
            <p:nvPr/>
          </p:nvSpPr>
          <p:spPr>
            <a:xfrm rot="5400000">
              <a:off x="55800" y="3423240"/>
              <a:ext cx="60840" cy="58320"/>
            </a:xfrm>
            <a:prstGeom prst="ellipse">
              <a:avLst/>
            </a:prstGeom>
            <a:solidFill>
              <a:schemeClr val="accent1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/>
          </p:style>
          <p:txBody>
            <a:bodyPr lIns="90000" rIns="90000" tIns="-3240" bIns="-3240" anchor="ctr">
              <a:noAutofit/>
            </a:bodyPr>
            <a:p>
              <a:pPr algn="ctr" defTabSz="914400">
                <a:lnSpc>
                  <a:spcPct val="100000"/>
                </a:lnSpc>
              </a:pPr>
              <a:endParaRPr b="0" lang="en-US" sz="1800" strike="noStrike" u="none">
                <a:solidFill>
                  <a:schemeClr val="lt1"/>
                </a:solidFill>
                <a:uFillTx/>
                <a:latin typeface="Calibri"/>
              </a:endParaRPr>
            </a:p>
          </p:txBody>
        </p:sp>
        <p:sp>
          <p:nvSpPr>
            <p:cNvPr id="763" name="Rectangle 2">
              <a:extLs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/>
            <p:nvPr/>
          </p:nvSpPr>
          <p:spPr>
            <a:xfrm rot="5400000">
              <a:off x="238680" y="3281040"/>
              <a:ext cx="60840" cy="58320"/>
            </a:xfrm>
            <a:prstGeom prst="ellipse">
              <a:avLst/>
            </a:prstGeom>
            <a:solidFill>
              <a:schemeClr val="accent1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/>
          </p:style>
          <p:txBody>
            <a:bodyPr lIns="90000" rIns="90000" tIns="-3240" bIns="-3240" anchor="ctr">
              <a:noAutofit/>
            </a:bodyPr>
            <a:p>
              <a:pPr algn="ctr" defTabSz="914400">
                <a:lnSpc>
                  <a:spcPct val="100000"/>
                </a:lnSpc>
              </a:pPr>
              <a:endParaRPr b="0" lang="en-US" sz="1800" strike="noStrike" u="none">
                <a:solidFill>
                  <a:schemeClr val="lt1"/>
                </a:solidFill>
                <a:uFillTx/>
                <a:latin typeface="Calibri"/>
              </a:endParaRPr>
            </a:p>
          </p:txBody>
        </p:sp>
        <p:sp>
          <p:nvSpPr>
            <p:cNvPr id="764" name="Rectangle 59">
              <a:extLs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/>
            <p:nvPr/>
          </p:nvSpPr>
          <p:spPr>
            <a:xfrm rot="5400000">
              <a:off x="55800" y="3281040"/>
              <a:ext cx="60840" cy="58320"/>
            </a:xfrm>
            <a:prstGeom prst="ellipse">
              <a:avLst/>
            </a:prstGeom>
            <a:solidFill>
              <a:schemeClr val="accent1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/>
          </p:style>
          <p:txBody>
            <a:bodyPr lIns="90000" rIns="90000" tIns="-3240" bIns="-3240" anchor="ctr">
              <a:noAutofit/>
            </a:bodyPr>
            <a:p>
              <a:pPr algn="ctr" defTabSz="914400">
                <a:lnSpc>
                  <a:spcPct val="100000"/>
                </a:lnSpc>
              </a:pPr>
              <a:endParaRPr b="0" lang="en-US" sz="1800" strike="noStrike" u="none">
                <a:solidFill>
                  <a:schemeClr val="lt1"/>
                </a:solidFill>
                <a:uFillTx/>
                <a:latin typeface="Calibri"/>
              </a:endParaRPr>
            </a:p>
          </p:txBody>
        </p:sp>
      </p:grpSp>
      <p:sp>
        <p:nvSpPr>
          <p:cNvPr id="765" name="Rectangle 39">
            <a:extLst>
              <a:ext uri="{C183D7F6-B498-43B3-948B-1728B52AA6E4}">
                <adec:decorative xmlns:adec="http://schemas.microsoft.com/office/drawing/2017/decorative" val="1"/>
              </a:ext>
            </a:extLst>
          </p:cNvPr>
          <p:cNvSpPr/>
          <p:nvPr/>
        </p:nvSpPr>
        <p:spPr>
          <a:xfrm>
            <a:off x="0" y="6501240"/>
            <a:ext cx="12191040" cy="355680"/>
          </a:xfrm>
          <a:prstGeom prst="rect">
            <a:avLst/>
          </a:prstGeom>
          <a:solidFill>
            <a:schemeClr val="tx1">
              <a:lumMod val="85000"/>
              <a:lumOff val="15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 algn="ctr" defTabSz="914400">
              <a:lnSpc>
                <a:spcPct val="100000"/>
              </a:lnSpc>
            </a:pPr>
            <a:endParaRPr b="0" lang="en-US" sz="1800" strike="noStrike" u="none">
              <a:solidFill>
                <a:schemeClr val="lt1"/>
              </a:solidFill>
              <a:uFillTx/>
              <a:latin typeface="Calibri"/>
            </a:endParaRPr>
          </a:p>
        </p:txBody>
      </p:sp>
      <p:graphicFrame>
        <p:nvGraphicFramePr>
          <p:cNvPr id="8" name="Diagram8"/>
          <p:cNvGraphicFramePr/>
          <p:nvPr>
            <p:extLst>
              <p:ext uri="{D42A27DB-BD31-4B8C-83A1-F6EECF244321}">
                <p14:modId xmlns:p14="http://schemas.microsoft.com/office/powerpoint/2010/main" val="1733286427"/>
              </p:ext>
            </p:extLst>
          </p:nvPr>
        </p:nvGraphicFramePr>
        <p:xfrm>
          <a:off x="5614560" y="457200"/>
          <a:ext cx="6116400" cy="5695560"/>
        </p:xfrm>
        <a:graphic>
          <a:graphicData uri="http://schemas.openxmlformats.org/drawingml/2006/diagram">
            <dgm:relIds xmlns:dgm="http://schemas.openxmlformats.org/drawingml/2006/diagram" xmlns:r="http://schemas.openxmlformats.org/officeDocument/2006/relationships" r:dm="rId1" r:lo="rId2" r:qs="rId3" r:cs="rId4"/>
          </a:graphicData>
        </a:graphic>
      </p:graphicFrame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148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bg>
      <p:bgPr>
        <a:solidFill>
          <a:schemeClr val="lt1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 useBgFill="1">
        <p:nvSpPr>
          <p:cNvPr id="766" name="Rectangle 8">
            <a:extLst>
              <a:ext uri="{C183D7F6-B498-43B3-948B-1728B52AA6E4}">
                <adec:decorative xmlns:adec="http://schemas.microsoft.com/office/drawing/2017/decorative" val="1"/>
              </a:ext>
            </a:extLst>
          </p:cNvPr>
          <p:cNvSpPr/>
          <p:nvPr/>
        </p:nvSpPr>
        <p:spPr>
          <a:xfrm>
            <a:off x="0" y="0"/>
            <a:ext cx="12187800" cy="6856920"/>
          </a:xfrm>
          <a:prstGeom prst="rect">
            <a:avLst/>
          </a:prstGeom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 algn="ctr" defTabSz="914400">
              <a:lnSpc>
                <a:spcPct val="100000"/>
              </a:lnSpc>
            </a:pPr>
            <a:endParaRPr b="0" lang="en-US" sz="1800" strike="noStrike" u="none">
              <a:solidFill>
                <a:schemeClr val="lt1"/>
              </a:solidFill>
              <a:uFillTx/>
              <a:latin typeface="Calibri"/>
            </a:endParaRPr>
          </a:p>
        </p:txBody>
      </p:sp>
      <p:sp>
        <p:nvSpPr>
          <p:cNvPr id="767" name="Rectangle 10">
            <a:extLst>
              <a:ext uri="{C183D7F6-B498-43B3-948B-1728B52AA6E4}">
                <adec:decorative xmlns:adec="http://schemas.microsoft.com/office/drawing/2017/decorative" val="1"/>
              </a:ext>
            </a:extLst>
          </p:cNvPr>
          <p:cNvSpPr/>
          <p:nvPr/>
        </p:nvSpPr>
        <p:spPr>
          <a:xfrm>
            <a:off x="0" y="0"/>
            <a:ext cx="5019840" cy="6490440"/>
          </a:xfrm>
          <a:prstGeom prst="rect">
            <a:avLst/>
          </a:prstGeom>
          <a:solidFill>
            <a:schemeClr val="bg1">
              <a:lumMod val="95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 algn="ctr" defTabSz="914400">
              <a:lnSpc>
                <a:spcPct val="100000"/>
              </a:lnSpc>
            </a:pPr>
            <a:endParaRPr b="0" lang="en-US" sz="1800" strike="noStrike" u="none">
              <a:solidFill>
                <a:schemeClr val="lt1"/>
              </a:solidFill>
              <a:uFillTx/>
              <a:latin typeface="Calibri"/>
            </a:endParaRPr>
          </a:p>
        </p:txBody>
      </p:sp>
      <p:sp>
        <p:nvSpPr>
          <p:cNvPr id="768" name="PlaceHolder 1"/>
          <p:cNvSpPr>
            <a:spLocks noGrp="1"/>
          </p:cNvSpPr>
          <p:nvPr>
            <p:ph type="title"/>
          </p:nvPr>
        </p:nvSpPr>
        <p:spPr>
          <a:xfrm>
            <a:off x="594360" y="1209240"/>
            <a:ext cx="3875760" cy="406368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ctr">
            <a:normAutofit/>
          </a:bodyPr>
          <a:p>
            <a:pPr indent="0" defTabSz="914400">
              <a:lnSpc>
                <a:spcPct val="90000"/>
              </a:lnSpc>
              <a:buNone/>
              <a:tabLst>
                <a:tab algn="l" pos="0"/>
              </a:tabLst>
            </a:pPr>
            <a:r>
              <a:rPr b="0" lang="de-DE" sz="5000" strike="noStrike" u="none">
                <a:solidFill>
                  <a:schemeClr val="dk1"/>
                </a:solidFill>
                <a:uFillTx/>
                <a:latin typeface="Calibri Light"/>
              </a:rPr>
              <a:t>Services? Was</a:t>
            </a:r>
            <a:endParaRPr b="0" lang="de-DE" sz="5000" strike="noStrike" u="none">
              <a:solidFill>
                <a:srgbClr val="000000"/>
              </a:solidFill>
              <a:uFillTx/>
              <a:latin typeface="Arial"/>
            </a:endParaRPr>
          </a:p>
        </p:txBody>
      </p:sp>
      <p:grpSp>
        <p:nvGrpSpPr>
          <p:cNvPr id="769" name="Group 12">
            <a:extLst>
              <a:ext uri="{C183D7F6-B498-43B3-948B-1728B52AA6E4}">
                <adec:decorative xmlns:adec="http://schemas.microsoft.com/office/drawing/2017/decorative" val="1"/>
              </a:ext>
            </a:extLst>
          </p:cNvPr>
          <p:cNvGrpSpPr/>
          <p:nvPr/>
        </p:nvGrpSpPr>
        <p:grpSpPr>
          <a:xfrm>
            <a:off x="57240" y="2569320"/>
            <a:ext cx="241200" cy="1339920"/>
            <a:chOff x="57240" y="2569320"/>
            <a:chExt cx="241200" cy="1339920"/>
          </a:xfrm>
        </p:grpSpPr>
        <p:sp>
          <p:nvSpPr>
            <p:cNvPr id="770" name="Rectangle 2">
              <a:extLs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/>
            <p:nvPr/>
          </p:nvSpPr>
          <p:spPr>
            <a:xfrm rot="5400000">
              <a:off x="238680" y="3138840"/>
              <a:ext cx="60840" cy="58320"/>
            </a:xfrm>
            <a:prstGeom prst="ellipse">
              <a:avLst/>
            </a:prstGeom>
            <a:solidFill>
              <a:schemeClr val="accent1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/>
          </p:style>
          <p:txBody>
            <a:bodyPr lIns="90000" rIns="90000" tIns="-3240" bIns="-3240" anchor="ctr">
              <a:noAutofit/>
            </a:bodyPr>
            <a:p>
              <a:pPr algn="ctr" defTabSz="914400">
                <a:lnSpc>
                  <a:spcPct val="100000"/>
                </a:lnSpc>
              </a:pPr>
              <a:endParaRPr b="0" lang="en-US" sz="1800" strike="noStrike" u="none">
                <a:solidFill>
                  <a:schemeClr val="lt1"/>
                </a:solidFill>
                <a:uFillTx/>
                <a:latin typeface="Calibri"/>
              </a:endParaRPr>
            </a:p>
          </p:txBody>
        </p:sp>
        <p:sp>
          <p:nvSpPr>
            <p:cNvPr id="771" name="Rectangle 59">
              <a:extLs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/>
            <p:nvPr/>
          </p:nvSpPr>
          <p:spPr>
            <a:xfrm rot="5400000">
              <a:off x="55800" y="3138840"/>
              <a:ext cx="60840" cy="58320"/>
            </a:xfrm>
            <a:prstGeom prst="ellipse">
              <a:avLst/>
            </a:prstGeom>
            <a:solidFill>
              <a:schemeClr val="accent1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/>
          </p:style>
          <p:txBody>
            <a:bodyPr lIns="90000" rIns="90000" tIns="-3240" bIns="-3240" anchor="ctr">
              <a:noAutofit/>
            </a:bodyPr>
            <a:p>
              <a:pPr algn="ctr" defTabSz="914400">
                <a:lnSpc>
                  <a:spcPct val="100000"/>
                </a:lnSpc>
              </a:pPr>
              <a:endParaRPr b="0" lang="en-US" sz="1800" strike="noStrike" u="none">
                <a:solidFill>
                  <a:schemeClr val="lt1"/>
                </a:solidFill>
                <a:uFillTx/>
                <a:latin typeface="Calibri"/>
              </a:endParaRPr>
            </a:p>
          </p:txBody>
        </p:sp>
        <p:sp>
          <p:nvSpPr>
            <p:cNvPr id="772" name="Rectangle 2">
              <a:extLs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/>
            <p:nvPr/>
          </p:nvSpPr>
          <p:spPr>
            <a:xfrm rot="5400000">
              <a:off x="238680" y="2997000"/>
              <a:ext cx="60840" cy="58320"/>
            </a:xfrm>
            <a:prstGeom prst="ellipse">
              <a:avLst/>
            </a:prstGeom>
            <a:solidFill>
              <a:schemeClr val="accent1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/>
          </p:style>
          <p:txBody>
            <a:bodyPr lIns="90000" rIns="90000" tIns="-3240" bIns="-3240" anchor="ctr">
              <a:noAutofit/>
            </a:bodyPr>
            <a:p>
              <a:pPr algn="ctr" defTabSz="914400">
                <a:lnSpc>
                  <a:spcPct val="100000"/>
                </a:lnSpc>
              </a:pPr>
              <a:endParaRPr b="0" lang="en-US" sz="1800" strike="noStrike" u="none">
                <a:solidFill>
                  <a:schemeClr val="lt1"/>
                </a:solidFill>
                <a:uFillTx/>
                <a:latin typeface="Calibri"/>
              </a:endParaRPr>
            </a:p>
          </p:txBody>
        </p:sp>
        <p:sp>
          <p:nvSpPr>
            <p:cNvPr id="773" name="Rectangle 59">
              <a:extLs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/>
            <p:nvPr/>
          </p:nvSpPr>
          <p:spPr>
            <a:xfrm rot="5400000">
              <a:off x="55800" y="2997000"/>
              <a:ext cx="60840" cy="58320"/>
            </a:xfrm>
            <a:prstGeom prst="ellipse">
              <a:avLst/>
            </a:prstGeom>
            <a:solidFill>
              <a:schemeClr val="accent1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/>
          </p:style>
          <p:txBody>
            <a:bodyPr lIns="90000" rIns="90000" tIns="-3240" bIns="-3240" anchor="ctr">
              <a:noAutofit/>
            </a:bodyPr>
            <a:p>
              <a:pPr algn="ctr" defTabSz="914400">
                <a:lnSpc>
                  <a:spcPct val="100000"/>
                </a:lnSpc>
              </a:pPr>
              <a:endParaRPr b="0" lang="en-US" sz="1800" strike="noStrike" u="none">
                <a:solidFill>
                  <a:schemeClr val="lt1"/>
                </a:solidFill>
                <a:uFillTx/>
                <a:latin typeface="Calibri"/>
              </a:endParaRPr>
            </a:p>
          </p:txBody>
        </p:sp>
        <p:sp>
          <p:nvSpPr>
            <p:cNvPr id="774" name="Rectangle 2">
              <a:extLs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/>
            <p:nvPr/>
          </p:nvSpPr>
          <p:spPr>
            <a:xfrm rot="5400000">
              <a:off x="238680" y="2854800"/>
              <a:ext cx="60840" cy="58320"/>
            </a:xfrm>
            <a:prstGeom prst="ellipse">
              <a:avLst/>
            </a:prstGeom>
            <a:solidFill>
              <a:schemeClr val="accent1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/>
          </p:style>
          <p:txBody>
            <a:bodyPr lIns="90000" rIns="90000" tIns="-3240" bIns="-3240" anchor="ctr">
              <a:noAutofit/>
            </a:bodyPr>
            <a:p>
              <a:pPr algn="ctr" defTabSz="914400">
                <a:lnSpc>
                  <a:spcPct val="100000"/>
                </a:lnSpc>
              </a:pPr>
              <a:endParaRPr b="0" lang="en-US" sz="1800" strike="noStrike" u="none">
                <a:solidFill>
                  <a:schemeClr val="lt1"/>
                </a:solidFill>
                <a:uFillTx/>
                <a:latin typeface="Calibri"/>
              </a:endParaRPr>
            </a:p>
          </p:txBody>
        </p:sp>
        <p:sp>
          <p:nvSpPr>
            <p:cNvPr id="775" name="Rectangle 59">
              <a:extLs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/>
            <p:nvPr/>
          </p:nvSpPr>
          <p:spPr>
            <a:xfrm rot="5400000">
              <a:off x="55800" y="2854800"/>
              <a:ext cx="60840" cy="58320"/>
            </a:xfrm>
            <a:prstGeom prst="ellipse">
              <a:avLst/>
            </a:prstGeom>
            <a:solidFill>
              <a:schemeClr val="accent1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/>
          </p:style>
          <p:txBody>
            <a:bodyPr lIns="90000" rIns="90000" tIns="-3240" bIns="-3240" anchor="ctr">
              <a:noAutofit/>
            </a:bodyPr>
            <a:p>
              <a:pPr algn="ctr" defTabSz="914400">
                <a:lnSpc>
                  <a:spcPct val="100000"/>
                </a:lnSpc>
              </a:pPr>
              <a:endParaRPr b="0" lang="en-US" sz="1800" strike="noStrike" u="none">
                <a:solidFill>
                  <a:schemeClr val="lt1"/>
                </a:solidFill>
                <a:uFillTx/>
                <a:latin typeface="Calibri"/>
              </a:endParaRPr>
            </a:p>
          </p:txBody>
        </p:sp>
        <p:sp>
          <p:nvSpPr>
            <p:cNvPr id="776" name="Rectangle 2">
              <a:extLs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/>
            <p:nvPr/>
          </p:nvSpPr>
          <p:spPr>
            <a:xfrm rot="5400000">
              <a:off x="238680" y="2712600"/>
              <a:ext cx="60840" cy="58320"/>
            </a:xfrm>
            <a:prstGeom prst="ellipse">
              <a:avLst/>
            </a:prstGeom>
            <a:solidFill>
              <a:schemeClr val="accent1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/>
          </p:style>
          <p:txBody>
            <a:bodyPr lIns="90000" rIns="90000" tIns="-3240" bIns="-3240" anchor="ctr">
              <a:noAutofit/>
            </a:bodyPr>
            <a:p>
              <a:pPr algn="ctr" defTabSz="914400">
                <a:lnSpc>
                  <a:spcPct val="100000"/>
                </a:lnSpc>
              </a:pPr>
              <a:endParaRPr b="0" lang="en-US" sz="1800" strike="noStrike" u="none">
                <a:solidFill>
                  <a:schemeClr val="lt1"/>
                </a:solidFill>
                <a:uFillTx/>
                <a:latin typeface="Calibri"/>
              </a:endParaRPr>
            </a:p>
          </p:txBody>
        </p:sp>
        <p:sp>
          <p:nvSpPr>
            <p:cNvPr id="777" name="Rectangle 59">
              <a:extLs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/>
            <p:nvPr/>
          </p:nvSpPr>
          <p:spPr>
            <a:xfrm rot="5400000">
              <a:off x="55800" y="2712600"/>
              <a:ext cx="60840" cy="58320"/>
            </a:xfrm>
            <a:prstGeom prst="ellipse">
              <a:avLst/>
            </a:prstGeom>
            <a:solidFill>
              <a:schemeClr val="accent1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/>
          </p:style>
          <p:txBody>
            <a:bodyPr lIns="90000" rIns="90000" tIns="-3240" bIns="-3240" anchor="ctr">
              <a:noAutofit/>
            </a:bodyPr>
            <a:p>
              <a:pPr algn="ctr" defTabSz="914400">
                <a:lnSpc>
                  <a:spcPct val="100000"/>
                </a:lnSpc>
              </a:pPr>
              <a:endParaRPr b="0" lang="en-US" sz="1800" strike="noStrike" u="none">
                <a:solidFill>
                  <a:schemeClr val="lt1"/>
                </a:solidFill>
                <a:uFillTx/>
                <a:latin typeface="Calibri"/>
              </a:endParaRPr>
            </a:p>
          </p:txBody>
        </p:sp>
        <p:sp>
          <p:nvSpPr>
            <p:cNvPr id="778" name="Rectangle 2">
              <a:extLs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/>
            <p:nvPr/>
          </p:nvSpPr>
          <p:spPr>
            <a:xfrm rot="5400000">
              <a:off x="238680" y="2570400"/>
              <a:ext cx="60840" cy="58320"/>
            </a:xfrm>
            <a:prstGeom prst="ellipse">
              <a:avLst/>
            </a:prstGeom>
            <a:solidFill>
              <a:schemeClr val="accent1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/>
          </p:style>
          <p:txBody>
            <a:bodyPr lIns="90000" rIns="90000" tIns="-3240" bIns="-3240" anchor="ctr">
              <a:noAutofit/>
            </a:bodyPr>
            <a:p>
              <a:pPr algn="ctr" defTabSz="914400">
                <a:lnSpc>
                  <a:spcPct val="100000"/>
                </a:lnSpc>
              </a:pPr>
              <a:endParaRPr b="0" lang="en-US" sz="1800" strike="noStrike" u="none">
                <a:solidFill>
                  <a:schemeClr val="lt1"/>
                </a:solidFill>
                <a:uFillTx/>
                <a:latin typeface="Calibri"/>
              </a:endParaRPr>
            </a:p>
          </p:txBody>
        </p:sp>
        <p:sp>
          <p:nvSpPr>
            <p:cNvPr id="779" name="Rectangle 59">
              <a:extLs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/>
            <p:nvPr/>
          </p:nvSpPr>
          <p:spPr>
            <a:xfrm rot="5400000">
              <a:off x="55800" y="2570400"/>
              <a:ext cx="60840" cy="58320"/>
            </a:xfrm>
            <a:prstGeom prst="ellipse">
              <a:avLst/>
            </a:prstGeom>
            <a:solidFill>
              <a:schemeClr val="accent1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/>
          </p:style>
          <p:txBody>
            <a:bodyPr lIns="90000" rIns="90000" tIns="-3240" bIns="-3240" anchor="ctr">
              <a:noAutofit/>
            </a:bodyPr>
            <a:p>
              <a:pPr algn="ctr" defTabSz="914400">
                <a:lnSpc>
                  <a:spcPct val="100000"/>
                </a:lnSpc>
              </a:pPr>
              <a:endParaRPr b="0" lang="en-US" sz="1800" strike="noStrike" u="none">
                <a:solidFill>
                  <a:schemeClr val="lt1"/>
                </a:solidFill>
                <a:uFillTx/>
                <a:latin typeface="Calibri"/>
              </a:endParaRPr>
            </a:p>
          </p:txBody>
        </p:sp>
        <p:sp>
          <p:nvSpPr>
            <p:cNvPr id="780" name="Rectangle 2">
              <a:extLs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/>
            <p:nvPr/>
          </p:nvSpPr>
          <p:spPr>
            <a:xfrm rot="5400000">
              <a:off x="238680" y="3849480"/>
              <a:ext cx="60840" cy="58320"/>
            </a:xfrm>
            <a:prstGeom prst="ellipse">
              <a:avLst/>
            </a:prstGeom>
            <a:solidFill>
              <a:schemeClr val="accent1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/>
          </p:style>
          <p:txBody>
            <a:bodyPr lIns="90000" rIns="90000" tIns="-3240" bIns="-3240" anchor="ctr">
              <a:noAutofit/>
            </a:bodyPr>
            <a:p>
              <a:pPr algn="ctr" defTabSz="914400">
                <a:lnSpc>
                  <a:spcPct val="100000"/>
                </a:lnSpc>
              </a:pPr>
              <a:endParaRPr b="0" lang="en-US" sz="1800" strike="noStrike" u="none">
                <a:solidFill>
                  <a:schemeClr val="lt1"/>
                </a:solidFill>
                <a:uFillTx/>
                <a:latin typeface="Calibri"/>
              </a:endParaRPr>
            </a:p>
          </p:txBody>
        </p:sp>
        <p:sp>
          <p:nvSpPr>
            <p:cNvPr id="781" name="Rectangle 59">
              <a:extLs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/>
            <p:nvPr/>
          </p:nvSpPr>
          <p:spPr>
            <a:xfrm rot="5400000">
              <a:off x="55800" y="3849480"/>
              <a:ext cx="60840" cy="58320"/>
            </a:xfrm>
            <a:prstGeom prst="ellipse">
              <a:avLst/>
            </a:prstGeom>
            <a:solidFill>
              <a:schemeClr val="accent1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/>
          </p:style>
          <p:txBody>
            <a:bodyPr lIns="90000" rIns="90000" tIns="-3240" bIns="-3240" anchor="ctr">
              <a:noAutofit/>
            </a:bodyPr>
            <a:p>
              <a:pPr algn="ctr" defTabSz="914400">
                <a:lnSpc>
                  <a:spcPct val="100000"/>
                </a:lnSpc>
              </a:pPr>
              <a:endParaRPr b="0" lang="en-US" sz="1800" strike="noStrike" u="none">
                <a:solidFill>
                  <a:schemeClr val="lt1"/>
                </a:solidFill>
                <a:uFillTx/>
                <a:latin typeface="Calibri"/>
              </a:endParaRPr>
            </a:p>
          </p:txBody>
        </p:sp>
        <p:sp>
          <p:nvSpPr>
            <p:cNvPr id="782" name="Rectangle 2">
              <a:extLs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/>
            <p:nvPr/>
          </p:nvSpPr>
          <p:spPr>
            <a:xfrm rot="5400000">
              <a:off x="238680" y="3707280"/>
              <a:ext cx="60840" cy="58320"/>
            </a:xfrm>
            <a:prstGeom prst="ellipse">
              <a:avLst/>
            </a:prstGeom>
            <a:solidFill>
              <a:schemeClr val="accent1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/>
          </p:style>
          <p:txBody>
            <a:bodyPr lIns="90000" rIns="90000" tIns="-3240" bIns="-3240" anchor="ctr">
              <a:noAutofit/>
            </a:bodyPr>
            <a:p>
              <a:pPr algn="ctr" defTabSz="914400">
                <a:lnSpc>
                  <a:spcPct val="100000"/>
                </a:lnSpc>
              </a:pPr>
              <a:endParaRPr b="0" lang="en-US" sz="1800" strike="noStrike" u="none">
                <a:solidFill>
                  <a:schemeClr val="lt1"/>
                </a:solidFill>
                <a:uFillTx/>
                <a:latin typeface="Calibri"/>
              </a:endParaRPr>
            </a:p>
          </p:txBody>
        </p:sp>
        <p:sp>
          <p:nvSpPr>
            <p:cNvPr id="783" name="Rectangle 59">
              <a:extLs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/>
            <p:nvPr/>
          </p:nvSpPr>
          <p:spPr>
            <a:xfrm rot="5400000">
              <a:off x="55800" y="3707280"/>
              <a:ext cx="60840" cy="58320"/>
            </a:xfrm>
            <a:prstGeom prst="ellipse">
              <a:avLst/>
            </a:prstGeom>
            <a:solidFill>
              <a:schemeClr val="accent1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/>
          </p:style>
          <p:txBody>
            <a:bodyPr lIns="90000" rIns="90000" tIns="-3240" bIns="-3240" anchor="ctr">
              <a:noAutofit/>
            </a:bodyPr>
            <a:p>
              <a:pPr algn="ctr" defTabSz="914400">
                <a:lnSpc>
                  <a:spcPct val="100000"/>
                </a:lnSpc>
              </a:pPr>
              <a:endParaRPr b="0" lang="en-US" sz="1800" strike="noStrike" u="none">
                <a:solidFill>
                  <a:schemeClr val="lt1"/>
                </a:solidFill>
                <a:uFillTx/>
                <a:latin typeface="Calibri"/>
              </a:endParaRPr>
            </a:p>
          </p:txBody>
        </p:sp>
        <p:sp>
          <p:nvSpPr>
            <p:cNvPr id="784" name="Rectangle 2">
              <a:extLs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/>
            <p:nvPr/>
          </p:nvSpPr>
          <p:spPr>
            <a:xfrm rot="5400000">
              <a:off x="238680" y="3565440"/>
              <a:ext cx="60840" cy="58320"/>
            </a:xfrm>
            <a:prstGeom prst="ellipse">
              <a:avLst/>
            </a:prstGeom>
            <a:solidFill>
              <a:schemeClr val="accent1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/>
          </p:style>
          <p:txBody>
            <a:bodyPr lIns="90000" rIns="90000" tIns="-3240" bIns="-3240" anchor="ctr">
              <a:noAutofit/>
            </a:bodyPr>
            <a:p>
              <a:pPr algn="ctr" defTabSz="914400">
                <a:lnSpc>
                  <a:spcPct val="100000"/>
                </a:lnSpc>
              </a:pPr>
              <a:endParaRPr b="0" lang="en-US" sz="1800" strike="noStrike" u="none">
                <a:solidFill>
                  <a:schemeClr val="lt1"/>
                </a:solidFill>
                <a:uFillTx/>
                <a:latin typeface="Calibri"/>
              </a:endParaRPr>
            </a:p>
          </p:txBody>
        </p:sp>
        <p:sp>
          <p:nvSpPr>
            <p:cNvPr id="785" name="Rectangle 59">
              <a:extLs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/>
            <p:nvPr/>
          </p:nvSpPr>
          <p:spPr>
            <a:xfrm rot="5400000">
              <a:off x="55800" y="3565440"/>
              <a:ext cx="60840" cy="58320"/>
            </a:xfrm>
            <a:prstGeom prst="ellipse">
              <a:avLst/>
            </a:prstGeom>
            <a:solidFill>
              <a:schemeClr val="accent1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/>
          </p:style>
          <p:txBody>
            <a:bodyPr lIns="90000" rIns="90000" tIns="-3240" bIns="-3240" anchor="ctr">
              <a:noAutofit/>
            </a:bodyPr>
            <a:p>
              <a:pPr algn="ctr" defTabSz="914400">
                <a:lnSpc>
                  <a:spcPct val="100000"/>
                </a:lnSpc>
              </a:pPr>
              <a:endParaRPr b="0" lang="en-US" sz="1800" strike="noStrike" u="none">
                <a:solidFill>
                  <a:schemeClr val="lt1"/>
                </a:solidFill>
                <a:uFillTx/>
                <a:latin typeface="Calibri"/>
              </a:endParaRPr>
            </a:p>
          </p:txBody>
        </p:sp>
        <p:sp>
          <p:nvSpPr>
            <p:cNvPr id="786" name="Rectangle 2">
              <a:extLs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/>
            <p:nvPr/>
          </p:nvSpPr>
          <p:spPr>
            <a:xfrm rot="5400000">
              <a:off x="238680" y="3423240"/>
              <a:ext cx="60840" cy="58320"/>
            </a:xfrm>
            <a:prstGeom prst="ellipse">
              <a:avLst/>
            </a:prstGeom>
            <a:solidFill>
              <a:schemeClr val="accent1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/>
          </p:style>
          <p:txBody>
            <a:bodyPr lIns="90000" rIns="90000" tIns="-3240" bIns="-3240" anchor="ctr">
              <a:noAutofit/>
            </a:bodyPr>
            <a:p>
              <a:pPr algn="ctr" defTabSz="914400">
                <a:lnSpc>
                  <a:spcPct val="100000"/>
                </a:lnSpc>
              </a:pPr>
              <a:endParaRPr b="0" lang="en-US" sz="1800" strike="noStrike" u="none">
                <a:solidFill>
                  <a:schemeClr val="lt1"/>
                </a:solidFill>
                <a:uFillTx/>
                <a:latin typeface="Calibri"/>
              </a:endParaRPr>
            </a:p>
          </p:txBody>
        </p:sp>
        <p:sp>
          <p:nvSpPr>
            <p:cNvPr id="787" name="Rectangle 59">
              <a:extLs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/>
            <p:nvPr/>
          </p:nvSpPr>
          <p:spPr>
            <a:xfrm rot="5400000">
              <a:off x="55800" y="3423240"/>
              <a:ext cx="60840" cy="58320"/>
            </a:xfrm>
            <a:prstGeom prst="ellipse">
              <a:avLst/>
            </a:prstGeom>
            <a:solidFill>
              <a:schemeClr val="accent1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/>
          </p:style>
          <p:txBody>
            <a:bodyPr lIns="90000" rIns="90000" tIns="-3240" bIns="-3240" anchor="ctr">
              <a:noAutofit/>
            </a:bodyPr>
            <a:p>
              <a:pPr algn="ctr" defTabSz="914400">
                <a:lnSpc>
                  <a:spcPct val="100000"/>
                </a:lnSpc>
              </a:pPr>
              <a:endParaRPr b="0" lang="en-US" sz="1800" strike="noStrike" u="none">
                <a:solidFill>
                  <a:schemeClr val="lt1"/>
                </a:solidFill>
                <a:uFillTx/>
                <a:latin typeface="Calibri"/>
              </a:endParaRPr>
            </a:p>
          </p:txBody>
        </p:sp>
        <p:sp>
          <p:nvSpPr>
            <p:cNvPr id="788" name="Rectangle 2">
              <a:extLs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/>
            <p:nvPr/>
          </p:nvSpPr>
          <p:spPr>
            <a:xfrm rot="5400000">
              <a:off x="238680" y="3281040"/>
              <a:ext cx="60840" cy="58320"/>
            </a:xfrm>
            <a:prstGeom prst="ellipse">
              <a:avLst/>
            </a:prstGeom>
            <a:solidFill>
              <a:schemeClr val="accent1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/>
          </p:style>
          <p:txBody>
            <a:bodyPr lIns="90000" rIns="90000" tIns="-3240" bIns="-3240" anchor="ctr">
              <a:noAutofit/>
            </a:bodyPr>
            <a:p>
              <a:pPr algn="ctr" defTabSz="914400">
                <a:lnSpc>
                  <a:spcPct val="100000"/>
                </a:lnSpc>
              </a:pPr>
              <a:endParaRPr b="0" lang="en-US" sz="1800" strike="noStrike" u="none">
                <a:solidFill>
                  <a:schemeClr val="lt1"/>
                </a:solidFill>
                <a:uFillTx/>
                <a:latin typeface="Calibri"/>
              </a:endParaRPr>
            </a:p>
          </p:txBody>
        </p:sp>
        <p:sp>
          <p:nvSpPr>
            <p:cNvPr id="789" name="Rectangle 59">
              <a:extLs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/>
            <p:nvPr/>
          </p:nvSpPr>
          <p:spPr>
            <a:xfrm rot="5400000">
              <a:off x="55800" y="3281040"/>
              <a:ext cx="60840" cy="58320"/>
            </a:xfrm>
            <a:prstGeom prst="ellipse">
              <a:avLst/>
            </a:prstGeom>
            <a:solidFill>
              <a:schemeClr val="accent1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/>
          </p:style>
          <p:txBody>
            <a:bodyPr lIns="90000" rIns="90000" tIns="-3240" bIns="-3240" anchor="ctr">
              <a:noAutofit/>
            </a:bodyPr>
            <a:p>
              <a:pPr algn="ctr" defTabSz="914400">
                <a:lnSpc>
                  <a:spcPct val="100000"/>
                </a:lnSpc>
              </a:pPr>
              <a:endParaRPr b="0" lang="en-US" sz="1800" strike="noStrike" u="none">
                <a:solidFill>
                  <a:schemeClr val="lt1"/>
                </a:solidFill>
                <a:uFillTx/>
                <a:latin typeface="Calibri"/>
              </a:endParaRPr>
            </a:p>
          </p:txBody>
        </p:sp>
      </p:grpSp>
      <p:sp>
        <p:nvSpPr>
          <p:cNvPr id="790" name="Rectangle 34">
            <a:extLst>
              <a:ext uri="{C183D7F6-B498-43B3-948B-1728B52AA6E4}">
                <adec:decorative xmlns:adec="http://schemas.microsoft.com/office/drawing/2017/decorative" val="1"/>
              </a:ext>
            </a:extLst>
          </p:cNvPr>
          <p:cNvSpPr/>
          <p:nvPr/>
        </p:nvSpPr>
        <p:spPr>
          <a:xfrm>
            <a:off x="0" y="6501240"/>
            <a:ext cx="12191040" cy="355680"/>
          </a:xfrm>
          <a:prstGeom prst="rect">
            <a:avLst/>
          </a:prstGeom>
          <a:solidFill>
            <a:schemeClr val="tx1">
              <a:lumMod val="85000"/>
              <a:lumOff val="15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 algn="ctr" defTabSz="914400">
              <a:lnSpc>
                <a:spcPct val="100000"/>
              </a:lnSpc>
            </a:pPr>
            <a:endParaRPr b="0" lang="en-US" sz="1800" strike="noStrike" u="none">
              <a:solidFill>
                <a:schemeClr val="lt1"/>
              </a:solidFill>
              <a:uFillTx/>
              <a:latin typeface="Calibri"/>
            </a:endParaRPr>
          </a:p>
        </p:txBody>
      </p:sp>
      <p:graphicFrame>
        <p:nvGraphicFramePr>
          <p:cNvPr id="9" name="Diagram9"/>
          <p:cNvGraphicFramePr/>
          <p:nvPr>
            <p:extLst>
              <p:ext uri="{D42A27DB-BD31-4B8C-83A1-F6EECF244321}">
                <p14:modId xmlns:p14="http://schemas.microsoft.com/office/powerpoint/2010/main" val="3854767608"/>
              </p:ext>
            </p:extLst>
          </p:nvPr>
        </p:nvGraphicFramePr>
        <p:xfrm>
          <a:off x="5614560" y="457200"/>
          <a:ext cx="6116400" cy="5695560"/>
        </p:xfrm>
        <a:graphic>
          <a:graphicData uri="http://schemas.openxmlformats.org/drawingml/2006/diagram">
            <dgm:relIds xmlns:dgm="http://schemas.openxmlformats.org/drawingml/2006/diagram" xmlns:r="http://schemas.openxmlformats.org/officeDocument/2006/relationships" r:dm="rId1" r:lo="rId2" r:qs="rId3" r:cs="rId4"/>
          </a:graphicData>
        </a:graphic>
      </p:graphicFrame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149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91" name="PlaceHolder 1"/>
          <p:cNvSpPr>
            <a:spLocks noGrp="1"/>
          </p:cNvSpPr>
          <p:nvPr>
            <p:ph type="title"/>
          </p:nvPr>
        </p:nvSpPr>
        <p:spPr>
          <a:xfrm>
            <a:off x="838080" y="365040"/>
            <a:ext cx="10514520" cy="132444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ctr">
            <a:noAutofit/>
          </a:bodyPr>
          <a:p>
            <a:pPr indent="0" defTabSz="914400">
              <a:lnSpc>
                <a:spcPct val="90000"/>
              </a:lnSpc>
              <a:buNone/>
              <a:tabLst>
                <a:tab algn="l" pos="0"/>
              </a:tabLst>
            </a:pPr>
            <a:r>
              <a:rPr b="0" lang="de-DE" sz="4400" strike="noStrike" u="none">
                <a:solidFill>
                  <a:schemeClr val="dk1"/>
                </a:solidFill>
                <a:uFillTx/>
                <a:latin typeface="Calibri Light"/>
              </a:rPr>
              <a:t>Aufgaben eines Services</a:t>
            </a:r>
            <a:endParaRPr b="0" lang="de-DE" sz="4400" strike="noStrike" u="none">
              <a:solidFill>
                <a:srgbClr val="000000"/>
              </a:solidFill>
              <a:uFillTx/>
              <a:latin typeface="Arial"/>
            </a:endParaRPr>
          </a:p>
        </p:txBody>
      </p:sp>
      <p:sp>
        <p:nvSpPr>
          <p:cNvPr id="792" name="PlaceHolder 2"/>
          <p:cNvSpPr>
            <a:spLocks noGrp="1"/>
          </p:cNvSpPr>
          <p:nvPr>
            <p:ph/>
          </p:nvPr>
        </p:nvSpPr>
        <p:spPr>
          <a:xfrm>
            <a:off x="838080" y="1825560"/>
            <a:ext cx="10514520" cy="435024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t">
            <a:normAutofit/>
          </a:bodyPr>
          <a:p>
            <a:pPr marL="228600" indent="-228600" defTabSz="914400">
              <a:lnSpc>
                <a:spcPct val="90000"/>
              </a:lnSpc>
              <a:spcBef>
                <a:spcPts val="1001"/>
              </a:spcBef>
              <a:buClr>
                <a:srgbClr val="000000"/>
              </a:buClr>
              <a:buFont typeface="Arial"/>
              <a:buChar char="•"/>
            </a:pPr>
            <a:r>
              <a:rPr b="0" lang="de-DE" sz="2800" strike="noStrike" u="none">
                <a:solidFill>
                  <a:schemeClr val="dk1"/>
                </a:solidFill>
                <a:uFillTx/>
                <a:latin typeface="Calibri"/>
              </a:rPr>
              <a:t>Standard-Services des Angular-Frameworks stellen nützliche Routinen zur Verfügung</a:t>
            </a:r>
            <a:endParaRPr b="0" lang="de-DE" sz="2800" strike="noStrike" u="none">
              <a:solidFill>
                <a:srgbClr val="000000"/>
              </a:solidFill>
              <a:uFillTx/>
              <a:latin typeface="Arial"/>
            </a:endParaRPr>
          </a:p>
          <a:p>
            <a:pPr lvl="1" marL="685800" indent="-228600" defTabSz="914400">
              <a:lnSpc>
                <a:spcPct val="90000"/>
              </a:lnSpc>
              <a:spcBef>
                <a:spcPts val="499"/>
              </a:spcBef>
              <a:buClr>
                <a:srgbClr val="000000"/>
              </a:buClr>
              <a:buFont typeface="Arial"/>
              <a:buChar char="•"/>
            </a:pPr>
            <a:r>
              <a:rPr b="0" lang="de-DE" sz="2400" strike="noStrike" u="none">
                <a:solidFill>
                  <a:schemeClr val="dk1"/>
                </a:solidFill>
                <a:uFillTx/>
                <a:latin typeface="Calibri"/>
              </a:rPr>
              <a:t>Beispielsweise wird die Client-Server-Kommunikation über den </a:t>
            </a:r>
            <a:r>
              <a:rPr b="0" lang="de-DE" sz="2400" strike="noStrike" u="none">
                <a:solidFill>
                  <a:schemeClr val="dk1"/>
                </a:solidFill>
                <a:uFillTx/>
                <a:latin typeface="Courier New"/>
              </a:rPr>
              <a:t>HttpClient</a:t>
            </a:r>
            <a:r>
              <a:rPr b="0" lang="de-DE" sz="2400" strike="noStrike" u="none">
                <a:solidFill>
                  <a:schemeClr val="dk1"/>
                </a:solidFill>
                <a:uFillTx/>
                <a:latin typeface="Calibri"/>
              </a:rPr>
              <a:t>-Service realisiert</a:t>
            </a:r>
            <a:endParaRPr b="0" lang="de-DE" sz="2400" strike="noStrike" u="none">
              <a:solidFill>
                <a:srgbClr val="000000"/>
              </a:solidFill>
              <a:uFillTx/>
              <a:latin typeface="Arial"/>
            </a:endParaRPr>
          </a:p>
          <a:p>
            <a:pPr marL="228600" indent="-228600" defTabSz="914400">
              <a:lnSpc>
                <a:spcPct val="90000"/>
              </a:lnSpc>
              <a:spcBef>
                <a:spcPts val="1001"/>
              </a:spcBef>
              <a:buClr>
                <a:srgbClr val="000000"/>
              </a:buClr>
              <a:buFont typeface="Arial"/>
              <a:buChar char="•"/>
            </a:pPr>
            <a:r>
              <a:rPr b="0" lang="de-DE" sz="2800" strike="noStrike" u="none">
                <a:solidFill>
                  <a:schemeClr val="dk1"/>
                </a:solidFill>
                <a:uFillTx/>
                <a:latin typeface="Calibri"/>
              </a:rPr>
              <a:t>Eigene Services werden in der Anwendung häufig benutzt, um in einer sauberen Architektur ein Datenmodell zu definieren</a:t>
            </a:r>
            <a:endParaRPr b="0" lang="de-DE" sz="2800" strike="noStrike" u="none">
              <a:solidFill>
                <a:srgbClr val="000000"/>
              </a:solidFill>
              <a:uFillTx/>
              <a:latin typeface="Arial"/>
            </a:endParaRPr>
          </a:p>
          <a:p>
            <a:pPr lvl="1" marL="685800" indent="-228600" defTabSz="914400">
              <a:lnSpc>
                <a:spcPct val="90000"/>
              </a:lnSpc>
              <a:spcBef>
                <a:spcPts val="499"/>
              </a:spcBef>
              <a:buClr>
                <a:srgbClr val="000000"/>
              </a:buClr>
              <a:buFont typeface="Arial"/>
              <a:buChar char="•"/>
            </a:pPr>
            <a:r>
              <a:rPr b="0" lang="de-DE" sz="2400" strike="noStrike" u="none">
                <a:solidFill>
                  <a:schemeClr val="dk1"/>
                </a:solidFill>
                <a:uFillTx/>
                <a:latin typeface="Calibri"/>
              </a:rPr>
              <a:t>Dieses wird dann von allen Components konsistent benutzt</a:t>
            </a:r>
            <a:endParaRPr b="0" lang="de-DE" sz="2400" strike="noStrike" u="none">
              <a:solidFill>
                <a:srgbClr val="000000"/>
              </a:solidFill>
              <a:uFillTx/>
              <a:latin typeface="Arial"/>
            </a:endParaRPr>
          </a:p>
          <a:p>
            <a:pPr lvl="1" marL="685800" indent="-228600" defTabSz="914400">
              <a:lnSpc>
                <a:spcPct val="90000"/>
              </a:lnSpc>
              <a:spcBef>
                <a:spcPts val="499"/>
              </a:spcBef>
              <a:buClr>
                <a:srgbClr val="000000"/>
              </a:buClr>
              <a:buFont typeface="Arial"/>
              <a:buChar char="•"/>
            </a:pPr>
            <a:r>
              <a:rPr b="0" lang="de-DE" sz="2400" strike="noStrike" u="none">
                <a:solidFill>
                  <a:schemeClr val="dk1"/>
                </a:solidFill>
                <a:uFillTx/>
                <a:latin typeface="Calibri"/>
              </a:rPr>
              <a:t>Services ermöglichen damit eine Inter-Component-Kommunikation, die unabhängig von Input-Parametern sind</a:t>
            </a:r>
            <a:endParaRPr b="0" lang="de-DE" sz="2400" strike="noStrike" u="none">
              <a:solidFill>
                <a:srgbClr val="000000"/>
              </a:solidFill>
              <a:uFillTx/>
              <a:latin typeface="Arial"/>
            </a:endParaRPr>
          </a:p>
          <a:p>
            <a:pPr lvl="2" marL="1143000" indent="-228600" defTabSz="914400">
              <a:lnSpc>
                <a:spcPct val="90000"/>
              </a:lnSpc>
              <a:spcBef>
                <a:spcPts val="499"/>
              </a:spcBef>
              <a:buClr>
                <a:srgbClr val="000000"/>
              </a:buClr>
              <a:buFont typeface="Arial"/>
              <a:buChar char="•"/>
            </a:pPr>
            <a:r>
              <a:rPr b="0" lang="de-DE" sz="2000" strike="noStrike" u="none">
                <a:solidFill>
                  <a:schemeClr val="dk1"/>
                </a:solidFill>
                <a:uFillTx/>
                <a:latin typeface="Calibri"/>
              </a:rPr>
              <a:t>Wesentlich leichter wartbar</a:t>
            </a:r>
            <a:endParaRPr b="0" lang="de-DE" sz="2000" strike="noStrike" u="none">
              <a:solidFill>
                <a:srgbClr val="000000"/>
              </a:solidFill>
              <a:uFillTx/>
              <a:latin typeface="Arial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150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93" name="PlaceHolder 1"/>
          <p:cNvSpPr>
            <a:spLocks noGrp="1"/>
          </p:cNvSpPr>
          <p:nvPr>
            <p:ph type="title"/>
          </p:nvPr>
        </p:nvSpPr>
        <p:spPr>
          <a:xfrm>
            <a:off x="838080" y="365040"/>
            <a:ext cx="10514520" cy="132444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ctr">
            <a:noAutofit/>
          </a:bodyPr>
          <a:p>
            <a:pPr indent="0" defTabSz="914400">
              <a:lnSpc>
                <a:spcPct val="90000"/>
              </a:lnSpc>
              <a:buNone/>
              <a:tabLst>
                <a:tab algn="l" pos="0"/>
              </a:tabLst>
            </a:pPr>
            <a:r>
              <a:rPr b="0" lang="de-DE" sz="4400" strike="noStrike" u="none">
                <a:solidFill>
                  <a:schemeClr val="dk1"/>
                </a:solidFill>
                <a:uFillTx/>
                <a:latin typeface="Calibri Light"/>
              </a:rPr>
              <a:t>Ein simpler Service</a:t>
            </a:r>
            <a:endParaRPr b="0" lang="de-DE" sz="4400" strike="noStrike" u="none">
              <a:solidFill>
                <a:srgbClr val="000000"/>
              </a:solidFill>
              <a:uFillTx/>
              <a:latin typeface="Arial"/>
            </a:endParaRPr>
          </a:p>
        </p:txBody>
      </p:sp>
      <p:sp>
        <p:nvSpPr>
          <p:cNvPr id="794" name="PlaceHolder 2"/>
          <p:cNvSpPr>
            <a:spLocks noGrp="1"/>
          </p:cNvSpPr>
          <p:nvPr>
            <p:ph/>
          </p:nvPr>
        </p:nvSpPr>
        <p:spPr>
          <a:xfrm>
            <a:off x="838080" y="1825560"/>
            <a:ext cx="10514520" cy="435024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t">
            <a:normAutofit fontScale="92500" lnSpcReduction="9999"/>
          </a:bodyPr>
          <a:p>
            <a:pPr marL="228600" indent="-228600" defTabSz="914400">
              <a:lnSpc>
                <a:spcPct val="90000"/>
              </a:lnSpc>
              <a:spcBef>
                <a:spcPts val="1001"/>
              </a:spcBef>
              <a:buClr>
                <a:srgbClr val="000000"/>
              </a:buClr>
              <a:buFont typeface="Arial"/>
              <a:buChar char="•"/>
            </a:pPr>
            <a:r>
              <a:rPr b="0" lang="de-DE" sz="2800" strike="noStrike" u="none">
                <a:solidFill>
                  <a:schemeClr val="dk1"/>
                </a:solidFill>
                <a:uFillTx/>
                <a:latin typeface="Calibri"/>
              </a:rPr>
              <a:t>Die Erzeugung eines Services kann das Angular-CLI übernehmen</a:t>
            </a:r>
            <a:endParaRPr b="0" lang="de-DE" sz="2800" strike="noStrike" u="none">
              <a:solidFill>
                <a:srgbClr val="000000"/>
              </a:solidFill>
              <a:uFillTx/>
              <a:latin typeface="Arial"/>
            </a:endParaRPr>
          </a:p>
          <a:p>
            <a:pPr marL="228600" indent="-228600" defTabSz="914400">
              <a:lnSpc>
                <a:spcPct val="90000"/>
              </a:lnSpc>
              <a:spcBef>
                <a:spcPts val="1001"/>
              </a:spcBef>
              <a:buClr>
                <a:srgbClr val="000000"/>
              </a:buClr>
              <a:buFont typeface="Arial"/>
              <a:buChar char="•"/>
            </a:pPr>
            <a:r>
              <a:rPr b="0" lang="de-DE" sz="2800" strike="noStrike" u="none">
                <a:solidFill>
                  <a:schemeClr val="dk1"/>
                </a:solidFill>
                <a:uFillTx/>
                <a:latin typeface="Courier New"/>
              </a:rPr>
              <a:t>ng generate service &lt;ServiceName&gt;</a:t>
            </a:r>
            <a:endParaRPr b="0" lang="de-DE" sz="2800" strike="noStrike" u="none">
              <a:solidFill>
                <a:srgbClr val="000000"/>
              </a:solidFill>
              <a:uFillTx/>
              <a:latin typeface="Arial"/>
            </a:endParaRPr>
          </a:p>
          <a:p>
            <a:pPr marL="228600" indent="-228600" defTabSz="914400">
              <a:lnSpc>
                <a:spcPct val="90000"/>
              </a:lnSpc>
              <a:spcBef>
                <a:spcPts val="1001"/>
              </a:spcBef>
              <a:buClr>
                <a:srgbClr val="000000"/>
              </a:buClr>
              <a:buFont typeface="Arial"/>
              <a:buChar char="•"/>
            </a:pPr>
            <a:r>
              <a:rPr b="0" lang="de-DE" sz="2800" strike="noStrike" u="none">
                <a:solidFill>
                  <a:schemeClr val="dk1"/>
                </a:solidFill>
                <a:uFillTx/>
                <a:latin typeface="Calibri"/>
              </a:rPr>
              <a:t>Ein Service selbst ist eine </a:t>
            </a:r>
            <a:r>
              <a:rPr b="0" lang="de-DE" sz="2800" strike="noStrike" u="none">
                <a:solidFill>
                  <a:schemeClr val="dk1"/>
                </a:solidFill>
                <a:uFillTx/>
                <a:latin typeface="Courier New"/>
              </a:rPr>
              <a:t>@Injectable</a:t>
            </a:r>
            <a:r>
              <a:rPr b="0" lang="de-DE" sz="2800" strike="noStrike" u="none">
                <a:solidFill>
                  <a:schemeClr val="dk1"/>
                </a:solidFill>
                <a:uFillTx/>
                <a:latin typeface="Calibri"/>
              </a:rPr>
              <a:t>-Klasse</a:t>
            </a:r>
            <a:endParaRPr b="0" lang="de-DE" sz="2800" strike="noStrike" u="none">
              <a:solidFill>
                <a:srgbClr val="000000"/>
              </a:solidFill>
              <a:uFillTx/>
              <a:latin typeface="Arial"/>
            </a:endParaRPr>
          </a:p>
          <a:p>
            <a:pPr lvl="1" marL="685800" indent="-228600" defTabSz="914400">
              <a:lnSpc>
                <a:spcPct val="90000"/>
              </a:lnSpc>
              <a:spcBef>
                <a:spcPts val="499"/>
              </a:spcBef>
              <a:buClr>
                <a:srgbClr val="000000"/>
              </a:buClr>
              <a:buFont typeface="Arial"/>
              <a:buChar char="•"/>
            </a:pPr>
            <a:r>
              <a:rPr b="0" lang="de-DE" sz="2400" strike="noStrike" u="none">
                <a:solidFill>
                  <a:schemeClr val="dk1"/>
                </a:solidFill>
                <a:uFillTx/>
                <a:latin typeface="Calibri"/>
              </a:rPr>
              <a:t>Damit kann diese Klasse im Konstruktor jeder anderen Angular-Klasse benutzt werden</a:t>
            </a:r>
            <a:endParaRPr b="0" lang="de-DE" sz="2400" strike="noStrike" u="none">
              <a:solidFill>
                <a:srgbClr val="000000"/>
              </a:solidFill>
              <a:uFillTx/>
              <a:latin typeface="Arial"/>
            </a:endParaRPr>
          </a:p>
          <a:p>
            <a:pPr lvl="2" marL="1143000" indent="-228600" defTabSz="914400">
              <a:lnSpc>
                <a:spcPct val="90000"/>
              </a:lnSpc>
              <a:spcBef>
                <a:spcPts val="499"/>
              </a:spcBef>
              <a:buClr>
                <a:srgbClr val="000000"/>
              </a:buClr>
              <a:buFont typeface="Arial"/>
              <a:buChar char="•"/>
            </a:pPr>
            <a:r>
              <a:rPr b="0" lang="de-DE" sz="2000" strike="noStrike" u="none">
                <a:solidFill>
                  <a:schemeClr val="dk1"/>
                </a:solidFill>
                <a:uFillTx/>
                <a:latin typeface="Calibri"/>
              </a:rPr>
              <a:t>Components</a:t>
            </a:r>
            <a:endParaRPr b="0" lang="de-DE" sz="2000" strike="noStrike" u="none">
              <a:solidFill>
                <a:srgbClr val="000000"/>
              </a:solidFill>
              <a:uFillTx/>
              <a:latin typeface="Arial"/>
            </a:endParaRPr>
          </a:p>
          <a:p>
            <a:pPr lvl="2" marL="1143000" indent="-228600" defTabSz="914400">
              <a:lnSpc>
                <a:spcPct val="90000"/>
              </a:lnSpc>
              <a:spcBef>
                <a:spcPts val="499"/>
              </a:spcBef>
              <a:buClr>
                <a:srgbClr val="000000"/>
              </a:buClr>
              <a:buFont typeface="Arial"/>
              <a:buChar char="•"/>
            </a:pPr>
            <a:r>
              <a:rPr b="0" lang="de-DE" sz="2000" strike="noStrike" u="none">
                <a:solidFill>
                  <a:schemeClr val="dk1"/>
                </a:solidFill>
                <a:uFillTx/>
                <a:latin typeface="Calibri"/>
              </a:rPr>
              <a:t>Andere Services</a:t>
            </a:r>
            <a:endParaRPr b="0" lang="de-DE" sz="2000" strike="noStrike" u="none">
              <a:solidFill>
                <a:srgbClr val="000000"/>
              </a:solidFill>
              <a:uFillTx/>
              <a:latin typeface="Arial"/>
            </a:endParaRPr>
          </a:p>
          <a:p>
            <a:pPr marL="228600" indent="-228600" defTabSz="914400">
              <a:lnSpc>
                <a:spcPct val="90000"/>
              </a:lnSpc>
              <a:spcBef>
                <a:spcPts val="1001"/>
              </a:spcBef>
              <a:buClr>
                <a:srgbClr val="000000"/>
              </a:buClr>
              <a:buFont typeface="Arial"/>
              <a:buChar char="•"/>
            </a:pPr>
            <a:r>
              <a:rPr b="0" lang="de-DE" sz="2800" strike="noStrike" u="none">
                <a:solidFill>
                  <a:schemeClr val="dk1"/>
                </a:solidFill>
                <a:uFillTx/>
                <a:latin typeface="Calibri"/>
              </a:rPr>
              <a:t>Service-Klassen müssen als </a:t>
            </a:r>
            <a:r>
              <a:rPr b="0" lang="de-DE" sz="2800" strike="noStrike" u="none">
                <a:solidFill>
                  <a:schemeClr val="dk1"/>
                </a:solidFill>
                <a:uFillTx/>
                <a:latin typeface="Courier New"/>
              </a:rPr>
              <a:t>provider</a:t>
            </a:r>
            <a:r>
              <a:rPr b="0" lang="de-DE" sz="2800" strike="noStrike" u="none">
                <a:solidFill>
                  <a:schemeClr val="dk1"/>
                </a:solidFill>
                <a:uFillTx/>
                <a:latin typeface="Calibri"/>
              </a:rPr>
              <a:t> deklariert werden</a:t>
            </a:r>
            <a:endParaRPr b="0" lang="de-DE" sz="2800" strike="noStrike" u="none">
              <a:solidFill>
                <a:srgbClr val="000000"/>
              </a:solidFill>
              <a:uFillTx/>
              <a:latin typeface="Arial"/>
            </a:endParaRPr>
          </a:p>
          <a:p>
            <a:pPr lvl="1" marL="685800" indent="-228600" defTabSz="914400">
              <a:lnSpc>
                <a:spcPct val="90000"/>
              </a:lnSpc>
              <a:spcBef>
                <a:spcPts val="499"/>
              </a:spcBef>
              <a:buClr>
                <a:srgbClr val="000000"/>
              </a:buClr>
              <a:buFont typeface="Arial"/>
              <a:buChar char="•"/>
            </a:pPr>
            <a:r>
              <a:rPr b="0" lang="de-DE" sz="2400" strike="noStrike" u="none">
                <a:solidFill>
                  <a:schemeClr val="dk1"/>
                </a:solidFill>
                <a:uFillTx/>
                <a:latin typeface="Calibri"/>
              </a:rPr>
              <a:t>Eigenschaft des Angular-Moduls oder </a:t>
            </a:r>
            <a:endParaRPr b="0" lang="de-DE" sz="2400" strike="noStrike" u="none">
              <a:solidFill>
                <a:srgbClr val="000000"/>
              </a:solidFill>
              <a:uFillTx/>
              <a:latin typeface="Arial"/>
            </a:endParaRPr>
          </a:p>
          <a:p>
            <a:pPr lvl="1" marL="685800" indent="-228600" defTabSz="914400">
              <a:lnSpc>
                <a:spcPct val="90000"/>
              </a:lnSpc>
              <a:spcBef>
                <a:spcPts val="499"/>
              </a:spcBef>
              <a:buClr>
                <a:srgbClr val="000000"/>
              </a:buClr>
              <a:buFont typeface="Arial"/>
              <a:buChar char="•"/>
            </a:pPr>
            <a:r>
              <a:rPr b="0" lang="de-DE" sz="2400" strike="noStrike" u="none">
                <a:solidFill>
                  <a:schemeClr val="dk1"/>
                </a:solidFill>
                <a:uFillTx/>
                <a:latin typeface="Calibri"/>
              </a:rPr>
              <a:t>Eigenschaft des </a:t>
            </a:r>
            <a:r>
              <a:rPr b="0" lang="de-DE" sz="2400" strike="noStrike" u="none">
                <a:solidFill>
                  <a:schemeClr val="dk1"/>
                </a:solidFill>
                <a:uFillTx/>
                <a:latin typeface="Courier New"/>
              </a:rPr>
              <a:t>@Component</a:t>
            </a:r>
            <a:r>
              <a:rPr b="0" lang="de-DE" sz="2400" strike="noStrike" u="none">
                <a:solidFill>
                  <a:schemeClr val="dk1"/>
                </a:solidFill>
                <a:uFillTx/>
                <a:latin typeface="Calibri"/>
              </a:rPr>
              <a:t>-Annotation</a:t>
            </a:r>
            <a:endParaRPr b="0" lang="de-DE" sz="2400" strike="noStrike" u="none">
              <a:solidFill>
                <a:srgbClr val="000000"/>
              </a:solidFill>
              <a:uFillTx/>
              <a:latin typeface="Arial"/>
            </a:endParaRPr>
          </a:p>
          <a:p>
            <a:pPr lvl="1" marL="685800" indent="-228600" defTabSz="914400">
              <a:lnSpc>
                <a:spcPct val="90000"/>
              </a:lnSpc>
              <a:spcBef>
                <a:spcPts val="499"/>
              </a:spcBef>
              <a:buClr>
                <a:srgbClr val="000000"/>
              </a:buClr>
              <a:buFont typeface="Arial"/>
              <a:buChar char="•"/>
            </a:pPr>
            <a:r>
              <a:rPr b="0" lang="de-DE" sz="2400" strike="noStrike" u="none">
                <a:solidFill>
                  <a:schemeClr val="dk1"/>
                </a:solidFill>
                <a:uFillTx/>
                <a:latin typeface="Calibri"/>
              </a:rPr>
              <a:t>Alternativen zur Deklaration der Klasse unter </a:t>
            </a:r>
            <a:r>
              <a:rPr b="0" i="1" lang="de-DE" sz="2400" strike="noStrike" u="none">
                <a:solidFill>
                  <a:schemeClr val="dk1"/>
                </a:solidFill>
                <a:uFillTx/>
                <a:latin typeface="Courier New"/>
              </a:rPr>
              <a:t>https://angular.io/guide/dependency-injection#providers</a:t>
            </a:r>
            <a:endParaRPr b="0" lang="de-DE" sz="2400" strike="noStrike" u="none">
              <a:solidFill>
                <a:srgbClr val="000000"/>
              </a:solidFill>
              <a:uFillTx/>
              <a:latin typeface="Arial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151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95" name="PlaceHolder 1"/>
          <p:cNvSpPr>
            <a:spLocks noGrp="1"/>
          </p:cNvSpPr>
          <p:nvPr>
            <p:ph type="title"/>
          </p:nvPr>
        </p:nvSpPr>
        <p:spPr>
          <a:xfrm>
            <a:off x="838080" y="365040"/>
            <a:ext cx="10514520" cy="132444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ctr">
            <a:noAutofit/>
          </a:bodyPr>
          <a:p>
            <a:pPr indent="0" defTabSz="914400">
              <a:lnSpc>
                <a:spcPct val="90000"/>
              </a:lnSpc>
              <a:buNone/>
              <a:tabLst>
                <a:tab algn="l" pos="0"/>
              </a:tabLst>
            </a:pPr>
            <a:r>
              <a:rPr b="0" lang="de-DE" sz="4400" strike="noStrike" u="none">
                <a:solidFill>
                  <a:schemeClr val="dk1"/>
                </a:solidFill>
                <a:uFillTx/>
                <a:latin typeface="Calibri Light"/>
              </a:rPr>
              <a:t>Methode in Services</a:t>
            </a:r>
            <a:endParaRPr b="0" lang="de-DE" sz="4400" strike="noStrike" u="none">
              <a:solidFill>
                <a:srgbClr val="000000"/>
              </a:solidFill>
              <a:uFillTx/>
              <a:latin typeface="Arial"/>
            </a:endParaRPr>
          </a:p>
        </p:txBody>
      </p:sp>
      <p:sp>
        <p:nvSpPr>
          <p:cNvPr id="796" name="PlaceHolder 2"/>
          <p:cNvSpPr>
            <a:spLocks noGrp="1"/>
          </p:cNvSpPr>
          <p:nvPr>
            <p:ph/>
          </p:nvPr>
        </p:nvSpPr>
        <p:spPr>
          <a:xfrm>
            <a:off x="838080" y="1825560"/>
            <a:ext cx="10514520" cy="435024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t">
            <a:normAutofit/>
          </a:bodyPr>
          <a:p>
            <a:pPr indent="0" defTabSz="914400">
              <a:lnSpc>
                <a:spcPct val="90000"/>
              </a:lnSpc>
              <a:spcBef>
                <a:spcPts val="1001"/>
              </a:spcBef>
              <a:buNone/>
              <a:tabLst>
                <a:tab algn="l" pos="0"/>
              </a:tabLst>
            </a:pPr>
            <a:r>
              <a:rPr b="0" lang="de-DE" sz="2800" strike="noStrike" u="none">
                <a:solidFill>
                  <a:srgbClr val="1e347b"/>
                </a:solidFill>
                <a:uFillTx/>
                <a:latin typeface="SourceCodePro"/>
              </a:rPr>
              <a:t>import</a:t>
            </a:r>
            <a:r>
              <a:rPr b="0" lang="de-DE" sz="2800" strike="noStrike" u="none">
                <a:solidFill>
                  <a:srgbClr val="48484c"/>
                </a:solidFill>
                <a:uFillTx/>
                <a:latin typeface="SourceCodePro"/>
              </a:rPr>
              <a:t> </a:t>
            </a:r>
            <a:r>
              <a:rPr b="0" lang="de-DE" sz="2800" strike="noStrike" u="none">
                <a:solidFill>
                  <a:srgbClr val="93a1a1"/>
                </a:solidFill>
                <a:uFillTx/>
                <a:latin typeface="SourceCodePro"/>
              </a:rPr>
              <a:t>{</a:t>
            </a:r>
            <a:r>
              <a:rPr b="0" lang="de-DE" sz="2800" strike="noStrike" u="none">
                <a:solidFill>
                  <a:srgbClr val="008080"/>
                </a:solidFill>
                <a:uFillTx/>
                <a:latin typeface="SourceCodePro"/>
              </a:rPr>
              <a:t>Artist</a:t>
            </a:r>
            <a:r>
              <a:rPr b="0" lang="de-DE" sz="2800" strike="noStrike" u="none">
                <a:solidFill>
                  <a:srgbClr val="93a1a1"/>
                </a:solidFill>
                <a:uFillTx/>
                <a:latin typeface="SourceCodePro"/>
              </a:rPr>
              <a:t>}</a:t>
            </a:r>
            <a:r>
              <a:rPr b="0" lang="de-DE" sz="2800" strike="noStrike" u="none">
                <a:solidFill>
                  <a:srgbClr val="48484c"/>
                </a:solidFill>
                <a:uFillTx/>
                <a:latin typeface="SourceCodePro"/>
              </a:rPr>
              <a:t> </a:t>
            </a:r>
            <a:r>
              <a:rPr b="0" lang="de-DE" sz="2800" strike="noStrike" u="none">
                <a:solidFill>
                  <a:srgbClr val="1e347b"/>
                </a:solidFill>
                <a:uFillTx/>
                <a:latin typeface="SourceCodePro"/>
              </a:rPr>
              <a:t>from</a:t>
            </a:r>
            <a:r>
              <a:rPr b="0" lang="de-DE" sz="2800" strike="noStrike" u="none">
                <a:solidFill>
                  <a:srgbClr val="48484c"/>
                </a:solidFill>
                <a:uFillTx/>
                <a:latin typeface="SourceCodePro"/>
              </a:rPr>
              <a:t> </a:t>
            </a:r>
            <a:r>
              <a:rPr b="0" lang="de-DE" sz="2800" strike="noStrike" u="none">
                <a:solidFill>
                  <a:srgbClr val="dd1144"/>
                </a:solidFill>
                <a:uFillTx/>
                <a:latin typeface="SourceCodePro"/>
              </a:rPr>
              <a:t>"./artist.model"</a:t>
            </a:r>
            <a:r>
              <a:rPr b="0" lang="de-DE" sz="2800" strike="noStrike" u="none">
                <a:solidFill>
                  <a:srgbClr val="93a1a1"/>
                </a:solidFill>
                <a:uFillTx/>
                <a:latin typeface="SourceCodePro"/>
              </a:rPr>
              <a:t>;</a:t>
            </a:r>
            <a:endParaRPr b="0" lang="de-DE" sz="2800" strike="noStrike" u="none">
              <a:solidFill>
                <a:srgbClr val="000000"/>
              </a:solidFill>
              <a:uFillTx/>
              <a:latin typeface="Arial"/>
            </a:endParaRPr>
          </a:p>
          <a:p>
            <a:pPr indent="0" defTabSz="914400">
              <a:lnSpc>
                <a:spcPct val="90000"/>
              </a:lnSpc>
              <a:spcBef>
                <a:spcPts val="1001"/>
              </a:spcBef>
              <a:buNone/>
              <a:tabLst>
                <a:tab algn="l" pos="0"/>
              </a:tabLst>
            </a:pPr>
            <a:r>
              <a:rPr b="0" lang="de-DE" sz="2800" strike="noStrike" u="none">
                <a:solidFill>
                  <a:srgbClr val="48484c"/>
                </a:solidFill>
                <a:uFillTx/>
                <a:latin typeface="SourceCodePro"/>
              </a:rPr>
              <a:t> </a:t>
            </a:r>
            <a:endParaRPr b="0" lang="de-DE" sz="2800" strike="noStrike" u="none">
              <a:solidFill>
                <a:srgbClr val="000000"/>
              </a:solidFill>
              <a:uFillTx/>
              <a:latin typeface="Arial"/>
            </a:endParaRPr>
          </a:p>
          <a:p>
            <a:pPr indent="0" defTabSz="914400">
              <a:lnSpc>
                <a:spcPct val="90000"/>
              </a:lnSpc>
              <a:spcBef>
                <a:spcPts val="1001"/>
              </a:spcBef>
              <a:buNone/>
              <a:tabLst>
                <a:tab algn="l" pos="0"/>
              </a:tabLst>
            </a:pPr>
            <a:r>
              <a:rPr b="0" lang="de-DE" sz="2800" strike="noStrike" u="none">
                <a:solidFill>
                  <a:srgbClr val="1e347b"/>
                </a:solidFill>
                <a:uFillTx/>
                <a:latin typeface="SourceCodePro"/>
              </a:rPr>
              <a:t>export</a:t>
            </a:r>
            <a:r>
              <a:rPr b="0" lang="de-DE" sz="2800" strike="noStrike" u="none">
                <a:solidFill>
                  <a:srgbClr val="48484c"/>
                </a:solidFill>
                <a:uFillTx/>
                <a:latin typeface="SourceCodePro"/>
              </a:rPr>
              <a:t> </a:t>
            </a:r>
            <a:r>
              <a:rPr b="0" lang="de-DE" sz="2800" strike="noStrike" u="none">
                <a:solidFill>
                  <a:srgbClr val="1e347b"/>
                </a:solidFill>
                <a:uFillTx/>
                <a:latin typeface="SourceCodePro"/>
              </a:rPr>
              <a:t>class</a:t>
            </a:r>
            <a:r>
              <a:rPr b="0" lang="de-DE" sz="2800" strike="noStrike" u="none">
                <a:solidFill>
                  <a:srgbClr val="48484c"/>
                </a:solidFill>
                <a:uFillTx/>
                <a:latin typeface="SourceCodePro"/>
              </a:rPr>
              <a:t> </a:t>
            </a:r>
            <a:r>
              <a:rPr b="0" lang="de-DE" sz="2800" strike="noStrike" u="none">
                <a:solidFill>
                  <a:srgbClr val="008080"/>
                </a:solidFill>
                <a:uFillTx/>
                <a:latin typeface="SourceCodePro"/>
              </a:rPr>
              <a:t>ArtistService</a:t>
            </a:r>
            <a:r>
              <a:rPr b="0" lang="de-DE" sz="2800" strike="noStrike" u="none">
                <a:solidFill>
                  <a:srgbClr val="48484c"/>
                </a:solidFill>
                <a:uFillTx/>
                <a:latin typeface="SourceCodePro"/>
              </a:rPr>
              <a:t> </a:t>
            </a:r>
            <a:r>
              <a:rPr b="0" lang="de-DE" sz="2800" strike="noStrike" u="none">
                <a:solidFill>
                  <a:srgbClr val="93a1a1"/>
                </a:solidFill>
                <a:uFillTx/>
                <a:latin typeface="SourceCodePro"/>
              </a:rPr>
              <a:t>{</a:t>
            </a:r>
            <a:endParaRPr b="0" lang="de-DE" sz="2800" strike="noStrike" u="none">
              <a:solidFill>
                <a:srgbClr val="000000"/>
              </a:solidFill>
              <a:uFillTx/>
              <a:latin typeface="Arial"/>
            </a:endParaRPr>
          </a:p>
          <a:p>
            <a:pPr marL="457200" indent="0" defTabSz="914400">
              <a:lnSpc>
                <a:spcPct val="90000"/>
              </a:lnSpc>
              <a:spcBef>
                <a:spcPts val="499"/>
              </a:spcBef>
              <a:buNone/>
              <a:tabLst>
                <a:tab algn="l" pos="0"/>
              </a:tabLst>
            </a:pPr>
            <a:r>
              <a:rPr b="0" lang="de-DE" sz="2800" strike="noStrike" u="none">
                <a:solidFill>
                  <a:srgbClr val="48484c"/>
                </a:solidFill>
                <a:uFillTx/>
                <a:latin typeface="SourceCodePro"/>
              </a:rPr>
              <a:t>getAllArtists</a:t>
            </a:r>
            <a:r>
              <a:rPr b="0" lang="de-DE" sz="2800" strike="noStrike" u="none">
                <a:solidFill>
                  <a:srgbClr val="93a1a1"/>
                </a:solidFill>
                <a:uFillTx/>
                <a:latin typeface="SourceCodePro"/>
              </a:rPr>
              <a:t>():</a:t>
            </a:r>
            <a:r>
              <a:rPr b="0" lang="de-DE" sz="2800" strike="noStrike" u="none">
                <a:solidFill>
                  <a:srgbClr val="48484c"/>
                </a:solidFill>
                <a:uFillTx/>
                <a:latin typeface="SourceCodePro"/>
              </a:rPr>
              <a:t> </a:t>
            </a:r>
            <a:r>
              <a:rPr b="0" lang="de-DE" sz="2800" strike="noStrike" u="none">
                <a:solidFill>
                  <a:srgbClr val="008080"/>
                </a:solidFill>
                <a:uFillTx/>
                <a:latin typeface="SourceCodePro"/>
              </a:rPr>
              <a:t>Artist</a:t>
            </a:r>
            <a:r>
              <a:rPr b="0" lang="de-DE" sz="2800" strike="noStrike" u="none">
                <a:solidFill>
                  <a:srgbClr val="93a1a1"/>
                </a:solidFill>
                <a:uFillTx/>
                <a:latin typeface="SourceCodePro"/>
              </a:rPr>
              <a:t>[]</a:t>
            </a:r>
            <a:r>
              <a:rPr b="0" lang="de-DE" sz="2800" strike="noStrike" u="none">
                <a:solidFill>
                  <a:srgbClr val="48484c"/>
                </a:solidFill>
                <a:uFillTx/>
                <a:latin typeface="SourceCodePro"/>
              </a:rPr>
              <a:t> </a:t>
            </a:r>
            <a:r>
              <a:rPr b="0" lang="de-DE" sz="2800" strike="noStrike" u="none">
                <a:solidFill>
                  <a:srgbClr val="93a1a1"/>
                </a:solidFill>
                <a:uFillTx/>
                <a:latin typeface="SourceCodePro"/>
              </a:rPr>
              <a:t>{</a:t>
            </a:r>
            <a:endParaRPr b="0" lang="de-DE" sz="2800" strike="noStrike" u="none">
              <a:solidFill>
                <a:srgbClr val="000000"/>
              </a:solidFill>
              <a:uFillTx/>
              <a:latin typeface="Arial"/>
            </a:endParaRPr>
          </a:p>
          <a:p>
            <a:pPr marL="457200" indent="0" defTabSz="914400">
              <a:lnSpc>
                <a:spcPct val="90000"/>
              </a:lnSpc>
              <a:spcBef>
                <a:spcPts val="499"/>
              </a:spcBef>
              <a:buNone/>
              <a:tabLst>
                <a:tab algn="l" pos="0"/>
              </a:tabLst>
            </a:pPr>
            <a:r>
              <a:rPr b="0" lang="de-DE" sz="2800" strike="noStrike" u="none">
                <a:solidFill>
                  <a:srgbClr val="1e347b"/>
                </a:solidFill>
                <a:uFillTx/>
                <a:latin typeface="SourceCodePro"/>
              </a:rPr>
              <a:t>	</a:t>
            </a:r>
            <a:r>
              <a:rPr b="0" lang="de-DE" sz="2800" strike="noStrike" u="none">
                <a:solidFill>
                  <a:srgbClr val="1e347b"/>
                </a:solidFill>
                <a:uFillTx/>
                <a:latin typeface="SourceCodePro"/>
              </a:rPr>
              <a:t>return</a:t>
            </a:r>
            <a:r>
              <a:rPr b="0" lang="de-DE" sz="2800" strike="noStrike" u="none">
                <a:solidFill>
                  <a:srgbClr val="48484c"/>
                </a:solidFill>
                <a:uFillTx/>
                <a:latin typeface="SourceCodePro"/>
              </a:rPr>
              <a:t> </a:t>
            </a:r>
            <a:r>
              <a:rPr b="0" lang="de-DE" sz="2800" strike="noStrike" u="none">
                <a:solidFill>
                  <a:srgbClr val="93a1a1"/>
                </a:solidFill>
                <a:uFillTx/>
                <a:latin typeface="SourceCodePro"/>
              </a:rPr>
              <a:t>[];</a:t>
            </a:r>
            <a:endParaRPr b="0" lang="de-DE" sz="2800" strike="noStrike" u="none">
              <a:solidFill>
                <a:srgbClr val="000000"/>
              </a:solidFill>
              <a:uFillTx/>
              <a:latin typeface="Arial"/>
            </a:endParaRPr>
          </a:p>
          <a:p>
            <a:pPr marL="457200" indent="0" defTabSz="914400">
              <a:lnSpc>
                <a:spcPct val="90000"/>
              </a:lnSpc>
              <a:spcBef>
                <a:spcPts val="499"/>
              </a:spcBef>
              <a:buNone/>
              <a:tabLst>
                <a:tab algn="l" pos="0"/>
              </a:tabLst>
            </a:pPr>
            <a:r>
              <a:rPr b="0" lang="de-DE" sz="2800" strike="noStrike" u="none">
                <a:solidFill>
                  <a:srgbClr val="93a1a1"/>
                </a:solidFill>
                <a:uFillTx/>
                <a:latin typeface="SourceCodePro"/>
              </a:rPr>
              <a:t>}</a:t>
            </a:r>
            <a:endParaRPr b="0" lang="de-DE" sz="2800" strike="noStrike" u="none">
              <a:solidFill>
                <a:srgbClr val="000000"/>
              </a:solidFill>
              <a:uFillTx/>
              <a:latin typeface="Arial"/>
            </a:endParaRPr>
          </a:p>
          <a:p>
            <a:pPr marL="457200" indent="0" defTabSz="914400">
              <a:lnSpc>
                <a:spcPct val="90000"/>
              </a:lnSpc>
              <a:spcBef>
                <a:spcPts val="1001"/>
              </a:spcBef>
              <a:buNone/>
              <a:tabLst>
                <a:tab algn="l" pos="0"/>
              </a:tabLst>
            </a:pPr>
            <a:r>
              <a:rPr b="0" lang="de-DE" sz="2800" strike="noStrike" u="none">
                <a:solidFill>
                  <a:srgbClr val="93a1a1"/>
                </a:solidFill>
                <a:uFillTx/>
                <a:latin typeface="SourceCodePro"/>
              </a:rPr>
              <a:t>}</a:t>
            </a:r>
            <a:endParaRPr b="0" lang="de-DE" sz="2800" strike="noStrike" u="none">
              <a:solidFill>
                <a:srgbClr val="000000"/>
              </a:solidFill>
              <a:uFillTx/>
              <a:latin typeface="Arial"/>
            </a:endParaRPr>
          </a:p>
          <a:p>
            <a:pPr marL="457200" indent="0" defTabSz="914400">
              <a:lnSpc>
                <a:spcPct val="90000"/>
              </a:lnSpc>
              <a:spcBef>
                <a:spcPts val="1001"/>
              </a:spcBef>
              <a:buNone/>
              <a:tabLst>
                <a:tab algn="l" pos="0"/>
              </a:tabLst>
            </a:pPr>
            <a:endParaRPr b="0" lang="de-DE" sz="2800" strike="noStrike" u="none">
              <a:solidFill>
                <a:srgbClr val="000000"/>
              </a:solidFill>
              <a:uFillTx/>
              <a:latin typeface="Arial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152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97" name="PlaceHolder 1"/>
          <p:cNvSpPr>
            <a:spLocks noGrp="1"/>
          </p:cNvSpPr>
          <p:nvPr>
            <p:ph type="title"/>
          </p:nvPr>
        </p:nvSpPr>
        <p:spPr>
          <a:xfrm>
            <a:off x="838080" y="365040"/>
            <a:ext cx="10514520" cy="132444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ctr">
            <a:noAutofit/>
          </a:bodyPr>
          <a:p>
            <a:pPr indent="0" defTabSz="914400">
              <a:lnSpc>
                <a:spcPct val="90000"/>
              </a:lnSpc>
              <a:buNone/>
              <a:tabLst>
                <a:tab algn="l" pos="0"/>
              </a:tabLst>
            </a:pPr>
            <a:r>
              <a:rPr b="0" lang="de-DE" sz="4400" strike="noStrike" u="none">
                <a:solidFill>
                  <a:schemeClr val="dk1"/>
                </a:solidFill>
                <a:uFillTx/>
                <a:latin typeface="Calibri Light"/>
              </a:rPr>
              <a:t>API Stabilität</a:t>
            </a:r>
            <a:endParaRPr b="0" lang="de-DE" sz="4400" strike="noStrike" u="none">
              <a:solidFill>
                <a:srgbClr val="000000"/>
              </a:solidFill>
              <a:uFillTx/>
              <a:latin typeface="Arial"/>
            </a:endParaRPr>
          </a:p>
        </p:txBody>
      </p:sp>
      <p:sp>
        <p:nvSpPr>
          <p:cNvPr id="798" name="PlaceHolder 2"/>
          <p:cNvSpPr>
            <a:spLocks noGrp="1"/>
          </p:cNvSpPr>
          <p:nvPr>
            <p:ph/>
          </p:nvPr>
        </p:nvSpPr>
        <p:spPr>
          <a:xfrm>
            <a:off x="838080" y="1825560"/>
            <a:ext cx="10514520" cy="435024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t">
            <a:normAutofit fontScale="92500" lnSpcReduction="9999"/>
          </a:bodyPr>
          <a:p>
            <a:pPr marL="228600" indent="-228600" defTabSz="914400">
              <a:lnSpc>
                <a:spcPct val="90000"/>
              </a:lnSpc>
              <a:spcBef>
                <a:spcPts val="1001"/>
              </a:spcBef>
              <a:buClr>
                <a:srgbClr val="000000"/>
              </a:buClr>
              <a:buFont typeface="Arial"/>
              <a:buChar char="•"/>
            </a:pPr>
            <a:r>
              <a:rPr b="0" lang="de-DE" sz="2800" strike="noStrike" u="none">
                <a:solidFill>
                  <a:schemeClr val="dk1"/>
                </a:solidFill>
                <a:uFillTx/>
                <a:latin typeface="Calibri"/>
              </a:rPr>
              <a:t>Service versteckt Details über Datenhaltung vor Komponenten</a:t>
            </a:r>
            <a:endParaRPr b="0" lang="de-DE" sz="2800" strike="noStrike" u="none">
              <a:solidFill>
                <a:srgbClr val="000000"/>
              </a:solidFill>
              <a:uFillTx/>
              <a:latin typeface="Arial"/>
            </a:endParaRPr>
          </a:p>
          <a:p>
            <a:pPr marL="228600" indent="-228600" defTabSz="914400">
              <a:lnSpc>
                <a:spcPct val="90000"/>
              </a:lnSpc>
              <a:spcBef>
                <a:spcPts val="1001"/>
              </a:spcBef>
              <a:buClr>
                <a:srgbClr val="000000"/>
              </a:buClr>
              <a:buFont typeface="Arial"/>
              <a:buChar char="•"/>
            </a:pPr>
            <a:r>
              <a:rPr b="0" lang="de-DE" sz="2800" strike="noStrike" u="none">
                <a:solidFill>
                  <a:schemeClr val="dk1"/>
                </a:solidFill>
                <a:uFillTx/>
                <a:latin typeface="Calibri"/>
              </a:rPr>
              <a:t>API stabil, Datenquelle austauschbar</a:t>
            </a:r>
            <a:endParaRPr b="0" lang="de-DE" sz="2800" strike="noStrike" u="none">
              <a:solidFill>
                <a:srgbClr val="000000"/>
              </a:solidFill>
              <a:uFillTx/>
              <a:latin typeface="Arial"/>
            </a:endParaRPr>
          </a:p>
          <a:p>
            <a:pPr marL="228600" indent="-228600" defTabSz="914400">
              <a:lnSpc>
                <a:spcPct val="90000"/>
              </a:lnSpc>
              <a:spcBef>
                <a:spcPts val="1001"/>
              </a:spcBef>
              <a:buClr>
                <a:srgbClr val="000000"/>
              </a:buClr>
              <a:buFont typeface="Arial"/>
              <a:buChar char="•"/>
            </a:pPr>
            <a:r>
              <a:rPr b="0" lang="de-DE" sz="2800" strike="noStrike" u="none">
                <a:solidFill>
                  <a:schemeClr val="dk1"/>
                </a:solidFill>
                <a:uFillTx/>
                <a:latin typeface="Calibri"/>
              </a:rPr>
              <a:t>Best Practice: Mock-Daten parallel zu Service in eigene Datei ablegen</a:t>
            </a:r>
            <a:endParaRPr b="0" lang="de-DE" sz="2800" strike="noStrike" u="none">
              <a:solidFill>
                <a:srgbClr val="000000"/>
              </a:solidFill>
              <a:uFillTx/>
              <a:latin typeface="Arial"/>
            </a:endParaRPr>
          </a:p>
          <a:p>
            <a:pPr marL="457200" indent="0" defTabSz="914400">
              <a:lnSpc>
                <a:spcPct val="90000"/>
              </a:lnSpc>
              <a:spcBef>
                <a:spcPts val="499"/>
              </a:spcBef>
              <a:buNone/>
              <a:tabLst>
                <a:tab algn="l" pos="0"/>
              </a:tabLst>
            </a:pPr>
            <a:r>
              <a:rPr b="0" lang="de-DE" sz="2800" strike="noStrike" u="none">
                <a:solidFill>
                  <a:srgbClr val="1e347b"/>
                </a:solidFill>
                <a:uFillTx/>
                <a:latin typeface="SourceCodePro"/>
              </a:rPr>
              <a:t>import</a:t>
            </a:r>
            <a:r>
              <a:rPr b="0" lang="de-DE" sz="2800" strike="noStrike" u="none">
                <a:solidFill>
                  <a:srgbClr val="48484c"/>
                </a:solidFill>
                <a:uFillTx/>
                <a:latin typeface="SourceCodePro"/>
              </a:rPr>
              <a:t> </a:t>
            </a:r>
            <a:r>
              <a:rPr b="0" lang="de-DE" sz="2800" strike="noStrike" u="none">
                <a:solidFill>
                  <a:srgbClr val="93a1a1"/>
                </a:solidFill>
                <a:uFillTx/>
                <a:latin typeface="SourceCodePro"/>
              </a:rPr>
              <a:t>{</a:t>
            </a:r>
            <a:r>
              <a:rPr b="0" lang="de-DE" sz="2800" strike="noStrike" u="none">
                <a:solidFill>
                  <a:srgbClr val="008080"/>
                </a:solidFill>
                <a:uFillTx/>
                <a:latin typeface="SourceCodePro"/>
              </a:rPr>
              <a:t>Artist</a:t>
            </a:r>
            <a:r>
              <a:rPr b="0" lang="de-DE" sz="2800" strike="noStrike" u="none">
                <a:solidFill>
                  <a:srgbClr val="93a1a1"/>
                </a:solidFill>
                <a:uFillTx/>
                <a:latin typeface="SourceCodePro"/>
              </a:rPr>
              <a:t>}</a:t>
            </a:r>
            <a:r>
              <a:rPr b="0" lang="de-DE" sz="2800" strike="noStrike" u="none">
                <a:solidFill>
                  <a:srgbClr val="48484c"/>
                </a:solidFill>
                <a:uFillTx/>
                <a:latin typeface="SourceCodePro"/>
              </a:rPr>
              <a:t> </a:t>
            </a:r>
            <a:r>
              <a:rPr b="0" lang="de-DE" sz="2800" strike="noStrike" u="none">
                <a:solidFill>
                  <a:srgbClr val="1e347b"/>
                </a:solidFill>
                <a:uFillTx/>
                <a:latin typeface="SourceCodePro"/>
              </a:rPr>
              <a:t>from</a:t>
            </a:r>
            <a:r>
              <a:rPr b="0" lang="de-DE" sz="2800" strike="noStrike" u="none">
                <a:solidFill>
                  <a:srgbClr val="48484c"/>
                </a:solidFill>
                <a:uFillTx/>
                <a:latin typeface="SourceCodePro"/>
              </a:rPr>
              <a:t> </a:t>
            </a:r>
            <a:r>
              <a:rPr b="0" lang="de-DE" sz="2800" strike="noStrike" u="none">
                <a:solidFill>
                  <a:srgbClr val="dd1144"/>
                </a:solidFill>
                <a:uFillTx/>
                <a:latin typeface="SourceCodePro"/>
              </a:rPr>
              <a:t>"./artist.model"</a:t>
            </a:r>
            <a:r>
              <a:rPr b="0" lang="de-DE" sz="2800" strike="noStrike" u="none">
                <a:solidFill>
                  <a:srgbClr val="93a1a1"/>
                </a:solidFill>
                <a:uFillTx/>
                <a:latin typeface="SourceCodePro"/>
              </a:rPr>
              <a:t>;</a:t>
            </a:r>
            <a:endParaRPr b="0" lang="de-DE" sz="2800" strike="noStrike" u="none">
              <a:solidFill>
                <a:srgbClr val="000000"/>
              </a:solidFill>
              <a:uFillTx/>
              <a:latin typeface="Arial"/>
            </a:endParaRPr>
          </a:p>
          <a:p>
            <a:pPr marL="457200" indent="0" defTabSz="914400">
              <a:lnSpc>
                <a:spcPct val="90000"/>
              </a:lnSpc>
              <a:spcBef>
                <a:spcPts val="499"/>
              </a:spcBef>
              <a:buNone/>
              <a:tabLst>
                <a:tab algn="l" pos="0"/>
              </a:tabLst>
            </a:pPr>
            <a:r>
              <a:rPr b="0" lang="de-DE" sz="2800" strike="noStrike" u="none">
                <a:solidFill>
                  <a:srgbClr val="1e347b"/>
                </a:solidFill>
                <a:uFillTx/>
                <a:latin typeface="SourceCodePro"/>
              </a:rPr>
              <a:t>import</a:t>
            </a:r>
            <a:r>
              <a:rPr b="0" lang="de-DE" sz="2800" strike="noStrike" u="none">
                <a:solidFill>
                  <a:srgbClr val="48484c"/>
                </a:solidFill>
                <a:uFillTx/>
                <a:latin typeface="SourceCodePro"/>
              </a:rPr>
              <a:t> </a:t>
            </a:r>
            <a:r>
              <a:rPr b="0" lang="de-DE" sz="2800" strike="noStrike" u="none">
                <a:solidFill>
                  <a:srgbClr val="93a1a1"/>
                </a:solidFill>
                <a:uFillTx/>
                <a:latin typeface="SourceCodePro"/>
              </a:rPr>
              <a:t>{</a:t>
            </a:r>
            <a:r>
              <a:rPr b="0" lang="de-DE" sz="2800" strike="noStrike" u="none">
                <a:solidFill>
                  <a:srgbClr val="48484c"/>
                </a:solidFill>
                <a:uFillTx/>
                <a:latin typeface="SourceCodePro"/>
              </a:rPr>
              <a:t>ARTISTS</a:t>
            </a:r>
            <a:r>
              <a:rPr b="0" lang="de-DE" sz="2800" strike="noStrike" u="none">
                <a:solidFill>
                  <a:srgbClr val="93a1a1"/>
                </a:solidFill>
                <a:uFillTx/>
                <a:latin typeface="SourceCodePro"/>
              </a:rPr>
              <a:t>}</a:t>
            </a:r>
            <a:r>
              <a:rPr b="0" lang="de-DE" sz="2800" strike="noStrike" u="none">
                <a:solidFill>
                  <a:srgbClr val="48484c"/>
                </a:solidFill>
                <a:uFillTx/>
                <a:latin typeface="SourceCodePro"/>
              </a:rPr>
              <a:t> </a:t>
            </a:r>
            <a:r>
              <a:rPr b="0" lang="de-DE" sz="2800" strike="noStrike" u="none">
                <a:solidFill>
                  <a:srgbClr val="1e347b"/>
                </a:solidFill>
                <a:uFillTx/>
                <a:latin typeface="SourceCodePro"/>
              </a:rPr>
              <a:t>from</a:t>
            </a:r>
            <a:r>
              <a:rPr b="0" lang="de-DE" sz="2800" strike="noStrike" u="none">
                <a:solidFill>
                  <a:srgbClr val="48484c"/>
                </a:solidFill>
                <a:uFillTx/>
                <a:latin typeface="SourceCodePro"/>
              </a:rPr>
              <a:t> </a:t>
            </a:r>
            <a:r>
              <a:rPr b="0" lang="de-DE" sz="2800" strike="noStrike" u="none">
                <a:solidFill>
                  <a:srgbClr val="dd1144"/>
                </a:solidFill>
                <a:uFillTx/>
                <a:latin typeface="SourceCodePro"/>
              </a:rPr>
              <a:t>'./artist.mock'</a:t>
            </a:r>
            <a:r>
              <a:rPr b="0" lang="de-DE" sz="2800" strike="noStrike" u="none">
                <a:solidFill>
                  <a:srgbClr val="93a1a1"/>
                </a:solidFill>
                <a:uFillTx/>
                <a:latin typeface="SourceCodePro"/>
              </a:rPr>
              <a:t>;</a:t>
            </a:r>
            <a:endParaRPr b="0" lang="de-DE" sz="2800" strike="noStrike" u="none">
              <a:solidFill>
                <a:srgbClr val="000000"/>
              </a:solidFill>
              <a:uFillTx/>
              <a:latin typeface="Arial"/>
            </a:endParaRPr>
          </a:p>
          <a:p>
            <a:pPr marL="457200" indent="0" defTabSz="914400">
              <a:lnSpc>
                <a:spcPct val="90000"/>
              </a:lnSpc>
              <a:spcBef>
                <a:spcPts val="499"/>
              </a:spcBef>
              <a:buNone/>
              <a:tabLst>
                <a:tab algn="l" pos="0"/>
              </a:tabLst>
            </a:pPr>
            <a:r>
              <a:rPr b="0" lang="de-DE" sz="2800" strike="noStrike" u="none">
                <a:solidFill>
                  <a:srgbClr val="48484c"/>
                </a:solidFill>
                <a:uFillTx/>
                <a:latin typeface="SourceCodePro"/>
              </a:rPr>
              <a:t> </a:t>
            </a:r>
            <a:endParaRPr b="0" lang="de-DE" sz="2800" strike="noStrike" u="none">
              <a:solidFill>
                <a:srgbClr val="000000"/>
              </a:solidFill>
              <a:uFillTx/>
              <a:latin typeface="Arial"/>
            </a:endParaRPr>
          </a:p>
          <a:p>
            <a:pPr marL="457200" indent="0" defTabSz="914400">
              <a:lnSpc>
                <a:spcPct val="90000"/>
              </a:lnSpc>
              <a:spcBef>
                <a:spcPts val="499"/>
              </a:spcBef>
              <a:buNone/>
              <a:tabLst>
                <a:tab algn="l" pos="0"/>
              </a:tabLst>
            </a:pPr>
            <a:r>
              <a:rPr b="0" lang="de-DE" sz="2800" strike="noStrike" u="none">
                <a:solidFill>
                  <a:srgbClr val="1e347b"/>
                </a:solidFill>
                <a:uFillTx/>
                <a:latin typeface="SourceCodePro"/>
              </a:rPr>
              <a:t>export</a:t>
            </a:r>
            <a:r>
              <a:rPr b="0" lang="de-DE" sz="2800" strike="noStrike" u="none">
                <a:solidFill>
                  <a:srgbClr val="48484c"/>
                </a:solidFill>
                <a:uFillTx/>
                <a:latin typeface="SourceCodePro"/>
              </a:rPr>
              <a:t> </a:t>
            </a:r>
            <a:r>
              <a:rPr b="0" lang="de-DE" sz="2800" strike="noStrike" u="none">
                <a:solidFill>
                  <a:srgbClr val="1e347b"/>
                </a:solidFill>
                <a:uFillTx/>
                <a:latin typeface="SourceCodePro"/>
              </a:rPr>
              <a:t>class</a:t>
            </a:r>
            <a:r>
              <a:rPr b="0" lang="de-DE" sz="2800" strike="noStrike" u="none">
                <a:solidFill>
                  <a:srgbClr val="48484c"/>
                </a:solidFill>
                <a:uFillTx/>
                <a:latin typeface="SourceCodePro"/>
              </a:rPr>
              <a:t> </a:t>
            </a:r>
            <a:r>
              <a:rPr b="0" lang="de-DE" sz="2800" strike="noStrike" u="none">
                <a:solidFill>
                  <a:srgbClr val="008080"/>
                </a:solidFill>
                <a:uFillTx/>
                <a:latin typeface="SourceCodePro"/>
              </a:rPr>
              <a:t>ArtistService</a:t>
            </a:r>
            <a:r>
              <a:rPr b="0" lang="de-DE" sz="2800" strike="noStrike" u="none">
                <a:solidFill>
                  <a:srgbClr val="48484c"/>
                </a:solidFill>
                <a:uFillTx/>
                <a:latin typeface="SourceCodePro"/>
              </a:rPr>
              <a:t> </a:t>
            </a:r>
            <a:r>
              <a:rPr b="0" lang="de-DE" sz="2800" strike="noStrike" u="none">
                <a:solidFill>
                  <a:srgbClr val="93a1a1"/>
                </a:solidFill>
                <a:uFillTx/>
                <a:latin typeface="SourceCodePro"/>
              </a:rPr>
              <a:t>{</a:t>
            </a:r>
            <a:endParaRPr b="0" lang="de-DE" sz="2800" strike="noStrike" u="none">
              <a:solidFill>
                <a:srgbClr val="000000"/>
              </a:solidFill>
              <a:uFillTx/>
              <a:latin typeface="Arial"/>
            </a:endParaRPr>
          </a:p>
          <a:p>
            <a:pPr marL="914400" indent="0" defTabSz="914400">
              <a:lnSpc>
                <a:spcPct val="90000"/>
              </a:lnSpc>
              <a:spcBef>
                <a:spcPts val="499"/>
              </a:spcBef>
              <a:buNone/>
              <a:tabLst>
                <a:tab algn="l" pos="0"/>
              </a:tabLst>
            </a:pPr>
            <a:r>
              <a:rPr b="0" lang="de-DE" sz="2800" strike="noStrike" u="none">
                <a:solidFill>
                  <a:srgbClr val="48484c"/>
                </a:solidFill>
                <a:uFillTx/>
                <a:latin typeface="SourceCodePro"/>
              </a:rPr>
              <a:t>getAllArtists</a:t>
            </a:r>
            <a:r>
              <a:rPr b="0" lang="de-DE" sz="2800" strike="noStrike" u="none">
                <a:solidFill>
                  <a:srgbClr val="93a1a1"/>
                </a:solidFill>
                <a:uFillTx/>
                <a:latin typeface="SourceCodePro"/>
              </a:rPr>
              <a:t>():</a:t>
            </a:r>
            <a:r>
              <a:rPr b="0" lang="de-DE" sz="2800" strike="noStrike" u="none">
                <a:solidFill>
                  <a:srgbClr val="48484c"/>
                </a:solidFill>
                <a:uFillTx/>
                <a:latin typeface="SourceCodePro"/>
              </a:rPr>
              <a:t> </a:t>
            </a:r>
            <a:r>
              <a:rPr b="0" lang="de-DE" sz="2800" strike="noStrike" u="none">
                <a:solidFill>
                  <a:srgbClr val="008080"/>
                </a:solidFill>
                <a:uFillTx/>
                <a:latin typeface="SourceCodePro"/>
              </a:rPr>
              <a:t>Artist</a:t>
            </a:r>
            <a:r>
              <a:rPr b="0" lang="de-DE" sz="2800" strike="noStrike" u="none">
                <a:solidFill>
                  <a:srgbClr val="93a1a1"/>
                </a:solidFill>
                <a:uFillTx/>
                <a:latin typeface="SourceCodePro"/>
              </a:rPr>
              <a:t>[]</a:t>
            </a:r>
            <a:r>
              <a:rPr b="0" lang="de-DE" sz="2800" strike="noStrike" u="none">
                <a:solidFill>
                  <a:srgbClr val="48484c"/>
                </a:solidFill>
                <a:uFillTx/>
                <a:latin typeface="SourceCodePro"/>
              </a:rPr>
              <a:t> </a:t>
            </a:r>
            <a:r>
              <a:rPr b="0" lang="de-DE" sz="2800" strike="noStrike" u="none">
                <a:solidFill>
                  <a:srgbClr val="93a1a1"/>
                </a:solidFill>
                <a:uFillTx/>
                <a:latin typeface="SourceCodePro"/>
              </a:rPr>
              <a:t>{</a:t>
            </a:r>
            <a:endParaRPr b="0" lang="de-DE" sz="2800" strike="noStrike" u="none">
              <a:solidFill>
                <a:srgbClr val="000000"/>
              </a:solidFill>
              <a:uFillTx/>
              <a:latin typeface="Arial"/>
            </a:endParaRPr>
          </a:p>
          <a:p>
            <a:pPr marL="914400" indent="0" defTabSz="914400">
              <a:lnSpc>
                <a:spcPct val="90000"/>
              </a:lnSpc>
              <a:spcBef>
                <a:spcPts val="499"/>
              </a:spcBef>
              <a:buNone/>
              <a:tabLst>
                <a:tab algn="l" pos="0"/>
              </a:tabLst>
            </a:pPr>
            <a:r>
              <a:rPr b="0" lang="de-DE" sz="2800" strike="noStrike" u="none">
                <a:solidFill>
                  <a:srgbClr val="1e347b"/>
                </a:solidFill>
                <a:uFillTx/>
                <a:latin typeface="SourceCodePro"/>
              </a:rPr>
              <a:t>	</a:t>
            </a:r>
            <a:r>
              <a:rPr b="0" lang="de-DE" sz="2800" strike="noStrike" u="none">
                <a:solidFill>
                  <a:srgbClr val="1e347b"/>
                </a:solidFill>
                <a:uFillTx/>
                <a:latin typeface="SourceCodePro"/>
              </a:rPr>
              <a:t>return</a:t>
            </a:r>
            <a:r>
              <a:rPr b="0" lang="de-DE" sz="2800" strike="noStrike" u="none">
                <a:solidFill>
                  <a:srgbClr val="48484c"/>
                </a:solidFill>
                <a:uFillTx/>
                <a:latin typeface="SourceCodePro"/>
              </a:rPr>
              <a:t> ARTISTS</a:t>
            </a:r>
            <a:r>
              <a:rPr b="0" lang="de-DE" sz="2800" strike="noStrike" u="none">
                <a:solidFill>
                  <a:srgbClr val="93a1a1"/>
                </a:solidFill>
                <a:uFillTx/>
                <a:latin typeface="SourceCodePro"/>
              </a:rPr>
              <a:t>;</a:t>
            </a:r>
            <a:endParaRPr b="0" lang="de-DE" sz="2800" strike="noStrike" u="none">
              <a:solidFill>
                <a:srgbClr val="000000"/>
              </a:solidFill>
              <a:uFillTx/>
              <a:latin typeface="Arial"/>
            </a:endParaRPr>
          </a:p>
          <a:p>
            <a:pPr marL="914400" indent="0" defTabSz="914400">
              <a:lnSpc>
                <a:spcPct val="90000"/>
              </a:lnSpc>
              <a:spcBef>
                <a:spcPts val="499"/>
              </a:spcBef>
              <a:buNone/>
              <a:tabLst>
                <a:tab algn="l" pos="0"/>
              </a:tabLst>
            </a:pPr>
            <a:r>
              <a:rPr b="0" lang="de-DE" sz="2800" strike="noStrike" u="none">
                <a:solidFill>
                  <a:srgbClr val="93a1a1"/>
                </a:solidFill>
                <a:uFillTx/>
                <a:latin typeface="SourceCodePro"/>
              </a:rPr>
              <a:t>}</a:t>
            </a:r>
            <a:endParaRPr b="0" lang="de-DE" sz="2800" strike="noStrike" u="none">
              <a:solidFill>
                <a:srgbClr val="000000"/>
              </a:solidFill>
              <a:uFillTx/>
              <a:latin typeface="Arial"/>
            </a:endParaRPr>
          </a:p>
          <a:p>
            <a:pPr marL="457200" indent="0" defTabSz="914400">
              <a:lnSpc>
                <a:spcPct val="90000"/>
              </a:lnSpc>
              <a:spcBef>
                <a:spcPts val="499"/>
              </a:spcBef>
              <a:buNone/>
              <a:tabLst>
                <a:tab algn="l" pos="0"/>
              </a:tabLst>
            </a:pPr>
            <a:r>
              <a:rPr b="0" lang="de-DE" sz="2800" strike="noStrike" u="none">
                <a:solidFill>
                  <a:srgbClr val="93a1a1"/>
                </a:solidFill>
                <a:uFillTx/>
                <a:latin typeface="SourceCodePro"/>
              </a:rPr>
              <a:t>}</a:t>
            </a:r>
            <a:endParaRPr b="0" lang="de-DE" sz="2800" strike="noStrike" u="none">
              <a:solidFill>
                <a:srgbClr val="000000"/>
              </a:solidFill>
              <a:uFillTx/>
              <a:latin typeface="Arial"/>
            </a:endParaRPr>
          </a:p>
          <a:p>
            <a:pPr marL="457200" indent="0" defTabSz="914400">
              <a:lnSpc>
                <a:spcPct val="90000"/>
              </a:lnSpc>
              <a:spcBef>
                <a:spcPts val="1001"/>
              </a:spcBef>
              <a:buNone/>
              <a:tabLst>
                <a:tab algn="l" pos="0"/>
              </a:tabLst>
            </a:pPr>
            <a:endParaRPr b="0" lang="de-DE" sz="2800" strike="noStrike" u="none">
              <a:solidFill>
                <a:srgbClr val="000000"/>
              </a:solidFill>
              <a:uFillTx/>
              <a:latin typeface="Arial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153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99" name="PlaceHolder 1"/>
          <p:cNvSpPr>
            <a:spLocks noGrp="1"/>
          </p:cNvSpPr>
          <p:nvPr>
            <p:ph type="title"/>
          </p:nvPr>
        </p:nvSpPr>
        <p:spPr>
          <a:xfrm>
            <a:off x="838080" y="365040"/>
            <a:ext cx="10514520" cy="132444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ctr">
            <a:noAutofit/>
          </a:bodyPr>
          <a:p>
            <a:pPr indent="0" defTabSz="914400">
              <a:lnSpc>
                <a:spcPct val="90000"/>
              </a:lnSpc>
              <a:buNone/>
              <a:tabLst>
                <a:tab algn="l" pos="0"/>
              </a:tabLst>
            </a:pPr>
            <a:r>
              <a:rPr b="0" lang="de-DE" sz="4400" strike="noStrike" u="none">
                <a:solidFill>
                  <a:schemeClr val="dk1"/>
                </a:solidFill>
                <a:uFillTx/>
                <a:latin typeface="Arial"/>
              </a:rPr>
              <a:t>Objektnetze in OO- Systemen</a:t>
            </a:r>
            <a:endParaRPr b="0" lang="de-DE" sz="4400" strike="noStrike" u="none">
              <a:solidFill>
                <a:srgbClr val="000000"/>
              </a:solidFill>
              <a:uFillTx/>
              <a:latin typeface="Arial"/>
            </a:endParaRPr>
          </a:p>
        </p:txBody>
      </p:sp>
      <p:graphicFrame>
        <p:nvGraphicFramePr>
          <p:cNvPr id="10" name="Diagram10"/>
          <p:cNvGraphicFramePr/>
          <p:nvPr>
            <p:extLst>
              <p:ext uri="{D42A27DB-BD31-4B8C-83A1-F6EECF244321}">
                <p14:modId xmlns:p14="http://schemas.microsoft.com/office/powerpoint/2010/main" val="1670431227"/>
              </p:ext>
            </p:extLst>
          </p:nvPr>
        </p:nvGraphicFramePr>
        <p:xfrm>
          <a:off x="1981080" y="1600200"/>
          <a:ext cx="8228520" cy="4524840"/>
        </p:xfrm>
        <a:graphic>
          <a:graphicData uri="http://schemas.openxmlformats.org/drawingml/2006/diagram">
            <dgm:relIds xmlns:dgm="http://schemas.openxmlformats.org/drawingml/2006/diagram" xmlns:r="http://schemas.openxmlformats.org/officeDocument/2006/relationships" r:dm="rId1" r:lo="rId2" r:qs="rId3" r:cs="rId4"/>
          </a:graphicData>
        </a:graphic>
      </p:graphicFrame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154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00" name="PlaceHolder 1"/>
          <p:cNvSpPr>
            <a:spLocks noGrp="1"/>
          </p:cNvSpPr>
          <p:nvPr>
            <p:ph type="title"/>
          </p:nvPr>
        </p:nvSpPr>
        <p:spPr>
          <a:xfrm>
            <a:off x="838080" y="365040"/>
            <a:ext cx="10514520" cy="132444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ctr">
            <a:noAutofit/>
          </a:bodyPr>
          <a:p>
            <a:pPr indent="0" defTabSz="914400">
              <a:lnSpc>
                <a:spcPct val="90000"/>
              </a:lnSpc>
              <a:buNone/>
              <a:tabLst>
                <a:tab algn="l" pos="0"/>
              </a:tabLst>
            </a:pPr>
            <a:r>
              <a:rPr b="0" lang="de-DE" sz="4400" strike="noStrike" u="none">
                <a:solidFill>
                  <a:schemeClr val="dk1"/>
                </a:solidFill>
                <a:uFillTx/>
                <a:latin typeface="Calibri Light"/>
              </a:rPr>
              <a:t>Assignment by Third Party</a:t>
            </a:r>
            <a:endParaRPr b="0" lang="de-DE" sz="4400" strike="noStrike" u="none">
              <a:solidFill>
                <a:srgbClr val="000000"/>
              </a:solidFill>
              <a:uFillTx/>
              <a:latin typeface="Arial"/>
            </a:endParaRPr>
          </a:p>
        </p:txBody>
      </p:sp>
      <p:sp>
        <p:nvSpPr>
          <p:cNvPr id="801" name="PlaceHolder 2"/>
          <p:cNvSpPr>
            <a:spLocks noGrp="1"/>
          </p:cNvSpPr>
          <p:nvPr>
            <p:ph/>
          </p:nvPr>
        </p:nvSpPr>
        <p:spPr>
          <a:xfrm>
            <a:off x="838080" y="1825560"/>
            <a:ext cx="10514520" cy="435024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ctr">
            <a:noAutofit/>
          </a:bodyPr>
          <a:p>
            <a:pPr marL="228600" indent="-228600" defTabSz="914400">
              <a:lnSpc>
                <a:spcPct val="90000"/>
              </a:lnSpc>
              <a:spcBef>
                <a:spcPts val="1001"/>
              </a:spcBef>
              <a:buNone/>
              <a:tabLst>
                <a:tab algn="l" pos="0"/>
              </a:tabLst>
            </a:pPr>
            <a:r>
              <a:rPr b="0" lang="de-DE" sz="2800" strike="noStrike" u="none">
                <a:solidFill>
                  <a:schemeClr val="dk1"/>
                </a:solidFill>
                <a:uFillTx/>
                <a:latin typeface="Courier New"/>
              </a:rPr>
              <a:t> </a:t>
            </a:r>
            <a:r>
              <a:rPr b="1" lang="de-DE" sz="2000" strike="noStrike" u="none">
                <a:solidFill>
                  <a:srgbClr val="7f0055"/>
                </a:solidFill>
                <a:uFillTx/>
                <a:latin typeface="Courier New"/>
              </a:rPr>
              <a:t>public</a:t>
            </a:r>
            <a:r>
              <a:rPr b="0" lang="de-DE" sz="2000" strike="noStrike" u="none">
                <a:solidFill>
                  <a:schemeClr val="dk1"/>
                </a:solidFill>
                <a:uFillTx/>
                <a:latin typeface="Courier New"/>
              </a:rPr>
              <a:t> </a:t>
            </a:r>
            <a:r>
              <a:rPr b="1" lang="de-DE" sz="2000" strike="noStrike" u="none">
                <a:solidFill>
                  <a:srgbClr val="7f0055"/>
                </a:solidFill>
                <a:uFillTx/>
                <a:latin typeface="Courier New"/>
              </a:rPr>
              <a:t>static</a:t>
            </a:r>
            <a:r>
              <a:rPr b="0" lang="de-DE" sz="2000" strike="noStrike" u="none">
                <a:solidFill>
                  <a:schemeClr val="dk1"/>
                </a:solidFill>
                <a:uFillTx/>
                <a:latin typeface="Courier New"/>
              </a:rPr>
              <a:t> </a:t>
            </a:r>
            <a:r>
              <a:rPr b="1" lang="de-DE" sz="2000" strike="noStrike" u="none">
                <a:solidFill>
                  <a:srgbClr val="7f0055"/>
                </a:solidFill>
                <a:uFillTx/>
                <a:latin typeface="Courier New"/>
              </a:rPr>
              <a:t>void</a:t>
            </a:r>
            <a:r>
              <a:rPr b="0" lang="de-DE" sz="2000" strike="noStrike" u="none">
                <a:solidFill>
                  <a:schemeClr val="dk1"/>
                </a:solidFill>
                <a:uFillTx/>
                <a:latin typeface="Courier New"/>
              </a:rPr>
              <a:t> main(String[] args)</a:t>
            </a:r>
            <a:endParaRPr b="0" lang="de-DE" sz="2000" strike="noStrike" u="none">
              <a:solidFill>
                <a:srgbClr val="000000"/>
              </a:solidFill>
              <a:uFillTx/>
              <a:latin typeface="Arial"/>
            </a:endParaRPr>
          </a:p>
          <a:p>
            <a:pPr marL="228600" indent="-228600" defTabSz="914400">
              <a:lnSpc>
                <a:spcPct val="90000"/>
              </a:lnSpc>
              <a:spcBef>
                <a:spcPts val="1001"/>
              </a:spcBef>
              <a:buNone/>
              <a:tabLst>
                <a:tab algn="l" pos="0"/>
              </a:tabLst>
            </a:pPr>
            <a:r>
              <a:rPr b="0" lang="de-DE" sz="2000" strike="noStrike" u="none">
                <a:solidFill>
                  <a:schemeClr val="dk1"/>
                </a:solidFill>
                <a:uFillTx/>
                <a:latin typeface="Courier New"/>
              </a:rPr>
              <a:t> </a:t>
            </a:r>
            <a:r>
              <a:rPr b="0" lang="de-DE" sz="2000" strike="noStrike" u="none">
                <a:solidFill>
                  <a:schemeClr val="dk1"/>
                </a:solidFill>
                <a:uFillTx/>
                <a:latin typeface="Courier New"/>
              </a:rPr>
              <a:t>{</a:t>
            </a:r>
            <a:endParaRPr b="0" lang="de-DE" sz="2000" strike="noStrike" u="none">
              <a:solidFill>
                <a:srgbClr val="000000"/>
              </a:solidFill>
              <a:uFillTx/>
              <a:latin typeface="Arial"/>
            </a:endParaRPr>
          </a:p>
          <a:p>
            <a:pPr marL="685800" indent="-228600" defTabSz="914400">
              <a:lnSpc>
                <a:spcPct val="90000"/>
              </a:lnSpc>
              <a:spcBef>
                <a:spcPts val="499"/>
              </a:spcBef>
              <a:buNone/>
              <a:tabLst>
                <a:tab algn="l" pos="0"/>
              </a:tabLst>
            </a:pPr>
            <a:r>
              <a:rPr b="0" lang="de-DE" sz="1800" strike="noStrike" u="none">
                <a:solidFill>
                  <a:schemeClr val="dk1"/>
                </a:solidFill>
                <a:uFillTx/>
                <a:latin typeface="Courier New"/>
              </a:rPr>
              <a:t> </a:t>
            </a:r>
            <a:r>
              <a:rPr b="0" lang="de-DE" sz="1800" strike="noStrike" u="none">
                <a:solidFill>
                  <a:schemeClr val="dk1"/>
                </a:solidFill>
                <a:uFillTx/>
                <a:latin typeface="Courier New"/>
              </a:rPr>
              <a:t>	</a:t>
            </a:r>
            <a:r>
              <a:rPr b="0" lang="de-DE" sz="2400" strike="noStrike" u="none">
                <a:solidFill>
                  <a:schemeClr val="dk1"/>
                </a:solidFill>
                <a:uFillTx/>
                <a:latin typeface="Courier New"/>
              </a:rPr>
              <a:t>MyService service = </a:t>
            </a:r>
            <a:r>
              <a:rPr b="1" lang="de-DE" sz="2400" strike="noStrike" u="none">
                <a:solidFill>
                  <a:srgbClr val="7f0055"/>
                </a:solidFill>
                <a:uFillTx/>
                <a:latin typeface="Courier New"/>
              </a:rPr>
              <a:t>new</a:t>
            </a:r>
            <a:r>
              <a:rPr b="0" lang="de-DE" sz="2400" strike="noStrike" u="none">
                <a:solidFill>
                  <a:schemeClr val="dk1"/>
                </a:solidFill>
                <a:uFillTx/>
                <a:latin typeface="Courier New"/>
              </a:rPr>
              <a:t> MyService();</a:t>
            </a:r>
            <a:endParaRPr b="0" lang="de-DE" sz="2400" strike="noStrike" u="none">
              <a:solidFill>
                <a:srgbClr val="000000"/>
              </a:solidFill>
              <a:uFillTx/>
              <a:latin typeface="Arial"/>
            </a:endParaRPr>
          </a:p>
          <a:p>
            <a:pPr marL="685800" indent="-228600" defTabSz="914400">
              <a:lnSpc>
                <a:spcPct val="90000"/>
              </a:lnSpc>
              <a:spcBef>
                <a:spcPts val="499"/>
              </a:spcBef>
              <a:buNone/>
              <a:tabLst>
                <a:tab algn="l" pos="0"/>
              </a:tabLst>
            </a:pPr>
            <a:r>
              <a:rPr b="0" lang="de-DE" sz="2400" strike="noStrike" u="none">
                <a:solidFill>
                  <a:schemeClr val="dk1"/>
                </a:solidFill>
                <a:uFillTx/>
                <a:latin typeface="Courier New"/>
              </a:rPr>
              <a:t> </a:t>
            </a:r>
            <a:r>
              <a:rPr b="0" lang="de-DE" sz="2400" strike="noStrike" u="none">
                <a:solidFill>
                  <a:schemeClr val="dk1"/>
                </a:solidFill>
                <a:uFillTx/>
                <a:latin typeface="Courier New"/>
              </a:rPr>
              <a:t>	</a:t>
            </a:r>
            <a:r>
              <a:rPr b="0" lang="de-DE" sz="2400" strike="noStrike" u="none">
                <a:solidFill>
                  <a:schemeClr val="dk1"/>
                </a:solidFill>
                <a:uFillTx/>
                <a:latin typeface="Courier New"/>
              </a:rPr>
              <a:t>service.setDAO(</a:t>
            </a:r>
            <a:r>
              <a:rPr b="1" lang="de-DE" sz="2400" strike="noStrike" u="none">
                <a:solidFill>
                  <a:srgbClr val="7f0055"/>
                </a:solidFill>
                <a:uFillTx/>
                <a:latin typeface="Courier New"/>
              </a:rPr>
              <a:t>new</a:t>
            </a:r>
            <a:r>
              <a:rPr b="0" lang="de-DE" sz="2400" strike="noStrike" u="none">
                <a:solidFill>
                  <a:schemeClr val="dk1"/>
                </a:solidFill>
                <a:uFillTx/>
                <a:latin typeface="Courier New"/>
              </a:rPr>
              <a:t> MyDAO());</a:t>
            </a:r>
            <a:endParaRPr b="0" lang="de-DE" sz="2400" strike="noStrike" u="none">
              <a:solidFill>
                <a:srgbClr val="000000"/>
              </a:solidFill>
              <a:uFillTx/>
              <a:latin typeface="Arial"/>
            </a:endParaRPr>
          </a:p>
          <a:p>
            <a:pPr marL="228600" indent="-228600" defTabSz="914400">
              <a:lnSpc>
                <a:spcPct val="90000"/>
              </a:lnSpc>
              <a:spcBef>
                <a:spcPts val="1001"/>
              </a:spcBef>
              <a:buNone/>
              <a:tabLst>
                <a:tab algn="l" pos="0"/>
              </a:tabLst>
            </a:pPr>
            <a:r>
              <a:rPr b="0" lang="de-DE" sz="2000" strike="noStrike" u="none">
                <a:solidFill>
                  <a:schemeClr val="dk1"/>
                </a:solidFill>
                <a:uFillTx/>
                <a:latin typeface="Courier New"/>
              </a:rPr>
              <a:t> </a:t>
            </a:r>
            <a:r>
              <a:rPr b="0" lang="de-DE" sz="2000" strike="noStrike" u="none">
                <a:solidFill>
                  <a:schemeClr val="dk1"/>
                </a:solidFill>
                <a:uFillTx/>
                <a:latin typeface="Courier New"/>
              </a:rPr>
              <a:t>}</a:t>
            </a:r>
            <a:endParaRPr b="0" lang="de-DE" sz="2000" strike="noStrike" u="none">
              <a:solidFill>
                <a:srgbClr val="000000"/>
              </a:solidFill>
              <a:uFillTx/>
              <a:latin typeface="Arial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155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02" name="PlaceHolder 1"/>
          <p:cNvSpPr>
            <a:spLocks noGrp="1"/>
          </p:cNvSpPr>
          <p:nvPr>
            <p:ph type="title"/>
          </p:nvPr>
        </p:nvSpPr>
        <p:spPr>
          <a:xfrm>
            <a:off x="838080" y="365040"/>
            <a:ext cx="10514520" cy="132444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ctr">
            <a:noAutofit/>
          </a:bodyPr>
          <a:p>
            <a:pPr indent="0" defTabSz="914400">
              <a:lnSpc>
                <a:spcPct val="90000"/>
              </a:lnSpc>
              <a:buNone/>
              <a:tabLst>
                <a:tab algn="l" pos="0"/>
              </a:tabLst>
            </a:pPr>
            <a:r>
              <a:rPr b="0" lang="de-DE" sz="4400" strike="noStrike" u="none">
                <a:solidFill>
                  <a:schemeClr val="dk1"/>
                </a:solidFill>
                <a:uFillTx/>
                <a:latin typeface="Calibri Light"/>
              </a:rPr>
              <a:t>Creating itself - DIRECT</a:t>
            </a:r>
            <a:endParaRPr b="0" lang="de-DE" sz="4400" strike="noStrike" u="none">
              <a:solidFill>
                <a:srgbClr val="000000"/>
              </a:solidFill>
              <a:uFillTx/>
              <a:latin typeface="Arial"/>
            </a:endParaRPr>
          </a:p>
        </p:txBody>
      </p:sp>
      <p:sp>
        <p:nvSpPr>
          <p:cNvPr id="803" name="PlaceHolder 2"/>
          <p:cNvSpPr>
            <a:spLocks noGrp="1"/>
          </p:cNvSpPr>
          <p:nvPr>
            <p:ph/>
          </p:nvPr>
        </p:nvSpPr>
        <p:spPr>
          <a:xfrm>
            <a:off x="838080" y="1825560"/>
            <a:ext cx="10514520" cy="435024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ctr">
            <a:noAutofit/>
          </a:bodyPr>
          <a:p>
            <a:pPr marL="228600" indent="-228600" defTabSz="914400">
              <a:lnSpc>
                <a:spcPct val="90000"/>
              </a:lnSpc>
              <a:spcBef>
                <a:spcPts val="1001"/>
              </a:spcBef>
              <a:buNone/>
              <a:tabLst>
                <a:tab algn="l" pos="0"/>
              </a:tabLst>
            </a:pPr>
            <a:r>
              <a:rPr b="0" lang="de-DE" sz="2800" strike="noStrike" u="none">
                <a:solidFill>
                  <a:schemeClr val="dk1"/>
                </a:solidFill>
                <a:uFillTx/>
                <a:latin typeface="Courier New"/>
              </a:rPr>
              <a:t>	</a:t>
            </a:r>
            <a:r>
              <a:rPr b="1" lang="de-DE" sz="2000" strike="noStrike" u="none">
                <a:solidFill>
                  <a:srgbClr val="7f0055"/>
                </a:solidFill>
                <a:uFillTx/>
                <a:latin typeface="Courier New"/>
              </a:rPr>
              <a:t>public</a:t>
            </a:r>
            <a:r>
              <a:rPr b="0" lang="de-DE" sz="2000" strike="noStrike" u="none">
                <a:solidFill>
                  <a:schemeClr val="dk1"/>
                </a:solidFill>
                <a:uFillTx/>
                <a:latin typeface="Courier New"/>
              </a:rPr>
              <a:t> MyService()</a:t>
            </a:r>
            <a:endParaRPr b="0" lang="de-DE" sz="2000" strike="noStrike" u="none">
              <a:solidFill>
                <a:srgbClr val="000000"/>
              </a:solidFill>
              <a:uFillTx/>
              <a:latin typeface="Arial"/>
            </a:endParaRPr>
          </a:p>
          <a:p>
            <a:pPr marL="228600" indent="-228600" defTabSz="914400">
              <a:lnSpc>
                <a:spcPct val="90000"/>
              </a:lnSpc>
              <a:spcBef>
                <a:spcPts val="1001"/>
              </a:spcBef>
              <a:buNone/>
              <a:tabLst>
                <a:tab algn="l" pos="0"/>
              </a:tabLst>
            </a:pPr>
            <a:r>
              <a:rPr b="0" lang="de-DE" sz="2000" strike="noStrike" u="none">
                <a:solidFill>
                  <a:schemeClr val="dk1"/>
                </a:solidFill>
                <a:uFillTx/>
                <a:latin typeface="Courier New"/>
              </a:rPr>
              <a:t>	</a:t>
            </a:r>
            <a:r>
              <a:rPr b="0" lang="de-DE" sz="2000" strike="noStrike" u="none">
                <a:solidFill>
                  <a:schemeClr val="dk1"/>
                </a:solidFill>
                <a:uFillTx/>
                <a:latin typeface="Courier New"/>
              </a:rPr>
              <a:t>{</a:t>
            </a:r>
            <a:endParaRPr b="0" lang="de-DE" sz="2000" strike="noStrike" u="none">
              <a:solidFill>
                <a:srgbClr val="000000"/>
              </a:solidFill>
              <a:uFillTx/>
              <a:latin typeface="Arial"/>
            </a:endParaRPr>
          </a:p>
          <a:p>
            <a:pPr marL="228600" indent="-228600" defTabSz="914400">
              <a:lnSpc>
                <a:spcPct val="90000"/>
              </a:lnSpc>
              <a:spcBef>
                <a:spcPts val="1001"/>
              </a:spcBef>
              <a:buNone/>
              <a:tabLst>
                <a:tab algn="l" pos="0"/>
              </a:tabLst>
            </a:pPr>
            <a:r>
              <a:rPr b="0" lang="de-DE" sz="2000" strike="noStrike" u="none">
                <a:solidFill>
                  <a:schemeClr val="dk1"/>
                </a:solidFill>
                <a:uFillTx/>
                <a:latin typeface="Courier New"/>
              </a:rPr>
              <a:t>	</a:t>
            </a:r>
            <a:r>
              <a:rPr b="0" lang="de-DE" sz="2000" strike="noStrike" u="none">
                <a:solidFill>
                  <a:schemeClr val="dk1"/>
                </a:solidFill>
                <a:uFillTx/>
                <a:latin typeface="Courier New"/>
              </a:rPr>
              <a:t>	</a:t>
            </a:r>
            <a:r>
              <a:rPr b="1" lang="de-DE" sz="2000" strike="noStrike" u="none">
                <a:solidFill>
                  <a:srgbClr val="7f0055"/>
                </a:solidFill>
                <a:uFillTx/>
                <a:latin typeface="Courier New"/>
              </a:rPr>
              <a:t>this</a:t>
            </a:r>
            <a:r>
              <a:rPr b="0" lang="de-DE" sz="2000" strike="noStrike" u="none">
                <a:solidFill>
                  <a:schemeClr val="dk1"/>
                </a:solidFill>
                <a:uFillTx/>
                <a:latin typeface="Courier New"/>
              </a:rPr>
              <a:t>.myDao = </a:t>
            </a:r>
            <a:r>
              <a:rPr b="1" lang="de-DE" sz="2000" strike="noStrike" u="none">
                <a:solidFill>
                  <a:srgbClr val="7f0055"/>
                </a:solidFill>
                <a:uFillTx/>
                <a:latin typeface="Courier New"/>
              </a:rPr>
              <a:t>new</a:t>
            </a:r>
            <a:r>
              <a:rPr b="0" lang="de-DE" sz="2000" strike="noStrike" u="none">
                <a:solidFill>
                  <a:schemeClr val="dk1"/>
                </a:solidFill>
                <a:uFillTx/>
                <a:latin typeface="Courier New"/>
              </a:rPr>
              <a:t> MyDao();</a:t>
            </a:r>
            <a:endParaRPr b="0" lang="de-DE" sz="2000" strike="noStrike" u="none">
              <a:solidFill>
                <a:srgbClr val="000000"/>
              </a:solidFill>
              <a:uFillTx/>
              <a:latin typeface="Arial"/>
            </a:endParaRPr>
          </a:p>
          <a:p>
            <a:pPr marL="228600" indent="-228600" defTabSz="914400">
              <a:lnSpc>
                <a:spcPct val="90000"/>
              </a:lnSpc>
              <a:spcBef>
                <a:spcPts val="1001"/>
              </a:spcBef>
              <a:buNone/>
              <a:tabLst>
                <a:tab algn="l" pos="0"/>
              </a:tabLst>
            </a:pPr>
            <a:r>
              <a:rPr b="0" lang="de-DE" sz="2000" strike="noStrike" u="none">
                <a:solidFill>
                  <a:schemeClr val="dk1"/>
                </a:solidFill>
                <a:uFillTx/>
                <a:latin typeface="Courier New"/>
              </a:rPr>
              <a:t>	</a:t>
            </a:r>
            <a:r>
              <a:rPr b="0" lang="de-DE" sz="2000" strike="noStrike" u="none">
                <a:solidFill>
                  <a:schemeClr val="dk1"/>
                </a:solidFill>
                <a:uFillTx/>
                <a:latin typeface="Courier New"/>
              </a:rPr>
              <a:t>}</a:t>
            </a:r>
            <a:endParaRPr b="0" lang="de-DE" sz="2000" strike="noStrike" u="none">
              <a:solidFill>
                <a:srgbClr val="000000"/>
              </a:solidFill>
              <a:uFillTx/>
              <a:latin typeface="Arial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156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04" name="PlaceHolder 1"/>
          <p:cNvSpPr>
            <a:spLocks noGrp="1"/>
          </p:cNvSpPr>
          <p:nvPr>
            <p:ph type="title"/>
          </p:nvPr>
        </p:nvSpPr>
        <p:spPr>
          <a:xfrm>
            <a:off x="838080" y="365040"/>
            <a:ext cx="10514520" cy="132444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ctr">
            <a:noAutofit/>
          </a:bodyPr>
          <a:p>
            <a:pPr indent="0" defTabSz="914400">
              <a:lnSpc>
                <a:spcPct val="90000"/>
              </a:lnSpc>
              <a:buNone/>
              <a:tabLst>
                <a:tab algn="l" pos="0"/>
              </a:tabLst>
            </a:pPr>
            <a:r>
              <a:rPr b="0" lang="de-DE" sz="4400" strike="noStrike" u="none">
                <a:solidFill>
                  <a:schemeClr val="dk1"/>
                </a:solidFill>
                <a:uFillTx/>
                <a:latin typeface="Calibri Light"/>
              </a:rPr>
              <a:t>Factory- Pattern</a:t>
            </a:r>
            <a:endParaRPr b="0" lang="de-DE" sz="4400" strike="noStrike" u="none">
              <a:solidFill>
                <a:srgbClr val="000000"/>
              </a:solidFill>
              <a:uFillTx/>
              <a:latin typeface="Arial"/>
            </a:endParaRPr>
          </a:p>
        </p:txBody>
      </p:sp>
      <p:sp>
        <p:nvSpPr>
          <p:cNvPr id="805" name="PlaceHolder 2"/>
          <p:cNvSpPr>
            <a:spLocks noGrp="1"/>
          </p:cNvSpPr>
          <p:nvPr>
            <p:ph/>
          </p:nvPr>
        </p:nvSpPr>
        <p:spPr>
          <a:xfrm>
            <a:off x="1991520" y="1556640"/>
            <a:ext cx="8228520" cy="452484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ctr">
            <a:noAutofit/>
          </a:bodyPr>
          <a:p>
            <a:pPr marL="228600" indent="-228600" defTabSz="914400">
              <a:lnSpc>
                <a:spcPct val="90000"/>
              </a:lnSpc>
              <a:spcBef>
                <a:spcPts val="1001"/>
              </a:spcBef>
              <a:buNone/>
              <a:tabLst>
                <a:tab algn="l" pos="0"/>
              </a:tabLst>
            </a:pPr>
            <a:r>
              <a:rPr b="1" lang="de-DE" sz="2000" strike="noStrike" u="none">
                <a:solidFill>
                  <a:srgbClr val="7f0055"/>
                </a:solidFill>
                <a:uFillTx/>
                <a:latin typeface="Courier New"/>
              </a:rPr>
              <a:t>public</a:t>
            </a:r>
            <a:r>
              <a:rPr b="0" lang="de-DE" sz="2000" strike="noStrike" u="none">
                <a:solidFill>
                  <a:schemeClr val="dk1"/>
                </a:solidFill>
                <a:uFillTx/>
                <a:latin typeface="Courier New"/>
              </a:rPr>
              <a:t> MyService()</a:t>
            </a:r>
            <a:endParaRPr b="0" lang="de-DE" sz="2000" strike="noStrike" u="none">
              <a:solidFill>
                <a:srgbClr val="000000"/>
              </a:solidFill>
              <a:uFillTx/>
              <a:latin typeface="Arial"/>
            </a:endParaRPr>
          </a:p>
          <a:p>
            <a:pPr marL="228600" indent="-228600" defTabSz="914400">
              <a:lnSpc>
                <a:spcPct val="90000"/>
              </a:lnSpc>
              <a:spcBef>
                <a:spcPts val="1001"/>
              </a:spcBef>
              <a:buNone/>
              <a:tabLst>
                <a:tab algn="l" pos="0"/>
              </a:tabLst>
            </a:pPr>
            <a:r>
              <a:rPr b="0" lang="de-DE" sz="2000" strike="noStrike" u="none">
                <a:solidFill>
                  <a:schemeClr val="dk1"/>
                </a:solidFill>
                <a:uFillTx/>
                <a:latin typeface="Courier New"/>
              </a:rPr>
              <a:t>{</a:t>
            </a:r>
            <a:endParaRPr b="0" lang="de-DE" sz="2000" strike="noStrike" u="none">
              <a:solidFill>
                <a:srgbClr val="000000"/>
              </a:solidFill>
              <a:uFillTx/>
              <a:latin typeface="Arial"/>
            </a:endParaRPr>
          </a:p>
          <a:p>
            <a:pPr marL="228600" indent="-228600" defTabSz="914400">
              <a:lnSpc>
                <a:spcPct val="90000"/>
              </a:lnSpc>
              <a:spcBef>
                <a:spcPts val="1001"/>
              </a:spcBef>
              <a:buNone/>
              <a:tabLst>
                <a:tab algn="l" pos="0"/>
              </a:tabLst>
            </a:pPr>
            <a:r>
              <a:rPr b="1" lang="de-DE" sz="2000" strike="noStrike" u="none">
                <a:solidFill>
                  <a:srgbClr val="7f0055"/>
                </a:solidFill>
                <a:uFillTx/>
                <a:latin typeface="Courier New"/>
              </a:rPr>
              <a:t>	</a:t>
            </a:r>
            <a:r>
              <a:rPr b="1" lang="de-DE" sz="2000" strike="noStrike" u="none">
                <a:solidFill>
                  <a:srgbClr val="7f0055"/>
                </a:solidFill>
                <a:uFillTx/>
                <a:latin typeface="Courier New"/>
              </a:rPr>
              <a:t>this</a:t>
            </a:r>
            <a:r>
              <a:rPr b="0" lang="de-DE" sz="2000" strike="noStrike" u="none">
                <a:solidFill>
                  <a:schemeClr val="dk1"/>
                </a:solidFill>
                <a:uFillTx/>
                <a:latin typeface="Courier New"/>
              </a:rPr>
              <a:t>.myDao = Factory.getMyDao();</a:t>
            </a:r>
            <a:endParaRPr b="0" lang="de-DE" sz="2000" strike="noStrike" u="none">
              <a:solidFill>
                <a:srgbClr val="000000"/>
              </a:solidFill>
              <a:uFillTx/>
              <a:latin typeface="Arial"/>
            </a:endParaRPr>
          </a:p>
          <a:p>
            <a:pPr marL="228600" indent="-228600" defTabSz="914400">
              <a:lnSpc>
                <a:spcPct val="90000"/>
              </a:lnSpc>
              <a:spcBef>
                <a:spcPts val="1001"/>
              </a:spcBef>
              <a:buNone/>
              <a:tabLst>
                <a:tab algn="l" pos="0"/>
              </a:tabLst>
            </a:pPr>
            <a:r>
              <a:rPr b="0" lang="de-DE" sz="2000" strike="noStrike" u="none">
                <a:solidFill>
                  <a:schemeClr val="dk1"/>
                </a:solidFill>
                <a:uFillTx/>
                <a:latin typeface="Courier New"/>
              </a:rPr>
              <a:t>}</a:t>
            </a:r>
            <a:endParaRPr b="0" lang="de-DE" sz="2000" strike="noStrike" u="none">
              <a:solidFill>
                <a:srgbClr val="000000"/>
              </a:solidFill>
              <a:uFillTx/>
              <a:latin typeface="Arial"/>
            </a:endParaRPr>
          </a:p>
          <a:p>
            <a:pPr marL="228600" indent="-228600" defTabSz="914400">
              <a:lnSpc>
                <a:spcPct val="90000"/>
              </a:lnSpc>
              <a:spcBef>
                <a:spcPts val="1001"/>
              </a:spcBef>
              <a:buNone/>
              <a:tabLst>
                <a:tab algn="l" pos="0"/>
              </a:tabLst>
            </a:pPr>
            <a:endParaRPr b="0" lang="de-DE" sz="1800" strike="noStrike" u="none">
              <a:solidFill>
                <a:srgbClr val="000000"/>
              </a:solidFill>
              <a:uFillTx/>
              <a:latin typeface="Arial"/>
            </a:endParaRPr>
          </a:p>
          <a:p>
            <a:pPr marL="228600" indent="0" defTabSz="914400">
              <a:lnSpc>
                <a:spcPct val="90000"/>
              </a:lnSpc>
              <a:spcBef>
                <a:spcPts val="1001"/>
              </a:spcBef>
              <a:buNone/>
              <a:tabLst>
                <a:tab algn="l" pos="0"/>
              </a:tabLst>
            </a:pPr>
            <a:endParaRPr b="0" lang="de-DE" sz="1800" strike="noStrike" u="none">
              <a:solidFill>
                <a:srgbClr val="000000"/>
              </a:solidFill>
              <a:uFillTx/>
              <a:latin typeface="Arial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157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06" name="PlaceHolder 1"/>
          <p:cNvSpPr>
            <a:spLocks noGrp="1"/>
          </p:cNvSpPr>
          <p:nvPr>
            <p:ph type="title"/>
          </p:nvPr>
        </p:nvSpPr>
        <p:spPr>
          <a:xfrm>
            <a:off x="838080" y="365040"/>
            <a:ext cx="10514520" cy="132444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ctr">
            <a:noAutofit/>
          </a:bodyPr>
          <a:p>
            <a:pPr indent="0" defTabSz="914400">
              <a:lnSpc>
                <a:spcPct val="90000"/>
              </a:lnSpc>
              <a:buNone/>
              <a:tabLst>
                <a:tab algn="l" pos="0"/>
              </a:tabLst>
            </a:pPr>
            <a:r>
              <a:rPr b="0" lang="de-DE" sz="4400" strike="noStrike" u="none">
                <a:solidFill>
                  <a:schemeClr val="dk1"/>
                </a:solidFill>
                <a:uFillTx/>
                <a:latin typeface="Calibri Light"/>
              </a:rPr>
              <a:t>Dependency Injection</a:t>
            </a:r>
            <a:endParaRPr b="0" lang="de-DE" sz="4400" strike="noStrike" u="none">
              <a:solidFill>
                <a:srgbClr val="000000"/>
              </a:solidFill>
              <a:uFillTx/>
              <a:latin typeface="Arial"/>
            </a:endParaRPr>
          </a:p>
        </p:txBody>
      </p:sp>
      <p:sp>
        <p:nvSpPr>
          <p:cNvPr id="807" name="PlaceHolder 2"/>
          <p:cNvSpPr>
            <a:spLocks noGrp="1"/>
          </p:cNvSpPr>
          <p:nvPr>
            <p:ph/>
          </p:nvPr>
        </p:nvSpPr>
        <p:spPr>
          <a:xfrm>
            <a:off x="838080" y="1825560"/>
            <a:ext cx="10514520" cy="435024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t">
            <a:normAutofit fontScale="92500" lnSpcReduction="9999"/>
          </a:bodyPr>
          <a:p>
            <a:pPr marL="228600" indent="-228600" defTabSz="914400">
              <a:lnSpc>
                <a:spcPct val="90000"/>
              </a:lnSpc>
              <a:spcBef>
                <a:spcPts val="1001"/>
              </a:spcBef>
              <a:buClr>
                <a:srgbClr val="000000"/>
              </a:buClr>
              <a:buFont typeface="Arial"/>
              <a:buChar char="•"/>
            </a:pPr>
            <a:r>
              <a:rPr b="0" lang="de-DE" sz="2800" strike="noStrike" u="none">
                <a:solidFill>
                  <a:schemeClr val="dk1"/>
                </a:solidFill>
                <a:uFillTx/>
                <a:latin typeface="Calibri"/>
              </a:rPr>
              <a:t>Objekte werden zur Laufzeit „injiziert“.</a:t>
            </a:r>
            <a:endParaRPr b="0" lang="de-DE" sz="2800" strike="noStrike" u="none">
              <a:solidFill>
                <a:srgbClr val="000000"/>
              </a:solidFill>
              <a:uFillTx/>
              <a:latin typeface="Arial"/>
            </a:endParaRPr>
          </a:p>
          <a:p>
            <a:pPr marL="228600" indent="-228600" defTabSz="914400">
              <a:lnSpc>
                <a:spcPct val="90000"/>
              </a:lnSpc>
              <a:spcBef>
                <a:spcPts val="1001"/>
              </a:spcBef>
              <a:buClr>
                <a:srgbClr val="000000"/>
              </a:buClr>
              <a:buFont typeface="Arial"/>
              <a:buChar char="•"/>
            </a:pPr>
            <a:r>
              <a:rPr b="0" lang="de-DE" sz="2800" strike="noStrike" u="none">
                <a:solidFill>
                  <a:schemeClr val="dk1"/>
                </a:solidFill>
                <a:uFillTx/>
                <a:latin typeface="Calibri"/>
              </a:rPr>
              <a:t>Objekte werden passiv, statt sie zum Beispiel mit einer Factory aktiv zu erzeugen.</a:t>
            </a:r>
            <a:endParaRPr b="0" lang="de-DE" sz="2800" strike="noStrike" u="none">
              <a:solidFill>
                <a:srgbClr val="000000"/>
              </a:solidFill>
              <a:uFillTx/>
              <a:latin typeface="Arial"/>
            </a:endParaRPr>
          </a:p>
          <a:p>
            <a:pPr marL="228600" indent="-228600" defTabSz="914400">
              <a:lnSpc>
                <a:spcPct val="90000"/>
              </a:lnSpc>
              <a:spcBef>
                <a:spcPts val="1001"/>
              </a:spcBef>
              <a:buClr>
                <a:srgbClr val="000000"/>
              </a:buClr>
              <a:buFont typeface="Arial"/>
              <a:buChar char="•"/>
            </a:pPr>
            <a:r>
              <a:rPr b="0" lang="de-DE" sz="2800" strike="noStrike" u="none">
                <a:solidFill>
                  <a:schemeClr val="dk1"/>
                </a:solidFill>
                <a:uFillTx/>
                <a:latin typeface="Calibri"/>
              </a:rPr>
              <a:t>Abhängigkeiten sind explizit an der Schnittstelle durch entsprechende set-Methoden zu erkennen.</a:t>
            </a:r>
            <a:endParaRPr b="0" lang="de-DE" sz="2800" strike="noStrike" u="none">
              <a:solidFill>
                <a:srgbClr val="000000"/>
              </a:solidFill>
              <a:uFillTx/>
              <a:latin typeface="Arial"/>
            </a:endParaRPr>
          </a:p>
          <a:p>
            <a:pPr marL="228600" indent="-228600" defTabSz="914400">
              <a:lnSpc>
                <a:spcPct val="90000"/>
              </a:lnSpc>
              <a:spcBef>
                <a:spcPts val="1001"/>
              </a:spcBef>
              <a:buClr>
                <a:srgbClr val="000000"/>
              </a:buClr>
              <a:buFont typeface="Arial"/>
              <a:buChar char="•"/>
            </a:pPr>
            <a:r>
              <a:rPr b="0" lang="de-DE" sz="2800" strike="noStrike" u="none">
                <a:solidFill>
                  <a:schemeClr val="dk1"/>
                </a:solidFill>
                <a:uFillTx/>
                <a:latin typeface="Calibri"/>
              </a:rPr>
              <a:t>Es können beliebige andere Objekte zugewiesen werden(z.B. Mocks / an Bedürfnisse angepasste Objekte).</a:t>
            </a:r>
            <a:endParaRPr b="0" lang="de-DE" sz="2800" strike="noStrike" u="none">
              <a:solidFill>
                <a:srgbClr val="000000"/>
              </a:solidFill>
              <a:uFillTx/>
              <a:latin typeface="Arial"/>
            </a:endParaRPr>
          </a:p>
          <a:p>
            <a:pPr marL="228600" indent="-228600" defTabSz="914400">
              <a:lnSpc>
                <a:spcPct val="90000"/>
              </a:lnSpc>
              <a:spcBef>
                <a:spcPts val="1001"/>
              </a:spcBef>
              <a:buClr>
                <a:srgbClr val="000000"/>
              </a:buClr>
              <a:buFont typeface="Arial"/>
              <a:buChar char="•"/>
            </a:pPr>
            <a:r>
              <a:rPr b="0" lang="de-DE" sz="2800" strike="noStrike" u="none">
                <a:solidFill>
                  <a:schemeClr val="dk1"/>
                </a:solidFill>
                <a:uFillTx/>
                <a:latin typeface="Calibri"/>
              </a:rPr>
              <a:t>Sehr flexibel wenn Objekte nur noch von Interfaces abhängen.</a:t>
            </a:r>
            <a:endParaRPr b="0" lang="de-DE" sz="2800" strike="noStrike" u="none">
              <a:solidFill>
                <a:srgbClr val="000000"/>
              </a:solidFill>
              <a:uFillTx/>
              <a:latin typeface="Arial"/>
            </a:endParaRPr>
          </a:p>
          <a:p>
            <a:pPr marL="228600" indent="-228600" defTabSz="914400">
              <a:lnSpc>
                <a:spcPct val="90000"/>
              </a:lnSpc>
              <a:spcBef>
                <a:spcPts val="1001"/>
              </a:spcBef>
              <a:buClr>
                <a:srgbClr val="000000"/>
              </a:buClr>
              <a:buFont typeface="Arial"/>
              <a:buChar char="•"/>
            </a:pPr>
            <a:r>
              <a:rPr b="0" lang="de-DE" sz="2800" strike="noStrike" u="none">
                <a:solidFill>
                  <a:schemeClr val="dk1"/>
                </a:solidFill>
                <a:uFillTx/>
                <a:latin typeface="Calibri"/>
              </a:rPr>
              <a:t>Externe Konfiguration der Beziehungen zwischen Objekten.</a:t>
            </a:r>
            <a:endParaRPr b="0" lang="de-DE" sz="2800" strike="noStrike" u="none">
              <a:solidFill>
                <a:srgbClr val="000000"/>
              </a:solidFill>
              <a:uFillTx/>
              <a:latin typeface="Arial"/>
            </a:endParaRPr>
          </a:p>
          <a:p>
            <a:pPr marL="228600" indent="-228600" defTabSz="914400">
              <a:lnSpc>
                <a:spcPct val="90000"/>
              </a:lnSpc>
              <a:spcBef>
                <a:spcPts val="1001"/>
              </a:spcBef>
              <a:buClr>
                <a:srgbClr val="000000"/>
              </a:buClr>
              <a:buFont typeface="Arial"/>
              <a:buChar char="•"/>
            </a:pPr>
            <a:r>
              <a:rPr b="0" lang="de-DE" sz="2800" strike="noStrike" u="none">
                <a:solidFill>
                  <a:schemeClr val="dk1"/>
                </a:solidFill>
                <a:uFillTx/>
                <a:latin typeface="Calibri"/>
              </a:rPr>
              <a:t>Objekte bekommen ihre abhängigen Objekte statt sie selbst zu suchen.</a:t>
            </a:r>
            <a:endParaRPr b="0" lang="de-DE" sz="2800" strike="noStrike" u="none">
              <a:solidFill>
                <a:srgbClr val="000000"/>
              </a:solidFill>
              <a:uFillTx/>
              <a:latin typeface="Arial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158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08" name="PlaceHolder 1"/>
          <p:cNvSpPr>
            <a:spLocks noGrp="1"/>
          </p:cNvSpPr>
          <p:nvPr>
            <p:ph type="title"/>
          </p:nvPr>
        </p:nvSpPr>
        <p:spPr>
          <a:xfrm>
            <a:off x="838080" y="365040"/>
            <a:ext cx="10514520" cy="132444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ctr">
            <a:noAutofit/>
          </a:bodyPr>
          <a:p>
            <a:pPr indent="0" defTabSz="914400">
              <a:lnSpc>
                <a:spcPct val="90000"/>
              </a:lnSpc>
              <a:buNone/>
              <a:tabLst>
                <a:tab algn="l" pos="0"/>
              </a:tabLst>
            </a:pPr>
            <a:r>
              <a:rPr b="0" lang="de-DE" sz="4400" strike="noStrike" u="none">
                <a:solidFill>
                  <a:schemeClr val="dk1"/>
                </a:solidFill>
                <a:uFillTx/>
                <a:latin typeface="Calibri Light"/>
              </a:rPr>
              <a:t>Beispiel: Service</a:t>
            </a:r>
            <a:endParaRPr b="0" lang="de-DE" sz="4400" strike="noStrike" u="none">
              <a:solidFill>
                <a:srgbClr val="000000"/>
              </a:solidFill>
              <a:uFillTx/>
              <a:latin typeface="Arial"/>
            </a:endParaRPr>
          </a:p>
        </p:txBody>
      </p:sp>
      <p:grpSp>
        <p:nvGrpSpPr>
          <p:cNvPr id="809" name="Gruppieren 6"/>
          <p:cNvGrpSpPr/>
          <p:nvPr/>
        </p:nvGrpSpPr>
        <p:grpSpPr>
          <a:xfrm>
            <a:off x="1549800" y="1367640"/>
            <a:ext cx="8676000" cy="5310720"/>
            <a:chOff x="1549800" y="1367640"/>
            <a:chExt cx="8676000" cy="5310720"/>
          </a:xfrm>
        </p:grpSpPr>
        <p:pic>
          <p:nvPicPr>
            <p:cNvPr id="810" name="Picture 2" descr=""/>
            <p:cNvPicPr/>
            <p:nvPr/>
          </p:nvPicPr>
          <p:blipFill>
            <a:blip r:embed="rId1"/>
            <a:stretch/>
          </p:blipFill>
          <p:spPr>
            <a:xfrm>
              <a:off x="1549800" y="1367640"/>
              <a:ext cx="5609160" cy="2208600"/>
            </a:xfrm>
            <a:prstGeom prst="rect">
              <a:avLst/>
            </a:prstGeom>
            <a:noFill/>
            <a:ln w="0">
              <a:noFill/>
            </a:ln>
          </p:spPr>
        </p:pic>
        <p:sp>
          <p:nvSpPr>
            <p:cNvPr id="811" name="Legende mit Linie 1 8"/>
            <p:cNvSpPr/>
            <p:nvPr/>
          </p:nvSpPr>
          <p:spPr>
            <a:xfrm>
              <a:off x="7670520" y="1583640"/>
              <a:ext cx="2555280" cy="1006920"/>
            </a:xfrm>
            <a:prstGeom prst="borderCallout1">
              <a:avLst>
                <a:gd name="adj1" fmla="val 18750"/>
                <a:gd name="adj2" fmla="val -8333"/>
                <a:gd name="adj3" fmla="val 38092"/>
                <a:gd name="adj4" fmla="val -163187"/>
              </a:avLst>
            </a:prstGeom>
            <a:gradFill rotWithShape="0">
              <a:gsLst>
                <a:gs pos="0">
                  <a:srgbClr val="98c861"/>
                </a:gs>
                <a:gs pos="50000">
                  <a:srgbClr val="8bc63e"/>
                </a:gs>
                <a:gs pos="100000">
                  <a:srgbClr val="7cb831"/>
                </a:gs>
              </a:gsLst>
              <a:lin ang="5400000"/>
            </a:gradFill>
            <a:ln w="0">
              <a:noFill/>
            </a:ln>
            <a:effectLst>
              <a:outerShdw algn="ctr" blurRad="57240" dir="5400000" dist="19080" rotWithShape="0">
                <a:srgbClr val="000000">
                  <a:alpha val="63000"/>
                </a:srgbClr>
              </a:outerShdw>
            </a:effectLst>
          </p:spPr>
          <p:style>
            <a:lnRef idx="0">
              <a:schemeClr val="accent2"/>
            </a:lnRef>
            <a:fillRef idx="3">
              <a:schemeClr val="accent2"/>
            </a:fillRef>
            <a:effectRef idx="3">
              <a:schemeClr val="accent2"/>
            </a:effectRef>
            <a:fontRef idx="minor"/>
          </p:style>
          <p:txBody>
            <a:bodyPr lIns="90000" rIns="90000" tIns="45000" bIns="45000" anchor="ctr">
              <a:noAutofit/>
            </a:bodyPr>
            <a:p>
              <a:pPr algn="ctr" defTabSz="914400">
                <a:lnSpc>
                  <a:spcPct val="100000"/>
                </a:lnSpc>
              </a:pPr>
              <a:r>
                <a:rPr b="0" lang="de-DE" sz="1800" strike="noStrike" u="none">
                  <a:solidFill>
                    <a:schemeClr val="dk1"/>
                  </a:solidFill>
                  <a:uFillTx/>
                  <a:latin typeface="Calibri"/>
                </a:rPr>
                <a:t>@Injectable macht diese Klasse dem Angular-Context bekannt</a:t>
              </a:r>
              <a:endParaRPr b="0" lang="de-DE" sz="1800" strike="noStrike" u="none">
                <a:solidFill>
                  <a:srgbClr val="000000"/>
                </a:solidFill>
                <a:uFillTx/>
                <a:latin typeface="Arial"/>
              </a:endParaRPr>
            </a:p>
          </p:txBody>
        </p:sp>
        <p:pic>
          <p:nvPicPr>
            <p:cNvPr id="812" name="Picture 4" descr=""/>
            <p:cNvPicPr/>
            <p:nvPr/>
          </p:nvPicPr>
          <p:blipFill>
            <a:blip r:embed="rId2"/>
            <a:stretch/>
          </p:blipFill>
          <p:spPr>
            <a:xfrm>
              <a:off x="2040120" y="3960000"/>
              <a:ext cx="2313360" cy="741960"/>
            </a:xfrm>
            <a:prstGeom prst="rect">
              <a:avLst/>
            </a:prstGeom>
            <a:noFill/>
            <a:ln w="0">
              <a:noFill/>
            </a:ln>
          </p:spPr>
        </p:pic>
        <p:sp>
          <p:nvSpPr>
            <p:cNvPr id="813" name="Legende mit Linie 1 10"/>
            <p:cNvSpPr/>
            <p:nvPr/>
          </p:nvSpPr>
          <p:spPr>
            <a:xfrm>
              <a:off x="7670520" y="3456000"/>
              <a:ext cx="2555280" cy="1006920"/>
            </a:xfrm>
            <a:prstGeom prst="borderCallout1">
              <a:avLst>
                <a:gd name="adj1" fmla="val 18750"/>
                <a:gd name="adj2" fmla="val -8333"/>
                <a:gd name="adj3" fmla="val 64257"/>
                <a:gd name="adj4" fmla="val -152869"/>
              </a:avLst>
            </a:prstGeom>
            <a:gradFill rotWithShape="0">
              <a:gsLst>
                <a:gs pos="0">
                  <a:srgbClr val="98c861"/>
                </a:gs>
                <a:gs pos="50000">
                  <a:srgbClr val="8bc63e"/>
                </a:gs>
                <a:gs pos="100000">
                  <a:srgbClr val="7cb831"/>
                </a:gs>
              </a:gsLst>
              <a:lin ang="5400000"/>
            </a:gradFill>
            <a:ln w="0">
              <a:noFill/>
            </a:ln>
            <a:effectLst>
              <a:outerShdw algn="ctr" blurRad="57240" dir="5400000" dist="19080" rotWithShape="0">
                <a:srgbClr val="000000">
                  <a:alpha val="63000"/>
                </a:srgbClr>
              </a:outerShdw>
            </a:effectLst>
          </p:spPr>
          <p:style>
            <a:lnRef idx="0">
              <a:schemeClr val="accent2"/>
            </a:lnRef>
            <a:fillRef idx="3">
              <a:schemeClr val="accent2"/>
            </a:fillRef>
            <a:effectRef idx="3">
              <a:schemeClr val="accent2"/>
            </a:effectRef>
            <a:fontRef idx="minor"/>
          </p:style>
          <p:txBody>
            <a:bodyPr lIns="90000" rIns="90000" tIns="45000" bIns="45000" anchor="ctr">
              <a:noAutofit/>
            </a:bodyPr>
            <a:p>
              <a:pPr algn="ctr" defTabSz="914400">
                <a:lnSpc>
                  <a:spcPct val="100000"/>
                </a:lnSpc>
              </a:pPr>
              <a:r>
                <a:rPr b="0" lang="de-DE" sz="1800" strike="noStrike" u="none">
                  <a:solidFill>
                    <a:schemeClr val="dk1"/>
                  </a:solidFill>
                  <a:uFillTx/>
                  <a:latin typeface="Calibri"/>
                </a:rPr>
                <a:t>Im Modul oder der </a:t>
              </a:r>
              <a:r>
                <a:rPr b="0" lang="de-DE" sz="1800" strike="noStrike" u="none">
                  <a:solidFill>
                    <a:schemeClr val="dk1"/>
                  </a:solidFill>
                  <a:uFillTx/>
                  <a:latin typeface="Courier New"/>
                </a:rPr>
                <a:t>@Component</a:t>
              </a:r>
              <a:r>
                <a:rPr b="0" lang="de-DE" sz="1800" strike="noStrike" u="none">
                  <a:solidFill>
                    <a:schemeClr val="dk1"/>
                  </a:solidFill>
                  <a:uFillTx/>
                  <a:latin typeface="Calibri"/>
                </a:rPr>
                <a:t>-Annotation</a:t>
              </a:r>
              <a:endParaRPr b="0" lang="de-DE" sz="1800" strike="noStrike" u="none">
                <a:solidFill>
                  <a:srgbClr val="000000"/>
                </a:solidFill>
                <a:uFillTx/>
                <a:latin typeface="Arial"/>
              </a:endParaRPr>
            </a:p>
          </p:txBody>
        </p:sp>
        <p:pic>
          <p:nvPicPr>
            <p:cNvPr id="814" name="Picture 5" descr=""/>
            <p:cNvPicPr/>
            <p:nvPr/>
          </p:nvPicPr>
          <p:blipFill>
            <a:blip r:embed="rId3"/>
            <a:stretch/>
          </p:blipFill>
          <p:spPr>
            <a:xfrm>
              <a:off x="2035800" y="4860000"/>
              <a:ext cx="5914080" cy="1818360"/>
            </a:xfrm>
            <a:prstGeom prst="rect">
              <a:avLst/>
            </a:prstGeom>
            <a:noFill/>
            <a:ln w="0">
              <a:noFill/>
            </a:ln>
          </p:spPr>
        </p:pic>
        <p:sp>
          <p:nvSpPr>
            <p:cNvPr id="815" name="Legende mit Linie 1 12"/>
            <p:cNvSpPr/>
            <p:nvPr/>
          </p:nvSpPr>
          <p:spPr>
            <a:xfrm>
              <a:off x="7670520" y="5508000"/>
              <a:ext cx="2555280" cy="1006920"/>
            </a:xfrm>
            <a:prstGeom prst="borderCallout1">
              <a:avLst>
                <a:gd name="adj1" fmla="val 18750"/>
                <a:gd name="adj2" fmla="val -8333"/>
                <a:gd name="adj3" fmla="val -19470"/>
                <a:gd name="adj4" fmla="val -142551"/>
              </a:avLst>
            </a:prstGeom>
            <a:gradFill rotWithShape="0">
              <a:gsLst>
                <a:gs pos="0">
                  <a:srgbClr val="98c861"/>
                </a:gs>
                <a:gs pos="50000">
                  <a:srgbClr val="8bc63e"/>
                </a:gs>
                <a:gs pos="100000">
                  <a:srgbClr val="7cb831"/>
                </a:gs>
              </a:gsLst>
              <a:lin ang="5400000"/>
            </a:gradFill>
            <a:ln w="0">
              <a:noFill/>
            </a:ln>
            <a:effectLst>
              <a:outerShdw algn="ctr" blurRad="57240" dir="5400000" dist="19080" rotWithShape="0">
                <a:srgbClr val="000000">
                  <a:alpha val="63000"/>
                </a:srgbClr>
              </a:outerShdw>
            </a:effectLst>
          </p:spPr>
          <p:style>
            <a:lnRef idx="0">
              <a:schemeClr val="accent2"/>
            </a:lnRef>
            <a:fillRef idx="3">
              <a:schemeClr val="accent2"/>
            </a:fillRef>
            <a:effectRef idx="3">
              <a:schemeClr val="accent2"/>
            </a:effectRef>
            <a:fontRef idx="minor"/>
          </p:style>
          <p:txBody>
            <a:bodyPr lIns="90000" rIns="90000" tIns="45000" bIns="45000" anchor="ctr">
              <a:noAutofit/>
            </a:bodyPr>
            <a:p>
              <a:pPr algn="ctr" defTabSz="914400">
                <a:lnSpc>
                  <a:spcPct val="100000"/>
                </a:lnSpc>
              </a:pPr>
              <a:r>
                <a:rPr b="0" lang="de-DE" sz="1800" strike="noStrike" u="none">
                  <a:solidFill>
                    <a:schemeClr val="dk1"/>
                  </a:solidFill>
                  <a:uFillTx/>
                  <a:latin typeface="Calibri"/>
                </a:rPr>
                <a:t>Dependency Injection in einer Component</a:t>
              </a:r>
              <a:endParaRPr b="0" lang="de-DE" sz="1800" strike="noStrike" u="none">
                <a:solidFill>
                  <a:srgbClr val="000000"/>
                </a:solidFill>
                <a:uFillTx/>
                <a:latin typeface="Arial"/>
              </a:endParaRPr>
            </a:p>
          </p:txBody>
        </p:sp>
      </p:grp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159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16" name="PlaceHolder 1"/>
          <p:cNvSpPr>
            <a:spLocks noGrp="1"/>
          </p:cNvSpPr>
          <p:nvPr>
            <p:ph type="title"/>
          </p:nvPr>
        </p:nvSpPr>
        <p:spPr>
          <a:xfrm>
            <a:off x="838080" y="365040"/>
            <a:ext cx="10514520" cy="132444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ctr">
            <a:noAutofit/>
          </a:bodyPr>
          <a:p>
            <a:pPr indent="0" defTabSz="914400">
              <a:lnSpc>
                <a:spcPct val="90000"/>
              </a:lnSpc>
              <a:buNone/>
              <a:tabLst>
                <a:tab algn="l" pos="0"/>
              </a:tabLst>
            </a:pPr>
            <a:r>
              <a:rPr b="0" lang="de-DE" sz="4400" strike="noStrike" u="none">
                <a:solidFill>
                  <a:schemeClr val="dk1"/>
                </a:solidFill>
                <a:uFillTx/>
                <a:latin typeface="Calibri Light"/>
              </a:rPr>
              <a:t>DI Konfig</a:t>
            </a:r>
            <a:endParaRPr b="0" lang="de-DE" sz="4400" strike="noStrike" u="none">
              <a:solidFill>
                <a:srgbClr val="000000"/>
              </a:solidFill>
              <a:uFillTx/>
              <a:latin typeface="Arial"/>
            </a:endParaRPr>
          </a:p>
        </p:txBody>
      </p:sp>
      <p:sp>
        <p:nvSpPr>
          <p:cNvPr id="817" name="PlaceHolder 2"/>
          <p:cNvSpPr>
            <a:spLocks noGrp="1"/>
          </p:cNvSpPr>
          <p:nvPr>
            <p:ph/>
          </p:nvPr>
        </p:nvSpPr>
        <p:spPr>
          <a:xfrm>
            <a:off x="838080" y="1825560"/>
            <a:ext cx="10514520" cy="435024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t">
            <a:noAutofit/>
          </a:bodyPr>
          <a:p>
            <a:pPr marL="228600" indent="-228600" defTabSz="914400">
              <a:lnSpc>
                <a:spcPct val="90000"/>
              </a:lnSpc>
              <a:spcBef>
                <a:spcPts val="1001"/>
              </a:spcBef>
              <a:buClr>
                <a:srgbClr val="333333"/>
              </a:buClr>
              <a:buFont typeface="Arial"/>
              <a:buChar char="•"/>
            </a:pPr>
            <a:r>
              <a:rPr b="0" lang="de-DE" sz="2800" strike="noStrike" u="none">
                <a:solidFill>
                  <a:srgbClr val="333333"/>
                </a:solidFill>
                <a:uFillTx/>
                <a:latin typeface="Aller"/>
              </a:rPr>
              <a:t>Woher weiß Angular was zu injizieren ist?</a:t>
            </a:r>
            <a:endParaRPr b="0" lang="de-DE" sz="2800" strike="noStrike" u="none">
              <a:solidFill>
                <a:srgbClr val="000000"/>
              </a:solidFill>
              <a:uFillTx/>
              <a:latin typeface="Arial"/>
            </a:endParaRPr>
          </a:p>
          <a:p>
            <a:pPr lvl="1" marL="743040" indent="-285840" defTabSz="914400">
              <a:lnSpc>
                <a:spcPct val="90000"/>
              </a:lnSpc>
              <a:spcBef>
                <a:spcPts val="499"/>
              </a:spcBef>
              <a:buClr>
                <a:srgbClr val="333333"/>
              </a:buClr>
              <a:buFont typeface="Arial"/>
              <a:buChar char="•"/>
            </a:pPr>
            <a:r>
              <a:rPr b="0" lang="de-DE" sz="2400" strike="noStrike" u="none">
                <a:solidFill>
                  <a:srgbClr val="333333"/>
                </a:solidFill>
                <a:uFillTx/>
                <a:latin typeface="Aller"/>
              </a:rPr>
              <a:t>Muss konfiguriert werden: </a:t>
            </a:r>
            <a:r>
              <a:rPr b="0" i="1" lang="de-DE" sz="2400" strike="noStrike" u="none">
                <a:solidFill>
                  <a:srgbClr val="333333"/>
                </a:solidFill>
                <a:uFillTx/>
                <a:latin typeface="Aller"/>
              </a:rPr>
              <a:t>Providers</a:t>
            </a:r>
            <a:endParaRPr b="0" lang="de-DE" sz="2400" strike="noStrike" u="none">
              <a:solidFill>
                <a:srgbClr val="000000"/>
              </a:solidFill>
              <a:uFillTx/>
              <a:latin typeface="Arial"/>
            </a:endParaRPr>
          </a:p>
          <a:p>
            <a:pPr lvl="1" marL="743040" indent="-285840" defTabSz="914400">
              <a:lnSpc>
                <a:spcPct val="90000"/>
              </a:lnSpc>
              <a:spcBef>
                <a:spcPts val="499"/>
              </a:spcBef>
              <a:buClr>
                <a:srgbClr val="333333"/>
              </a:buClr>
              <a:buFont typeface="Arial"/>
              <a:buChar char="•"/>
            </a:pPr>
            <a:r>
              <a:rPr b="0" lang="de-DE" sz="2400" strike="noStrike" u="none">
                <a:solidFill>
                  <a:srgbClr val="333333"/>
                </a:solidFill>
                <a:uFillTx/>
                <a:latin typeface="Aller"/>
              </a:rPr>
              <a:t>Injector -&gt; Provider -&gt; Instance</a:t>
            </a:r>
            <a:endParaRPr b="0" lang="de-DE" sz="2400" strike="noStrike" u="none">
              <a:solidFill>
                <a:srgbClr val="000000"/>
              </a:solidFill>
              <a:uFillTx/>
              <a:latin typeface="Arial"/>
            </a:endParaRPr>
          </a:p>
          <a:p>
            <a:pPr marL="228600" indent="-228600" defTabSz="914400">
              <a:lnSpc>
                <a:spcPct val="90000"/>
              </a:lnSpc>
              <a:spcBef>
                <a:spcPts val="1001"/>
              </a:spcBef>
              <a:buClr>
                <a:srgbClr val="333333"/>
              </a:buClr>
              <a:buFont typeface="Arial"/>
              <a:buChar char="•"/>
            </a:pPr>
            <a:r>
              <a:rPr b="0" lang="de-DE" sz="2800" strike="noStrike" u="none">
                <a:solidFill>
                  <a:srgbClr val="333333"/>
                </a:solidFill>
                <a:uFillTx/>
                <a:latin typeface="Aller"/>
              </a:rPr>
              <a:t>Konfiguration an Modulen</a:t>
            </a:r>
            <a:endParaRPr b="0" lang="de-DE" sz="2800" strike="noStrike" u="none">
              <a:solidFill>
                <a:srgbClr val="000000"/>
              </a:solidFill>
              <a:uFillTx/>
              <a:latin typeface="Arial"/>
            </a:endParaRPr>
          </a:p>
          <a:p>
            <a:pPr marL="457200" indent="0" defTabSz="914400">
              <a:lnSpc>
                <a:spcPct val="90000"/>
              </a:lnSpc>
              <a:spcBef>
                <a:spcPts val="499"/>
              </a:spcBef>
              <a:buNone/>
              <a:tabLst>
                <a:tab algn="l" pos="0"/>
              </a:tabLst>
            </a:pPr>
            <a:r>
              <a:rPr b="0" lang="de-DE" sz="2400" strike="noStrike" u="none">
                <a:solidFill>
                  <a:srgbClr val="195f91"/>
                </a:solidFill>
                <a:uFillTx/>
                <a:latin typeface="SourceCodePro"/>
              </a:rPr>
              <a:t>@NgModule</a:t>
            </a:r>
            <a:r>
              <a:rPr b="0" lang="de-DE" sz="2400" strike="noStrike" u="none">
                <a:solidFill>
                  <a:srgbClr val="93a1a1"/>
                </a:solidFill>
                <a:uFillTx/>
                <a:latin typeface="SourceCodePro"/>
              </a:rPr>
              <a:t>({</a:t>
            </a:r>
            <a:endParaRPr b="0" lang="de-DE" sz="2400" strike="noStrike" u="none">
              <a:solidFill>
                <a:srgbClr val="000000"/>
              </a:solidFill>
              <a:uFillTx/>
              <a:latin typeface="Arial"/>
            </a:endParaRPr>
          </a:p>
          <a:p>
            <a:pPr marL="457200" indent="0" defTabSz="914400">
              <a:lnSpc>
                <a:spcPct val="90000"/>
              </a:lnSpc>
              <a:spcBef>
                <a:spcPts val="499"/>
              </a:spcBef>
              <a:buNone/>
              <a:tabLst>
                <a:tab algn="l" pos="0"/>
              </a:tabLst>
            </a:pPr>
            <a:r>
              <a:rPr b="0" lang="de-DE" sz="2400" strike="noStrike" u="none">
                <a:solidFill>
                  <a:srgbClr val="48484c"/>
                </a:solidFill>
                <a:uFillTx/>
                <a:latin typeface="SourceCodePro"/>
              </a:rPr>
              <a:t>providers</a:t>
            </a:r>
            <a:r>
              <a:rPr b="0" lang="de-DE" sz="2400" strike="noStrike" u="none">
                <a:solidFill>
                  <a:srgbClr val="93a1a1"/>
                </a:solidFill>
                <a:uFillTx/>
                <a:latin typeface="SourceCodePro"/>
              </a:rPr>
              <a:t>:</a:t>
            </a:r>
            <a:r>
              <a:rPr b="0" lang="de-DE" sz="2400" strike="noStrike" u="none">
                <a:solidFill>
                  <a:srgbClr val="48484c"/>
                </a:solidFill>
                <a:uFillTx/>
                <a:latin typeface="SourceCodePro"/>
              </a:rPr>
              <a:t> </a:t>
            </a:r>
            <a:r>
              <a:rPr b="0" lang="de-DE" sz="2400" strike="noStrike" u="none">
                <a:solidFill>
                  <a:srgbClr val="93a1a1"/>
                </a:solidFill>
                <a:uFillTx/>
                <a:latin typeface="SourceCodePro"/>
              </a:rPr>
              <a:t>[</a:t>
            </a:r>
            <a:r>
              <a:rPr b="0" lang="de-DE" sz="2400" strike="noStrike" u="none">
                <a:solidFill>
                  <a:srgbClr val="48484c"/>
                </a:solidFill>
                <a:uFillTx/>
                <a:latin typeface="SourceCodePro"/>
              </a:rPr>
              <a:t> </a:t>
            </a:r>
            <a:r>
              <a:rPr b="0" lang="de-DE" sz="2400" strike="noStrike" u="none">
                <a:solidFill>
                  <a:srgbClr val="93a1a1"/>
                </a:solidFill>
                <a:uFillTx/>
                <a:latin typeface="SourceCodePro"/>
              </a:rPr>
              <a:t>]</a:t>
            </a:r>
            <a:r>
              <a:rPr b="0" lang="de-DE" sz="2400" strike="noStrike" u="none">
                <a:solidFill>
                  <a:srgbClr val="48484c"/>
                </a:solidFill>
                <a:uFillTx/>
                <a:latin typeface="SourceCodePro"/>
              </a:rPr>
              <a:t> </a:t>
            </a:r>
            <a:r>
              <a:rPr b="0" lang="de-DE" sz="2400" strike="noStrike" u="none">
                <a:solidFill>
                  <a:srgbClr val="93a1a1"/>
                </a:solidFill>
                <a:uFillTx/>
                <a:latin typeface="SourceCodePro"/>
              </a:rPr>
              <a:t>/* array of providers */</a:t>
            </a:r>
            <a:endParaRPr b="0" lang="de-DE" sz="2400" strike="noStrike" u="none">
              <a:solidFill>
                <a:srgbClr val="000000"/>
              </a:solidFill>
              <a:uFillTx/>
              <a:latin typeface="Arial"/>
            </a:endParaRPr>
          </a:p>
          <a:p>
            <a:pPr marL="457200" indent="0" defTabSz="914400">
              <a:lnSpc>
                <a:spcPct val="90000"/>
              </a:lnSpc>
              <a:spcBef>
                <a:spcPts val="499"/>
              </a:spcBef>
              <a:buNone/>
              <a:tabLst>
                <a:tab algn="l" pos="0"/>
              </a:tabLst>
            </a:pPr>
            <a:r>
              <a:rPr b="0" lang="de-DE" sz="2400" strike="noStrike" u="none">
                <a:solidFill>
                  <a:srgbClr val="93a1a1"/>
                </a:solidFill>
                <a:uFillTx/>
                <a:latin typeface="SourceCodePro"/>
              </a:rPr>
              <a:t>})</a:t>
            </a:r>
            <a:endParaRPr b="0" lang="de-DE" sz="2400" strike="noStrike" u="none">
              <a:solidFill>
                <a:srgbClr val="000000"/>
              </a:solidFill>
              <a:uFillTx/>
              <a:latin typeface="Arial"/>
            </a:endParaRPr>
          </a:p>
          <a:p>
            <a:pPr marL="457200" indent="0" defTabSz="914400">
              <a:lnSpc>
                <a:spcPct val="90000"/>
              </a:lnSpc>
              <a:spcBef>
                <a:spcPts val="499"/>
              </a:spcBef>
              <a:buNone/>
              <a:tabLst>
                <a:tab algn="l" pos="0"/>
              </a:tabLst>
            </a:pPr>
            <a:r>
              <a:rPr b="0" lang="de-DE" sz="2400" strike="noStrike" u="none">
                <a:solidFill>
                  <a:srgbClr val="1e347b"/>
                </a:solidFill>
                <a:uFillTx/>
                <a:latin typeface="SourceCodePro"/>
              </a:rPr>
              <a:t>export</a:t>
            </a:r>
            <a:r>
              <a:rPr b="0" lang="de-DE" sz="2400" strike="noStrike" u="none">
                <a:solidFill>
                  <a:srgbClr val="48484c"/>
                </a:solidFill>
                <a:uFillTx/>
                <a:latin typeface="SourceCodePro"/>
              </a:rPr>
              <a:t> </a:t>
            </a:r>
            <a:r>
              <a:rPr b="0" lang="de-DE" sz="2400" strike="noStrike" u="none">
                <a:solidFill>
                  <a:srgbClr val="1e347b"/>
                </a:solidFill>
                <a:uFillTx/>
                <a:latin typeface="SourceCodePro"/>
              </a:rPr>
              <a:t>class</a:t>
            </a:r>
            <a:r>
              <a:rPr b="0" lang="de-DE" sz="2400" strike="noStrike" u="none">
                <a:solidFill>
                  <a:srgbClr val="48484c"/>
                </a:solidFill>
                <a:uFillTx/>
                <a:latin typeface="SourceCodePro"/>
              </a:rPr>
              <a:t> </a:t>
            </a:r>
            <a:r>
              <a:rPr b="0" lang="de-DE" sz="2400" strike="noStrike" u="none">
                <a:solidFill>
                  <a:srgbClr val="008080"/>
                </a:solidFill>
                <a:uFillTx/>
                <a:latin typeface="SourceCodePro"/>
              </a:rPr>
              <a:t>TrackModule</a:t>
            </a:r>
            <a:r>
              <a:rPr b="0" lang="de-DE" sz="2400" strike="noStrike" u="none">
                <a:solidFill>
                  <a:srgbClr val="48484c"/>
                </a:solidFill>
                <a:uFillTx/>
                <a:latin typeface="SourceCodePro"/>
              </a:rPr>
              <a:t> </a:t>
            </a:r>
            <a:r>
              <a:rPr b="0" lang="de-DE" sz="2400" strike="noStrike" u="none">
                <a:solidFill>
                  <a:srgbClr val="93a1a1"/>
                </a:solidFill>
                <a:uFillTx/>
                <a:latin typeface="SourceCodePro"/>
              </a:rPr>
              <a:t>{</a:t>
            </a:r>
            <a:r>
              <a:rPr b="0" lang="de-DE" sz="2400" strike="noStrike" u="none">
                <a:solidFill>
                  <a:srgbClr val="48484c"/>
                </a:solidFill>
                <a:uFillTx/>
                <a:latin typeface="SourceCodePro"/>
              </a:rPr>
              <a:t> </a:t>
            </a:r>
            <a:r>
              <a:rPr b="0" lang="de-DE" sz="2400" strike="noStrike" u="none">
                <a:solidFill>
                  <a:srgbClr val="93a1a1"/>
                </a:solidFill>
                <a:uFillTx/>
                <a:latin typeface="SourceCodePro"/>
              </a:rPr>
              <a:t>}</a:t>
            </a:r>
            <a:endParaRPr b="0" lang="de-DE" sz="2400" strike="noStrike" u="none">
              <a:solidFill>
                <a:srgbClr val="000000"/>
              </a:solidFill>
              <a:uFillTx/>
              <a:latin typeface="Arial"/>
            </a:endParaRPr>
          </a:p>
          <a:p>
            <a:pPr marL="228600" indent="-228600" defTabSz="914400">
              <a:lnSpc>
                <a:spcPct val="90000"/>
              </a:lnSpc>
              <a:spcBef>
                <a:spcPts val="1001"/>
              </a:spcBef>
              <a:buClr>
                <a:srgbClr val="333333"/>
              </a:buClr>
              <a:buFont typeface="Arial"/>
              <a:buChar char="•"/>
              <a:tabLst>
                <a:tab algn="l" pos="0"/>
              </a:tabLst>
            </a:pPr>
            <a:r>
              <a:rPr b="0" lang="de-DE" sz="2800" strike="noStrike" u="none">
                <a:solidFill>
                  <a:srgbClr val="333333"/>
                </a:solidFill>
                <a:uFillTx/>
                <a:latin typeface="Aller"/>
              </a:rPr>
              <a:t>Wie sieht ein Provider aus?</a:t>
            </a:r>
            <a:endParaRPr b="0" lang="de-DE" sz="2800" strike="noStrike" u="none">
              <a:solidFill>
                <a:srgbClr val="000000"/>
              </a:solidFill>
              <a:uFillTx/>
              <a:latin typeface="Arial"/>
            </a:endParaRPr>
          </a:p>
          <a:p>
            <a:pPr indent="0" defTabSz="914400">
              <a:lnSpc>
                <a:spcPct val="90000"/>
              </a:lnSpc>
              <a:spcBef>
                <a:spcPts val="1001"/>
              </a:spcBef>
              <a:buNone/>
              <a:tabLst>
                <a:tab algn="l" pos="0"/>
              </a:tabLst>
            </a:pPr>
            <a:endParaRPr b="0" lang="de-DE" sz="2800" strike="noStrike" u="none">
              <a:solidFill>
                <a:srgbClr val="000000"/>
              </a:solidFill>
              <a:uFillTx/>
              <a:latin typeface="Arial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160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18" name="PlaceHolder 1"/>
          <p:cNvSpPr>
            <a:spLocks noGrp="1"/>
          </p:cNvSpPr>
          <p:nvPr>
            <p:ph type="title"/>
          </p:nvPr>
        </p:nvSpPr>
        <p:spPr>
          <a:xfrm>
            <a:off x="838080" y="365040"/>
            <a:ext cx="10514520" cy="132444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ctr">
            <a:noAutofit/>
          </a:bodyPr>
          <a:p>
            <a:pPr indent="0" defTabSz="914400">
              <a:lnSpc>
                <a:spcPct val="90000"/>
              </a:lnSpc>
              <a:buNone/>
              <a:tabLst>
                <a:tab algn="l" pos="0"/>
              </a:tabLst>
            </a:pPr>
            <a:r>
              <a:rPr b="0" lang="de-DE" sz="4400" strike="noStrike" u="none">
                <a:solidFill>
                  <a:schemeClr val="dk1"/>
                </a:solidFill>
                <a:uFillTx/>
                <a:latin typeface="Calibri Light"/>
              </a:rPr>
              <a:t>Wie geht DI in Angular</a:t>
            </a:r>
            <a:endParaRPr b="0" lang="de-DE" sz="4400" strike="noStrike" u="none">
              <a:solidFill>
                <a:srgbClr val="000000"/>
              </a:solidFill>
              <a:uFillTx/>
              <a:latin typeface="Arial"/>
            </a:endParaRPr>
          </a:p>
        </p:txBody>
      </p:sp>
      <p:sp>
        <p:nvSpPr>
          <p:cNvPr id="819" name="PlaceHolder 2"/>
          <p:cNvSpPr>
            <a:spLocks noGrp="1"/>
          </p:cNvSpPr>
          <p:nvPr>
            <p:ph/>
          </p:nvPr>
        </p:nvSpPr>
        <p:spPr>
          <a:xfrm>
            <a:off x="838080" y="1825560"/>
            <a:ext cx="10514520" cy="435024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t">
            <a:normAutofit fontScale="62500" lnSpcReduction="19999"/>
          </a:bodyPr>
          <a:p>
            <a:pPr marL="228600" indent="-228600" defTabSz="914400">
              <a:lnSpc>
                <a:spcPct val="90000"/>
              </a:lnSpc>
              <a:spcBef>
                <a:spcPts val="1001"/>
              </a:spcBef>
              <a:buClr>
                <a:srgbClr val="333333"/>
              </a:buClr>
              <a:buFont typeface="Arial"/>
              <a:buChar char="•"/>
            </a:pPr>
            <a:r>
              <a:rPr b="0" lang="de-DE" sz="2800" strike="noStrike" u="none">
                <a:solidFill>
                  <a:srgbClr val="333333"/>
                </a:solidFill>
                <a:uFillTx/>
                <a:latin typeface="Aller"/>
              </a:rPr>
              <a:t>Direkte Abhängigkeit</a:t>
            </a:r>
            <a:endParaRPr b="0" lang="de-DE" sz="2800" strike="noStrike" u="none">
              <a:solidFill>
                <a:srgbClr val="000000"/>
              </a:solidFill>
              <a:uFillTx/>
              <a:latin typeface="Arial"/>
            </a:endParaRPr>
          </a:p>
          <a:p>
            <a:pPr lvl="1" marL="743040" indent="-285840" defTabSz="914400">
              <a:lnSpc>
                <a:spcPct val="90000"/>
              </a:lnSpc>
              <a:spcBef>
                <a:spcPts val="499"/>
              </a:spcBef>
              <a:buClr>
                <a:srgbClr val="333333"/>
              </a:buClr>
              <a:buFont typeface="Arial"/>
              <a:buChar char="•"/>
            </a:pPr>
            <a:r>
              <a:rPr b="0" lang="de-DE" sz="2400" strike="noStrike" u="none">
                <a:solidFill>
                  <a:srgbClr val="333333"/>
                </a:solidFill>
                <a:uFillTx/>
                <a:latin typeface="Aller"/>
              </a:rPr>
              <a:t>einfach nur die Klasse angeben: [ConsoleLogger]</a:t>
            </a:r>
            <a:endParaRPr b="0" lang="de-DE" sz="2400" strike="noStrike" u="none">
              <a:solidFill>
                <a:srgbClr val="000000"/>
              </a:solidFill>
              <a:uFillTx/>
              <a:latin typeface="Arial"/>
            </a:endParaRPr>
          </a:p>
          <a:p>
            <a:pPr lvl="1" marL="743040" indent="-285840" defTabSz="914400">
              <a:lnSpc>
                <a:spcPct val="90000"/>
              </a:lnSpc>
              <a:spcBef>
                <a:spcPts val="499"/>
              </a:spcBef>
              <a:buClr>
                <a:srgbClr val="333333"/>
              </a:buClr>
              <a:buFont typeface="Arial"/>
              <a:buChar char="•"/>
            </a:pPr>
            <a:r>
              <a:rPr b="0" lang="de-DE" sz="2400" strike="noStrike" u="none">
                <a:solidFill>
                  <a:srgbClr val="333333"/>
                </a:solidFill>
                <a:uFillTx/>
                <a:latin typeface="Aller"/>
              </a:rPr>
              <a:t>Kurz für [{ provide: ConsoleLogger, useClass: ConsoleLogger}]</a:t>
            </a:r>
            <a:endParaRPr b="0" lang="de-DE" sz="2400" strike="noStrike" u="none">
              <a:solidFill>
                <a:srgbClr val="000000"/>
              </a:solidFill>
              <a:uFillTx/>
              <a:latin typeface="Arial"/>
            </a:endParaRPr>
          </a:p>
          <a:p>
            <a:pPr marL="228600" indent="-228600" defTabSz="914400">
              <a:lnSpc>
                <a:spcPct val="90000"/>
              </a:lnSpc>
              <a:spcBef>
                <a:spcPts val="1001"/>
              </a:spcBef>
              <a:buClr>
                <a:srgbClr val="333333"/>
              </a:buClr>
              <a:buFont typeface="Arial"/>
              <a:buChar char="•"/>
            </a:pPr>
            <a:r>
              <a:rPr b="0" lang="de-DE" sz="2800" strike="noStrike" u="none">
                <a:solidFill>
                  <a:srgbClr val="333333"/>
                </a:solidFill>
                <a:uFillTx/>
                <a:latin typeface="Aller"/>
              </a:rPr>
              <a:t>Allgemein: Provider-Objekt</a:t>
            </a:r>
            <a:endParaRPr b="0" lang="de-DE" sz="2800" strike="noStrike" u="none">
              <a:solidFill>
                <a:srgbClr val="000000"/>
              </a:solidFill>
              <a:uFillTx/>
              <a:latin typeface="Arial"/>
            </a:endParaRPr>
          </a:p>
          <a:p>
            <a:pPr lvl="1" marL="743040" indent="-285840" defTabSz="914400">
              <a:lnSpc>
                <a:spcPct val="90000"/>
              </a:lnSpc>
              <a:spcBef>
                <a:spcPts val="499"/>
              </a:spcBef>
              <a:buClr>
                <a:srgbClr val="333333"/>
              </a:buClr>
              <a:buFont typeface="Arial"/>
              <a:buChar char="•"/>
            </a:pPr>
            <a:r>
              <a:rPr b="0" lang="de-DE" sz="2400" strike="noStrike" u="none">
                <a:solidFill>
                  <a:srgbClr val="333333"/>
                </a:solidFill>
                <a:uFillTx/>
                <a:latin typeface="Aller"/>
              </a:rPr>
              <a:t>provide: Unter welchem Namen steht es zur Verfügung -&gt; Klasse</a:t>
            </a:r>
            <a:endParaRPr b="0" lang="de-DE" sz="2400" strike="noStrike" u="none">
              <a:solidFill>
                <a:srgbClr val="000000"/>
              </a:solidFill>
              <a:uFillTx/>
              <a:latin typeface="Arial"/>
            </a:endParaRPr>
          </a:p>
          <a:p>
            <a:pPr lvl="1" marL="743040" indent="-285840" defTabSz="914400">
              <a:lnSpc>
                <a:spcPct val="90000"/>
              </a:lnSpc>
              <a:spcBef>
                <a:spcPts val="499"/>
              </a:spcBef>
              <a:buClr>
                <a:srgbClr val="333333"/>
              </a:buClr>
              <a:buFont typeface="Arial"/>
              <a:buChar char="•"/>
            </a:pPr>
            <a:r>
              <a:rPr b="0" lang="de-DE" sz="2400" strike="noStrike" u="none">
                <a:solidFill>
                  <a:srgbClr val="333333"/>
                </a:solidFill>
                <a:uFillTx/>
                <a:latin typeface="Aller"/>
              </a:rPr>
              <a:t>Ein Rezept, wie soll es erzeugt werden soll -&gt;</a:t>
            </a:r>
            <a:br>
              <a:rPr sz="2400"/>
            </a:br>
            <a:r>
              <a:rPr b="0" lang="de-DE" sz="2400" strike="noStrike" u="none">
                <a:solidFill>
                  <a:srgbClr val="333333"/>
                </a:solidFill>
                <a:uFillTx/>
                <a:latin typeface="Aller"/>
              </a:rPr>
              <a:t>useClass, useValue, useFactory oder useExisting</a:t>
            </a:r>
            <a:endParaRPr b="0" lang="de-DE" sz="2400" strike="noStrike" u="none">
              <a:solidFill>
                <a:srgbClr val="000000"/>
              </a:solidFill>
              <a:uFillTx/>
              <a:latin typeface="Arial"/>
            </a:endParaRPr>
          </a:p>
          <a:p>
            <a:pPr indent="0" defTabSz="914400">
              <a:lnSpc>
                <a:spcPct val="90000"/>
              </a:lnSpc>
              <a:spcBef>
                <a:spcPts val="1001"/>
              </a:spcBef>
              <a:buNone/>
              <a:tabLst>
                <a:tab algn="l" pos="0"/>
              </a:tabLst>
            </a:pPr>
            <a:r>
              <a:rPr b="0" lang="de-DE" sz="2800" strike="noStrike" u="none">
                <a:solidFill>
                  <a:srgbClr val="195f91"/>
                </a:solidFill>
                <a:uFillTx/>
                <a:latin typeface="SourceCodePro"/>
              </a:rPr>
              <a:t>@NgModule</a:t>
            </a:r>
            <a:r>
              <a:rPr b="0" lang="de-DE" sz="2800" strike="noStrike" u="none">
                <a:solidFill>
                  <a:srgbClr val="93a1a1"/>
                </a:solidFill>
                <a:uFillTx/>
                <a:latin typeface="SourceCodePro"/>
              </a:rPr>
              <a:t>({</a:t>
            </a:r>
            <a:endParaRPr b="0" lang="de-DE" sz="2800" strike="noStrike" u="none">
              <a:solidFill>
                <a:srgbClr val="000000"/>
              </a:solidFill>
              <a:uFillTx/>
              <a:latin typeface="Arial"/>
            </a:endParaRPr>
          </a:p>
          <a:p>
            <a:pPr indent="0" defTabSz="914400">
              <a:lnSpc>
                <a:spcPct val="90000"/>
              </a:lnSpc>
              <a:spcBef>
                <a:spcPts val="1001"/>
              </a:spcBef>
              <a:buNone/>
              <a:tabLst>
                <a:tab algn="l" pos="0"/>
              </a:tabLst>
            </a:pPr>
            <a:r>
              <a:rPr b="0" lang="de-DE" sz="2800" strike="noStrike" u="none">
                <a:solidFill>
                  <a:srgbClr val="48484c"/>
                </a:solidFill>
                <a:uFillTx/>
                <a:latin typeface="SourceCodePro"/>
              </a:rPr>
              <a:t>providers</a:t>
            </a:r>
            <a:r>
              <a:rPr b="0" lang="de-DE" sz="2800" strike="noStrike" u="none">
                <a:solidFill>
                  <a:srgbClr val="93a1a1"/>
                </a:solidFill>
                <a:uFillTx/>
                <a:latin typeface="SourceCodePro"/>
              </a:rPr>
              <a:t>:</a:t>
            </a:r>
            <a:r>
              <a:rPr b="0" lang="de-DE" sz="2800" strike="noStrike" u="none">
                <a:solidFill>
                  <a:srgbClr val="48484c"/>
                </a:solidFill>
                <a:uFillTx/>
                <a:latin typeface="SourceCodePro"/>
              </a:rPr>
              <a:t> </a:t>
            </a:r>
            <a:r>
              <a:rPr b="0" lang="de-DE" sz="2800" strike="noStrike" u="none">
                <a:solidFill>
                  <a:srgbClr val="93a1a1"/>
                </a:solidFill>
                <a:uFillTx/>
                <a:latin typeface="SourceCodePro"/>
              </a:rPr>
              <a:t>[</a:t>
            </a:r>
            <a:endParaRPr b="0" lang="de-DE" sz="2800" strike="noStrike" u="none">
              <a:solidFill>
                <a:srgbClr val="000000"/>
              </a:solidFill>
              <a:uFillTx/>
              <a:latin typeface="Arial"/>
            </a:endParaRPr>
          </a:p>
          <a:p>
            <a:pPr indent="0" defTabSz="914400">
              <a:lnSpc>
                <a:spcPct val="90000"/>
              </a:lnSpc>
              <a:spcBef>
                <a:spcPts val="1001"/>
              </a:spcBef>
              <a:buNone/>
              <a:tabLst>
                <a:tab algn="l" pos="0"/>
              </a:tabLst>
            </a:pPr>
            <a:r>
              <a:rPr b="0" lang="de-DE" sz="2800" strike="noStrike" u="none">
                <a:solidFill>
                  <a:srgbClr val="93a1a1"/>
                </a:solidFill>
                <a:uFillTx/>
                <a:latin typeface="SourceCodePro"/>
              </a:rPr>
              <a:t>	</a:t>
            </a:r>
            <a:r>
              <a:rPr b="0" lang="de-DE" sz="2800" strike="noStrike" u="none">
                <a:solidFill>
                  <a:srgbClr val="93a1a1"/>
                </a:solidFill>
                <a:uFillTx/>
                <a:latin typeface="SourceCodePro"/>
              </a:rPr>
              <a:t>{</a:t>
            </a:r>
            <a:r>
              <a:rPr b="0" lang="de-DE" sz="2800" strike="noStrike" u="none">
                <a:solidFill>
                  <a:srgbClr val="48484c"/>
                </a:solidFill>
                <a:uFillTx/>
                <a:latin typeface="SourceCodePro"/>
              </a:rPr>
              <a:t> provide</a:t>
            </a:r>
            <a:r>
              <a:rPr b="0" lang="de-DE" sz="2800" strike="noStrike" u="none">
                <a:solidFill>
                  <a:srgbClr val="93a1a1"/>
                </a:solidFill>
                <a:uFillTx/>
                <a:latin typeface="SourceCodePro"/>
              </a:rPr>
              <a:t>:</a:t>
            </a:r>
            <a:r>
              <a:rPr b="0" lang="de-DE" sz="2800" strike="noStrike" u="none">
                <a:solidFill>
                  <a:srgbClr val="48484c"/>
                </a:solidFill>
                <a:uFillTx/>
                <a:latin typeface="SourceCodePro"/>
              </a:rPr>
              <a:t> </a:t>
            </a:r>
            <a:r>
              <a:rPr b="0" lang="de-DE" sz="2800" strike="noStrike" u="none">
                <a:solidFill>
                  <a:srgbClr val="008080"/>
                </a:solidFill>
                <a:uFillTx/>
                <a:latin typeface="SourceCodePro"/>
              </a:rPr>
              <a:t>ConsoleLogger</a:t>
            </a:r>
            <a:r>
              <a:rPr b="0" lang="de-DE" sz="2800" strike="noStrike" u="none">
                <a:solidFill>
                  <a:srgbClr val="93a1a1"/>
                </a:solidFill>
                <a:uFillTx/>
                <a:latin typeface="SourceCodePro"/>
              </a:rPr>
              <a:t>,</a:t>
            </a:r>
            <a:r>
              <a:rPr b="0" lang="de-DE" sz="2800" strike="noStrike" u="none">
                <a:solidFill>
                  <a:srgbClr val="48484c"/>
                </a:solidFill>
                <a:uFillTx/>
                <a:latin typeface="SourceCodePro"/>
              </a:rPr>
              <a:t> useClass</a:t>
            </a:r>
            <a:r>
              <a:rPr b="0" lang="de-DE" sz="2800" strike="noStrike" u="none">
                <a:solidFill>
                  <a:srgbClr val="93a1a1"/>
                </a:solidFill>
                <a:uFillTx/>
                <a:latin typeface="SourceCodePro"/>
              </a:rPr>
              <a:t>:</a:t>
            </a:r>
            <a:r>
              <a:rPr b="0" lang="de-DE" sz="2800" strike="noStrike" u="none">
                <a:solidFill>
                  <a:srgbClr val="48484c"/>
                </a:solidFill>
                <a:uFillTx/>
                <a:latin typeface="SourceCodePro"/>
              </a:rPr>
              <a:t> </a:t>
            </a:r>
            <a:r>
              <a:rPr b="0" lang="de-DE" sz="2800" strike="noStrike" u="none">
                <a:solidFill>
                  <a:srgbClr val="008080"/>
                </a:solidFill>
                <a:uFillTx/>
                <a:latin typeface="SourceCodePro"/>
              </a:rPr>
              <a:t>ConsoleLogger</a:t>
            </a:r>
            <a:r>
              <a:rPr b="0" lang="de-DE" sz="2800" strike="noStrike" u="none">
                <a:solidFill>
                  <a:srgbClr val="48484c"/>
                </a:solidFill>
                <a:uFillTx/>
                <a:latin typeface="SourceCodePro"/>
              </a:rPr>
              <a:t> </a:t>
            </a:r>
            <a:r>
              <a:rPr b="0" lang="de-DE" sz="2800" strike="noStrike" u="none">
                <a:solidFill>
                  <a:srgbClr val="93a1a1"/>
                </a:solidFill>
                <a:uFillTx/>
                <a:latin typeface="SourceCodePro"/>
              </a:rPr>
              <a:t>},</a:t>
            </a:r>
            <a:r>
              <a:rPr b="0" lang="de-DE" sz="2800" strike="noStrike" u="none">
                <a:solidFill>
                  <a:srgbClr val="48484c"/>
                </a:solidFill>
                <a:uFillTx/>
                <a:latin typeface="SourceCodePro"/>
              </a:rPr>
              <a:t> </a:t>
            </a:r>
            <a:r>
              <a:rPr b="0" lang="de-DE" sz="2800" strike="noStrike" u="none">
                <a:solidFill>
                  <a:srgbClr val="93a1a1"/>
                </a:solidFill>
                <a:uFillTx/>
                <a:latin typeface="SourceCodePro"/>
              </a:rPr>
              <a:t>// same as shortcut</a:t>
            </a:r>
            <a:endParaRPr b="0" lang="de-DE" sz="2800" strike="noStrike" u="none">
              <a:solidFill>
                <a:srgbClr val="000000"/>
              </a:solidFill>
              <a:uFillTx/>
              <a:latin typeface="Arial"/>
            </a:endParaRPr>
          </a:p>
          <a:p>
            <a:pPr indent="0" defTabSz="914400">
              <a:lnSpc>
                <a:spcPct val="90000"/>
              </a:lnSpc>
              <a:spcBef>
                <a:spcPts val="1001"/>
              </a:spcBef>
              <a:buNone/>
              <a:tabLst>
                <a:tab algn="l" pos="0"/>
              </a:tabLst>
            </a:pPr>
            <a:r>
              <a:rPr b="0" lang="de-DE" sz="2800" strike="noStrike" u="none">
                <a:solidFill>
                  <a:srgbClr val="93a1a1"/>
                </a:solidFill>
                <a:uFillTx/>
                <a:latin typeface="SourceCodePro"/>
              </a:rPr>
              <a:t>	</a:t>
            </a:r>
            <a:r>
              <a:rPr b="0" lang="de-DE" sz="2800" strike="noStrike" u="none">
                <a:solidFill>
                  <a:srgbClr val="93a1a1"/>
                </a:solidFill>
                <a:uFillTx/>
                <a:latin typeface="SourceCodePro"/>
              </a:rPr>
              <a:t>{</a:t>
            </a:r>
            <a:r>
              <a:rPr b="0" lang="de-DE" sz="2800" strike="noStrike" u="none">
                <a:solidFill>
                  <a:srgbClr val="48484c"/>
                </a:solidFill>
                <a:uFillTx/>
                <a:latin typeface="SourceCodePro"/>
              </a:rPr>
              <a:t> provide</a:t>
            </a:r>
            <a:r>
              <a:rPr b="0" lang="de-DE" sz="2800" strike="noStrike" u="none">
                <a:solidFill>
                  <a:srgbClr val="93a1a1"/>
                </a:solidFill>
                <a:uFillTx/>
                <a:latin typeface="SourceCodePro"/>
              </a:rPr>
              <a:t>:</a:t>
            </a:r>
            <a:r>
              <a:rPr b="0" lang="de-DE" sz="2800" strike="noStrike" u="none">
                <a:solidFill>
                  <a:srgbClr val="48484c"/>
                </a:solidFill>
                <a:uFillTx/>
                <a:latin typeface="SourceCodePro"/>
              </a:rPr>
              <a:t> </a:t>
            </a:r>
            <a:r>
              <a:rPr b="0" lang="de-DE" sz="2800" strike="noStrike" u="none">
                <a:solidFill>
                  <a:srgbClr val="008080"/>
                </a:solidFill>
                <a:uFillTx/>
                <a:latin typeface="SourceCodePro"/>
              </a:rPr>
              <a:t>Logger</a:t>
            </a:r>
            <a:r>
              <a:rPr b="0" lang="de-DE" sz="2800" strike="noStrike" u="none">
                <a:solidFill>
                  <a:srgbClr val="93a1a1"/>
                </a:solidFill>
                <a:uFillTx/>
                <a:latin typeface="SourceCodePro"/>
              </a:rPr>
              <a:t>,</a:t>
            </a:r>
            <a:r>
              <a:rPr b="0" lang="de-DE" sz="2800" strike="noStrike" u="none">
                <a:solidFill>
                  <a:srgbClr val="48484c"/>
                </a:solidFill>
                <a:uFillTx/>
                <a:latin typeface="SourceCodePro"/>
              </a:rPr>
              <a:t> useExisting</a:t>
            </a:r>
            <a:r>
              <a:rPr b="0" lang="de-DE" sz="2800" strike="noStrike" u="none">
                <a:solidFill>
                  <a:srgbClr val="93a1a1"/>
                </a:solidFill>
                <a:uFillTx/>
                <a:latin typeface="SourceCodePro"/>
              </a:rPr>
              <a:t>:</a:t>
            </a:r>
            <a:r>
              <a:rPr b="0" lang="de-DE" sz="2800" strike="noStrike" u="none">
                <a:solidFill>
                  <a:srgbClr val="48484c"/>
                </a:solidFill>
                <a:uFillTx/>
                <a:latin typeface="SourceCodePro"/>
              </a:rPr>
              <a:t> </a:t>
            </a:r>
            <a:r>
              <a:rPr b="0" lang="de-DE" sz="2800" strike="noStrike" u="none">
                <a:solidFill>
                  <a:srgbClr val="008080"/>
                </a:solidFill>
                <a:uFillTx/>
                <a:latin typeface="SourceCodePro"/>
              </a:rPr>
              <a:t>ConsoleLogger</a:t>
            </a:r>
            <a:r>
              <a:rPr b="0" lang="de-DE" sz="2800" strike="noStrike" u="none">
                <a:solidFill>
                  <a:srgbClr val="48484c"/>
                </a:solidFill>
                <a:uFillTx/>
                <a:latin typeface="SourceCodePro"/>
              </a:rPr>
              <a:t> </a:t>
            </a:r>
            <a:r>
              <a:rPr b="0" lang="de-DE" sz="2800" strike="noStrike" u="none">
                <a:solidFill>
                  <a:srgbClr val="93a1a1"/>
                </a:solidFill>
                <a:uFillTx/>
                <a:latin typeface="SourceCodePro"/>
              </a:rPr>
              <a:t>}</a:t>
            </a:r>
            <a:r>
              <a:rPr b="0" lang="de-DE" sz="2800" strike="noStrike" u="none">
                <a:solidFill>
                  <a:srgbClr val="48484c"/>
                </a:solidFill>
                <a:uFillTx/>
                <a:latin typeface="SourceCodePro"/>
              </a:rPr>
              <a:t> </a:t>
            </a:r>
            <a:r>
              <a:rPr b="0" lang="de-DE" sz="2800" strike="noStrike" u="none">
                <a:solidFill>
                  <a:srgbClr val="93a1a1"/>
                </a:solidFill>
                <a:uFillTx/>
                <a:latin typeface="SourceCodePro"/>
              </a:rPr>
              <a:t>// different token, same instance</a:t>
            </a:r>
            <a:endParaRPr b="0" lang="de-DE" sz="2800" strike="noStrike" u="none">
              <a:solidFill>
                <a:srgbClr val="000000"/>
              </a:solidFill>
              <a:uFillTx/>
              <a:latin typeface="Arial"/>
            </a:endParaRPr>
          </a:p>
          <a:p>
            <a:pPr indent="0" defTabSz="914400">
              <a:lnSpc>
                <a:spcPct val="90000"/>
              </a:lnSpc>
              <a:spcBef>
                <a:spcPts val="1001"/>
              </a:spcBef>
              <a:buNone/>
              <a:tabLst>
                <a:tab algn="l" pos="0"/>
              </a:tabLst>
            </a:pPr>
            <a:r>
              <a:rPr b="0" lang="de-DE" sz="2800" strike="noStrike" u="none">
                <a:solidFill>
                  <a:srgbClr val="93a1a1"/>
                </a:solidFill>
                <a:uFillTx/>
                <a:latin typeface="SourceCodePro"/>
              </a:rPr>
              <a:t>	</a:t>
            </a:r>
            <a:r>
              <a:rPr b="0" lang="de-DE" sz="2800" strike="noStrike" u="none">
                <a:solidFill>
                  <a:srgbClr val="93a1a1"/>
                </a:solidFill>
                <a:uFillTx/>
                <a:latin typeface="SourceCodePro"/>
              </a:rPr>
              <a:t>]</a:t>
            </a:r>
            <a:endParaRPr b="0" lang="de-DE" sz="2800" strike="noStrike" u="none">
              <a:solidFill>
                <a:srgbClr val="000000"/>
              </a:solidFill>
              <a:uFillTx/>
              <a:latin typeface="Arial"/>
            </a:endParaRPr>
          </a:p>
          <a:p>
            <a:pPr indent="0" defTabSz="914400">
              <a:lnSpc>
                <a:spcPct val="90000"/>
              </a:lnSpc>
              <a:spcBef>
                <a:spcPts val="1001"/>
              </a:spcBef>
              <a:buNone/>
              <a:tabLst>
                <a:tab algn="l" pos="0"/>
              </a:tabLst>
            </a:pPr>
            <a:r>
              <a:rPr b="0" lang="de-DE" sz="2800" strike="noStrike" u="none">
                <a:solidFill>
                  <a:srgbClr val="93a1a1"/>
                </a:solidFill>
                <a:uFillTx/>
                <a:latin typeface="SourceCodePro"/>
              </a:rPr>
              <a:t>})</a:t>
            </a:r>
            <a:endParaRPr b="0" lang="de-DE" sz="2800" strike="noStrike" u="none">
              <a:solidFill>
                <a:srgbClr val="000000"/>
              </a:solidFill>
              <a:uFillTx/>
              <a:latin typeface="Arial"/>
            </a:endParaRPr>
          </a:p>
          <a:p>
            <a:pPr indent="0" defTabSz="914400">
              <a:lnSpc>
                <a:spcPct val="90000"/>
              </a:lnSpc>
              <a:spcBef>
                <a:spcPts val="1001"/>
              </a:spcBef>
              <a:buNone/>
              <a:tabLst>
                <a:tab algn="l" pos="0"/>
              </a:tabLst>
            </a:pPr>
            <a:r>
              <a:rPr b="0" lang="de-DE" sz="2800" strike="noStrike" u="none">
                <a:solidFill>
                  <a:srgbClr val="1e347b"/>
                </a:solidFill>
                <a:uFillTx/>
                <a:latin typeface="SourceCodePro"/>
              </a:rPr>
              <a:t>export</a:t>
            </a:r>
            <a:r>
              <a:rPr b="0" lang="de-DE" sz="2800" strike="noStrike" u="none">
                <a:solidFill>
                  <a:srgbClr val="48484c"/>
                </a:solidFill>
                <a:uFillTx/>
                <a:latin typeface="SourceCodePro"/>
              </a:rPr>
              <a:t> </a:t>
            </a:r>
            <a:r>
              <a:rPr b="0" lang="de-DE" sz="2800" strike="noStrike" u="none">
                <a:solidFill>
                  <a:srgbClr val="1e347b"/>
                </a:solidFill>
                <a:uFillTx/>
                <a:latin typeface="SourceCodePro"/>
              </a:rPr>
              <a:t>class</a:t>
            </a:r>
            <a:r>
              <a:rPr b="0" lang="de-DE" sz="2800" strike="noStrike" u="none">
                <a:solidFill>
                  <a:srgbClr val="48484c"/>
                </a:solidFill>
                <a:uFillTx/>
                <a:latin typeface="SourceCodePro"/>
              </a:rPr>
              <a:t> </a:t>
            </a:r>
            <a:r>
              <a:rPr b="0" lang="de-DE" sz="2800" strike="noStrike" u="none">
                <a:solidFill>
                  <a:srgbClr val="008080"/>
                </a:solidFill>
                <a:uFillTx/>
                <a:latin typeface="SourceCodePro"/>
              </a:rPr>
              <a:t>TrackModule</a:t>
            </a:r>
            <a:r>
              <a:rPr b="0" lang="de-DE" sz="2800" strike="noStrike" u="none">
                <a:solidFill>
                  <a:srgbClr val="48484c"/>
                </a:solidFill>
                <a:uFillTx/>
                <a:latin typeface="SourceCodePro"/>
              </a:rPr>
              <a:t> </a:t>
            </a:r>
            <a:r>
              <a:rPr b="0" lang="de-DE" sz="2800" strike="noStrike" u="none">
                <a:solidFill>
                  <a:srgbClr val="93a1a1"/>
                </a:solidFill>
                <a:uFillTx/>
                <a:latin typeface="SourceCodePro"/>
              </a:rPr>
              <a:t>{</a:t>
            </a:r>
            <a:r>
              <a:rPr b="0" lang="de-DE" sz="2800" strike="noStrike" u="none">
                <a:solidFill>
                  <a:srgbClr val="48484c"/>
                </a:solidFill>
                <a:uFillTx/>
                <a:latin typeface="SourceCodePro"/>
              </a:rPr>
              <a:t> </a:t>
            </a:r>
            <a:r>
              <a:rPr b="0" lang="de-DE" sz="2800" strike="noStrike" u="none">
                <a:solidFill>
                  <a:srgbClr val="93a1a1"/>
                </a:solidFill>
                <a:uFillTx/>
                <a:latin typeface="SourceCodePro"/>
              </a:rPr>
              <a:t>}</a:t>
            </a:r>
            <a:endParaRPr b="0" lang="de-DE" sz="2800" strike="noStrike" u="none">
              <a:solidFill>
                <a:srgbClr val="000000"/>
              </a:solidFill>
              <a:uFillTx/>
              <a:latin typeface="Arial"/>
            </a:endParaRPr>
          </a:p>
          <a:p>
            <a:pPr indent="0" defTabSz="914400">
              <a:lnSpc>
                <a:spcPct val="90000"/>
              </a:lnSpc>
              <a:spcBef>
                <a:spcPts val="1001"/>
              </a:spcBef>
              <a:buNone/>
              <a:tabLst>
                <a:tab algn="l" pos="0"/>
              </a:tabLst>
            </a:pPr>
            <a:endParaRPr b="0" lang="de-DE" sz="2800" strike="noStrike" u="none">
              <a:solidFill>
                <a:srgbClr val="000000"/>
              </a:solidFill>
              <a:uFillTx/>
              <a:latin typeface="Arial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161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20" name="PlaceHolder 1"/>
          <p:cNvSpPr>
            <a:spLocks noGrp="1"/>
          </p:cNvSpPr>
          <p:nvPr>
            <p:ph type="title"/>
          </p:nvPr>
        </p:nvSpPr>
        <p:spPr>
          <a:xfrm>
            <a:off x="838080" y="365040"/>
            <a:ext cx="10514520" cy="132444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ctr">
            <a:noAutofit/>
          </a:bodyPr>
          <a:p>
            <a:pPr indent="0" defTabSz="914400">
              <a:lnSpc>
                <a:spcPct val="90000"/>
              </a:lnSpc>
              <a:buNone/>
              <a:tabLst>
                <a:tab algn="l" pos="0"/>
              </a:tabLst>
            </a:pPr>
            <a:r>
              <a:rPr b="0" lang="de-DE" sz="4400" strike="noStrike" u="none">
                <a:solidFill>
                  <a:schemeClr val="dk1"/>
                </a:solidFill>
                <a:uFillTx/>
                <a:latin typeface="Calibri Light"/>
              </a:rPr>
              <a:t>Kontextbasierte Injektion</a:t>
            </a:r>
            <a:r>
              <a:rPr b="0" lang="de-DE" sz="4400" strike="noStrike" u="none">
                <a:solidFill>
                  <a:schemeClr val="dk1"/>
                </a:solidFill>
                <a:uFillTx/>
                <a:latin typeface="Calibri Light"/>
              </a:rPr>
              <a:t>	</a:t>
            </a:r>
            <a:endParaRPr b="0" lang="de-DE" sz="4400" strike="noStrike" u="none">
              <a:solidFill>
                <a:srgbClr val="000000"/>
              </a:solidFill>
              <a:uFillTx/>
              <a:latin typeface="Arial"/>
            </a:endParaRPr>
          </a:p>
        </p:txBody>
      </p:sp>
      <p:sp>
        <p:nvSpPr>
          <p:cNvPr id="821" name="PlaceHolder 2"/>
          <p:cNvSpPr>
            <a:spLocks noGrp="1"/>
          </p:cNvSpPr>
          <p:nvPr>
            <p:ph/>
          </p:nvPr>
        </p:nvSpPr>
        <p:spPr>
          <a:xfrm>
            <a:off x="838080" y="1825560"/>
            <a:ext cx="10514520" cy="435024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t">
            <a:noAutofit/>
          </a:bodyPr>
          <a:p>
            <a:pPr marL="228600" indent="-228600" defTabSz="914400">
              <a:lnSpc>
                <a:spcPct val="90000"/>
              </a:lnSpc>
              <a:spcBef>
                <a:spcPts val="1001"/>
              </a:spcBef>
              <a:buClr>
                <a:srgbClr val="000000"/>
              </a:buClr>
              <a:buFont typeface="Arial"/>
              <a:buChar char="•"/>
            </a:pPr>
            <a:r>
              <a:rPr b="0" lang="de-DE" sz="2800" strike="noStrike" u="none">
                <a:solidFill>
                  <a:schemeClr val="dk1"/>
                </a:solidFill>
                <a:uFillTx/>
                <a:latin typeface="Calibri"/>
              </a:rPr>
              <a:t>Injektoren bilden einen Baum</a:t>
            </a:r>
            <a:endParaRPr b="0" lang="de-DE" sz="2800" strike="noStrike" u="none">
              <a:solidFill>
                <a:srgbClr val="000000"/>
              </a:solidFill>
              <a:uFillTx/>
              <a:latin typeface="Arial"/>
            </a:endParaRPr>
          </a:p>
          <a:p>
            <a:pPr lvl="1" marL="685800" indent="-228600" defTabSz="914400">
              <a:lnSpc>
                <a:spcPct val="90000"/>
              </a:lnSpc>
              <a:spcBef>
                <a:spcPts val="499"/>
              </a:spcBef>
              <a:buClr>
                <a:srgbClr val="000000"/>
              </a:buClr>
              <a:buFont typeface="Arial"/>
              <a:buChar char="•"/>
            </a:pPr>
            <a:r>
              <a:rPr b="0" lang="de-DE" sz="2400" strike="noStrike" u="none">
                <a:solidFill>
                  <a:schemeClr val="dk1"/>
                </a:solidFill>
                <a:uFillTx/>
                <a:latin typeface="Calibri"/>
              </a:rPr>
              <a:t>Jede Komponente ein Child-Injector vom Injector der Vater-Komponente</a:t>
            </a:r>
            <a:endParaRPr b="0" lang="de-DE" sz="2400" strike="noStrike" u="none">
              <a:solidFill>
                <a:srgbClr val="000000"/>
              </a:solidFill>
              <a:uFillTx/>
              <a:latin typeface="Arial"/>
            </a:endParaRPr>
          </a:p>
          <a:p>
            <a:pPr lvl="1" marL="685800" indent="-228600" defTabSz="914400">
              <a:lnSpc>
                <a:spcPct val="90000"/>
              </a:lnSpc>
              <a:spcBef>
                <a:spcPts val="499"/>
              </a:spcBef>
              <a:buClr>
                <a:srgbClr val="000000"/>
              </a:buClr>
              <a:buFont typeface="Arial"/>
              <a:buChar char="•"/>
            </a:pPr>
            <a:r>
              <a:rPr b="0" lang="de-DE" sz="2400" strike="noStrike" u="none">
                <a:solidFill>
                  <a:schemeClr val="dk1"/>
                </a:solidFill>
                <a:uFillTx/>
                <a:latin typeface="Calibri"/>
              </a:rPr>
              <a:t>Instanzen sind Singletons in einem Injektor</a:t>
            </a:r>
            <a:endParaRPr b="0" lang="de-DE" sz="2400" strike="noStrike" u="none">
              <a:solidFill>
                <a:srgbClr val="000000"/>
              </a:solidFill>
              <a:uFillTx/>
              <a:latin typeface="Arial"/>
            </a:endParaRPr>
          </a:p>
          <a:p>
            <a:pPr marL="228600" indent="-228600" defTabSz="914400">
              <a:lnSpc>
                <a:spcPct val="90000"/>
              </a:lnSpc>
              <a:spcBef>
                <a:spcPts val="1001"/>
              </a:spcBef>
              <a:buClr>
                <a:srgbClr val="000000"/>
              </a:buClr>
              <a:buFont typeface="Arial"/>
              <a:buChar char="•"/>
            </a:pPr>
            <a:r>
              <a:rPr b="0" lang="de-DE" sz="2800" strike="noStrike" u="none">
                <a:solidFill>
                  <a:schemeClr val="dk1"/>
                </a:solidFill>
                <a:uFillTx/>
                <a:latin typeface="Calibri"/>
              </a:rPr>
              <a:t>Provider für Child-Injektoren können an Komponenten definiert werden</a:t>
            </a:r>
            <a:endParaRPr b="0" lang="de-DE" sz="2800" strike="noStrike" u="none">
              <a:solidFill>
                <a:srgbClr val="000000"/>
              </a:solidFill>
              <a:uFillTx/>
              <a:latin typeface="Arial"/>
            </a:endParaRPr>
          </a:p>
          <a:p>
            <a:pPr lvl="1" marL="685800" indent="-228600" defTabSz="914400">
              <a:lnSpc>
                <a:spcPct val="90000"/>
              </a:lnSpc>
              <a:spcBef>
                <a:spcPts val="499"/>
              </a:spcBef>
              <a:buClr>
                <a:srgbClr val="000000"/>
              </a:buClr>
              <a:buFont typeface="Arial"/>
              <a:buChar char="•"/>
            </a:pPr>
            <a:r>
              <a:rPr b="0" lang="de-DE" sz="2400" strike="noStrike" u="none">
                <a:solidFill>
                  <a:schemeClr val="dk1"/>
                </a:solidFill>
                <a:uFillTx/>
                <a:latin typeface="Calibri"/>
              </a:rPr>
              <a:t>Child-Injector kann Provider des Vaters überschreiben / ergänzen</a:t>
            </a:r>
            <a:endParaRPr b="0" lang="de-DE" sz="2400" strike="noStrike" u="none">
              <a:solidFill>
                <a:srgbClr val="000000"/>
              </a:solidFill>
              <a:uFillTx/>
              <a:latin typeface="Arial"/>
            </a:endParaRPr>
          </a:p>
          <a:p>
            <a:pPr lvl="1" marL="685800" indent="-228600" defTabSz="914400">
              <a:lnSpc>
                <a:spcPct val="90000"/>
              </a:lnSpc>
              <a:spcBef>
                <a:spcPts val="499"/>
              </a:spcBef>
              <a:buClr>
                <a:srgbClr val="000000"/>
              </a:buClr>
              <a:buFont typeface="Arial"/>
              <a:buChar char="•"/>
            </a:pPr>
            <a:r>
              <a:rPr b="0" lang="de-DE" sz="2400" strike="noStrike" u="none">
                <a:solidFill>
                  <a:schemeClr val="dk1"/>
                </a:solidFill>
                <a:uFillTx/>
                <a:latin typeface="Calibri"/>
              </a:rPr>
              <a:t>providers Property in @Component Decorator</a:t>
            </a:r>
            <a:endParaRPr b="0" lang="de-DE" sz="2400" strike="noStrike" u="none">
              <a:solidFill>
                <a:srgbClr val="000000"/>
              </a:solidFill>
              <a:uFillTx/>
              <a:latin typeface="Arial"/>
            </a:endParaRPr>
          </a:p>
          <a:p>
            <a:pPr marL="228600" indent="-228600" defTabSz="914400">
              <a:lnSpc>
                <a:spcPct val="90000"/>
              </a:lnSpc>
              <a:spcBef>
                <a:spcPts val="1001"/>
              </a:spcBef>
              <a:buClr>
                <a:srgbClr val="000000"/>
              </a:buClr>
              <a:buFont typeface="Arial"/>
              <a:buChar char="•"/>
            </a:pPr>
            <a:r>
              <a:rPr b="0" lang="de-DE" sz="2800" strike="noStrike" u="none">
                <a:solidFill>
                  <a:schemeClr val="dk1"/>
                </a:solidFill>
                <a:uFillTx/>
                <a:latin typeface="Calibri"/>
              </a:rPr>
              <a:t>Einsatzmöglichkeiten</a:t>
            </a:r>
            <a:endParaRPr b="0" lang="de-DE" sz="2800" strike="noStrike" u="none">
              <a:solidFill>
                <a:srgbClr val="000000"/>
              </a:solidFill>
              <a:uFillTx/>
              <a:latin typeface="Arial"/>
            </a:endParaRPr>
          </a:p>
          <a:p>
            <a:pPr lvl="1" marL="685800" indent="-228600" defTabSz="914400">
              <a:lnSpc>
                <a:spcPct val="90000"/>
              </a:lnSpc>
              <a:spcBef>
                <a:spcPts val="499"/>
              </a:spcBef>
              <a:buClr>
                <a:srgbClr val="000000"/>
              </a:buClr>
              <a:buFont typeface="Arial"/>
              <a:buChar char="•"/>
            </a:pPr>
            <a:r>
              <a:rPr b="0" lang="de-DE" sz="2400" strike="noStrike" u="none">
                <a:solidFill>
                  <a:schemeClr val="dk1"/>
                </a:solidFill>
                <a:uFillTx/>
                <a:latin typeface="Calibri"/>
              </a:rPr>
              <a:t>Auflösen von Namenskonflikten</a:t>
            </a:r>
            <a:endParaRPr b="0" lang="de-DE" sz="2400" strike="noStrike" u="none">
              <a:solidFill>
                <a:srgbClr val="000000"/>
              </a:solidFill>
              <a:uFillTx/>
              <a:latin typeface="Arial"/>
            </a:endParaRPr>
          </a:p>
          <a:p>
            <a:pPr lvl="1" marL="685800" indent="-228600" defTabSz="914400">
              <a:lnSpc>
                <a:spcPct val="90000"/>
              </a:lnSpc>
              <a:spcBef>
                <a:spcPts val="499"/>
              </a:spcBef>
              <a:buClr>
                <a:srgbClr val="000000"/>
              </a:buClr>
              <a:buFont typeface="Arial"/>
              <a:buChar char="•"/>
            </a:pPr>
            <a:r>
              <a:rPr b="0" lang="de-DE" sz="2400" strike="noStrike" u="none">
                <a:solidFill>
                  <a:schemeClr val="dk1"/>
                </a:solidFill>
                <a:uFillTx/>
                <a:latin typeface="Calibri"/>
              </a:rPr>
              <a:t>Unterschiedliche Konfiguration (z.B. Log-Level)</a:t>
            </a:r>
            <a:endParaRPr b="0" lang="de-DE" sz="2400" strike="noStrike" u="none">
              <a:solidFill>
                <a:srgbClr val="000000"/>
              </a:solidFill>
              <a:uFillTx/>
              <a:latin typeface="Arial"/>
            </a:endParaRPr>
          </a:p>
          <a:p>
            <a:pPr indent="0" defTabSz="914400">
              <a:lnSpc>
                <a:spcPct val="90000"/>
              </a:lnSpc>
              <a:spcBef>
                <a:spcPts val="1001"/>
              </a:spcBef>
              <a:buNone/>
              <a:tabLst>
                <a:tab algn="l" pos="0"/>
              </a:tabLst>
            </a:pPr>
            <a:endParaRPr b="0" lang="de-DE" sz="2800" strike="noStrike" u="none">
              <a:solidFill>
                <a:srgbClr val="000000"/>
              </a:solidFill>
              <a:uFillTx/>
              <a:latin typeface="Arial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162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bg>
      <p:bgPr>
        <a:solidFill>
          <a:schemeClr val="lt1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 useBgFill="1">
        <p:nvSpPr>
          <p:cNvPr id="822" name="Rectangle 7">
            <a:extLst>
              <a:ext uri="{C183D7F6-B498-43B3-948B-1728B52AA6E4}">
                <adec:decorative xmlns:adec="http://schemas.microsoft.com/office/drawing/2017/decorative" val="1"/>
              </a:ext>
            </a:extLst>
          </p:cNvPr>
          <p:cNvSpPr/>
          <p:nvPr/>
        </p:nvSpPr>
        <p:spPr>
          <a:xfrm>
            <a:off x="0" y="0"/>
            <a:ext cx="12190680" cy="6856920"/>
          </a:xfrm>
          <a:prstGeom prst="rect">
            <a:avLst/>
          </a:prstGeom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 algn="ctr" defTabSz="914400">
              <a:lnSpc>
                <a:spcPct val="100000"/>
              </a:lnSpc>
            </a:pPr>
            <a:endParaRPr b="0" lang="en-US" sz="1800" strike="noStrike" u="none">
              <a:solidFill>
                <a:schemeClr val="lt1"/>
              </a:solidFill>
              <a:uFillTx/>
              <a:latin typeface="Calibri"/>
            </a:endParaRPr>
          </a:p>
        </p:txBody>
      </p:sp>
      <p:sp>
        <p:nvSpPr>
          <p:cNvPr id="823" name="Rectangle 9">
            <a:extLst>
              <a:ext uri="{C183D7F6-B498-43B3-948B-1728B52AA6E4}">
                <adec:decorative xmlns:adec="http://schemas.microsoft.com/office/drawing/2017/decorative" val="1"/>
              </a:ext>
            </a:extLst>
          </p:cNvPr>
          <p:cNvSpPr/>
          <p:nvPr/>
        </p:nvSpPr>
        <p:spPr>
          <a:xfrm>
            <a:off x="360" y="0"/>
            <a:ext cx="12190680" cy="6856920"/>
          </a:xfrm>
          <a:prstGeom prst="rect">
            <a:avLst/>
          </a:prstGeom>
          <a:solidFill>
            <a:schemeClr val="bg1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 algn="ctr" defTabSz="914400">
              <a:lnSpc>
                <a:spcPct val="100000"/>
              </a:lnSpc>
            </a:pPr>
            <a:endParaRPr b="0" lang="en-US" sz="800" strike="noStrike" u="none">
              <a:solidFill>
                <a:schemeClr val="lt1"/>
              </a:solidFill>
              <a:uFillTx/>
              <a:latin typeface="Calibri"/>
            </a:endParaRPr>
          </a:p>
        </p:txBody>
      </p:sp>
      <p:sp>
        <p:nvSpPr>
          <p:cNvPr id="824" name="PlaceHolder 1"/>
          <p:cNvSpPr>
            <a:spLocks noGrp="1"/>
          </p:cNvSpPr>
          <p:nvPr>
            <p:ph type="title"/>
          </p:nvPr>
        </p:nvSpPr>
        <p:spPr>
          <a:xfrm>
            <a:off x="1179360" y="1280520"/>
            <a:ext cx="9832320" cy="132444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b">
            <a:normAutofit/>
          </a:bodyPr>
          <a:p>
            <a:pPr indent="0" algn="ctr" defTabSz="914400">
              <a:lnSpc>
                <a:spcPct val="90000"/>
              </a:lnSpc>
              <a:buNone/>
              <a:tabLst>
                <a:tab algn="l" pos="0"/>
              </a:tabLst>
            </a:pPr>
            <a:r>
              <a:rPr b="0" lang="de-DE" sz="3600" strike="noStrike" u="none">
                <a:solidFill>
                  <a:schemeClr val="dk2"/>
                </a:solidFill>
                <a:uFillTx/>
                <a:latin typeface="Calibri Light"/>
              </a:rPr>
              <a:t>Übung 14</a:t>
            </a:r>
            <a:endParaRPr b="0" lang="de-DE" sz="3600" strike="noStrike" u="none">
              <a:solidFill>
                <a:srgbClr val="000000"/>
              </a:solidFill>
              <a:uFillTx/>
              <a:latin typeface="Arial"/>
            </a:endParaRPr>
          </a:p>
        </p:txBody>
      </p:sp>
      <p:grpSp>
        <p:nvGrpSpPr>
          <p:cNvPr id="825" name="Group 11">
            <a:extLst>
              <a:ext uri="{C183D7F6-B498-43B3-948B-1728B52AA6E4}">
                <adec:decorative xmlns:adec="http://schemas.microsoft.com/office/drawing/2017/decorative" val="1"/>
              </a:ext>
            </a:extLst>
          </p:cNvPr>
          <p:cNvGrpSpPr/>
          <p:nvPr/>
        </p:nvGrpSpPr>
        <p:grpSpPr>
          <a:xfrm>
            <a:off x="8289720" y="0"/>
            <a:ext cx="3901320" cy="2381760"/>
            <a:chOff x="8289720" y="0"/>
            <a:chExt cx="3901320" cy="2381760"/>
          </a:xfrm>
        </p:grpSpPr>
        <p:sp>
          <p:nvSpPr>
            <p:cNvPr id="826" name="Freeform: Shape 12">
              <a:extLs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/>
            <p:nvPr/>
          </p:nvSpPr>
          <p:spPr>
            <a:xfrm>
              <a:off x="8289720" y="0"/>
              <a:ext cx="3900960" cy="2381760"/>
            </a:xfrm>
            <a:custGeom>
              <a:avLst/>
              <a:gdLst>
                <a:gd name="textAreaLeft" fmla="*/ 0 w 3900960"/>
                <a:gd name="textAreaRight" fmla="*/ 3902040 w 3900960"/>
                <a:gd name="textAreaTop" fmla="*/ 0 h 2381760"/>
                <a:gd name="textAreaBottom" fmla="*/ 2382840 h 2381760"/>
              </a:gdLst>
              <a:ahLst/>
              <a:rect l="textAreaLeft" t="textAreaTop" r="textAreaRight" b="textAreaBottom"/>
              <a:pathLst>
                <a:path w="5324985" h="3251912">
                  <a:moveTo>
                    <a:pt x="0" y="0"/>
                  </a:moveTo>
                  <a:lnTo>
                    <a:pt x="36826" y="0"/>
                  </a:lnTo>
                  <a:lnTo>
                    <a:pt x="45003" y="152909"/>
                  </a:lnTo>
                  <a:cubicBezTo>
                    <a:pt x="50351" y="205154"/>
                    <a:pt x="58290" y="257123"/>
                    <a:pt x="68956" y="308600"/>
                  </a:cubicBezTo>
                  <a:cubicBezTo>
                    <a:pt x="91393" y="411324"/>
                    <a:pt x="123882" y="511847"/>
                    <a:pt x="167774" y="607968"/>
                  </a:cubicBezTo>
                  <a:cubicBezTo>
                    <a:pt x="178195" y="632173"/>
                    <a:pt x="190333" y="655798"/>
                    <a:pt x="201857" y="679539"/>
                  </a:cubicBezTo>
                  <a:cubicBezTo>
                    <a:pt x="214363" y="702933"/>
                    <a:pt x="226255" y="726557"/>
                    <a:pt x="239741" y="749488"/>
                  </a:cubicBezTo>
                  <a:cubicBezTo>
                    <a:pt x="265488" y="795812"/>
                    <a:pt x="294176" y="840746"/>
                    <a:pt x="323724" y="885101"/>
                  </a:cubicBezTo>
                  <a:cubicBezTo>
                    <a:pt x="353149" y="929572"/>
                    <a:pt x="384657" y="972885"/>
                    <a:pt x="416412" y="1016081"/>
                  </a:cubicBezTo>
                  <a:cubicBezTo>
                    <a:pt x="448655" y="1058931"/>
                    <a:pt x="482127" y="1101202"/>
                    <a:pt x="515719" y="1143356"/>
                  </a:cubicBezTo>
                  <a:cubicBezTo>
                    <a:pt x="583027" y="1227782"/>
                    <a:pt x="653402" y="1310470"/>
                    <a:pt x="722427" y="1395127"/>
                  </a:cubicBezTo>
                  <a:cubicBezTo>
                    <a:pt x="757123" y="1437282"/>
                    <a:pt x="791697" y="1479783"/>
                    <a:pt x="825780" y="1522749"/>
                  </a:cubicBezTo>
                  <a:cubicBezTo>
                    <a:pt x="859742" y="1565367"/>
                    <a:pt x="893457" y="1610649"/>
                    <a:pt x="926314" y="1651992"/>
                  </a:cubicBezTo>
                  <a:cubicBezTo>
                    <a:pt x="958927" y="1694379"/>
                    <a:pt x="993132" y="1735492"/>
                    <a:pt x="1026848" y="1776836"/>
                  </a:cubicBezTo>
                  <a:cubicBezTo>
                    <a:pt x="1061545" y="1817485"/>
                    <a:pt x="1095996" y="1858133"/>
                    <a:pt x="1131918" y="1897393"/>
                  </a:cubicBezTo>
                  <a:cubicBezTo>
                    <a:pt x="1203273" y="1976376"/>
                    <a:pt x="1277447" y="2052463"/>
                    <a:pt x="1354688" y="2124728"/>
                  </a:cubicBezTo>
                  <a:cubicBezTo>
                    <a:pt x="1509411" y="2268911"/>
                    <a:pt x="1676396" y="2397575"/>
                    <a:pt x="1855027" y="2504236"/>
                  </a:cubicBezTo>
                  <a:cubicBezTo>
                    <a:pt x="1944528" y="2557277"/>
                    <a:pt x="2036357" y="2605917"/>
                    <a:pt x="2131618" y="2646913"/>
                  </a:cubicBezTo>
                  <a:cubicBezTo>
                    <a:pt x="2226267" y="2689068"/>
                    <a:pt x="2323981" y="2724622"/>
                    <a:pt x="2423534" y="2754732"/>
                  </a:cubicBezTo>
                  <a:cubicBezTo>
                    <a:pt x="2523087" y="2784958"/>
                    <a:pt x="2624602" y="2809394"/>
                    <a:pt x="2727588" y="2829197"/>
                  </a:cubicBezTo>
                  <a:cubicBezTo>
                    <a:pt x="2830698" y="2848653"/>
                    <a:pt x="2935522" y="2861971"/>
                    <a:pt x="3041083" y="2870890"/>
                  </a:cubicBezTo>
                  <a:cubicBezTo>
                    <a:pt x="3146644" y="2879922"/>
                    <a:pt x="3253307" y="2883860"/>
                    <a:pt x="3360340" y="2883976"/>
                  </a:cubicBezTo>
                  <a:cubicBezTo>
                    <a:pt x="3387067" y="2883976"/>
                    <a:pt x="3414162" y="2884439"/>
                    <a:pt x="3439663" y="2883396"/>
                  </a:cubicBezTo>
                  <a:lnTo>
                    <a:pt x="3478529" y="2882471"/>
                  </a:lnTo>
                  <a:lnTo>
                    <a:pt x="3517271" y="2880616"/>
                  </a:lnTo>
                  <a:cubicBezTo>
                    <a:pt x="3568887" y="2878417"/>
                    <a:pt x="3620257" y="2873552"/>
                    <a:pt x="3671260" y="2867878"/>
                  </a:cubicBezTo>
                  <a:cubicBezTo>
                    <a:pt x="3875515" y="2844253"/>
                    <a:pt x="4074253" y="2792486"/>
                    <a:pt x="4265268" y="2716283"/>
                  </a:cubicBezTo>
                  <a:cubicBezTo>
                    <a:pt x="4361020" y="2678529"/>
                    <a:pt x="4454444" y="2633710"/>
                    <a:pt x="4546395" y="2584724"/>
                  </a:cubicBezTo>
                  <a:cubicBezTo>
                    <a:pt x="4638470" y="2535967"/>
                    <a:pt x="4728827" y="2481885"/>
                    <a:pt x="4817837" y="2424674"/>
                  </a:cubicBezTo>
                  <a:cubicBezTo>
                    <a:pt x="4906846" y="2367348"/>
                    <a:pt x="4994385" y="2306317"/>
                    <a:pt x="5081677" y="2243548"/>
                  </a:cubicBezTo>
                  <a:cubicBezTo>
                    <a:pt x="5125201" y="2212164"/>
                    <a:pt x="5168603" y="2179969"/>
                    <a:pt x="5211881" y="2147658"/>
                  </a:cubicBezTo>
                  <a:lnTo>
                    <a:pt x="5324985" y="2062128"/>
                  </a:lnTo>
                  <a:lnTo>
                    <a:pt x="5324985" y="2514993"/>
                  </a:lnTo>
                  <a:lnTo>
                    <a:pt x="5314867" y="2522881"/>
                  </a:lnTo>
                  <a:cubicBezTo>
                    <a:pt x="5225490" y="2591325"/>
                    <a:pt x="5133783" y="2658379"/>
                    <a:pt x="5038276" y="2722421"/>
                  </a:cubicBezTo>
                  <a:cubicBezTo>
                    <a:pt x="4942892" y="2786348"/>
                    <a:pt x="4844810" y="2848422"/>
                    <a:pt x="4741701" y="2904937"/>
                  </a:cubicBezTo>
                  <a:cubicBezTo>
                    <a:pt x="4638592" y="2961337"/>
                    <a:pt x="4531929" y="3013683"/>
                    <a:pt x="4420728" y="3058848"/>
                  </a:cubicBezTo>
                  <a:cubicBezTo>
                    <a:pt x="4199063" y="3150338"/>
                    <a:pt x="3959621" y="3211485"/>
                    <a:pt x="3717481" y="3237079"/>
                  </a:cubicBezTo>
                  <a:cubicBezTo>
                    <a:pt x="3656914" y="3243101"/>
                    <a:pt x="3596227" y="3247966"/>
                    <a:pt x="3535661" y="3249934"/>
                  </a:cubicBezTo>
                  <a:lnTo>
                    <a:pt x="3490175" y="3251555"/>
                  </a:lnTo>
                  <a:lnTo>
                    <a:pt x="3444813" y="3251787"/>
                  </a:lnTo>
                  <a:cubicBezTo>
                    <a:pt x="3414162" y="3252250"/>
                    <a:pt x="3385105" y="3251324"/>
                    <a:pt x="3355681" y="3250745"/>
                  </a:cubicBezTo>
                  <a:cubicBezTo>
                    <a:pt x="3296954" y="3250050"/>
                    <a:pt x="3237860" y="3246692"/>
                    <a:pt x="3179011" y="3243795"/>
                  </a:cubicBezTo>
                  <a:cubicBezTo>
                    <a:pt x="3120039" y="3239164"/>
                    <a:pt x="3061067" y="3234878"/>
                    <a:pt x="3002217" y="3227814"/>
                  </a:cubicBezTo>
                  <a:cubicBezTo>
                    <a:pt x="2884397" y="3214496"/>
                    <a:pt x="2766699" y="3196314"/>
                    <a:pt x="2650103" y="3170836"/>
                  </a:cubicBezTo>
                  <a:cubicBezTo>
                    <a:pt x="2533510" y="3145358"/>
                    <a:pt x="2418263" y="3112583"/>
                    <a:pt x="2305836" y="3072514"/>
                  </a:cubicBezTo>
                  <a:cubicBezTo>
                    <a:pt x="2193410" y="3032328"/>
                    <a:pt x="2083926" y="2984383"/>
                    <a:pt x="1978611" y="2929952"/>
                  </a:cubicBezTo>
                  <a:cubicBezTo>
                    <a:pt x="1873663" y="2874711"/>
                    <a:pt x="1772884" y="2812985"/>
                    <a:pt x="1678235" y="2744424"/>
                  </a:cubicBezTo>
                  <a:cubicBezTo>
                    <a:pt x="1488201" y="2608001"/>
                    <a:pt x="1321708" y="2448068"/>
                    <a:pt x="1175688" y="2277018"/>
                  </a:cubicBezTo>
                  <a:cubicBezTo>
                    <a:pt x="1102985" y="2191086"/>
                    <a:pt x="1035309" y="2102377"/>
                    <a:pt x="971310" y="2012044"/>
                  </a:cubicBezTo>
                  <a:cubicBezTo>
                    <a:pt x="907188" y="1921714"/>
                    <a:pt x="847358" y="1829413"/>
                    <a:pt x="790717" y="1735723"/>
                  </a:cubicBezTo>
                  <a:cubicBezTo>
                    <a:pt x="761782" y="1688357"/>
                    <a:pt x="735300" y="1644002"/>
                    <a:pt x="706488" y="1598604"/>
                  </a:cubicBezTo>
                  <a:cubicBezTo>
                    <a:pt x="677922" y="1553555"/>
                    <a:pt x="648866" y="1508505"/>
                    <a:pt x="618951" y="1463802"/>
                  </a:cubicBezTo>
                  <a:lnTo>
                    <a:pt x="436273" y="1195355"/>
                  </a:lnTo>
                  <a:cubicBezTo>
                    <a:pt x="405990" y="1150189"/>
                    <a:pt x="376075" y="1104792"/>
                    <a:pt x="346896" y="1058816"/>
                  </a:cubicBezTo>
                  <a:cubicBezTo>
                    <a:pt x="317716" y="1012838"/>
                    <a:pt x="288782" y="966747"/>
                    <a:pt x="261809" y="919264"/>
                  </a:cubicBezTo>
                  <a:cubicBezTo>
                    <a:pt x="207742" y="824764"/>
                    <a:pt x="158088" y="727485"/>
                    <a:pt x="118487" y="626498"/>
                  </a:cubicBezTo>
                  <a:cubicBezTo>
                    <a:pt x="78151" y="525859"/>
                    <a:pt x="48237" y="421515"/>
                    <a:pt x="28130" y="315781"/>
                  </a:cubicBezTo>
                  <a:cubicBezTo>
                    <a:pt x="18506" y="262914"/>
                    <a:pt x="11425" y="209642"/>
                    <a:pt x="6751" y="156195"/>
                  </a:cubicBezTo>
                  <a:close/>
                </a:path>
              </a:pathLst>
            </a:custGeom>
            <a:gradFill rotWithShape="0">
              <a:gsLst>
                <a:gs pos="2000">
                  <a:srgbClr val="ffffff">
                    <a:alpha val="10000"/>
                  </a:srgbClr>
                </a:gs>
                <a:gs pos="16000">
                  <a:srgbClr val="f19d19">
                    <a:alpha val="10000"/>
                  </a:srgbClr>
                </a:gs>
                <a:gs pos="85000">
                  <a:srgbClr val="1d9a78">
                    <a:alpha val="10000"/>
                  </a:srgbClr>
                </a:gs>
                <a:gs pos="100000">
                  <a:srgbClr val="ffffff">
                    <a:alpha val="10000"/>
                  </a:srgbClr>
                </a:gs>
              </a:gsLst>
              <a:lin ang="12000000"/>
            </a:gra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/>
          </p:style>
          <p:txBody>
            <a:bodyPr lIns="90000" rIns="90000" tIns="45000" bIns="45000" anchor="ctr">
              <a:noAutofit/>
            </a:bodyPr>
            <a:p>
              <a:pPr algn="ctr" defTabSz="914400">
                <a:lnSpc>
                  <a:spcPct val="100000"/>
                </a:lnSpc>
              </a:pPr>
              <a:endParaRPr b="0" lang="en-US" sz="1800" strike="noStrike" u="none">
                <a:solidFill>
                  <a:schemeClr val="lt1"/>
                </a:solidFill>
                <a:uFillTx/>
                <a:latin typeface="Calibri"/>
              </a:endParaRPr>
            </a:p>
          </p:txBody>
        </p:sp>
        <p:sp>
          <p:nvSpPr>
            <p:cNvPr id="827" name="Freeform: Shape 13">
              <a:extLs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/>
            <p:nvPr/>
          </p:nvSpPr>
          <p:spPr>
            <a:xfrm>
              <a:off x="8326080" y="0"/>
              <a:ext cx="3864960" cy="2183040"/>
            </a:xfrm>
            <a:custGeom>
              <a:avLst/>
              <a:gdLst>
                <a:gd name="textAreaLeft" fmla="*/ 0 w 3864960"/>
                <a:gd name="textAreaRight" fmla="*/ 3866040 w 3864960"/>
                <a:gd name="textAreaTop" fmla="*/ 0 h 2183040"/>
                <a:gd name="textAreaBottom" fmla="*/ 2184120 h 2183040"/>
              </a:gdLst>
              <a:ahLst/>
              <a:rect l="textAreaLeft" t="textAreaTop" r="textAreaRight" b="textAreaBottom"/>
              <a:pathLst>
                <a:path w="5275533" h="2980757">
                  <a:moveTo>
                    <a:pt x="0" y="0"/>
                  </a:moveTo>
                  <a:lnTo>
                    <a:pt x="201166" y="0"/>
                  </a:lnTo>
                  <a:lnTo>
                    <a:pt x="206734" y="89286"/>
                  </a:lnTo>
                  <a:cubicBezTo>
                    <a:pt x="212220" y="135755"/>
                    <a:pt x="220465" y="181731"/>
                    <a:pt x="232051" y="226897"/>
                  </a:cubicBezTo>
                  <a:cubicBezTo>
                    <a:pt x="254855" y="317344"/>
                    <a:pt x="290287" y="403854"/>
                    <a:pt x="332707" y="487120"/>
                  </a:cubicBezTo>
                  <a:cubicBezTo>
                    <a:pt x="354163" y="528696"/>
                    <a:pt x="377948" y="569461"/>
                    <a:pt x="402959" y="609647"/>
                  </a:cubicBezTo>
                  <a:cubicBezTo>
                    <a:pt x="428337" y="649717"/>
                    <a:pt x="455433" y="689209"/>
                    <a:pt x="483631" y="728236"/>
                  </a:cubicBezTo>
                  <a:cubicBezTo>
                    <a:pt x="540764" y="806061"/>
                    <a:pt x="604271" y="881569"/>
                    <a:pt x="669986" y="957424"/>
                  </a:cubicBezTo>
                  <a:cubicBezTo>
                    <a:pt x="735701" y="1033395"/>
                    <a:pt x="804359" y="1109366"/>
                    <a:pt x="871667" y="1188348"/>
                  </a:cubicBezTo>
                  <a:cubicBezTo>
                    <a:pt x="905383" y="1227723"/>
                    <a:pt x="938731" y="1268025"/>
                    <a:pt x="971956" y="1308905"/>
                  </a:cubicBezTo>
                  <a:lnTo>
                    <a:pt x="1020139" y="1368084"/>
                  </a:lnTo>
                  <a:cubicBezTo>
                    <a:pt x="1035954" y="1386962"/>
                    <a:pt x="1051035" y="1406302"/>
                    <a:pt x="1067340" y="1424715"/>
                  </a:cubicBezTo>
                  <a:cubicBezTo>
                    <a:pt x="1194602" y="1574573"/>
                    <a:pt x="1332652" y="1712503"/>
                    <a:pt x="1472909" y="1843252"/>
                  </a:cubicBezTo>
                  <a:cubicBezTo>
                    <a:pt x="1543406" y="1908337"/>
                    <a:pt x="1615128" y="1971221"/>
                    <a:pt x="1688567" y="2031559"/>
                  </a:cubicBezTo>
                  <a:cubicBezTo>
                    <a:pt x="1762006" y="2091895"/>
                    <a:pt x="1836793" y="2150263"/>
                    <a:pt x="1914401" y="2205156"/>
                  </a:cubicBezTo>
                  <a:cubicBezTo>
                    <a:pt x="2069003" y="2315176"/>
                    <a:pt x="2235742" y="2413498"/>
                    <a:pt x="2418909" y="2479741"/>
                  </a:cubicBezTo>
                  <a:cubicBezTo>
                    <a:pt x="2510249" y="2512863"/>
                    <a:pt x="2604898" y="2538225"/>
                    <a:pt x="2701141" y="2557333"/>
                  </a:cubicBezTo>
                  <a:cubicBezTo>
                    <a:pt x="2725293" y="2561850"/>
                    <a:pt x="2749201" y="2567062"/>
                    <a:pt x="2773475" y="2570999"/>
                  </a:cubicBezTo>
                  <a:lnTo>
                    <a:pt x="2846424" y="2582465"/>
                  </a:lnTo>
                  <a:cubicBezTo>
                    <a:pt x="2895343" y="2588602"/>
                    <a:pt x="2944261" y="2595088"/>
                    <a:pt x="2993669" y="2598909"/>
                  </a:cubicBezTo>
                  <a:cubicBezTo>
                    <a:pt x="3018313" y="2601110"/>
                    <a:pt x="3042956" y="2603195"/>
                    <a:pt x="3067721" y="2604237"/>
                  </a:cubicBezTo>
                  <a:cubicBezTo>
                    <a:pt x="3092487" y="2605394"/>
                    <a:pt x="3117130" y="2607247"/>
                    <a:pt x="3142019" y="2607943"/>
                  </a:cubicBezTo>
                  <a:lnTo>
                    <a:pt x="3216561" y="2609564"/>
                  </a:lnTo>
                  <a:cubicBezTo>
                    <a:pt x="3241326" y="2610142"/>
                    <a:pt x="3266337" y="2609333"/>
                    <a:pt x="3291225" y="2609217"/>
                  </a:cubicBezTo>
                  <a:lnTo>
                    <a:pt x="3328619" y="2608869"/>
                  </a:lnTo>
                  <a:cubicBezTo>
                    <a:pt x="3340757" y="2608522"/>
                    <a:pt x="3352649" y="2607827"/>
                    <a:pt x="3364665" y="2607363"/>
                  </a:cubicBezTo>
                  <a:cubicBezTo>
                    <a:pt x="3376679" y="2606784"/>
                    <a:pt x="3388695" y="2606438"/>
                    <a:pt x="3400587" y="2605627"/>
                  </a:cubicBezTo>
                  <a:lnTo>
                    <a:pt x="3436387" y="2602847"/>
                  </a:lnTo>
                  <a:cubicBezTo>
                    <a:pt x="3484079" y="2599257"/>
                    <a:pt x="3531404" y="2593235"/>
                    <a:pt x="3578361" y="2586286"/>
                  </a:cubicBezTo>
                  <a:cubicBezTo>
                    <a:pt x="3766310" y="2556871"/>
                    <a:pt x="3947025" y="2499314"/>
                    <a:pt x="4119159" y="2418594"/>
                  </a:cubicBezTo>
                  <a:cubicBezTo>
                    <a:pt x="4291907" y="2338801"/>
                    <a:pt x="4456317" y="2236657"/>
                    <a:pt x="4618765" y="2124668"/>
                  </a:cubicBezTo>
                  <a:cubicBezTo>
                    <a:pt x="4659346" y="2096759"/>
                    <a:pt x="4699682" y="2067575"/>
                    <a:pt x="4739895" y="2038275"/>
                  </a:cubicBezTo>
                  <a:cubicBezTo>
                    <a:pt x="4780355" y="2008976"/>
                    <a:pt x="4820691" y="1979212"/>
                    <a:pt x="4861027" y="1948986"/>
                  </a:cubicBezTo>
                  <a:lnTo>
                    <a:pt x="5106354" y="1763690"/>
                  </a:lnTo>
                  <a:lnTo>
                    <a:pt x="5275533" y="1641017"/>
                  </a:lnTo>
                  <a:lnTo>
                    <a:pt x="5275533" y="2257481"/>
                  </a:lnTo>
                  <a:lnTo>
                    <a:pt x="5168881" y="2332084"/>
                  </a:lnTo>
                  <a:cubicBezTo>
                    <a:pt x="5125235" y="2362079"/>
                    <a:pt x="5081099" y="2391958"/>
                    <a:pt x="5036225" y="2421489"/>
                  </a:cubicBezTo>
                  <a:cubicBezTo>
                    <a:pt x="4991231" y="2450790"/>
                    <a:pt x="4945867" y="2479857"/>
                    <a:pt x="4899401" y="2508347"/>
                  </a:cubicBezTo>
                  <a:cubicBezTo>
                    <a:pt x="4806959" y="2565440"/>
                    <a:pt x="4711574" y="2620798"/>
                    <a:pt x="4612145" y="2671407"/>
                  </a:cubicBezTo>
                  <a:cubicBezTo>
                    <a:pt x="4512836" y="2722247"/>
                    <a:pt x="4410095" y="2769496"/>
                    <a:pt x="4303187" y="2810030"/>
                  </a:cubicBezTo>
                  <a:cubicBezTo>
                    <a:pt x="4090349" y="2892256"/>
                    <a:pt x="3861694" y="2947728"/>
                    <a:pt x="3630835" y="2969500"/>
                  </a:cubicBezTo>
                  <a:cubicBezTo>
                    <a:pt x="3573089" y="2974712"/>
                    <a:pt x="3515343" y="2978649"/>
                    <a:pt x="3457719" y="2979808"/>
                  </a:cubicBezTo>
                  <a:lnTo>
                    <a:pt x="3414441" y="2980733"/>
                  </a:lnTo>
                  <a:cubicBezTo>
                    <a:pt x="3400097" y="2980850"/>
                    <a:pt x="3385630" y="2980502"/>
                    <a:pt x="3371285" y="2980502"/>
                  </a:cubicBezTo>
                  <a:lnTo>
                    <a:pt x="3328252" y="2980039"/>
                  </a:lnTo>
                  <a:lnTo>
                    <a:pt x="3286445" y="2978534"/>
                  </a:lnTo>
                  <a:cubicBezTo>
                    <a:pt x="3175121" y="2975174"/>
                    <a:pt x="3063553" y="2966837"/>
                    <a:pt x="2952475" y="2953402"/>
                  </a:cubicBezTo>
                  <a:cubicBezTo>
                    <a:pt x="2841275" y="2940664"/>
                    <a:pt x="2730319" y="2922365"/>
                    <a:pt x="2620591" y="2898046"/>
                  </a:cubicBezTo>
                  <a:cubicBezTo>
                    <a:pt x="2510984" y="2873494"/>
                    <a:pt x="2402235" y="2844426"/>
                    <a:pt x="2294591" y="2811305"/>
                  </a:cubicBezTo>
                  <a:cubicBezTo>
                    <a:pt x="2079669" y="2744483"/>
                    <a:pt x="1867198" y="2661331"/>
                    <a:pt x="1670544" y="2550501"/>
                  </a:cubicBezTo>
                  <a:cubicBezTo>
                    <a:pt x="1473767" y="2439903"/>
                    <a:pt x="1298079" y="2299657"/>
                    <a:pt x="1144703" y="2144472"/>
                  </a:cubicBezTo>
                  <a:cubicBezTo>
                    <a:pt x="1067586" y="2066996"/>
                    <a:pt x="997458" y="1984539"/>
                    <a:pt x="931497" y="1900114"/>
                  </a:cubicBezTo>
                  <a:cubicBezTo>
                    <a:pt x="865906" y="1815342"/>
                    <a:pt x="803500" y="1729295"/>
                    <a:pt x="745265" y="1641395"/>
                  </a:cubicBezTo>
                  <a:cubicBezTo>
                    <a:pt x="730307" y="1619623"/>
                    <a:pt x="716207" y="1597503"/>
                    <a:pt x="701741" y="1575500"/>
                  </a:cubicBezTo>
                  <a:lnTo>
                    <a:pt x="660178" y="1511573"/>
                  </a:lnTo>
                  <a:cubicBezTo>
                    <a:pt x="633574" y="1470229"/>
                    <a:pt x="605989" y="1429232"/>
                    <a:pt x="578158" y="1387656"/>
                  </a:cubicBezTo>
                  <a:lnTo>
                    <a:pt x="408230" y="1134497"/>
                  </a:lnTo>
                  <a:cubicBezTo>
                    <a:pt x="351220" y="1048219"/>
                    <a:pt x="294945" y="959392"/>
                    <a:pt x="242349" y="866860"/>
                  </a:cubicBezTo>
                  <a:cubicBezTo>
                    <a:pt x="216112" y="820536"/>
                    <a:pt x="190734" y="773402"/>
                    <a:pt x="167562" y="724994"/>
                  </a:cubicBezTo>
                  <a:cubicBezTo>
                    <a:pt x="144513" y="676469"/>
                    <a:pt x="123057" y="627019"/>
                    <a:pt x="104054" y="576525"/>
                  </a:cubicBezTo>
                  <a:cubicBezTo>
                    <a:pt x="85418" y="525917"/>
                    <a:pt x="68867" y="474613"/>
                    <a:pt x="55381" y="422499"/>
                  </a:cubicBezTo>
                  <a:cubicBezTo>
                    <a:pt x="49006" y="396442"/>
                    <a:pt x="42508" y="370269"/>
                    <a:pt x="37236" y="343980"/>
                  </a:cubicBezTo>
                  <a:lnTo>
                    <a:pt x="29267" y="304604"/>
                  </a:lnTo>
                  <a:lnTo>
                    <a:pt x="22646" y="265113"/>
                  </a:lnTo>
                  <a:cubicBezTo>
                    <a:pt x="14003" y="212420"/>
                    <a:pt x="7872" y="159582"/>
                    <a:pt x="3903" y="106787"/>
                  </a:cubicBezTo>
                  <a:close/>
                </a:path>
              </a:pathLst>
            </a:custGeom>
            <a:gradFill rotWithShape="0">
              <a:gsLst>
                <a:gs pos="2000">
                  <a:srgbClr val="ffffff">
                    <a:alpha val="10000"/>
                  </a:srgbClr>
                </a:gs>
                <a:gs pos="16000">
                  <a:srgbClr val="f19d19">
                    <a:alpha val="10000"/>
                  </a:srgbClr>
                </a:gs>
                <a:gs pos="85000">
                  <a:srgbClr val="1d9a78">
                    <a:alpha val="10000"/>
                  </a:srgbClr>
                </a:gs>
                <a:gs pos="100000">
                  <a:srgbClr val="ffffff">
                    <a:alpha val="10000"/>
                  </a:srgbClr>
                </a:gs>
              </a:gsLst>
              <a:lin ang="12000000"/>
            </a:gra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/>
          </p:style>
          <p:txBody>
            <a:bodyPr lIns="90000" rIns="90000" tIns="45000" bIns="45000" anchor="ctr">
              <a:noAutofit/>
            </a:bodyPr>
            <a:p>
              <a:pPr algn="ctr" defTabSz="914400">
                <a:lnSpc>
                  <a:spcPct val="100000"/>
                </a:lnSpc>
              </a:pPr>
              <a:endParaRPr b="0" lang="en-US" sz="1800" strike="noStrike" u="none">
                <a:solidFill>
                  <a:schemeClr val="lt1"/>
                </a:solidFill>
                <a:uFillTx/>
                <a:latin typeface="Calibri"/>
              </a:endParaRPr>
            </a:p>
          </p:txBody>
        </p:sp>
        <p:sp>
          <p:nvSpPr>
            <p:cNvPr id="828" name="Freeform: Shape 14">
              <a:extLs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/>
            <p:nvPr/>
          </p:nvSpPr>
          <p:spPr>
            <a:xfrm>
              <a:off x="8329680" y="0"/>
              <a:ext cx="3861360" cy="2144520"/>
            </a:xfrm>
            <a:custGeom>
              <a:avLst/>
              <a:gdLst>
                <a:gd name="textAreaLeft" fmla="*/ 0 w 3861360"/>
                <a:gd name="textAreaRight" fmla="*/ 3862440 w 3861360"/>
                <a:gd name="textAreaTop" fmla="*/ 0 h 2144520"/>
                <a:gd name="textAreaBottom" fmla="*/ 2145600 h 2144520"/>
              </a:gdLst>
              <a:ahLst/>
              <a:rect l="textAreaLeft" t="textAreaTop" r="textAreaRight" b="textAreaBottom"/>
              <a:pathLst>
                <a:path w="5270786" h="2927775">
                  <a:moveTo>
                    <a:pt x="0" y="0"/>
                  </a:moveTo>
                  <a:lnTo>
                    <a:pt x="613805" y="0"/>
                  </a:lnTo>
                  <a:lnTo>
                    <a:pt x="618487" y="85404"/>
                  </a:lnTo>
                  <a:cubicBezTo>
                    <a:pt x="650052" y="360109"/>
                    <a:pt x="792650" y="556543"/>
                    <a:pt x="1054084" y="895200"/>
                  </a:cubicBezTo>
                  <a:cubicBezTo>
                    <a:pt x="1126174" y="988542"/>
                    <a:pt x="1200716" y="1085128"/>
                    <a:pt x="1276976" y="1191325"/>
                  </a:cubicBezTo>
                  <a:cubicBezTo>
                    <a:pt x="1859704" y="2002688"/>
                    <a:pt x="2485223" y="2348843"/>
                    <a:pt x="3368450" y="2348843"/>
                  </a:cubicBezTo>
                  <a:cubicBezTo>
                    <a:pt x="3948114" y="2348843"/>
                    <a:pt x="4373422" y="2066846"/>
                    <a:pt x="4956151" y="1636730"/>
                  </a:cubicBezTo>
                  <a:cubicBezTo>
                    <a:pt x="5021253" y="1588668"/>
                    <a:pt x="5086356" y="1541186"/>
                    <a:pt x="5149372" y="1495325"/>
                  </a:cubicBezTo>
                  <a:lnTo>
                    <a:pt x="5270786" y="1406110"/>
                  </a:lnTo>
                  <a:lnTo>
                    <a:pt x="5270786" y="2138641"/>
                  </a:lnTo>
                  <a:lnTo>
                    <a:pt x="5112925" y="2253730"/>
                  </a:lnTo>
                  <a:cubicBezTo>
                    <a:pt x="4598179" y="2621786"/>
                    <a:pt x="4074961" y="2927775"/>
                    <a:pt x="3368327" y="2927775"/>
                  </a:cubicBezTo>
                  <a:cubicBezTo>
                    <a:pt x="2170746" y="2927775"/>
                    <a:pt x="1393203" y="2384512"/>
                    <a:pt x="769646" y="1516288"/>
                  </a:cubicBezTo>
                  <a:cubicBezTo>
                    <a:pt x="418850" y="1027932"/>
                    <a:pt x="48120" y="683401"/>
                    <a:pt x="3149" y="85252"/>
                  </a:cubicBezTo>
                  <a:close/>
                </a:path>
              </a:pathLst>
            </a:custGeom>
            <a:gradFill rotWithShape="0">
              <a:gsLst>
                <a:gs pos="2000">
                  <a:srgbClr val="ffffff">
                    <a:alpha val="10000"/>
                  </a:srgbClr>
                </a:gs>
                <a:gs pos="16000">
                  <a:srgbClr val="f19d19">
                    <a:alpha val="10000"/>
                  </a:srgbClr>
                </a:gs>
                <a:gs pos="85000">
                  <a:srgbClr val="1d9a78">
                    <a:alpha val="10000"/>
                  </a:srgbClr>
                </a:gs>
                <a:gs pos="100000">
                  <a:srgbClr val="ffffff">
                    <a:alpha val="10000"/>
                  </a:srgbClr>
                </a:gs>
              </a:gsLst>
              <a:lin ang="12000000"/>
            </a:gra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/>
          </p:style>
          <p:txBody>
            <a:bodyPr lIns="90000" rIns="90000" tIns="45000" bIns="45000" anchor="ctr">
              <a:noAutofit/>
            </a:bodyPr>
            <a:p>
              <a:pPr algn="ctr" defTabSz="914400">
                <a:lnSpc>
                  <a:spcPct val="100000"/>
                </a:lnSpc>
              </a:pPr>
              <a:endParaRPr b="0" lang="en-US" sz="1800" strike="noStrike" u="none">
                <a:solidFill>
                  <a:schemeClr val="lt1"/>
                </a:solidFill>
                <a:uFillTx/>
                <a:latin typeface="Calibri"/>
              </a:endParaRPr>
            </a:p>
          </p:txBody>
        </p:sp>
        <p:sp>
          <p:nvSpPr>
            <p:cNvPr id="829" name="Freeform: Shape 15">
              <a:extLs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/>
            <p:nvPr/>
          </p:nvSpPr>
          <p:spPr>
            <a:xfrm>
              <a:off x="8329680" y="0"/>
              <a:ext cx="3861360" cy="2144520"/>
            </a:xfrm>
            <a:custGeom>
              <a:avLst/>
              <a:gdLst>
                <a:gd name="textAreaLeft" fmla="*/ 0 w 3861360"/>
                <a:gd name="textAreaRight" fmla="*/ 3862440 w 3861360"/>
                <a:gd name="textAreaTop" fmla="*/ 0 h 2144520"/>
                <a:gd name="textAreaBottom" fmla="*/ 2145600 h 2144520"/>
              </a:gdLst>
              <a:ahLst/>
              <a:rect l="textAreaLeft" t="textAreaTop" r="textAreaRight" b="textAreaBottom"/>
              <a:pathLst>
                <a:path w="5270786" h="2927775">
                  <a:moveTo>
                    <a:pt x="0" y="0"/>
                  </a:moveTo>
                  <a:lnTo>
                    <a:pt x="736294" y="0"/>
                  </a:lnTo>
                  <a:lnTo>
                    <a:pt x="740298" y="72745"/>
                  </a:lnTo>
                  <a:cubicBezTo>
                    <a:pt x="768839" y="319371"/>
                    <a:pt x="898885" y="497858"/>
                    <a:pt x="1153024" y="826989"/>
                  </a:cubicBezTo>
                  <a:cubicBezTo>
                    <a:pt x="1225727" y="921142"/>
                    <a:pt x="1300882" y="1018537"/>
                    <a:pt x="1378368" y="1126356"/>
                  </a:cubicBezTo>
                  <a:cubicBezTo>
                    <a:pt x="1652384" y="1507833"/>
                    <a:pt x="1933512" y="1779060"/>
                    <a:pt x="2238056" y="1955322"/>
                  </a:cubicBezTo>
                  <a:cubicBezTo>
                    <a:pt x="2560868" y="2142238"/>
                    <a:pt x="2930637" y="2233033"/>
                    <a:pt x="3368327" y="2233033"/>
                  </a:cubicBezTo>
                  <a:cubicBezTo>
                    <a:pt x="3616720" y="2233033"/>
                    <a:pt x="3847703" y="2176866"/>
                    <a:pt x="4095360" y="2056192"/>
                  </a:cubicBezTo>
                  <a:cubicBezTo>
                    <a:pt x="4349636" y="1932276"/>
                    <a:pt x="4601340" y="1751613"/>
                    <a:pt x="4880506" y="1545587"/>
                  </a:cubicBezTo>
                  <a:cubicBezTo>
                    <a:pt x="4945974" y="1497295"/>
                    <a:pt x="5011199" y="1449697"/>
                    <a:pt x="5074340" y="1403721"/>
                  </a:cubicBezTo>
                  <a:lnTo>
                    <a:pt x="5270786" y="1259367"/>
                  </a:lnTo>
                  <a:lnTo>
                    <a:pt x="5270786" y="2138641"/>
                  </a:lnTo>
                  <a:lnTo>
                    <a:pt x="5112925" y="2253730"/>
                  </a:lnTo>
                  <a:cubicBezTo>
                    <a:pt x="4598179" y="2621786"/>
                    <a:pt x="4074961" y="2927775"/>
                    <a:pt x="3368327" y="2927775"/>
                  </a:cubicBezTo>
                  <a:cubicBezTo>
                    <a:pt x="2170746" y="2927775"/>
                    <a:pt x="1393203" y="2384512"/>
                    <a:pt x="769646" y="1516288"/>
                  </a:cubicBezTo>
                  <a:cubicBezTo>
                    <a:pt x="418850" y="1027932"/>
                    <a:pt x="48120" y="683401"/>
                    <a:pt x="3149" y="85252"/>
                  </a:cubicBezTo>
                  <a:close/>
                </a:path>
              </a:pathLst>
            </a:custGeom>
            <a:gradFill rotWithShape="0">
              <a:gsLst>
                <a:gs pos="2000">
                  <a:srgbClr val="ffffff">
                    <a:alpha val="10000"/>
                  </a:srgbClr>
                </a:gs>
                <a:gs pos="16000">
                  <a:srgbClr val="f19d19">
                    <a:alpha val="10000"/>
                  </a:srgbClr>
                </a:gs>
                <a:gs pos="85000">
                  <a:srgbClr val="1d9a78">
                    <a:alpha val="10000"/>
                  </a:srgbClr>
                </a:gs>
                <a:gs pos="100000">
                  <a:srgbClr val="ffffff">
                    <a:alpha val="10000"/>
                  </a:srgbClr>
                </a:gs>
              </a:gsLst>
              <a:lin ang="12000000"/>
            </a:gra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/>
          </p:style>
          <p:txBody>
            <a:bodyPr lIns="90000" rIns="90000" tIns="45000" bIns="45000" anchor="ctr">
              <a:noAutofit/>
            </a:bodyPr>
            <a:p>
              <a:pPr algn="ctr" defTabSz="914400">
                <a:lnSpc>
                  <a:spcPct val="100000"/>
                </a:lnSpc>
              </a:pPr>
              <a:endParaRPr b="0" lang="en-US" sz="1800" strike="noStrike" u="none">
                <a:solidFill>
                  <a:schemeClr val="lt1"/>
                </a:solidFill>
                <a:uFillTx/>
                <a:latin typeface="Calibri"/>
              </a:endParaRPr>
            </a:p>
          </p:txBody>
        </p:sp>
      </p:grpSp>
      <p:sp>
        <p:nvSpPr>
          <p:cNvPr id="830" name="PlaceHolder 2"/>
          <p:cNvSpPr>
            <a:spLocks noGrp="1"/>
          </p:cNvSpPr>
          <p:nvPr>
            <p:ph/>
          </p:nvPr>
        </p:nvSpPr>
        <p:spPr>
          <a:xfrm>
            <a:off x="1179360" y="2890800"/>
            <a:ext cx="9832320" cy="269280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t">
            <a:normAutofit/>
          </a:bodyPr>
          <a:p>
            <a:pPr marL="228600" indent="-228600" defTabSz="914400">
              <a:lnSpc>
                <a:spcPct val="90000"/>
              </a:lnSpc>
              <a:spcBef>
                <a:spcPts val="1001"/>
              </a:spcBef>
              <a:buClr>
                <a:srgbClr val="44546a"/>
              </a:buClr>
              <a:buFont typeface="Arial"/>
              <a:buChar char="•"/>
            </a:pPr>
            <a:r>
              <a:rPr b="0" lang="de-DE" sz="1300" strike="noStrike" u="none">
                <a:solidFill>
                  <a:schemeClr val="dk2"/>
                </a:solidFill>
                <a:uFillTx/>
                <a:latin typeface="Calibri"/>
              </a:rPr>
              <a:t>Erstelle einen Service CustomerService</a:t>
            </a:r>
            <a:endParaRPr b="0" lang="de-DE" sz="1300" strike="noStrike" u="none">
              <a:solidFill>
                <a:srgbClr val="000000"/>
              </a:solidFill>
              <a:uFillTx/>
              <a:latin typeface="Arial"/>
            </a:endParaRPr>
          </a:p>
          <a:p>
            <a:pPr lvl="1" marL="685800" indent="-228600" defTabSz="914400">
              <a:lnSpc>
                <a:spcPct val="90000"/>
              </a:lnSpc>
              <a:spcBef>
                <a:spcPts val="499"/>
              </a:spcBef>
              <a:buClr>
                <a:srgbClr val="44546a"/>
              </a:buClr>
              <a:buFont typeface="Arial"/>
              <a:buChar char="•"/>
            </a:pPr>
            <a:r>
              <a:rPr b="0" lang="de-DE" sz="1300" strike="noStrike" u="none">
                <a:solidFill>
                  <a:schemeClr val="dk2"/>
                </a:solidFill>
                <a:uFillTx/>
                <a:latin typeface="Calibri"/>
              </a:rPr>
              <a:t>Generieren per ng generate service customer/customer</a:t>
            </a:r>
            <a:endParaRPr b="0" lang="de-DE" sz="1300" strike="noStrike" u="none">
              <a:solidFill>
                <a:srgbClr val="000000"/>
              </a:solidFill>
              <a:uFillTx/>
              <a:latin typeface="Arial"/>
            </a:endParaRPr>
          </a:p>
          <a:p>
            <a:pPr marL="228600" indent="-228600" defTabSz="914400">
              <a:lnSpc>
                <a:spcPct val="90000"/>
              </a:lnSpc>
              <a:spcBef>
                <a:spcPts val="1001"/>
              </a:spcBef>
              <a:buClr>
                <a:srgbClr val="44546a"/>
              </a:buClr>
              <a:buFont typeface="Arial"/>
              <a:buChar char="•"/>
            </a:pPr>
            <a:r>
              <a:rPr b="0" lang="de-DE" sz="1300" strike="noStrike" u="none">
                <a:solidFill>
                  <a:schemeClr val="dk2"/>
                </a:solidFill>
                <a:uFillTx/>
                <a:latin typeface="Calibri"/>
              </a:rPr>
              <a:t>Erstelle Mock-Daten</a:t>
            </a:r>
            <a:endParaRPr b="0" lang="de-DE" sz="1300" strike="noStrike" u="none">
              <a:solidFill>
                <a:srgbClr val="000000"/>
              </a:solidFill>
              <a:uFillTx/>
              <a:latin typeface="Arial"/>
            </a:endParaRPr>
          </a:p>
          <a:p>
            <a:pPr lvl="1" marL="685800" indent="-228600" defTabSz="914400">
              <a:lnSpc>
                <a:spcPct val="90000"/>
              </a:lnSpc>
              <a:spcBef>
                <a:spcPts val="499"/>
              </a:spcBef>
              <a:buClr>
                <a:srgbClr val="44546a"/>
              </a:buClr>
              <a:buFont typeface="Arial"/>
              <a:buChar char="•"/>
            </a:pPr>
            <a:r>
              <a:rPr b="0" lang="de-DE" sz="1300" strike="noStrike" u="none">
                <a:solidFill>
                  <a:schemeClr val="dk2"/>
                </a:solidFill>
                <a:uFillTx/>
                <a:latin typeface="Calibri"/>
              </a:rPr>
              <a:t>Erstelle eine Datei src/app/customer/customer.mock.ts</a:t>
            </a:r>
            <a:endParaRPr b="0" lang="de-DE" sz="1300" strike="noStrike" u="none">
              <a:solidFill>
                <a:srgbClr val="000000"/>
              </a:solidFill>
              <a:uFillTx/>
              <a:latin typeface="Arial"/>
            </a:endParaRPr>
          </a:p>
          <a:p>
            <a:pPr lvl="1" marL="685800" indent="-228600" defTabSz="914400">
              <a:lnSpc>
                <a:spcPct val="90000"/>
              </a:lnSpc>
              <a:spcBef>
                <a:spcPts val="499"/>
              </a:spcBef>
              <a:buClr>
                <a:srgbClr val="44546a"/>
              </a:buClr>
              <a:buFont typeface="Arial"/>
              <a:buChar char="•"/>
            </a:pPr>
            <a:r>
              <a:rPr b="0" lang="de-DE" sz="1300" strike="noStrike" u="none">
                <a:solidFill>
                  <a:schemeClr val="dk2"/>
                </a:solidFill>
                <a:uFillTx/>
                <a:latin typeface="Calibri"/>
              </a:rPr>
              <a:t>Exportiere darin ein Array von Customer (kopieren aus AppComponent)</a:t>
            </a:r>
            <a:endParaRPr b="0" lang="de-DE" sz="1300" strike="noStrike" u="none">
              <a:solidFill>
                <a:srgbClr val="000000"/>
              </a:solidFill>
              <a:uFillTx/>
              <a:latin typeface="Arial"/>
            </a:endParaRPr>
          </a:p>
          <a:p>
            <a:pPr marL="228600" indent="-228600" defTabSz="914400">
              <a:lnSpc>
                <a:spcPct val="90000"/>
              </a:lnSpc>
              <a:spcBef>
                <a:spcPts val="1001"/>
              </a:spcBef>
              <a:buClr>
                <a:srgbClr val="44546a"/>
              </a:buClr>
              <a:buFont typeface="Arial"/>
              <a:buChar char="•"/>
            </a:pPr>
            <a:r>
              <a:rPr b="0" lang="de-DE" sz="1300" strike="noStrike" u="none">
                <a:solidFill>
                  <a:schemeClr val="dk2"/>
                </a:solidFill>
                <a:uFillTx/>
                <a:latin typeface="Calibri"/>
              </a:rPr>
              <a:t>Verwende im Service die Mock-Daten</a:t>
            </a:r>
            <a:endParaRPr b="0" lang="de-DE" sz="1300" strike="noStrike" u="none">
              <a:solidFill>
                <a:srgbClr val="000000"/>
              </a:solidFill>
              <a:uFillTx/>
              <a:latin typeface="Arial"/>
            </a:endParaRPr>
          </a:p>
          <a:p>
            <a:pPr lvl="1" marL="685800" indent="-228600" defTabSz="914400">
              <a:lnSpc>
                <a:spcPct val="90000"/>
              </a:lnSpc>
              <a:spcBef>
                <a:spcPts val="499"/>
              </a:spcBef>
              <a:buClr>
                <a:srgbClr val="44546a"/>
              </a:buClr>
              <a:buFont typeface="Arial"/>
              <a:buChar char="•"/>
            </a:pPr>
            <a:r>
              <a:rPr b="0" lang="de-DE" sz="1300" strike="noStrike" u="none">
                <a:solidFill>
                  <a:schemeClr val="dk2"/>
                </a:solidFill>
                <a:uFillTx/>
                <a:latin typeface="Calibri"/>
              </a:rPr>
              <a:t>Importiere die Mock-Daten aus customer.mock</a:t>
            </a:r>
            <a:endParaRPr b="0" lang="de-DE" sz="1300" strike="noStrike" u="none">
              <a:solidFill>
                <a:srgbClr val="000000"/>
              </a:solidFill>
              <a:uFillTx/>
              <a:latin typeface="Arial"/>
            </a:endParaRPr>
          </a:p>
          <a:p>
            <a:pPr lvl="1" marL="685800" indent="-228600" defTabSz="914400">
              <a:lnSpc>
                <a:spcPct val="90000"/>
              </a:lnSpc>
              <a:spcBef>
                <a:spcPts val="499"/>
              </a:spcBef>
              <a:buClr>
                <a:srgbClr val="44546a"/>
              </a:buClr>
              <a:buFont typeface="Arial"/>
              <a:buChar char="•"/>
            </a:pPr>
            <a:r>
              <a:rPr b="0" lang="de-DE" sz="1300" strike="noStrike" u="none">
                <a:solidFill>
                  <a:schemeClr val="dk2"/>
                </a:solidFill>
                <a:uFillTx/>
                <a:latin typeface="Calibri"/>
              </a:rPr>
              <a:t>Erstelle in CustomerService eine Methode getAll(): Customer[]</a:t>
            </a:r>
            <a:endParaRPr b="0" lang="de-DE" sz="1300" strike="noStrike" u="none">
              <a:solidFill>
                <a:srgbClr val="000000"/>
              </a:solidFill>
              <a:uFillTx/>
              <a:latin typeface="Arial"/>
            </a:endParaRPr>
          </a:p>
          <a:p>
            <a:pPr lvl="1" marL="685800" indent="-228600" defTabSz="914400">
              <a:lnSpc>
                <a:spcPct val="90000"/>
              </a:lnSpc>
              <a:spcBef>
                <a:spcPts val="499"/>
              </a:spcBef>
              <a:buClr>
                <a:srgbClr val="44546a"/>
              </a:buClr>
              <a:buFont typeface="Arial"/>
              <a:buChar char="•"/>
            </a:pPr>
            <a:r>
              <a:rPr b="0" lang="de-DE" sz="1300" strike="noStrike" u="none">
                <a:solidFill>
                  <a:schemeClr val="dk2"/>
                </a:solidFill>
                <a:uFillTx/>
                <a:latin typeface="Calibri"/>
              </a:rPr>
              <a:t>Gebe darin die Mock-Daten zurück</a:t>
            </a:r>
            <a:endParaRPr b="0" lang="de-DE" sz="1300" strike="noStrike" u="none">
              <a:solidFill>
                <a:srgbClr val="000000"/>
              </a:solidFill>
              <a:uFillTx/>
              <a:latin typeface="Arial"/>
            </a:endParaRPr>
          </a:p>
          <a:p>
            <a:pPr marL="228600" indent="-228600" defTabSz="914400">
              <a:lnSpc>
                <a:spcPct val="90000"/>
              </a:lnSpc>
              <a:spcBef>
                <a:spcPts val="1001"/>
              </a:spcBef>
              <a:buClr>
                <a:srgbClr val="44546a"/>
              </a:buClr>
              <a:buFont typeface="Arial"/>
              <a:buChar char="•"/>
            </a:pPr>
            <a:r>
              <a:rPr b="0" lang="de-DE" sz="1300" strike="noStrike" u="none">
                <a:solidFill>
                  <a:schemeClr val="dk2"/>
                </a:solidFill>
                <a:uFillTx/>
                <a:latin typeface="Calibri"/>
              </a:rPr>
              <a:t>Verwende den Service noch nicht!</a:t>
            </a:r>
            <a:endParaRPr b="0" lang="de-DE" sz="1300" strike="noStrike" u="none">
              <a:solidFill>
                <a:srgbClr val="000000"/>
              </a:solidFill>
              <a:uFillTx/>
              <a:latin typeface="Arial"/>
            </a:endParaRPr>
          </a:p>
        </p:txBody>
      </p:sp>
      <p:grpSp>
        <p:nvGrpSpPr>
          <p:cNvPr id="831" name="Group 17">
            <a:extLst>
              <a:ext uri="{C183D7F6-B498-43B3-948B-1728B52AA6E4}">
                <adec:decorative xmlns:adec="http://schemas.microsoft.com/office/drawing/2017/decorative" val="1"/>
              </a:ext>
            </a:extLst>
          </p:cNvPr>
          <p:cNvGrpSpPr/>
          <p:nvPr/>
        </p:nvGrpSpPr>
        <p:grpSpPr>
          <a:xfrm>
            <a:off x="0" y="4681800"/>
            <a:ext cx="2897640" cy="2174400"/>
            <a:chOff x="0" y="4681800"/>
            <a:chExt cx="2897640" cy="2174400"/>
          </a:xfrm>
        </p:grpSpPr>
        <p:sp>
          <p:nvSpPr>
            <p:cNvPr id="832" name="Freeform: Shape 18">
              <a:extLs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/>
            <p:nvPr/>
          </p:nvSpPr>
          <p:spPr>
            <a:xfrm flipV="1">
              <a:off x="360" y="4850280"/>
              <a:ext cx="2884680" cy="2005920"/>
            </a:xfrm>
            <a:custGeom>
              <a:avLst/>
              <a:gdLst>
                <a:gd name="textAreaLeft" fmla="*/ 0 w 2884680"/>
                <a:gd name="textAreaRight" fmla="*/ 2885760 w 2884680"/>
                <a:gd name="textAreaTop" fmla="*/ 720 h 2005920"/>
                <a:gd name="textAreaBottom" fmla="*/ 2007720 h 2005920"/>
              </a:gdLst>
              <a:ahLst/>
              <a:rect l="textAreaLeft" t="textAreaTop" r="textAreaRight" b="textAreaBottom"/>
              <a:pathLst>
                <a:path w="3815424" h="2653659">
                  <a:moveTo>
                    <a:pt x="3203055" y="0"/>
                  </a:moveTo>
                  <a:lnTo>
                    <a:pt x="3815424" y="0"/>
                  </a:lnTo>
                  <a:lnTo>
                    <a:pt x="3801025" y="214243"/>
                  </a:lnTo>
                  <a:cubicBezTo>
                    <a:pt x="3616317" y="1584467"/>
                    <a:pt x="2091637" y="2653659"/>
                    <a:pt x="587142" y="2653659"/>
                  </a:cubicBezTo>
                  <a:cubicBezTo>
                    <a:pt x="400192" y="2653659"/>
                    <a:pt x="222112" y="2636953"/>
                    <a:pt x="53389" y="2605041"/>
                  </a:cubicBezTo>
                  <a:lnTo>
                    <a:pt x="0" y="2593136"/>
                  </a:lnTo>
                  <a:lnTo>
                    <a:pt x="0" y="1994836"/>
                  </a:lnTo>
                  <a:lnTo>
                    <a:pt x="159710" y="2035054"/>
                  </a:lnTo>
                  <a:cubicBezTo>
                    <a:pt x="295467" y="2061726"/>
                    <a:pt x="438268" y="2075152"/>
                    <a:pt x="587142" y="2075152"/>
                  </a:cubicBezTo>
                  <a:cubicBezTo>
                    <a:pt x="901731" y="2075152"/>
                    <a:pt x="1234490" y="2014697"/>
                    <a:pt x="1549283" y="1900153"/>
                  </a:cubicBezTo>
                  <a:cubicBezTo>
                    <a:pt x="1860709" y="1786959"/>
                    <a:pt x="2157231" y="1620350"/>
                    <a:pt x="2406698" y="1418450"/>
                  </a:cubicBezTo>
                  <a:cubicBezTo>
                    <a:pt x="2655859" y="1216840"/>
                    <a:pt x="2859596" y="978302"/>
                    <a:pt x="2996069" y="728678"/>
                  </a:cubicBezTo>
                  <a:cubicBezTo>
                    <a:pt x="3101178" y="536396"/>
                    <a:pt x="3167417" y="338366"/>
                    <a:pt x="3193967" y="137719"/>
                  </a:cubicBezTo>
                  <a:close/>
                </a:path>
              </a:pathLst>
            </a:custGeom>
            <a:gradFill rotWithShape="0">
              <a:gsLst>
                <a:gs pos="2000">
                  <a:srgbClr val="ffffff">
                    <a:alpha val="10000"/>
                  </a:srgbClr>
                </a:gs>
                <a:gs pos="16000">
                  <a:srgbClr val="f19d19">
                    <a:alpha val="10000"/>
                  </a:srgbClr>
                </a:gs>
                <a:gs pos="85000">
                  <a:srgbClr val="1d9a78">
                    <a:alpha val="10000"/>
                  </a:srgbClr>
                </a:gs>
                <a:gs pos="100000">
                  <a:srgbClr val="ffffff">
                    <a:alpha val="10000"/>
                  </a:srgbClr>
                </a:gs>
              </a:gsLst>
              <a:lin ang="9600000"/>
            </a:gra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/>
          </p:style>
          <p:txBody>
            <a:bodyPr lIns="90000" rIns="90000" tIns="45000" bIns="45000" anchor="ctr">
              <a:noAutofit/>
            </a:bodyPr>
            <a:p>
              <a:pPr algn="ctr" defTabSz="914400">
                <a:lnSpc>
                  <a:spcPct val="100000"/>
                </a:lnSpc>
              </a:pPr>
              <a:endParaRPr b="0" lang="en-US" sz="1800" strike="noStrike" u="none">
                <a:solidFill>
                  <a:schemeClr val="lt1"/>
                </a:solidFill>
                <a:uFillTx/>
                <a:latin typeface="Calibri"/>
              </a:endParaRPr>
            </a:p>
          </p:txBody>
        </p:sp>
        <p:sp>
          <p:nvSpPr>
            <p:cNvPr id="833" name="Freeform: Shape 19">
              <a:extLs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/>
            <p:nvPr/>
          </p:nvSpPr>
          <p:spPr>
            <a:xfrm flipV="1">
              <a:off x="360" y="4850280"/>
              <a:ext cx="2884680" cy="2005920"/>
            </a:xfrm>
            <a:custGeom>
              <a:avLst/>
              <a:gdLst>
                <a:gd name="textAreaLeft" fmla="*/ 0 w 2884680"/>
                <a:gd name="textAreaRight" fmla="*/ 2885760 w 2884680"/>
                <a:gd name="textAreaTop" fmla="*/ 720 h 2005920"/>
                <a:gd name="textAreaBottom" fmla="*/ 2007720 h 2005920"/>
              </a:gdLst>
              <a:ahLst/>
              <a:rect l="textAreaLeft" t="textAreaTop" r="textAreaRight" b="textAreaBottom"/>
              <a:pathLst>
                <a:path w="3815424" h="2653660">
                  <a:moveTo>
                    <a:pt x="3305038" y="0"/>
                  </a:moveTo>
                  <a:lnTo>
                    <a:pt x="3815424" y="0"/>
                  </a:lnTo>
                  <a:lnTo>
                    <a:pt x="3801025" y="214244"/>
                  </a:lnTo>
                  <a:cubicBezTo>
                    <a:pt x="3616317" y="1584467"/>
                    <a:pt x="2091637" y="2653660"/>
                    <a:pt x="587142" y="2653660"/>
                  </a:cubicBezTo>
                  <a:cubicBezTo>
                    <a:pt x="400192" y="2653660"/>
                    <a:pt x="222112" y="2636954"/>
                    <a:pt x="53389" y="2605042"/>
                  </a:cubicBezTo>
                  <a:lnTo>
                    <a:pt x="0" y="2593137"/>
                  </a:lnTo>
                  <a:lnTo>
                    <a:pt x="0" y="2094444"/>
                  </a:lnTo>
                  <a:lnTo>
                    <a:pt x="137675" y="2129195"/>
                  </a:lnTo>
                  <a:cubicBezTo>
                    <a:pt x="280616" y="2157374"/>
                    <a:pt x="430766" y="2171571"/>
                    <a:pt x="587142" y="2171571"/>
                  </a:cubicBezTo>
                  <a:cubicBezTo>
                    <a:pt x="918879" y="2171571"/>
                    <a:pt x="1254904" y="2110634"/>
                    <a:pt x="1585826" y="1990112"/>
                  </a:cubicBezTo>
                  <a:cubicBezTo>
                    <a:pt x="1908071" y="1873061"/>
                    <a:pt x="2214800" y="1700666"/>
                    <a:pt x="2473046" y="1491633"/>
                  </a:cubicBezTo>
                  <a:cubicBezTo>
                    <a:pt x="2735782" y="1279031"/>
                    <a:pt x="2942276" y="1037118"/>
                    <a:pt x="3086710" y="772838"/>
                  </a:cubicBezTo>
                  <a:cubicBezTo>
                    <a:pt x="3197408" y="570216"/>
                    <a:pt x="3267226" y="361248"/>
                    <a:pt x="3295217" y="149229"/>
                  </a:cubicBezTo>
                  <a:close/>
                </a:path>
              </a:pathLst>
            </a:custGeom>
            <a:gradFill rotWithShape="0">
              <a:gsLst>
                <a:gs pos="2000">
                  <a:srgbClr val="ffffff">
                    <a:alpha val="10000"/>
                  </a:srgbClr>
                </a:gs>
                <a:gs pos="16000">
                  <a:srgbClr val="f19d19">
                    <a:alpha val="10000"/>
                  </a:srgbClr>
                </a:gs>
                <a:gs pos="85000">
                  <a:srgbClr val="1d9a78">
                    <a:alpha val="10000"/>
                  </a:srgbClr>
                </a:gs>
                <a:gs pos="100000">
                  <a:srgbClr val="ffffff">
                    <a:alpha val="10000"/>
                  </a:srgbClr>
                </a:gs>
              </a:gsLst>
              <a:lin ang="9600000"/>
            </a:gra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/>
          </p:style>
          <p:txBody>
            <a:bodyPr lIns="90000" rIns="90000" tIns="45000" bIns="45000" anchor="ctr">
              <a:noAutofit/>
            </a:bodyPr>
            <a:p>
              <a:pPr algn="ctr" defTabSz="914400">
                <a:lnSpc>
                  <a:spcPct val="100000"/>
                </a:lnSpc>
              </a:pPr>
              <a:endParaRPr b="0" lang="en-US" sz="1800" strike="noStrike" u="none">
                <a:solidFill>
                  <a:schemeClr val="lt1"/>
                </a:solidFill>
                <a:uFillTx/>
                <a:latin typeface="Calibri"/>
              </a:endParaRPr>
            </a:p>
          </p:txBody>
        </p:sp>
        <p:sp>
          <p:nvSpPr>
            <p:cNvPr id="834" name="Freeform: Shape 20">
              <a:extLs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/>
            <p:nvPr/>
          </p:nvSpPr>
          <p:spPr>
            <a:xfrm flipV="1">
              <a:off x="0" y="4832640"/>
              <a:ext cx="2885040" cy="2022840"/>
            </a:xfrm>
            <a:custGeom>
              <a:avLst/>
              <a:gdLst>
                <a:gd name="textAreaLeft" fmla="*/ 0 w 2885040"/>
                <a:gd name="textAreaRight" fmla="*/ 2886120 w 2885040"/>
                <a:gd name="textAreaTop" fmla="*/ -720 h 2022840"/>
                <a:gd name="textAreaBottom" fmla="*/ 2023200 h 2022840"/>
              </a:gdLst>
              <a:ahLst/>
              <a:rect l="textAreaLeft" t="textAreaTop" r="textAreaRight" b="textAreaBottom"/>
              <a:pathLst>
                <a:path w="3815986" h="2675935">
                  <a:moveTo>
                    <a:pt x="3648768" y="0"/>
                  </a:moveTo>
                  <a:lnTo>
                    <a:pt x="3815986" y="0"/>
                  </a:lnTo>
                  <a:lnTo>
                    <a:pt x="3804695" y="200084"/>
                  </a:lnTo>
                  <a:cubicBezTo>
                    <a:pt x="3795228" y="285751"/>
                    <a:pt x="3781167" y="371032"/>
                    <a:pt x="3762590" y="455543"/>
                  </a:cubicBezTo>
                  <a:cubicBezTo>
                    <a:pt x="3725537" y="624467"/>
                    <a:pt x="3668784" y="790112"/>
                    <a:pt x="3592332" y="947274"/>
                  </a:cubicBezTo>
                  <a:cubicBezTo>
                    <a:pt x="3438712" y="1261596"/>
                    <a:pt x="3216091" y="1542847"/>
                    <a:pt x="2953967" y="1782349"/>
                  </a:cubicBezTo>
                  <a:cubicBezTo>
                    <a:pt x="2822599" y="1902099"/>
                    <a:pt x="2680615" y="2011341"/>
                    <a:pt x="2530669" y="2109494"/>
                  </a:cubicBezTo>
                  <a:cubicBezTo>
                    <a:pt x="2380520" y="2207551"/>
                    <a:pt x="2222510" y="2294906"/>
                    <a:pt x="2057561" y="2369245"/>
                  </a:cubicBezTo>
                  <a:cubicBezTo>
                    <a:pt x="1727252" y="2516859"/>
                    <a:pt x="1371629" y="2614434"/>
                    <a:pt x="1007330" y="2655701"/>
                  </a:cubicBezTo>
                  <a:cubicBezTo>
                    <a:pt x="916281" y="2665873"/>
                    <a:pt x="824568" y="2672188"/>
                    <a:pt x="732765" y="2674696"/>
                  </a:cubicBezTo>
                  <a:cubicBezTo>
                    <a:pt x="640963" y="2677203"/>
                    <a:pt x="549072" y="2675901"/>
                    <a:pt x="457666" y="2670839"/>
                  </a:cubicBezTo>
                  <a:cubicBezTo>
                    <a:pt x="366106" y="2665584"/>
                    <a:pt x="274572" y="2656521"/>
                    <a:pt x="183574" y="2643312"/>
                  </a:cubicBezTo>
                  <a:lnTo>
                    <a:pt x="0" y="2607798"/>
                  </a:lnTo>
                  <a:lnTo>
                    <a:pt x="0" y="2356652"/>
                  </a:lnTo>
                  <a:lnTo>
                    <a:pt x="222195" y="2396940"/>
                  </a:lnTo>
                  <a:cubicBezTo>
                    <a:pt x="304990" y="2407980"/>
                    <a:pt x="388511" y="2415283"/>
                    <a:pt x="472364" y="2419092"/>
                  </a:cubicBezTo>
                  <a:cubicBezTo>
                    <a:pt x="640376" y="2427095"/>
                    <a:pt x="808184" y="2421791"/>
                    <a:pt x="974972" y="2402122"/>
                  </a:cubicBezTo>
                  <a:cubicBezTo>
                    <a:pt x="1141658" y="2382358"/>
                    <a:pt x="1306812" y="2349286"/>
                    <a:pt x="1468292" y="2304162"/>
                  </a:cubicBezTo>
                  <a:cubicBezTo>
                    <a:pt x="1629874" y="2259231"/>
                    <a:pt x="1787475" y="2201091"/>
                    <a:pt x="1940176" y="2133695"/>
                  </a:cubicBezTo>
                  <a:cubicBezTo>
                    <a:pt x="2246498" y="2000349"/>
                    <a:pt x="2532507" y="1823520"/>
                    <a:pt x="2783403" y="1609954"/>
                  </a:cubicBezTo>
                  <a:cubicBezTo>
                    <a:pt x="2908442" y="1502833"/>
                    <a:pt x="3024295" y="1385975"/>
                    <a:pt x="3128104" y="1260439"/>
                  </a:cubicBezTo>
                  <a:cubicBezTo>
                    <a:pt x="3232116" y="1135096"/>
                    <a:pt x="3323881" y="1000689"/>
                    <a:pt x="3400639" y="859052"/>
                  </a:cubicBezTo>
                  <a:cubicBezTo>
                    <a:pt x="3477399" y="717510"/>
                    <a:pt x="3541296" y="569316"/>
                    <a:pt x="3585595" y="415336"/>
                  </a:cubicBezTo>
                  <a:cubicBezTo>
                    <a:pt x="3607796" y="338540"/>
                    <a:pt x="3624638" y="260224"/>
                    <a:pt x="3635918" y="181137"/>
                  </a:cubicBezTo>
                  <a:close/>
                </a:path>
              </a:pathLst>
            </a:custGeom>
            <a:gradFill rotWithShape="0">
              <a:gsLst>
                <a:gs pos="2000">
                  <a:srgbClr val="ffffff">
                    <a:alpha val="10000"/>
                  </a:srgbClr>
                </a:gs>
                <a:gs pos="16000">
                  <a:srgbClr val="f19d19">
                    <a:alpha val="10000"/>
                  </a:srgbClr>
                </a:gs>
                <a:gs pos="85000">
                  <a:srgbClr val="1d9a78">
                    <a:alpha val="10000"/>
                  </a:srgbClr>
                </a:gs>
                <a:gs pos="100000">
                  <a:srgbClr val="ffffff">
                    <a:alpha val="10000"/>
                  </a:srgbClr>
                </a:gs>
              </a:gsLst>
              <a:lin ang="9600000"/>
            </a:gra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/>
          </p:style>
          <p:txBody>
            <a:bodyPr lIns="90000" rIns="90000" tIns="45000" bIns="45000" anchor="ctr">
              <a:noAutofit/>
            </a:bodyPr>
            <a:p>
              <a:pPr algn="ctr" defTabSz="914400">
                <a:lnSpc>
                  <a:spcPct val="100000"/>
                </a:lnSpc>
              </a:pPr>
              <a:endParaRPr b="0" lang="en-US" sz="1800" strike="noStrike" u="none">
                <a:solidFill>
                  <a:schemeClr val="lt1"/>
                </a:solidFill>
                <a:uFillTx/>
                <a:latin typeface="Calibri"/>
              </a:endParaRPr>
            </a:p>
          </p:txBody>
        </p:sp>
        <p:sp>
          <p:nvSpPr>
            <p:cNvPr id="835" name="Freeform: Shape 21">
              <a:extLs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/>
            <p:nvPr/>
          </p:nvSpPr>
          <p:spPr>
            <a:xfrm flipV="1">
              <a:off x="360" y="4681800"/>
              <a:ext cx="2897280" cy="2174400"/>
            </a:xfrm>
            <a:custGeom>
              <a:avLst/>
              <a:gdLst>
                <a:gd name="textAreaLeft" fmla="*/ 0 w 2897280"/>
                <a:gd name="textAreaRight" fmla="*/ 2898360 w 2897280"/>
                <a:gd name="textAreaTop" fmla="*/ 720 h 2174400"/>
                <a:gd name="textAreaBottom" fmla="*/ 2176200 h 2174400"/>
              </a:gdLst>
              <a:ahLst/>
              <a:rect l="textAreaLeft" t="textAreaTop" r="textAreaRight" b="textAreaBottom"/>
              <a:pathLst>
                <a:path w="3832270" h="2876136">
                  <a:moveTo>
                    <a:pt x="3800718" y="0"/>
                  </a:moveTo>
                  <a:lnTo>
                    <a:pt x="3832270" y="0"/>
                  </a:lnTo>
                  <a:lnTo>
                    <a:pt x="3824562" y="143769"/>
                  </a:lnTo>
                  <a:cubicBezTo>
                    <a:pt x="3797131" y="409191"/>
                    <a:pt x="3730585" y="671345"/>
                    <a:pt x="3628155" y="922055"/>
                  </a:cubicBezTo>
                  <a:cubicBezTo>
                    <a:pt x="3593858" y="1005553"/>
                    <a:pt x="3556704" y="1088280"/>
                    <a:pt x="3514853" y="1169078"/>
                  </a:cubicBezTo>
                  <a:cubicBezTo>
                    <a:pt x="3473616" y="1250166"/>
                    <a:pt x="3428194" y="1329517"/>
                    <a:pt x="3379198" y="1407037"/>
                  </a:cubicBezTo>
                  <a:cubicBezTo>
                    <a:pt x="3281106" y="1561980"/>
                    <a:pt x="3169132" y="1710174"/>
                    <a:pt x="3043787" y="1848342"/>
                  </a:cubicBezTo>
                  <a:cubicBezTo>
                    <a:pt x="2980806" y="1917184"/>
                    <a:pt x="2915071" y="1984001"/>
                    <a:pt x="2845661" y="2047444"/>
                  </a:cubicBezTo>
                  <a:cubicBezTo>
                    <a:pt x="2828411" y="2063450"/>
                    <a:pt x="2811060" y="2079263"/>
                    <a:pt x="2793197" y="2094689"/>
                  </a:cubicBezTo>
                  <a:cubicBezTo>
                    <a:pt x="2775436" y="2110213"/>
                    <a:pt x="2757982" y="2126025"/>
                    <a:pt x="2739710" y="2140969"/>
                  </a:cubicBezTo>
                  <a:cubicBezTo>
                    <a:pt x="2703576" y="2171341"/>
                    <a:pt x="2666524" y="2200749"/>
                    <a:pt x="2629166" y="2229867"/>
                  </a:cubicBezTo>
                  <a:cubicBezTo>
                    <a:pt x="2479015" y="2345569"/>
                    <a:pt x="2316821" y="2448061"/>
                    <a:pt x="2145952" y="2535994"/>
                  </a:cubicBezTo>
                  <a:cubicBezTo>
                    <a:pt x="1804312" y="2711957"/>
                    <a:pt x="1424600" y="2826982"/>
                    <a:pt x="1034987" y="2863910"/>
                  </a:cubicBezTo>
                  <a:cubicBezTo>
                    <a:pt x="937762" y="2873167"/>
                    <a:pt x="839720" y="2877096"/>
                    <a:pt x="741909" y="2875939"/>
                  </a:cubicBezTo>
                  <a:cubicBezTo>
                    <a:pt x="644097" y="2874782"/>
                    <a:pt x="546515" y="2868539"/>
                    <a:pt x="450208" y="2857451"/>
                  </a:cubicBezTo>
                  <a:cubicBezTo>
                    <a:pt x="305520" y="2840674"/>
                    <a:pt x="162095" y="2813810"/>
                    <a:pt x="22215" y="2775923"/>
                  </a:cubicBezTo>
                  <a:lnTo>
                    <a:pt x="0" y="2769256"/>
                  </a:lnTo>
                  <a:lnTo>
                    <a:pt x="0" y="2590612"/>
                  </a:lnTo>
                  <a:lnTo>
                    <a:pt x="199046" y="2627410"/>
                  </a:lnTo>
                  <a:cubicBezTo>
                    <a:pt x="288321" y="2639209"/>
                    <a:pt x="378197" y="2646537"/>
                    <a:pt x="468174" y="2649670"/>
                  </a:cubicBezTo>
                  <a:cubicBezTo>
                    <a:pt x="648333" y="2656805"/>
                    <a:pt x="826655" y="2647163"/>
                    <a:pt x="1003650" y="2622480"/>
                  </a:cubicBezTo>
                  <a:cubicBezTo>
                    <a:pt x="1091943" y="2609658"/>
                    <a:pt x="1179725" y="2593747"/>
                    <a:pt x="1266489" y="2573982"/>
                  </a:cubicBezTo>
                  <a:cubicBezTo>
                    <a:pt x="1353250" y="2553927"/>
                    <a:pt x="1439298" y="2531076"/>
                    <a:pt x="1524223" y="2504657"/>
                  </a:cubicBezTo>
                  <a:cubicBezTo>
                    <a:pt x="1609149" y="2478336"/>
                    <a:pt x="1693052" y="2448833"/>
                    <a:pt x="1775731" y="2416243"/>
                  </a:cubicBezTo>
                  <a:cubicBezTo>
                    <a:pt x="1858309" y="2383557"/>
                    <a:pt x="1939764" y="2347882"/>
                    <a:pt x="2019789" y="2309412"/>
                  </a:cubicBezTo>
                  <a:cubicBezTo>
                    <a:pt x="2179839" y="2232567"/>
                    <a:pt x="2334583" y="2144923"/>
                    <a:pt x="2482486" y="2046962"/>
                  </a:cubicBezTo>
                  <a:cubicBezTo>
                    <a:pt x="2519334" y="2022376"/>
                    <a:pt x="2556081" y="1997403"/>
                    <a:pt x="2591908" y="1971371"/>
                  </a:cubicBezTo>
                  <a:cubicBezTo>
                    <a:pt x="2610077" y="1958644"/>
                    <a:pt x="2627838" y="1945434"/>
                    <a:pt x="2645702" y="1932321"/>
                  </a:cubicBezTo>
                  <a:cubicBezTo>
                    <a:pt x="2663666" y="1919305"/>
                    <a:pt x="2681325" y="1905903"/>
                    <a:pt x="2698779" y="1892309"/>
                  </a:cubicBezTo>
                  <a:cubicBezTo>
                    <a:pt x="2768903" y="1838025"/>
                    <a:pt x="2837496" y="1781717"/>
                    <a:pt x="2903537" y="1722516"/>
                  </a:cubicBezTo>
                  <a:cubicBezTo>
                    <a:pt x="3035926" y="1604501"/>
                    <a:pt x="3158720" y="1475784"/>
                    <a:pt x="3269061" y="1337327"/>
                  </a:cubicBezTo>
                  <a:cubicBezTo>
                    <a:pt x="3324182" y="1268099"/>
                    <a:pt x="3376341" y="1196461"/>
                    <a:pt x="3424928" y="1122508"/>
                  </a:cubicBezTo>
                  <a:cubicBezTo>
                    <a:pt x="3472697" y="1048170"/>
                    <a:pt x="3517814" y="972000"/>
                    <a:pt x="3557622" y="893226"/>
                  </a:cubicBezTo>
                  <a:cubicBezTo>
                    <a:pt x="3567931" y="873654"/>
                    <a:pt x="3577526" y="853791"/>
                    <a:pt x="3587019" y="833929"/>
                  </a:cubicBezTo>
                  <a:lnTo>
                    <a:pt x="3601310" y="804040"/>
                  </a:lnTo>
                  <a:lnTo>
                    <a:pt x="3614885" y="773861"/>
                  </a:lnTo>
                  <a:cubicBezTo>
                    <a:pt x="3623766" y="753709"/>
                    <a:pt x="3632748" y="733559"/>
                    <a:pt x="3640812" y="713022"/>
                  </a:cubicBezTo>
                  <a:cubicBezTo>
                    <a:pt x="3648876" y="692485"/>
                    <a:pt x="3657756" y="672236"/>
                    <a:pt x="3665105" y="651506"/>
                  </a:cubicBezTo>
                  <a:cubicBezTo>
                    <a:pt x="3696544" y="569166"/>
                    <a:pt x="3723185" y="485089"/>
                    <a:pt x="3744110" y="399567"/>
                  </a:cubicBezTo>
                  <a:cubicBezTo>
                    <a:pt x="3765341" y="314238"/>
                    <a:pt x="3781392" y="227654"/>
                    <a:pt x="3792123" y="140444"/>
                  </a:cubicBezTo>
                  <a:close/>
                </a:path>
              </a:pathLst>
            </a:custGeom>
            <a:gradFill rotWithShape="0">
              <a:gsLst>
                <a:gs pos="2000">
                  <a:srgbClr val="ffffff">
                    <a:alpha val="10000"/>
                  </a:srgbClr>
                </a:gs>
                <a:gs pos="16000">
                  <a:srgbClr val="f19d19">
                    <a:alpha val="10000"/>
                  </a:srgbClr>
                </a:gs>
                <a:gs pos="85000">
                  <a:srgbClr val="1d9a78">
                    <a:alpha val="10000"/>
                  </a:srgbClr>
                </a:gs>
                <a:gs pos="100000">
                  <a:srgbClr val="ffffff">
                    <a:alpha val="10000"/>
                  </a:srgbClr>
                </a:gs>
              </a:gsLst>
              <a:lin ang="9600000"/>
            </a:gra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/>
          </p:style>
          <p:txBody>
            <a:bodyPr lIns="90000" rIns="90000" tIns="45000" bIns="45000" anchor="ctr">
              <a:noAutofit/>
            </a:bodyPr>
            <a:p>
              <a:pPr algn="ctr" defTabSz="914400">
                <a:lnSpc>
                  <a:spcPct val="100000"/>
                </a:lnSpc>
              </a:pPr>
              <a:endParaRPr b="0" lang="en-US" sz="1800" strike="noStrike" u="none">
                <a:solidFill>
                  <a:schemeClr val="lt1"/>
                </a:solidFill>
                <a:uFillTx/>
                <a:latin typeface="Calibri"/>
              </a:endParaRPr>
            </a:p>
          </p:txBody>
        </p:sp>
      </p:grp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163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bg>
      <p:bgPr>
        <a:solidFill>
          <a:schemeClr val="lt1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 useBgFill="1">
        <p:nvSpPr>
          <p:cNvPr id="836" name="Rectangle 7">
            <a:extLst>
              <a:ext uri="{C183D7F6-B498-43B3-948B-1728B52AA6E4}">
                <adec:decorative xmlns:adec="http://schemas.microsoft.com/office/drawing/2017/decorative" val="1"/>
              </a:ext>
            </a:extLst>
          </p:cNvPr>
          <p:cNvSpPr/>
          <p:nvPr/>
        </p:nvSpPr>
        <p:spPr>
          <a:xfrm>
            <a:off x="0" y="0"/>
            <a:ext cx="12190680" cy="6856920"/>
          </a:xfrm>
          <a:prstGeom prst="rect">
            <a:avLst/>
          </a:prstGeom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 algn="ctr" defTabSz="914400">
              <a:lnSpc>
                <a:spcPct val="100000"/>
              </a:lnSpc>
            </a:pPr>
            <a:endParaRPr b="0" lang="en-US" sz="1800" strike="noStrike" u="none">
              <a:solidFill>
                <a:schemeClr val="lt1"/>
              </a:solidFill>
              <a:uFillTx/>
              <a:latin typeface="Calibri"/>
            </a:endParaRPr>
          </a:p>
        </p:txBody>
      </p:sp>
      <p:sp>
        <p:nvSpPr>
          <p:cNvPr id="837" name="Rectangle 9">
            <a:extLst>
              <a:ext uri="{C183D7F6-B498-43B3-948B-1728B52AA6E4}">
                <adec:decorative xmlns:adec="http://schemas.microsoft.com/office/drawing/2017/decorative" val="1"/>
              </a:ext>
            </a:extLst>
          </p:cNvPr>
          <p:cNvSpPr/>
          <p:nvPr/>
        </p:nvSpPr>
        <p:spPr>
          <a:xfrm>
            <a:off x="360" y="0"/>
            <a:ext cx="12190680" cy="6856920"/>
          </a:xfrm>
          <a:prstGeom prst="rect">
            <a:avLst/>
          </a:prstGeom>
          <a:solidFill>
            <a:schemeClr val="bg1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 algn="ctr" defTabSz="914400">
              <a:lnSpc>
                <a:spcPct val="100000"/>
              </a:lnSpc>
            </a:pPr>
            <a:endParaRPr b="0" lang="en-US" sz="800" strike="noStrike" u="none">
              <a:solidFill>
                <a:schemeClr val="lt1"/>
              </a:solidFill>
              <a:uFillTx/>
              <a:latin typeface="Calibri"/>
            </a:endParaRPr>
          </a:p>
        </p:txBody>
      </p:sp>
      <p:sp>
        <p:nvSpPr>
          <p:cNvPr id="838" name="PlaceHolder 1"/>
          <p:cNvSpPr>
            <a:spLocks noGrp="1"/>
          </p:cNvSpPr>
          <p:nvPr>
            <p:ph type="title"/>
          </p:nvPr>
        </p:nvSpPr>
        <p:spPr>
          <a:xfrm>
            <a:off x="1179360" y="1280520"/>
            <a:ext cx="9832320" cy="132444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b">
            <a:normAutofit/>
          </a:bodyPr>
          <a:p>
            <a:pPr indent="0" algn="ctr" defTabSz="914400">
              <a:lnSpc>
                <a:spcPct val="90000"/>
              </a:lnSpc>
              <a:buNone/>
              <a:tabLst>
                <a:tab algn="l" pos="0"/>
              </a:tabLst>
            </a:pPr>
            <a:r>
              <a:rPr b="0" lang="de-DE" sz="3600" strike="noStrike" u="none">
                <a:solidFill>
                  <a:schemeClr val="dk2"/>
                </a:solidFill>
                <a:uFillTx/>
                <a:latin typeface="Calibri Light"/>
              </a:rPr>
              <a:t>Übung 15</a:t>
            </a:r>
            <a:endParaRPr b="0" lang="de-DE" sz="3600" strike="noStrike" u="none">
              <a:solidFill>
                <a:srgbClr val="000000"/>
              </a:solidFill>
              <a:uFillTx/>
              <a:latin typeface="Arial"/>
            </a:endParaRPr>
          </a:p>
        </p:txBody>
      </p:sp>
      <p:grpSp>
        <p:nvGrpSpPr>
          <p:cNvPr id="839" name="Group 11">
            <a:extLst>
              <a:ext uri="{C183D7F6-B498-43B3-948B-1728B52AA6E4}">
                <adec:decorative xmlns:adec="http://schemas.microsoft.com/office/drawing/2017/decorative" val="1"/>
              </a:ext>
            </a:extLst>
          </p:cNvPr>
          <p:cNvGrpSpPr/>
          <p:nvPr/>
        </p:nvGrpSpPr>
        <p:grpSpPr>
          <a:xfrm>
            <a:off x="8289720" y="0"/>
            <a:ext cx="3901320" cy="2381760"/>
            <a:chOff x="8289720" y="0"/>
            <a:chExt cx="3901320" cy="2381760"/>
          </a:xfrm>
        </p:grpSpPr>
        <p:sp>
          <p:nvSpPr>
            <p:cNvPr id="840" name="Freeform: Shape 12">
              <a:extLs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/>
            <p:nvPr/>
          </p:nvSpPr>
          <p:spPr>
            <a:xfrm>
              <a:off x="8289720" y="0"/>
              <a:ext cx="3900960" cy="2381760"/>
            </a:xfrm>
            <a:custGeom>
              <a:avLst/>
              <a:gdLst>
                <a:gd name="textAreaLeft" fmla="*/ 0 w 3900960"/>
                <a:gd name="textAreaRight" fmla="*/ 3902040 w 3900960"/>
                <a:gd name="textAreaTop" fmla="*/ 0 h 2381760"/>
                <a:gd name="textAreaBottom" fmla="*/ 2382840 h 2381760"/>
              </a:gdLst>
              <a:ahLst/>
              <a:rect l="textAreaLeft" t="textAreaTop" r="textAreaRight" b="textAreaBottom"/>
              <a:pathLst>
                <a:path w="5324985" h="3251912">
                  <a:moveTo>
                    <a:pt x="0" y="0"/>
                  </a:moveTo>
                  <a:lnTo>
                    <a:pt x="36826" y="0"/>
                  </a:lnTo>
                  <a:lnTo>
                    <a:pt x="45003" y="152909"/>
                  </a:lnTo>
                  <a:cubicBezTo>
                    <a:pt x="50351" y="205154"/>
                    <a:pt x="58290" y="257123"/>
                    <a:pt x="68956" y="308600"/>
                  </a:cubicBezTo>
                  <a:cubicBezTo>
                    <a:pt x="91393" y="411324"/>
                    <a:pt x="123882" y="511847"/>
                    <a:pt x="167774" y="607968"/>
                  </a:cubicBezTo>
                  <a:cubicBezTo>
                    <a:pt x="178195" y="632173"/>
                    <a:pt x="190333" y="655798"/>
                    <a:pt x="201857" y="679539"/>
                  </a:cubicBezTo>
                  <a:cubicBezTo>
                    <a:pt x="214363" y="702933"/>
                    <a:pt x="226255" y="726557"/>
                    <a:pt x="239741" y="749488"/>
                  </a:cubicBezTo>
                  <a:cubicBezTo>
                    <a:pt x="265488" y="795812"/>
                    <a:pt x="294176" y="840746"/>
                    <a:pt x="323724" y="885101"/>
                  </a:cubicBezTo>
                  <a:cubicBezTo>
                    <a:pt x="353149" y="929572"/>
                    <a:pt x="384657" y="972885"/>
                    <a:pt x="416412" y="1016081"/>
                  </a:cubicBezTo>
                  <a:cubicBezTo>
                    <a:pt x="448655" y="1058931"/>
                    <a:pt x="482127" y="1101202"/>
                    <a:pt x="515719" y="1143356"/>
                  </a:cubicBezTo>
                  <a:cubicBezTo>
                    <a:pt x="583027" y="1227782"/>
                    <a:pt x="653402" y="1310470"/>
                    <a:pt x="722427" y="1395127"/>
                  </a:cubicBezTo>
                  <a:cubicBezTo>
                    <a:pt x="757123" y="1437282"/>
                    <a:pt x="791697" y="1479783"/>
                    <a:pt x="825780" y="1522749"/>
                  </a:cubicBezTo>
                  <a:cubicBezTo>
                    <a:pt x="859742" y="1565367"/>
                    <a:pt x="893457" y="1610649"/>
                    <a:pt x="926314" y="1651992"/>
                  </a:cubicBezTo>
                  <a:cubicBezTo>
                    <a:pt x="958927" y="1694379"/>
                    <a:pt x="993132" y="1735492"/>
                    <a:pt x="1026848" y="1776836"/>
                  </a:cubicBezTo>
                  <a:cubicBezTo>
                    <a:pt x="1061545" y="1817485"/>
                    <a:pt x="1095996" y="1858133"/>
                    <a:pt x="1131918" y="1897393"/>
                  </a:cubicBezTo>
                  <a:cubicBezTo>
                    <a:pt x="1203273" y="1976376"/>
                    <a:pt x="1277447" y="2052463"/>
                    <a:pt x="1354688" y="2124728"/>
                  </a:cubicBezTo>
                  <a:cubicBezTo>
                    <a:pt x="1509411" y="2268911"/>
                    <a:pt x="1676396" y="2397575"/>
                    <a:pt x="1855027" y="2504236"/>
                  </a:cubicBezTo>
                  <a:cubicBezTo>
                    <a:pt x="1944528" y="2557277"/>
                    <a:pt x="2036357" y="2605917"/>
                    <a:pt x="2131618" y="2646913"/>
                  </a:cubicBezTo>
                  <a:cubicBezTo>
                    <a:pt x="2226267" y="2689068"/>
                    <a:pt x="2323981" y="2724622"/>
                    <a:pt x="2423534" y="2754732"/>
                  </a:cubicBezTo>
                  <a:cubicBezTo>
                    <a:pt x="2523087" y="2784958"/>
                    <a:pt x="2624602" y="2809394"/>
                    <a:pt x="2727588" y="2829197"/>
                  </a:cubicBezTo>
                  <a:cubicBezTo>
                    <a:pt x="2830698" y="2848653"/>
                    <a:pt x="2935522" y="2861971"/>
                    <a:pt x="3041083" y="2870890"/>
                  </a:cubicBezTo>
                  <a:cubicBezTo>
                    <a:pt x="3146644" y="2879922"/>
                    <a:pt x="3253307" y="2883860"/>
                    <a:pt x="3360340" y="2883976"/>
                  </a:cubicBezTo>
                  <a:cubicBezTo>
                    <a:pt x="3387067" y="2883976"/>
                    <a:pt x="3414162" y="2884439"/>
                    <a:pt x="3439663" y="2883396"/>
                  </a:cubicBezTo>
                  <a:lnTo>
                    <a:pt x="3478529" y="2882471"/>
                  </a:lnTo>
                  <a:lnTo>
                    <a:pt x="3517271" y="2880616"/>
                  </a:lnTo>
                  <a:cubicBezTo>
                    <a:pt x="3568887" y="2878417"/>
                    <a:pt x="3620257" y="2873552"/>
                    <a:pt x="3671260" y="2867878"/>
                  </a:cubicBezTo>
                  <a:cubicBezTo>
                    <a:pt x="3875515" y="2844253"/>
                    <a:pt x="4074253" y="2792486"/>
                    <a:pt x="4265268" y="2716283"/>
                  </a:cubicBezTo>
                  <a:cubicBezTo>
                    <a:pt x="4361020" y="2678529"/>
                    <a:pt x="4454444" y="2633710"/>
                    <a:pt x="4546395" y="2584724"/>
                  </a:cubicBezTo>
                  <a:cubicBezTo>
                    <a:pt x="4638470" y="2535967"/>
                    <a:pt x="4728827" y="2481885"/>
                    <a:pt x="4817837" y="2424674"/>
                  </a:cubicBezTo>
                  <a:cubicBezTo>
                    <a:pt x="4906846" y="2367348"/>
                    <a:pt x="4994385" y="2306317"/>
                    <a:pt x="5081677" y="2243548"/>
                  </a:cubicBezTo>
                  <a:cubicBezTo>
                    <a:pt x="5125201" y="2212164"/>
                    <a:pt x="5168603" y="2179969"/>
                    <a:pt x="5211881" y="2147658"/>
                  </a:cubicBezTo>
                  <a:lnTo>
                    <a:pt x="5324985" y="2062128"/>
                  </a:lnTo>
                  <a:lnTo>
                    <a:pt x="5324985" y="2514993"/>
                  </a:lnTo>
                  <a:lnTo>
                    <a:pt x="5314867" y="2522881"/>
                  </a:lnTo>
                  <a:cubicBezTo>
                    <a:pt x="5225490" y="2591325"/>
                    <a:pt x="5133783" y="2658379"/>
                    <a:pt x="5038276" y="2722421"/>
                  </a:cubicBezTo>
                  <a:cubicBezTo>
                    <a:pt x="4942892" y="2786348"/>
                    <a:pt x="4844810" y="2848422"/>
                    <a:pt x="4741701" y="2904937"/>
                  </a:cubicBezTo>
                  <a:cubicBezTo>
                    <a:pt x="4638592" y="2961337"/>
                    <a:pt x="4531929" y="3013683"/>
                    <a:pt x="4420728" y="3058848"/>
                  </a:cubicBezTo>
                  <a:cubicBezTo>
                    <a:pt x="4199063" y="3150338"/>
                    <a:pt x="3959621" y="3211485"/>
                    <a:pt x="3717481" y="3237079"/>
                  </a:cubicBezTo>
                  <a:cubicBezTo>
                    <a:pt x="3656914" y="3243101"/>
                    <a:pt x="3596227" y="3247966"/>
                    <a:pt x="3535661" y="3249934"/>
                  </a:cubicBezTo>
                  <a:lnTo>
                    <a:pt x="3490175" y="3251555"/>
                  </a:lnTo>
                  <a:lnTo>
                    <a:pt x="3444813" y="3251787"/>
                  </a:lnTo>
                  <a:cubicBezTo>
                    <a:pt x="3414162" y="3252250"/>
                    <a:pt x="3385105" y="3251324"/>
                    <a:pt x="3355681" y="3250745"/>
                  </a:cubicBezTo>
                  <a:cubicBezTo>
                    <a:pt x="3296954" y="3250050"/>
                    <a:pt x="3237860" y="3246692"/>
                    <a:pt x="3179011" y="3243795"/>
                  </a:cubicBezTo>
                  <a:cubicBezTo>
                    <a:pt x="3120039" y="3239164"/>
                    <a:pt x="3061067" y="3234878"/>
                    <a:pt x="3002217" y="3227814"/>
                  </a:cubicBezTo>
                  <a:cubicBezTo>
                    <a:pt x="2884397" y="3214496"/>
                    <a:pt x="2766699" y="3196314"/>
                    <a:pt x="2650103" y="3170836"/>
                  </a:cubicBezTo>
                  <a:cubicBezTo>
                    <a:pt x="2533510" y="3145358"/>
                    <a:pt x="2418263" y="3112583"/>
                    <a:pt x="2305836" y="3072514"/>
                  </a:cubicBezTo>
                  <a:cubicBezTo>
                    <a:pt x="2193410" y="3032328"/>
                    <a:pt x="2083926" y="2984383"/>
                    <a:pt x="1978611" y="2929952"/>
                  </a:cubicBezTo>
                  <a:cubicBezTo>
                    <a:pt x="1873663" y="2874711"/>
                    <a:pt x="1772884" y="2812985"/>
                    <a:pt x="1678235" y="2744424"/>
                  </a:cubicBezTo>
                  <a:cubicBezTo>
                    <a:pt x="1488201" y="2608001"/>
                    <a:pt x="1321708" y="2448068"/>
                    <a:pt x="1175688" y="2277018"/>
                  </a:cubicBezTo>
                  <a:cubicBezTo>
                    <a:pt x="1102985" y="2191086"/>
                    <a:pt x="1035309" y="2102377"/>
                    <a:pt x="971310" y="2012044"/>
                  </a:cubicBezTo>
                  <a:cubicBezTo>
                    <a:pt x="907188" y="1921714"/>
                    <a:pt x="847358" y="1829413"/>
                    <a:pt x="790717" y="1735723"/>
                  </a:cubicBezTo>
                  <a:cubicBezTo>
                    <a:pt x="761782" y="1688357"/>
                    <a:pt x="735300" y="1644002"/>
                    <a:pt x="706488" y="1598604"/>
                  </a:cubicBezTo>
                  <a:cubicBezTo>
                    <a:pt x="677922" y="1553555"/>
                    <a:pt x="648866" y="1508505"/>
                    <a:pt x="618951" y="1463802"/>
                  </a:cubicBezTo>
                  <a:lnTo>
                    <a:pt x="436273" y="1195355"/>
                  </a:lnTo>
                  <a:cubicBezTo>
                    <a:pt x="405990" y="1150189"/>
                    <a:pt x="376075" y="1104792"/>
                    <a:pt x="346896" y="1058816"/>
                  </a:cubicBezTo>
                  <a:cubicBezTo>
                    <a:pt x="317716" y="1012838"/>
                    <a:pt x="288782" y="966747"/>
                    <a:pt x="261809" y="919264"/>
                  </a:cubicBezTo>
                  <a:cubicBezTo>
                    <a:pt x="207742" y="824764"/>
                    <a:pt x="158088" y="727485"/>
                    <a:pt x="118487" y="626498"/>
                  </a:cubicBezTo>
                  <a:cubicBezTo>
                    <a:pt x="78151" y="525859"/>
                    <a:pt x="48237" y="421515"/>
                    <a:pt x="28130" y="315781"/>
                  </a:cubicBezTo>
                  <a:cubicBezTo>
                    <a:pt x="18506" y="262914"/>
                    <a:pt x="11425" y="209642"/>
                    <a:pt x="6751" y="156195"/>
                  </a:cubicBezTo>
                  <a:close/>
                </a:path>
              </a:pathLst>
            </a:custGeom>
            <a:gradFill rotWithShape="0">
              <a:gsLst>
                <a:gs pos="2000">
                  <a:srgbClr val="ffffff">
                    <a:alpha val="10000"/>
                  </a:srgbClr>
                </a:gs>
                <a:gs pos="16000">
                  <a:srgbClr val="f19d19">
                    <a:alpha val="10000"/>
                  </a:srgbClr>
                </a:gs>
                <a:gs pos="85000">
                  <a:srgbClr val="1d9a78">
                    <a:alpha val="10000"/>
                  </a:srgbClr>
                </a:gs>
                <a:gs pos="100000">
                  <a:srgbClr val="ffffff">
                    <a:alpha val="10000"/>
                  </a:srgbClr>
                </a:gs>
              </a:gsLst>
              <a:lin ang="12000000"/>
            </a:gra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/>
          </p:style>
          <p:txBody>
            <a:bodyPr lIns="90000" rIns="90000" tIns="45000" bIns="45000" anchor="ctr">
              <a:noAutofit/>
            </a:bodyPr>
            <a:p>
              <a:pPr algn="ctr" defTabSz="914400">
                <a:lnSpc>
                  <a:spcPct val="100000"/>
                </a:lnSpc>
              </a:pPr>
              <a:endParaRPr b="0" lang="en-US" sz="1800" strike="noStrike" u="none">
                <a:solidFill>
                  <a:schemeClr val="lt1"/>
                </a:solidFill>
                <a:uFillTx/>
                <a:latin typeface="Calibri"/>
              </a:endParaRPr>
            </a:p>
          </p:txBody>
        </p:sp>
        <p:sp>
          <p:nvSpPr>
            <p:cNvPr id="841" name="Freeform: Shape 13">
              <a:extLs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/>
            <p:nvPr/>
          </p:nvSpPr>
          <p:spPr>
            <a:xfrm>
              <a:off x="8326080" y="0"/>
              <a:ext cx="3864960" cy="2183040"/>
            </a:xfrm>
            <a:custGeom>
              <a:avLst/>
              <a:gdLst>
                <a:gd name="textAreaLeft" fmla="*/ 0 w 3864960"/>
                <a:gd name="textAreaRight" fmla="*/ 3866040 w 3864960"/>
                <a:gd name="textAreaTop" fmla="*/ 0 h 2183040"/>
                <a:gd name="textAreaBottom" fmla="*/ 2184120 h 2183040"/>
              </a:gdLst>
              <a:ahLst/>
              <a:rect l="textAreaLeft" t="textAreaTop" r="textAreaRight" b="textAreaBottom"/>
              <a:pathLst>
                <a:path w="5275533" h="2980757">
                  <a:moveTo>
                    <a:pt x="0" y="0"/>
                  </a:moveTo>
                  <a:lnTo>
                    <a:pt x="201166" y="0"/>
                  </a:lnTo>
                  <a:lnTo>
                    <a:pt x="206734" y="89286"/>
                  </a:lnTo>
                  <a:cubicBezTo>
                    <a:pt x="212220" y="135755"/>
                    <a:pt x="220465" y="181731"/>
                    <a:pt x="232051" y="226897"/>
                  </a:cubicBezTo>
                  <a:cubicBezTo>
                    <a:pt x="254855" y="317344"/>
                    <a:pt x="290287" y="403854"/>
                    <a:pt x="332707" y="487120"/>
                  </a:cubicBezTo>
                  <a:cubicBezTo>
                    <a:pt x="354163" y="528696"/>
                    <a:pt x="377948" y="569461"/>
                    <a:pt x="402959" y="609647"/>
                  </a:cubicBezTo>
                  <a:cubicBezTo>
                    <a:pt x="428337" y="649717"/>
                    <a:pt x="455433" y="689209"/>
                    <a:pt x="483631" y="728236"/>
                  </a:cubicBezTo>
                  <a:cubicBezTo>
                    <a:pt x="540764" y="806061"/>
                    <a:pt x="604271" y="881569"/>
                    <a:pt x="669986" y="957424"/>
                  </a:cubicBezTo>
                  <a:cubicBezTo>
                    <a:pt x="735701" y="1033395"/>
                    <a:pt x="804359" y="1109366"/>
                    <a:pt x="871667" y="1188348"/>
                  </a:cubicBezTo>
                  <a:cubicBezTo>
                    <a:pt x="905383" y="1227723"/>
                    <a:pt x="938731" y="1268025"/>
                    <a:pt x="971956" y="1308905"/>
                  </a:cubicBezTo>
                  <a:lnTo>
                    <a:pt x="1020139" y="1368084"/>
                  </a:lnTo>
                  <a:cubicBezTo>
                    <a:pt x="1035954" y="1386962"/>
                    <a:pt x="1051035" y="1406302"/>
                    <a:pt x="1067340" y="1424715"/>
                  </a:cubicBezTo>
                  <a:cubicBezTo>
                    <a:pt x="1194602" y="1574573"/>
                    <a:pt x="1332652" y="1712503"/>
                    <a:pt x="1472909" y="1843252"/>
                  </a:cubicBezTo>
                  <a:cubicBezTo>
                    <a:pt x="1543406" y="1908337"/>
                    <a:pt x="1615128" y="1971221"/>
                    <a:pt x="1688567" y="2031559"/>
                  </a:cubicBezTo>
                  <a:cubicBezTo>
                    <a:pt x="1762006" y="2091895"/>
                    <a:pt x="1836793" y="2150263"/>
                    <a:pt x="1914401" y="2205156"/>
                  </a:cubicBezTo>
                  <a:cubicBezTo>
                    <a:pt x="2069003" y="2315176"/>
                    <a:pt x="2235742" y="2413498"/>
                    <a:pt x="2418909" y="2479741"/>
                  </a:cubicBezTo>
                  <a:cubicBezTo>
                    <a:pt x="2510249" y="2512863"/>
                    <a:pt x="2604898" y="2538225"/>
                    <a:pt x="2701141" y="2557333"/>
                  </a:cubicBezTo>
                  <a:cubicBezTo>
                    <a:pt x="2725293" y="2561850"/>
                    <a:pt x="2749201" y="2567062"/>
                    <a:pt x="2773475" y="2570999"/>
                  </a:cubicBezTo>
                  <a:lnTo>
                    <a:pt x="2846424" y="2582465"/>
                  </a:lnTo>
                  <a:cubicBezTo>
                    <a:pt x="2895343" y="2588602"/>
                    <a:pt x="2944261" y="2595088"/>
                    <a:pt x="2993669" y="2598909"/>
                  </a:cubicBezTo>
                  <a:cubicBezTo>
                    <a:pt x="3018313" y="2601110"/>
                    <a:pt x="3042956" y="2603195"/>
                    <a:pt x="3067721" y="2604237"/>
                  </a:cubicBezTo>
                  <a:cubicBezTo>
                    <a:pt x="3092487" y="2605394"/>
                    <a:pt x="3117130" y="2607247"/>
                    <a:pt x="3142019" y="2607943"/>
                  </a:cubicBezTo>
                  <a:lnTo>
                    <a:pt x="3216561" y="2609564"/>
                  </a:lnTo>
                  <a:cubicBezTo>
                    <a:pt x="3241326" y="2610142"/>
                    <a:pt x="3266337" y="2609333"/>
                    <a:pt x="3291225" y="2609217"/>
                  </a:cubicBezTo>
                  <a:lnTo>
                    <a:pt x="3328619" y="2608869"/>
                  </a:lnTo>
                  <a:cubicBezTo>
                    <a:pt x="3340757" y="2608522"/>
                    <a:pt x="3352649" y="2607827"/>
                    <a:pt x="3364665" y="2607363"/>
                  </a:cubicBezTo>
                  <a:cubicBezTo>
                    <a:pt x="3376679" y="2606784"/>
                    <a:pt x="3388695" y="2606438"/>
                    <a:pt x="3400587" y="2605627"/>
                  </a:cubicBezTo>
                  <a:lnTo>
                    <a:pt x="3436387" y="2602847"/>
                  </a:lnTo>
                  <a:cubicBezTo>
                    <a:pt x="3484079" y="2599257"/>
                    <a:pt x="3531404" y="2593235"/>
                    <a:pt x="3578361" y="2586286"/>
                  </a:cubicBezTo>
                  <a:cubicBezTo>
                    <a:pt x="3766310" y="2556871"/>
                    <a:pt x="3947025" y="2499314"/>
                    <a:pt x="4119159" y="2418594"/>
                  </a:cubicBezTo>
                  <a:cubicBezTo>
                    <a:pt x="4291907" y="2338801"/>
                    <a:pt x="4456317" y="2236657"/>
                    <a:pt x="4618765" y="2124668"/>
                  </a:cubicBezTo>
                  <a:cubicBezTo>
                    <a:pt x="4659346" y="2096759"/>
                    <a:pt x="4699682" y="2067575"/>
                    <a:pt x="4739895" y="2038275"/>
                  </a:cubicBezTo>
                  <a:cubicBezTo>
                    <a:pt x="4780355" y="2008976"/>
                    <a:pt x="4820691" y="1979212"/>
                    <a:pt x="4861027" y="1948986"/>
                  </a:cubicBezTo>
                  <a:lnTo>
                    <a:pt x="5106354" y="1763690"/>
                  </a:lnTo>
                  <a:lnTo>
                    <a:pt x="5275533" y="1641017"/>
                  </a:lnTo>
                  <a:lnTo>
                    <a:pt x="5275533" y="2257481"/>
                  </a:lnTo>
                  <a:lnTo>
                    <a:pt x="5168881" y="2332084"/>
                  </a:lnTo>
                  <a:cubicBezTo>
                    <a:pt x="5125235" y="2362079"/>
                    <a:pt x="5081099" y="2391958"/>
                    <a:pt x="5036225" y="2421489"/>
                  </a:cubicBezTo>
                  <a:cubicBezTo>
                    <a:pt x="4991231" y="2450790"/>
                    <a:pt x="4945867" y="2479857"/>
                    <a:pt x="4899401" y="2508347"/>
                  </a:cubicBezTo>
                  <a:cubicBezTo>
                    <a:pt x="4806959" y="2565440"/>
                    <a:pt x="4711574" y="2620798"/>
                    <a:pt x="4612145" y="2671407"/>
                  </a:cubicBezTo>
                  <a:cubicBezTo>
                    <a:pt x="4512836" y="2722247"/>
                    <a:pt x="4410095" y="2769496"/>
                    <a:pt x="4303187" y="2810030"/>
                  </a:cubicBezTo>
                  <a:cubicBezTo>
                    <a:pt x="4090349" y="2892256"/>
                    <a:pt x="3861694" y="2947728"/>
                    <a:pt x="3630835" y="2969500"/>
                  </a:cubicBezTo>
                  <a:cubicBezTo>
                    <a:pt x="3573089" y="2974712"/>
                    <a:pt x="3515343" y="2978649"/>
                    <a:pt x="3457719" y="2979808"/>
                  </a:cubicBezTo>
                  <a:lnTo>
                    <a:pt x="3414441" y="2980733"/>
                  </a:lnTo>
                  <a:cubicBezTo>
                    <a:pt x="3400097" y="2980850"/>
                    <a:pt x="3385630" y="2980502"/>
                    <a:pt x="3371285" y="2980502"/>
                  </a:cubicBezTo>
                  <a:lnTo>
                    <a:pt x="3328252" y="2980039"/>
                  </a:lnTo>
                  <a:lnTo>
                    <a:pt x="3286445" y="2978534"/>
                  </a:lnTo>
                  <a:cubicBezTo>
                    <a:pt x="3175121" y="2975174"/>
                    <a:pt x="3063553" y="2966837"/>
                    <a:pt x="2952475" y="2953402"/>
                  </a:cubicBezTo>
                  <a:cubicBezTo>
                    <a:pt x="2841275" y="2940664"/>
                    <a:pt x="2730319" y="2922365"/>
                    <a:pt x="2620591" y="2898046"/>
                  </a:cubicBezTo>
                  <a:cubicBezTo>
                    <a:pt x="2510984" y="2873494"/>
                    <a:pt x="2402235" y="2844426"/>
                    <a:pt x="2294591" y="2811305"/>
                  </a:cubicBezTo>
                  <a:cubicBezTo>
                    <a:pt x="2079669" y="2744483"/>
                    <a:pt x="1867198" y="2661331"/>
                    <a:pt x="1670544" y="2550501"/>
                  </a:cubicBezTo>
                  <a:cubicBezTo>
                    <a:pt x="1473767" y="2439903"/>
                    <a:pt x="1298079" y="2299657"/>
                    <a:pt x="1144703" y="2144472"/>
                  </a:cubicBezTo>
                  <a:cubicBezTo>
                    <a:pt x="1067586" y="2066996"/>
                    <a:pt x="997458" y="1984539"/>
                    <a:pt x="931497" y="1900114"/>
                  </a:cubicBezTo>
                  <a:cubicBezTo>
                    <a:pt x="865906" y="1815342"/>
                    <a:pt x="803500" y="1729295"/>
                    <a:pt x="745265" y="1641395"/>
                  </a:cubicBezTo>
                  <a:cubicBezTo>
                    <a:pt x="730307" y="1619623"/>
                    <a:pt x="716207" y="1597503"/>
                    <a:pt x="701741" y="1575500"/>
                  </a:cubicBezTo>
                  <a:lnTo>
                    <a:pt x="660178" y="1511573"/>
                  </a:lnTo>
                  <a:cubicBezTo>
                    <a:pt x="633574" y="1470229"/>
                    <a:pt x="605989" y="1429232"/>
                    <a:pt x="578158" y="1387656"/>
                  </a:cubicBezTo>
                  <a:lnTo>
                    <a:pt x="408230" y="1134497"/>
                  </a:lnTo>
                  <a:cubicBezTo>
                    <a:pt x="351220" y="1048219"/>
                    <a:pt x="294945" y="959392"/>
                    <a:pt x="242349" y="866860"/>
                  </a:cubicBezTo>
                  <a:cubicBezTo>
                    <a:pt x="216112" y="820536"/>
                    <a:pt x="190734" y="773402"/>
                    <a:pt x="167562" y="724994"/>
                  </a:cubicBezTo>
                  <a:cubicBezTo>
                    <a:pt x="144513" y="676469"/>
                    <a:pt x="123057" y="627019"/>
                    <a:pt x="104054" y="576525"/>
                  </a:cubicBezTo>
                  <a:cubicBezTo>
                    <a:pt x="85418" y="525917"/>
                    <a:pt x="68867" y="474613"/>
                    <a:pt x="55381" y="422499"/>
                  </a:cubicBezTo>
                  <a:cubicBezTo>
                    <a:pt x="49006" y="396442"/>
                    <a:pt x="42508" y="370269"/>
                    <a:pt x="37236" y="343980"/>
                  </a:cubicBezTo>
                  <a:lnTo>
                    <a:pt x="29267" y="304604"/>
                  </a:lnTo>
                  <a:lnTo>
                    <a:pt x="22646" y="265113"/>
                  </a:lnTo>
                  <a:cubicBezTo>
                    <a:pt x="14003" y="212420"/>
                    <a:pt x="7872" y="159582"/>
                    <a:pt x="3903" y="106787"/>
                  </a:cubicBezTo>
                  <a:close/>
                </a:path>
              </a:pathLst>
            </a:custGeom>
            <a:gradFill rotWithShape="0">
              <a:gsLst>
                <a:gs pos="2000">
                  <a:srgbClr val="ffffff">
                    <a:alpha val="10000"/>
                  </a:srgbClr>
                </a:gs>
                <a:gs pos="16000">
                  <a:srgbClr val="f19d19">
                    <a:alpha val="10000"/>
                  </a:srgbClr>
                </a:gs>
                <a:gs pos="85000">
                  <a:srgbClr val="1d9a78">
                    <a:alpha val="10000"/>
                  </a:srgbClr>
                </a:gs>
                <a:gs pos="100000">
                  <a:srgbClr val="ffffff">
                    <a:alpha val="10000"/>
                  </a:srgbClr>
                </a:gs>
              </a:gsLst>
              <a:lin ang="12000000"/>
            </a:gra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/>
          </p:style>
          <p:txBody>
            <a:bodyPr lIns="90000" rIns="90000" tIns="45000" bIns="45000" anchor="ctr">
              <a:noAutofit/>
            </a:bodyPr>
            <a:p>
              <a:pPr algn="ctr" defTabSz="914400">
                <a:lnSpc>
                  <a:spcPct val="100000"/>
                </a:lnSpc>
              </a:pPr>
              <a:endParaRPr b="0" lang="en-US" sz="1800" strike="noStrike" u="none">
                <a:solidFill>
                  <a:schemeClr val="lt1"/>
                </a:solidFill>
                <a:uFillTx/>
                <a:latin typeface="Calibri"/>
              </a:endParaRPr>
            </a:p>
          </p:txBody>
        </p:sp>
        <p:sp>
          <p:nvSpPr>
            <p:cNvPr id="842" name="Freeform: Shape 14">
              <a:extLs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/>
            <p:nvPr/>
          </p:nvSpPr>
          <p:spPr>
            <a:xfrm>
              <a:off x="8329680" y="0"/>
              <a:ext cx="3861360" cy="2144520"/>
            </a:xfrm>
            <a:custGeom>
              <a:avLst/>
              <a:gdLst>
                <a:gd name="textAreaLeft" fmla="*/ 0 w 3861360"/>
                <a:gd name="textAreaRight" fmla="*/ 3862440 w 3861360"/>
                <a:gd name="textAreaTop" fmla="*/ 0 h 2144520"/>
                <a:gd name="textAreaBottom" fmla="*/ 2145600 h 2144520"/>
              </a:gdLst>
              <a:ahLst/>
              <a:rect l="textAreaLeft" t="textAreaTop" r="textAreaRight" b="textAreaBottom"/>
              <a:pathLst>
                <a:path w="5270786" h="2927775">
                  <a:moveTo>
                    <a:pt x="0" y="0"/>
                  </a:moveTo>
                  <a:lnTo>
                    <a:pt x="613805" y="0"/>
                  </a:lnTo>
                  <a:lnTo>
                    <a:pt x="618487" y="85404"/>
                  </a:lnTo>
                  <a:cubicBezTo>
                    <a:pt x="650052" y="360109"/>
                    <a:pt x="792650" y="556543"/>
                    <a:pt x="1054084" y="895200"/>
                  </a:cubicBezTo>
                  <a:cubicBezTo>
                    <a:pt x="1126174" y="988542"/>
                    <a:pt x="1200716" y="1085128"/>
                    <a:pt x="1276976" y="1191325"/>
                  </a:cubicBezTo>
                  <a:cubicBezTo>
                    <a:pt x="1859704" y="2002688"/>
                    <a:pt x="2485223" y="2348843"/>
                    <a:pt x="3368450" y="2348843"/>
                  </a:cubicBezTo>
                  <a:cubicBezTo>
                    <a:pt x="3948114" y="2348843"/>
                    <a:pt x="4373422" y="2066846"/>
                    <a:pt x="4956151" y="1636730"/>
                  </a:cubicBezTo>
                  <a:cubicBezTo>
                    <a:pt x="5021253" y="1588668"/>
                    <a:pt x="5086356" y="1541186"/>
                    <a:pt x="5149372" y="1495325"/>
                  </a:cubicBezTo>
                  <a:lnTo>
                    <a:pt x="5270786" y="1406110"/>
                  </a:lnTo>
                  <a:lnTo>
                    <a:pt x="5270786" y="2138641"/>
                  </a:lnTo>
                  <a:lnTo>
                    <a:pt x="5112925" y="2253730"/>
                  </a:lnTo>
                  <a:cubicBezTo>
                    <a:pt x="4598179" y="2621786"/>
                    <a:pt x="4074961" y="2927775"/>
                    <a:pt x="3368327" y="2927775"/>
                  </a:cubicBezTo>
                  <a:cubicBezTo>
                    <a:pt x="2170746" y="2927775"/>
                    <a:pt x="1393203" y="2384512"/>
                    <a:pt x="769646" y="1516288"/>
                  </a:cubicBezTo>
                  <a:cubicBezTo>
                    <a:pt x="418850" y="1027932"/>
                    <a:pt x="48120" y="683401"/>
                    <a:pt x="3149" y="85252"/>
                  </a:cubicBezTo>
                  <a:close/>
                </a:path>
              </a:pathLst>
            </a:custGeom>
            <a:gradFill rotWithShape="0">
              <a:gsLst>
                <a:gs pos="2000">
                  <a:srgbClr val="ffffff">
                    <a:alpha val="10000"/>
                  </a:srgbClr>
                </a:gs>
                <a:gs pos="16000">
                  <a:srgbClr val="f19d19">
                    <a:alpha val="10000"/>
                  </a:srgbClr>
                </a:gs>
                <a:gs pos="85000">
                  <a:srgbClr val="1d9a78">
                    <a:alpha val="10000"/>
                  </a:srgbClr>
                </a:gs>
                <a:gs pos="100000">
                  <a:srgbClr val="ffffff">
                    <a:alpha val="10000"/>
                  </a:srgbClr>
                </a:gs>
              </a:gsLst>
              <a:lin ang="12000000"/>
            </a:gra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/>
          </p:style>
          <p:txBody>
            <a:bodyPr lIns="90000" rIns="90000" tIns="45000" bIns="45000" anchor="ctr">
              <a:noAutofit/>
            </a:bodyPr>
            <a:p>
              <a:pPr algn="ctr" defTabSz="914400">
                <a:lnSpc>
                  <a:spcPct val="100000"/>
                </a:lnSpc>
              </a:pPr>
              <a:endParaRPr b="0" lang="en-US" sz="1800" strike="noStrike" u="none">
                <a:solidFill>
                  <a:schemeClr val="lt1"/>
                </a:solidFill>
                <a:uFillTx/>
                <a:latin typeface="Calibri"/>
              </a:endParaRPr>
            </a:p>
          </p:txBody>
        </p:sp>
        <p:sp>
          <p:nvSpPr>
            <p:cNvPr id="843" name="Freeform: Shape 15">
              <a:extLs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/>
            <p:nvPr/>
          </p:nvSpPr>
          <p:spPr>
            <a:xfrm>
              <a:off x="8329680" y="0"/>
              <a:ext cx="3861360" cy="2144520"/>
            </a:xfrm>
            <a:custGeom>
              <a:avLst/>
              <a:gdLst>
                <a:gd name="textAreaLeft" fmla="*/ 0 w 3861360"/>
                <a:gd name="textAreaRight" fmla="*/ 3862440 w 3861360"/>
                <a:gd name="textAreaTop" fmla="*/ 0 h 2144520"/>
                <a:gd name="textAreaBottom" fmla="*/ 2145600 h 2144520"/>
              </a:gdLst>
              <a:ahLst/>
              <a:rect l="textAreaLeft" t="textAreaTop" r="textAreaRight" b="textAreaBottom"/>
              <a:pathLst>
                <a:path w="5270786" h="2927775">
                  <a:moveTo>
                    <a:pt x="0" y="0"/>
                  </a:moveTo>
                  <a:lnTo>
                    <a:pt x="736294" y="0"/>
                  </a:lnTo>
                  <a:lnTo>
                    <a:pt x="740298" y="72745"/>
                  </a:lnTo>
                  <a:cubicBezTo>
                    <a:pt x="768839" y="319371"/>
                    <a:pt x="898885" y="497858"/>
                    <a:pt x="1153024" y="826989"/>
                  </a:cubicBezTo>
                  <a:cubicBezTo>
                    <a:pt x="1225727" y="921142"/>
                    <a:pt x="1300882" y="1018537"/>
                    <a:pt x="1378368" y="1126356"/>
                  </a:cubicBezTo>
                  <a:cubicBezTo>
                    <a:pt x="1652384" y="1507833"/>
                    <a:pt x="1933512" y="1779060"/>
                    <a:pt x="2238056" y="1955322"/>
                  </a:cubicBezTo>
                  <a:cubicBezTo>
                    <a:pt x="2560868" y="2142238"/>
                    <a:pt x="2930637" y="2233033"/>
                    <a:pt x="3368327" y="2233033"/>
                  </a:cubicBezTo>
                  <a:cubicBezTo>
                    <a:pt x="3616720" y="2233033"/>
                    <a:pt x="3847703" y="2176866"/>
                    <a:pt x="4095360" y="2056192"/>
                  </a:cubicBezTo>
                  <a:cubicBezTo>
                    <a:pt x="4349636" y="1932276"/>
                    <a:pt x="4601340" y="1751613"/>
                    <a:pt x="4880506" y="1545587"/>
                  </a:cubicBezTo>
                  <a:cubicBezTo>
                    <a:pt x="4945974" y="1497295"/>
                    <a:pt x="5011199" y="1449697"/>
                    <a:pt x="5074340" y="1403721"/>
                  </a:cubicBezTo>
                  <a:lnTo>
                    <a:pt x="5270786" y="1259367"/>
                  </a:lnTo>
                  <a:lnTo>
                    <a:pt x="5270786" y="2138641"/>
                  </a:lnTo>
                  <a:lnTo>
                    <a:pt x="5112925" y="2253730"/>
                  </a:lnTo>
                  <a:cubicBezTo>
                    <a:pt x="4598179" y="2621786"/>
                    <a:pt x="4074961" y="2927775"/>
                    <a:pt x="3368327" y="2927775"/>
                  </a:cubicBezTo>
                  <a:cubicBezTo>
                    <a:pt x="2170746" y="2927775"/>
                    <a:pt x="1393203" y="2384512"/>
                    <a:pt x="769646" y="1516288"/>
                  </a:cubicBezTo>
                  <a:cubicBezTo>
                    <a:pt x="418850" y="1027932"/>
                    <a:pt x="48120" y="683401"/>
                    <a:pt x="3149" y="85252"/>
                  </a:cubicBezTo>
                  <a:close/>
                </a:path>
              </a:pathLst>
            </a:custGeom>
            <a:gradFill rotWithShape="0">
              <a:gsLst>
                <a:gs pos="2000">
                  <a:srgbClr val="ffffff">
                    <a:alpha val="10000"/>
                  </a:srgbClr>
                </a:gs>
                <a:gs pos="16000">
                  <a:srgbClr val="f19d19">
                    <a:alpha val="10000"/>
                  </a:srgbClr>
                </a:gs>
                <a:gs pos="85000">
                  <a:srgbClr val="1d9a78">
                    <a:alpha val="10000"/>
                  </a:srgbClr>
                </a:gs>
                <a:gs pos="100000">
                  <a:srgbClr val="ffffff">
                    <a:alpha val="10000"/>
                  </a:srgbClr>
                </a:gs>
              </a:gsLst>
              <a:lin ang="12000000"/>
            </a:gra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/>
          </p:style>
          <p:txBody>
            <a:bodyPr lIns="90000" rIns="90000" tIns="45000" bIns="45000" anchor="ctr">
              <a:noAutofit/>
            </a:bodyPr>
            <a:p>
              <a:pPr algn="ctr" defTabSz="914400">
                <a:lnSpc>
                  <a:spcPct val="100000"/>
                </a:lnSpc>
              </a:pPr>
              <a:endParaRPr b="0" lang="en-US" sz="1800" strike="noStrike" u="none">
                <a:solidFill>
                  <a:schemeClr val="lt1"/>
                </a:solidFill>
                <a:uFillTx/>
                <a:latin typeface="Calibri"/>
              </a:endParaRPr>
            </a:p>
          </p:txBody>
        </p:sp>
      </p:grpSp>
      <p:sp>
        <p:nvSpPr>
          <p:cNvPr id="844" name="PlaceHolder 2"/>
          <p:cNvSpPr>
            <a:spLocks noGrp="1"/>
          </p:cNvSpPr>
          <p:nvPr>
            <p:ph/>
          </p:nvPr>
        </p:nvSpPr>
        <p:spPr>
          <a:xfrm>
            <a:off x="1179360" y="2890800"/>
            <a:ext cx="9832320" cy="269280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t">
            <a:normAutofit/>
          </a:bodyPr>
          <a:p>
            <a:pPr marL="228600" indent="-228600" defTabSz="914400">
              <a:lnSpc>
                <a:spcPct val="90000"/>
              </a:lnSpc>
              <a:spcBef>
                <a:spcPts val="1001"/>
              </a:spcBef>
              <a:buClr>
                <a:srgbClr val="44546a"/>
              </a:buClr>
              <a:buFont typeface="Arial"/>
              <a:buChar char="•"/>
            </a:pPr>
            <a:r>
              <a:rPr b="0" lang="de-DE" sz="1800" strike="noStrike" u="none">
                <a:solidFill>
                  <a:schemeClr val="dk2"/>
                </a:solidFill>
                <a:uFillTx/>
                <a:latin typeface="Calibri"/>
              </a:rPr>
              <a:t>Lasse CustomerService in AppComponent injizieren</a:t>
            </a:r>
            <a:endParaRPr b="0" lang="de-DE" sz="1800" strike="noStrike" u="none">
              <a:solidFill>
                <a:srgbClr val="000000"/>
              </a:solidFill>
              <a:uFillTx/>
              <a:latin typeface="Arial"/>
            </a:endParaRPr>
          </a:p>
          <a:p>
            <a:pPr lvl="1" marL="685800" indent="-228600" defTabSz="914400">
              <a:lnSpc>
                <a:spcPct val="90000"/>
              </a:lnSpc>
              <a:spcBef>
                <a:spcPts val="499"/>
              </a:spcBef>
              <a:buClr>
                <a:srgbClr val="44546a"/>
              </a:buClr>
              <a:buFont typeface="Arial"/>
              <a:buChar char="•"/>
            </a:pPr>
            <a:r>
              <a:rPr b="0" lang="de-DE" sz="1800" strike="noStrike" u="none">
                <a:solidFill>
                  <a:schemeClr val="dk2"/>
                </a:solidFill>
                <a:uFillTx/>
                <a:latin typeface="Calibri"/>
              </a:rPr>
              <a:t>Stelle den CustomerService im CustomerModule über providers:[] zur Verfügung</a:t>
            </a:r>
            <a:endParaRPr b="0" lang="de-DE" sz="1800" strike="noStrike" u="none">
              <a:solidFill>
                <a:srgbClr val="000000"/>
              </a:solidFill>
              <a:uFillTx/>
              <a:latin typeface="Arial"/>
            </a:endParaRPr>
          </a:p>
          <a:p>
            <a:pPr lvl="1" marL="685800" indent="-228600" defTabSz="914400">
              <a:lnSpc>
                <a:spcPct val="90000"/>
              </a:lnSpc>
              <a:spcBef>
                <a:spcPts val="499"/>
              </a:spcBef>
              <a:buClr>
                <a:srgbClr val="44546a"/>
              </a:buClr>
              <a:buFont typeface="Arial"/>
              <a:buChar char="•"/>
            </a:pPr>
            <a:r>
              <a:rPr b="0" lang="de-DE" sz="1800" strike="noStrike" u="none">
                <a:solidFill>
                  <a:schemeClr val="dk2"/>
                </a:solidFill>
                <a:uFillTx/>
                <a:latin typeface="Calibri"/>
              </a:rPr>
              <a:t>Füge CustomerService in AppComponent als Konstruktor Parameter ein</a:t>
            </a:r>
            <a:endParaRPr b="0" lang="de-DE" sz="1800" strike="noStrike" u="none">
              <a:solidFill>
                <a:srgbClr val="000000"/>
              </a:solidFill>
              <a:uFillTx/>
              <a:latin typeface="Arial"/>
            </a:endParaRPr>
          </a:p>
          <a:p>
            <a:pPr marL="228600" indent="-228600" defTabSz="914400">
              <a:lnSpc>
                <a:spcPct val="90000"/>
              </a:lnSpc>
              <a:spcBef>
                <a:spcPts val="1001"/>
              </a:spcBef>
              <a:buClr>
                <a:srgbClr val="44546a"/>
              </a:buClr>
              <a:buFont typeface="Arial"/>
              <a:buChar char="•"/>
            </a:pPr>
            <a:r>
              <a:rPr b="0" lang="de-DE" sz="1800" strike="noStrike" u="none">
                <a:solidFill>
                  <a:schemeClr val="dk2"/>
                </a:solidFill>
                <a:uFillTx/>
                <a:latin typeface="Calibri"/>
              </a:rPr>
              <a:t>Verwende CustomerService in AppComponent um die Daten zu beziehen</a:t>
            </a:r>
            <a:endParaRPr b="0" lang="de-DE" sz="1800" strike="noStrike" u="none">
              <a:solidFill>
                <a:srgbClr val="000000"/>
              </a:solidFill>
              <a:uFillTx/>
              <a:latin typeface="Arial"/>
            </a:endParaRPr>
          </a:p>
          <a:p>
            <a:pPr lvl="1" marL="685800" indent="-228600" defTabSz="914400">
              <a:lnSpc>
                <a:spcPct val="90000"/>
              </a:lnSpc>
              <a:spcBef>
                <a:spcPts val="499"/>
              </a:spcBef>
              <a:buClr>
                <a:srgbClr val="44546a"/>
              </a:buClr>
              <a:buFont typeface="Arial"/>
              <a:buChar char="•"/>
            </a:pPr>
            <a:r>
              <a:rPr b="0" lang="de-DE" sz="1800" strike="noStrike" u="none">
                <a:solidFill>
                  <a:schemeClr val="dk2"/>
                </a:solidFill>
                <a:uFillTx/>
                <a:latin typeface="Calibri"/>
              </a:rPr>
              <a:t>Lösche den Code zum Erzeugen der Test-Daten in AppComponent</a:t>
            </a:r>
            <a:endParaRPr b="0" lang="de-DE" sz="1800" strike="noStrike" u="none">
              <a:solidFill>
                <a:srgbClr val="000000"/>
              </a:solidFill>
              <a:uFillTx/>
              <a:latin typeface="Arial"/>
            </a:endParaRPr>
          </a:p>
          <a:p>
            <a:pPr lvl="1" marL="685800" indent="-228600" defTabSz="914400">
              <a:lnSpc>
                <a:spcPct val="90000"/>
              </a:lnSpc>
              <a:spcBef>
                <a:spcPts val="499"/>
              </a:spcBef>
              <a:buClr>
                <a:srgbClr val="44546a"/>
              </a:buClr>
              <a:buFont typeface="Arial"/>
              <a:buChar char="•"/>
            </a:pPr>
            <a:r>
              <a:rPr b="0" lang="de-DE" sz="1800" strike="noStrike" u="none">
                <a:solidFill>
                  <a:schemeClr val="dk2"/>
                </a:solidFill>
                <a:uFillTx/>
                <a:latin typeface="Calibri"/>
              </a:rPr>
              <a:t>Rufe CustomerService#getAll auf um Daten zu bekommen</a:t>
            </a:r>
            <a:endParaRPr b="0" lang="de-DE" sz="1800" strike="noStrike" u="none">
              <a:solidFill>
                <a:srgbClr val="000000"/>
              </a:solidFill>
              <a:uFillTx/>
              <a:latin typeface="Arial"/>
            </a:endParaRPr>
          </a:p>
          <a:p>
            <a:pPr indent="0" defTabSz="914400">
              <a:lnSpc>
                <a:spcPct val="90000"/>
              </a:lnSpc>
              <a:spcBef>
                <a:spcPts val="1001"/>
              </a:spcBef>
              <a:buNone/>
              <a:tabLst>
                <a:tab algn="l" pos="0"/>
              </a:tabLst>
            </a:pPr>
            <a:endParaRPr b="0" lang="de-DE" sz="1800" strike="noStrike" u="none">
              <a:solidFill>
                <a:srgbClr val="000000"/>
              </a:solidFill>
              <a:uFillTx/>
              <a:latin typeface="Arial"/>
            </a:endParaRPr>
          </a:p>
        </p:txBody>
      </p:sp>
      <p:grpSp>
        <p:nvGrpSpPr>
          <p:cNvPr id="845" name="Group 17">
            <a:extLst>
              <a:ext uri="{C183D7F6-B498-43B3-948B-1728B52AA6E4}">
                <adec:decorative xmlns:adec="http://schemas.microsoft.com/office/drawing/2017/decorative" val="1"/>
              </a:ext>
            </a:extLst>
          </p:cNvPr>
          <p:cNvGrpSpPr/>
          <p:nvPr/>
        </p:nvGrpSpPr>
        <p:grpSpPr>
          <a:xfrm>
            <a:off x="0" y="4681800"/>
            <a:ext cx="2897640" cy="2174400"/>
            <a:chOff x="0" y="4681800"/>
            <a:chExt cx="2897640" cy="2174400"/>
          </a:xfrm>
        </p:grpSpPr>
        <p:sp>
          <p:nvSpPr>
            <p:cNvPr id="846" name="Freeform: Shape 18">
              <a:extLs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/>
            <p:nvPr/>
          </p:nvSpPr>
          <p:spPr>
            <a:xfrm flipV="1">
              <a:off x="360" y="4850280"/>
              <a:ext cx="2884680" cy="2005920"/>
            </a:xfrm>
            <a:custGeom>
              <a:avLst/>
              <a:gdLst>
                <a:gd name="textAreaLeft" fmla="*/ 0 w 2884680"/>
                <a:gd name="textAreaRight" fmla="*/ 2885760 w 2884680"/>
                <a:gd name="textAreaTop" fmla="*/ 720 h 2005920"/>
                <a:gd name="textAreaBottom" fmla="*/ 2007720 h 2005920"/>
              </a:gdLst>
              <a:ahLst/>
              <a:rect l="textAreaLeft" t="textAreaTop" r="textAreaRight" b="textAreaBottom"/>
              <a:pathLst>
                <a:path w="3815424" h="2653659">
                  <a:moveTo>
                    <a:pt x="3203055" y="0"/>
                  </a:moveTo>
                  <a:lnTo>
                    <a:pt x="3815424" y="0"/>
                  </a:lnTo>
                  <a:lnTo>
                    <a:pt x="3801025" y="214243"/>
                  </a:lnTo>
                  <a:cubicBezTo>
                    <a:pt x="3616317" y="1584467"/>
                    <a:pt x="2091637" y="2653659"/>
                    <a:pt x="587142" y="2653659"/>
                  </a:cubicBezTo>
                  <a:cubicBezTo>
                    <a:pt x="400192" y="2653659"/>
                    <a:pt x="222112" y="2636953"/>
                    <a:pt x="53389" y="2605041"/>
                  </a:cubicBezTo>
                  <a:lnTo>
                    <a:pt x="0" y="2593136"/>
                  </a:lnTo>
                  <a:lnTo>
                    <a:pt x="0" y="1994836"/>
                  </a:lnTo>
                  <a:lnTo>
                    <a:pt x="159710" y="2035054"/>
                  </a:lnTo>
                  <a:cubicBezTo>
                    <a:pt x="295467" y="2061726"/>
                    <a:pt x="438268" y="2075152"/>
                    <a:pt x="587142" y="2075152"/>
                  </a:cubicBezTo>
                  <a:cubicBezTo>
                    <a:pt x="901731" y="2075152"/>
                    <a:pt x="1234490" y="2014697"/>
                    <a:pt x="1549283" y="1900153"/>
                  </a:cubicBezTo>
                  <a:cubicBezTo>
                    <a:pt x="1860709" y="1786959"/>
                    <a:pt x="2157231" y="1620350"/>
                    <a:pt x="2406698" y="1418450"/>
                  </a:cubicBezTo>
                  <a:cubicBezTo>
                    <a:pt x="2655859" y="1216840"/>
                    <a:pt x="2859596" y="978302"/>
                    <a:pt x="2996069" y="728678"/>
                  </a:cubicBezTo>
                  <a:cubicBezTo>
                    <a:pt x="3101178" y="536396"/>
                    <a:pt x="3167417" y="338366"/>
                    <a:pt x="3193967" y="137719"/>
                  </a:cubicBezTo>
                  <a:close/>
                </a:path>
              </a:pathLst>
            </a:custGeom>
            <a:gradFill rotWithShape="0">
              <a:gsLst>
                <a:gs pos="2000">
                  <a:srgbClr val="ffffff">
                    <a:alpha val="10000"/>
                  </a:srgbClr>
                </a:gs>
                <a:gs pos="16000">
                  <a:srgbClr val="f19d19">
                    <a:alpha val="10000"/>
                  </a:srgbClr>
                </a:gs>
                <a:gs pos="85000">
                  <a:srgbClr val="1d9a78">
                    <a:alpha val="10000"/>
                  </a:srgbClr>
                </a:gs>
                <a:gs pos="100000">
                  <a:srgbClr val="ffffff">
                    <a:alpha val="10000"/>
                  </a:srgbClr>
                </a:gs>
              </a:gsLst>
              <a:lin ang="9600000"/>
            </a:gra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/>
          </p:style>
          <p:txBody>
            <a:bodyPr lIns="90000" rIns="90000" tIns="45000" bIns="45000" anchor="ctr">
              <a:noAutofit/>
            </a:bodyPr>
            <a:p>
              <a:pPr algn="ctr" defTabSz="914400">
                <a:lnSpc>
                  <a:spcPct val="100000"/>
                </a:lnSpc>
              </a:pPr>
              <a:endParaRPr b="0" lang="en-US" sz="1800" strike="noStrike" u="none">
                <a:solidFill>
                  <a:schemeClr val="lt1"/>
                </a:solidFill>
                <a:uFillTx/>
                <a:latin typeface="Calibri"/>
              </a:endParaRPr>
            </a:p>
          </p:txBody>
        </p:sp>
        <p:sp>
          <p:nvSpPr>
            <p:cNvPr id="847" name="Freeform: Shape 19">
              <a:extLs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/>
            <p:nvPr/>
          </p:nvSpPr>
          <p:spPr>
            <a:xfrm flipV="1">
              <a:off x="360" y="4850280"/>
              <a:ext cx="2884680" cy="2005920"/>
            </a:xfrm>
            <a:custGeom>
              <a:avLst/>
              <a:gdLst>
                <a:gd name="textAreaLeft" fmla="*/ 0 w 2884680"/>
                <a:gd name="textAreaRight" fmla="*/ 2885760 w 2884680"/>
                <a:gd name="textAreaTop" fmla="*/ 720 h 2005920"/>
                <a:gd name="textAreaBottom" fmla="*/ 2007720 h 2005920"/>
              </a:gdLst>
              <a:ahLst/>
              <a:rect l="textAreaLeft" t="textAreaTop" r="textAreaRight" b="textAreaBottom"/>
              <a:pathLst>
                <a:path w="3815424" h="2653660">
                  <a:moveTo>
                    <a:pt x="3305038" y="0"/>
                  </a:moveTo>
                  <a:lnTo>
                    <a:pt x="3815424" y="0"/>
                  </a:lnTo>
                  <a:lnTo>
                    <a:pt x="3801025" y="214244"/>
                  </a:lnTo>
                  <a:cubicBezTo>
                    <a:pt x="3616317" y="1584467"/>
                    <a:pt x="2091637" y="2653660"/>
                    <a:pt x="587142" y="2653660"/>
                  </a:cubicBezTo>
                  <a:cubicBezTo>
                    <a:pt x="400192" y="2653660"/>
                    <a:pt x="222112" y="2636954"/>
                    <a:pt x="53389" y="2605042"/>
                  </a:cubicBezTo>
                  <a:lnTo>
                    <a:pt x="0" y="2593137"/>
                  </a:lnTo>
                  <a:lnTo>
                    <a:pt x="0" y="2094444"/>
                  </a:lnTo>
                  <a:lnTo>
                    <a:pt x="137675" y="2129195"/>
                  </a:lnTo>
                  <a:cubicBezTo>
                    <a:pt x="280616" y="2157374"/>
                    <a:pt x="430766" y="2171571"/>
                    <a:pt x="587142" y="2171571"/>
                  </a:cubicBezTo>
                  <a:cubicBezTo>
                    <a:pt x="918879" y="2171571"/>
                    <a:pt x="1254904" y="2110634"/>
                    <a:pt x="1585826" y="1990112"/>
                  </a:cubicBezTo>
                  <a:cubicBezTo>
                    <a:pt x="1908071" y="1873061"/>
                    <a:pt x="2214800" y="1700666"/>
                    <a:pt x="2473046" y="1491633"/>
                  </a:cubicBezTo>
                  <a:cubicBezTo>
                    <a:pt x="2735782" y="1279031"/>
                    <a:pt x="2942276" y="1037118"/>
                    <a:pt x="3086710" y="772838"/>
                  </a:cubicBezTo>
                  <a:cubicBezTo>
                    <a:pt x="3197408" y="570216"/>
                    <a:pt x="3267226" y="361248"/>
                    <a:pt x="3295217" y="149229"/>
                  </a:cubicBezTo>
                  <a:close/>
                </a:path>
              </a:pathLst>
            </a:custGeom>
            <a:gradFill rotWithShape="0">
              <a:gsLst>
                <a:gs pos="2000">
                  <a:srgbClr val="ffffff">
                    <a:alpha val="10000"/>
                  </a:srgbClr>
                </a:gs>
                <a:gs pos="16000">
                  <a:srgbClr val="f19d19">
                    <a:alpha val="10000"/>
                  </a:srgbClr>
                </a:gs>
                <a:gs pos="85000">
                  <a:srgbClr val="1d9a78">
                    <a:alpha val="10000"/>
                  </a:srgbClr>
                </a:gs>
                <a:gs pos="100000">
                  <a:srgbClr val="ffffff">
                    <a:alpha val="10000"/>
                  </a:srgbClr>
                </a:gs>
              </a:gsLst>
              <a:lin ang="9600000"/>
            </a:gra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/>
          </p:style>
          <p:txBody>
            <a:bodyPr lIns="90000" rIns="90000" tIns="45000" bIns="45000" anchor="ctr">
              <a:noAutofit/>
            </a:bodyPr>
            <a:p>
              <a:pPr algn="ctr" defTabSz="914400">
                <a:lnSpc>
                  <a:spcPct val="100000"/>
                </a:lnSpc>
              </a:pPr>
              <a:endParaRPr b="0" lang="en-US" sz="1800" strike="noStrike" u="none">
                <a:solidFill>
                  <a:schemeClr val="lt1"/>
                </a:solidFill>
                <a:uFillTx/>
                <a:latin typeface="Calibri"/>
              </a:endParaRPr>
            </a:p>
          </p:txBody>
        </p:sp>
        <p:sp>
          <p:nvSpPr>
            <p:cNvPr id="848" name="Freeform: Shape 20">
              <a:extLs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/>
            <p:nvPr/>
          </p:nvSpPr>
          <p:spPr>
            <a:xfrm flipV="1">
              <a:off x="0" y="4832640"/>
              <a:ext cx="2885040" cy="2022840"/>
            </a:xfrm>
            <a:custGeom>
              <a:avLst/>
              <a:gdLst>
                <a:gd name="textAreaLeft" fmla="*/ 0 w 2885040"/>
                <a:gd name="textAreaRight" fmla="*/ 2886120 w 2885040"/>
                <a:gd name="textAreaTop" fmla="*/ -720 h 2022840"/>
                <a:gd name="textAreaBottom" fmla="*/ 2023200 h 2022840"/>
              </a:gdLst>
              <a:ahLst/>
              <a:rect l="textAreaLeft" t="textAreaTop" r="textAreaRight" b="textAreaBottom"/>
              <a:pathLst>
                <a:path w="3815986" h="2675935">
                  <a:moveTo>
                    <a:pt x="3648768" y="0"/>
                  </a:moveTo>
                  <a:lnTo>
                    <a:pt x="3815986" y="0"/>
                  </a:lnTo>
                  <a:lnTo>
                    <a:pt x="3804695" y="200084"/>
                  </a:lnTo>
                  <a:cubicBezTo>
                    <a:pt x="3795228" y="285751"/>
                    <a:pt x="3781167" y="371032"/>
                    <a:pt x="3762590" y="455543"/>
                  </a:cubicBezTo>
                  <a:cubicBezTo>
                    <a:pt x="3725537" y="624467"/>
                    <a:pt x="3668784" y="790112"/>
                    <a:pt x="3592332" y="947274"/>
                  </a:cubicBezTo>
                  <a:cubicBezTo>
                    <a:pt x="3438712" y="1261596"/>
                    <a:pt x="3216091" y="1542847"/>
                    <a:pt x="2953967" y="1782349"/>
                  </a:cubicBezTo>
                  <a:cubicBezTo>
                    <a:pt x="2822599" y="1902099"/>
                    <a:pt x="2680615" y="2011341"/>
                    <a:pt x="2530669" y="2109494"/>
                  </a:cubicBezTo>
                  <a:cubicBezTo>
                    <a:pt x="2380520" y="2207551"/>
                    <a:pt x="2222510" y="2294906"/>
                    <a:pt x="2057561" y="2369245"/>
                  </a:cubicBezTo>
                  <a:cubicBezTo>
                    <a:pt x="1727252" y="2516859"/>
                    <a:pt x="1371629" y="2614434"/>
                    <a:pt x="1007330" y="2655701"/>
                  </a:cubicBezTo>
                  <a:cubicBezTo>
                    <a:pt x="916281" y="2665873"/>
                    <a:pt x="824568" y="2672188"/>
                    <a:pt x="732765" y="2674696"/>
                  </a:cubicBezTo>
                  <a:cubicBezTo>
                    <a:pt x="640963" y="2677203"/>
                    <a:pt x="549072" y="2675901"/>
                    <a:pt x="457666" y="2670839"/>
                  </a:cubicBezTo>
                  <a:cubicBezTo>
                    <a:pt x="366106" y="2665584"/>
                    <a:pt x="274572" y="2656521"/>
                    <a:pt x="183574" y="2643312"/>
                  </a:cubicBezTo>
                  <a:lnTo>
                    <a:pt x="0" y="2607798"/>
                  </a:lnTo>
                  <a:lnTo>
                    <a:pt x="0" y="2356652"/>
                  </a:lnTo>
                  <a:lnTo>
                    <a:pt x="222195" y="2396940"/>
                  </a:lnTo>
                  <a:cubicBezTo>
                    <a:pt x="304990" y="2407980"/>
                    <a:pt x="388511" y="2415283"/>
                    <a:pt x="472364" y="2419092"/>
                  </a:cubicBezTo>
                  <a:cubicBezTo>
                    <a:pt x="640376" y="2427095"/>
                    <a:pt x="808184" y="2421791"/>
                    <a:pt x="974972" y="2402122"/>
                  </a:cubicBezTo>
                  <a:cubicBezTo>
                    <a:pt x="1141658" y="2382358"/>
                    <a:pt x="1306812" y="2349286"/>
                    <a:pt x="1468292" y="2304162"/>
                  </a:cubicBezTo>
                  <a:cubicBezTo>
                    <a:pt x="1629874" y="2259231"/>
                    <a:pt x="1787475" y="2201091"/>
                    <a:pt x="1940176" y="2133695"/>
                  </a:cubicBezTo>
                  <a:cubicBezTo>
                    <a:pt x="2246498" y="2000349"/>
                    <a:pt x="2532507" y="1823520"/>
                    <a:pt x="2783403" y="1609954"/>
                  </a:cubicBezTo>
                  <a:cubicBezTo>
                    <a:pt x="2908442" y="1502833"/>
                    <a:pt x="3024295" y="1385975"/>
                    <a:pt x="3128104" y="1260439"/>
                  </a:cubicBezTo>
                  <a:cubicBezTo>
                    <a:pt x="3232116" y="1135096"/>
                    <a:pt x="3323881" y="1000689"/>
                    <a:pt x="3400639" y="859052"/>
                  </a:cubicBezTo>
                  <a:cubicBezTo>
                    <a:pt x="3477399" y="717510"/>
                    <a:pt x="3541296" y="569316"/>
                    <a:pt x="3585595" y="415336"/>
                  </a:cubicBezTo>
                  <a:cubicBezTo>
                    <a:pt x="3607796" y="338540"/>
                    <a:pt x="3624638" y="260224"/>
                    <a:pt x="3635918" y="181137"/>
                  </a:cubicBezTo>
                  <a:close/>
                </a:path>
              </a:pathLst>
            </a:custGeom>
            <a:gradFill rotWithShape="0">
              <a:gsLst>
                <a:gs pos="2000">
                  <a:srgbClr val="ffffff">
                    <a:alpha val="10000"/>
                  </a:srgbClr>
                </a:gs>
                <a:gs pos="16000">
                  <a:srgbClr val="f19d19">
                    <a:alpha val="10000"/>
                  </a:srgbClr>
                </a:gs>
                <a:gs pos="85000">
                  <a:srgbClr val="1d9a78">
                    <a:alpha val="10000"/>
                  </a:srgbClr>
                </a:gs>
                <a:gs pos="100000">
                  <a:srgbClr val="ffffff">
                    <a:alpha val="10000"/>
                  </a:srgbClr>
                </a:gs>
              </a:gsLst>
              <a:lin ang="9600000"/>
            </a:gra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/>
          </p:style>
          <p:txBody>
            <a:bodyPr lIns="90000" rIns="90000" tIns="45000" bIns="45000" anchor="ctr">
              <a:noAutofit/>
            </a:bodyPr>
            <a:p>
              <a:pPr algn="ctr" defTabSz="914400">
                <a:lnSpc>
                  <a:spcPct val="100000"/>
                </a:lnSpc>
              </a:pPr>
              <a:endParaRPr b="0" lang="en-US" sz="1800" strike="noStrike" u="none">
                <a:solidFill>
                  <a:schemeClr val="lt1"/>
                </a:solidFill>
                <a:uFillTx/>
                <a:latin typeface="Calibri"/>
              </a:endParaRPr>
            </a:p>
          </p:txBody>
        </p:sp>
        <p:sp>
          <p:nvSpPr>
            <p:cNvPr id="849" name="Freeform: Shape 21">
              <a:extLs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/>
            <p:nvPr/>
          </p:nvSpPr>
          <p:spPr>
            <a:xfrm flipV="1">
              <a:off x="360" y="4681800"/>
              <a:ext cx="2897280" cy="2174400"/>
            </a:xfrm>
            <a:custGeom>
              <a:avLst/>
              <a:gdLst>
                <a:gd name="textAreaLeft" fmla="*/ 0 w 2897280"/>
                <a:gd name="textAreaRight" fmla="*/ 2898360 w 2897280"/>
                <a:gd name="textAreaTop" fmla="*/ 720 h 2174400"/>
                <a:gd name="textAreaBottom" fmla="*/ 2176200 h 2174400"/>
              </a:gdLst>
              <a:ahLst/>
              <a:rect l="textAreaLeft" t="textAreaTop" r="textAreaRight" b="textAreaBottom"/>
              <a:pathLst>
                <a:path w="3832270" h="2876136">
                  <a:moveTo>
                    <a:pt x="3800718" y="0"/>
                  </a:moveTo>
                  <a:lnTo>
                    <a:pt x="3832270" y="0"/>
                  </a:lnTo>
                  <a:lnTo>
                    <a:pt x="3824562" y="143769"/>
                  </a:lnTo>
                  <a:cubicBezTo>
                    <a:pt x="3797131" y="409191"/>
                    <a:pt x="3730585" y="671345"/>
                    <a:pt x="3628155" y="922055"/>
                  </a:cubicBezTo>
                  <a:cubicBezTo>
                    <a:pt x="3593858" y="1005553"/>
                    <a:pt x="3556704" y="1088280"/>
                    <a:pt x="3514853" y="1169078"/>
                  </a:cubicBezTo>
                  <a:cubicBezTo>
                    <a:pt x="3473616" y="1250166"/>
                    <a:pt x="3428194" y="1329517"/>
                    <a:pt x="3379198" y="1407037"/>
                  </a:cubicBezTo>
                  <a:cubicBezTo>
                    <a:pt x="3281106" y="1561980"/>
                    <a:pt x="3169132" y="1710174"/>
                    <a:pt x="3043787" y="1848342"/>
                  </a:cubicBezTo>
                  <a:cubicBezTo>
                    <a:pt x="2980806" y="1917184"/>
                    <a:pt x="2915071" y="1984001"/>
                    <a:pt x="2845661" y="2047444"/>
                  </a:cubicBezTo>
                  <a:cubicBezTo>
                    <a:pt x="2828411" y="2063450"/>
                    <a:pt x="2811060" y="2079263"/>
                    <a:pt x="2793197" y="2094689"/>
                  </a:cubicBezTo>
                  <a:cubicBezTo>
                    <a:pt x="2775436" y="2110213"/>
                    <a:pt x="2757982" y="2126025"/>
                    <a:pt x="2739710" y="2140969"/>
                  </a:cubicBezTo>
                  <a:cubicBezTo>
                    <a:pt x="2703576" y="2171341"/>
                    <a:pt x="2666524" y="2200749"/>
                    <a:pt x="2629166" y="2229867"/>
                  </a:cubicBezTo>
                  <a:cubicBezTo>
                    <a:pt x="2479015" y="2345569"/>
                    <a:pt x="2316821" y="2448061"/>
                    <a:pt x="2145952" y="2535994"/>
                  </a:cubicBezTo>
                  <a:cubicBezTo>
                    <a:pt x="1804312" y="2711957"/>
                    <a:pt x="1424600" y="2826982"/>
                    <a:pt x="1034987" y="2863910"/>
                  </a:cubicBezTo>
                  <a:cubicBezTo>
                    <a:pt x="937762" y="2873167"/>
                    <a:pt x="839720" y="2877096"/>
                    <a:pt x="741909" y="2875939"/>
                  </a:cubicBezTo>
                  <a:cubicBezTo>
                    <a:pt x="644097" y="2874782"/>
                    <a:pt x="546515" y="2868539"/>
                    <a:pt x="450208" y="2857451"/>
                  </a:cubicBezTo>
                  <a:cubicBezTo>
                    <a:pt x="305520" y="2840674"/>
                    <a:pt x="162095" y="2813810"/>
                    <a:pt x="22215" y="2775923"/>
                  </a:cubicBezTo>
                  <a:lnTo>
                    <a:pt x="0" y="2769256"/>
                  </a:lnTo>
                  <a:lnTo>
                    <a:pt x="0" y="2590612"/>
                  </a:lnTo>
                  <a:lnTo>
                    <a:pt x="199046" y="2627410"/>
                  </a:lnTo>
                  <a:cubicBezTo>
                    <a:pt x="288321" y="2639209"/>
                    <a:pt x="378197" y="2646537"/>
                    <a:pt x="468174" y="2649670"/>
                  </a:cubicBezTo>
                  <a:cubicBezTo>
                    <a:pt x="648333" y="2656805"/>
                    <a:pt x="826655" y="2647163"/>
                    <a:pt x="1003650" y="2622480"/>
                  </a:cubicBezTo>
                  <a:cubicBezTo>
                    <a:pt x="1091943" y="2609658"/>
                    <a:pt x="1179725" y="2593747"/>
                    <a:pt x="1266489" y="2573982"/>
                  </a:cubicBezTo>
                  <a:cubicBezTo>
                    <a:pt x="1353250" y="2553927"/>
                    <a:pt x="1439298" y="2531076"/>
                    <a:pt x="1524223" y="2504657"/>
                  </a:cubicBezTo>
                  <a:cubicBezTo>
                    <a:pt x="1609149" y="2478336"/>
                    <a:pt x="1693052" y="2448833"/>
                    <a:pt x="1775731" y="2416243"/>
                  </a:cubicBezTo>
                  <a:cubicBezTo>
                    <a:pt x="1858309" y="2383557"/>
                    <a:pt x="1939764" y="2347882"/>
                    <a:pt x="2019789" y="2309412"/>
                  </a:cubicBezTo>
                  <a:cubicBezTo>
                    <a:pt x="2179839" y="2232567"/>
                    <a:pt x="2334583" y="2144923"/>
                    <a:pt x="2482486" y="2046962"/>
                  </a:cubicBezTo>
                  <a:cubicBezTo>
                    <a:pt x="2519334" y="2022376"/>
                    <a:pt x="2556081" y="1997403"/>
                    <a:pt x="2591908" y="1971371"/>
                  </a:cubicBezTo>
                  <a:cubicBezTo>
                    <a:pt x="2610077" y="1958644"/>
                    <a:pt x="2627838" y="1945434"/>
                    <a:pt x="2645702" y="1932321"/>
                  </a:cubicBezTo>
                  <a:cubicBezTo>
                    <a:pt x="2663666" y="1919305"/>
                    <a:pt x="2681325" y="1905903"/>
                    <a:pt x="2698779" y="1892309"/>
                  </a:cubicBezTo>
                  <a:cubicBezTo>
                    <a:pt x="2768903" y="1838025"/>
                    <a:pt x="2837496" y="1781717"/>
                    <a:pt x="2903537" y="1722516"/>
                  </a:cubicBezTo>
                  <a:cubicBezTo>
                    <a:pt x="3035926" y="1604501"/>
                    <a:pt x="3158720" y="1475784"/>
                    <a:pt x="3269061" y="1337327"/>
                  </a:cubicBezTo>
                  <a:cubicBezTo>
                    <a:pt x="3324182" y="1268099"/>
                    <a:pt x="3376341" y="1196461"/>
                    <a:pt x="3424928" y="1122508"/>
                  </a:cubicBezTo>
                  <a:cubicBezTo>
                    <a:pt x="3472697" y="1048170"/>
                    <a:pt x="3517814" y="972000"/>
                    <a:pt x="3557622" y="893226"/>
                  </a:cubicBezTo>
                  <a:cubicBezTo>
                    <a:pt x="3567931" y="873654"/>
                    <a:pt x="3577526" y="853791"/>
                    <a:pt x="3587019" y="833929"/>
                  </a:cubicBezTo>
                  <a:lnTo>
                    <a:pt x="3601310" y="804040"/>
                  </a:lnTo>
                  <a:lnTo>
                    <a:pt x="3614885" y="773861"/>
                  </a:lnTo>
                  <a:cubicBezTo>
                    <a:pt x="3623766" y="753709"/>
                    <a:pt x="3632748" y="733559"/>
                    <a:pt x="3640812" y="713022"/>
                  </a:cubicBezTo>
                  <a:cubicBezTo>
                    <a:pt x="3648876" y="692485"/>
                    <a:pt x="3657756" y="672236"/>
                    <a:pt x="3665105" y="651506"/>
                  </a:cubicBezTo>
                  <a:cubicBezTo>
                    <a:pt x="3696544" y="569166"/>
                    <a:pt x="3723185" y="485089"/>
                    <a:pt x="3744110" y="399567"/>
                  </a:cubicBezTo>
                  <a:cubicBezTo>
                    <a:pt x="3765341" y="314238"/>
                    <a:pt x="3781392" y="227654"/>
                    <a:pt x="3792123" y="140444"/>
                  </a:cubicBezTo>
                  <a:close/>
                </a:path>
              </a:pathLst>
            </a:custGeom>
            <a:gradFill rotWithShape="0">
              <a:gsLst>
                <a:gs pos="2000">
                  <a:srgbClr val="ffffff">
                    <a:alpha val="10000"/>
                  </a:srgbClr>
                </a:gs>
                <a:gs pos="16000">
                  <a:srgbClr val="f19d19">
                    <a:alpha val="10000"/>
                  </a:srgbClr>
                </a:gs>
                <a:gs pos="85000">
                  <a:srgbClr val="1d9a78">
                    <a:alpha val="10000"/>
                  </a:srgbClr>
                </a:gs>
                <a:gs pos="100000">
                  <a:srgbClr val="ffffff">
                    <a:alpha val="10000"/>
                  </a:srgbClr>
                </a:gs>
              </a:gsLst>
              <a:lin ang="9600000"/>
            </a:gra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/>
          </p:style>
          <p:txBody>
            <a:bodyPr lIns="90000" rIns="90000" tIns="45000" bIns="45000" anchor="ctr">
              <a:noAutofit/>
            </a:bodyPr>
            <a:p>
              <a:pPr algn="ctr" defTabSz="914400">
                <a:lnSpc>
                  <a:spcPct val="100000"/>
                </a:lnSpc>
              </a:pPr>
              <a:endParaRPr b="0" lang="en-US" sz="1800" strike="noStrike" u="none">
                <a:solidFill>
                  <a:schemeClr val="lt1"/>
                </a:solidFill>
                <a:uFillTx/>
                <a:latin typeface="Calibri"/>
              </a:endParaRPr>
            </a:p>
          </p:txBody>
        </p:sp>
      </p:grp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164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50" name="PlaceHolder 1"/>
          <p:cNvSpPr>
            <a:spLocks noGrp="1"/>
          </p:cNvSpPr>
          <p:nvPr>
            <p:ph type="title"/>
          </p:nvPr>
        </p:nvSpPr>
        <p:spPr>
          <a:xfrm>
            <a:off x="838080" y="365040"/>
            <a:ext cx="10514520" cy="132444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ctr">
            <a:noAutofit/>
          </a:bodyPr>
          <a:p>
            <a:pPr indent="0" defTabSz="914400">
              <a:lnSpc>
                <a:spcPct val="90000"/>
              </a:lnSpc>
              <a:buNone/>
              <a:tabLst>
                <a:tab algn="l" pos="0"/>
              </a:tabLst>
            </a:pPr>
            <a:r>
              <a:rPr b="0" lang="de-DE" sz="4400" strike="noStrike" u="none">
                <a:solidFill>
                  <a:schemeClr val="dk1"/>
                </a:solidFill>
                <a:uFillTx/>
                <a:latin typeface="Calibri Light"/>
              </a:rPr>
              <a:t>Komponenten Lebenszyklus</a:t>
            </a:r>
            <a:endParaRPr b="0" lang="de-DE" sz="4400" strike="noStrike" u="none">
              <a:solidFill>
                <a:srgbClr val="000000"/>
              </a:solidFill>
              <a:uFillTx/>
              <a:latin typeface="Arial"/>
            </a:endParaRPr>
          </a:p>
        </p:txBody>
      </p:sp>
      <p:sp>
        <p:nvSpPr>
          <p:cNvPr id="851" name="PlaceHolder 2"/>
          <p:cNvSpPr>
            <a:spLocks noGrp="1"/>
          </p:cNvSpPr>
          <p:nvPr>
            <p:ph/>
          </p:nvPr>
        </p:nvSpPr>
        <p:spPr>
          <a:xfrm>
            <a:off x="838080" y="1690560"/>
            <a:ext cx="10514520" cy="435024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t">
            <a:normAutofit lnSpcReduction="9999"/>
          </a:bodyPr>
          <a:p>
            <a:pPr marL="228600" indent="-228600" defTabSz="914400">
              <a:lnSpc>
                <a:spcPct val="90000"/>
              </a:lnSpc>
              <a:spcBef>
                <a:spcPts val="1001"/>
              </a:spcBef>
              <a:buClr>
                <a:srgbClr val="000000"/>
              </a:buClr>
              <a:buFont typeface="Arial"/>
              <a:buChar char="•"/>
            </a:pPr>
            <a:r>
              <a:rPr b="0" lang="de-DE" sz="2800" strike="noStrike" u="none">
                <a:solidFill>
                  <a:schemeClr val="dk1"/>
                </a:solidFill>
                <a:uFillTx/>
                <a:latin typeface="Calibri"/>
              </a:rPr>
              <a:t>Komponenten haben einen Lebenszyklus</a:t>
            </a:r>
            <a:endParaRPr b="0" lang="de-DE" sz="2800" strike="noStrike" u="none">
              <a:solidFill>
                <a:srgbClr val="000000"/>
              </a:solidFill>
              <a:uFillTx/>
              <a:latin typeface="Arial"/>
            </a:endParaRPr>
          </a:p>
          <a:p>
            <a:pPr lvl="1" marL="685800" indent="-228600" defTabSz="914400">
              <a:lnSpc>
                <a:spcPct val="90000"/>
              </a:lnSpc>
              <a:spcBef>
                <a:spcPts val="499"/>
              </a:spcBef>
              <a:buClr>
                <a:srgbClr val="000000"/>
              </a:buClr>
              <a:buFont typeface="Arial"/>
              <a:buChar char="•"/>
            </a:pPr>
            <a:r>
              <a:rPr b="1" lang="de-DE" sz="2400" strike="noStrike" u="none">
                <a:solidFill>
                  <a:schemeClr val="dk1"/>
                </a:solidFill>
                <a:uFillTx/>
                <a:latin typeface="Calibri"/>
              </a:rPr>
              <a:t>Aufruf des Konstruktors</a:t>
            </a:r>
            <a:endParaRPr b="0" lang="de-DE" sz="2400" strike="noStrike" u="none">
              <a:solidFill>
                <a:srgbClr val="000000"/>
              </a:solidFill>
              <a:uFillTx/>
              <a:latin typeface="Arial"/>
            </a:endParaRPr>
          </a:p>
          <a:p>
            <a:pPr lvl="1" marL="685800" indent="-228600" defTabSz="914400">
              <a:lnSpc>
                <a:spcPct val="90000"/>
              </a:lnSpc>
              <a:spcBef>
                <a:spcPts val="499"/>
              </a:spcBef>
              <a:buClr>
                <a:srgbClr val="000000"/>
              </a:buClr>
              <a:buFont typeface="Arial"/>
              <a:buChar char="•"/>
            </a:pPr>
            <a:r>
              <a:rPr b="1" lang="de-DE" sz="2400" strike="noStrike" u="none">
                <a:solidFill>
                  <a:schemeClr val="dk1"/>
                </a:solidFill>
                <a:uFillTx/>
                <a:latin typeface="Calibri"/>
              </a:rPr>
              <a:t>ngOnChanges</a:t>
            </a:r>
            <a:endParaRPr b="0" lang="de-DE" sz="2400" strike="noStrike" u="none">
              <a:solidFill>
                <a:srgbClr val="000000"/>
              </a:solidFill>
              <a:uFillTx/>
              <a:latin typeface="Arial"/>
            </a:endParaRPr>
          </a:p>
          <a:p>
            <a:pPr lvl="1" marL="685800" indent="-228600" defTabSz="914400">
              <a:lnSpc>
                <a:spcPct val="90000"/>
              </a:lnSpc>
              <a:spcBef>
                <a:spcPts val="499"/>
              </a:spcBef>
              <a:buClr>
                <a:srgbClr val="000000"/>
              </a:buClr>
              <a:buFont typeface="Arial"/>
              <a:buChar char="•"/>
            </a:pPr>
            <a:r>
              <a:rPr b="1" lang="de-DE" sz="2400" strike="noStrike" u="none">
                <a:solidFill>
                  <a:schemeClr val="dk1"/>
                </a:solidFill>
                <a:uFillTx/>
                <a:latin typeface="Calibri"/>
              </a:rPr>
              <a:t>ngOnInit</a:t>
            </a:r>
            <a:endParaRPr b="0" lang="de-DE" sz="2400" strike="noStrike" u="none">
              <a:solidFill>
                <a:srgbClr val="000000"/>
              </a:solidFill>
              <a:uFillTx/>
              <a:latin typeface="Arial"/>
            </a:endParaRPr>
          </a:p>
          <a:p>
            <a:pPr lvl="1" marL="685800" indent="-228600" defTabSz="914400">
              <a:lnSpc>
                <a:spcPct val="90000"/>
              </a:lnSpc>
              <a:spcBef>
                <a:spcPts val="499"/>
              </a:spcBef>
              <a:buClr>
                <a:srgbClr val="000000"/>
              </a:buClr>
              <a:buFont typeface="Arial"/>
              <a:buChar char="•"/>
            </a:pPr>
            <a:r>
              <a:rPr b="0" lang="de-DE" sz="2400" strike="noStrike" u="none">
                <a:solidFill>
                  <a:schemeClr val="dk1"/>
                </a:solidFill>
                <a:uFillTx/>
                <a:latin typeface="Calibri"/>
              </a:rPr>
              <a:t>ngDoCheck</a:t>
            </a:r>
            <a:endParaRPr b="0" lang="de-DE" sz="2400" strike="noStrike" u="none">
              <a:solidFill>
                <a:srgbClr val="000000"/>
              </a:solidFill>
              <a:uFillTx/>
              <a:latin typeface="Arial"/>
            </a:endParaRPr>
          </a:p>
          <a:p>
            <a:pPr lvl="1" marL="685800" indent="-228600" defTabSz="914400">
              <a:lnSpc>
                <a:spcPct val="90000"/>
              </a:lnSpc>
              <a:spcBef>
                <a:spcPts val="499"/>
              </a:spcBef>
              <a:buClr>
                <a:srgbClr val="000000"/>
              </a:buClr>
              <a:buFont typeface="Arial"/>
              <a:buChar char="•"/>
            </a:pPr>
            <a:r>
              <a:rPr b="0" lang="de-DE" sz="2400" strike="noStrike" u="none">
                <a:solidFill>
                  <a:schemeClr val="dk1"/>
                </a:solidFill>
                <a:uFillTx/>
                <a:latin typeface="Calibri"/>
              </a:rPr>
              <a:t>ngAfterContentInit</a:t>
            </a:r>
            <a:endParaRPr b="0" lang="de-DE" sz="2400" strike="noStrike" u="none">
              <a:solidFill>
                <a:srgbClr val="000000"/>
              </a:solidFill>
              <a:uFillTx/>
              <a:latin typeface="Arial"/>
            </a:endParaRPr>
          </a:p>
          <a:p>
            <a:pPr lvl="1" marL="685800" indent="-228600" defTabSz="914400">
              <a:lnSpc>
                <a:spcPct val="90000"/>
              </a:lnSpc>
              <a:spcBef>
                <a:spcPts val="499"/>
              </a:spcBef>
              <a:buClr>
                <a:srgbClr val="000000"/>
              </a:buClr>
              <a:buFont typeface="Arial"/>
              <a:buChar char="•"/>
            </a:pPr>
            <a:r>
              <a:rPr b="0" lang="de-DE" sz="2400" strike="noStrike" u="none">
                <a:solidFill>
                  <a:schemeClr val="dk1"/>
                </a:solidFill>
                <a:uFillTx/>
                <a:latin typeface="Calibri"/>
              </a:rPr>
              <a:t>ngAfterContentChecked</a:t>
            </a:r>
            <a:endParaRPr b="0" lang="de-DE" sz="2400" strike="noStrike" u="none">
              <a:solidFill>
                <a:srgbClr val="000000"/>
              </a:solidFill>
              <a:uFillTx/>
              <a:latin typeface="Arial"/>
            </a:endParaRPr>
          </a:p>
          <a:p>
            <a:pPr lvl="1" marL="685800" indent="-228600" defTabSz="914400">
              <a:lnSpc>
                <a:spcPct val="90000"/>
              </a:lnSpc>
              <a:spcBef>
                <a:spcPts val="499"/>
              </a:spcBef>
              <a:buClr>
                <a:srgbClr val="000000"/>
              </a:buClr>
              <a:buFont typeface="Arial"/>
              <a:buChar char="•"/>
            </a:pPr>
            <a:r>
              <a:rPr b="0" lang="de-DE" sz="2400" strike="noStrike" u="none">
                <a:solidFill>
                  <a:schemeClr val="dk1"/>
                </a:solidFill>
                <a:uFillTx/>
                <a:latin typeface="Calibri"/>
              </a:rPr>
              <a:t>ngAfterViewInit</a:t>
            </a:r>
            <a:endParaRPr b="0" lang="de-DE" sz="2400" strike="noStrike" u="none">
              <a:solidFill>
                <a:srgbClr val="000000"/>
              </a:solidFill>
              <a:uFillTx/>
              <a:latin typeface="Arial"/>
            </a:endParaRPr>
          </a:p>
          <a:p>
            <a:pPr lvl="1" marL="685800" indent="-228600" defTabSz="914400">
              <a:lnSpc>
                <a:spcPct val="90000"/>
              </a:lnSpc>
              <a:spcBef>
                <a:spcPts val="499"/>
              </a:spcBef>
              <a:buClr>
                <a:srgbClr val="000000"/>
              </a:buClr>
              <a:buFont typeface="Arial"/>
              <a:buChar char="•"/>
            </a:pPr>
            <a:r>
              <a:rPr b="0" lang="de-DE" sz="2400" strike="noStrike" u="none">
                <a:solidFill>
                  <a:schemeClr val="dk1"/>
                </a:solidFill>
                <a:uFillTx/>
                <a:latin typeface="Calibri"/>
              </a:rPr>
              <a:t>ngAfterViewChecked</a:t>
            </a:r>
            <a:endParaRPr b="0" lang="de-DE" sz="2400" strike="noStrike" u="none">
              <a:solidFill>
                <a:srgbClr val="000000"/>
              </a:solidFill>
              <a:uFillTx/>
              <a:latin typeface="Arial"/>
            </a:endParaRPr>
          </a:p>
          <a:p>
            <a:pPr lvl="1" marL="685800" indent="-228600" defTabSz="914400">
              <a:lnSpc>
                <a:spcPct val="90000"/>
              </a:lnSpc>
              <a:spcBef>
                <a:spcPts val="499"/>
              </a:spcBef>
              <a:buClr>
                <a:srgbClr val="000000"/>
              </a:buClr>
              <a:buFont typeface="Arial"/>
              <a:buChar char="•"/>
            </a:pPr>
            <a:r>
              <a:rPr b="0" lang="de-DE" sz="2400" strike="noStrike" u="none">
                <a:solidFill>
                  <a:schemeClr val="dk1"/>
                </a:solidFill>
                <a:uFillTx/>
                <a:latin typeface="Calibri"/>
              </a:rPr>
              <a:t>[ngDoCheck und ggf. ngOnChanges]*</a:t>
            </a:r>
            <a:endParaRPr b="0" lang="de-DE" sz="2400" strike="noStrike" u="none">
              <a:solidFill>
                <a:srgbClr val="000000"/>
              </a:solidFill>
              <a:uFillTx/>
              <a:latin typeface="Arial"/>
            </a:endParaRPr>
          </a:p>
          <a:p>
            <a:pPr lvl="1" marL="685800" indent="-228600" defTabSz="914400">
              <a:lnSpc>
                <a:spcPct val="90000"/>
              </a:lnSpc>
              <a:spcBef>
                <a:spcPts val="499"/>
              </a:spcBef>
              <a:buClr>
                <a:srgbClr val="000000"/>
              </a:buClr>
              <a:buFont typeface="Arial"/>
              <a:buChar char="•"/>
            </a:pPr>
            <a:r>
              <a:rPr b="1" lang="de-DE" sz="2400" strike="noStrike" u="none">
                <a:solidFill>
                  <a:schemeClr val="dk1"/>
                </a:solidFill>
                <a:uFillTx/>
                <a:latin typeface="Calibri"/>
              </a:rPr>
              <a:t>ngOnDestroy</a:t>
            </a:r>
            <a:endParaRPr b="0" lang="de-DE" sz="2400" strike="noStrike" u="none">
              <a:solidFill>
                <a:srgbClr val="000000"/>
              </a:solidFill>
              <a:uFillTx/>
              <a:latin typeface="Arial"/>
            </a:endParaRPr>
          </a:p>
          <a:p>
            <a:pPr indent="0" defTabSz="914400">
              <a:lnSpc>
                <a:spcPct val="90000"/>
              </a:lnSpc>
              <a:spcBef>
                <a:spcPts val="1001"/>
              </a:spcBef>
              <a:buNone/>
              <a:tabLst>
                <a:tab algn="l" pos="0"/>
              </a:tabLst>
            </a:pPr>
            <a:endParaRPr b="0" lang="de-DE" sz="2800" strike="noStrike" u="none">
              <a:solidFill>
                <a:srgbClr val="000000"/>
              </a:solidFill>
              <a:uFillTx/>
              <a:latin typeface="Arial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165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52" name="PlaceHolder 1"/>
          <p:cNvSpPr>
            <a:spLocks noGrp="1"/>
          </p:cNvSpPr>
          <p:nvPr>
            <p:ph type="title"/>
          </p:nvPr>
        </p:nvSpPr>
        <p:spPr>
          <a:xfrm>
            <a:off x="838080" y="365040"/>
            <a:ext cx="10514520" cy="132444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ctr">
            <a:noAutofit/>
          </a:bodyPr>
          <a:p>
            <a:pPr indent="0" defTabSz="914400">
              <a:lnSpc>
                <a:spcPct val="90000"/>
              </a:lnSpc>
              <a:buNone/>
              <a:tabLst>
                <a:tab algn="l" pos="0"/>
              </a:tabLst>
            </a:pPr>
            <a:r>
              <a:rPr b="0" lang="de-DE" sz="4400" strike="noStrike" u="none">
                <a:solidFill>
                  <a:schemeClr val="dk1"/>
                </a:solidFill>
                <a:uFillTx/>
                <a:latin typeface="Calibri Light"/>
              </a:rPr>
              <a:t>Was soll das?</a:t>
            </a:r>
            <a:endParaRPr b="0" lang="de-DE" sz="4400" strike="noStrike" u="none">
              <a:solidFill>
                <a:srgbClr val="000000"/>
              </a:solidFill>
              <a:uFillTx/>
              <a:latin typeface="Arial"/>
            </a:endParaRPr>
          </a:p>
        </p:txBody>
      </p:sp>
      <p:sp>
        <p:nvSpPr>
          <p:cNvPr id="853" name="PlaceHolder 2"/>
          <p:cNvSpPr>
            <a:spLocks noGrp="1"/>
          </p:cNvSpPr>
          <p:nvPr>
            <p:ph/>
          </p:nvPr>
        </p:nvSpPr>
        <p:spPr>
          <a:xfrm>
            <a:off x="838080" y="1825560"/>
            <a:ext cx="10514520" cy="435024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t">
            <a:noAutofit/>
          </a:bodyPr>
          <a:p>
            <a:pPr marL="228600" indent="-228600" defTabSz="914400">
              <a:lnSpc>
                <a:spcPct val="90000"/>
              </a:lnSpc>
              <a:spcBef>
                <a:spcPts val="1001"/>
              </a:spcBef>
              <a:buClr>
                <a:srgbClr val="000000"/>
              </a:buClr>
              <a:buFont typeface="Arial"/>
              <a:buChar char="•"/>
            </a:pPr>
            <a:r>
              <a:rPr b="0" lang="de-DE" sz="2800" strike="noStrike" u="none">
                <a:solidFill>
                  <a:schemeClr val="dk1"/>
                </a:solidFill>
                <a:uFillTx/>
                <a:latin typeface="Calibri"/>
              </a:rPr>
              <a:t>Bestimmte Informationen stehen erst später zur Verfügung</a:t>
            </a:r>
            <a:endParaRPr b="0" lang="de-DE" sz="2800" strike="noStrike" u="none">
              <a:solidFill>
                <a:srgbClr val="000000"/>
              </a:solidFill>
              <a:uFillTx/>
              <a:latin typeface="Arial"/>
            </a:endParaRPr>
          </a:p>
          <a:p>
            <a:pPr lvl="1" marL="685800" indent="-228600" defTabSz="914400">
              <a:lnSpc>
                <a:spcPct val="90000"/>
              </a:lnSpc>
              <a:spcBef>
                <a:spcPts val="499"/>
              </a:spcBef>
              <a:buClr>
                <a:srgbClr val="000000"/>
              </a:buClr>
              <a:buFont typeface="Arial"/>
              <a:buChar char="•"/>
            </a:pPr>
            <a:r>
              <a:rPr b="0" lang="de-DE" sz="2400" strike="noStrike" u="none">
                <a:solidFill>
                  <a:schemeClr val="dk1"/>
                </a:solidFill>
                <a:uFillTx/>
                <a:latin typeface="Calibri"/>
              </a:rPr>
              <a:t>ID des Trainings beim Routing</a:t>
            </a:r>
            <a:endParaRPr b="0" lang="de-DE" sz="2400" strike="noStrike" u="none">
              <a:solidFill>
                <a:srgbClr val="000000"/>
              </a:solidFill>
              <a:uFillTx/>
              <a:latin typeface="Arial"/>
            </a:endParaRPr>
          </a:p>
          <a:p>
            <a:pPr lvl="1" marL="685800" indent="-228600" defTabSz="914400">
              <a:lnSpc>
                <a:spcPct val="90000"/>
              </a:lnSpc>
              <a:spcBef>
                <a:spcPts val="499"/>
              </a:spcBef>
              <a:buClr>
                <a:srgbClr val="000000"/>
              </a:buClr>
              <a:buFont typeface="Arial"/>
              <a:buChar char="•"/>
            </a:pPr>
            <a:r>
              <a:rPr b="0" lang="de-DE" sz="2400" strike="noStrike" u="none">
                <a:solidFill>
                  <a:schemeClr val="dk1"/>
                </a:solidFill>
                <a:uFillTx/>
                <a:latin typeface="Calibri"/>
              </a:rPr>
              <a:t>Kind-Komponenten</a:t>
            </a:r>
            <a:endParaRPr b="0" lang="de-DE" sz="2400" strike="noStrike" u="none">
              <a:solidFill>
                <a:srgbClr val="000000"/>
              </a:solidFill>
              <a:uFillTx/>
              <a:latin typeface="Arial"/>
            </a:endParaRPr>
          </a:p>
          <a:p>
            <a:pPr marL="228600" indent="-228600" defTabSz="914400">
              <a:lnSpc>
                <a:spcPct val="90000"/>
              </a:lnSpc>
              <a:spcBef>
                <a:spcPts val="1001"/>
              </a:spcBef>
              <a:buClr>
                <a:srgbClr val="000000"/>
              </a:buClr>
              <a:buFont typeface="Arial"/>
              <a:buChar char="•"/>
            </a:pPr>
            <a:r>
              <a:rPr b="0" lang="de-DE" sz="2800" strike="noStrike" u="none">
                <a:solidFill>
                  <a:schemeClr val="dk1"/>
                </a:solidFill>
                <a:uFillTx/>
                <a:latin typeface="Calibri"/>
              </a:rPr>
              <a:t>Instanziierung und Initialisierung trennen</a:t>
            </a:r>
            <a:endParaRPr b="0" lang="de-DE" sz="2800" strike="noStrike" u="none">
              <a:solidFill>
                <a:srgbClr val="000000"/>
              </a:solidFill>
              <a:uFillTx/>
              <a:latin typeface="Arial"/>
            </a:endParaRPr>
          </a:p>
          <a:p>
            <a:pPr lvl="1" marL="685800" indent="-228600" defTabSz="914400">
              <a:lnSpc>
                <a:spcPct val="90000"/>
              </a:lnSpc>
              <a:spcBef>
                <a:spcPts val="499"/>
              </a:spcBef>
              <a:buClr>
                <a:srgbClr val="000000"/>
              </a:buClr>
              <a:buFont typeface="Arial"/>
              <a:buChar char="•"/>
            </a:pPr>
            <a:r>
              <a:rPr b="0" lang="de-DE" sz="2400" strike="noStrike" u="none">
                <a:solidFill>
                  <a:schemeClr val="dk1"/>
                </a:solidFill>
                <a:uFillTx/>
                <a:latin typeface="Calibri"/>
              </a:rPr>
              <a:t>Gut für Testbarkeit</a:t>
            </a:r>
            <a:endParaRPr b="0" lang="de-DE" sz="2400" strike="noStrike" u="none">
              <a:solidFill>
                <a:srgbClr val="000000"/>
              </a:solidFill>
              <a:uFillTx/>
              <a:latin typeface="Arial"/>
            </a:endParaRPr>
          </a:p>
          <a:p>
            <a:pPr indent="0" defTabSz="914400">
              <a:lnSpc>
                <a:spcPct val="90000"/>
              </a:lnSpc>
              <a:spcBef>
                <a:spcPts val="1001"/>
              </a:spcBef>
              <a:buNone/>
              <a:tabLst>
                <a:tab algn="l" pos="0"/>
              </a:tabLst>
            </a:pPr>
            <a:endParaRPr b="0" lang="de-DE" sz="2800" strike="noStrike" u="none">
              <a:solidFill>
                <a:srgbClr val="000000"/>
              </a:solidFill>
              <a:uFillTx/>
              <a:latin typeface="Arial"/>
            </a:endParaRPr>
          </a:p>
          <a:p>
            <a:pPr marL="228600" indent="-228600" defTabSz="914400">
              <a:lnSpc>
                <a:spcPct val="90000"/>
              </a:lnSpc>
              <a:spcBef>
                <a:spcPts val="1001"/>
              </a:spcBef>
              <a:buClr>
                <a:srgbClr val="000000"/>
              </a:buClr>
              <a:buFont typeface="Arial"/>
              <a:buChar char="•"/>
              <a:tabLst>
                <a:tab algn="l" pos="0"/>
              </a:tabLst>
            </a:pPr>
            <a:r>
              <a:rPr b="0" lang="de-DE" sz="2800" strike="noStrike" u="none">
                <a:solidFill>
                  <a:schemeClr val="dk1"/>
                </a:solidFill>
                <a:uFillTx/>
                <a:latin typeface="Calibri"/>
              </a:rPr>
              <a:t>Achtung: keine Lifecycle-Hooks für Services</a:t>
            </a:r>
            <a:endParaRPr b="0" lang="de-DE" sz="2800" strike="noStrike" u="none">
              <a:solidFill>
                <a:srgbClr val="000000"/>
              </a:solidFill>
              <a:uFillTx/>
              <a:latin typeface="Arial"/>
            </a:endParaRPr>
          </a:p>
          <a:p>
            <a:pPr indent="0" defTabSz="914400">
              <a:lnSpc>
                <a:spcPct val="90000"/>
              </a:lnSpc>
              <a:spcBef>
                <a:spcPts val="1001"/>
              </a:spcBef>
              <a:buNone/>
              <a:tabLst>
                <a:tab algn="l" pos="0"/>
              </a:tabLst>
            </a:pPr>
            <a:endParaRPr b="0" lang="de-DE" sz="2800" strike="noStrike" u="none">
              <a:solidFill>
                <a:srgbClr val="000000"/>
              </a:solidFill>
              <a:uFillTx/>
              <a:latin typeface="Arial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166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54" name="PlaceHolder 1"/>
          <p:cNvSpPr>
            <a:spLocks noGrp="1"/>
          </p:cNvSpPr>
          <p:nvPr>
            <p:ph type="title"/>
          </p:nvPr>
        </p:nvSpPr>
        <p:spPr>
          <a:xfrm>
            <a:off x="838080" y="365040"/>
            <a:ext cx="10514520" cy="132444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ctr">
            <a:noAutofit/>
          </a:bodyPr>
          <a:p>
            <a:pPr indent="0" defTabSz="914400">
              <a:lnSpc>
                <a:spcPct val="90000"/>
              </a:lnSpc>
              <a:buNone/>
              <a:tabLst>
                <a:tab algn="l" pos="0"/>
              </a:tabLst>
            </a:pPr>
            <a:r>
              <a:rPr b="0" lang="de-DE" sz="4400" strike="noStrike" u="none">
                <a:solidFill>
                  <a:schemeClr val="dk1"/>
                </a:solidFill>
                <a:uFillTx/>
                <a:latin typeface="Calibri Light"/>
              </a:rPr>
              <a:t>Best Practices: OnInit</a:t>
            </a:r>
            <a:endParaRPr b="0" lang="de-DE" sz="4400" strike="noStrike" u="none">
              <a:solidFill>
                <a:srgbClr val="000000"/>
              </a:solidFill>
              <a:uFillTx/>
              <a:latin typeface="Arial"/>
            </a:endParaRPr>
          </a:p>
        </p:txBody>
      </p:sp>
      <p:sp>
        <p:nvSpPr>
          <p:cNvPr id="855" name="PlaceHolder 2"/>
          <p:cNvSpPr>
            <a:spLocks noGrp="1"/>
          </p:cNvSpPr>
          <p:nvPr>
            <p:ph/>
          </p:nvPr>
        </p:nvSpPr>
        <p:spPr>
          <a:xfrm>
            <a:off x="838080" y="1825560"/>
            <a:ext cx="10514520" cy="435024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t">
            <a:normAutofit fontScale="77500" lnSpcReduction="19999"/>
          </a:bodyPr>
          <a:p>
            <a:pPr indent="0" defTabSz="914400">
              <a:lnSpc>
                <a:spcPct val="90000"/>
              </a:lnSpc>
              <a:spcBef>
                <a:spcPts val="1001"/>
              </a:spcBef>
              <a:buNone/>
              <a:tabLst>
                <a:tab algn="l" pos="0"/>
              </a:tabLst>
            </a:pPr>
            <a:r>
              <a:rPr b="0" lang="de-DE" sz="2800" strike="noStrike" u="none">
                <a:solidFill>
                  <a:srgbClr val="1e347b"/>
                </a:solidFill>
                <a:uFillTx/>
                <a:latin typeface="SourceCodePro"/>
              </a:rPr>
              <a:t>import</a:t>
            </a:r>
            <a:r>
              <a:rPr b="0" lang="de-DE" sz="2800" strike="noStrike" u="none">
                <a:solidFill>
                  <a:srgbClr val="48484c"/>
                </a:solidFill>
                <a:uFillTx/>
                <a:latin typeface="SourceCodePro"/>
              </a:rPr>
              <a:t> </a:t>
            </a:r>
            <a:r>
              <a:rPr b="0" lang="de-DE" sz="2800" strike="noStrike" u="none">
                <a:solidFill>
                  <a:srgbClr val="93a1a1"/>
                </a:solidFill>
                <a:uFillTx/>
                <a:latin typeface="SourceCodePro"/>
              </a:rPr>
              <a:t>{</a:t>
            </a:r>
            <a:r>
              <a:rPr b="0" lang="de-DE" sz="2800" strike="noStrike" u="none">
                <a:solidFill>
                  <a:srgbClr val="008080"/>
                </a:solidFill>
                <a:uFillTx/>
                <a:latin typeface="SourceCodePro"/>
              </a:rPr>
              <a:t>Component</a:t>
            </a:r>
            <a:r>
              <a:rPr b="0" lang="de-DE" sz="2800" strike="noStrike" u="none">
                <a:solidFill>
                  <a:srgbClr val="93a1a1"/>
                </a:solidFill>
                <a:uFillTx/>
                <a:latin typeface="SourceCodePro"/>
              </a:rPr>
              <a:t>,</a:t>
            </a:r>
            <a:r>
              <a:rPr b="0" lang="de-DE" sz="2800" strike="noStrike" u="none">
                <a:solidFill>
                  <a:srgbClr val="48484c"/>
                </a:solidFill>
                <a:uFillTx/>
                <a:latin typeface="SourceCodePro"/>
              </a:rPr>
              <a:t> </a:t>
            </a:r>
            <a:r>
              <a:rPr b="0" lang="de-DE" sz="2800" strike="noStrike" u="none">
                <a:solidFill>
                  <a:srgbClr val="008080"/>
                </a:solidFill>
                <a:uFillTx/>
                <a:latin typeface="SourceCodePro"/>
              </a:rPr>
              <a:t>OnInit</a:t>
            </a:r>
            <a:r>
              <a:rPr b="0" lang="de-DE" sz="2800" strike="noStrike" u="none">
                <a:solidFill>
                  <a:srgbClr val="93a1a1"/>
                </a:solidFill>
                <a:uFillTx/>
                <a:latin typeface="SourceCodePro"/>
              </a:rPr>
              <a:t>}</a:t>
            </a:r>
            <a:r>
              <a:rPr b="0" lang="de-DE" sz="2800" strike="noStrike" u="none">
                <a:solidFill>
                  <a:srgbClr val="48484c"/>
                </a:solidFill>
                <a:uFillTx/>
                <a:latin typeface="SourceCodePro"/>
              </a:rPr>
              <a:t> </a:t>
            </a:r>
            <a:r>
              <a:rPr b="0" lang="de-DE" sz="2800" strike="noStrike" u="none">
                <a:solidFill>
                  <a:srgbClr val="1e347b"/>
                </a:solidFill>
                <a:uFillTx/>
                <a:latin typeface="SourceCodePro"/>
              </a:rPr>
              <a:t>from</a:t>
            </a:r>
            <a:r>
              <a:rPr b="0" lang="de-DE" sz="2800" strike="noStrike" u="none">
                <a:solidFill>
                  <a:srgbClr val="48484c"/>
                </a:solidFill>
                <a:uFillTx/>
                <a:latin typeface="SourceCodePro"/>
              </a:rPr>
              <a:t> </a:t>
            </a:r>
            <a:r>
              <a:rPr b="0" lang="de-DE" sz="2800" strike="noStrike" u="none">
                <a:solidFill>
                  <a:srgbClr val="dd1144"/>
                </a:solidFill>
                <a:uFillTx/>
                <a:latin typeface="SourceCodePro"/>
              </a:rPr>
              <a:t>"@angular/core"</a:t>
            </a:r>
            <a:r>
              <a:rPr b="0" lang="de-DE" sz="2800" strike="noStrike" u="none">
                <a:solidFill>
                  <a:srgbClr val="93a1a1"/>
                </a:solidFill>
                <a:uFillTx/>
                <a:latin typeface="SourceCodePro"/>
              </a:rPr>
              <a:t>;</a:t>
            </a:r>
            <a:endParaRPr b="0" lang="de-DE" sz="2800" strike="noStrike" u="none">
              <a:solidFill>
                <a:srgbClr val="000000"/>
              </a:solidFill>
              <a:uFillTx/>
              <a:latin typeface="Arial"/>
            </a:endParaRPr>
          </a:p>
          <a:p>
            <a:pPr indent="0" defTabSz="914400">
              <a:lnSpc>
                <a:spcPct val="90000"/>
              </a:lnSpc>
              <a:spcBef>
                <a:spcPts val="1001"/>
              </a:spcBef>
              <a:buNone/>
              <a:tabLst>
                <a:tab algn="l" pos="0"/>
              </a:tabLst>
            </a:pPr>
            <a:r>
              <a:rPr b="0" lang="de-DE" sz="2800" strike="noStrike" u="none">
                <a:solidFill>
                  <a:srgbClr val="195f91"/>
                </a:solidFill>
                <a:uFillTx/>
                <a:latin typeface="SourceCodePro"/>
              </a:rPr>
              <a:t>@Component</a:t>
            </a:r>
            <a:r>
              <a:rPr b="0" lang="de-DE" sz="2800" strike="noStrike" u="none">
                <a:solidFill>
                  <a:srgbClr val="93a1a1"/>
                </a:solidFill>
                <a:uFillTx/>
                <a:latin typeface="SourceCodePro"/>
              </a:rPr>
              <a:t>({</a:t>
            </a:r>
            <a:endParaRPr b="0" lang="de-DE" sz="2800" strike="noStrike" u="none">
              <a:solidFill>
                <a:srgbClr val="000000"/>
              </a:solidFill>
              <a:uFillTx/>
              <a:latin typeface="Arial"/>
            </a:endParaRPr>
          </a:p>
          <a:p>
            <a:pPr indent="0" defTabSz="914400">
              <a:lnSpc>
                <a:spcPct val="90000"/>
              </a:lnSpc>
              <a:spcBef>
                <a:spcPts val="1001"/>
              </a:spcBef>
              <a:buNone/>
              <a:tabLst>
                <a:tab algn="l" pos="0"/>
              </a:tabLst>
            </a:pPr>
            <a:r>
              <a:rPr b="0" lang="de-DE" sz="2800" strike="noStrike" u="none">
                <a:solidFill>
                  <a:srgbClr val="48484c"/>
                </a:solidFill>
                <a:uFillTx/>
                <a:latin typeface="SourceCodePro"/>
              </a:rPr>
              <a:t>	</a:t>
            </a:r>
            <a:r>
              <a:rPr b="0" lang="de-DE" sz="2800" strike="noStrike" u="none">
                <a:solidFill>
                  <a:srgbClr val="48484c"/>
                </a:solidFill>
                <a:uFillTx/>
                <a:latin typeface="SourceCodePro"/>
              </a:rPr>
              <a:t>selector</a:t>
            </a:r>
            <a:r>
              <a:rPr b="0" lang="de-DE" sz="2800" strike="noStrike" u="none">
                <a:solidFill>
                  <a:srgbClr val="93a1a1"/>
                </a:solidFill>
                <a:uFillTx/>
                <a:latin typeface="SourceCodePro"/>
              </a:rPr>
              <a:t>:</a:t>
            </a:r>
            <a:r>
              <a:rPr b="0" lang="de-DE" sz="2800" strike="noStrike" u="none">
                <a:solidFill>
                  <a:srgbClr val="48484c"/>
                </a:solidFill>
                <a:uFillTx/>
                <a:latin typeface="SourceCodePro"/>
              </a:rPr>
              <a:t> </a:t>
            </a:r>
            <a:r>
              <a:rPr b="0" lang="de-DE" sz="2800" strike="noStrike" u="none">
                <a:solidFill>
                  <a:srgbClr val="dd1144"/>
                </a:solidFill>
                <a:uFillTx/>
                <a:latin typeface="SourceCodePro"/>
              </a:rPr>
              <a:t>"music-app"</a:t>
            </a:r>
            <a:r>
              <a:rPr b="0" lang="de-DE" sz="2800" strike="noStrike" u="none">
                <a:solidFill>
                  <a:srgbClr val="93a1a1"/>
                </a:solidFill>
                <a:uFillTx/>
                <a:latin typeface="SourceCodePro"/>
              </a:rPr>
              <a:t>,</a:t>
            </a:r>
            <a:r>
              <a:rPr b="0" lang="de-DE" sz="2800" strike="noStrike" u="none">
                <a:solidFill>
                  <a:srgbClr val="48484c"/>
                </a:solidFill>
                <a:uFillTx/>
                <a:latin typeface="SourceCodePro"/>
              </a:rPr>
              <a:t> </a:t>
            </a:r>
            <a:r>
              <a:rPr b="0" lang="de-DE" sz="2800" strike="noStrike" u="none">
                <a:solidFill>
                  <a:srgbClr val="1e347b"/>
                </a:solidFill>
                <a:uFillTx/>
                <a:latin typeface="SourceCodePro"/>
              </a:rPr>
              <a:t>template</a:t>
            </a:r>
            <a:r>
              <a:rPr b="0" lang="de-DE" sz="2800" strike="noStrike" u="none">
                <a:solidFill>
                  <a:srgbClr val="93a1a1"/>
                </a:solidFill>
                <a:uFillTx/>
                <a:latin typeface="SourceCodePro"/>
              </a:rPr>
              <a:t>:</a:t>
            </a:r>
            <a:r>
              <a:rPr b="0" lang="de-DE" sz="2800" strike="noStrike" u="none">
                <a:solidFill>
                  <a:srgbClr val="48484c"/>
                </a:solidFill>
                <a:uFillTx/>
                <a:latin typeface="SourceCodePro"/>
              </a:rPr>
              <a:t> </a:t>
            </a:r>
            <a:r>
              <a:rPr b="0" lang="de-DE" sz="2800" strike="noStrike" u="none">
                <a:solidFill>
                  <a:srgbClr val="dd1144"/>
                </a:solidFill>
                <a:uFillTx/>
                <a:latin typeface="SourceCodePro"/>
              </a:rPr>
              <a:t>`&lt;h1&gt;Music App&lt;/h1&gt;`</a:t>
            </a:r>
            <a:r>
              <a:rPr b="0" lang="de-DE" sz="2800" strike="noStrike" u="none">
                <a:solidFill>
                  <a:srgbClr val="93a1a1"/>
                </a:solidFill>
                <a:uFillTx/>
                <a:latin typeface="SourceCodePro"/>
              </a:rPr>
              <a:t>,</a:t>
            </a:r>
            <a:endParaRPr b="0" lang="de-DE" sz="2800" strike="noStrike" u="none">
              <a:solidFill>
                <a:srgbClr val="000000"/>
              </a:solidFill>
              <a:uFillTx/>
              <a:latin typeface="Arial"/>
            </a:endParaRPr>
          </a:p>
          <a:p>
            <a:pPr indent="0" defTabSz="914400">
              <a:lnSpc>
                <a:spcPct val="90000"/>
              </a:lnSpc>
              <a:spcBef>
                <a:spcPts val="1001"/>
              </a:spcBef>
              <a:buNone/>
              <a:tabLst>
                <a:tab algn="l" pos="0"/>
              </a:tabLst>
            </a:pPr>
            <a:r>
              <a:rPr b="0" lang="de-DE" sz="2800" strike="noStrike" u="none">
                <a:solidFill>
                  <a:srgbClr val="48484c"/>
                </a:solidFill>
                <a:uFillTx/>
                <a:latin typeface="SourceCodePro"/>
              </a:rPr>
              <a:t>	</a:t>
            </a:r>
            <a:r>
              <a:rPr b="0" lang="de-DE" sz="2800" strike="noStrike" u="none">
                <a:solidFill>
                  <a:srgbClr val="48484c"/>
                </a:solidFill>
                <a:uFillTx/>
                <a:latin typeface="SourceCodePro"/>
              </a:rPr>
              <a:t>providers</a:t>
            </a:r>
            <a:r>
              <a:rPr b="0" lang="de-DE" sz="2800" strike="noStrike" u="none">
                <a:solidFill>
                  <a:srgbClr val="93a1a1"/>
                </a:solidFill>
                <a:uFillTx/>
                <a:latin typeface="SourceCodePro"/>
              </a:rPr>
              <a:t>:</a:t>
            </a:r>
            <a:r>
              <a:rPr b="0" lang="de-DE" sz="2800" strike="noStrike" u="none">
                <a:solidFill>
                  <a:srgbClr val="48484c"/>
                </a:solidFill>
                <a:uFillTx/>
                <a:latin typeface="SourceCodePro"/>
              </a:rPr>
              <a:t> </a:t>
            </a:r>
            <a:r>
              <a:rPr b="0" lang="de-DE" sz="2800" strike="noStrike" u="none">
                <a:solidFill>
                  <a:srgbClr val="93a1a1"/>
                </a:solidFill>
                <a:uFillTx/>
                <a:latin typeface="SourceCodePro"/>
              </a:rPr>
              <a:t>[</a:t>
            </a:r>
            <a:r>
              <a:rPr b="0" lang="de-DE" sz="2800" strike="noStrike" u="none">
                <a:solidFill>
                  <a:srgbClr val="48484c"/>
                </a:solidFill>
                <a:uFillTx/>
                <a:latin typeface="SourceCodePro"/>
              </a:rPr>
              <a:t> </a:t>
            </a:r>
            <a:r>
              <a:rPr b="0" lang="de-DE" sz="2800" strike="noStrike" u="none">
                <a:solidFill>
                  <a:srgbClr val="008080"/>
                </a:solidFill>
                <a:uFillTx/>
                <a:latin typeface="SourceCodePro"/>
              </a:rPr>
              <a:t>ArtistService</a:t>
            </a:r>
            <a:r>
              <a:rPr b="0" lang="de-DE" sz="2800" strike="noStrike" u="none">
                <a:solidFill>
                  <a:srgbClr val="48484c"/>
                </a:solidFill>
                <a:uFillTx/>
                <a:latin typeface="SourceCodePro"/>
              </a:rPr>
              <a:t> </a:t>
            </a:r>
            <a:r>
              <a:rPr b="0" lang="de-DE" sz="2800" strike="noStrike" u="none">
                <a:solidFill>
                  <a:srgbClr val="93a1a1"/>
                </a:solidFill>
                <a:uFillTx/>
                <a:latin typeface="SourceCodePro"/>
              </a:rPr>
              <a:t>]</a:t>
            </a:r>
            <a:endParaRPr b="0" lang="de-DE" sz="2800" strike="noStrike" u="none">
              <a:solidFill>
                <a:srgbClr val="000000"/>
              </a:solidFill>
              <a:uFillTx/>
              <a:latin typeface="Arial"/>
            </a:endParaRPr>
          </a:p>
          <a:p>
            <a:pPr indent="0" defTabSz="914400">
              <a:lnSpc>
                <a:spcPct val="90000"/>
              </a:lnSpc>
              <a:spcBef>
                <a:spcPts val="1001"/>
              </a:spcBef>
              <a:buNone/>
              <a:tabLst>
                <a:tab algn="l" pos="0"/>
              </a:tabLst>
            </a:pPr>
            <a:r>
              <a:rPr b="0" lang="de-DE" sz="2800" strike="noStrike" u="none">
                <a:solidFill>
                  <a:srgbClr val="93a1a1"/>
                </a:solidFill>
                <a:uFillTx/>
                <a:latin typeface="SourceCodePro"/>
              </a:rPr>
              <a:t>})</a:t>
            </a:r>
            <a:endParaRPr b="0" lang="de-DE" sz="2800" strike="noStrike" u="none">
              <a:solidFill>
                <a:srgbClr val="000000"/>
              </a:solidFill>
              <a:uFillTx/>
              <a:latin typeface="Arial"/>
            </a:endParaRPr>
          </a:p>
          <a:p>
            <a:pPr indent="0" defTabSz="914400">
              <a:lnSpc>
                <a:spcPct val="90000"/>
              </a:lnSpc>
              <a:spcBef>
                <a:spcPts val="1001"/>
              </a:spcBef>
              <a:buNone/>
              <a:tabLst>
                <a:tab algn="l" pos="0"/>
              </a:tabLst>
            </a:pPr>
            <a:r>
              <a:rPr b="0" lang="de-DE" sz="2800" strike="noStrike" u="none">
                <a:solidFill>
                  <a:srgbClr val="1e347b"/>
                </a:solidFill>
                <a:uFillTx/>
                <a:latin typeface="SourceCodePro"/>
              </a:rPr>
              <a:t>export</a:t>
            </a:r>
            <a:r>
              <a:rPr b="0" lang="de-DE" sz="2800" strike="noStrike" u="none">
                <a:solidFill>
                  <a:srgbClr val="48484c"/>
                </a:solidFill>
                <a:uFillTx/>
                <a:latin typeface="SourceCodePro"/>
              </a:rPr>
              <a:t> </a:t>
            </a:r>
            <a:r>
              <a:rPr b="0" lang="de-DE" sz="2800" strike="noStrike" u="none">
                <a:solidFill>
                  <a:srgbClr val="1e347b"/>
                </a:solidFill>
                <a:uFillTx/>
                <a:latin typeface="SourceCodePro"/>
              </a:rPr>
              <a:t>class</a:t>
            </a:r>
            <a:r>
              <a:rPr b="0" lang="de-DE" sz="2800" strike="noStrike" u="none">
                <a:solidFill>
                  <a:srgbClr val="48484c"/>
                </a:solidFill>
                <a:uFillTx/>
                <a:latin typeface="SourceCodePro"/>
              </a:rPr>
              <a:t> </a:t>
            </a:r>
            <a:r>
              <a:rPr b="0" lang="de-DE" sz="2800" strike="noStrike" u="none">
                <a:solidFill>
                  <a:srgbClr val="008080"/>
                </a:solidFill>
                <a:uFillTx/>
                <a:latin typeface="SourceCodePro"/>
              </a:rPr>
              <a:t>MusicAppComponent</a:t>
            </a:r>
            <a:r>
              <a:rPr b="0" lang="de-DE" sz="2800" strike="noStrike" u="none">
                <a:solidFill>
                  <a:srgbClr val="48484c"/>
                </a:solidFill>
                <a:uFillTx/>
                <a:latin typeface="SourceCodePro"/>
              </a:rPr>
              <a:t> </a:t>
            </a:r>
            <a:r>
              <a:rPr b="0" lang="de-DE" sz="2800" strike="noStrike" u="none">
                <a:solidFill>
                  <a:srgbClr val="1e347b"/>
                </a:solidFill>
                <a:uFillTx/>
                <a:latin typeface="SourceCodePro"/>
              </a:rPr>
              <a:t>implements</a:t>
            </a:r>
            <a:r>
              <a:rPr b="0" lang="de-DE" sz="2800" strike="noStrike" u="none">
                <a:solidFill>
                  <a:srgbClr val="48484c"/>
                </a:solidFill>
                <a:uFillTx/>
                <a:latin typeface="SourceCodePro"/>
              </a:rPr>
              <a:t> </a:t>
            </a:r>
            <a:r>
              <a:rPr b="0" lang="de-DE" sz="2800" strike="noStrike" u="none">
                <a:solidFill>
                  <a:srgbClr val="008080"/>
                </a:solidFill>
                <a:uFillTx/>
                <a:latin typeface="SourceCodePro"/>
              </a:rPr>
              <a:t>OnInit</a:t>
            </a:r>
            <a:r>
              <a:rPr b="0" lang="de-DE" sz="2800" strike="noStrike" u="none">
                <a:solidFill>
                  <a:srgbClr val="48484c"/>
                </a:solidFill>
                <a:uFillTx/>
                <a:latin typeface="SourceCodePro"/>
              </a:rPr>
              <a:t> </a:t>
            </a:r>
            <a:r>
              <a:rPr b="0" lang="de-DE" sz="2800" strike="noStrike" u="none">
                <a:solidFill>
                  <a:srgbClr val="93a1a1"/>
                </a:solidFill>
                <a:uFillTx/>
                <a:latin typeface="SourceCodePro"/>
              </a:rPr>
              <a:t>{</a:t>
            </a:r>
            <a:endParaRPr b="0" lang="de-DE" sz="2800" strike="noStrike" u="none">
              <a:solidFill>
                <a:srgbClr val="000000"/>
              </a:solidFill>
              <a:uFillTx/>
              <a:latin typeface="Arial"/>
            </a:endParaRPr>
          </a:p>
          <a:p>
            <a:pPr indent="0" defTabSz="914400">
              <a:lnSpc>
                <a:spcPct val="90000"/>
              </a:lnSpc>
              <a:spcBef>
                <a:spcPts val="1001"/>
              </a:spcBef>
              <a:buNone/>
              <a:tabLst>
                <a:tab algn="l" pos="0"/>
              </a:tabLst>
            </a:pPr>
            <a:r>
              <a:rPr b="0" lang="de-DE" sz="2800" strike="noStrike" u="none">
                <a:solidFill>
                  <a:srgbClr val="1e347b"/>
                </a:solidFill>
                <a:uFillTx/>
                <a:latin typeface="SourceCodePro"/>
              </a:rPr>
              <a:t>	</a:t>
            </a:r>
            <a:r>
              <a:rPr b="0" lang="de-DE" sz="2800" strike="noStrike" u="none">
                <a:solidFill>
                  <a:srgbClr val="1e347b"/>
                </a:solidFill>
                <a:uFillTx/>
                <a:latin typeface="SourceCodePro"/>
              </a:rPr>
              <a:t>public</a:t>
            </a:r>
            <a:r>
              <a:rPr b="0" lang="de-DE" sz="2800" strike="noStrike" u="none">
                <a:solidFill>
                  <a:srgbClr val="48484c"/>
                </a:solidFill>
                <a:uFillTx/>
                <a:latin typeface="SourceCodePro"/>
              </a:rPr>
              <a:t> artists</a:t>
            </a:r>
            <a:r>
              <a:rPr b="0" lang="de-DE" sz="2800" strike="noStrike" u="none">
                <a:solidFill>
                  <a:srgbClr val="93a1a1"/>
                </a:solidFill>
                <a:uFillTx/>
                <a:latin typeface="SourceCodePro"/>
              </a:rPr>
              <a:t>:</a:t>
            </a:r>
            <a:r>
              <a:rPr b="0" lang="de-DE" sz="2800" strike="noStrike" u="none">
                <a:solidFill>
                  <a:srgbClr val="48484c"/>
                </a:solidFill>
                <a:uFillTx/>
                <a:latin typeface="SourceCodePro"/>
              </a:rPr>
              <a:t> </a:t>
            </a:r>
            <a:r>
              <a:rPr b="0" lang="de-DE" sz="2800" strike="noStrike" u="none">
                <a:solidFill>
                  <a:srgbClr val="008080"/>
                </a:solidFill>
                <a:uFillTx/>
                <a:latin typeface="SourceCodePro"/>
              </a:rPr>
              <a:t>Artist</a:t>
            </a:r>
            <a:r>
              <a:rPr b="0" lang="de-DE" sz="2800" strike="noStrike" u="none">
                <a:solidFill>
                  <a:srgbClr val="93a1a1"/>
                </a:solidFill>
                <a:uFillTx/>
                <a:latin typeface="SourceCodePro"/>
              </a:rPr>
              <a:t>[];</a:t>
            </a:r>
            <a:endParaRPr b="0" lang="de-DE" sz="2800" strike="noStrike" u="none">
              <a:solidFill>
                <a:srgbClr val="000000"/>
              </a:solidFill>
              <a:uFillTx/>
              <a:latin typeface="Arial"/>
            </a:endParaRPr>
          </a:p>
          <a:p>
            <a:pPr indent="0" defTabSz="914400">
              <a:lnSpc>
                <a:spcPct val="90000"/>
              </a:lnSpc>
              <a:spcBef>
                <a:spcPts val="1001"/>
              </a:spcBef>
              <a:buNone/>
              <a:tabLst>
                <a:tab algn="l" pos="0"/>
              </a:tabLst>
            </a:pPr>
            <a:r>
              <a:rPr b="0" lang="de-DE" sz="2800" strike="noStrike" u="none">
                <a:solidFill>
                  <a:srgbClr val="48484c"/>
                </a:solidFill>
                <a:uFillTx/>
                <a:latin typeface="SourceCodePro"/>
              </a:rPr>
              <a:t>	</a:t>
            </a:r>
            <a:r>
              <a:rPr b="0" lang="de-DE" sz="2800" strike="noStrike" u="none">
                <a:solidFill>
                  <a:srgbClr val="48484c"/>
                </a:solidFill>
                <a:uFillTx/>
                <a:latin typeface="SourceCodePro"/>
              </a:rPr>
              <a:t>constructor</a:t>
            </a:r>
            <a:r>
              <a:rPr b="0" lang="de-DE" sz="2800" strike="noStrike" u="none">
                <a:solidFill>
                  <a:srgbClr val="93a1a1"/>
                </a:solidFill>
                <a:uFillTx/>
                <a:latin typeface="SourceCodePro"/>
              </a:rPr>
              <a:t>(</a:t>
            </a:r>
            <a:r>
              <a:rPr b="0" lang="de-DE" sz="2800" strike="noStrike" u="none">
                <a:solidFill>
                  <a:srgbClr val="1e347b"/>
                </a:solidFill>
                <a:uFillTx/>
                <a:latin typeface="SourceCodePro"/>
              </a:rPr>
              <a:t>private</a:t>
            </a:r>
            <a:r>
              <a:rPr b="0" lang="de-DE" sz="2800" strike="noStrike" u="none">
                <a:solidFill>
                  <a:srgbClr val="48484c"/>
                </a:solidFill>
                <a:uFillTx/>
                <a:latin typeface="SourceCodePro"/>
              </a:rPr>
              <a:t> service</a:t>
            </a:r>
            <a:r>
              <a:rPr b="0" lang="de-DE" sz="2800" strike="noStrike" u="none">
                <a:solidFill>
                  <a:srgbClr val="93a1a1"/>
                </a:solidFill>
                <a:uFillTx/>
                <a:latin typeface="SourceCodePro"/>
              </a:rPr>
              <a:t>:</a:t>
            </a:r>
            <a:r>
              <a:rPr b="0" lang="de-DE" sz="2800" strike="noStrike" u="none">
                <a:solidFill>
                  <a:srgbClr val="48484c"/>
                </a:solidFill>
                <a:uFillTx/>
                <a:latin typeface="SourceCodePro"/>
              </a:rPr>
              <a:t> </a:t>
            </a:r>
            <a:r>
              <a:rPr b="0" lang="de-DE" sz="2800" strike="noStrike" u="none">
                <a:solidFill>
                  <a:srgbClr val="008080"/>
                </a:solidFill>
                <a:uFillTx/>
                <a:latin typeface="SourceCodePro"/>
              </a:rPr>
              <a:t>ArtistService</a:t>
            </a:r>
            <a:r>
              <a:rPr b="0" lang="de-DE" sz="2800" strike="noStrike" u="none">
                <a:solidFill>
                  <a:srgbClr val="93a1a1"/>
                </a:solidFill>
                <a:uFillTx/>
                <a:latin typeface="SourceCodePro"/>
              </a:rPr>
              <a:t>)</a:t>
            </a:r>
            <a:r>
              <a:rPr b="0" lang="de-DE" sz="2800" strike="noStrike" u="none">
                <a:solidFill>
                  <a:srgbClr val="48484c"/>
                </a:solidFill>
                <a:uFillTx/>
                <a:latin typeface="SourceCodePro"/>
              </a:rPr>
              <a:t> </a:t>
            </a:r>
            <a:r>
              <a:rPr b="0" lang="de-DE" sz="2800" strike="noStrike" u="none">
                <a:solidFill>
                  <a:srgbClr val="93a1a1"/>
                </a:solidFill>
                <a:uFillTx/>
                <a:latin typeface="SourceCodePro"/>
              </a:rPr>
              <a:t>{}</a:t>
            </a:r>
            <a:endParaRPr b="0" lang="de-DE" sz="2800" strike="noStrike" u="none">
              <a:solidFill>
                <a:srgbClr val="000000"/>
              </a:solidFill>
              <a:uFillTx/>
              <a:latin typeface="Arial"/>
            </a:endParaRPr>
          </a:p>
          <a:p>
            <a:pPr indent="0" defTabSz="914400">
              <a:lnSpc>
                <a:spcPct val="90000"/>
              </a:lnSpc>
              <a:spcBef>
                <a:spcPts val="1001"/>
              </a:spcBef>
              <a:buNone/>
              <a:tabLst>
                <a:tab algn="l" pos="0"/>
              </a:tabLst>
            </a:pPr>
            <a:r>
              <a:rPr b="0" lang="de-DE" sz="2800" strike="noStrike" u="none">
                <a:solidFill>
                  <a:srgbClr val="48484c"/>
                </a:solidFill>
                <a:uFillTx/>
                <a:latin typeface="SourceCodePro"/>
              </a:rPr>
              <a:t>	</a:t>
            </a:r>
            <a:r>
              <a:rPr b="0" lang="de-DE" sz="2800" strike="noStrike" u="none">
                <a:solidFill>
                  <a:srgbClr val="48484c"/>
                </a:solidFill>
                <a:uFillTx/>
                <a:latin typeface="SourceCodePro"/>
              </a:rPr>
              <a:t>ngOnInit</a:t>
            </a:r>
            <a:r>
              <a:rPr b="0" lang="de-DE" sz="2800" strike="noStrike" u="none">
                <a:solidFill>
                  <a:srgbClr val="93a1a1"/>
                </a:solidFill>
                <a:uFillTx/>
                <a:latin typeface="SourceCodePro"/>
              </a:rPr>
              <a:t>()</a:t>
            </a:r>
            <a:r>
              <a:rPr b="0" lang="de-DE" sz="2800" strike="noStrike" u="none">
                <a:solidFill>
                  <a:srgbClr val="48484c"/>
                </a:solidFill>
                <a:uFillTx/>
                <a:latin typeface="SourceCodePro"/>
              </a:rPr>
              <a:t> </a:t>
            </a:r>
            <a:r>
              <a:rPr b="0" lang="de-DE" sz="2800" strike="noStrike" u="none">
                <a:solidFill>
                  <a:srgbClr val="93a1a1"/>
                </a:solidFill>
                <a:uFillTx/>
                <a:latin typeface="SourceCodePro"/>
              </a:rPr>
              <a:t>{</a:t>
            </a:r>
            <a:endParaRPr b="0" lang="de-DE" sz="2800" strike="noStrike" u="none">
              <a:solidFill>
                <a:srgbClr val="000000"/>
              </a:solidFill>
              <a:uFillTx/>
              <a:latin typeface="Arial"/>
            </a:endParaRPr>
          </a:p>
          <a:p>
            <a:pPr indent="0" defTabSz="914400">
              <a:lnSpc>
                <a:spcPct val="90000"/>
              </a:lnSpc>
              <a:spcBef>
                <a:spcPts val="1001"/>
              </a:spcBef>
              <a:buNone/>
              <a:tabLst>
                <a:tab algn="l" pos="0"/>
              </a:tabLst>
            </a:pPr>
            <a:r>
              <a:rPr b="0" lang="de-DE" sz="2800" strike="noStrike" u="none">
                <a:solidFill>
                  <a:srgbClr val="48484c"/>
                </a:solidFill>
                <a:uFillTx/>
                <a:latin typeface="SourceCodePro"/>
              </a:rPr>
              <a:t>	</a:t>
            </a:r>
            <a:r>
              <a:rPr b="0" lang="de-DE" sz="2800" strike="noStrike" u="none">
                <a:solidFill>
                  <a:srgbClr val="48484c"/>
                </a:solidFill>
                <a:uFillTx/>
                <a:latin typeface="SourceCodePro"/>
              </a:rPr>
              <a:t>	</a:t>
            </a:r>
            <a:r>
              <a:rPr b="1" lang="de-DE" sz="3400" strike="noStrike" u="none">
                <a:solidFill>
                  <a:srgbClr val="48484c"/>
                </a:solidFill>
                <a:uFillTx/>
                <a:latin typeface="SourceCodePro"/>
              </a:rPr>
              <a:t> </a:t>
            </a:r>
            <a:r>
              <a:rPr b="1" lang="de-DE" sz="3400" strike="noStrike" u="none">
                <a:solidFill>
                  <a:srgbClr val="1e347b"/>
                </a:solidFill>
                <a:uFillTx/>
                <a:latin typeface="SourceCodePro"/>
              </a:rPr>
              <a:t>this</a:t>
            </a:r>
            <a:r>
              <a:rPr b="1" lang="de-DE" sz="3400" strike="noStrike" u="none">
                <a:solidFill>
                  <a:srgbClr val="93a1a1"/>
                </a:solidFill>
                <a:uFillTx/>
                <a:latin typeface="SourceCodePro"/>
              </a:rPr>
              <a:t>.</a:t>
            </a:r>
            <a:r>
              <a:rPr b="1" lang="de-DE" sz="3400" strike="noStrike" u="none">
                <a:solidFill>
                  <a:srgbClr val="48484c"/>
                </a:solidFill>
                <a:uFillTx/>
                <a:latin typeface="SourceCodePro"/>
              </a:rPr>
              <a:t>artists </a:t>
            </a:r>
            <a:r>
              <a:rPr b="1" lang="de-DE" sz="3400" strike="noStrike" u="none">
                <a:solidFill>
                  <a:srgbClr val="93a1a1"/>
                </a:solidFill>
                <a:uFillTx/>
                <a:latin typeface="SourceCodePro"/>
              </a:rPr>
              <a:t>=</a:t>
            </a:r>
            <a:r>
              <a:rPr b="1" lang="de-DE" sz="3400" strike="noStrike" u="none">
                <a:solidFill>
                  <a:srgbClr val="48484c"/>
                </a:solidFill>
                <a:uFillTx/>
                <a:latin typeface="SourceCodePro"/>
              </a:rPr>
              <a:t> </a:t>
            </a:r>
            <a:r>
              <a:rPr b="1" lang="de-DE" sz="3400" strike="noStrike" u="none">
                <a:solidFill>
                  <a:srgbClr val="1e347b"/>
                </a:solidFill>
                <a:uFillTx/>
                <a:latin typeface="SourceCodePro"/>
              </a:rPr>
              <a:t>this</a:t>
            </a:r>
            <a:r>
              <a:rPr b="1" lang="de-DE" sz="3400" strike="noStrike" u="none">
                <a:solidFill>
                  <a:srgbClr val="93a1a1"/>
                </a:solidFill>
                <a:uFillTx/>
                <a:latin typeface="SourceCodePro"/>
              </a:rPr>
              <a:t>.</a:t>
            </a:r>
            <a:r>
              <a:rPr b="1" lang="de-DE" sz="3400" strike="noStrike" u="none">
                <a:solidFill>
                  <a:srgbClr val="48484c"/>
                </a:solidFill>
                <a:uFillTx/>
                <a:latin typeface="SourceCodePro"/>
              </a:rPr>
              <a:t>service</a:t>
            </a:r>
            <a:r>
              <a:rPr b="1" lang="de-DE" sz="3400" strike="noStrike" u="none">
                <a:solidFill>
                  <a:srgbClr val="93a1a1"/>
                </a:solidFill>
                <a:uFillTx/>
                <a:latin typeface="SourceCodePro"/>
              </a:rPr>
              <a:t>.</a:t>
            </a:r>
            <a:r>
              <a:rPr b="1" lang="de-DE" sz="3400" strike="noStrike" u="none">
                <a:solidFill>
                  <a:srgbClr val="48484c"/>
                </a:solidFill>
                <a:uFillTx/>
                <a:latin typeface="SourceCodePro"/>
              </a:rPr>
              <a:t>getAll</a:t>
            </a:r>
            <a:r>
              <a:rPr b="1" lang="de-DE" sz="3400" strike="noStrike" u="none">
                <a:solidFill>
                  <a:srgbClr val="93a1a1"/>
                </a:solidFill>
                <a:uFillTx/>
                <a:latin typeface="SourceCodePro"/>
              </a:rPr>
              <a:t>();</a:t>
            </a:r>
            <a:r>
              <a:rPr b="1" lang="de-DE" sz="3400" strike="noStrike" u="none">
                <a:solidFill>
                  <a:srgbClr val="48484c"/>
                </a:solidFill>
                <a:uFillTx/>
                <a:latin typeface="SourceCodePro"/>
              </a:rPr>
              <a:t> </a:t>
            </a:r>
            <a:endParaRPr b="0" lang="de-DE" sz="3400" strike="noStrike" u="none">
              <a:solidFill>
                <a:srgbClr val="000000"/>
              </a:solidFill>
              <a:uFillTx/>
              <a:latin typeface="Arial"/>
            </a:endParaRPr>
          </a:p>
          <a:p>
            <a:pPr indent="0" defTabSz="914400">
              <a:lnSpc>
                <a:spcPct val="90000"/>
              </a:lnSpc>
              <a:spcBef>
                <a:spcPts val="1001"/>
              </a:spcBef>
              <a:buNone/>
              <a:tabLst>
                <a:tab algn="l" pos="0"/>
              </a:tabLst>
            </a:pPr>
            <a:r>
              <a:rPr b="0" lang="de-DE" sz="2800" strike="noStrike" u="none">
                <a:solidFill>
                  <a:srgbClr val="93a1a1"/>
                </a:solidFill>
                <a:uFillTx/>
                <a:latin typeface="SourceCodePro"/>
              </a:rPr>
              <a:t>	</a:t>
            </a:r>
            <a:r>
              <a:rPr b="0" lang="de-DE" sz="2800" strike="noStrike" u="none">
                <a:solidFill>
                  <a:srgbClr val="93a1a1"/>
                </a:solidFill>
                <a:uFillTx/>
                <a:latin typeface="SourceCodePro"/>
              </a:rPr>
              <a:t>}</a:t>
            </a:r>
            <a:endParaRPr b="0" lang="de-DE" sz="2800" strike="noStrike" u="none">
              <a:solidFill>
                <a:srgbClr val="000000"/>
              </a:solidFill>
              <a:uFillTx/>
              <a:latin typeface="Arial"/>
            </a:endParaRPr>
          </a:p>
          <a:p>
            <a:pPr indent="0" defTabSz="914400">
              <a:lnSpc>
                <a:spcPct val="90000"/>
              </a:lnSpc>
              <a:spcBef>
                <a:spcPts val="1001"/>
              </a:spcBef>
              <a:buNone/>
              <a:tabLst>
                <a:tab algn="l" pos="0"/>
              </a:tabLst>
            </a:pPr>
            <a:r>
              <a:rPr b="0" lang="de-DE" sz="2800" strike="noStrike" u="none">
                <a:solidFill>
                  <a:srgbClr val="93a1a1"/>
                </a:solidFill>
                <a:uFillTx/>
                <a:latin typeface="SourceCodePro"/>
              </a:rPr>
              <a:t>}</a:t>
            </a:r>
            <a:endParaRPr b="0" lang="de-DE" sz="2800" strike="noStrike" u="none">
              <a:solidFill>
                <a:srgbClr val="000000"/>
              </a:solidFill>
              <a:uFillTx/>
              <a:latin typeface="Arial"/>
            </a:endParaRPr>
          </a:p>
          <a:p>
            <a:pPr indent="0" defTabSz="914400">
              <a:lnSpc>
                <a:spcPct val="90000"/>
              </a:lnSpc>
              <a:spcBef>
                <a:spcPts val="1001"/>
              </a:spcBef>
              <a:buNone/>
              <a:tabLst>
                <a:tab algn="l" pos="0"/>
              </a:tabLst>
            </a:pPr>
            <a:endParaRPr b="0" lang="de-DE" sz="2800" strike="noStrike" u="none">
              <a:solidFill>
                <a:srgbClr val="000000"/>
              </a:solidFill>
              <a:uFillTx/>
              <a:latin typeface="Arial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167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bg>
      <p:bgPr>
        <a:solidFill>
          <a:schemeClr val="lt1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 useBgFill="1">
        <p:nvSpPr>
          <p:cNvPr id="856" name="Rectangle 7">
            <a:extLst>
              <a:ext uri="{C183D7F6-B498-43B3-948B-1728B52AA6E4}">
                <adec:decorative xmlns:adec="http://schemas.microsoft.com/office/drawing/2017/decorative" val="1"/>
              </a:ext>
            </a:extLst>
          </p:cNvPr>
          <p:cNvSpPr/>
          <p:nvPr/>
        </p:nvSpPr>
        <p:spPr>
          <a:xfrm>
            <a:off x="0" y="0"/>
            <a:ext cx="12190680" cy="6856920"/>
          </a:xfrm>
          <a:prstGeom prst="rect">
            <a:avLst/>
          </a:prstGeom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 algn="ctr" defTabSz="914400">
              <a:lnSpc>
                <a:spcPct val="100000"/>
              </a:lnSpc>
            </a:pPr>
            <a:endParaRPr b="0" lang="en-US" sz="1800" strike="noStrike" u="none">
              <a:solidFill>
                <a:schemeClr val="lt1"/>
              </a:solidFill>
              <a:uFillTx/>
              <a:latin typeface="Calibri"/>
            </a:endParaRPr>
          </a:p>
        </p:txBody>
      </p:sp>
      <p:sp>
        <p:nvSpPr>
          <p:cNvPr id="857" name="Rectangle 9">
            <a:extLst>
              <a:ext uri="{C183D7F6-B498-43B3-948B-1728B52AA6E4}">
                <adec:decorative xmlns:adec="http://schemas.microsoft.com/office/drawing/2017/decorative" val="1"/>
              </a:ext>
            </a:extLst>
          </p:cNvPr>
          <p:cNvSpPr/>
          <p:nvPr/>
        </p:nvSpPr>
        <p:spPr>
          <a:xfrm>
            <a:off x="360" y="0"/>
            <a:ext cx="12190680" cy="6856920"/>
          </a:xfrm>
          <a:prstGeom prst="rect">
            <a:avLst/>
          </a:prstGeom>
          <a:solidFill>
            <a:schemeClr val="bg1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 algn="ctr" defTabSz="914400">
              <a:lnSpc>
                <a:spcPct val="100000"/>
              </a:lnSpc>
            </a:pPr>
            <a:endParaRPr b="0" lang="en-US" sz="800" strike="noStrike" u="none">
              <a:solidFill>
                <a:schemeClr val="lt1"/>
              </a:solidFill>
              <a:uFillTx/>
              <a:latin typeface="Calibri"/>
            </a:endParaRPr>
          </a:p>
        </p:txBody>
      </p:sp>
      <p:sp>
        <p:nvSpPr>
          <p:cNvPr id="858" name="PlaceHolder 1"/>
          <p:cNvSpPr>
            <a:spLocks noGrp="1"/>
          </p:cNvSpPr>
          <p:nvPr>
            <p:ph type="title"/>
          </p:nvPr>
        </p:nvSpPr>
        <p:spPr>
          <a:xfrm>
            <a:off x="1179360" y="1280520"/>
            <a:ext cx="9832320" cy="132444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b">
            <a:normAutofit/>
          </a:bodyPr>
          <a:p>
            <a:pPr indent="0" algn="ctr" defTabSz="914400">
              <a:lnSpc>
                <a:spcPct val="90000"/>
              </a:lnSpc>
              <a:buNone/>
              <a:tabLst>
                <a:tab algn="l" pos="0"/>
              </a:tabLst>
            </a:pPr>
            <a:r>
              <a:rPr b="0" lang="de-DE" sz="3600" strike="noStrike" u="none">
                <a:solidFill>
                  <a:schemeClr val="dk2"/>
                </a:solidFill>
                <a:uFillTx/>
                <a:latin typeface="Calibri Light"/>
              </a:rPr>
              <a:t>Übung 16: OnInit</a:t>
            </a:r>
            <a:endParaRPr b="0" lang="de-DE" sz="3600" strike="noStrike" u="none">
              <a:solidFill>
                <a:srgbClr val="000000"/>
              </a:solidFill>
              <a:uFillTx/>
              <a:latin typeface="Arial"/>
            </a:endParaRPr>
          </a:p>
        </p:txBody>
      </p:sp>
      <p:grpSp>
        <p:nvGrpSpPr>
          <p:cNvPr id="859" name="Group 11">
            <a:extLst>
              <a:ext uri="{C183D7F6-B498-43B3-948B-1728B52AA6E4}">
                <adec:decorative xmlns:adec="http://schemas.microsoft.com/office/drawing/2017/decorative" val="1"/>
              </a:ext>
            </a:extLst>
          </p:cNvPr>
          <p:cNvGrpSpPr/>
          <p:nvPr/>
        </p:nvGrpSpPr>
        <p:grpSpPr>
          <a:xfrm>
            <a:off x="8289720" y="0"/>
            <a:ext cx="3901320" cy="2381760"/>
            <a:chOff x="8289720" y="0"/>
            <a:chExt cx="3901320" cy="2381760"/>
          </a:xfrm>
        </p:grpSpPr>
        <p:sp>
          <p:nvSpPr>
            <p:cNvPr id="860" name="Freeform: Shape 12">
              <a:extLs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/>
            <p:nvPr/>
          </p:nvSpPr>
          <p:spPr>
            <a:xfrm>
              <a:off x="8289720" y="0"/>
              <a:ext cx="3900960" cy="2381760"/>
            </a:xfrm>
            <a:custGeom>
              <a:avLst/>
              <a:gdLst>
                <a:gd name="textAreaLeft" fmla="*/ 0 w 3900960"/>
                <a:gd name="textAreaRight" fmla="*/ 3902040 w 3900960"/>
                <a:gd name="textAreaTop" fmla="*/ 0 h 2381760"/>
                <a:gd name="textAreaBottom" fmla="*/ 2382840 h 2381760"/>
              </a:gdLst>
              <a:ahLst/>
              <a:rect l="textAreaLeft" t="textAreaTop" r="textAreaRight" b="textAreaBottom"/>
              <a:pathLst>
                <a:path w="5324985" h="3251912">
                  <a:moveTo>
                    <a:pt x="0" y="0"/>
                  </a:moveTo>
                  <a:lnTo>
                    <a:pt x="36826" y="0"/>
                  </a:lnTo>
                  <a:lnTo>
                    <a:pt x="45003" y="152909"/>
                  </a:lnTo>
                  <a:cubicBezTo>
                    <a:pt x="50351" y="205154"/>
                    <a:pt x="58290" y="257123"/>
                    <a:pt x="68956" y="308600"/>
                  </a:cubicBezTo>
                  <a:cubicBezTo>
                    <a:pt x="91393" y="411324"/>
                    <a:pt x="123882" y="511847"/>
                    <a:pt x="167774" y="607968"/>
                  </a:cubicBezTo>
                  <a:cubicBezTo>
                    <a:pt x="178195" y="632173"/>
                    <a:pt x="190333" y="655798"/>
                    <a:pt x="201857" y="679539"/>
                  </a:cubicBezTo>
                  <a:cubicBezTo>
                    <a:pt x="214363" y="702933"/>
                    <a:pt x="226255" y="726557"/>
                    <a:pt x="239741" y="749488"/>
                  </a:cubicBezTo>
                  <a:cubicBezTo>
                    <a:pt x="265488" y="795812"/>
                    <a:pt x="294176" y="840746"/>
                    <a:pt x="323724" y="885101"/>
                  </a:cubicBezTo>
                  <a:cubicBezTo>
                    <a:pt x="353149" y="929572"/>
                    <a:pt x="384657" y="972885"/>
                    <a:pt x="416412" y="1016081"/>
                  </a:cubicBezTo>
                  <a:cubicBezTo>
                    <a:pt x="448655" y="1058931"/>
                    <a:pt x="482127" y="1101202"/>
                    <a:pt x="515719" y="1143356"/>
                  </a:cubicBezTo>
                  <a:cubicBezTo>
                    <a:pt x="583027" y="1227782"/>
                    <a:pt x="653402" y="1310470"/>
                    <a:pt x="722427" y="1395127"/>
                  </a:cubicBezTo>
                  <a:cubicBezTo>
                    <a:pt x="757123" y="1437282"/>
                    <a:pt x="791697" y="1479783"/>
                    <a:pt x="825780" y="1522749"/>
                  </a:cubicBezTo>
                  <a:cubicBezTo>
                    <a:pt x="859742" y="1565367"/>
                    <a:pt x="893457" y="1610649"/>
                    <a:pt x="926314" y="1651992"/>
                  </a:cubicBezTo>
                  <a:cubicBezTo>
                    <a:pt x="958927" y="1694379"/>
                    <a:pt x="993132" y="1735492"/>
                    <a:pt x="1026848" y="1776836"/>
                  </a:cubicBezTo>
                  <a:cubicBezTo>
                    <a:pt x="1061545" y="1817485"/>
                    <a:pt x="1095996" y="1858133"/>
                    <a:pt x="1131918" y="1897393"/>
                  </a:cubicBezTo>
                  <a:cubicBezTo>
                    <a:pt x="1203273" y="1976376"/>
                    <a:pt x="1277447" y="2052463"/>
                    <a:pt x="1354688" y="2124728"/>
                  </a:cubicBezTo>
                  <a:cubicBezTo>
                    <a:pt x="1509411" y="2268911"/>
                    <a:pt x="1676396" y="2397575"/>
                    <a:pt x="1855027" y="2504236"/>
                  </a:cubicBezTo>
                  <a:cubicBezTo>
                    <a:pt x="1944528" y="2557277"/>
                    <a:pt x="2036357" y="2605917"/>
                    <a:pt x="2131618" y="2646913"/>
                  </a:cubicBezTo>
                  <a:cubicBezTo>
                    <a:pt x="2226267" y="2689068"/>
                    <a:pt x="2323981" y="2724622"/>
                    <a:pt x="2423534" y="2754732"/>
                  </a:cubicBezTo>
                  <a:cubicBezTo>
                    <a:pt x="2523087" y="2784958"/>
                    <a:pt x="2624602" y="2809394"/>
                    <a:pt x="2727588" y="2829197"/>
                  </a:cubicBezTo>
                  <a:cubicBezTo>
                    <a:pt x="2830698" y="2848653"/>
                    <a:pt x="2935522" y="2861971"/>
                    <a:pt x="3041083" y="2870890"/>
                  </a:cubicBezTo>
                  <a:cubicBezTo>
                    <a:pt x="3146644" y="2879922"/>
                    <a:pt x="3253307" y="2883860"/>
                    <a:pt x="3360340" y="2883976"/>
                  </a:cubicBezTo>
                  <a:cubicBezTo>
                    <a:pt x="3387067" y="2883976"/>
                    <a:pt x="3414162" y="2884439"/>
                    <a:pt x="3439663" y="2883396"/>
                  </a:cubicBezTo>
                  <a:lnTo>
                    <a:pt x="3478529" y="2882471"/>
                  </a:lnTo>
                  <a:lnTo>
                    <a:pt x="3517271" y="2880616"/>
                  </a:lnTo>
                  <a:cubicBezTo>
                    <a:pt x="3568887" y="2878417"/>
                    <a:pt x="3620257" y="2873552"/>
                    <a:pt x="3671260" y="2867878"/>
                  </a:cubicBezTo>
                  <a:cubicBezTo>
                    <a:pt x="3875515" y="2844253"/>
                    <a:pt x="4074253" y="2792486"/>
                    <a:pt x="4265268" y="2716283"/>
                  </a:cubicBezTo>
                  <a:cubicBezTo>
                    <a:pt x="4361020" y="2678529"/>
                    <a:pt x="4454444" y="2633710"/>
                    <a:pt x="4546395" y="2584724"/>
                  </a:cubicBezTo>
                  <a:cubicBezTo>
                    <a:pt x="4638470" y="2535967"/>
                    <a:pt x="4728827" y="2481885"/>
                    <a:pt x="4817837" y="2424674"/>
                  </a:cubicBezTo>
                  <a:cubicBezTo>
                    <a:pt x="4906846" y="2367348"/>
                    <a:pt x="4994385" y="2306317"/>
                    <a:pt x="5081677" y="2243548"/>
                  </a:cubicBezTo>
                  <a:cubicBezTo>
                    <a:pt x="5125201" y="2212164"/>
                    <a:pt x="5168603" y="2179969"/>
                    <a:pt x="5211881" y="2147658"/>
                  </a:cubicBezTo>
                  <a:lnTo>
                    <a:pt x="5324985" y="2062128"/>
                  </a:lnTo>
                  <a:lnTo>
                    <a:pt x="5324985" y="2514993"/>
                  </a:lnTo>
                  <a:lnTo>
                    <a:pt x="5314867" y="2522881"/>
                  </a:lnTo>
                  <a:cubicBezTo>
                    <a:pt x="5225490" y="2591325"/>
                    <a:pt x="5133783" y="2658379"/>
                    <a:pt x="5038276" y="2722421"/>
                  </a:cubicBezTo>
                  <a:cubicBezTo>
                    <a:pt x="4942892" y="2786348"/>
                    <a:pt x="4844810" y="2848422"/>
                    <a:pt x="4741701" y="2904937"/>
                  </a:cubicBezTo>
                  <a:cubicBezTo>
                    <a:pt x="4638592" y="2961337"/>
                    <a:pt x="4531929" y="3013683"/>
                    <a:pt x="4420728" y="3058848"/>
                  </a:cubicBezTo>
                  <a:cubicBezTo>
                    <a:pt x="4199063" y="3150338"/>
                    <a:pt x="3959621" y="3211485"/>
                    <a:pt x="3717481" y="3237079"/>
                  </a:cubicBezTo>
                  <a:cubicBezTo>
                    <a:pt x="3656914" y="3243101"/>
                    <a:pt x="3596227" y="3247966"/>
                    <a:pt x="3535661" y="3249934"/>
                  </a:cubicBezTo>
                  <a:lnTo>
                    <a:pt x="3490175" y="3251555"/>
                  </a:lnTo>
                  <a:lnTo>
                    <a:pt x="3444813" y="3251787"/>
                  </a:lnTo>
                  <a:cubicBezTo>
                    <a:pt x="3414162" y="3252250"/>
                    <a:pt x="3385105" y="3251324"/>
                    <a:pt x="3355681" y="3250745"/>
                  </a:cubicBezTo>
                  <a:cubicBezTo>
                    <a:pt x="3296954" y="3250050"/>
                    <a:pt x="3237860" y="3246692"/>
                    <a:pt x="3179011" y="3243795"/>
                  </a:cubicBezTo>
                  <a:cubicBezTo>
                    <a:pt x="3120039" y="3239164"/>
                    <a:pt x="3061067" y="3234878"/>
                    <a:pt x="3002217" y="3227814"/>
                  </a:cubicBezTo>
                  <a:cubicBezTo>
                    <a:pt x="2884397" y="3214496"/>
                    <a:pt x="2766699" y="3196314"/>
                    <a:pt x="2650103" y="3170836"/>
                  </a:cubicBezTo>
                  <a:cubicBezTo>
                    <a:pt x="2533510" y="3145358"/>
                    <a:pt x="2418263" y="3112583"/>
                    <a:pt x="2305836" y="3072514"/>
                  </a:cubicBezTo>
                  <a:cubicBezTo>
                    <a:pt x="2193410" y="3032328"/>
                    <a:pt x="2083926" y="2984383"/>
                    <a:pt x="1978611" y="2929952"/>
                  </a:cubicBezTo>
                  <a:cubicBezTo>
                    <a:pt x="1873663" y="2874711"/>
                    <a:pt x="1772884" y="2812985"/>
                    <a:pt x="1678235" y="2744424"/>
                  </a:cubicBezTo>
                  <a:cubicBezTo>
                    <a:pt x="1488201" y="2608001"/>
                    <a:pt x="1321708" y="2448068"/>
                    <a:pt x="1175688" y="2277018"/>
                  </a:cubicBezTo>
                  <a:cubicBezTo>
                    <a:pt x="1102985" y="2191086"/>
                    <a:pt x="1035309" y="2102377"/>
                    <a:pt x="971310" y="2012044"/>
                  </a:cubicBezTo>
                  <a:cubicBezTo>
                    <a:pt x="907188" y="1921714"/>
                    <a:pt x="847358" y="1829413"/>
                    <a:pt x="790717" y="1735723"/>
                  </a:cubicBezTo>
                  <a:cubicBezTo>
                    <a:pt x="761782" y="1688357"/>
                    <a:pt x="735300" y="1644002"/>
                    <a:pt x="706488" y="1598604"/>
                  </a:cubicBezTo>
                  <a:cubicBezTo>
                    <a:pt x="677922" y="1553555"/>
                    <a:pt x="648866" y="1508505"/>
                    <a:pt x="618951" y="1463802"/>
                  </a:cubicBezTo>
                  <a:lnTo>
                    <a:pt x="436273" y="1195355"/>
                  </a:lnTo>
                  <a:cubicBezTo>
                    <a:pt x="405990" y="1150189"/>
                    <a:pt x="376075" y="1104792"/>
                    <a:pt x="346896" y="1058816"/>
                  </a:cubicBezTo>
                  <a:cubicBezTo>
                    <a:pt x="317716" y="1012838"/>
                    <a:pt x="288782" y="966747"/>
                    <a:pt x="261809" y="919264"/>
                  </a:cubicBezTo>
                  <a:cubicBezTo>
                    <a:pt x="207742" y="824764"/>
                    <a:pt x="158088" y="727485"/>
                    <a:pt x="118487" y="626498"/>
                  </a:cubicBezTo>
                  <a:cubicBezTo>
                    <a:pt x="78151" y="525859"/>
                    <a:pt x="48237" y="421515"/>
                    <a:pt x="28130" y="315781"/>
                  </a:cubicBezTo>
                  <a:cubicBezTo>
                    <a:pt x="18506" y="262914"/>
                    <a:pt x="11425" y="209642"/>
                    <a:pt x="6751" y="156195"/>
                  </a:cubicBezTo>
                  <a:close/>
                </a:path>
              </a:pathLst>
            </a:custGeom>
            <a:gradFill rotWithShape="0">
              <a:gsLst>
                <a:gs pos="2000">
                  <a:srgbClr val="ffffff">
                    <a:alpha val="10000"/>
                  </a:srgbClr>
                </a:gs>
                <a:gs pos="16000">
                  <a:srgbClr val="f19d19">
                    <a:alpha val="10000"/>
                  </a:srgbClr>
                </a:gs>
                <a:gs pos="85000">
                  <a:srgbClr val="1d9a78">
                    <a:alpha val="10000"/>
                  </a:srgbClr>
                </a:gs>
                <a:gs pos="100000">
                  <a:srgbClr val="ffffff">
                    <a:alpha val="10000"/>
                  </a:srgbClr>
                </a:gs>
              </a:gsLst>
              <a:lin ang="12000000"/>
            </a:gra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/>
          </p:style>
          <p:txBody>
            <a:bodyPr lIns="90000" rIns="90000" tIns="45000" bIns="45000" anchor="ctr">
              <a:noAutofit/>
            </a:bodyPr>
            <a:p>
              <a:pPr algn="ctr" defTabSz="914400">
                <a:lnSpc>
                  <a:spcPct val="100000"/>
                </a:lnSpc>
              </a:pPr>
              <a:endParaRPr b="0" lang="en-US" sz="1800" strike="noStrike" u="none">
                <a:solidFill>
                  <a:schemeClr val="lt1"/>
                </a:solidFill>
                <a:uFillTx/>
                <a:latin typeface="Calibri"/>
              </a:endParaRPr>
            </a:p>
          </p:txBody>
        </p:sp>
        <p:sp>
          <p:nvSpPr>
            <p:cNvPr id="861" name="Freeform: Shape 13">
              <a:extLs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/>
            <p:nvPr/>
          </p:nvSpPr>
          <p:spPr>
            <a:xfrm>
              <a:off x="8326080" y="0"/>
              <a:ext cx="3864960" cy="2183040"/>
            </a:xfrm>
            <a:custGeom>
              <a:avLst/>
              <a:gdLst>
                <a:gd name="textAreaLeft" fmla="*/ 0 w 3864960"/>
                <a:gd name="textAreaRight" fmla="*/ 3866040 w 3864960"/>
                <a:gd name="textAreaTop" fmla="*/ 0 h 2183040"/>
                <a:gd name="textAreaBottom" fmla="*/ 2184120 h 2183040"/>
              </a:gdLst>
              <a:ahLst/>
              <a:rect l="textAreaLeft" t="textAreaTop" r="textAreaRight" b="textAreaBottom"/>
              <a:pathLst>
                <a:path w="5275533" h="2980757">
                  <a:moveTo>
                    <a:pt x="0" y="0"/>
                  </a:moveTo>
                  <a:lnTo>
                    <a:pt x="201166" y="0"/>
                  </a:lnTo>
                  <a:lnTo>
                    <a:pt x="206734" y="89286"/>
                  </a:lnTo>
                  <a:cubicBezTo>
                    <a:pt x="212220" y="135755"/>
                    <a:pt x="220465" y="181731"/>
                    <a:pt x="232051" y="226897"/>
                  </a:cubicBezTo>
                  <a:cubicBezTo>
                    <a:pt x="254855" y="317344"/>
                    <a:pt x="290287" y="403854"/>
                    <a:pt x="332707" y="487120"/>
                  </a:cubicBezTo>
                  <a:cubicBezTo>
                    <a:pt x="354163" y="528696"/>
                    <a:pt x="377948" y="569461"/>
                    <a:pt x="402959" y="609647"/>
                  </a:cubicBezTo>
                  <a:cubicBezTo>
                    <a:pt x="428337" y="649717"/>
                    <a:pt x="455433" y="689209"/>
                    <a:pt x="483631" y="728236"/>
                  </a:cubicBezTo>
                  <a:cubicBezTo>
                    <a:pt x="540764" y="806061"/>
                    <a:pt x="604271" y="881569"/>
                    <a:pt x="669986" y="957424"/>
                  </a:cubicBezTo>
                  <a:cubicBezTo>
                    <a:pt x="735701" y="1033395"/>
                    <a:pt x="804359" y="1109366"/>
                    <a:pt x="871667" y="1188348"/>
                  </a:cubicBezTo>
                  <a:cubicBezTo>
                    <a:pt x="905383" y="1227723"/>
                    <a:pt x="938731" y="1268025"/>
                    <a:pt x="971956" y="1308905"/>
                  </a:cubicBezTo>
                  <a:lnTo>
                    <a:pt x="1020139" y="1368084"/>
                  </a:lnTo>
                  <a:cubicBezTo>
                    <a:pt x="1035954" y="1386962"/>
                    <a:pt x="1051035" y="1406302"/>
                    <a:pt x="1067340" y="1424715"/>
                  </a:cubicBezTo>
                  <a:cubicBezTo>
                    <a:pt x="1194602" y="1574573"/>
                    <a:pt x="1332652" y="1712503"/>
                    <a:pt x="1472909" y="1843252"/>
                  </a:cubicBezTo>
                  <a:cubicBezTo>
                    <a:pt x="1543406" y="1908337"/>
                    <a:pt x="1615128" y="1971221"/>
                    <a:pt x="1688567" y="2031559"/>
                  </a:cubicBezTo>
                  <a:cubicBezTo>
                    <a:pt x="1762006" y="2091895"/>
                    <a:pt x="1836793" y="2150263"/>
                    <a:pt x="1914401" y="2205156"/>
                  </a:cubicBezTo>
                  <a:cubicBezTo>
                    <a:pt x="2069003" y="2315176"/>
                    <a:pt x="2235742" y="2413498"/>
                    <a:pt x="2418909" y="2479741"/>
                  </a:cubicBezTo>
                  <a:cubicBezTo>
                    <a:pt x="2510249" y="2512863"/>
                    <a:pt x="2604898" y="2538225"/>
                    <a:pt x="2701141" y="2557333"/>
                  </a:cubicBezTo>
                  <a:cubicBezTo>
                    <a:pt x="2725293" y="2561850"/>
                    <a:pt x="2749201" y="2567062"/>
                    <a:pt x="2773475" y="2570999"/>
                  </a:cubicBezTo>
                  <a:lnTo>
                    <a:pt x="2846424" y="2582465"/>
                  </a:lnTo>
                  <a:cubicBezTo>
                    <a:pt x="2895343" y="2588602"/>
                    <a:pt x="2944261" y="2595088"/>
                    <a:pt x="2993669" y="2598909"/>
                  </a:cubicBezTo>
                  <a:cubicBezTo>
                    <a:pt x="3018313" y="2601110"/>
                    <a:pt x="3042956" y="2603195"/>
                    <a:pt x="3067721" y="2604237"/>
                  </a:cubicBezTo>
                  <a:cubicBezTo>
                    <a:pt x="3092487" y="2605394"/>
                    <a:pt x="3117130" y="2607247"/>
                    <a:pt x="3142019" y="2607943"/>
                  </a:cubicBezTo>
                  <a:lnTo>
                    <a:pt x="3216561" y="2609564"/>
                  </a:lnTo>
                  <a:cubicBezTo>
                    <a:pt x="3241326" y="2610142"/>
                    <a:pt x="3266337" y="2609333"/>
                    <a:pt x="3291225" y="2609217"/>
                  </a:cubicBezTo>
                  <a:lnTo>
                    <a:pt x="3328619" y="2608869"/>
                  </a:lnTo>
                  <a:cubicBezTo>
                    <a:pt x="3340757" y="2608522"/>
                    <a:pt x="3352649" y="2607827"/>
                    <a:pt x="3364665" y="2607363"/>
                  </a:cubicBezTo>
                  <a:cubicBezTo>
                    <a:pt x="3376679" y="2606784"/>
                    <a:pt x="3388695" y="2606438"/>
                    <a:pt x="3400587" y="2605627"/>
                  </a:cubicBezTo>
                  <a:lnTo>
                    <a:pt x="3436387" y="2602847"/>
                  </a:lnTo>
                  <a:cubicBezTo>
                    <a:pt x="3484079" y="2599257"/>
                    <a:pt x="3531404" y="2593235"/>
                    <a:pt x="3578361" y="2586286"/>
                  </a:cubicBezTo>
                  <a:cubicBezTo>
                    <a:pt x="3766310" y="2556871"/>
                    <a:pt x="3947025" y="2499314"/>
                    <a:pt x="4119159" y="2418594"/>
                  </a:cubicBezTo>
                  <a:cubicBezTo>
                    <a:pt x="4291907" y="2338801"/>
                    <a:pt x="4456317" y="2236657"/>
                    <a:pt x="4618765" y="2124668"/>
                  </a:cubicBezTo>
                  <a:cubicBezTo>
                    <a:pt x="4659346" y="2096759"/>
                    <a:pt x="4699682" y="2067575"/>
                    <a:pt x="4739895" y="2038275"/>
                  </a:cubicBezTo>
                  <a:cubicBezTo>
                    <a:pt x="4780355" y="2008976"/>
                    <a:pt x="4820691" y="1979212"/>
                    <a:pt x="4861027" y="1948986"/>
                  </a:cubicBezTo>
                  <a:lnTo>
                    <a:pt x="5106354" y="1763690"/>
                  </a:lnTo>
                  <a:lnTo>
                    <a:pt x="5275533" y="1641017"/>
                  </a:lnTo>
                  <a:lnTo>
                    <a:pt x="5275533" y="2257481"/>
                  </a:lnTo>
                  <a:lnTo>
                    <a:pt x="5168881" y="2332084"/>
                  </a:lnTo>
                  <a:cubicBezTo>
                    <a:pt x="5125235" y="2362079"/>
                    <a:pt x="5081099" y="2391958"/>
                    <a:pt x="5036225" y="2421489"/>
                  </a:cubicBezTo>
                  <a:cubicBezTo>
                    <a:pt x="4991231" y="2450790"/>
                    <a:pt x="4945867" y="2479857"/>
                    <a:pt x="4899401" y="2508347"/>
                  </a:cubicBezTo>
                  <a:cubicBezTo>
                    <a:pt x="4806959" y="2565440"/>
                    <a:pt x="4711574" y="2620798"/>
                    <a:pt x="4612145" y="2671407"/>
                  </a:cubicBezTo>
                  <a:cubicBezTo>
                    <a:pt x="4512836" y="2722247"/>
                    <a:pt x="4410095" y="2769496"/>
                    <a:pt x="4303187" y="2810030"/>
                  </a:cubicBezTo>
                  <a:cubicBezTo>
                    <a:pt x="4090349" y="2892256"/>
                    <a:pt x="3861694" y="2947728"/>
                    <a:pt x="3630835" y="2969500"/>
                  </a:cubicBezTo>
                  <a:cubicBezTo>
                    <a:pt x="3573089" y="2974712"/>
                    <a:pt x="3515343" y="2978649"/>
                    <a:pt x="3457719" y="2979808"/>
                  </a:cubicBezTo>
                  <a:lnTo>
                    <a:pt x="3414441" y="2980733"/>
                  </a:lnTo>
                  <a:cubicBezTo>
                    <a:pt x="3400097" y="2980850"/>
                    <a:pt x="3385630" y="2980502"/>
                    <a:pt x="3371285" y="2980502"/>
                  </a:cubicBezTo>
                  <a:lnTo>
                    <a:pt x="3328252" y="2980039"/>
                  </a:lnTo>
                  <a:lnTo>
                    <a:pt x="3286445" y="2978534"/>
                  </a:lnTo>
                  <a:cubicBezTo>
                    <a:pt x="3175121" y="2975174"/>
                    <a:pt x="3063553" y="2966837"/>
                    <a:pt x="2952475" y="2953402"/>
                  </a:cubicBezTo>
                  <a:cubicBezTo>
                    <a:pt x="2841275" y="2940664"/>
                    <a:pt x="2730319" y="2922365"/>
                    <a:pt x="2620591" y="2898046"/>
                  </a:cubicBezTo>
                  <a:cubicBezTo>
                    <a:pt x="2510984" y="2873494"/>
                    <a:pt x="2402235" y="2844426"/>
                    <a:pt x="2294591" y="2811305"/>
                  </a:cubicBezTo>
                  <a:cubicBezTo>
                    <a:pt x="2079669" y="2744483"/>
                    <a:pt x="1867198" y="2661331"/>
                    <a:pt x="1670544" y="2550501"/>
                  </a:cubicBezTo>
                  <a:cubicBezTo>
                    <a:pt x="1473767" y="2439903"/>
                    <a:pt x="1298079" y="2299657"/>
                    <a:pt x="1144703" y="2144472"/>
                  </a:cubicBezTo>
                  <a:cubicBezTo>
                    <a:pt x="1067586" y="2066996"/>
                    <a:pt x="997458" y="1984539"/>
                    <a:pt x="931497" y="1900114"/>
                  </a:cubicBezTo>
                  <a:cubicBezTo>
                    <a:pt x="865906" y="1815342"/>
                    <a:pt x="803500" y="1729295"/>
                    <a:pt x="745265" y="1641395"/>
                  </a:cubicBezTo>
                  <a:cubicBezTo>
                    <a:pt x="730307" y="1619623"/>
                    <a:pt x="716207" y="1597503"/>
                    <a:pt x="701741" y="1575500"/>
                  </a:cubicBezTo>
                  <a:lnTo>
                    <a:pt x="660178" y="1511573"/>
                  </a:lnTo>
                  <a:cubicBezTo>
                    <a:pt x="633574" y="1470229"/>
                    <a:pt x="605989" y="1429232"/>
                    <a:pt x="578158" y="1387656"/>
                  </a:cubicBezTo>
                  <a:lnTo>
                    <a:pt x="408230" y="1134497"/>
                  </a:lnTo>
                  <a:cubicBezTo>
                    <a:pt x="351220" y="1048219"/>
                    <a:pt x="294945" y="959392"/>
                    <a:pt x="242349" y="866860"/>
                  </a:cubicBezTo>
                  <a:cubicBezTo>
                    <a:pt x="216112" y="820536"/>
                    <a:pt x="190734" y="773402"/>
                    <a:pt x="167562" y="724994"/>
                  </a:cubicBezTo>
                  <a:cubicBezTo>
                    <a:pt x="144513" y="676469"/>
                    <a:pt x="123057" y="627019"/>
                    <a:pt x="104054" y="576525"/>
                  </a:cubicBezTo>
                  <a:cubicBezTo>
                    <a:pt x="85418" y="525917"/>
                    <a:pt x="68867" y="474613"/>
                    <a:pt x="55381" y="422499"/>
                  </a:cubicBezTo>
                  <a:cubicBezTo>
                    <a:pt x="49006" y="396442"/>
                    <a:pt x="42508" y="370269"/>
                    <a:pt x="37236" y="343980"/>
                  </a:cubicBezTo>
                  <a:lnTo>
                    <a:pt x="29267" y="304604"/>
                  </a:lnTo>
                  <a:lnTo>
                    <a:pt x="22646" y="265113"/>
                  </a:lnTo>
                  <a:cubicBezTo>
                    <a:pt x="14003" y="212420"/>
                    <a:pt x="7872" y="159582"/>
                    <a:pt x="3903" y="106787"/>
                  </a:cubicBezTo>
                  <a:close/>
                </a:path>
              </a:pathLst>
            </a:custGeom>
            <a:gradFill rotWithShape="0">
              <a:gsLst>
                <a:gs pos="2000">
                  <a:srgbClr val="ffffff">
                    <a:alpha val="10000"/>
                  </a:srgbClr>
                </a:gs>
                <a:gs pos="16000">
                  <a:srgbClr val="f19d19">
                    <a:alpha val="10000"/>
                  </a:srgbClr>
                </a:gs>
                <a:gs pos="85000">
                  <a:srgbClr val="1d9a78">
                    <a:alpha val="10000"/>
                  </a:srgbClr>
                </a:gs>
                <a:gs pos="100000">
                  <a:srgbClr val="ffffff">
                    <a:alpha val="10000"/>
                  </a:srgbClr>
                </a:gs>
              </a:gsLst>
              <a:lin ang="12000000"/>
            </a:gra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/>
          </p:style>
          <p:txBody>
            <a:bodyPr lIns="90000" rIns="90000" tIns="45000" bIns="45000" anchor="ctr">
              <a:noAutofit/>
            </a:bodyPr>
            <a:p>
              <a:pPr algn="ctr" defTabSz="914400">
                <a:lnSpc>
                  <a:spcPct val="100000"/>
                </a:lnSpc>
              </a:pPr>
              <a:endParaRPr b="0" lang="en-US" sz="1800" strike="noStrike" u="none">
                <a:solidFill>
                  <a:schemeClr val="lt1"/>
                </a:solidFill>
                <a:uFillTx/>
                <a:latin typeface="Calibri"/>
              </a:endParaRPr>
            </a:p>
          </p:txBody>
        </p:sp>
        <p:sp>
          <p:nvSpPr>
            <p:cNvPr id="862" name="Freeform: Shape 14">
              <a:extLs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/>
            <p:nvPr/>
          </p:nvSpPr>
          <p:spPr>
            <a:xfrm>
              <a:off x="8329680" y="0"/>
              <a:ext cx="3861360" cy="2144520"/>
            </a:xfrm>
            <a:custGeom>
              <a:avLst/>
              <a:gdLst>
                <a:gd name="textAreaLeft" fmla="*/ 0 w 3861360"/>
                <a:gd name="textAreaRight" fmla="*/ 3862440 w 3861360"/>
                <a:gd name="textAreaTop" fmla="*/ 0 h 2144520"/>
                <a:gd name="textAreaBottom" fmla="*/ 2145600 h 2144520"/>
              </a:gdLst>
              <a:ahLst/>
              <a:rect l="textAreaLeft" t="textAreaTop" r="textAreaRight" b="textAreaBottom"/>
              <a:pathLst>
                <a:path w="5270786" h="2927775">
                  <a:moveTo>
                    <a:pt x="0" y="0"/>
                  </a:moveTo>
                  <a:lnTo>
                    <a:pt x="613805" y="0"/>
                  </a:lnTo>
                  <a:lnTo>
                    <a:pt x="618487" y="85404"/>
                  </a:lnTo>
                  <a:cubicBezTo>
                    <a:pt x="650052" y="360109"/>
                    <a:pt x="792650" y="556543"/>
                    <a:pt x="1054084" y="895200"/>
                  </a:cubicBezTo>
                  <a:cubicBezTo>
                    <a:pt x="1126174" y="988542"/>
                    <a:pt x="1200716" y="1085128"/>
                    <a:pt x="1276976" y="1191325"/>
                  </a:cubicBezTo>
                  <a:cubicBezTo>
                    <a:pt x="1859704" y="2002688"/>
                    <a:pt x="2485223" y="2348843"/>
                    <a:pt x="3368450" y="2348843"/>
                  </a:cubicBezTo>
                  <a:cubicBezTo>
                    <a:pt x="3948114" y="2348843"/>
                    <a:pt x="4373422" y="2066846"/>
                    <a:pt x="4956151" y="1636730"/>
                  </a:cubicBezTo>
                  <a:cubicBezTo>
                    <a:pt x="5021253" y="1588668"/>
                    <a:pt x="5086356" y="1541186"/>
                    <a:pt x="5149372" y="1495325"/>
                  </a:cubicBezTo>
                  <a:lnTo>
                    <a:pt x="5270786" y="1406110"/>
                  </a:lnTo>
                  <a:lnTo>
                    <a:pt x="5270786" y="2138641"/>
                  </a:lnTo>
                  <a:lnTo>
                    <a:pt x="5112925" y="2253730"/>
                  </a:lnTo>
                  <a:cubicBezTo>
                    <a:pt x="4598179" y="2621786"/>
                    <a:pt x="4074961" y="2927775"/>
                    <a:pt x="3368327" y="2927775"/>
                  </a:cubicBezTo>
                  <a:cubicBezTo>
                    <a:pt x="2170746" y="2927775"/>
                    <a:pt x="1393203" y="2384512"/>
                    <a:pt x="769646" y="1516288"/>
                  </a:cubicBezTo>
                  <a:cubicBezTo>
                    <a:pt x="418850" y="1027932"/>
                    <a:pt x="48120" y="683401"/>
                    <a:pt x="3149" y="85252"/>
                  </a:cubicBezTo>
                  <a:close/>
                </a:path>
              </a:pathLst>
            </a:custGeom>
            <a:gradFill rotWithShape="0">
              <a:gsLst>
                <a:gs pos="2000">
                  <a:srgbClr val="ffffff">
                    <a:alpha val="10000"/>
                  </a:srgbClr>
                </a:gs>
                <a:gs pos="16000">
                  <a:srgbClr val="f19d19">
                    <a:alpha val="10000"/>
                  </a:srgbClr>
                </a:gs>
                <a:gs pos="85000">
                  <a:srgbClr val="1d9a78">
                    <a:alpha val="10000"/>
                  </a:srgbClr>
                </a:gs>
                <a:gs pos="100000">
                  <a:srgbClr val="ffffff">
                    <a:alpha val="10000"/>
                  </a:srgbClr>
                </a:gs>
              </a:gsLst>
              <a:lin ang="12000000"/>
            </a:gra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/>
          </p:style>
          <p:txBody>
            <a:bodyPr lIns="90000" rIns="90000" tIns="45000" bIns="45000" anchor="ctr">
              <a:noAutofit/>
            </a:bodyPr>
            <a:p>
              <a:pPr algn="ctr" defTabSz="914400">
                <a:lnSpc>
                  <a:spcPct val="100000"/>
                </a:lnSpc>
              </a:pPr>
              <a:endParaRPr b="0" lang="en-US" sz="1800" strike="noStrike" u="none">
                <a:solidFill>
                  <a:schemeClr val="lt1"/>
                </a:solidFill>
                <a:uFillTx/>
                <a:latin typeface="Calibri"/>
              </a:endParaRPr>
            </a:p>
          </p:txBody>
        </p:sp>
        <p:sp>
          <p:nvSpPr>
            <p:cNvPr id="863" name="Freeform: Shape 15">
              <a:extLs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/>
            <p:nvPr/>
          </p:nvSpPr>
          <p:spPr>
            <a:xfrm>
              <a:off x="8329680" y="0"/>
              <a:ext cx="3861360" cy="2144520"/>
            </a:xfrm>
            <a:custGeom>
              <a:avLst/>
              <a:gdLst>
                <a:gd name="textAreaLeft" fmla="*/ 0 w 3861360"/>
                <a:gd name="textAreaRight" fmla="*/ 3862440 w 3861360"/>
                <a:gd name="textAreaTop" fmla="*/ 0 h 2144520"/>
                <a:gd name="textAreaBottom" fmla="*/ 2145600 h 2144520"/>
              </a:gdLst>
              <a:ahLst/>
              <a:rect l="textAreaLeft" t="textAreaTop" r="textAreaRight" b="textAreaBottom"/>
              <a:pathLst>
                <a:path w="5270786" h="2927775">
                  <a:moveTo>
                    <a:pt x="0" y="0"/>
                  </a:moveTo>
                  <a:lnTo>
                    <a:pt x="736294" y="0"/>
                  </a:lnTo>
                  <a:lnTo>
                    <a:pt x="740298" y="72745"/>
                  </a:lnTo>
                  <a:cubicBezTo>
                    <a:pt x="768839" y="319371"/>
                    <a:pt x="898885" y="497858"/>
                    <a:pt x="1153024" y="826989"/>
                  </a:cubicBezTo>
                  <a:cubicBezTo>
                    <a:pt x="1225727" y="921142"/>
                    <a:pt x="1300882" y="1018537"/>
                    <a:pt x="1378368" y="1126356"/>
                  </a:cubicBezTo>
                  <a:cubicBezTo>
                    <a:pt x="1652384" y="1507833"/>
                    <a:pt x="1933512" y="1779060"/>
                    <a:pt x="2238056" y="1955322"/>
                  </a:cubicBezTo>
                  <a:cubicBezTo>
                    <a:pt x="2560868" y="2142238"/>
                    <a:pt x="2930637" y="2233033"/>
                    <a:pt x="3368327" y="2233033"/>
                  </a:cubicBezTo>
                  <a:cubicBezTo>
                    <a:pt x="3616720" y="2233033"/>
                    <a:pt x="3847703" y="2176866"/>
                    <a:pt x="4095360" y="2056192"/>
                  </a:cubicBezTo>
                  <a:cubicBezTo>
                    <a:pt x="4349636" y="1932276"/>
                    <a:pt x="4601340" y="1751613"/>
                    <a:pt x="4880506" y="1545587"/>
                  </a:cubicBezTo>
                  <a:cubicBezTo>
                    <a:pt x="4945974" y="1497295"/>
                    <a:pt x="5011199" y="1449697"/>
                    <a:pt x="5074340" y="1403721"/>
                  </a:cubicBezTo>
                  <a:lnTo>
                    <a:pt x="5270786" y="1259367"/>
                  </a:lnTo>
                  <a:lnTo>
                    <a:pt x="5270786" y="2138641"/>
                  </a:lnTo>
                  <a:lnTo>
                    <a:pt x="5112925" y="2253730"/>
                  </a:lnTo>
                  <a:cubicBezTo>
                    <a:pt x="4598179" y="2621786"/>
                    <a:pt x="4074961" y="2927775"/>
                    <a:pt x="3368327" y="2927775"/>
                  </a:cubicBezTo>
                  <a:cubicBezTo>
                    <a:pt x="2170746" y="2927775"/>
                    <a:pt x="1393203" y="2384512"/>
                    <a:pt x="769646" y="1516288"/>
                  </a:cubicBezTo>
                  <a:cubicBezTo>
                    <a:pt x="418850" y="1027932"/>
                    <a:pt x="48120" y="683401"/>
                    <a:pt x="3149" y="85252"/>
                  </a:cubicBezTo>
                  <a:close/>
                </a:path>
              </a:pathLst>
            </a:custGeom>
            <a:gradFill rotWithShape="0">
              <a:gsLst>
                <a:gs pos="2000">
                  <a:srgbClr val="ffffff">
                    <a:alpha val="10000"/>
                  </a:srgbClr>
                </a:gs>
                <a:gs pos="16000">
                  <a:srgbClr val="f19d19">
                    <a:alpha val="10000"/>
                  </a:srgbClr>
                </a:gs>
                <a:gs pos="85000">
                  <a:srgbClr val="1d9a78">
                    <a:alpha val="10000"/>
                  </a:srgbClr>
                </a:gs>
                <a:gs pos="100000">
                  <a:srgbClr val="ffffff">
                    <a:alpha val="10000"/>
                  </a:srgbClr>
                </a:gs>
              </a:gsLst>
              <a:lin ang="12000000"/>
            </a:gra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/>
          </p:style>
          <p:txBody>
            <a:bodyPr lIns="90000" rIns="90000" tIns="45000" bIns="45000" anchor="ctr">
              <a:noAutofit/>
            </a:bodyPr>
            <a:p>
              <a:pPr algn="ctr" defTabSz="914400">
                <a:lnSpc>
                  <a:spcPct val="100000"/>
                </a:lnSpc>
              </a:pPr>
              <a:endParaRPr b="0" lang="en-US" sz="1800" strike="noStrike" u="none">
                <a:solidFill>
                  <a:schemeClr val="lt1"/>
                </a:solidFill>
                <a:uFillTx/>
                <a:latin typeface="Calibri"/>
              </a:endParaRPr>
            </a:p>
          </p:txBody>
        </p:sp>
      </p:grpSp>
      <p:sp>
        <p:nvSpPr>
          <p:cNvPr id="864" name="PlaceHolder 2"/>
          <p:cNvSpPr>
            <a:spLocks noGrp="1"/>
          </p:cNvSpPr>
          <p:nvPr>
            <p:ph/>
          </p:nvPr>
        </p:nvSpPr>
        <p:spPr>
          <a:xfrm>
            <a:off x="1179360" y="2890800"/>
            <a:ext cx="9832320" cy="269280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t">
            <a:normAutofit/>
          </a:bodyPr>
          <a:p>
            <a:pPr indent="0" defTabSz="914400">
              <a:lnSpc>
                <a:spcPct val="90000"/>
              </a:lnSpc>
              <a:spcBef>
                <a:spcPts val="1001"/>
              </a:spcBef>
              <a:buNone/>
              <a:tabLst>
                <a:tab algn="l" pos="0"/>
              </a:tabLst>
            </a:pPr>
            <a:r>
              <a:rPr b="0" lang="de-DE" sz="1800" strike="noStrike" u="none">
                <a:solidFill>
                  <a:schemeClr val="dk2"/>
                </a:solidFill>
                <a:uFillTx/>
                <a:latin typeface="Aller"/>
              </a:rPr>
              <a:t>Initialisiere die Daten in AppComponent im ngOnInit Hook statt im Konstruktor</a:t>
            </a:r>
            <a:endParaRPr b="0" lang="de-DE" sz="1800" strike="noStrike" u="none">
              <a:solidFill>
                <a:srgbClr val="000000"/>
              </a:solidFill>
              <a:uFillTx/>
              <a:latin typeface="Arial"/>
            </a:endParaRPr>
          </a:p>
          <a:p>
            <a:pPr marL="457200" indent="0" defTabSz="914400">
              <a:lnSpc>
                <a:spcPct val="90000"/>
              </a:lnSpc>
              <a:spcBef>
                <a:spcPts val="499"/>
              </a:spcBef>
              <a:buNone/>
              <a:tabLst>
                <a:tab algn="l" pos="0"/>
              </a:tabLst>
            </a:pPr>
            <a:r>
              <a:rPr b="0" lang="de-DE" sz="1800" strike="noStrike" u="none">
                <a:solidFill>
                  <a:schemeClr val="dk2"/>
                </a:solidFill>
                <a:uFillTx/>
                <a:latin typeface="Aller"/>
              </a:rPr>
              <a:t>Implementiere das Interface OnInit aus @angular/core</a:t>
            </a:r>
            <a:endParaRPr b="0" lang="de-DE" sz="1800" strike="noStrike" u="none">
              <a:solidFill>
                <a:srgbClr val="000000"/>
              </a:solidFill>
              <a:uFillTx/>
              <a:latin typeface="Arial"/>
            </a:endParaRPr>
          </a:p>
          <a:p>
            <a:pPr marL="457200" indent="0" defTabSz="914400">
              <a:lnSpc>
                <a:spcPct val="90000"/>
              </a:lnSpc>
              <a:spcBef>
                <a:spcPts val="499"/>
              </a:spcBef>
              <a:buNone/>
              <a:tabLst>
                <a:tab algn="l" pos="0"/>
              </a:tabLst>
            </a:pPr>
            <a:r>
              <a:rPr b="0" lang="de-DE" sz="1800" strike="noStrike" u="none">
                <a:solidFill>
                  <a:schemeClr val="dk2"/>
                </a:solidFill>
                <a:uFillTx/>
                <a:latin typeface="Aller"/>
              </a:rPr>
              <a:t>Verschiebe das Laden der Daten aus dem Konstruktor in die Hook-Methode</a:t>
            </a:r>
            <a:endParaRPr b="0" lang="de-DE" sz="1800" strike="noStrike" u="none">
              <a:solidFill>
                <a:srgbClr val="000000"/>
              </a:solidFill>
              <a:uFillTx/>
              <a:latin typeface="Arial"/>
            </a:endParaRPr>
          </a:p>
          <a:p>
            <a:pPr marL="457200" indent="0" defTabSz="914400">
              <a:lnSpc>
                <a:spcPct val="90000"/>
              </a:lnSpc>
              <a:spcBef>
                <a:spcPts val="1001"/>
              </a:spcBef>
              <a:buNone/>
              <a:tabLst>
                <a:tab algn="l" pos="0"/>
              </a:tabLst>
            </a:pPr>
            <a:endParaRPr b="0" lang="de-DE" sz="1800" strike="noStrike" u="none">
              <a:solidFill>
                <a:srgbClr val="000000"/>
              </a:solidFill>
              <a:uFillTx/>
              <a:latin typeface="Arial"/>
            </a:endParaRPr>
          </a:p>
        </p:txBody>
      </p:sp>
      <p:grpSp>
        <p:nvGrpSpPr>
          <p:cNvPr id="865" name="Group 17">
            <a:extLst>
              <a:ext uri="{C183D7F6-B498-43B3-948B-1728B52AA6E4}">
                <adec:decorative xmlns:adec="http://schemas.microsoft.com/office/drawing/2017/decorative" val="1"/>
              </a:ext>
            </a:extLst>
          </p:cNvPr>
          <p:cNvGrpSpPr/>
          <p:nvPr/>
        </p:nvGrpSpPr>
        <p:grpSpPr>
          <a:xfrm>
            <a:off x="0" y="4681800"/>
            <a:ext cx="2897640" cy="2174400"/>
            <a:chOff x="0" y="4681800"/>
            <a:chExt cx="2897640" cy="2174400"/>
          </a:xfrm>
        </p:grpSpPr>
        <p:sp>
          <p:nvSpPr>
            <p:cNvPr id="866" name="Freeform: Shape 18">
              <a:extLs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/>
            <p:nvPr/>
          </p:nvSpPr>
          <p:spPr>
            <a:xfrm flipV="1">
              <a:off x="360" y="4850280"/>
              <a:ext cx="2884680" cy="2005920"/>
            </a:xfrm>
            <a:custGeom>
              <a:avLst/>
              <a:gdLst>
                <a:gd name="textAreaLeft" fmla="*/ 0 w 2884680"/>
                <a:gd name="textAreaRight" fmla="*/ 2885760 w 2884680"/>
                <a:gd name="textAreaTop" fmla="*/ 720 h 2005920"/>
                <a:gd name="textAreaBottom" fmla="*/ 2007720 h 2005920"/>
              </a:gdLst>
              <a:ahLst/>
              <a:rect l="textAreaLeft" t="textAreaTop" r="textAreaRight" b="textAreaBottom"/>
              <a:pathLst>
                <a:path w="3815424" h="2653659">
                  <a:moveTo>
                    <a:pt x="3203055" y="0"/>
                  </a:moveTo>
                  <a:lnTo>
                    <a:pt x="3815424" y="0"/>
                  </a:lnTo>
                  <a:lnTo>
                    <a:pt x="3801025" y="214243"/>
                  </a:lnTo>
                  <a:cubicBezTo>
                    <a:pt x="3616317" y="1584467"/>
                    <a:pt x="2091637" y="2653659"/>
                    <a:pt x="587142" y="2653659"/>
                  </a:cubicBezTo>
                  <a:cubicBezTo>
                    <a:pt x="400192" y="2653659"/>
                    <a:pt x="222112" y="2636953"/>
                    <a:pt x="53389" y="2605041"/>
                  </a:cubicBezTo>
                  <a:lnTo>
                    <a:pt x="0" y="2593136"/>
                  </a:lnTo>
                  <a:lnTo>
                    <a:pt x="0" y="1994836"/>
                  </a:lnTo>
                  <a:lnTo>
                    <a:pt x="159710" y="2035054"/>
                  </a:lnTo>
                  <a:cubicBezTo>
                    <a:pt x="295467" y="2061726"/>
                    <a:pt x="438268" y="2075152"/>
                    <a:pt x="587142" y="2075152"/>
                  </a:cubicBezTo>
                  <a:cubicBezTo>
                    <a:pt x="901731" y="2075152"/>
                    <a:pt x="1234490" y="2014697"/>
                    <a:pt x="1549283" y="1900153"/>
                  </a:cubicBezTo>
                  <a:cubicBezTo>
                    <a:pt x="1860709" y="1786959"/>
                    <a:pt x="2157231" y="1620350"/>
                    <a:pt x="2406698" y="1418450"/>
                  </a:cubicBezTo>
                  <a:cubicBezTo>
                    <a:pt x="2655859" y="1216840"/>
                    <a:pt x="2859596" y="978302"/>
                    <a:pt x="2996069" y="728678"/>
                  </a:cubicBezTo>
                  <a:cubicBezTo>
                    <a:pt x="3101178" y="536396"/>
                    <a:pt x="3167417" y="338366"/>
                    <a:pt x="3193967" y="137719"/>
                  </a:cubicBezTo>
                  <a:close/>
                </a:path>
              </a:pathLst>
            </a:custGeom>
            <a:gradFill rotWithShape="0">
              <a:gsLst>
                <a:gs pos="2000">
                  <a:srgbClr val="ffffff">
                    <a:alpha val="10000"/>
                  </a:srgbClr>
                </a:gs>
                <a:gs pos="16000">
                  <a:srgbClr val="f19d19">
                    <a:alpha val="10000"/>
                  </a:srgbClr>
                </a:gs>
                <a:gs pos="85000">
                  <a:srgbClr val="1d9a78">
                    <a:alpha val="10000"/>
                  </a:srgbClr>
                </a:gs>
                <a:gs pos="100000">
                  <a:srgbClr val="ffffff">
                    <a:alpha val="10000"/>
                  </a:srgbClr>
                </a:gs>
              </a:gsLst>
              <a:lin ang="9600000"/>
            </a:gra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/>
          </p:style>
          <p:txBody>
            <a:bodyPr lIns="90000" rIns="90000" tIns="45000" bIns="45000" anchor="ctr">
              <a:noAutofit/>
            </a:bodyPr>
            <a:p>
              <a:pPr algn="ctr" defTabSz="914400">
                <a:lnSpc>
                  <a:spcPct val="100000"/>
                </a:lnSpc>
              </a:pPr>
              <a:endParaRPr b="0" lang="en-US" sz="1800" strike="noStrike" u="none">
                <a:solidFill>
                  <a:schemeClr val="lt1"/>
                </a:solidFill>
                <a:uFillTx/>
                <a:latin typeface="Calibri"/>
              </a:endParaRPr>
            </a:p>
          </p:txBody>
        </p:sp>
        <p:sp>
          <p:nvSpPr>
            <p:cNvPr id="867" name="Freeform: Shape 19">
              <a:extLs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/>
            <p:nvPr/>
          </p:nvSpPr>
          <p:spPr>
            <a:xfrm flipV="1">
              <a:off x="360" y="4850280"/>
              <a:ext cx="2884680" cy="2005920"/>
            </a:xfrm>
            <a:custGeom>
              <a:avLst/>
              <a:gdLst>
                <a:gd name="textAreaLeft" fmla="*/ 0 w 2884680"/>
                <a:gd name="textAreaRight" fmla="*/ 2885760 w 2884680"/>
                <a:gd name="textAreaTop" fmla="*/ 720 h 2005920"/>
                <a:gd name="textAreaBottom" fmla="*/ 2007720 h 2005920"/>
              </a:gdLst>
              <a:ahLst/>
              <a:rect l="textAreaLeft" t="textAreaTop" r="textAreaRight" b="textAreaBottom"/>
              <a:pathLst>
                <a:path w="3815424" h="2653660">
                  <a:moveTo>
                    <a:pt x="3305038" y="0"/>
                  </a:moveTo>
                  <a:lnTo>
                    <a:pt x="3815424" y="0"/>
                  </a:lnTo>
                  <a:lnTo>
                    <a:pt x="3801025" y="214244"/>
                  </a:lnTo>
                  <a:cubicBezTo>
                    <a:pt x="3616317" y="1584467"/>
                    <a:pt x="2091637" y="2653660"/>
                    <a:pt x="587142" y="2653660"/>
                  </a:cubicBezTo>
                  <a:cubicBezTo>
                    <a:pt x="400192" y="2653660"/>
                    <a:pt x="222112" y="2636954"/>
                    <a:pt x="53389" y="2605042"/>
                  </a:cubicBezTo>
                  <a:lnTo>
                    <a:pt x="0" y="2593137"/>
                  </a:lnTo>
                  <a:lnTo>
                    <a:pt x="0" y="2094444"/>
                  </a:lnTo>
                  <a:lnTo>
                    <a:pt x="137675" y="2129195"/>
                  </a:lnTo>
                  <a:cubicBezTo>
                    <a:pt x="280616" y="2157374"/>
                    <a:pt x="430766" y="2171571"/>
                    <a:pt x="587142" y="2171571"/>
                  </a:cubicBezTo>
                  <a:cubicBezTo>
                    <a:pt x="918879" y="2171571"/>
                    <a:pt x="1254904" y="2110634"/>
                    <a:pt x="1585826" y="1990112"/>
                  </a:cubicBezTo>
                  <a:cubicBezTo>
                    <a:pt x="1908071" y="1873061"/>
                    <a:pt x="2214800" y="1700666"/>
                    <a:pt x="2473046" y="1491633"/>
                  </a:cubicBezTo>
                  <a:cubicBezTo>
                    <a:pt x="2735782" y="1279031"/>
                    <a:pt x="2942276" y="1037118"/>
                    <a:pt x="3086710" y="772838"/>
                  </a:cubicBezTo>
                  <a:cubicBezTo>
                    <a:pt x="3197408" y="570216"/>
                    <a:pt x="3267226" y="361248"/>
                    <a:pt x="3295217" y="149229"/>
                  </a:cubicBezTo>
                  <a:close/>
                </a:path>
              </a:pathLst>
            </a:custGeom>
            <a:gradFill rotWithShape="0">
              <a:gsLst>
                <a:gs pos="2000">
                  <a:srgbClr val="ffffff">
                    <a:alpha val="10000"/>
                  </a:srgbClr>
                </a:gs>
                <a:gs pos="16000">
                  <a:srgbClr val="f19d19">
                    <a:alpha val="10000"/>
                  </a:srgbClr>
                </a:gs>
                <a:gs pos="85000">
                  <a:srgbClr val="1d9a78">
                    <a:alpha val="10000"/>
                  </a:srgbClr>
                </a:gs>
                <a:gs pos="100000">
                  <a:srgbClr val="ffffff">
                    <a:alpha val="10000"/>
                  </a:srgbClr>
                </a:gs>
              </a:gsLst>
              <a:lin ang="9600000"/>
            </a:gra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/>
          </p:style>
          <p:txBody>
            <a:bodyPr lIns="90000" rIns="90000" tIns="45000" bIns="45000" anchor="ctr">
              <a:noAutofit/>
            </a:bodyPr>
            <a:p>
              <a:pPr algn="ctr" defTabSz="914400">
                <a:lnSpc>
                  <a:spcPct val="100000"/>
                </a:lnSpc>
              </a:pPr>
              <a:endParaRPr b="0" lang="en-US" sz="1800" strike="noStrike" u="none">
                <a:solidFill>
                  <a:schemeClr val="lt1"/>
                </a:solidFill>
                <a:uFillTx/>
                <a:latin typeface="Calibri"/>
              </a:endParaRPr>
            </a:p>
          </p:txBody>
        </p:sp>
        <p:sp>
          <p:nvSpPr>
            <p:cNvPr id="868" name="Freeform: Shape 20">
              <a:extLs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/>
            <p:nvPr/>
          </p:nvSpPr>
          <p:spPr>
            <a:xfrm flipV="1">
              <a:off x="0" y="4832640"/>
              <a:ext cx="2885040" cy="2022840"/>
            </a:xfrm>
            <a:custGeom>
              <a:avLst/>
              <a:gdLst>
                <a:gd name="textAreaLeft" fmla="*/ 0 w 2885040"/>
                <a:gd name="textAreaRight" fmla="*/ 2886120 w 2885040"/>
                <a:gd name="textAreaTop" fmla="*/ -720 h 2022840"/>
                <a:gd name="textAreaBottom" fmla="*/ 2023200 h 2022840"/>
              </a:gdLst>
              <a:ahLst/>
              <a:rect l="textAreaLeft" t="textAreaTop" r="textAreaRight" b="textAreaBottom"/>
              <a:pathLst>
                <a:path w="3815986" h="2675935">
                  <a:moveTo>
                    <a:pt x="3648768" y="0"/>
                  </a:moveTo>
                  <a:lnTo>
                    <a:pt x="3815986" y="0"/>
                  </a:lnTo>
                  <a:lnTo>
                    <a:pt x="3804695" y="200084"/>
                  </a:lnTo>
                  <a:cubicBezTo>
                    <a:pt x="3795228" y="285751"/>
                    <a:pt x="3781167" y="371032"/>
                    <a:pt x="3762590" y="455543"/>
                  </a:cubicBezTo>
                  <a:cubicBezTo>
                    <a:pt x="3725537" y="624467"/>
                    <a:pt x="3668784" y="790112"/>
                    <a:pt x="3592332" y="947274"/>
                  </a:cubicBezTo>
                  <a:cubicBezTo>
                    <a:pt x="3438712" y="1261596"/>
                    <a:pt x="3216091" y="1542847"/>
                    <a:pt x="2953967" y="1782349"/>
                  </a:cubicBezTo>
                  <a:cubicBezTo>
                    <a:pt x="2822599" y="1902099"/>
                    <a:pt x="2680615" y="2011341"/>
                    <a:pt x="2530669" y="2109494"/>
                  </a:cubicBezTo>
                  <a:cubicBezTo>
                    <a:pt x="2380520" y="2207551"/>
                    <a:pt x="2222510" y="2294906"/>
                    <a:pt x="2057561" y="2369245"/>
                  </a:cubicBezTo>
                  <a:cubicBezTo>
                    <a:pt x="1727252" y="2516859"/>
                    <a:pt x="1371629" y="2614434"/>
                    <a:pt x="1007330" y="2655701"/>
                  </a:cubicBezTo>
                  <a:cubicBezTo>
                    <a:pt x="916281" y="2665873"/>
                    <a:pt x="824568" y="2672188"/>
                    <a:pt x="732765" y="2674696"/>
                  </a:cubicBezTo>
                  <a:cubicBezTo>
                    <a:pt x="640963" y="2677203"/>
                    <a:pt x="549072" y="2675901"/>
                    <a:pt x="457666" y="2670839"/>
                  </a:cubicBezTo>
                  <a:cubicBezTo>
                    <a:pt x="366106" y="2665584"/>
                    <a:pt x="274572" y="2656521"/>
                    <a:pt x="183574" y="2643312"/>
                  </a:cubicBezTo>
                  <a:lnTo>
                    <a:pt x="0" y="2607798"/>
                  </a:lnTo>
                  <a:lnTo>
                    <a:pt x="0" y="2356652"/>
                  </a:lnTo>
                  <a:lnTo>
                    <a:pt x="222195" y="2396940"/>
                  </a:lnTo>
                  <a:cubicBezTo>
                    <a:pt x="304990" y="2407980"/>
                    <a:pt x="388511" y="2415283"/>
                    <a:pt x="472364" y="2419092"/>
                  </a:cubicBezTo>
                  <a:cubicBezTo>
                    <a:pt x="640376" y="2427095"/>
                    <a:pt x="808184" y="2421791"/>
                    <a:pt x="974972" y="2402122"/>
                  </a:cubicBezTo>
                  <a:cubicBezTo>
                    <a:pt x="1141658" y="2382358"/>
                    <a:pt x="1306812" y="2349286"/>
                    <a:pt x="1468292" y="2304162"/>
                  </a:cubicBezTo>
                  <a:cubicBezTo>
                    <a:pt x="1629874" y="2259231"/>
                    <a:pt x="1787475" y="2201091"/>
                    <a:pt x="1940176" y="2133695"/>
                  </a:cubicBezTo>
                  <a:cubicBezTo>
                    <a:pt x="2246498" y="2000349"/>
                    <a:pt x="2532507" y="1823520"/>
                    <a:pt x="2783403" y="1609954"/>
                  </a:cubicBezTo>
                  <a:cubicBezTo>
                    <a:pt x="2908442" y="1502833"/>
                    <a:pt x="3024295" y="1385975"/>
                    <a:pt x="3128104" y="1260439"/>
                  </a:cubicBezTo>
                  <a:cubicBezTo>
                    <a:pt x="3232116" y="1135096"/>
                    <a:pt x="3323881" y="1000689"/>
                    <a:pt x="3400639" y="859052"/>
                  </a:cubicBezTo>
                  <a:cubicBezTo>
                    <a:pt x="3477399" y="717510"/>
                    <a:pt x="3541296" y="569316"/>
                    <a:pt x="3585595" y="415336"/>
                  </a:cubicBezTo>
                  <a:cubicBezTo>
                    <a:pt x="3607796" y="338540"/>
                    <a:pt x="3624638" y="260224"/>
                    <a:pt x="3635918" y="181137"/>
                  </a:cubicBezTo>
                  <a:close/>
                </a:path>
              </a:pathLst>
            </a:custGeom>
            <a:gradFill rotWithShape="0">
              <a:gsLst>
                <a:gs pos="2000">
                  <a:srgbClr val="ffffff">
                    <a:alpha val="10000"/>
                  </a:srgbClr>
                </a:gs>
                <a:gs pos="16000">
                  <a:srgbClr val="f19d19">
                    <a:alpha val="10000"/>
                  </a:srgbClr>
                </a:gs>
                <a:gs pos="85000">
                  <a:srgbClr val="1d9a78">
                    <a:alpha val="10000"/>
                  </a:srgbClr>
                </a:gs>
                <a:gs pos="100000">
                  <a:srgbClr val="ffffff">
                    <a:alpha val="10000"/>
                  </a:srgbClr>
                </a:gs>
              </a:gsLst>
              <a:lin ang="9600000"/>
            </a:gra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/>
          </p:style>
          <p:txBody>
            <a:bodyPr lIns="90000" rIns="90000" tIns="45000" bIns="45000" anchor="ctr">
              <a:noAutofit/>
            </a:bodyPr>
            <a:p>
              <a:pPr algn="ctr" defTabSz="914400">
                <a:lnSpc>
                  <a:spcPct val="100000"/>
                </a:lnSpc>
              </a:pPr>
              <a:endParaRPr b="0" lang="en-US" sz="1800" strike="noStrike" u="none">
                <a:solidFill>
                  <a:schemeClr val="lt1"/>
                </a:solidFill>
                <a:uFillTx/>
                <a:latin typeface="Calibri"/>
              </a:endParaRPr>
            </a:p>
          </p:txBody>
        </p:sp>
        <p:sp>
          <p:nvSpPr>
            <p:cNvPr id="869" name="Freeform: Shape 21">
              <a:extLs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/>
            <p:nvPr/>
          </p:nvSpPr>
          <p:spPr>
            <a:xfrm flipV="1">
              <a:off x="360" y="4681800"/>
              <a:ext cx="2897280" cy="2174400"/>
            </a:xfrm>
            <a:custGeom>
              <a:avLst/>
              <a:gdLst>
                <a:gd name="textAreaLeft" fmla="*/ 0 w 2897280"/>
                <a:gd name="textAreaRight" fmla="*/ 2898360 w 2897280"/>
                <a:gd name="textAreaTop" fmla="*/ 720 h 2174400"/>
                <a:gd name="textAreaBottom" fmla="*/ 2176200 h 2174400"/>
              </a:gdLst>
              <a:ahLst/>
              <a:rect l="textAreaLeft" t="textAreaTop" r="textAreaRight" b="textAreaBottom"/>
              <a:pathLst>
                <a:path w="3832270" h="2876136">
                  <a:moveTo>
                    <a:pt x="3800718" y="0"/>
                  </a:moveTo>
                  <a:lnTo>
                    <a:pt x="3832270" y="0"/>
                  </a:lnTo>
                  <a:lnTo>
                    <a:pt x="3824562" y="143769"/>
                  </a:lnTo>
                  <a:cubicBezTo>
                    <a:pt x="3797131" y="409191"/>
                    <a:pt x="3730585" y="671345"/>
                    <a:pt x="3628155" y="922055"/>
                  </a:cubicBezTo>
                  <a:cubicBezTo>
                    <a:pt x="3593858" y="1005553"/>
                    <a:pt x="3556704" y="1088280"/>
                    <a:pt x="3514853" y="1169078"/>
                  </a:cubicBezTo>
                  <a:cubicBezTo>
                    <a:pt x="3473616" y="1250166"/>
                    <a:pt x="3428194" y="1329517"/>
                    <a:pt x="3379198" y="1407037"/>
                  </a:cubicBezTo>
                  <a:cubicBezTo>
                    <a:pt x="3281106" y="1561980"/>
                    <a:pt x="3169132" y="1710174"/>
                    <a:pt x="3043787" y="1848342"/>
                  </a:cubicBezTo>
                  <a:cubicBezTo>
                    <a:pt x="2980806" y="1917184"/>
                    <a:pt x="2915071" y="1984001"/>
                    <a:pt x="2845661" y="2047444"/>
                  </a:cubicBezTo>
                  <a:cubicBezTo>
                    <a:pt x="2828411" y="2063450"/>
                    <a:pt x="2811060" y="2079263"/>
                    <a:pt x="2793197" y="2094689"/>
                  </a:cubicBezTo>
                  <a:cubicBezTo>
                    <a:pt x="2775436" y="2110213"/>
                    <a:pt x="2757982" y="2126025"/>
                    <a:pt x="2739710" y="2140969"/>
                  </a:cubicBezTo>
                  <a:cubicBezTo>
                    <a:pt x="2703576" y="2171341"/>
                    <a:pt x="2666524" y="2200749"/>
                    <a:pt x="2629166" y="2229867"/>
                  </a:cubicBezTo>
                  <a:cubicBezTo>
                    <a:pt x="2479015" y="2345569"/>
                    <a:pt x="2316821" y="2448061"/>
                    <a:pt x="2145952" y="2535994"/>
                  </a:cubicBezTo>
                  <a:cubicBezTo>
                    <a:pt x="1804312" y="2711957"/>
                    <a:pt x="1424600" y="2826982"/>
                    <a:pt x="1034987" y="2863910"/>
                  </a:cubicBezTo>
                  <a:cubicBezTo>
                    <a:pt x="937762" y="2873167"/>
                    <a:pt x="839720" y="2877096"/>
                    <a:pt x="741909" y="2875939"/>
                  </a:cubicBezTo>
                  <a:cubicBezTo>
                    <a:pt x="644097" y="2874782"/>
                    <a:pt x="546515" y="2868539"/>
                    <a:pt x="450208" y="2857451"/>
                  </a:cubicBezTo>
                  <a:cubicBezTo>
                    <a:pt x="305520" y="2840674"/>
                    <a:pt x="162095" y="2813810"/>
                    <a:pt x="22215" y="2775923"/>
                  </a:cubicBezTo>
                  <a:lnTo>
                    <a:pt x="0" y="2769256"/>
                  </a:lnTo>
                  <a:lnTo>
                    <a:pt x="0" y="2590612"/>
                  </a:lnTo>
                  <a:lnTo>
                    <a:pt x="199046" y="2627410"/>
                  </a:lnTo>
                  <a:cubicBezTo>
                    <a:pt x="288321" y="2639209"/>
                    <a:pt x="378197" y="2646537"/>
                    <a:pt x="468174" y="2649670"/>
                  </a:cubicBezTo>
                  <a:cubicBezTo>
                    <a:pt x="648333" y="2656805"/>
                    <a:pt x="826655" y="2647163"/>
                    <a:pt x="1003650" y="2622480"/>
                  </a:cubicBezTo>
                  <a:cubicBezTo>
                    <a:pt x="1091943" y="2609658"/>
                    <a:pt x="1179725" y="2593747"/>
                    <a:pt x="1266489" y="2573982"/>
                  </a:cubicBezTo>
                  <a:cubicBezTo>
                    <a:pt x="1353250" y="2553927"/>
                    <a:pt x="1439298" y="2531076"/>
                    <a:pt x="1524223" y="2504657"/>
                  </a:cubicBezTo>
                  <a:cubicBezTo>
                    <a:pt x="1609149" y="2478336"/>
                    <a:pt x="1693052" y="2448833"/>
                    <a:pt x="1775731" y="2416243"/>
                  </a:cubicBezTo>
                  <a:cubicBezTo>
                    <a:pt x="1858309" y="2383557"/>
                    <a:pt x="1939764" y="2347882"/>
                    <a:pt x="2019789" y="2309412"/>
                  </a:cubicBezTo>
                  <a:cubicBezTo>
                    <a:pt x="2179839" y="2232567"/>
                    <a:pt x="2334583" y="2144923"/>
                    <a:pt x="2482486" y="2046962"/>
                  </a:cubicBezTo>
                  <a:cubicBezTo>
                    <a:pt x="2519334" y="2022376"/>
                    <a:pt x="2556081" y="1997403"/>
                    <a:pt x="2591908" y="1971371"/>
                  </a:cubicBezTo>
                  <a:cubicBezTo>
                    <a:pt x="2610077" y="1958644"/>
                    <a:pt x="2627838" y="1945434"/>
                    <a:pt x="2645702" y="1932321"/>
                  </a:cubicBezTo>
                  <a:cubicBezTo>
                    <a:pt x="2663666" y="1919305"/>
                    <a:pt x="2681325" y="1905903"/>
                    <a:pt x="2698779" y="1892309"/>
                  </a:cubicBezTo>
                  <a:cubicBezTo>
                    <a:pt x="2768903" y="1838025"/>
                    <a:pt x="2837496" y="1781717"/>
                    <a:pt x="2903537" y="1722516"/>
                  </a:cubicBezTo>
                  <a:cubicBezTo>
                    <a:pt x="3035926" y="1604501"/>
                    <a:pt x="3158720" y="1475784"/>
                    <a:pt x="3269061" y="1337327"/>
                  </a:cubicBezTo>
                  <a:cubicBezTo>
                    <a:pt x="3324182" y="1268099"/>
                    <a:pt x="3376341" y="1196461"/>
                    <a:pt x="3424928" y="1122508"/>
                  </a:cubicBezTo>
                  <a:cubicBezTo>
                    <a:pt x="3472697" y="1048170"/>
                    <a:pt x="3517814" y="972000"/>
                    <a:pt x="3557622" y="893226"/>
                  </a:cubicBezTo>
                  <a:cubicBezTo>
                    <a:pt x="3567931" y="873654"/>
                    <a:pt x="3577526" y="853791"/>
                    <a:pt x="3587019" y="833929"/>
                  </a:cubicBezTo>
                  <a:lnTo>
                    <a:pt x="3601310" y="804040"/>
                  </a:lnTo>
                  <a:lnTo>
                    <a:pt x="3614885" y="773861"/>
                  </a:lnTo>
                  <a:cubicBezTo>
                    <a:pt x="3623766" y="753709"/>
                    <a:pt x="3632748" y="733559"/>
                    <a:pt x="3640812" y="713022"/>
                  </a:cubicBezTo>
                  <a:cubicBezTo>
                    <a:pt x="3648876" y="692485"/>
                    <a:pt x="3657756" y="672236"/>
                    <a:pt x="3665105" y="651506"/>
                  </a:cubicBezTo>
                  <a:cubicBezTo>
                    <a:pt x="3696544" y="569166"/>
                    <a:pt x="3723185" y="485089"/>
                    <a:pt x="3744110" y="399567"/>
                  </a:cubicBezTo>
                  <a:cubicBezTo>
                    <a:pt x="3765341" y="314238"/>
                    <a:pt x="3781392" y="227654"/>
                    <a:pt x="3792123" y="140444"/>
                  </a:cubicBezTo>
                  <a:close/>
                </a:path>
              </a:pathLst>
            </a:custGeom>
            <a:gradFill rotWithShape="0">
              <a:gsLst>
                <a:gs pos="2000">
                  <a:srgbClr val="ffffff">
                    <a:alpha val="10000"/>
                  </a:srgbClr>
                </a:gs>
                <a:gs pos="16000">
                  <a:srgbClr val="f19d19">
                    <a:alpha val="10000"/>
                  </a:srgbClr>
                </a:gs>
                <a:gs pos="85000">
                  <a:srgbClr val="1d9a78">
                    <a:alpha val="10000"/>
                  </a:srgbClr>
                </a:gs>
                <a:gs pos="100000">
                  <a:srgbClr val="ffffff">
                    <a:alpha val="10000"/>
                  </a:srgbClr>
                </a:gs>
              </a:gsLst>
              <a:lin ang="9600000"/>
            </a:gra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/>
          </p:style>
          <p:txBody>
            <a:bodyPr lIns="90000" rIns="90000" tIns="45000" bIns="45000" anchor="ctr">
              <a:noAutofit/>
            </a:bodyPr>
            <a:p>
              <a:pPr algn="ctr" defTabSz="914400">
                <a:lnSpc>
                  <a:spcPct val="100000"/>
                </a:lnSpc>
              </a:pPr>
              <a:endParaRPr b="0" lang="en-US" sz="1800" strike="noStrike" u="none">
                <a:solidFill>
                  <a:schemeClr val="lt1"/>
                </a:solidFill>
                <a:uFillTx/>
                <a:latin typeface="Calibri"/>
              </a:endParaRPr>
            </a:p>
          </p:txBody>
        </p:sp>
      </p:grp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168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bg>
      <p:bgPr>
        <a:solidFill>
          <a:schemeClr val="lt1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 useBgFill="1">
        <p:nvSpPr>
          <p:cNvPr id="870" name="Rectangle 12">
            <a:extLst>
              <a:ext uri="{C183D7F6-B498-43B3-948B-1728B52AA6E4}">
                <adec:decorative xmlns:adec="http://schemas.microsoft.com/office/drawing/2017/decorative" val="1"/>
              </a:ext>
            </a:extLst>
          </p:cNvPr>
          <p:cNvSpPr/>
          <p:nvPr/>
        </p:nvSpPr>
        <p:spPr>
          <a:xfrm>
            <a:off x="0" y="0"/>
            <a:ext cx="12191040" cy="6856920"/>
          </a:xfrm>
          <a:prstGeom prst="rect">
            <a:avLst/>
          </a:prstGeom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 algn="ctr" defTabSz="914400">
              <a:lnSpc>
                <a:spcPct val="100000"/>
              </a:lnSpc>
            </a:pPr>
            <a:endParaRPr b="0" lang="en-US" sz="1800" strike="noStrike" u="none">
              <a:solidFill>
                <a:schemeClr val="lt1"/>
              </a:solidFill>
              <a:uFillTx/>
              <a:latin typeface="Calibri"/>
            </a:endParaRPr>
          </a:p>
        </p:txBody>
      </p:sp>
      <p:sp>
        <p:nvSpPr>
          <p:cNvPr id="871" name="Rectangle 14">
            <a:extLst>
              <a:ext uri="{C183D7F6-B498-43B3-948B-1728B52AA6E4}">
                <adec:decorative xmlns:adec="http://schemas.microsoft.com/office/drawing/2017/decorative" val="1"/>
              </a:ext>
            </a:extLst>
          </p:cNvPr>
          <p:cNvSpPr/>
          <p:nvPr/>
        </p:nvSpPr>
        <p:spPr>
          <a:xfrm rot="10800000">
            <a:off x="1080" y="-21600"/>
            <a:ext cx="12191040" cy="4372920"/>
          </a:xfrm>
          <a:prstGeom prst="rect">
            <a:avLst/>
          </a:prstGeom>
          <a:gradFill rotWithShape="0">
            <a:gsLst>
              <a:gs pos="0">
                <a:srgbClr val="16735a"/>
              </a:gs>
              <a:gs pos="100000">
                <a:srgbClr val="000000"/>
              </a:gs>
            </a:gsLst>
            <a:lin ang="4200000"/>
          </a:gra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 algn="ctr" defTabSz="914400">
              <a:lnSpc>
                <a:spcPct val="100000"/>
              </a:lnSpc>
            </a:pPr>
            <a:endParaRPr b="0" lang="en-US" sz="1800" strike="noStrike" u="none">
              <a:solidFill>
                <a:schemeClr val="lt1"/>
              </a:solidFill>
              <a:uFillTx/>
              <a:latin typeface="Calibri"/>
            </a:endParaRPr>
          </a:p>
        </p:txBody>
      </p:sp>
      <p:sp>
        <p:nvSpPr>
          <p:cNvPr id="872" name="Rectangle 16">
            <a:extLst>
              <a:ext uri="{C183D7F6-B498-43B3-948B-1728B52AA6E4}">
                <adec:decorative xmlns:adec="http://schemas.microsoft.com/office/drawing/2017/decorative" val="1"/>
              </a:ext>
            </a:extLst>
          </p:cNvPr>
          <p:cNvSpPr/>
          <p:nvPr/>
        </p:nvSpPr>
        <p:spPr>
          <a:xfrm rot="5400000">
            <a:off x="3909600" y="-3931560"/>
            <a:ext cx="4373640" cy="12191040"/>
          </a:xfrm>
          <a:prstGeom prst="rect">
            <a:avLst/>
          </a:prstGeom>
          <a:gradFill rotWithShape="0">
            <a:gsLst>
              <a:gs pos="40000">
                <a:srgbClr val="1d9a78">
                  <a:alpha val="0"/>
                </a:srgbClr>
              </a:gs>
              <a:gs pos="100000">
                <a:srgbClr val="16735a">
                  <a:alpha val="52000"/>
                </a:srgbClr>
              </a:gs>
            </a:gsLst>
            <a:lin ang="7800000"/>
          </a:gra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 algn="ctr" defTabSz="914400">
              <a:lnSpc>
                <a:spcPct val="100000"/>
              </a:lnSpc>
            </a:pPr>
            <a:endParaRPr b="0" lang="en-US" sz="1800" strike="noStrike" u="none">
              <a:solidFill>
                <a:schemeClr val="lt1"/>
              </a:solidFill>
              <a:uFillTx/>
              <a:latin typeface="Calibri"/>
            </a:endParaRPr>
          </a:p>
        </p:txBody>
      </p:sp>
      <p:sp>
        <p:nvSpPr>
          <p:cNvPr id="873" name="Rectangle 18">
            <a:extLst>
              <a:ext uri="{C183D7F6-B498-43B3-948B-1728B52AA6E4}">
                <adec:decorative xmlns:adec="http://schemas.microsoft.com/office/drawing/2017/decorative" val="1"/>
              </a:ext>
            </a:extLst>
          </p:cNvPr>
          <p:cNvSpPr/>
          <p:nvPr/>
        </p:nvSpPr>
        <p:spPr>
          <a:xfrm rot="5400000">
            <a:off x="4137840" y="-3703680"/>
            <a:ext cx="4372920" cy="11735280"/>
          </a:xfrm>
          <a:prstGeom prst="rect">
            <a:avLst/>
          </a:prstGeom>
          <a:gradFill rotWithShape="0">
            <a:gsLst>
              <a:gs pos="17000">
                <a:srgbClr val="1d9a78">
                  <a:alpha val="0"/>
                </a:srgbClr>
              </a:gs>
              <a:gs pos="100000">
                <a:srgbClr val="000000">
                  <a:alpha val="37000"/>
                </a:srgbClr>
              </a:gs>
            </a:gsLst>
            <a:lin ang="13200000"/>
          </a:gra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 algn="ctr" defTabSz="914400">
              <a:lnSpc>
                <a:spcPct val="100000"/>
              </a:lnSpc>
            </a:pPr>
            <a:endParaRPr b="0" lang="en-US" sz="1800" strike="noStrike" u="none">
              <a:solidFill>
                <a:schemeClr val="lt1"/>
              </a:solidFill>
              <a:uFillTx/>
              <a:latin typeface="Calibri"/>
            </a:endParaRPr>
          </a:p>
        </p:txBody>
      </p:sp>
      <p:sp>
        <p:nvSpPr>
          <p:cNvPr id="874" name="Rectangle 20">
            <a:extLst>
              <a:ext uri="{C183D7F6-B498-43B3-948B-1728B52AA6E4}">
                <adec:decorative xmlns:adec="http://schemas.microsoft.com/office/drawing/2017/decorative" val="1"/>
              </a:ext>
            </a:extLst>
          </p:cNvPr>
          <p:cNvSpPr/>
          <p:nvPr/>
        </p:nvSpPr>
        <p:spPr>
          <a:xfrm>
            <a:off x="0" y="-22680"/>
            <a:ext cx="8541360" cy="4372920"/>
          </a:xfrm>
          <a:prstGeom prst="rect">
            <a:avLst/>
          </a:prstGeom>
          <a:gradFill rotWithShape="0">
            <a:gsLst>
              <a:gs pos="0">
                <a:srgbClr val="0e4d3c">
                  <a:alpha val="0"/>
                </a:srgbClr>
              </a:gs>
              <a:gs pos="100000">
                <a:srgbClr val="000000">
                  <a:alpha val="25000"/>
                </a:srgbClr>
              </a:gs>
            </a:gsLst>
            <a:lin ang="18600000"/>
          </a:gra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 algn="ctr" defTabSz="914400">
              <a:lnSpc>
                <a:spcPct val="100000"/>
              </a:lnSpc>
            </a:pPr>
            <a:endParaRPr b="0" lang="en-US" sz="1800" strike="noStrike" u="none">
              <a:solidFill>
                <a:schemeClr val="lt1"/>
              </a:solidFill>
              <a:uFillTx/>
              <a:latin typeface="Calibri"/>
            </a:endParaRPr>
          </a:p>
        </p:txBody>
      </p:sp>
      <p:sp>
        <p:nvSpPr>
          <p:cNvPr id="875" name="Freeform: Shape 22">
            <a:extLst>
              <a:ext uri="{C183D7F6-B498-43B3-948B-1728B52AA6E4}">
                <adec:decorative xmlns:adec="http://schemas.microsoft.com/office/drawing/2017/decorative" val="1"/>
              </a:ext>
            </a:extLst>
          </p:cNvPr>
          <p:cNvSpPr/>
          <p:nvPr/>
        </p:nvSpPr>
        <p:spPr>
          <a:xfrm rot="12508800">
            <a:off x="5945400" y="-1029960"/>
            <a:ext cx="4989240" cy="4438080"/>
          </a:xfrm>
          <a:custGeom>
            <a:avLst/>
            <a:gdLst>
              <a:gd name="textAreaLeft" fmla="*/ 0 w 4989240"/>
              <a:gd name="textAreaRight" fmla="*/ 4990320 w 4989240"/>
              <a:gd name="textAreaTop" fmla="*/ 0 h 4438080"/>
              <a:gd name="textAreaBottom" fmla="*/ 4439160 h 4438080"/>
            </a:gdLst>
            <a:ahLst/>
            <a:rect l="textAreaLeft" t="textAreaTop" r="textAreaRight" b="textAreaBottom"/>
            <a:pathLst>
              <a:path w="4990147" h="4439131">
                <a:moveTo>
                  <a:pt x="4990147" y="2229378"/>
                </a:moveTo>
                <a:lnTo>
                  <a:pt x="917384" y="4439131"/>
                </a:lnTo>
                <a:lnTo>
                  <a:pt x="910814" y="4434219"/>
                </a:lnTo>
                <a:cubicBezTo>
                  <a:pt x="354557" y="3975154"/>
                  <a:pt x="0" y="3280421"/>
                  <a:pt x="0" y="2502877"/>
                </a:cubicBezTo>
                <a:cubicBezTo>
                  <a:pt x="0" y="1120576"/>
                  <a:pt x="1120576" y="0"/>
                  <a:pt x="2502877" y="0"/>
                </a:cubicBezTo>
                <a:cubicBezTo>
                  <a:pt x="3712390" y="0"/>
                  <a:pt x="4721520" y="857941"/>
                  <a:pt x="4954904" y="1998460"/>
                </a:cubicBezTo>
                <a:close/>
              </a:path>
            </a:pathLst>
          </a:custGeom>
          <a:gradFill rotWithShape="0">
            <a:gsLst>
              <a:gs pos="0">
                <a:srgbClr val="1d9a78">
                  <a:alpha val="22000"/>
                </a:srgbClr>
              </a:gs>
              <a:gs pos="87000">
                <a:srgbClr val="5ae0bb">
                  <a:alpha val="2000"/>
                </a:srgbClr>
              </a:gs>
            </a:gsLst>
            <a:lin ang="20904000"/>
          </a:gra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 algn="ctr" defTabSz="914400">
              <a:lnSpc>
                <a:spcPct val="100000"/>
              </a:lnSpc>
            </a:pPr>
            <a:endParaRPr b="0" lang="en-US" sz="1800" strike="noStrike" u="none">
              <a:solidFill>
                <a:schemeClr val="lt1"/>
              </a:solidFill>
              <a:uFillTx/>
              <a:latin typeface="Calibri"/>
            </a:endParaRPr>
          </a:p>
        </p:txBody>
      </p:sp>
      <p:sp>
        <p:nvSpPr>
          <p:cNvPr id="876" name="PlaceHolder 1"/>
          <p:cNvSpPr>
            <a:spLocks noGrp="1"/>
          </p:cNvSpPr>
          <p:nvPr>
            <p:ph type="title"/>
          </p:nvPr>
        </p:nvSpPr>
        <p:spPr>
          <a:xfrm>
            <a:off x="1314720" y="735120"/>
            <a:ext cx="10052640" cy="292752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b">
            <a:normAutofit/>
          </a:bodyPr>
          <a:p>
            <a:pPr indent="0" defTabSz="914400">
              <a:lnSpc>
                <a:spcPct val="90000"/>
              </a:lnSpc>
              <a:buNone/>
              <a:tabLst>
                <a:tab algn="l" pos="0"/>
              </a:tabLst>
            </a:pPr>
            <a:r>
              <a:rPr b="0" lang="en-US" sz="4800" strike="noStrike" u="none">
                <a:solidFill>
                  <a:srgbClr val="ffffff"/>
                </a:solidFill>
                <a:uFillTx/>
                <a:latin typeface="Calibri Light"/>
              </a:rPr>
              <a:t>Pipes</a:t>
            </a:r>
            <a:endParaRPr b="0" lang="de-DE" sz="4800" strike="noStrike" u="none">
              <a:solidFill>
                <a:srgbClr val="000000"/>
              </a:solidFill>
              <a:uFillTx/>
              <a:latin typeface="Arial"/>
            </a:endParaRPr>
          </a:p>
        </p:txBody>
      </p:sp>
      <p:sp>
        <p:nvSpPr>
          <p:cNvPr id="877" name="PlaceHolder 2"/>
          <p:cNvSpPr>
            <a:spLocks noGrp="1"/>
          </p:cNvSpPr>
          <p:nvPr>
            <p:ph/>
          </p:nvPr>
        </p:nvSpPr>
        <p:spPr>
          <a:xfrm>
            <a:off x="1350720" y="4870800"/>
            <a:ext cx="10004760" cy="145728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ctr">
            <a:normAutofit/>
          </a:bodyPr>
          <a:p>
            <a:pPr indent="0" defTabSz="914400">
              <a:lnSpc>
                <a:spcPct val="90000"/>
              </a:lnSpc>
              <a:spcBef>
                <a:spcPts val="1001"/>
              </a:spcBef>
              <a:buNone/>
              <a:tabLst>
                <a:tab algn="l" pos="0"/>
              </a:tabLst>
            </a:pPr>
            <a:r>
              <a:rPr b="0" lang="en-US" sz="2400" strike="noStrike" u="none">
                <a:solidFill>
                  <a:schemeClr val="dk1"/>
                </a:solidFill>
                <a:uFillTx/>
                <a:latin typeface="Calibri"/>
              </a:rPr>
              <a:t>Daten für UI aufbereiten</a:t>
            </a:r>
            <a:endParaRPr b="0" lang="de-DE" sz="2400" strike="noStrike" u="none">
              <a:solidFill>
                <a:srgbClr val="000000"/>
              </a:solidFill>
              <a:uFillTx/>
              <a:latin typeface="Arial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169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78" name="PlaceHolder 1"/>
          <p:cNvSpPr>
            <a:spLocks noGrp="1"/>
          </p:cNvSpPr>
          <p:nvPr>
            <p:ph type="title"/>
          </p:nvPr>
        </p:nvSpPr>
        <p:spPr>
          <a:xfrm>
            <a:off x="838080" y="365040"/>
            <a:ext cx="10514520" cy="132444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ctr">
            <a:noAutofit/>
          </a:bodyPr>
          <a:p>
            <a:pPr indent="0" defTabSz="914400">
              <a:lnSpc>
                <a:spcPct val="90000"/>
              </a:lnSpc>
              <a:buNone/>
              <a:tabLst>
                <a:tab algn="l" pos="0"/>
              </a:tabLst>
            </a:pPr>
            <a:r>
              <a:rPr b="0" lang="de-DE" sz="4400" strike="noStrike" u="none">
                <a:solidFill>
                  <a:schemeClr val="dk1"/>
                </a:solidFill>
                <a:uFillTx/>
                <a:latin typeface="Calibri Light"/>
              </a:rPr>
              <a:t>Allgemein</a:t>
            </a:r>
            <a:endParaRPr b="0" lang="de-DE" sz="4400" strike="noStrike" u="none">
              <a:solidFill>
                <a:srgbClr val="000000"/>
              </a:solidFill>
              <a:uFillTx/>
              <a:latin typeface="Arial"/>
            </a:endParaRPr>
          </a:p>
        </p:txBody>
      </p:sp>
      <p:sp>
        <p:nvSpPr>
          <p:cNvPr id="879" name="PlaceHolder 2"/>
          <p:cNvSpPr>
            <a:spLocks noGrp="1"/>
          </p:cNvSpPr>
          <p:nvPr>
            <p:ph/>
          </p:nvPr>
        </p:nvSpPr>
        <p:spPr>
          <a:xfrm>
            <a:off x="838080" y="1825560"/>
            <a:ext cx="10514520" cy="435024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t">
            <a:normAutofit lnSpcReduction="9999"/>
          </a:bodyPr>
          <a:p>
            <a:pPr marL="228600" indent="-228600" defTabSz="914400">
              <a:lnSpc>
                <a:spcPct val="90000"/>
              </a:lnSpc>
              <a:spcBef>
                <a:spcPts val="1001"/>
              </a:spcBef>
              <a:buClr>
                <a:srgbClr val="333333"/>
              </a:buClr>
              <a:buFont typeface="Arial"/>
              <a:buChar char="•"/>
            </a:pPr>
            <a:r>
              <a:rPr b="0" lang="de-DE" sz="2800" strike="noStrike" u="none">
                <a:solidFill>
                  <a:srgbClr val="333333"/>
                </a:solidFill>
                <a:uFillTx/>
                <a:latin typeface="Aller"/>
              </a:rPr>
              <a:t>Daten-Transformation für das UI</a:t>
            </a:r>
            <a:endParaRPr b="0" lang="de-DE" sz="2800" strike="noStrike" u="none">
              <a:solidFill>
                <a:srgbClr val="000000"/>
              </a:solidFill>
              <a:uFillTx/>
              <a:latin typeface="Arial"/>
            </a:endParaRPr>
          </a:p>
          <a:p>
            <a:pPr lvl="1" marL="743040" indent="-285840" defTabSz="914400">
              <a:lnSpc>
                <a:spcPct val="90000"/>
              </a:lnSpc>
              <a:spcBef>
                <a:spcPts val="499"/>
              </a:spcBef>
              <a:buClr>
                <a:srgbClr val="333333"/>
              </a:buClr>
              <a:buFont typeface="Arial"/>
              <a:buChar char="•"/>
            </a:pPr>
            <a:r>
              <a:rPr b="0" lang="de-DE" sz="2400" strike="noStrike" u="none">
                <a:solidFill>
                  <a:srgbClr val="333333"/>
                </a:solidFill>
                <a:uFillTx/>
                <a:latin typeface="Aller"/>
              </a:rPr>
              <a:t>Kleine, wiederverwendbare Operationen für das UI</a:t>
            </a:r>
            <a:endParaRPr b="0" lang="de-DE" sz="2400" strike="noStrike" u="none">
              <a:solidFill>
                <a:srgbClr val="000000"/>
              </a:solidFill>
              <a:uFillTx/>
              <a:latin typeface="Arial"/>
            </a:endParaRPr>
          </a:p>
          <a:p>
            <a:pPr lvl="1" marL="743040" indent="-285840" defTabSz="914400">
              <a:lnSpc>
                <a:spcPct val="90000"/>
              </a:lnSpc>
              <a:spcBef>
                <a:spcPts val="499"/>
              </a:spcBef>
              <a:buClr>
                <a:srgbClr val="333333"/>
              </a:buClr>
              <a:buFont typeface="Arial"/>
              <a:buChar char="•"/>
            </a:pPr>
            <a:r>
              <a:rPr b="0" lang="de-DE" sz="2400" strike="noStrike" u="none">
                <a:solidFill>
                  <a:srgbClr val="333333"/>
                </a:solidFill>
                <a:uFillTx/>
                <a:latin typeface="Aller"/>
              </a:rPr>
              <a:t>An Funktionale Programmierung angelehnt</a:t>
            </a:r>
            <a:endParaRPr b="0" lang="de-DE" sz="2400" strike="noStrike" u="none">
              <a:solidFill>
                <a:srgbClr val="000000"/>
              </a:solidFill>
              <a:uFillTx/>
              <a:latin typeface="Arial"/>
            </a:endParaRPr>
          </a:p>
          <a:p>
            <a:pPr lvl="2" marL="1143000" indent="-228600" defTabSz="914400">
              <a:lnSpc>
                <a:spcPct val="90000"/>
              </a:lnSpc>
              <a:spcBef>
                <a:spcPts val="499"/>
              </a:spcBef>
              <a:buClr>
                <a:srgbClr val="333333"/>
              </a:buClr>
              <a:buFont typeface="Arial"/>
              <a:buChar char="•"/>
            </a:pPr>
            <a:r>
              <a:rPr b="0" lang="de-DE" sz="2000" strike="noStrike" u="none">
                <a:solidFill>
                  <a:srgbClr val="333333"/>
                </a:solidFill>
                <a:uFillTx/>
                <a:latin typeface="Aller"/>
              </a:rPr>
              <a:t>Daten und Konfiguration per Parameter</a:t>
            </a:r>
            <a:endParaRPr b="0" lang="de-DE" sz="2000" strike="noStrike" u="none">
              <a:solidFill>
                <a:srgbClr val="000000"/>
              </a:solidFill>
              <a:uFillTx/>
              <a:latin typeface="Arial"/>
            </a:endParaRPr>
          </a:p>
          <a:p>
            <a:pPr lvl="2" marL="1143000" indent="-228600" defTabSz="914400">
              <a:lnSpc>
                <a:spcPct val="90000"/>
              </a:lnSpc>
              <a:spcBef>
                <a:spcPts val="499"/>
              </a:spcBef>
              <a:buClr>
                <a:srgbClr val="333333"/>
              </a:buClr>
              <a:buFont typeface="Arial"/>
              <a:buChar char="•"/>
            </a:pPr>
            <a:r>
              <a:rPr b="0" lang="de-DE" sz="2000" strike="noStrike" u="none">
                <a:solidFill>
                  <a:srgbClr val="333333"/>
                </a:solidFill>
                <a:uFillTx/>
                <a:latin typeface="Aller"/>
              </a:rPr>
              <a:t>Pipe verändert ursprünglichen Wert nicht</a:t>
            </a:r>
            <a:endParaRPr b="0" lang="de-DE" sz="2000" strike="noStrike" u="none">
              <a:solidFill>
                <a:srgbClr val="000000"/>
              </a:solidFill>
              <a:uFillTx/>
              <a:latin typeface="Arial"/>
            </a:endParaRPr>
          </a:p>
          <a:p>
            <a:pPr marL="228600" indent="-228600" defTabSz="914400">
              <a:lnSpc>
                <a:spcPct val="90000"/>
              </a:lnSpc>
              <a:spcBef>
                <a:spcPts val="1001"/>
              </a:spcBef>
              <a:buClr>
                <a:srgbClr val="333333"/>
              </a:buClr>
              <a:buFont typeface="Arial"/>
              <a:buChar char="•"/>
            </a:pPr>
            <a:r>
              <a:rPr b="0" lang="de-DE" sz="2800" strike="noStrike" u="none">
                <a:solidFill>
                  <a:srgbClr val="333333"/>
                </a:solidFill>
                <a:uFillTx/>
                <a:latin typeface="Aller"/>
              </a:rPr>
              <a:t>Pipes werden an Expression mit | angehängt </a:t>
            </a:r>
            <a:endParaRPr b="0" lang="de-DE" sz="2800" strike="noStrike" u="none">
              <a:solidFill>
                <a:srgbClr val="000000"/>
              </a:solidFill>
              <a:uFillTx/>
              <a:latin typeface="Arial"/>
            </a:endParaRPr>
          </a:p>
          <a:p>
            <a:pPr lvl="1" marL="685800" indent="-228600" defTabSz="914400">
              <a:lnSpc>
                <a:spcPct val="90000"/>
              </a:lnSpc>
              <a:spcBef>
                <a:spcPts val="499"/>
              </a:spcBef>
              <a:buClr>
                <a:srgbClr val="48484c"/>
              </a:buClr>
              <a:buFont typeface="Arial"/>
              <a:buChar char="•"/>
            </a:pPr>
            <a:r>
              <a:rPr b="0" lang="de-DE" sz="2400" strike="noStrike" u="none">
                <a:solidFill>
                  <a:srgbClr val="48484c"/>
                </a:solidFill>
                <a:uFillTx/>
                <a:latin typeface="SourceCodePro"/>
              </a:rPr>
              <a:t>{{ </a:t>
            </a:r>
            <a:r>
              <a:rPr b="0" i="1" lang="de-DE" sz="2400" strike="noStrike" u="none">
                <a:solidFill>
                  <a:srgbClr val="48484c"/>
                </a:solidFill>
                <a:uFillTx/>
                <a:latin typeface="SourceCodePro"/>
              </a:rPr>
              <a:t>property</a:t>
            </a:r>
            <a:r>
              <a:rPr b="0" lang="de-DE" sz="2400" strike="noStrike" u="none">
                <a:solidFill>
                  <a:srgbClr val="48484c"/>
                </a:solidFill>
                <a:uFillTx/>
                <a:latin typeface="SourceCodePro"/>
              </a:rPr>
              <a:t> | json }}</a:t>
            </a:r>
            <a:endParaRPr b="0" lang="de-DE" sz="2400" strike="noStrike" u="none">
              <a:solidFill>
                <a:srgbClr val="000000"/>
              </a:solidFill>
              <a:uFillTx/>
              <a:latin typeface="Arial"/>
            </a:endParaRPr>
          </a:p>
          <a:p>
            <a:pPr marL="228600" indent="-228600" defTabSz="914400">
              <a:lnSpc>
                <a:spcPct val="90000"/>
              </a:lnSpc>
              <a:spcBef>
                <a:spcPts val="1001"/>
              </a:spcBef>
              <a:buClr>
                <a:srgbClr val="333333"/>
              </a:buClr>
              <a:buFont typeface="Arial"/>
              <a:buChar char="•"/>
            </a:pPr>
            <a:r>
              <a:rPr b="0" lang="de-DE" sz="2800" strike="noStrike" u="none">
                <a:solidFill>
                  <a:srgbClr val="333333"/>
                </a:solidFill>
                <a:uFillTx/>
                <a:latin typeface="Aller"/>
              </a:rPr>
              <a:t>Pipes können per : konfiguriert werden</a:t>
            </a:r>
            <a:endParaRPr b="0" lang="de-DE" sz="2800" strike="noStrike" u="none">
              <a:solidFill>
                <a:srgbClr val="000000"/>
              </a:solidFill>
              <a:uFillTx/>
              <a:latin typeface="Arial"/>
            </a:endParaRPr>
          </a:p>
          <a:p>
            <a:pPr lvl="1" marL="685800" indent="-228600" defTabSz="914400">
              <a:lnSpc>
                <a:spcPct val="90000"/>
              </a:lnSpc>
              <a:spcBef>
                <a:spcPts val="499"/>
              </a:spcBef>
              <a:buClr>
                <a:srgbClr val="48484c"/>
              </a:buClr>
              <a:buFont typeface="Arial"/>
              <a:buChar char="•"/>
            </a:pPr>
            <a:r>
              <a:rPr b="0" lang="de-DE" sz="2400" strike="noStrike" u="none">
                <a:solidFill>
                  <a:srgbClr val="48484c"/>
                </a:solidFill>
                <a:uFillTx/>
                <a:latin typeface="SourceCodePro"/>
              </a:rPr>
              <a:t>{{ release.releaseDate | date:'dd.MM.yyyy' }}</a:t>
            </a:r>
            <a:endParaRPr b="0" lang="de-DE" sz="2400" strike="noStrike" u="none">
              <a:solidFill>
                <a:srgbClr val="000000"/>
              </a:solidFill>
              <a:uFillTx/>
              <a:latin typeface="Arial"/>
            </a:endParaRPr>
          </a:p>
          <a:p>
            <a:pPr marL="228600" indent="-228600" defTabSz="914400">
              <a:lnSpc>
                <a:spcPct val="90000"/>
              </a:lnSpc>
              <a:spcBef>
                <a:spcPts val="1001"/>
              </a:spcBef>
              <a:buClr>
                <a:srgbClr val="333333"/>
              </a:buClr>
              <a:buFont typeface="Arial"/>
              <a:buChar char="•"/>
            </a:pPr>
            <a:r>
              <a:rPr b="0" lang="de-DE" sz="2800" strike="noStrike" u="none">
                <a:solidFill>
                  <a:srgbClr val="333333"/>
                </a:solidFill>
                <a:uFillTx/>
                <a:latin typeface="Aller"/>
              </a:rPr>
              <a:t>Pipes können verkettet werden</a:t>
            </a:r>
            <a:endParaRPr b="0" lang="de-DE" sz="2800" strike="noStrike" u="none">
              <a:solidFill>
                <a:srgbClr val="000000"/>
              </a:solidFill>
              <a:uFillTx/>
              <a:latin typeface="Arial"/>
            </a:endParaRPr>
          </a:p>
          <a:p>
            <a:pPr lvl="1" marL="685800" indent="-228600" defTabSz="914400">
              <a:lnSpc>
                <a:spcPct val="90000"/>
              </a:lnSpc>
              <a:spcBef>
                <a:spcPts val="499"/>
              </a:spcBef>
              <a:buClr>
                <a:srgbClr val="48484c"/>
              </a:buClr>
              <a:buFont typeface="Arial"/>
              <a:buChar char="•"/>
            </a:pPr>
            <a:r>
              <a:rPr b="0" lang="de-DE" sz="2400" strike="noStrike" u="none">
                <a:solidFill>
                  <a:srgbClr val="48484c"/>
                </a:solidFill>
                <a:uFillTx/>
                <a:latin typeface="SourceCodePro"/>
              </a:rPr>
              <a:t>{{ release.releaseDate | date | uppercase }}</a:t>
            </a:r>
            <a:endParaRPr b="0" lang="de-DE" sz="2400" strike="noStrike" u="none">
              <a:solidFill>
                <a:srgbClr val="000000"/>
              </a:solidFill>
              <a:uFillTx/>
              <a:latin typeface="Arial"/>
            </a:endParaRPr>
          </a:p>
          <a:p>
            <a:pPr indent="0" defTabSz="914400">
              <a:lnSpc>
                <a:spcPct val="90000"/>
              </a:lnSpc>
              <a:spcBef>
                <a:spcPts val="1001"/>
              </a:spcBef>
              <a:buNone/>
              <a:tabLst>
                <a:tab algn="l" pos="0"/>
              </a:tabLst>
            </a:pPr>
            <a:endParaRPr b="0" lang="de-DE" sz="2800" strike="noStrike" u="none">
              <a:solidFill>
                <a:srgbClr val="000000"/>
              </a:solidFill>
              <a:uFillTx/>
              <a:latin typeface="Arial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170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80" name="PlaceHolder 1"/>
          <p:cNvSpPr>
            <a:spLocks noGrp="1"/>
          </p:cNvSpPr>
          <p:nvPr>
            <p:ph type="title"/>
          </p:nvPr>
        </p:nvSpPr>
        <p:spPr>
          <a:xfrm>
            <a:off x="838080" y="365040"/>
            <a:ext cx="10514520" cy="132444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ctr">
            <a:noAutofit/>
          </a:bodyPr>
          <a:p>
            <a:pPr indent="0" defTabSz="914400">
              <a:lnSpc>
                <a:spcPct val="90000"/>
              </a:lnSpc>
              <a:buNone/>
              <a:tabLst>
                <a:tab algn="l" pos="0"/>
              </a:tabLst>
            </a:pPr>
            <a:r>
              <a:rPr b="0" lang="de-DE" sz="4400" strike="noStrike" u="none">
                <a:solidFill>
                  <a:schemeClr val="dk1"/>
                </a:solidFill>
                <a:uFillTx/>
                <a:latin typeface="Calibri Light"/>
              </a:rPr>
              <a:t>Was sind Pipes?</a:t>
            </a:r>
            <a:endParaRPr b="0" lang="de-DE" sz="4400" strike="noStrike" u="none">
              <a:solidFill>
                <a:srgbClr val="000000"/>
              </a:solidFill>
              <a:uFillTx/>
              <a:latin typeface="Arial"/>
            </a:endParaRPr>
          </a:p>
        </p:txBody>
      </p:sp>
      <p:sp>
        <p:nvSpPr>
          <p:cNvPr id="881" name="PlaceHolder 2"/>
          <p:cNvSpPr>
            <a:spLocks noGrp="1"/>
          </p:cNvSpPr>
          <p:nvPr>
            <p:ph/>
          </p:nvPr>
        </p:nvSpPr>
        <p:spPr>
          <a:xfrm>
            <a:off x="838080" y="1825560"/>
            <a:ext cx="10514520" cy="435024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t">
            <a:normAutofit/>
          </a:bodyPr>
          <a:p>
            <a:pPr marL="228600" indent="-228600" defTabSz="914400">
              <a:lnSpc>
                <a:spcPct val="90000"/>
              </a:lnSpc>
              <a:spcBef>
                <a:spcPts val="1001"/>
              </a:spcBef>
              <a:buClr>
                <a:srgbClr val="000000"/>
              </a:buClr>
              <a:buFont typeface="Arial"/>
              <a:buChar char="•"/>
            </a:pPr>
            <a:r>
              <a:rPr b="0" lang="de-DE" sz="2800" strike="noStrike" u="none">
                <a:solidFill>
                  <a:schemeClr val="dk1"/>
                </a:solidFill>
                <a:uFillTx/>
                <a:latin typeface="Calibri"/>
              </a:rPr>
              <a:t>Pipes formatieren das Ergebnis beispielsweise einer Interpolation</a:t>
            </a:r>
            <a:endParaRPr b="0" lang="de-DE" sz="2800" strike="noStrike" u="none">
              <a:solidFill>
                <a:srgbClr val="000000"/>
              </a:solidFill>
              <a:uFillTx/>
              <a:latin typeface="Arial"/>
            </a:endParaRPr>
          </a:p>
          <a:p>
            <a:pPr lvl="1" marL="685800" indent="-228600" defTabSz="914400">
              <a:lnSpc>
                <a:spcPct val="90000"/>
              </a:lnSpc>
              <a:spcBef>
                <a:spcPts val="499"/>
              </a:spcBef>
              <a:buClr>
                <a:srgbClr val="000000"/>
              </a:buClr>
              <a:buFont typeface="Arial"/>
              <a:buChar char="•"/>
            </a:pPr>
            <a:r>
              <a:rPr b="0" lang="de-DE" sz="2400" strike="noStrike" u="none">
                <a:solidFill>
                  <a:schemeClr val="dk1"/>
                </a:solidFill>
                <a:uFillTx/>
                <a:latin typeface="Courier New"/>
              </a:rPr>
              <a:t>{{dateOfBirth | date}}</a:t>
            </a:r>
            <a:endParaRPr b="0" lang="de-DE" sz="2400" strike="noStrike" u="none">
              <a:solidFill>
                <a:srgbClr val="000000"/>
              </a:solidFill>
              <a:uFillTx/>
              <a:latin typeface="Arial"/>
            </a:endParaRPr>
          </a:p>
          <a:p>
            <a:pPr lvl="2" marL="1143000" indent="-228600" defTabSz="914400">
              <a:lnSpc>
                <a:spcPct val="90000"/>
              </a:lnSpc>
              <a:spcBef>
                <a:spcPts val="499"/>
              </a:spcBef>
              <a:buClr>
                <a:srgbClr val="000000"/>
              </a:buClr>
              <a:buFont typeface="Arial"/>
              <a:buChar char="•"/>
            </a:pPr>
            <a:r>
              <a:rPr b="0" lang="de-DE" sz="2000" strike="noStrike" u="none">
                <a:solidFill>
                  <a:schemeClr val="dk1"/>
                </a:solidFill>
                <a:uFillTx/>
                <a:latin typeface="Calibri"/>
              </a:rPr>
              <a:t>Hier wird das Geburtsdatum als Datum formatiert dargestellt</a:t>
            </a:r>
            <a:endParaRPr b="0" lang="de-DE" sz="2000" strike="noStrike" u="none">
              <a:solidFill>
                <a:srgbClr val="000000"/>
              </a:solidFill>
              <a:uFillTx/>
              <a:latin typeface="Arial"/>
            </a:endParaRPr>
          </a:p>
          <a:p>
            <a:pPr lvl="1" marL="685800" indent="-228600" defTabSz="914400">
              <a:lnSpc>
                <a:spcPct val="90000"/>
              </a:lnSpc>
              <a:spcBef>
                <a:spcPts val="499"/>
              </a:spcBef>
              <a:buClr>
                <a:srgbClr val="000000"/>
              </a:buClr>
              <a:buFont typeface="Arial"/>
              <a:buChar char="•"/>
            </a:pPr>
            <a:r>
              <a:rPr b="0" lang="de-DE" sz="2400" strike="noStrike" u="none">
                <a:solidFill>
                  <a:schemeClr val="dk1"/>
                </a:solidFill>
                <a:uFillTx/>
                <a:latin typeface="Calibri"/>
              </a:rPr>
              <a:t>Pipes sowie der Operator </a:t>
            </a:r>
            <a:r>
              <a:rPr b="0" lang="de-DE" sz="2400" strike="noStrike" u="none">
                <a:solidFill>
                  <a:schemeClr val="dk1"/>
                </a:solidFill>
                <a:uFillTx/>
                <a:latin typeface="Courier New"/>
              </a:rPr>
              <a:t>|</a:t>
            </a:r>
            <a:r>
              <a:rPr b="0" lang="de-DE" sz="2400" strike="noStrike" u="none">
                <a:solidFill>
                  <a:schemeClr val="dk1"/>
                </a:solidFill>
                <a:uFillTx/>
                <a:latin typeface="Calibri"/>
              </a:rPr>
              <a:t> sind aus der Linux-Welt übernommen</a:t>
            </a:r>
            <a:endParaRPr b="0" lang="de-DE" sz="2400" strike="noStrike" u="none">
              <a:solidFill>
                <a:srgbClr val="000000"/>
              </a:solidFill>
              <a:uFillTx/>
              <a:latin typeface="Arial"/>
            </a:endParaRPr>
          </a:p>
          <a:p>
            <a:pPr marL="228600" indent="-228600" defTabSz="914400">
              <a:lnSpc>
                <a:spcPct val="90000"/>
              </a:lnSpc>
              <a:spcBef>
                <a:spcPts val="1001"/>
              </a:spcBef>
              <a:buClr>
                <a:srgbClr val="000000"/>
              </a:buClr>
              <a:buFont typeface="Arial"/>
              <a:buChar char="•"/>
            </a:pPr>
            <a:r>
              <a:rPr b="0" lang="de-DE" sz="2800" strike="noStrike" u="none">
                <a:solidFill>
                  <a:schemeClr val="dk1"/>
                </a:solidFill>
                <a:uFillTx/>
                <a:latin typeface="Calibri"/>
              </a:rPr>
              <a:t>Vordefinierte Pipes umfassen</a:t>
            </a:r>
            <a:endParaRPr b="0" lang="de-DE" sz="2800" strike="noStrike" u="none">
              <a:solidFill>
                <a:srgbClr val="000000"/>
              </a:solidFill>
              <a:uFillTx/>
              <a:latin typeface="Arial"/>
            </a:endParaRPr>
          </a:p>
          <a:p>
            <a:pPr lvl="1" marL="685800" indent="-228600" defTabSz="914400">
              <a:lnSpc>
                <a:spcPct val="90000"/>
              </a:lnSpc>
              <a:spcBef>
                <a:spcPts val="499"/>
              </a:spcBef>
              <a:buClr>
                <a:srgbClr val="000000"/>
              </a:buClr>
              <a:buFont typeface="Arial"/>
              <a:buChar char="•"/>
            </a:pPr>
            <a:r>
              <a:rPr b="0" lang="de-DE" sz="2400" strike="noStrike" u="none">
                <a:solidFill>
                  <a:schemeClr val="dk1"/>
                </a:solidFill>
                <a:uFillTx/>
                <a:latin typeface="Courier New"/>
              </a:rPr>
              <a:t>date[:format[:timezone[:locale]]]</a:t>
            </a:r>
            <a:endParaRPr b="0" lang="de-DE" sz="2400" strike="noStrike" u="none">
              <a:solidFill>
                <a:srgbClr val="000000"/>
              </a:solidFill>
              <a:uFillTx/>
              <a:latin typeface="Arial"/>
            </a:endParaRPr>
          </a:p>
          <a:p>
            <a:pPr lvl="1" marL="685800" indent="-228600" defTabSz="914400">
              <a:lnSpc>
                <a:spcPct val="90000"/>
              </a:lnSpc>
              <a:spcBef>
                <a:spcPts val="499"/>
              </a:spcBef>
              <a:buClr>
                <a:srgbClr val="000000"/>
              </a:buClr>
              <a:buFont typeface="Arial"/>
              <a:buChar char="•"/>
            </a:pPr>
            <a:r>
              <a:rPr b="0" lang="en-US" sz="2400" strike="noStrike" u="none">
                <a:solidFill>
                  <a:schemeClr val="dk1"/>
                </a:solidFill>
                <a:uFillTx/>
                <a:latin typeface="Courier New"/>
              </a:rPr>
              <a:t>currency[:currencyCode[:display[:digitInfo[:locale]]]]</a:t>
            </a:r>
            <a:endParaRPr b="0" lang="de-DE" sz="2400" strike="noStrike" u="none">
              <a:solidFill>
                <a:srgbClr val="000000"/>
              </a:solidFill>
              <a:uFillTx/>
              <a:latin typeface="Arial"/>
            </a:endParaRPr>
          </a:p>
          <a:p>
            <a:pPr lvl="1" marL="685800" indent="-228600" defTabSz="914400">
              <a:lnSpc>
                <a:spcPct val="90000"/>
              </a:lnSpc>
              <a:spcBef>
                <a:spcPts val="499"/>
              </a:spcBef>
              <a:buClr>
                <a:srgbClr val="000000"/>
              </a:buClr>
              <a:buFont typeface="Arial"/>
              <a:buChar char="•"/>
            </a:pPr>
            <a:r>
              <a:rPr b="0" lang="en-US" sz="2400" strike="noStrike" u="none">
                <a:solidFill>
                  <a:schemeClr val="dk1"/>
                </a:solidFill>
                <a:uFillTx/>
                <a:latin typeface="Courier New"/>
              </a:rPr>
              <a:t>lowercase</a:t>
            </a:r>
            <a:endParaRPr b="0" lang="de-DE" sz="2400" strike="noStrike" u="none">
              <a:solidFill>
                <a:srgbClr val="000000"/>
              </a:solidFill>
              <a:uFillTx/>
              <a:latin typeface="Arial"/>
            </a:endParaRPr>
          </a:p>
          <a:p>
            <a:pPr lvl="1" marL="685800" indent="-228600" defTabSz="914400">
              <a:lnSpc>
                <a:spcPct val="90000"/>
              </a:lnSpc>
              <a:spcBef>
                <a:spcPts val="499"/>
              </a:spcBef>
              <a:buClr>
                <a:srgbClr val="000000"/>
              </a:buClr>
              <a:buFont typeface="Arial"/>
              <a:buChar char="•"/>
            </a:pPr>
            <a:r>
              <a:rPr b="0" lang="en-US" sz="2400" strike="noStrike" u="none">
                <a:solidFill>
                  <a:schemeClr val="dk1"/>
                </a:solidFill>
                <a:uFillTx/>
                <a:latin typeface="Calibri"/>
              </a:rPr>
              <a:t>Vollständige Liste und Dokumentation unter </a:t>
            </a:r>
            <a:r>
              <a:rPr b="0" i="1" lang="en-US" sz="2400" strike="noStrike" u="none">
                <a:solidFill>
                  <a:schemeClr val="dk1"/>
                </a:solidFill>
                <a:uFillTx/>
                <a:latin typeface="Courier New"/>
              </a:rPr>
              <a:t>https://angular.io/api?status=stable&amp;type=pipe</a:t>
            </a:r>
            <a:endParaRPr b="0" lang="de-DE" sz="2400" strike="noStrike" u="none">
              <a:solidFill>
                <a:srgbClr val="000000"/>
              </a:solidFill>
              <a:uFillTx/>
              <a:latin typeface="Arial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171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82" name="PlaceHolder 1"/>
          <p:cNvSpPr>
            <a:spLocks noGrp="1"/>
          </p:cNvSpPr>
          <p:nvPr>
            <p:ph type="title"/>
          </p:nvPr>
        </p:nvSpPr>
        <p:spPr>
          <a:xfrm>
            <a:off x="838080" y="365040"/>
            <a:ext cx="10514520" cy="132444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ctr">
            <a:noAutofit/>
          </a:bodyPr>
          <a:p>
            <a:pPr indent="0" defTabSz="914400">
              <a:lnSpc>
                <a:spcPct val="90000"/>
              </a:lnSpc>
              <a:buNone/>
              <a:tabLst>
                <a:tab algn="l" pos="0"/>
              </a:tabLst>
            </a:pPr>
            <a:r>
              <a:rPr b="0" lang="de-DE" sz="4400" strike="noStrike" u="none">
                <a:solidFill>
                  <a:schemeClr val="dk1"/>
                </a:solidFill>
                <a:uFillTx/>
                <a:latin typeface="Calibri Light"/>
              </a:rPr>
              <a:t>Decimal Pipe</a:t>
            </a:r>
            <a:endParaRPr b="0" lang="de-DE" sz="4400" strike="noStrike" u="none">
              <a:solidFill>
                <a:srgbClr val="000000"/>
              </a:solidFill>
              <a:uFillTx/>
              <a:latin typeface="Arial"/>
            </a:endParaRPr>
          </a:p>
        </p:txBody>
      </p:sp>
      <p:sp>
        <p:nvSpPr>
          <p:cNvPr id="883" name="PlaceHolder 2"/>
          <p:cNvSpPr>
            <a:spLocks noGrp="1"/>
          </p:cNvSpPr>
          <p:nvPr>
            <p:ph/>
          </p:nvPr>
        </p:nvSpPr>
        <p:spPr>
          <a:xfrm>
            <a:off x="838080" y="1825560"/>
            <a:ext cx="10514520" cy="435024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t">
            <a:noAutofit/>
          </a:bodyPr>
          <a:p>
            <a:pPr marL="228600" indent="-228600" defTabSz="914400">
              <a:lnSpc>
                <a:spcPct val="90000"/>
              </a:lnSpc>
              <a:spcBef>
                <a:spcPts val="1001"/>
              </a:spcBef>
              <a:buClr>
                <a:srgbClr val="333333"/>
              </a:buClr>
              <a:buFont typeface="Arial"/>
              <a:buChar char="•"/>
            </a:pPr>
            <a:r>
              <a:rPr b="0" lang="de-DE" sz="2800" strike="noStrike" u="none">
                <a:solidFill>
                  <a:srgbClr val="333333"/>
                </a:solidFill>
                <a:uFillTx/>
                <a:latin typeface="Aller"/>
              </a:rPr>
              <a:t>Formatiertung von Zahlenwert</a:t>
            </a:r>
            <a:endParaRPr b="0" lang="de-DE" sz="2800" strike="noStrike" u="none">
              <a:solidFill>
                <a:srgbClr val="000000"/>
              </a:solidFill>
              <a:uFillTx/>
              <a:latin typeface="Arial"/>
            </a:endParaRPr>
          </a:p>
          <a:p>
            <a:pPr marL="228600" indent="-228600" defTabSz="914400">
              <a:lnSpc>
                <a:spcPct val="90000"/>
              </a:lnSpc>
              <a:spcBef>
                <a:spcPts val="1001"/>
              </a:spcBef>
              <a:buClr>
                <a:srgbClr val="333333"/>
              </a:buClr>
              <a:buFont typeface="Arial"/>
              <a:buChar char="•"/>
            </a:pPr>
            <a:r>
              <a:rPr b="0" lang="de-DE" sz="2800" strike="noStrike" u="none">
                <a:solidFill>
                  <a:srgbClr val="333333"/>
                </a:solidFill>
                <a:uFillTx/>
                <a:latin typeface="Aller"/>
              </a:rPr>
              <a:t>Parameter: Anzahl Nachkommastellen</a:t>
            </a:r>
            <a:endParaRPr b="0" lang="de-DE" sz="2800" strike="noStrike" u="none">
              <a:solidFill>
                <a:srgbClr val="000000"/>
              </a:solidFill>
              <a:uFillTx/>
              <a:latin typeface="Arial"/>
            </a:endParaRPr>
          </a:p>
          <a:p>
            <a:pPr marL="457200" indent="0" defTabSz="914400">
              <a:lnSpc>
                <a:spcPct val="90000"/>
              </a:lnSpc>
              <a:spcBef>
                <a:spcPts val="499"/>
              </a:spcBef>
              <a:buNone/>
              <a:tabLst>
                <a:tab algn="l" pos="0"/>
              </a:tabLst>
            </a:pPr>
            <a:r>
              <a:rPr b="0" lang="de-DE" sz="2400" strike="noStrike" u="none">
                <a:solidFill>
                  <a:srgbClr val="48484c"/>
                </a:solidFill>
                <a:uFillTx/>
                <a:latin typeface="SourceCodePro"/>
              </a:rPr>
              <a:t>{{ track.size | decimal:2 }}</a:t>
            </a:r>
            <a:endParaRPr b="0" lang="de-DE" sz="2400" strike="noStrike" u="none">
              <a:solidFill>
                <a:srgbClr val="000000"/>
              </a:solidFill>
              <a:uFillTx/>
              <a:latin typeface="Arial"/>
            </a:endParaRPr>
          </a:p>
          <a:p>
            <a:pPr marL="457200" indent="0" defTabSz="914400">
              <a:lnSpc>
                <a:spcPct val="90000"/>
              </a:lnSpc>
              <a:spcBef>
                <a:spcPts val="1001"/>
              </a:spcBef>
              <a:buNone/>
              <a:tabLst>
                <a:tab algn="l" pos="0"/>
              </a:tabLst>
            </a:pPr>
            <a:endParaRPr b="0" lang="de-DE" sz="2800" strike="noStrike" u="none">
              <a:solidFill>
                <a:srgbClr val="000000"/>
              </a:solidFill>
              <a:uFillTx/>
              <a:latin typeface="Arial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172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84" name="PlaceHolder 1"/>
          <p:cNvSpPr>
            <a:spLocks noGrp="1"/>
          </p:cNvSpPr>
          <p:nvPr>
            <p:ph type="title"/>
          </p:nvPr>
        </p:nvSpPr>
        <p:spPr>
          <a:xfrm>
            <a:off x="838080" y="365040"/>
            <a:ext cx="10514520" cy="132444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ctr">
            <a:noAutofit/>
          </a:bodyPr>
          <a:p>
            <a:pPr indent="0" defTabSz="914400">
              <a:lnSpc>
                <a:spcPct val="90000"/>
              </a:lnSpc>
              <a:buNone/>
              <a:tabLst>
                <a:tab algn="l" pos="0"/>
              </a:tabLst>
            </a:pPr>
            <a:r>
              <a:rPr b="0" lang="de-DE" sz="4400" strike="noStrike" u="none">
                <a:solidFill>
                  <a:schemeClr val="dk1"/>
                </a:solidFill>
                <a:uFillTx/>
                <a:latin typeface="Calibri Light"/>
              </a:rPr>
              <a:t>Date Pipe</a:t>
            </a:r>
            <a:endParaRPr b="0" lang="de-DE" sz="4400" strike="noStrike" u="none">
              <a:solidFill>
                <a:srgbClr val="000000"/>
              </a:solidFill>
              <a:uFillTx/>
              <a:latin typeface="Arial"/>
            </a:endParaRPr>
          </a:p>
        </p:txBody>
      </p:sp>
      <p:sp>
        <p:nvSpPr>
          <p:cNvPr id="885" name="PlaceHolder 2"/>
          <p:cNvSpPr>
            <a:spLocks noGrp="1"/>
          </p:cNvSpPr>
          <p:nvPr>
            <p:ph/>
          </p:nvPr>
        </p:nvSpPr>
        <p:spPr>
          <a:xfrm>
            <a:off x="838080" y="1825560"/>
            <a:ext cx="10514520" cy="435024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t">
            <a:noAutofit/>
          </a:bodyPr>
          <a:p>
            <a:pPr marL="228600" indent="-228600" defTabSz="914400">
              <a:lnSpc>
                <a:spcPct val="90000"/>
              </a:lnSpc>
              <a:spcBef>
                <a:spcPts val="1001"/>
              </a:spcBef>
              <a:buClr>
                <a:srgbClr val="333333"/>
              </a:buClr>
              <a:buFont typeface="Arial"/>
              <a:buChar char="•"/>
            </a:pPr>
            <a:r>
              <a:rPr b="0" lang="de-DE" sz="2800" strike="noStrike" u="none">
                <a:solidFill>
                  <a:srgbClr val="333333"/>
                </a:solidFill>
                <a:uFillTx/>
                <a:latin typeface="Aller"/>
              </a:rPr>
              <a:t>Für Datum-String, Date-Object, Timestamp-Number</a:t>
            </a:r>
            <a:endParaRPr b="0" lang="de-DE" sz="2800" strike="noStrike" u="none">
              <a:solidFill>
                <a:srgbClr val="000000"/>
              </a:solidFill>
              <a:uFillTx/>
              <a:latin typeface="Arial"/>
            </a:endParaRPr>
          </a:p>
          <a:p>
            <a:pPr marL="228600" indent="-228600" defTabSz="914400">
              <a:lnSpc>
                <a:spcPct val="90000"/>
              </a:lnSpc>
              <a:spcBef>
                <a:spcPts val="1001"/>
              </a:spcBef>
              <a:buClr>
                <a:srgbClr val="333333"/>
              </a:buClr>
              <a:buFont typeface="Arial"/>
              <a:buChar char="•"/>
            </a:pPr>
            <a:r>
              <a:rPr b="0" lang="de-DE" sz="2800" strike="noStrike" u="none">
                <a:solidFill>
                  <a:srgbClr val="333333"/>
                </a:solidFill>
                <a:uFillTx/>
                <a:latin typeface="Aller"/>
              </a:rPr>
              <a:t>Nimmt als Parameter Shortcut (z.B. short) oder Format-String entgegen</a:t>
            </a:r>
            <a:endParaRPr b="0" lang="de-DE" sz="2800" strike="noStrike" u="none">
              <a:solidFill>
                <a:srgbClr val="000000"/>
              </a:solidFill>
              <a:uFillTx/>
              <a:latin typeface="Arial"/>
            </a:endParaRPr>
          </a:p>
          <a:p>
            <a:pPr marL="228600" indent="-228600" defTabSz="914400">
              <a:lnSpc>
                <a:spcPct val="90000"/>
              </a:lnSpc>
              <a:spcBef>
                <a:spcPts val="1001"/>
              </a:spcBef>
              <a:buClr>
                <a:srgbClr val="333333"/>
              </a:buClr>
              <a:buFont typeface="Arial"/>
              <a:buChar char="•"/>
            </a:pPr>
            <a:r>
              <a:rPr b="0" lang="de-DE" sz="2800" strike="noStrike" u="none">
                <a:solidFill>
                  <a:srgbClr val="333333"/>
                </a:solidFill>
                <a:uFillTx/>
                <a:latin typeface="Aller"/>
              </a:rPr>
              <a:t>Kurzschreibweise: Zusammenspiel mit locale des Browsers</a:t>
            </a:r>
            <a:endParaRPr b="0" lang="de-DE" sz="2800" strike="noStrike" u="none">
              <a:solidFill>
                <a:srgbClr val="000000"/>
              </a:solidFill>
              <a:uFillTx/>
              <a:latin typeface="Arial"/>
            </a:endParaRPr>
          </a:p>
          <a:p>
            <a:pPr marL="457200" indent="0" defTabSz="914400">
              <a:lnSpc>
                <a:spcPct val="90000"/>
              </a:lnSpc>
              <a:spcBef>
                <a:spcPts val="499"/>
              </a:spcBef>
              <a:buNone/>
              <a:tabLst>
                <a:tab algn="l" pos="0"/>
              </a:tabLst>
            </a:pPr>
            <a:r>
              <a:rPr b="0" lang="de-DE" sz="2400" strike="noStrike" u="none">
                <a:solidFill>
                  <a:srgbClr val="48484c"/>
                </a:solidFill>
                <a:uFillTx/>
                <a:latin typeface="SourceCodePro"/>
              </a:rPr>
              <a:t>{{ release.releaseDate | date:'short' }}</a:t>
            </a:r>
            <a:endParaRPr b="0" lang="de-DE" sz="2400" strike="noStrike" u="none">
              <a:solidFill>
                <a:srgbClr val="000000"/>
              </a:solidFill>
              <a:uFillTx/>
              <a:latin typeface="Arial"/>
            </a:endParaRPr>
          </a:p>
          <a:p>
            <a:pPr marL="457200" indent="0" defTabSz="914400">
              <a:lnSpc>
                <a:spcPct val="90000"/>
              </a:lnSpc>
              <a:spcBef>
                <a:spcPts val="499"/>
              </a:spcBef>
              <a:buNone/>
              <a:tabLst>
                <a:tab algn="l" pos="0"/>
              </a:tabLst>
            </a:pPr>
            <a:r>
              <a:rPr b="0" lang="de-DE" sz="2400" strike="noStrike" u="none">
                <a:solidFill>
                  <a:srgbClr val="48484c"/>
                </a:solidFill>
                <a:uFillTx/>
                <a:latin typeface="SourceCodePro"/>
              </a:rPr>
              <a:t>{{ release.releaseDate | date:'dd.MM.yyyy' }}</a:t>
            </a:r>
            <a:endParaRPr b="0" lang="de-DE" sz="2400" strike="noStrike" u="none">
              <a:solidFill>
                <a:srgbClr val="000000"/>
              </a:solidFill>
              <a:uFillTx/>
              <a:latin typeface="Arial"/>
            </a:endParaRPr>
          </a:p>
          <a:p>
            <a:pPr marL="457200" indent="0" defTabSz="914400">
              <a:lnSpc>
                <a:spcPct val="90000"/>
              </a:lnSpc>
              <a:spcBef>
                <a:spcPts val="1001"/>
              </a:spcBef>
              <a:buNone/>
              <a:tabLst>
                <a:tab algn="l" pos="0"/>
              </a:tabLst>
            </a:pPr>
            <a:endParaRPr b="0" lang="de-DE" sz="2800" strike="noStrike" u="none">
              <a:solidFill>
                <a:srgbClr val="000000"/>
              </a:solidFill>
              <a:uFillTx/>
              <a:latin typeface="Arial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173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bg>
      <p:bgPr>
        <a:solidFill>
          <a:schemeClr val="lt1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 useBgFill="1">
        <p:nvSpPr>
          <p:cNvPr id="886" name="Rectangle 7">
            <a:extLst>
              <a:ext uri="{C183D7F6-B498-43B3-948B-1728B52AA6E4}">
                <adec:decorative xmlns:adec="http://schemas.microsoft.com/office/drawing/2017/decorative" val="1"/>
              </a:ext>
            </a:extLst>
          </p:cNvPr>
          <p:cNvSpPr/>
          <p:nvPr/>
        </p:nvSpPr>
        <p:spPr>
          <a:xfrm>
            <a:off x="0" y="0"/>
            <a:ext cx="12190680" cy="6856920"/>
          </a:xfrm>
          <a:prstGeom prst="rect">
            <a:avLst/>
          </a:prstGeom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 algn="ctr" defTabSz="914400">
              <a:lnSpc>
                <a:spcPct val="100000"/>
              </a:lnSpc>
            </a:pPr>
            <a:endParaRPr b="0" lang="en-US" sz="1800" strike="noStrike" u="none">
              <a:solidFill>
                <a:schemeClr val="lt1"/>
              </a:solidFill>
              <a:uFillTx/>
              <a:latin typeface="Calibri"/>
            </a:endParaRPr>
          </a:p>
        </p:txBody>
      </p:sp>
      <p:sp>
        <p:nvSpPr>
          <p:cNvPr id="887" name="Rectangle 9">
            <a:extLst>
              <a:ext uri="{C183D7F6-B498-43B3-948B-1728B52AA6E4}">
                <adec:decorative xmlns:adec="http://schemas.microsoft.com/office/drawing/2017/decorative" val="1"/>
              </a:ext>
            </a:extLst>
          </p:cNvPr>
          <p:cNvSpPr/>
          <p:nvPr/>
        </p:nvSpPr>
        <p:spPr>
          <a:xfrm>
            <a:off x="360" y="0"/>
            <a:ext cx="12190680" cy="6856920"/>
          </a:xfrm>
          <a:prstGeom prst="rect">
            <a:avLst/>
          </a:prstGeom>
          <a:solidFill>
            <a:schemeClr val="bg1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 algn="ctr" defTabSz="914400">
              <a:lnSpc>
                <a:spcPct val="100000"/>
              </a:lnSpc>
            </a:pPr>
            <a:endParaRPr b="0" lang="en-US" sz="800" strike="noStrike" u="none">
              <a:solidFill>
                <a:schemeClr val="lt1"/>
              </a:solidFill>
              <a:uFillTx/>
              <a:latin typeface="Calibri"/>
            </a:endParaRPr>
          </a:p>
        </p:txBody>
      </p:sp>
      <p:sp>
        <p:nvSpPr>
          <p:cNvPr id="888" name="PlaceHolder 1"/>
          <p:cNvSpPr>
            <a:spLocks noGrp="1"/>
          </p:cNvSpPr>
          <p:nvPr>
            <p:ph type="title"/>
          </p:nvPr>
        </p:nvSpPr>
        <p:spPr>
          <a:xfrm>
            <a:off x="1179360" y="1280520"/>
            <a:ext cx="9832320" cy="132444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b">
            <a:normAutofit/>
          </a:bodyPr>
          <a:p>
            <a:pPr indent="0" algn="ctr" defTabSz="914400">
              <a:lnSpc>
                <a:spcPct val="90000"/>
              </a:lnSpc>
              <a:buNone/>
              <a:tabLst>
                <a:tab algn="l" pos="0"/>
              </a:tabLst>
            </a:pPr>
            <a:r>
              <a:rPr b="0" lang="de-DE" sz="3600" strike="noStrike" u="none">
                <a:solidFill>
                  <a:schemeClr val="dk2"/>
                </a:solidFill>
                <a:uFillTx/>
                <a:latin typeface="Calibri Light"/>
              </a:rPr>
              <a:t>Übung 17: Pipe</a:t>
            </a:r>
            <a:endParaRPr b="0" lang="de-DE" sz="3600" strike="noStrike" u="none">
              <a:solidFill>
                <a:srgbClr val="000000"/>
              </a:solidFill>
              <a:uFillTx/>
              <a:latin typeface="Arial"/>
            </a:endParaRPr>
          </a:p>
        </p:txBody>
      </p:sp>
      <p:grpSp>
        <p:nvGrpSpPr>
          <p:cNvPr id="889" name="Group 11">
            <a:extLst>
              <a:ext uri="{C183D7F6-B498-43B3-948B-1728B52AA6E4}">
                <adec:decorative xmlns:adec="http://schemas.microsoft.com/office/drawing/2017/decorative" val="1"/>
              </a:ext>
            </a:extLst>
          </p:cNvPr>
          <p:cNvGrpSpPr/>
          <p:nvPr/>
        </p:nvGrpSpPr>
        <p:grpSpPr>
          <a:xfrm>
            <a:off x="8289720" y="0"/>
            <a:ext cx="3901320" cy="2381760"/>
            <a:chOff x="8289720" y="0"/>
            <a:chExt cx="3901320" cy="2381760"/>
          </a:xfrm>
        </p:grpSpPr>
        <p:sp>
          <p:nvSpPr>
            <p:cNvPr id="890" name="Freeform: Shape 12">
              <a:extLs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/>
            <p:nvPr/>
          </p:nvSpPr>
          <p:spPr>
            <a:xfrm>
              <a:off x="8289720" y="0"/>
              <a:ext cx="3900960" cy="2381760"/>
            </a:xfrm>
            <a:custGeom>
              <a:avLst/>
              <a:gdLst>
                <a:gd name="textAreaLeft" fmla="*/ 0 w 3900960"/>
                <a:gd name="textAreaRight" fmla="*/ 3902040 w 3900960"/>
                <a:gd name="textAreaTop" fmla="*/ 0 h 2381760"/>
                <a:gd name="textAreaBottom" fmla="*/ 2382840 h 2381760"/>
              </a:gdLst>
              <a:ahLst/>
              <a:rect l="textAreaLeft" t="textAreaTop" r="textAreaRight" b="textAreaBottom"/>
              <a:pathLst>
                <a:path w="5324985" h="3251912">
                  <a:moveTo>
                    <a:pt x="0" y="0"/>
                  </a:moveTo>
                  <a:lnTo>
                    <a:pt x="36826" y="0"/>
                  </a:lnTo>
                  <a:lnTo>
                    <a:pt x="45003" y="152909"/>
                  </a:lnTo>
                  <a:cubicBezTo>
                    <a:pt x="50351" y="205154"/>
                    <a:pt x="58290" y="257123"/>
                    <a:pt x="68956" y="308600"/>
                  </a:cubicBezTo>
                  <a:cubicBezTo>
                    <a:pt x="91393" y="411324"/>
                    <a:pt x="123882" y="511847"/>
                    <a:pt x="167774" y="607968"/>
                  </a:cubicBezTo>
                  <a:cubicBezTo>
                    <a:pt x="178195" y="632173"/>
                    <a:pt x="190333" y="655798"/>
                    <a:pt x="201857" y="679539"/>
                  </a:cubicBezTo>
                  <a:cubicBezTo>
                    <a:pt x="214363" y="702933"/>
                    <a:pt x="226255" y="726557"/>
                    <a:pt x="239741" y="749488"/>
                  </a:cubicBezTo>
                  <a:cubicBezTo>
                    <a:pt x="265488" y="795812"/>
                    <a:pt x="294176" y="840746"/>
                    <a:pt x="323724" y="885101"/>
                  </a:cubicBezTo>
                  <a:cubicBezTo>
                    <a:pt x="353149" y="929572"/>
                    <a:pt x="384657" y="972885"/>
                    <a:pt x="416412" y="1016081"/>
                  </a:cubicBezTo>
                  <a:cubicBezTo>
                    <a:pt x="448655" y="1058931"/>
                    <a:pt x="482127" y="1101202"/>
                    <a:pt x="515719" y="1143356"/>
                  </a:cubicBezTo>
                  <a:cubicBezTo>
                    <a:pt x="583027" y="1227782"/>
                    <a:pt x="653402" y="1310470"/>
                    <a:pt x="722427" y="1395127"/>
                  </a:cubicBezTo>
                  <a:cubicBezTo>
                    <a:pt x="757123" y="1437282"/>
                    <a:pt x="791697" y="1479783"/>
                    <a:pt x="825780" y="1522749"/>
                  </a:cubicBezTo>
                  <a:cubicBezTo>
                    <a:pt x="859742" y="1565367"/>
                    <a:pt x="893457" y="1610649"/>
                    <a:pt x="926314" y="1651992"/>
                  </a:cubicBezTo>
                  <a:cubicBezTo>
                    <a:pt x="958927" y="1694379"/>
                    <a:pt x="993132" y="1735492"/>
                    <a:pt x="1026848" y="1776836"/>
                  </a:cubicBezTo>
                  <a:cubicBezTo>
                    <a:pt x="1061545" y="1817485"/>
                    <a:pt x="1095996" y="1858133"/>
                    <a:pt x="1131918" y="1897393"/>
                  </a:cubicBezTo>
                  <a:cubicBezTo>
                    <a:pt x="1203273" y="1976376"/>
                    <a:pt x="1277447" y="2052463"/>
                    <a:pt x="1354688" y="2124728"/>
                  </a:cubicBezTo>
                  <a:cubicBezTo>
                    <a:pt x="1509411" y="2268911"/>
                    <a:pt x="1676396" y="2397575"/>
                    <a:pt x="1855027" y="2504236"/>
                  </a:cubicBezTo>
                  <a:cubicBezTo>
                    <a:pt x="1944528" y="2557277"/>
                    <a:pt x="2036357" y="2605917"/>
                    <a:pt x="2131618" y="2646913"/>
                  </a:cubicBezTo>
                  <a:cubicBezTo>
                    <a:pt x="2226267" y="2689068"/>
                    <a:pt x="2323981" y="2724622"/>
                    <a:pt x="2423534" y="2754732"/>
                  </a:cubicBezTo>
                  <a:cubicBezTo>
                    <a:pt x="2523087" y="2784958"/>
                    <a:pt x="2624602" y="2809394"/>
                    <a:pt x="2727588" y="2829197"/>
                  </a:cubicBezTo>
                  <a:cubicBezTo>
                    <a:pt x="2830698" y="2848653"/>
                    <a:pt x="2935522" y="2861971"/>
                    <a:pt x="3041083" y="2870890"/>
                  </a:cubicBezTo>
                  <a:cubicBezTo>
                    <a:pt x="3146644" y="2879922"/>
                    <a:pt x="3253307" y="2883860"/>
                    <a:pt x="3360340" y="2883976"/>
                  </a:cubicBezTo>
                  <a:cubicBezTo>
                    <a:pt x="3387067" y="2883976"/>
                    <a:pt x="3414162" y="2884439"/>
                    <a:pt x="3439663" y="2883396"/>
                  </a:cubicBezTo>
                  <a:lnTo>
                    <a:pt x="3478529" y="2882471"/>
                  </a:lnTo>
                  <a:lnTo>
                    <a:pt x="3517271" y="2880616"/>
                  </a:lnTo>
                  <a:cubicBezTo>
                    <a:pt x="3568887" y="2878417"/>
                    <a:pt x="3620257" y="2873552"/>
                    <a:pt x="3671260" y="2867878"/>
                  </a:cubicBezTo>
                  <a:cubicBezTo>
                    <a:pt x="3875515" y="2844253"/>
                    <a:pt x="4074253" y="2792486"/>
                    <a:pt x="4265268" y="2716283"/>
                  </a:cubicBezTo>
                  <a:cubicBezTo>
                    <a:pt x="4361020" y="2678529"/>
                    <a:pt x="4454444" y="2633710"/>
                    <a:pt x="4546395" y="2584724"/>
                  </a:cubicBezTo>
                  <a:cubicBezTo>
                    <a:pt x="4638470" y="2535967"/>
                    <a:pt x="4728827" y="2481885"/>
                    <a:pt x="4817837" y="2424674"/>
                  </a:cubicBezTo>
                  <a:cubicBezTo>
                    <a:pt x="4906846" y="2367348"/>
                    <a:pt x="4994385" y="2306317"/>
                    <a:pt x="5081677" y="2243548"/>
                  </a:cubicBezTo>
                  <a:cubicBezTo>
                    <a:pt x="5125201" y="2212164"/>
                    <a:pt x="5168603" y="2179969"/>
                    <a:pt x="5211881" y="2147658"/>
                  </a:cubicBezTo>
                  <a:lnTo>
                    <a:pt x="5324985" y="2062128"/>
                  </a:lnTo>
                  <a:lnTo>
                    <a:pt x="5324985" y="2514993"/>
                  </a:lnTo>
                  <a:lnTo>
                    <a:pt x="5314867" y="2522881"/>
                  </a:lnTo>
                  <a:cubicBezTo>
                    <a:pt x="5225490" y="2591325"/>
                    <a:pt x="5133783" y="2658379"/>
                    <a:pt x="5038276" y="2722421"/>
                  </a:cubicBezTo>
                  <a:cubicBezTo>
                    <a:pt x="4942892" y="2786348"/>
                    <a:pt x="4844810" y="2848422"/>
                    <a:pt x="4741701" y="2904937"/>
                  </a:cubicBezTo>
                  <a:cubicBezTo>
                    <a:pt x="4638592" y="2961337"/>
                    <a:pt x="4531929" y="3013683"/>
                    <a:pt x="4420728" y="3058848"/>
                  </a:cubicBezTo>
                  <a:cubicBezTo>
                    <a:pt x="4199063" y="3150338"/>
                    <a:pt x="3959621" y="3211485"/>
                    <a:pt x="3717481" y="3237079"/>
                  </a:cubicBezTo>
                  <a:cubicBezTo>
                    <a:pt x="3656914" y="3243101"/>
                    <a:pt x="3596227" y="3247966"/>
                    <a:pt x="3535661" y="3249934"/>
                  </a:cubicBezTo>
                  <a:lnTo>
                    <a:pt x="3490175" y="3251555"/>
                  </a:lnTo>
                  <a:lnTo>
                    <a:pt x="3444813" y="3251787"/>
                  </a:lnTo>
                  <a:cubicBezTo>
                    <a:pt x="3414162" y="3252250"/>
                    <a:pt x="3385105" y="3251324"/>
                    <a:pt x="3355681" y="3250745"/>
                  </a:cubicBezTo>
                  <a:cubicBezTo>
                    <a:pt x="3296954" y="3250050"/>
                    <a:pt x="3237860" y="3246692"/>
                    <a:pt x="3179011" y="3243795"/>
                  </a:cubicBezTo>
                  <a:cubicBezTo>
                    <a:pt x="3120039" y="3239164"/>
                    <a:pt x="3061067" y="3234878"/>
                    <a:pt x="3002217" y="3227814"/>
                  </a:cubicBezTo>
                  <a:cubicBezTo>
                    <a:pt x="2884397" y="3214496"/>
                    <a:pt x="2766699" y="3196314"/>
                    <a:pt x="2650103" y="3170836"/>
                  </a:cubicBezTo>
                  <a:cubicBezTo>
                    <a:pt x="2533510" y="3145358"/>
                    <a:pt x="2418263" y="3112583"/>
                    <a:pt x="2305836" y="3072514"/>
                  </a:cubicBezTo>
                  <a:cubicBezTo>
                    <a:pt x="2193410" y="3032328"/>
                    <a:pt x="2083926" y="2984383"/>
                    <a:pt x="1978611" y="2929952"/>
                  </a:cubicBezTo>
                  <a:cubicBezTo>
                    <a:pt x="1873663" y="2874711"/>
                    <a:pt x="1772884" y="2812985"/>
                    <a:pt x="1678235" y="2744424"/>
                  </a:cubicBezTo>
                  <a:cubicBezTo>
                    <a:pt x="1488201" y="2608001"/>
                    <a:pt x="1321708" y="2448068"/>
                    <a:pt x="1175688" y="2277018"/>
                  </a:cubicBezTo>
                  <a:cubicBezTo>
                    <a:pt x="1102985" y="2191086"/>
                    <a:pt x="1035309" y="2102377"/>
                    <a:pt x="971310" y="2012044"/>
                  </a:cubicBezTo>
                  <a:cubicBezTo>
                    <a:pt x="907188" y="1921714"/>
                    <a:pt x="847358" y="1829413"/>
                    <a:pt x="790717" y="1735723"/>
                  </a:cubicBezTo>
                  <a:cubicBezTo>
                    <a:pt x="761782" y="1688357"/>
                    <a:pt x="735300" y="1644002"/>
                    <a:pt x="706488" y="1598604"/>
                  </a:cubicBezTo>
                  <a:cubicBezTo>
                    <a:pt x="677922" y="1553555"/>
                    <a:pt x="648866" y="1508505"/>
                    <a:pt x="618951" y="1463802"/>
                  </a:cubicBezTo>
                  <a:lnTo>
                    <a:pt x="436273" y="1195355"/>
                  </a:lnTo>
                  <a:cubicBezTo>
                    <a:pt x="405990" y="1150189"/>
                    <a:pt x="376075" y="1104792"/>
                    <a:pt x="346896" y="1058816"/>
                  </a:cubicBezTo>
                  <a:cubicBezTo>
                    <a:pt x="317716" y="1012838"/>
                    <a:pt x="288782" y="966747"/>
                    <a:pt x="261809" y="919264"/>
                  </a:cubicBezTo>
                  <a:cubicBezTo>
                    <a:pt x="207742" y="824764"/>
                    <a:pt x="158088" y="727485"/>
                    <a:pt x="118487" y="626498"/>
                  </a:cubicBezTo>
                  <a:cubicBezTo>
                    <a:pt x="78151" y="525859"/>
                    <a:pt x="48237" y="421515"/>
                    <a:pt x="28130" y="315781"/>
                  </a:cubicBezTo>
                  <a:cubicBezTo>
                    <a:pt x="18506" y="262914"/>
                    <a:pt x="11425" y="209642"/>
                    <a:pt x="6751" y="156195"/>
                  </a:cubicBezTo>
                  <a:close/>
                </a:path>
              </a:pathLst>
            </a:custGeom>
            <a:gradFill rotWithShape="0">
              <a:gsLst>
                <a:gs pos="2000">
                  <a:srgbClr val="ffffff">
                    <a:alpha val="10000"/>
                  </a:srgbClr>
                </a:gs>
                <a:gs pos="16000">
                  <a:srgbClr val="f19d19">
                    <a:alpha val="10000"/>
                  </a:srgbClr>
                </a:gs>
                <a:gs pos="85000">
                  <a:srgbClr val="1d9a78">
                    <a:alpha val="10000"/>
                  </a:srgbClr>
                </a:gs>
                <a:gs pos="100000">
                  <a:srgbClr val="ffffff">
                    <a:alpha val="10000"/>
                  </a:srgbClr>
                </a:gs>
              </a:gsLst>
              <a:lin ang="12000000"/>
            </a:gra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/>
          </p:style>
          <p:txBody>
            <a:bodyPr lIns="90000" rIns="90000" tIns="45000" bIns="45000" anchor="ctr">
              <a:noAutofit/>
            </a:bodyPr>
            <a:p>
              <a:pPr algn="ctr" defTabSz="914400">
                <a:lnSpc>
                  <a:spcPct val="100000"/>
                </a:lnSpc>
              </a:pPr>
              <a:endParaRPr b="0" lang="en-US" sz="1800" strike="noStrike" u="none">
                <a:solidFill>
                  <a:schemeClr val="lt1"/>
                </a:solidFill>
                <a:uFillTx/>
                <a:latin typeface="Calibri"/>
              </a:endParaRPr>
            </a:p>
          </p:txBody>
        </p:sp>
        <p:sp>
          <p:nvSpPr>
            <p:cNvPr id="891" name="Freeform: Shape 13">
              <a:extLs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/>
            <p:nvPr/>
          </p:nvSpPr>
          <p:spPr>
            <a:xfrm>
              <a:off x="8326080" y="0"/>
              <a:ext cx="3864960" cy="2183040"/>
            </a:xfrm>
            <a:custGeom>
              <a:avLst/>
              <a:gdLst>
                <a:gd name="textAreaLeft" fmla="*/ 0 w 3864960"/>
                <a:gd name="textAreaRight" fmla="*/ 3866040 w 3864960"/>
                <a:gd name="textAreaTop" fmla="*/ 0 h 2183040"/>
                <a:gd name="textAreaBottom" fmla="*/ 2184120 h 2183040"/>
              </a:gdLst>
              <a:ahLst/>
              <a:rect l="textAreaLeft" t="textAreaTop" r="textAreaRight" b="textAreaBottom"/>
              <a:pathLst>
                <a:path w="5275533" h="2980757">
                  <a:moveTo>
                    <a:pt x="0" y="0"/>
                  </a:moveTo>
                  <a:lnTo>
                    <a:pt x="201166" y="0"/>
                  </a:lnTo>
                  <a:lnTo>
                    <a:pt x="206734" y="89286"/>
                  </a:lnTo>
                  <a:cubicBezTo>
                    <a:pt x="212220" y="135755"/>
                    <a:pt x="220465" y="181731"/>
                    <a:pt x="232051" y="226897"/>
                  </a:cubicBezTo>
                  <a:cubicBezTo>
                    <a:pt x="254855" y="317344"/>
                    <a:pt x="290287" y="403854"/>
                    <a:pt x="332707" y="487120"/>
                  </a:cubicBezTo>
                  <a:cubicBezTo>
                    <a:pt x="354163" y="528696"/>
                    <a:pt x="377948" y="569461"/>
                    <a:pt x="402959" y="609647"/>
                  </a:cubicBezTo>
                  <a:cubicBezTo>
                    <a:pt x="428337" y="649717"/>
                    <a:pt x="455433" y="689209"/>
                    <a:pt x="483631" y="728236"/>
                  </a:cubicBezTo>
                  <a:cubicBezTo>
                    <a:pt x="540764" y="806061"/>
                    <a:pt x="604271" y="881569"/>
                    <a:pt x="669986" y="957424"/>
                  </a:cubicBezTo>
                  <a:cubicBezTo>
                    <a:pt x="735701" y="1033395"/>
                    <a:pt x="804359" y="1109366"/>
                    <a:pt x="871667" y="1188348"/>
                  </a:cubicBezTo>
                  <a:cubicBezTo>
                    <a:pt x="905383" y="1227723"/>
                    <a:pt x="938731" y="1268025"/>
                    <a:pt x="971956" y="1308905"/>
                  </a:cubicBezTo>
                  <a:lnTo>
                    <a:pt x="1020139" y="1368084"/>
                  </a:lnTo>
                  <a:cubicBezTo>
                    <a:pt x="1035954" y="1386962"/>
                    <a:pt x="1051035" y="1406302"/>
                    <a:pt x="1067340" y="1424715"/>
                  </a:cubicBezTo>
                  <a:cubicBezTo>
                    <a:pt x="1194602" y="1574573"/>
                    <a:pt x="1332652" y="1712503"/>
                    <a:pt x="1472909" y="1843252"/>
                  </a:cubicBezTo>
                  <a:cubicBezTo>
                    <a:pt x="1543406" y="1908337"/>
                    <a:pt x="1615128" y="1971221"/>
                    <a:pt x="1688567" y="2031559"/>
                  </a:cubicBezTo>
                  <a:cubicBezTo>
                    <a:pt x="1762006" y="2091895"/>
                    <a:pt x="1836793" y="2150263"/>
                    <a:pt x="1914401" y="2205156"/>
                  </a:cubicBezTo>
                  <a:cubicBezTo>
                    <a:pt x="2069003" y="2315176"/>
                    <a:pt x="2235742" y="2413498"/>
                    <a:pt x="2418909" y="2479741"/>
                  </a:cubicBezTo>
                  <a:cubicBezTo>
                    <a:pt x="2510249" y="2512863"/>
                    <a:pt x="2604898" y="2538225"/>
                    <a:pt x="2701141" y="2557333"/>
                  </a:cubicBezTo>
                  <a:cubicBezTo>
                    <a:pt x="2725293" y="2561850"/>
                    <a:pt x="2749201" y="2567062"/>
                    <a:pt x="2773475" y="2570999"/>
                  </a:cubicBezTo>
                  <a:lnTo>
                    <a:pt x="2846424" y="2582465"/>
                  </a:lnTo>
                  <a:cubicBezTo>
                    <a:pt x="2895343" y="2588602"/>
                    <a:pt x="2944261" y="2595088"/>
                    <a:pt x="2993669" y="2598909"/>
                  </a:cubicBezTo>
                  <a:cubicBezTo>
                    <a:pt x="3018313" y="2601110"/>
                    <a:pt x="3042956" y="2603195"/>
                    <a:pt x="3067721" y="2604237"/>
                  </a:cubicBezTo>
                  <a:cubicBezTo>
                    <a:pt x="3092487" y="2605394"/>
                    <a:pt x="3117130" y="2607247"/>
                    <a:pt x="3142019" y="2607943"/>
                  </a:cubicBezTo>
                  <a:lnTo>
                    <a:pt x="3216561" y="2609564"/>
                  </a:lnTo>
                  <a:cubicBezTo>
                    <a:pt x="3241326" y="2610142"/>
                    <a:pt x="3266337" y="2609333"/>
                    <a:pt x="3291225" y="2609217"/>
                  </a:cubicBezTo>
                  <a:lnTo>
                    <a:pt x="3328619" y="2608869"/>
                  </a:lnTo>
                  <a:cubicBezTo>
                    <a:pt x="3340757" y="2608522"/>
                    <a:pt x="3352649" y="2607827"/>
                    <a:pt x="3364665" y="2607363"/>
                  </a:cubicBezTo>
                  <a:cubicBezTo>
                    <a:pt x="3376679" y="2606784"/>
                    <a:pt x="3388695" y="2606438"/>
                    <a:pt x="3400587" y="2605627"/>
                  </a:cubicBezTo>
                  <a:lnTo>
                    <a:pt x="3436387" y="2602847"/>
                  </a:lnTo>
                  <a:cubicBezTo>
                    <a:pt x="3484079" y="2599257"/>
                    <a:pt x="3531404" y="2593235"/>
                    <a:pt x="3578361" y="2586286"/>
                  </a:cubicBezTo>
                  <a:cubicBezTo>
                    <a:pt x="3766310" y="2556871"/>
                    <a:pt x="3947025" y="2499314"/>
                    <a:pt x="4119159" y="2418594"/>
                  </a:cubicBezTo>
                  <a:cubicBezTo>
                    <a:pt x="4291907" y="2338801"/>
                    <a:pt x="4456317" y="2236657"/>
                    <a:pt x="4618765" y="2124668"/>
                  </a:cubicBezTo>
                  <a:cubicBezTo>
                    <a:pt x="4659346" y="2096759"/>
                    <a:pt x="4699682" y="2067575"/>
                    <a:pt x="4739895" y="2038275"/>
                  </a:cubicBezTo>
                  <a:cubicBezTo>
                    <a:pt x="4780355" y="2008976"/>
                    <a:pt x="4820691" y="1979212"/>
                    <a:pt x="4861027" y="1948986"/>
                  </a:cubicBezTo>
                  <a:lnTo>
                    <a:pt x="5106354" y="1763690"/>
                  </a:lnTo>
                  <a:lnTo>
                    <a:pt x="5275533" y="1641017"/>
                  </a:lnTo>
                  <a:lnTo>
                    <a:pt x="5275533" y="2257481"/>
                  </a:lnTo>
                  <a:lnTo>
                    <a:pt x="5168881" y="2332084"/>
                  </a:lnTo>
                  <a:cubicBezTo>
                    <a:pt x="5125235" y="2362079"/>
                    <a:pt x="5081099" y="2391958"/>
                    <a:pt x="5036225" y="2421489"/>
                  </a:cubicBezTo>
                  <a:cubicBezTo>
                    <a:pt x="4991231" y="2450790"/>
                    <a:pt x="4945867" y="2479857"/>
                    <a:pt x="4899401" y="2508347"/>
                  </a:cubicBezTo>
                  <a:cubicBezTo>
                    <a:pt x="4806959" y="2565440"/>
                    <a:pt x="4711574" y="2620798"/>
                    <a:pt x="4612145" y="2671407"/>
                  </a:cubicBezTo>
                  <a:cubicBezTo>
                    <a:pt x="4512836" y="2722247"/>
                    <a:pt x="4410095" y="2769496"/>
                    <a:pt x="4303187" y="2810030"/>
                  </a:cubicBezTo>
                  <a:cubicBezTo>
                    <a:pt x="4090349" y="2892256"/>
                    <a:pt x="3861694" y="2947728"/>
                    <a:pt x="3630835" y="2969500"/>
                  </a:cubicBezTo>
                  <a:cubicBezTo>
                    <a:pt x="3573089" y="2974712"/>
                    <a:pt x="3515343" y="2978649"/>
                    <a:pt x="3457719" y="2979808"/>
                  </a:cubicBezTo>
                  <a:lnTo>
                    <a:pt x="3414441" y="2980733"/>
                  </a:lnTo>
                  <a:cubicBezTo>
                    <a:pt x="3400097" y="2980850"/>
                    <a:pt x="3385630" y="2980502"/>
                    <a:pt x="3371285" y="2980502"/>
                  </a:cubicBezTo>
                  <a:lnTo>
                    <a:pt x="3328252" y="2980039"/>
                  </a:lnTo>
                  <a:lnTo>
                    <a:pt x="3286445" y="2978534"/>
                  </a:lnTo>
                  <a:cubicBezTo>
                    <a:pt x="3175121" y="2975174"/>
                    <a:pt x="3063553" y="2966837"/>
                    <a:pt x="2952475" y="2953402"/>
                  </a:cubicBezTo>
                  <a:cubicBezTo>
                    <a:pt x="2841275" y="2940664"/>
                    <a:pt x="2730319" y="2922365"/>
                    <a:pt x="2620591" y="2898046"/>
                  </a:cubicBezTo>
                  <a:cubicBezTo>
                    <a:pt x="2510984" y="2873494"/>
                    <a:pt x="2402235" y="2844426"/>
                    <a:pt x="2294591" y="2811305"/>
                  </a:cubicBezTo>
                  <a:cubicBezTo>
                    <a:pt x="2079669" y="2744483"/>
                    <a:pt x="1867198" y="2661331"/>
                    <a:pt x="1670544" y="2550501"/>
                  </a:cubicBezTo>
                  <a:cubicBezTo>
                    <a:pt x="1473767" y="2439903"/>
                    <a:pt x="1298079" y="2299657"/>
                    <a:pt x="1144703" y="2144472"/>
                  </a:cubicBezTo>
                  <a:cubicBezTo>
                    <a:pt x="1067586" y="2066996"/>
                    <a:pt x="997458" y="1984539"/>
                    <a:pt x="931497" y="1900114"/>
                  </a:cubicBezTo>
                  <a:cubicBezTo>
                    <a:pt x="865906" y="1815342"/>
                    <a:pt x="803500" y="1729295"/>
                    <a:pt x="745265" y="1641395"/>
                  </a:cubicBezTo>
                  <a:cubicBezTo>
                    <a:pt x="730307" y="1619623"/>
                    <a:pt x="716207" y="1597503"/>
                    <a:pt x="701741" y="1575500"/>
                  </a:cubicBezTo>
                  <a:lnTo>
                    <a:pt x="660178" y="1511573"/>
                  </a:lnTo>
                  <a:cubicBezTo>
                    <a:pt x="633574" y="1470229"/>
                    <a:pt x="605989" y="1429232"/>
                    <a:pt x="578158" y="1387656"/>
                  </a:cubicBezTo>
                  <a:lnTo>
                    <a:pt x="408230" y="1134497"/>
                  </a:lnTo>
                  <a:cubicBezTo>
                    <a:pt x="351220" y="1048219"/>
                    <a:pt x="294945" y="959392"/>
                    <a:pt x="242349" y="866860"/>
                  </a:cubicBezTo>
                  <a:cubicBezTo>
                    <a:pt x="216112" y="820536"/>
                    <a:pt x="190734" y="773402"/>
                    <a:pt x="167562" y="724994"/>
                  </a:cubicBezTo>
                  <a:cubicBezTo>
                    <a:pt x="144513" y="676469"/>
                    <a:pt x="123057" y="627019"/>
                    <a:pt x="104054" y="576525"/>
                  </a:cubicBezTo>
                  <a:cubicBezTo>
                    <a:pt x="85418" y="525917"/>
                    <a:pt x="68867" y="474613"/>
                    <a:pt x="55381" y="422499"/>
                  </a:cubicBezTo>
                  <a:cubicBezTo>
                    <a:pt x="49006" y="396442"/>
                    <a:pt x="42508" y="370269"/>
                    <a:pt x="37236" y="343980"/>
                  </a:cubicBezTo>
                  <a:lnTo>
                    <a:pt x="29267" y="304604"/>
                  </a:lnTo>
                  <a:lnTo>
                    <a:pt x="22646" y="265113"/>
                  </a:lnTo>
                  <a:cubicBezTo>
                    <a:pt x="14003" y="212420"/>
                    <a:pt x="7872" y="159582"/>
                    <a:pt x="3903" y="106787"/>
                  </a:cubicBezTo>
                  <a:close/>
                </a:path>
              </a:pathLst>
            </a:custGeom>
            <a:gradFill rotWithShape="0">
              <a:gsLst>
                <a:gs pos="2000">
                  <a:srgbClr val="ffffff">
                    <a:alpha val="10000"/>
                  </a:srgbClr>
                </a:gs>
                <a:gs pos="16000">
                  <a:srgbClr val="f19d19">
                    <a:alpha val="10000"/>
                  </a:srgbClr>
                </a:gs>
                <a:gs pos="85000">
                  <a:srgbClr val="1d9a78">
                    <a:alpha val="10000"/>
                  </a:srgbClr>
                </a:gs>
                <a:gs pos="100000">
                  <a:srgbClr val="ffffff">
                    <a:alpha val="10000"/>
                  </a:srgbClr>
                </a:gs>
              </a:gsLst>
              <a:lin ang="12000000"/>
            </a:gra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/>
          </p:style>
          <p:txBody>
            <a:bodyPr lIns="90000" rIns="90000" tIns="45000" bIns="45000" anchor="ctr">
              <a:noAutofit/>
            </a:bodyPr>
            <a:p>
              <a:pPr algn="ctr" defTabSz="914400">
                <a:lnSpc>
                  <a:spcPct val="100000"/>
                </a:lnSpc>
              </a:pPr>
              <a:endParaRPr b="0" lang="en-US" sz="1800" strike="noStrike" u="none">
                <a:solidFill>
                  <a:schemeClr val="lt1"/>
                </a:solidFill>
                <a:uFillTx/>
                <a:latin typeface="Calibri"/>
              </a:endParaRPr>
            </a:p>
          </p:txBody>
        </p:sp>
        <p:sp>
          <p:nvSpPr>
            <p:cNvPr id="892" name="Freeform: Shape 14">
              <a:extLs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/>
            <p:nvPr/>
          </p:nvSpPr>
          <p:spPr>
            <a:xfrm>
              <a:off x="8329680" y="0"/>
              <a:ext cx="3861360" cy="2144520"/>
            </a:xfrm>
            <a:custGeom>
              <a:avLst/>
              <a:gdLst>
                <a:gd name="textAreaLeft" fmla="*/ 0 w 3861360"/>
                <a:gd name="textAreaRight" fmla="*/ 3862440 w 3861360"/>
                <a:gd name="textAreaTop" fmla="*/ 0 h 2144520"/>
                <a:gd name="textAreaBottom" fmla="*/ 2145600 h 2144520"/>
              </a:gdLst>
              <a:ahLst/>
              <a:rect l="textAreaLeft" t="textAreaTop" r="textAreaRight" b="textAreaBottom"/>
              <a:pathLst>
                <a:path w="5270786" h="2927775">
                  <a:moveTo>
                    <a:pt x="0" y="0"/>
                  </a:moveTo>
                  <a:lnTo>
                    <a:pt x="613805" y="0"/>
                  </a:lnTo>
                  <a:lnTo>
                    <a:pt x="618487" y="85404"/>
                  </a:lnTo>
                  <a:cubicBezTo>
                    <a:pt x="650052" y="360109"/>
                    <a:pt x="792650" y="556543"/>
                    <a:pt x="1054084" y="895200"/>
                  </a:cubicBezTo>
                  <a:cubicBezTo>
                    <a:pt x="1126174" y="988542"/>
                    <a:pt x="1200716" y="1085128"/>
                    <a:pt x="1276976" y="1191325"/>
                  </a:cubicBezTo>
                  <a:cubicBezTo>
                    <a:pt x="1859704" y="2002688"/>
                    <a:pt x="2485223" y="2348843"/>
                    <a:pt x="3368450" y="2348843"/>
                  </a:cubicBezTo>
                  <a:cubicBezTo>
                    <a:pt x="3948114" y="2348843"/>
                    <a:pt x="4373422" y="2066846"/>
                    <a:pt x="4956151" y="1636730"/>
                  </a:cubicBezTo>
                  <a:cubicBezTo>
                    <a:pt x="5021253" y="1588668"/>
                    <a:pt x="5086356" y="1541186"/>
                    <a:pt x="5149372" y="1495325"/>
                  </a:cubicBezTo>
                  <a:lnTo>
                    <a:pt x="5270786" y="1406110"/>
                  </a:lnTo>
                  <a:lnTo>
                    <a:pt x="5270786" y="2138641"/>
                  </a:lnTo>
                  <a:lnTo>
                    <a:pt x="5112925" y="2253730"/>
                  </a:lnTo>
                  <a:cubicBezTo>
                    <a:pt x="4598179" y="2621786"/>
                    <a:pt x="4074961" y="2927775"/>
                    <a:pt x="3368327" y="2927775"/>
                  </a:cubicBezTo>
                  <a:cubicBezTo>
                    <a:pt x="2170746" y="2927775"/>
                    <a:pt x="1393203" y="2384512"/>
                    <a:pt x="769646" y="1516288"/>
                  </a:cubicBezTo>
                  <a:cubicBezTo>
                    <a:pt x="418850" y="1027932"/>
                    <a:pt x="48120" y="683401"/>
                    <a:pt x="3149" y="85252"/>
                  </a:cubicBezTo>
                  <a:close/>
                </a:path>
              </a:pathLst>
            </a:custGeom>
            <a:gradFill rotWithShape="0">
              <a:gsLst>
                <a:gs pos="2000">
                  <a:srgbClr val="ffffff">
                    <a:alpha val="10000"/>
                  </a:srgbClr>
                </a:gs>
                <a:gs pos="16000">
                  <a:srgbClr val="f19d19">
                    <a:alpha val="10000"/>
                  </a:srgbClr>
                </a:gs>
                <a:gs pos="85000">
                  <a:srgbClr val="1d9a78">
                    <a:alpha val="10000"/>
                  </a:srgbClr>
                </a:gs>
                <a:gs pos="100000">
                  <a:srgbClr val="ffffff">
                    <a:alpha val="10000"/>
                  </a:srgbClr>
                </a:gs>
              </a:gsLst>
              <a:lin ang="12000000"/>
            </a:gra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/>
          </p:style>
          <p:txBody>
            <a:bodyPr lIns="90000" rIns="90000" tIns="45000" bIns="45000" anchor="ctr">
              <a:noAutofit/>
            </a:bodyPr>
            <a:p>
              <a:pPr algn="ctr" defTabSz="914400">
                <a:lnSpc>
                  <a:spcPct val="100000"/>
                </a:lnSpc>
              </a:pPr>
              <a:endParaRPr b="0" lang="en-US" sz="1800" strike="noStrike" u="none">
                <a:solidFill>
                  <a:schemeClr val="lt1"/>
                </a:solidFill>
                <a:uFillTx/>
                <a:latin typeface="Calibri"/>
              </a:endParaRPr>
            </a:p>
          </p:txBody>
        </p:sp>
        <p:sp>
          <p:nvSpPr>
            <p:cNvPr id="893" name="Freeform: Shape 15">
              <a:extLs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/>
            <p:nvPr/>
          </p:nvSpPr>
          <p:spPr>
            <a:xfrm>
              <a:off x="8329680" y="0"/>
              <a:ext cx="3861360" cy="2144520"/>
            </a:xfrm>
            <a:custGeom>
              <a:avLst/>
              <a:gdLst>
                <a:gd name="textAreaLeft" fmla="*/ 0 w 3861360"/>
                <a:gd name="textAreaRight" fmla="*/ 3862440 w 3861360"/>
                <a:gd name="textAreaTop" fmla="*/ 0 h 2144520"/>
                <a:gd name="textAreaBottom" fmla="*/ 2145600 h 2144520"/>
              </a:gdLst>
              <a:ahLst/>
              <a:rect l="textAreaLeft" t="textAreaTop" r="textAreaRight" b="textAreaBottom"/>
              <a:pathLst>
                <a:path w="5270786" h="2927775">
                  <a:moveTo>
                    <a:pt x="0" y="0"/>
                  </a:moveTo>
                  <a:lnTo>
                    <a:pt x="736294" y="0"/>
                  </a:lnTo>
                  <a:lnTo>
                    <a:pt x="740298" y="72745"/>
                  </a:lnTo>
                  <a:cubicBezTo>
                    <a:pt x="768839" y="319371"/>
                    <a:pt x="898885" y="497858"/>
                    <a:pt x="1153024" y="826989"/>
                  </a:cubicBezTo>
                  <a:cubicBezTo>
                    <a:pt x="1225727" y="921142"/>
                    <a:pt x="1300882" y="1018537"/>
                    <a:pt x="1378368" y="1126356"/>
                  </a:cubicBezTo>
                  <a:cubicBezTo>
                    <a:pt x="1652384" y="1507833"/>
                    <a:pt x="1933512" y="1779060"/>
                    <a:pt x="2238056" y="1955322"/>
                  </a:cubicBezTo>
                  <a:cubicBezTo>
                    <a:pt x="2560868" y="2142238"/>
                    <a:pt x="2930637" y="2233033"/>
                    <a:pt x="3368327" y="2233033"/>
                  </a:cubicBezTo>
                  <a:cubicBezTo>
                    <a:pt x="3616720" y="2233033"/>
                    <a:pt x="3847703" y="2176866"/>
                    <a:pt x="4095360" y="2056192"/>
                  </a:cubicBezTo>
                  <a:cubicBezTo>
                    <a:pt x="4349636" y="1932276"/>
                    <a:pt x="4601340" y="1751613"/>
                    <a:pt x="4880506" y="1545587"/>
                  </a:cubicBezTo>
                  <a:cubicBezTo>
                    <a:pt x="4945974" y="1497295"/>
                    <a:pt x="5011199" y="1449697"/>
                    <a:pt x="5074340" y="1403721"/>
                  </a:cubicBezTo>
                  <a:lnTo>
                    <a:pt x="5270786" y="1259367"/>
                  </a:lnTo>
                  <a:lnTo>
                    <a:pt x="5270786" y="2138641"/>
                  </a:lnTo>
                  <a:lnTo>
                    <a:pt x="5112925" y="2253730"/>
                  </a:lnTo>
                  <a:cubicBezTo>
                    <a:pt x="4598179" y="2621786"/>
                    <a:pt x="4074961" y="2927775"/>
                    <a:pt x="3368327" y="2927775"/>
                  </a:cubicBezTo>
                  <a:cubicBezTo>
                    <a:pt x="2170746" y="2927775"/>
                    <a:pt x="1393203" y="2384512"/>
                    <a:pt x="769646" y="1516288"/>
                  </a:cubicBezTo>
                  <a:cubicBezTo>
                    <a:pt x="418850" y="1027932"/>
                    <a:pt x="48120" y="683401"/>
                    <a:pt x="3149" y="85252"/>
                  </a:cubicBezTo>
                  <a:close/>
                </a:path>
              </a:pathLst>
            </a:custGeom>
            <a:gradFill rotWithShape="0">
              <a:gsLst>
                <a:gs pos="2000">
                  <a:srgbClr val="ffffff">
                    <a:alpha val="10000"/>
                  </a:srgbClr>
                </a:gs>
                <a:gs pos="16000">
                  <a:srgbClr val="f19d19">
                    <a:alpha val="10000"/>
                  </a:srgbClr>
                </a:gs>
                <a:gs pos="85000">
                  <a:srgbClr val="1d9a78">
                    <a:alpha val="10000"/>
                  </a:srgbClr>
                </a:gs>
                <a:gs pos="100000">
                  <a:srgbClr val="ffffff">
                    <a:alpha val="10000"/>
                  </a:srgbClr>
                </a:gs>
              </a:gsLst>
              <a:lin ang="12000000"/>
            </a:gra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/>
          </p:style>
          <p:txBody>
            <a:bodyPr lIns="90000" rIns="90000" tIns="45000" bIns="45000" anchor="ctr">
              <a:noAutofit/>
            </a:bodyPr>
            <a:p>
              <a:pPr algn="ctr" defTabSz="914400">
                <a:lnSpc>
                  <a:spcPct val="100000"/>
                </a:lnSpc>
              </a:pPr>
              <a:endParaRPr b="0" lang="en-US" sz="1800" strike="noStrike" u="none">
                <a:solidFill>
                  <a:schemeClr val="lt1"/>
                </a:solidFill>
                <a:uFillTx/>
                <a:latin typeface="Calibri"/>
              </a:endParaRPr>
            </a:p>
          </p:txBody>
        </p:sp>
      </p:grpSp>
      <p:sp>
        <p:nvSpPr>
          <p:cNvPr id="894" name="PlaceHolder 2"/>
          <p:cNvSpPr>
            <a:spLocks noGrp="1"/>
          </p:cNvSpPr>
          <p:nvPr>
            <p:ph/>
          </p:nvPr>
        </p:nvSpPr>
        <p:spPr>
          <a:xfrm>
            <a:off x="1179360" y="2890800"/>
            <a:ext cx="9832320" cy="269280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t">
            <a:normAutofit lnSpcReduction="9999"/>
          </a:bodyPr>
          <a:p>
            <a:pPr marL="228600" indent="-228600" defTabSz="914400">
              <a:lnSpc>
                <a:spcPct val="90000"/>
              </a:lnSpc>
              <a:spcBef>
                <a:spcPts val="1001"/>
              </a:spcBef>
              <a:buClr>
                <a:srgbClr val="44546a"/>
              </a:buClr>
              <a:buFont typeface="Arial"/>
              <a:buChar char="•"/>
            </a:pPr>
            <a:r>
              <a:rPr b="0" lang="de-DE" sz="1800" strike="noStrike" u="none">
                <a:solidFill>
                  <a:schemeClr val="dk2"/>
                </a:solidFill>
                <a:uFillTx/>
                <a:latin typeface="Calibri"/>
              </a:rPr>
              <a:t>Erweitere das Datenmodell</a:t>
            </a:r>
            <a:endParaRPr b="0" lang="de-DE" sz="1800" strike="noStrike" u="none">
              <a:solidFill>
                <a:srgbClr val="000000"/>
              </a:solidFill>
              <a:uFillTx/>
              <a:latin typeface="Arial"/>
            </a:endParaRPr>
          </a:p>
          <a:p>
            <a:pPr lvl="1" marL="685800" indent="-228600" defTabSz="914400">
              <a:lnSpc>
                <a:spcPct val="90000"/>
              </a:lnSpc>
              <a:spcBef>
                <a:spcPts val="499"/>
              </a:spcBef>
              <a:buClr>
                <a:srgbClr val="44546a"/>
              </a:buClr>
              <a:buFont typeface="Arial"/>
              <a:buChar char="•"/>
            </a:pPr>
            <a:r>
              <a:rPr b="0" lang="de-DE" sz="1800" strike="noStrike" u="none">
                <a:solidFill>
                  <a:schemeClr val="dk2"/>
                </a:solidFill>
                <a:uFillTx/>
                <a:latin typeface="Calibri"/>
              </a:rPr>
              <a:t>Lege in Customer ein Feld / Konstruktor-Parameter lastOrderDate vom Typ Date an</a:t>
            </a:r>
            <a:endParaRPr b="0" lang="de-DE" sz="1800" strike="noStrike" u="none">
              <a:solidFill>
                <a:srgbClr val="000000"/>
              </a:solidFill>
              <a:uFillTx/>
              <a:latin typeface="Arial"/>
            </a:endParaRPr>
          </a:p>
          <a:p>
            <a:pPr marL="228600" indent="-228600" defTabSz="914400">
              <a:lnSpc>
                <a:spcPct val="90000"/>
              </a:lnSpc>
              <a:spcBef>
                <a:spcPts val="1001"/>
              </a:spcBef>
              <a:buClr>
                <a:srgbClr val="44546a"/>
              </a:buClr>
              <a:buFont typeface="Arial"/>
              <a:buChar char="•"/>
            </a:pPr>
            <a:r>
              <a:rPr b="0" lang="de-DE" sz="1800" strike="noStrike" u="none">
                <a:solidFill>
                  <a:schemeClr val="dk2"/>
                </a:solidFill>
                <a:uFillTx/>
                <a:latin typeface="Calibri"/>
              </a:rPr>
              <a:t>Passe die Mock-Daten an</a:t>
            </a:r>
            <a:endParaRPr b="0" lang="de-DE" sz="1800" strike="noStrike" u="none">
              <a:solidFill>
                <a:srgbClr val="000000"/>
              </a:solidFill>
              <a:uFillTx/>
              <a:latin typeface="Arial"/>
            </a:endParaRPr>
          </a:p>
          <a:p>
            <a:pPr lvl="1" marL="685800" indent="-228600" defTabSz="914400">
              <a:lnSpc>
                <a:spcPct val="90000"/>
              </a:lnSpc>
              <a:spcBef>
                <a:spcPts val="499"/>
              </a:spcBef>
              <a:buClr>
                <a:srgbClr val="44546a"/>
              </a:buClr>
              <a:buFont typeface="Arial"/>
              <a:buChar char="•"/>
            </a:pPr>
            <a:r>
              <a:rPr b="0" lang="de-DE" sz="1800" strike="noStrike" u="none">
                <a:solidFill>
                  <a:schemeClr val="dk2"/>
                </a:solidFill>
                <a:uFillTx/>
                <a:latin typeface="Calibri"/>
              </a:rPr>
              <a:t>Setze für jeden Customer ein unterschiedliches Datum (new Date(year, month - 1, day))</a:t>
            </a:r>
            <a:endParaRPr b="0" lang="de-DE" sz="1800" strike="noStrike" u="none">
              <a:solidFill>
                <a:srgbClr val="000000"/>
              </a:solidFill>
              <a:uFillTx/>
              <a:latin typeface="Arial"/>
            </a:endParaRPr>
          </a:p>
          <a:p>
            <a:pPr lvl="1" marL="685800" indent="-228600" defTabSz="914400">
              <a:lnSpc>
                <a:spcPct val="90000"/>
              </a:lnSpc>
              <a:spcBef>
                <a:spcPts val="499"/>
              </a:spcBef>
              <a:buClr>
                <a:srgbClr val="44546a"/>
              </a:buClr>
              <a:buFont typeface="Arial"/>
              <a:buChar char="•"/>
            </a:pPr>
            <a:r>
              <a:rPr b="0" lang="de-DE" sz="1800" strike="noStrike" u="none">
                <a:solidFill>
                  <a:schemeClr val="dk2"/>
                </a:solidFill>
                <a:uFillTx/>
                <a:latin typeface="Calibri"/>
              </a:rPr>
              <a:t>Für mind. 1 Customer weniger als 1 Woche zurück</a:t>
            </a:r>
            <a:endParaRPr b="0" lang="de-DE" sz="1800" strike="noStrike" u="none">
              <a:solidFill>
                <a:srgbClr val="000000"/>
              </a:solidFill>
              <a:uFillTx/>
              <a:latin typeface="Arial"/>
            </a:endParaRPr>
          </a:p>
          <a:p>
            <a:pPr lvl="1" marL="685800" indent="-228600" defTabSz="914400">
              <a:lnSpc>
                <a:spcPct val="90000"/>
              </a:lnSpc>
              <a:spcBef>
                <a:spcPts val="499"/>
              </a:spcBef>
              <a:buClr>
                <a:srgbClr val="44546a"/>
              </a:buClr>
              <a:buFont typeface="Arial"/>
              <a:buChar char="•"/>
            </a:pPr>
            <a:r>
              <a:rPr b="0" lang="de-DE" sz="1800" strike="noStrike" u="none">
                <a:solidFill>
                  <a:schemeClr val="dk2"/>
                </a:solidFill>
                <a:uFillTx/>
                <a:latin typeface="Calibri"/>
              </a:rPr>
              <a:t>Setze für nicht länger gewünschte Customer natürlich ein Datum in der weiteren Vergangenheit</a:t>
            </a:r>
            <a:endParaRPr b="0" lang="de-DE" sz="1800" strike="noStrike" u="none">
              <a:solidFill>
                <a:srgbClr val="000000"/>
              </a:solidFill>
              <a:uFillTx/>
              <a:latin typeface="Arial"/>
            </a:endParaRPr>
          </a:p>
          <a:p>
            <a:pPr marL="228600" indent="-228600" defTabSz="914400">
              <a:lnSpc>
                <a:spcPct val="90000"/>
              </a:lnSpc>
              <a:spcBef>
                <a:spcPts val="1001"/>
              </a:spcBef>
              <a:buClr>
                <a:srgbClr val="44546a"/>
              </a:buClr>
              <a:buFont typeface="Arial"/>
              <a:buChar char="•"/>
            </a:pPr>
            <a:r>
              <a:rPr b="0" lang="de-DE" sz="1800" strike="noStrike" u="none">
                <a:solidFill>
                  <a:schemeClr val="dk2"/>
                </a:solidFill>
                <a:uFillTx/>
                <a:latin typeface="Calibri"/>
              </a:rPr>
              <a:t>Erweitere das Template von CustomerDetailsComponent</a:t>
            </a:r>
            <a:endParaRPr b="0" lang="de-DE" sz="1800" strike="noStrike" u="none">
              <a:solidFill>
                <a:srgbClr val="000000"/>
              </a:solidFill>
              <a:uFillTx/>
              <a:latin typeface="Arial"/>
            </a:endParaRPr>
          </a:p>
          <a:p>
            <a:pPr lvl="1" marL="685800" indent="-228600" defTabSz="914400">
              <a:lnSpc>
                <a:spcPct val="90000"/>
              </a:lnSpc>
              <a:spcBef>
                <a:spcPts val="499"/>
              </a:spcBef>
              <a:buClr>
                <a:srgbClr val="44546a"/>
              </a:buClr>
              <a:buFont typeface="Arial"/>
              <a:buChar char="•"/>
            </a:pPr>
            <a:r>
              <a:rPr b="0" lang="de-DE" sz="1800" strike="noStrike" u="none">
                <a:solidFill>
                  <a:schemeClr val="dk2"/>
                </a:solidFill>
                <a:uFillTx/>
                <a:latin typeface="Calibri"/>
              </a:rPr>
              <a:t>Gib das Datum  lastOrderDate formatiert aus</a:t>
            </a:r>
            <a:endParaRPr b="0" lang="de-DE" sz="1800" strike="noStrike" u="none">
              <a:solidFill>
                <a:srgbClr val="000000"/>
              </a:solidFill>
              <a:uFillTx/>
              <a:latin typeface="Arial"/>
            </a:endParaRPr>
          </a:p>
          <a:p>
            <a:pPr lvl="1" marL="685800" indent="-228600" defTabSz="914400">
              <a:lnSpc>
                <a:spcPct val="90000"/>
              </a:lnSpc>
              <a:spcBef>
                <a:spcPts val="499"/>
              </a:spcBef>
              <a:buClr>
                <a:srgbClr val="44546a"/>
              </a:buClr>
              <a:buFont typeface="Arial"/>
              <a:buChar char="•"/>
            </a:pPr>
            <a:r>
              <a:rPr b="0" lang="de-DE" sz="1800" strike="noStrike" u="none">
                <a:solidFill>
                  <a:schemeClr val="dk2"/>
                </a:solidFill>
                <a:uFillTx/>
                <a:latin typeface="Calibri"/>
              </a:rPr>
              <a:t>Probiere verschiedene Formattierungen aus (Pattern, Shortcuts)</a:t>
            </a:r>
            <a:endParaRPr b="0" lang="de-DE" sz="1800" strike="noStrike" u="none">
              <a:solidFill>
                <a:srgbClr val="000000"/>
              </a:solidFill>
              <a:uFillTx/>
              <a:latin typeface="Arial"/>
            </a:endParaRPr>
          </a:p>
          <a:p>
            <a:pPr indent="0" defTabSz="914400">
              <a:lnSpc>
                <a:spcPct val="90000"/>
              </a:lnSpc>
              <a:spcBef>
                <a:spcPts val="1001"/>
              </a:spcBef>
              <a:buNone/>
              <a:tabLst>
                <a:tab algn="l" pos="0"/>
              </a:tabLst>
            </a:pPr>
            <a:endParaRPr b="0" lang="de-DE" sz="1800" strike="noStrike" u="none">
              <a:solidFill>
                <a:srgbClr val="000000"/>
              </a:solidFill>
              <a:uFillTx/>
              <a:latin typeface="Arial"/>
            </a:endParaRPr>
          </a:p>
        </p:txBody>
      </p:sp>
      <p:grpSp>
        <p:nvGrpSpPr>
          <p:cNvPr id="895" name="Group 17">
            <a:extLst>
              <a:ext uri="{C183D7F6-B498-43B3-948B-1728B52AA6E4}">
                <adec:decorative xmlns:adec="http://schemas.microsoft.com/office/drawing/2017/decorative" val="1"/>
              </a:ext>
            </a:extLst>
          </p:cNvPr>
          <p:cNvGrpSpPr/>
          <p:nvPr/>
        </p:nvGrpSpPr>
        <p:grpSpPr>
          <a:xfrm>
            <a:off x="0" y="4681800"/>
            <a:ext cx="2897640" cy="2174400"/>
            <a:chOff x="0" y="4681800"/>
            <a:chExt cx="2897640" cy="2174400"/>
          </a:xfrm>
        </p:grpSpPr>
        <p:sp>
          <p:nvSpPr>
            <p:cNvPr id="896" name="Freeform: Shape 18">
              <a:extLs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/>
            <p:nvPr/>
          </p:nvSpPr>
          <p:spPr>
            <a:xfrm flipV="1">
              <a:off x="360" y="4850280"/>
              <a:ext cx="2884680" cy="2005920"/>
            </a:xfrm>
            <a:custGeom>
              <a:avLst/>
              <a:gdLst>
                <a:gd name="textAreaLeft" fmla="*/ 0 w 2884680"/>
                <a:gd name="textAreaRight" fmla="*/ 2885760 w 2884680"/>
                <a:gd name="textAreaTop" fmla="*/ 720 h 2005920"/>
                <a:gd name="textAreaBottom" fmla="*/ 2007720 h 2005920"/>
              </a:gdLst>
              <a:ahLst/>
              <a:rect l="textAreaLeft" t="textAreaTop" r="textAreaRight" b="textAreaBottom"/>
              <a:pathLst>
                <a:path w="3815424" h="2653659">
                  <a:moveTo>
                    <a:pt x="3203055" y="0"/>
                  </a:moveTo>
                  <a:lnTo>
                    <a:pt x="3815424" y="0"/>
                  </a:lnTo>
                  <a:lnTo>
                    <a:pt x="3801025" y="214243"/>
                  </a:lnTo>
                  <a:cubicBezTo>
                    <a:pt x="3616317" y="1584467"/>
                    <a:pt x="2091637" y="2653659"/>
                    <a:pt x="587142" y="2653659"/>
                  </a:cubicBezTo>
                  <a:cubicBezTo>
                    <a:pt x="400192" y="2653659"/>
                    <a:pt x="222112" y="2636953"/>
                    <a:pt x="53389" y="2605041"/>
                  </a:cubicBezTo>
                  <a:lnTo>
                    <a:pt x="0" y="2593136"/>
                  </a:lnTo>
                  <a:lnTo>
                    <a:pt x="0" y="1994836"/>
                  </a:lnTo>
                  <a:lnTo>
                    <a:pt x="159710" y="2035054"/>
                  </a:lnTo>
                  <a:cubicBezTo>
                    <a:pt x="295467" y="2061726"/>
                    <a:pt x="438268" y="2075152"/>
                    <a:pt x="587142" y="2075152"/>
                  </a:cubicBezTo>
                  <a:cubicBezTo>
                    <a:pt x="901731" y="2075152"/>
                    <a:pt x="1234490" y="2014697"/>
                    <a:pt x="1549283" y="1900153"/>
                  </a:cubicBezTo>
                  <a:cubicBezTo>
                    <a:pt x="1860709" y="1786959"/>
                    <a:pt x="2157231" y="1620350"/>
                    <a:pt x="2406698" y="1418450"/>
                  </a:cubicBezTo>
                  <a:cubicBezTo>
                    <a:pt x="2655859" y="1216840"/>
                    <a:pt x="2859596" y="978302"/>
                    <a:pt x="2996069" y="728678"/>
                  </a:cubicBezTo>
                  <a:cubicBezTo>
                    <a:pt x="3101178" y="536396"/>
                    <a:pt x="3167417" y="338366"/>
                    <a:pt x="3193967" y="137719"/>
                  </a:cubicBezTo>
                  <a:close/>
                </a:path>
              </a:pathLst>
            </a:custGeom>
            <a:gradFill rotWithShape="0">
              <a:gsLst>
                <a:gs pos="2000">
                  <a:srgbClr val="ffffff">
                    <a:alpha val="10000"/>
                  </a:srgbClr>
                </a:gs>
                <a:gs pos="16000">
                  <a:srgbClr val="f19d19">
                    <a:alpha val="10000"/>
                  </a:srgbClr>
                </a:gs>
                <a:gs pos="85000">
                  <a:srgbClr val="1d9a78">
                    <a:alpha val="10000"/>
                  </a:srgbClr>
                </a:gs>
                <a:gs pos="100000">
                  <a:srgbClr val="ffffff">
                    <a:alpha val="10000"/>
                  </a:srgbClr>
                </a:gs>
              </a:gsLst>
              <a:lin ang="9600000"/>
            </a:gra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/>
          </p:style>
          <p:txBody>
            <a:bodyPr lIns="90000" rIns="90000" tIns="45000" bIns="45000" anchor="ctr">
              <a:noAutofit/>
            </a:bodyPr>
            <a:p>
              <a:pPr algn="ctr" defTabSz="914400">
                <a:lnSpc>
                  <a:spcPct val="100000"/>
                </a:lnSpc>
              </a:pPr>
              <a:endParaRPr b="0" lang="en-US" sz="1800" strike="noStrike" u="none">
                <a:solidFill>
                  <a:schemeClr val="lt1"/>
                </a:solidFill>
                <a:uFillTx/>
                <a:latin typeface="Calibri"/>
              </a:endParaRPr>
            </a:p>
          </p:txBody>
        </p:sp>
        <p:sp>
          <p:nvSpPr>
            <p:cNvPr id="897" name="Freeform: Shape 19">
              <a:extLs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/>
            <p:nvPr/>
          </p:nvSpPr>
          <p:spPr>
            <a:xfrm flipV="1">
              <a:off x="360" y="4850280"/>
              <a:ext cx="2884680" cy="2005920"/>
            </a:xfrm>
            <a:custGeom>
              <a:avLst/>
              <a:gdLst>
                <a:gd name="textAreaLeft" fmla="*/ 0 w 2884680"/>
                <a:gd name="textAreaRight" fmla="*/ 2885760 w 2884680"/>
                <a:gd name="textAreaTop" fmla="*/ 720 h 2005920"/>
                <a:gd name="textAreaBottom" fmla="*/ 2007720 h 2005920"/>
              </a:gdLst>
              <a:ahLst/>
              <a:rect l="textAreaLeft" t="textAreaTop" r="textAreaRight" b="textAreaBottom"/>
              <a:pathLst>
                <a:path w="3815424" h="2653660">
                  <a:moveTo>
                    <a:pt x="3305038" y="0"/>
                  </a:moveTo>
                  <a:lnTo>
                    <a:pt x="3815424" y="0"/>
                  </a:lnTo>
                  <a:lnTo>
                    <a:pt x="3801025" y="214244"/>
                  </a:lnTo>
                  <a:cubicBezTo>
                    <a:pt x="3616317" y="1584467"/>
                    <a:pt x="2091637" y="2653660"/>
                    <a:pt x="587142" y="2653660"/>
                  </a:cubicBezTo>
                  <a:cubicBezTo>
                    <a:pt x="400192" y="2653660"/>
                    <a:pt x="222112" y="2636954"/>
                    <a:pt x="53389" y="2605042"/>
                  </a:cubicBezTo>
                  <a:lnTo>
                    <a:pt x="0" y="2593137"/>
                  </a:lnTo>
                  <a:lnTo>
                    <a:pt x="0" y="2094444"/>
                  </a:lnTo>
                  <a:lnTo>
                    <a:pt x="137675" y="2129195"/>
                  </a:lnTo>
                  <a:cubicBezTo>
                    <a:pt x="280616" y="2157374"/>
                    <a:pt x="430766" y="2171571"/>
                    <a:pt x="587142" y="2171571"/>
                  </a:cubicBezTo>
                  <a:cubicBezTo>
                    <a:pt x="918879" y="2171571"/>
                    <a:pt x="1254904" y="2110634"/>
                    <a:pt x="1585826" y="1990112"/>
                  </a:cubicBezTo>
                  <a:cubicBezTo>
                    <a:pt x="1908071" y="1873061"/>
                    <a:pt x="2214800" y="1700666"/>
                    <a:pt x="2473046" y="1491633"/>
                  </a:cubicBezTo>
                  <a:cubicBezTo>
                    <a:pt x="2735782" y="1279031"/>
                    <a:pt x="2942276" y="1037118"/>
                    <a:pt x="3086710" y="772838"/>
                  </a:cubicBezTo>
                  <a:cubicBezTo>
                    <a:pt x="3197408" y="570216"/>
                    <a:pt x="3267226" y="361248"/>
                    <a:pt x="3295217" y="149229"/>
                  </a:cubicBezTo>
                  <a:close/>
                </a:path>
              </a:pathLst>
            </a:custGeom>
            <a:gradFill rotWithShape="0">
              <a:gsLst>
                <a:gs pos="2000">
                  <a:srgbClr val="ffffff">
                    <a:alpha val="10000"/>
                  </a:srgbClr>
                </a:gs>
                <a:gs pos="16000">
                  <a:srgbClr val="f19d19">
                    <a:alpha val="10000"/>
                  </a:srgbClr>
                </a:gs>
                <a:gs pos="85000">
                  <a:srgbClr val="1d9a78">
                    <a:alpha val="10000"/>
                  </a:srgbClr>
                </a:gs>
                <a:gs pos="100000">
                  <a:srgbClr val="ffffff">
                    <a:alpha val="10000"/>
                  </a:srgbClr>
                </a:gs>
              </a:gsLst>
              <a:lin ang="9600000"/>
            </a:gra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/>
          </p:style>
          <p:txBody>
            <a:bodyPr lIns="90000" rIns="90000" tIns="45000" bIns="45000" anchor="ctr">
              <a:noAutofit/>
            </a:bodyPr>
            <a:p>
              <a:pPr algn="ctr" defTabSz="914400">
                <a:lnSpc>
                  <a:spcPct val="100000"/>
                </a:lnSpc>
              </a:pPr>
              <a:endParaRPr b="0" lang="en-US" sz="1800" strike="noStrike" u="none">
                <a:solidFill>
                  <a:schemeClr val="lt1"/>
                </a:solidFill>
                <a:uFillTx/>
                <a:latin typeface="Calibri"/>
              </a:endParaRPr>
            </a:p>
          </p:txBody>
        </p:sp>
        <p:sp>
          <p:nvSpPr>
            <p:cNvPr id="898" name="Freeform: Shape 20">
              <a:extLs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/>
            <p:nvPr/>
          </p:nvSpPr>
          <p:spPr>
            <a:xfrm flipV="1">
              <a:off x="0" y="4832640"/>
              <a:ext cx="2885040" cy="2022840"/>
            </a:xfrm>
            <a:custGeom>
              <a:avLst/>
              <a:gdLst>
                <a:gd name="textAreaLeft" fmla="*/ 0 w 2885040"/>
                <a:gd name="textAreaRight" fmla="*/ 2886120 w 2885040"/>
                <a:gd name="textAreaTop" fmla="*/ -720 h 2022840"/>
                <a:gd name="textAreaBottom" fmla="*/ 2023200 h 2022840"/>
              </a:gdLst>
              <a:ahLst/>
              <a:rect l="textAreaLeft" t="textAreaTop" r="textAreaRight" b="textAreaBottom"/>
              <a:pathLst>
                <a:path w="3815986" h="2675935">
                  <a:moveTo>
                    <a:pt x="3648768" y="0"/>
                  </a:moveTo>
                  <a:lnTo>
                    <a:pt x="3815986" y="0"/>
                  </a:lnTo>
                  <a:lnTo>
                    <a:pt x="3804695" y="200084"/>
                  </a:lnTo>
                  <a:cubicBezTo>
                    <a:pt x="3795228" y="285751"/>
                    <a:pt x="3781167" y="371032"/>
                    <a:pt x="3762590" y="455543"/>
                  </a:cubicBezTo>
                  <a:cubicBezTo>
                    <a:pt x="3725537" y="624467"/>
                    <a:pt x="3668784" y="790112"/>
                    <a:pt x="3592332" y="947274"/>
                  </a:cubicBezTo>
                  <a:cubicBezTo>
                    <a:pt x="3438712" y="1261596"/>
                    <a:pt x="3216091" y="1542847"/>
                    <a:pt x="2953967" y="1782349"/>
                  </a:cubicBezTo>
                  <a:cubicBezTo>
                    <a:pt x="2822599" y="1902099"/>
                    <a:pt x="2680615" y="2011341"/>
                    <a:pt x="2530669" y="2109494"/>
                  </a:cubicBezTo>
                  <a:cubicBezTo>
                    <a:pt x="2380520" y="2207551"/>
                    <a:pt x="2222510" y="2294906"/>
                    <a:pt x="2057561" y="2369245"/>
                  </a:cubicBezTo>
                  <a:cubicBezTo>
                    <a:pt x="1727252" y="2516859"/>
                    <a:pt x="1371629" y="2614434"/>
                    <a:pt x="1007330" y="2655701"/>
                  </a:cubicBezTo>
                  <a:cubicBezTo>
                    <a:pt x="916281" y="2665873"/>
                    <a:pt x="824568" y="2672188"/>
                    <a:pt x="732765" y="2674696"/>
                  </a:cubicBezTo>
                  <a:cubicBezTo>
                    <a:pt x="640963" y="2677203"/>
                    <a:pt x="549072" y="2675901"/>
                    <a:pt x="457666" y="2670839"/>
                  </a:cubicBezTo>
                  <a:cubicBezTo>
                    <a:pt x="366106" y="2665584"/>
                    <a:pt x="274572" y="2656521"/>
                    <a:pt x="183574" y="2643312"/>
                  </a:cubicBezTo>
                  <a:lnTo>
                    <a:pt x="0" y="2607798"/>
                  </a:lnTo>
                  <a:lnTo>
                    <a:pt x="0" y="2356652"/>
                  </a:lnTo>
                  <a:lnTo>
                    <a:pt x="222195" y="2396940"/>
                  </a:lnTo>
                  <a:cubicBezTo>
                    <a:pt x="304990" y="2407980"/>
                    <a:pt x="388511" y="2415283"/>
                    <a:pt x="472364" y="2419092"/>
                  </a:cubicBezTo>
                  <a:cubicBezTo>
                    <a:pt x="640376" y="2427095"/>
                    <a:pt x="808184" y="2421791"/>
                    <a:pt x="974972" y="2402122"/>
                  </a:cubicBezTo>
                  <a:cubicBezTo>
                    <a:pt x="1141658" y="2382358"/>
                    <a:pt x="1306812" y="2349286"/>
                    <a:pt x="1468292" y="2304162"/>
                  </a:cubicBezTo>
                  <a:cubicBezTo>
                    <a:pt x="1629874" y="2259231"/>
                    <a:pt x="1787475" y="2201091"/>
                    <a:pt x="1940176" y="2133695"/>
                  </a:cubicBezTo>
                  <a:cubicBezTo>
                    <a:pt x="2246498" y="2000349"/>
                    <a:pt x="2532507" y="1823520"/>
                    <a:pt x="2783403" y="1609954"/>
                  </a:cubicBezTo>
                  <a:cubicBezTo>
                    <a:pt x="2908442" y="1502833"/>
                    <a:pt x="3024295" y="1385975"/>
                    <a:pt x="3128104" y="1260439"/>
                  </a:cubicBezTo>
                  <a:cubicBezTo>
                    <a:pt x="3232116" y="1135096"/>
                    <a:pt x="3323881" y="1000689"/>
                    <a:pt x="3400639" y="859052"/>
                  </a:cubicBezTo>
                  <a:cubicBezTo>
                    <a:pt x="3477399" y="717510"/>
                    <a:pt x="3541296" y="569316"/>
                    <a:pt x="3585595" y="415336"/>
                  </a:cubicBezTo>
                  <a:cubicBezTo>
                    <a:pt x="3607796" y="338540"/>
                    <a:pt x="3624638" y="260224"/>
                    <a:pt x="3635918" y="181137"/>
                  </a:cubicBezTo>
                  <a:close/>
                </a:path>
              </a:pathLst>
            </a:custGeom>
            <a:gradFill rotWithShape="0">
              <a:gsLst>
                <a:gs pos="2000">
                  <a:srgbClr val="ffffff">
                    <a:alpha val="10000"/>
                  </a:srgbClr>
                </a:gs>
                <a:gs pos="16000">
                  <a:srgbClr val="f19d19">
                    <a:alpha val="10000"/>
                  </a:srgbClr>
                </a:gs>
                <a:gs pos="85000">
                  <a:srgbClr val="1d9a78">
                    <a:alpha val="10000"/>
                  </a:srgbClr>
                </a:gs>
                <a:gs pos="100000">
                  <a:srgbClr val="ffffff">
                    <a:alpha val="10000"/>
                  </a:srgbClr>
                </a:gs>
              </a:gsLst>
              <a:lin ang="9600000"/>
            </a:gra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/>
          </p:style>
          <p:txBody>
            <a:bodyPr lIns="90000" rIns="90000" tIns="45000" bIns="45000" anchor="ctr">
              <a:noAutofit/>
            </a:bodyPr>
            <a:p>
              <a:pPr algn="ctr" defTabSz="914400">
                <a:lnSpc>
                  <a:spcPct val="100000"/>
                </a:lnSpc>
              </a:pPr>
              <a:endParaRPr b="0" lang="en-US" sz="1800" strike="noStrike" u="none">
                <a:solidFill>
                  <a:schemeClr val="lt1"/>
                </a:solidFill>
                <a:uFillTx/>
                <a:latin typeface="Calibri"/>
              </a:endParaRPr>
            </a:p>
          </p:txBody>
        </p:sp>
        <p:sp>
          <p:nvSpPr>
            <p:cNvPr id="899" name="Freeform: Shape 21">
              <a:extLs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/>
            <p:nvPr/>
          </p:nvSpPr>
          <p:spPr>
            <a:xfrm flipV="1">
              <a:off x="360" y="4681800"/>
              <a:ext cx="2897280" cy="2174400"/>
            </a:xfrm>
            <a:custGeom>
              <a:avLst/>
              <a:gdLst>
                <a:gd name="textAreaLeft" fmla="*/ 0 w 2897280"/>
                <a:gd name="textAreaRight" fmla="*/ 2898360 w 2897280"/>
                <a:gd name="textAreaTop" fmla="*/ 720 h 2174400"/>
                <a:gd name="textAreaBottom" fmla="*/ 2176200 h 2174400"/>
              </a:gdLst>
              <a:ahLst/>
              <a:rect l="textAreaLeft" t="textAreaTop" r="textAreaRight" b="textAreaBottom"/>
              <a:pathLst>
                <a:path w="3832270" h="2876136">
                  <a:moveTo>
                    <a:pt x="3800718" y="0"/>
                  </a:moveTo>
                  <a:lnTo>
                    <a:pt x="3832270" y="0"/>
                  </a:lnTo>
                  <a:lnTo>
                    <a:pt x="3824562" y="143769"/>
                  </a:lnTo>
                  <a:cubicBezTo>
                    <a:pt x="3797131" y="409191"/>
                    <a:pt x="3730585" y="671345"/>
                    <a:pt x="3628155" y="922055"/>
                  </a:cubicBezTo>
                  <a:cubicBezTo>
                    <a:pt x="3593858" y="1005553"/>
                    <a:pt x="3556704" y="1088280"/>
                    <a:pt x="3514853" y="1169078"/>
                  </a:cubicBezTo>
                  <a:cubicBezTo>
                    <a:pt x="3473616" y="1250166"/>
                    <a:pt x="3428194" y="1329517"/>
                    <a:pt x="3379198" y="1407037"/>
                  </a:cubicBezTo>
                  <a:cubicBezTo>
                    <a:pt x="3281106" y="1561980"/>
                    <a:pt x="3169132" y="1710174"/>
                    <a:pt x="3043787" y="1848342"/>
                  </a:cubicBezTo>
                  <a:cubicBezTo>
                    <a:pt x="2980806" y="1917184"/>
                    <a:pt x="2915071" y="1984001"/>
                    <a:pt x="2845661" y="2047444"/>
                  </a:cubicBezTo>
                  <a:cubicBezTo>
                    <a:pt x="2828411" y="2063450"/>
                    <a:pt x="2811060" y="2079263"/>
                    <a:pt x="2793197" y="2094689"/>
                  </a:cubicBezTo>
                  <a:cubicBezTo>
                    <a:pt x="2775436" y="2110213"/>
                    <a:pt x="2757982" y="2126025"/>
                    <a:pt x="2739710" y="2140969"/>
                  </a:cubicBezTo>
                  <a:cubicBezTo>
                    <a:pt x="2703576" y="2171341"/>
                    <a:pt x="2666524" y="2200749"/>
                    <a:pt x="2629166" y="2229867"/>
                  </a:cubicBezTo>
                  <a:cubicBezTo>
                    <a:pt x="2479015" y="2345569"/>
                    <a:pt x="2316821" y="2448061"/>
                    <a:pt x="2145952" y="2535994"/>
                  </a:cubicBezTo>
                  <a:cubicBezTo>
                    <a:pt x="1804312" y="2711957"/>
                    <a:pt x="1424600" y="2826982"/>
                    <a:pt x="1034987" y="2863910"/>
                  </a:cubicBezTo>
                  <a:cubicBezTo>
                    <a:pt x="937762" y="2873167"/>
                    <a:pt x="839720" y="2877096"/>
                    <a:pt x="741909" y="2875939"/>
                  </a:cubicBezTo>
                  <a:cubicBezTo>
                    <a:pt x="644097" y="2874782"/>
                    <a:pt x="546515" y="2868539"/>
                    <a:pt x="450208" y="2857451"/>
                  </a:cubicBezTo>
                  <a:cubicBezTo>
                    <a:pt x="305520" y="2840674"/>
                    <a:pt x="162095" y="2813810"/>
                    <a:pt x="22215" y="2775923"/>
                  </a:cubicBezTo>
                  <a:lnTo>
                    <a:pt x="0" y="2769256"/>
                  </a:lnTo>
                  <a:lnTo>
                    <a:pt x="0" y="2590612"/>
                  </a:lnTo>
                  <a:lnTo>
                    <a:pt x="199046" y="2627410"/>
                  </a:lnTo>
                  <a:cubicBezTo>
                    <a:pt x="288321" y="2639209"/>
                    <a:pt x="378197" y="2646537"/>
                    <a:pt x="468174" y="2649670"/>
                  </a:cubicBezTo>
                  <a:cubicBezTo>
                    <a:pt x="648333" y="2656805"/>
                    <a:pt x="826655" y="2647163"/>
                    <a:pt x="1003650" y="2622480"/>
                  </a:cubicBezTo>
                  <a:cubicBezTo>
                    <a:pt x="1091943" y="2609658"/>
                    <a:pt x="1179725" y="2593747"/>
                    <a:pt x="1266489" y="2573982"/>
                  </a:cubicBezTo>
                  <a:cubicBezTo>
                    <a:pt x="1353250" y="2553927"/>
                    <a:pt x="1439298" y="2531076"/>
                    <a:pt x="1524223" y="2504657"/>
                  </a:cubicBezTo>
                  <a:cubicBezTo>
                    <a:pt x="1609149" y="2478336"/>
                    <a:pt x="1693052" y="2448833"/>
                    <a:pt x="1775731" y="2416243"/>
                  </a:cubicBezTo>
                  <a:cubicBezTo>
                    <a:pt x="1858309" y="2383557"/>
                    <a:pt x="1939764" y="2347882"/>
                    <a:pt x="2019789" y="2309412"/>
                  </a:cubicBezTo>
                  <a:cubicBezTo>
                    <a:pt x="2179839" y="2232567"/>
                    <a:pt x="2334583" y="2144923"/>
                    <a:pt x="2482486" y="2046962"/>
                  </a:cubicBezTo>
                  <a:cubicBezTo>
                    <a:pt x="2519334" y="2022376"/>
                    <a:pt x="2556081" y="1997403"/>
                    <a:pt x="2591908" y="1971371"/>
                  </a:cubicBezTo>
                  <a:cubicBezTo>
                    <a:pt x="2610077" y="1958644"/>
                    <a:pt x="2627838" y="1945434"/>
                    <a:pt x="2645702" y="1932321"/>
                  </a:cubicBezTo>
                  <a:cubicBezTo>
                    <a:pt x="2663666" y="1919305"/>
                    <a:pt x="2681325" y="1905903"/>
                    <a:pt x="2698779" y="1892309"/>
                  </a:cubicBezTo>
                  <a:cubicBezTo>
                    <a:pt x="2768903" y="1838025"/>
                    <a:pt x="2837496" y="1781717"/>
                    <a:pt x="2903537" y="1722516"/>
                  </a:cubicBezTo>
                  <a:cubicBezTo>
                    <a:pt x="3035926" y="1604501"/>
                    <a:pt x="3158720" y="1475784"/>
                    <a:pt x="3269061" y="1337327"/>
                  </a:cubicBezTo>
                  <a:cubicBezTo>
                    <a:pt x="3324182" y="1268099"/>
                    <a:pt x="3376341" y="1196461"/>
                    <a:pt x="3424928" y="1122508"/>
                  </a:cubicBezTo>
                  <a:cubicBezTo>
                    <a:pt x="3472697" y="1048170"/>
                    <a:pt x="3517814" y="972000"/>
                    <a:pt x="3557622" y="893226"/>
                  </a:cubicBezTo>
                  <a:cubicBezTo>
                    <a:pt x="3567931" y="873654"/>
                    <a:pt x="3577526" y="853791"/>
                    <a:pt x="3587019" y="833929"/>
                  </a:cubicBezTo>
                  <a:lnTo>
                    <a:pt x="3601310" y="804040"/>
                  </a:lnTo>
                  <a:lnTo>
                    <a:pt x="3614885" y="773861"/>
                  </a:lnTo>
                  <a:cubicBezTo>
                    <a:pt x="3623766" y="753709"/>
                    <a:pt x="3632748" y="733559"/>
                    <a:pt x="3640812" y="713022"/>
                  </a:cubicBezTo>
                  <a:cubicBezTo>
                    <a:pt x="3648876" y="692485"/>
                    <a:pt x="3657756" y="672236"/>
                    <a:pt x="3665105" y="651506"/>
                  </a:cubicBezTo>
                  <a:cubicBezTo>
                    <a:pt x="3696544" y="569166"/>
                    <a:pt x="3723185" y="485089"/>
                    <a:pt x="3744110" y="399567"/>
                  </a:cubicBezTo>
                  <a:cubicBezTo>
                    <a:pt x="3765341" y="314238"/>
                    <a:pt x="3781392" y="227654"/>
                    <a:pt x="3792123" y="140444"/>
                  </a:cubicBezTo>
                  <a:close/>
                </a:path>
              </a:pathLst>
            </a:custGeom>
            <a:gradFill rotWithShape="0">
              <a:gsLst>
                <a:gs pos="2000">
                  <a:srgbClr val="ffffff">
                    <a:alpha val="10000"/>
                  </a:srgbClr>
                </a:gs>
                <a:gs pos="16000">
                  <a:srgbClr val="f19d19">
                    <a:alpha val="10000"/>
                  </a:srgbClr>
                </a:gs>
                <a:gs pos="85000">
                  <a:srgbClr val="1d9a78">
                    <a:alpha val="10000"/>
                  </a:srgbClr>
                </a:gs>
                <a:gs pos="100000">
                  <a:srgbClr val="ffffff">
                    <a:alpha val="10000"/>
                  </a:srgbClr>
                </a:gs>
              </a:gsLst>
              <a:lin ang="9600000"/>
            </a:gra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/>
          </p:style>
          <p:txBody>
            <a:bodyPr lIns="90000" rIns="90000" tIns="45000" bIns="45000" anchor="ctr">
              <a:noAutofit/>
            </a:bodyPr>
            <a:p>
              <a:pPr algn="ctr" defTabSz="914400">
                <a:lnSpc>
                  <a:spcPct val="100000"/>
                </a:lnSpc>
              </a:pPr>
              <a:endParaRPr b="0" lang="en-US" sz="1800" strike="noStrike" u="none">
                <a:solidFill>
                  <a:schemeClr val="lt1"/>
                </a:solidFill>
                <a:uFillTx/>
                <a:latin typeface="Calibri"/>
              </a:endParaRPr>
            </a:p>
          </p:txBody>
        </p:sp>
      </p:grp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174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00" name="PlaceHolder 1"/>
          <p:cNvSpPr>
            <a:spLocks noGrp="1"/>
          </p:cNvSpPr>
          <p:nvPr>
            <p:ph type="title"/>
          </p:nvPr>
        </p:nvSpPr>
        <p:spPr>
          <a:xfrm>
            <a:off x="838080" y="365040"/>
            <a:ext cx="10514520" cy="132444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ctr">
            <a:noAutofit/>
          </a:bodyPr>
          <a:p>
            <a:pPr indent="0" defTabSz="914400">
              <a:lnSpc>
                <a:spcPct val="90000"/>
              </a:lnSpc>
              <a:buNone/>
              <a:tabLst>
                <a:tab algn="l" pos="0"/>
              </a:tabLst>
            </a:pPr>
            <a:r>
              <a:rPr b="0" lang="de-DE" sz="4400" strike="noStrike" u="none">
                <a:solidFill>
                  <a:schemeClr val="dk1"/>
                </a:solidFill>
                <a:uFillTx/>
                <a:latin typeface="Calibri Light"/>
              </a:rPr>
              <a:t>Pipes sind Klassen</a:t>
            </a:r>
            <a:endParaRPr b="0" lang="de-DE" sz="4400" strike="noStrike" u="none">
              <a:solidFill>
                <a:srgbClr val="000000"/>
              </a:solidFill>
              <a:uFillTx/>
              <a:latin typeface="Arial"/>
            </a:endParaRPr>
          </a:p>
        </p:txBody>
      </p:sp>
      <p:sp>
        <p:nvSpPr>
          <p:cNvPr id="901" name="PlaceHolder 2"/>
          <p:cNvSpPr>
            <a:spLocks noGrp="1"/>
          </p:cNvSpPr>
          <p:nvPr>
            <p:ph/>
          </p:nvPr>
        </p:nvSpPr>
        <p:spPr>
          <a:xfrm>
            <a:off x="838080" y="1825560"/>
            <a:ext cx="10514520" cy="435024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t">
            <a:normAutofit lnSpcReduction="9999"/>
          </a:bodyPr>
          <a:p>
            <a:pPr marL="228600" indent="-228600" defTabSz="914400">
              <a:lnSpc>
                <a:spcPct val="90000"/>
              </a:lnSpc>
              <a:spcBef>
                <a:spcPts val="1001"/>
              </a:spcBef>
              <a:buClr>
                <a:srgbClr val="333333"/>
              </a:buClr>
              <a:buFont typeface="Arial"/>
              <a:buChar char="•"/>
            </a:pPr>
            <a:r>
              <a:rPr b="0" lang="de-DE" sz="2800" strike="noStrike" u="none">
                <a:solidFill>
                  <a:srgbClr val="333333"/>
                </a:solidFill>
                <a:uFillTx/>
                <a:latin typeface="Aller"/>
              </a:rPr>
              <a:t>Pipes sind Klassen</a:t>
            </a:r>
            <a:endParaRPr b="0" lang="de-DE" sz="2800" strike="noStrike" u="none">
              <a:solidFill>
                <a:srgbClr val="000000"/>
              </a:solidFill>
              <a:uFillTx/>
              <a:latin typeface="Arial"/>
            </a:endParaRPr>
          </a:p>
          <a:p>
            <a:pPr lvl="1" marL="743040" indent="-285840" defTabSz="914400">
              <a:lnSpc>
                <a:spcPct val="90000"/>
              </a:lnSpc>
              <a:spcBef>
                <a:spcPts val="499"/>
              </a:spcBef>
              <a:buClr>
                <a:srgbClr val="333333"/>
              </a:buClr>
              <a:buFont typeface="Arial"/>
              <a:buChar char="•"/>
            </a:pPr>
            <a:r>
              <a:rPr b="0" lang="de-DE" sz="2400" strike="noStrike" u="none">
                <a:solidFill>
                  <a:srgbClr val="333333"/>
                </a:solidFill>
                <a:uFillTx/>
                <a:latin typeface="Aller"/>
              </a:rPr>
              <a:t>Implementieren Interface PipeTransform aus @angular/core</a:t>
            </a:r>
            <a:endParaRPr b="0" lang="de-DE" sz="2400" strike="noStrike" u="none">
              <a:solidFill>
                <a:srgbClr val="000000"/>
              </a:solidFill>
              <a:uFillTx/>
              <a:latin typeface="Arial"/>
            </a:endParaRPr>
          </a:p>
          <a:p>
            <a:pPr lvl="1" marL="743040" indent="-285840" defTabSz="914400">
              <a:lnSpc>
                <a:spcPct val="90000"/>
              </a:lnSpc>
              <a:spcBef>
                <a:spcPts val="499"/>
              </a:spcBef>
              <a:buClr>
                <a:srgbClr val="333333"/>
              </a:buClr>
              <a:buFont typeface="Arial"/>
              <a:buChar char="•"/>
            </a:pPr>
            <a:r>
              <a:rPr b="0" lang="de-DE" sz="2400" strike="noStrike" u="none">
                <a:solidFill>
                  <a:srgbClr val="333333"/>
                </a:solidFill>
                <a:uFillTx/>
                <a:latin typeface="Aller"/>
              </a:rPr>
              <a:t>Werden mit @Pipe Decorator aus @angular/core markiert</a:t>
            </a:r>
            <a:endParaRPr b="0" lang="de-DE" sz="2400" strike="noStrike" u="none">
              <a:solidFill>
                <a:srgbClr val="000000"/>
              </a:solidFill>
              <a:uFillTx/>
              <a:latin typeface="Arial"/>
            </a:endParaRPr>
          </a:p>
          <a:p>
            <a:pPr marL="457200" indent="0" defTabSz="914400">
              <a:lnSpc>
                <a:spcPct val="90000"/>
              </a:lnSpc>
              <a:spcBef>
                <a:spcPts val="499"/>
              </a:spcBef>
              <a:buNone/>
              <a:tabLst>
                <a:tab algn="l" pos="0"/>
              </a:tabLst>
            </a:pPr>
            <a:endParaRPr b="0" lang="de-DE" sz="2400" strike="noStrike" u="none">
              <a:solidFill>
                <a:srgbClr val="000000"/>
              </a:solidFill>
              <a:uFillTx/>
              <a:latin typeface="Arial"/>
            </a:endParaRPr>
          </a:p>
          <a:p>
            <a:pPr marL="457200" indent="0" defTabSz="914400">
              <a:lnSpc>
                <a:spcPct val="90000"/>
              </a:lnSpc>
              <a:spcBef>
                <a:spcPts val="499"/>
              </a:spcBef>
              <a:buNone/>
              <a:tabLst>
                <a:tab algn="l" pos="0"/>
              </a:tabLst>
            </a:pPr>
            <a:r>
              <a:rPr b="0" lang="de-DE" sz="2400" strike="noStrike" u="none">
                <a:solidFill>
                  <a:srgbClr val="1e347b"/>
                </a:solidFill>
                <a:uFillTx/>
                <a:latin typeface="SourceCodePro"/>
              </a:rPr>
              <a:t>import</a:t>
            </a:r>
            <a:r>
              <a:rPr b="0" lang="de-DE" sz="2400" strike="noStrike" u="none">
                <a:solidFill>
                  <a:srgbClr val="48484c"/>
                </a:solidFill>
                <a:uFillTx/>
                <a:latin typeface="SourceCodePro"/>
              </a:rPr>
              <a:t> </a:t>
            </a:r>
            <a:r>
              <a:rPr b="0" lang="de-DE" sz="2400" strike="noStrike" u="none">
                <a:solidFill>
                  <a:srgbClr val="93a1a1"/>
                </a:solidFill>
                <a:uFillTx/>
                <a:latin typeface="SourceCodePro"/>
              </a:rPr>
              <a:t>{</a:t>
            </a:r>
            <a:r>
              <a:rPr b="0" lang="de-DE" sz="2400" strike="noStrike" u="none">
                <a:solidFill>
                  <a:srgbClr val="008080"/>
                </a:solidFill>
                <a:uFillTx/>
                <a:latin typeface="SourceCodePro"/>
              </a:rPr>
              <a:t>Pipe</a:t>
            </a:r>
            <a:r>
              <a:rPr b="0" lang="de-DE" sz="2400" strike="noStrike" u="none">
                <a:solidFill>
                  <a:srgbClr val="93a1a1"/>
                </a:solidFill>
                <a:uFillTx/>
                <a:latin typeface="SourceCodePro"/>
              </a:rPr>
              <a:t>,</a:t>
            </a:r>
            <a:r>
              <a:rPr b="0" lang="de-DE" sz="2400" strike="noStrike" u="none">
                <a:solidFill>
                  <a:srgbClr val="48484c"/>
                </a:solidFill>
                <a:uFillTx/>
                <a:latin typeface="SourceCodePro"/>
              </a:rPr>
              <a:t> </a:t>
            </a:r>
            <a:r>
              <a:rPr b="0" lang="de-DE" sz="2400" strike="noStrike" u="none">
                <a:solidFill>
                  <a:srgbClr val="008080"/>
                </a:solidFill>
                <a:uFillTx/>
                <a:latin typeface="SourceCodePro"/>
              </a:rPr>
              <a:t>PipeTransform</a:t>
            </a:r>
            <a:r>
              <a:rPr b="0" lang="de-DE" sz="2400" strike="noStrike" u="none">
                <a:solidFill>
                  <a:srgbClr val="93a1a1"/>
                </a:solidFill>
                <a:uFillTx/>
                <a:latin typeface="SourceCodePro"/>
              </a:rPr>
              <a:t>}</a:t>
            </a:r>
            <a:r>
              <a:rPr b="0" lang="de-DE" sz="2400" strike="noStrike" u="none">
                <a:solidFill>
                  <a:srgbClr val="48484c"/>
                </a:solidFill>
                <a:uFillTx/>
                <a:latin typeface="SourceCodePro"/>
              </a:rPr>
              <a:t> </a:t>
            </a:r>
            <a:r>
              <a:rPr b="0" lang="de-DE" sz="2400" strike="noStrike" u="none">
                <a:solidFill>
                  <a:srgbClr val="1e347b"/>
                </a:solidFill>
                <a:uFillTx/>
                <a:latin typeface="SourceCodePro"/>
              </a:rPr>
              <a:t>from</a:t>
            </a:r>
            <a:r>
              <a:rPr b="0" lang="de-DE" sz="2400" strike="noStrike" u="none">
                <a:solidFill>
                  <a:srgbClr val="48484c"/>
                </a:solidFill>
                <a:uFillTx/>
                <a:latin typeface="SourceCodePro"/>
              </a:rPr>
              <a:t> </a:t>
            </a:r>
            <a:r>
              <a:rPr b="0" lang="de-DE" sz="2400" strike="noStrike" u="none">
                <a:solidFill>
                  <a:srgbClr val="dd1144"/>
                </a:solidFill>
                <a:uFillTx/>
                <a:latin typeface="SourceCodePro"/>
              </a:rPr>
              <a:t>"@angular/core"</a:t>
            </a:r>
            <a:r>
              <a:rPr b="0" lang="de-DE" sz="2400" strike="noStrike" u="none">
                <a:solidFill>
                  <a:srgbClr val="93a1a1"/>
                </a:solidFill>
                <a:uFillTx/>
                <a:latin typeface="SourceCodePro"/>
              </a:rPr>
              <a:t>;</a:t>
            </a:r>
            <a:endParaRPr b="0" lang="de-DE" sz="2400" strike="noStrike" u="none">
              <a:solidFill>
                <a:srgbClr val="000000"/>
              </a:solidFill>
              <a:uFillTx/>
              <a:latin typeface="Arial"/>
            </a:endParaRPr>
          </a:p>
          <a:p>
            <a:pPr marL="457200" indent="0" defTabSz="914400">
              <a:lnSpc>
                <a:spcPct val="90000"/>
              </a:lnSpc>
              <a:spcBef>
                <a:spcPts val="499"/>
              </a:spcBef>
              <a:buNone/>
              <a:tabLst>
                <a:tab algn="l" pos="0"/>
              </a:tabLst>
            </a:pPr>
            <a:r>
              <a:rPr b="0" lang="de-DE" sz="2400" strike="noStrike" u="none">
                <a:solidFill>
                  <a:srgbClr val="195f91"/>
                </a:solidFill>
                <a:uFillTx/>
                <a:latin typeface="SourceCodePro"/>
              </a:rPr>
              <a:t>@Pipe</a:t>
            </a:r>
            <a:r>
              <a:rPr b="0" lang="de-DE" sz="2400" strike="noStrike" u="none">
                <a:solidFill>
                  <a:srgbClr val="93a1a1"/>
                </a:solidFill>
                <a:uFillTx/>
                <a:latin typeface="SourceCodePro"/>
              </a:rPr>
              <a:t>({</a:t>
            </a:r>
            <a:r>
              <a:rPr b="0" lang="de-DE" sz="2400" strike="noStrike" u="none">
                <a:solidFill>
                  <a:srgbClr val="48484c"/>
                </a:solidFill>
                <a:uFillTx/>
                <a:latin typeface="SourceCodePro"/>
              </a:rPr>
              <a:t> name</a:t>
            </a:r>
            <a:r>
              <a:rPr b="0" lang="de-DE" sz="2400" strike="noStrike" u="none">
                <a:solidFill>
                  <a:srgbClr val="93a1a1"/>
                </a:solidFill>
                <a:uFillTx/>
                <a:latin typeface="SourceCodePro"/>
              </a:rPr>
              <a:t>:</a:t>
            </a:r>
            <a:r>
              <a:rPr b="0" lang="de-DE" sz="2400" strike="noStrike" u="none">
                <a:solidFill>
                  <a:srgbClr val="48484c"/>
                </a:solidFill>
                <a:uFillTx/>
                <a:latin typeface="SourceCodePro"/>
              </a:rPr>
              <a:t> </a:t>
            </a:r>
            <a:r>
              <a:rPr b="0" lang="de-DE" sz="2400" strike="noStrike" u="none">
                <a:solidFill>
                  <a:srgbClr val="dd1144"/>
                </a:solidFill>
                <a:uFillTx/>
                <a:latin typeface="SourceCodePro"/>
              </a:rPr>
              <a:t>"hasLikes"</a:t>
            </a:r>
            <a:r>
              <a:rPr b="0" lang="de-DE" sz="2400" strike="noStrike" u="none">
                <a:solidFill>
                  <a:srgbClr val="48484c"/>
                </a:solidFill>
                <a:uFillTx/>
                <a:latin typeface="SourceCodePro"/>
              </a:rPr>
              <a:t> </a:t>
            </a:r>
            <a:r>
              <a:rPr b="0" lang="de-DE" sz="2400" strike="noStrike" u="none">
                <a:solidFill>
                  <a:srgbClr val="93a1a1"/>
                </a:solidFill>
                <a:uFillTx/>
                <a:latin typeface="SourceCodePro"/>
              </a:rPr>
              <a:t>})</a:t>
            </a:r>
            <a:endParaRPr b="0" lang="de-DE" sz="2400" strike="noStrike" u="none">
              <a:solidFill>
                <a:srgbClr val="000000"/>
              </a:solidFill>
              <a:uFillTx/>
              <a:latin typeface="Arial"/>
            </a:endParaRPr>
          </a:p>
          <a:p>
            <a:pPr marL="457200" indent="0" defTabSz="914400">
              <a:lnSpc>
                <a:spcPct val="90000"/>
              </a:lnSpc>
              <a:spcBef>
                <a:spcPts val="499"/>
              </a:spcBef>
              <a:buNone/>
              <a:tabLst>
                <a:tab algn="l" pos="0"/>
              </a:tabLst>
            </a:pPr>
            <a:r>
              <a:rPr b="0" lang="de-DE" sz="2400" strike="noStrike" u="none">
                <a:solidFill>
                  <a:srgbClr val="1e347b"/>
                </a:solidFill>
                <a:uFillTx/>
                <a:latin typeface="SourceCodePro"/>
              </a:rPr>
              <a:t>export</a:t>
            </a:r>
            <a:r>
              <a:rPr b="0" lang="de-DE" sz="2400" strike="noStrike" u="none">
                <a:solidFill>
                  <a:srgbClr val="48484c"/>
                </a:solidFill>
                <a:uFillTx/>
                <a:latin typeface="SourceCodePro"/>
              </a:rPr>
              <a:t> </a:t>
            </a:r>
            <a:r>
              <a:rPr b="0" lang="de-DE" sz="2400" strike="noStrike" u="none">
                <a:solidFill>
                  <a:srgbClr val="1e347b"/>
                </a:solidFill>
                <a:uFillTx/>
                <a:latin typeface="SourceCodePro"/>
              </a:rPr>
              <a:t>class</a:t>
            </a:r>
            <a:r>
              <a:rPr b="0" lang="de-DE" sz="2400" strike="noStrike" u="none">
                <a:solidFill>
                  <a:srgbClr val="48484c"/>
                </a:solidFill>
                <a:uFillTx/>
                <a:latin typeface="SourceCodePro"/>
              </a:rPr>
              <a:t> </a:t>
            </a:r>
            <a:r>
              <a:rPr b="0" lang="de-DE" sz="2400" strike="noStrike" u="none">
                <a:solidFill>
                  <a:srgbClr val="008080"/>
                </a:solidFill>
                <a:uFillTx/>
                <a:latin typeface="SourceCodePro"/>
              </a:rPr>
              <a:t>HasLikesPipe</a:t>
            </a:r>
            <a:r>
              <a:rPr b="0" lang="de-DE" sz="2400" strike="noStrike" u="none">
                <a:solidFill>
                  <a:srgbClr val="48484c"/>
                </a:solidFill>
                <a:uFillTx/>
                <a:latin typeface="SourceCodePro"/>
              </a:rPr>
              <a:t> </a:t>
            </a:r>
            <a:r>
              <a:rPr b="0" lang="de-DE" sz="2400" strike="noStrike" u="none">
                <a:solidFill>
                  <a:srgbClr val="1e347b"/>
                </a:solidFill>
                <a:uFillTx/>
                <a:latin typeface="SourceCodePro"/>
              </a:rPr>
              <a:t>implements</a:t>
            </a:r>
            <a:r>
              <a:rPr b="0" lang="de-DE" sz="2400" strike="noStrike" u="none">
                <a:solidFill>
                  <a:srgbClr val="48484c"/>
                </a:solidFill>
                <a:uFillTx/>
                <a:latin typeface="SourceCodePro"/>
              </a:rPr>
              <a:t> </a:t>
            </a:r>
            <a:r>
              <a:rPr b="0" lang="de-DE" sz="2400" strike="noStrike" u="none">
                <a:solidFill>
                  <a:srgbClr val="008080"/>
                </a:solidFill>
                <a:uFillTx/>
                <a:latin typeface="SourceCodePro"/>
              </a:rPr>
              <a:t>PipeTransform</a:t>
            </a:r>
            <a:r>
              <a:rPr b="0" lang="de-DE" sz="2400" strike="noStrike" u="none">
                <a:solidFill>
                  <a:srgbClr val="48484c"/>
                </a:solidFill>
                <a:uFillTx/>
                <a:latin typeface="SourceCodePro"/>
              </a:rPr>
              <a:t> </a:t>
            </a:r>
            <a:r>
              <a:rPr b="0" lang="de-DE" sz="2400" strike="noStrike" u="none">
                <a:solidFill>
                  <a:srgbClr val="93a1a1"/>
                </a:solidFill>
                <a:uFillTx/>
                <a:latin typeface="SourceCodePro"/>
              </a:rPr>
              <a:t>{</a:t>
            </a:r>
            <a:endParaRPr b="0" lang="de-DE" sz="2400" strike="noStrike" u="none">
              <a:solidFill>
                <a:srgbClr val="000000"/>
              </a:solidFill>
              <a:uFillTx/>
              <a:latin typeface="Arial"/>
            </a:endParaRPr>
          </a:p>
          <a:p>
            <a:pPr marL="457200" indent="0" defTabSz="914400">
              <a:lnSpc>
                <a:spcPct val="90000"/>
              </a:lnSpc>
              <a:spcBef>
                <a:spcPts val="499"/>
              </a:spcBef>
              <a:buNone/>
              <a:tabLst>
                <a:tab algn="l" pos="0"/>
              </a:tabLst>
            </a:pPr>
            <a:r>
              <a:rPr b="0" lang="de-DE" sz="2400" strike="noStrike" u="none">
                <a:solidFill>
                  <a:srgbClr val="48484c"/>
                </a:solidFill>
                <a:uFillTx/>
                <a:latin typeface="SourceCodePro"/>
              </a:rPr>
              <a:t>	</a:t>
            </a:r>
            <a:r>
              <a:rPr b="0" lang="de-DE" sz="2400" strike="noStrike" u="none">
                <a:solidFill>
                  <a:srgbClr val="48484c"/>
                </a:solidFill>
                <a:uFillTx/>
                <a:latin typeface="SourceCodePro"/>
              </a:rPr>
              <a:t>transform</a:t>
            </a:r>
            <a:r>
              <a:rPr b="0" lang="de-DE" sz="2400" strike="noStrike" u="none">
                <a:solidFill>
                  <a:srgbClr val="93a1a1"/>
                </a:solidFill>
                <a:uFillTx/>
                <a:latin typeface="SourceCodePro"/>
              </a:rPr>
              <a:t>(</a:t>
            </a:r>
            <a:r>
              <a:rPr b="0" lang="de-DE" sz="2400" strike="noStrike" u="none">
                <a:solidFill>
                  <a:srgbClr val="48484c"/>
                </a:solidFill>
                <a:uFillTx/>
                <a:latin typeface="SourceCodePro"/>
              </a:rPr>
              <a:t>withLikes</a:t>
            </a:r>
            <a:r>
              <a:rPr b="0" lang="de-DE" sz="2400" strike="noStrike" u="none">
                <a:solidFill>
                  <a:srgbClr val="93a1a1"/>
                </a:solidFill>
                <a:uFillTx/>
                <a:latin typeface="SourceCodePro"/>
              </a:rPr>
              <a:t>:</a:t>
            </a:r>
            <a:r>
              <a:rPr b="0" lang="de-DE" sz="2400" strike="noStrike" u="none">
                <a:solidFill>
                  <a:srgbClr val="48484c"/>
                </a:solidFill>
                <a:uFillTx/>
                <a:latin typeface="SourceCodePro"/>
              </a:rPr>
              <a:t> </a:t>
            </a:r>
            <a:r>
              <a:rPr b="0" lang="de-DE" sz="2400" strike="noStrike" u="none">
                <a:solidFill>
                  <a:srgbClr val="93a1a1"/>
                </a:solidFill>
                <a:uFillTx/>
                <a:latin typeface="SourceCodePro"/>
              </a:rPr>
              <a:t>{</a:t>
            </a:r>
            <a:r>
              <a:rPr b="0" lang="de-DE" sz="2400" strike="noStrike" u="none">
                <a:solidFill>
                  <a:srgbClr val="48484c"/>
                </a:solidFill>
                <a:uFillTx/>
                <a:latin typeface="SourceCodePro"/>
              </a:rPr>
              <a:t>likes </a:t>
            </a:r>
            <a:r>
              <a:rPr b="0" lang="de-DE" sz="2400" strike="noStrike" u="none">
                <a:solidFill>
                  <a:srgbClr val="93a1a1"/>
                </a:solidFill>
                <a:uFillTx/>
                <a:latin typeface="SourceCodePro"/>
              </a:rPr>
              <a:t>:</a:t>
            </a:r>
            <a:r>
              <a:rPr b="0" lang="de-DE" sz="2400" strike="noStrike" u="none">
                <a:solidFill>
                  <a:srgbClr val="48484c"/>
                </a:solidFill>
                <a:uFillTx/>
                <a:latin typeface="SourceCodePro"/>
              </a:rPr>
              <a:t>number</a:t>
            </a:r>
            <a:r>
              <a:rPr b="0" lang="de-DE" sz="2400" strike="noStrike" u="none">
                <a:solidFill>
                  <a:srgbClr val="93a1a1"/>
                </a:solidFill>
                <a:uFillTx/>
                <a:latin typeface="SourceCodePro"/>
              </a:rPr>
              <a:t>}):</a:t>
            </a:r>
            <a:r>
              <a:rPr b="0" lang="de-DE" sz="2400" strike="noStrike" u="none">
                <a:solidFill>
                  <a:srgbClr val="48484c"/>
                </a:solidFill>
                <a:uFillTx/>
                <a:latin typeface="SourceCodePro"/>
              </a:rPr>
              <a:t> </a:t>
            </a:r>
            <a:r>
              <a:rPr b="0" lang="de-DE" sz="2400" strike="noStrike" u="none">
                <a:solidFill>
                  <a:srgbClr val="1e347b"/>
                </a:solidFill>
                <a:uFillTx/>
                <a:latin typeface="SourceCodePro"/>
              </a:rPr>
              <a:t>boolean</a:t>
            </a:r>
            <a:r>
              <a:rPr b="0" lang="de-DE" sz="2400" strike="noStrike" u="none">
                <a:solidFill>
                  <a:srgbClr val="48484c"/>
                </a:solidFill>
                <a:uFillTx/>
                <a:latin typeface="SourceCodePro"/>
              </a:rPr>
              <a:t> </a:t>
            </a:r>
            <a:r>
              <a:rPr b="0" lang="de-DE" sz="2400" strike="noStrike" u="none">
                <a:solidFill>
                  <a:srgbClr val="93a1a1"/>
                </a:solidFill>
                <a:uFillTx/>
                <a:latin typeface="SourceCodePro"/>
              </a:rPr>
              <a:t>{</a:t>
            </a:r>
            <a:endParaRPr b="0" lang="de-DE" sz="2400" strike="noStrike" u="none">
              <a:solidFill>
                <a:srgbClr val="000000"/>
              </a:solidFill>
              <a:uFillTx/>
              <a:latin typeface="Arial"/>
            </a:endParaRPr>
          </a:p>
          <a:p>
            <a:pPr marL="457200" indent="0" defTabSz="914400">
              <a:lnSpc>
                <a:spcPct val="90000"/>
              </a:lnSpc>
              <a:spcBef>
                <a:spcPts val="499"/>
              </a:spcBef>
              <a:buNone/>
              <a:tabLst>
                <a:tab algn="l" pos="0"/>
              </a:tabLst>
            </a:pPr>
            <a:r>
              <a:rPr b="0" lang="de-DE" sz="2400" strike="noStrike" u="none">
                <a:solidFill>
                  <a:srgbClr val="1e347b"/>
                </a:solidFill>
                <a:uFillTx/>
                <a:latin typeface="SourceCodePro"/>
              </a:rPr>
              <a:t>	</a:t>
            </a:r>
            <a:r>
              <a:rPr b="0" lang="de-DE" sz="2400" strike="noStrike" u="none">
                <a:solidFill>
                  <a:srgbClr val="1e347b"/>
                </a:solidFill>
                <a:uFillTx/>
                <a:latin typeface="SourceCodePro"/>
              </a:rPr>
              <a:t>	</a:t>
            </a:r>
            <a:r>
              <a:rPr b="0" lang="de-DE" sz="2400" strike="noStrike" u="none">
                <a:solidFill>
                  <a:srgbClr val="1e347b"/>
                </a:solidFill>
                <a:uFillTx/>
                <a:latin typeface="SourceCodePro"/>
              </a:rPr>
              <a:t>return</a:t>
            </a:r>
            <a:r>
              <a:rPr b="0" lang="de-DE" sz="2400" strike="noStrike" u="none">
                <a:solidFill>
                  <a:srgbClr val="48484c"/>
                </a:solidFill>
                <a:uFillTx/>
                <a:latin typeface="SourceCodePro"/>
              </a:rPr>
              <a:t> withLikes</a:t>
            </a:r>
            <a:r>
              <a:rPr b="0" lang="de-DE" sz="2400" strike="noStrike" u="none">
                <a:solidFill>
                  <a:srgbClr val="93a1a1"/>
                </a:solidFill>
                <a:uFillTx/>
                <a:latin typeface="SourceCodePro"/>
              </a:rPr>
              <a:t>.</a:t>
            </a:r>
            <a:r>
              <a:rPr b="0" lang="de-DE" sz="2400" strike="noStrike" u="none">
                <a:solidFill>
                  <a:srgbClr val="48484c"/>
                </a:solidFill>
                <a:uFillTx/>
                <a:latin typeface="SourceCodePro"/>
              </a:rPr>
              <a:t>likes </a:t>
            </a:r>
            <a:r>
              <a:rPr b="0" lang="de-DE" sz="2400" strike="noStrike" u="none">
                <a:solidFill>
                  <a:srgbClr val="93a1a1"/>
                </a:solidFill>
                <a:uFillTx/>
                <a:latin typeface="SourceCodePro"/>
              </a:rPr>
              <a:t>&gt;</a:t>
            </a:r>
            <a:r>
              <a:rPr b="0" lang="de-DE" sz="2400" strike="noStrike" u="none">
                <a:solidFill>
                  <a:srgbClr val="48484c"/>
                </a:solidFill>
                <a:uFillTx/>
                <a:latin typeface="SourceCodePro"/>
              </a:rPr>
              <a:t> </a:t>
            </a:r>
            <a:r>
              <a:rPr b="0" lang="de-DE" sz="2400" strike="noStrike" u="none">
                <a:solidFill>
                  <a:srgbClr val="195f91"/>
                </a:solidFill>
                <a:uFillTx/>
                <a:latin typeface="SourceCodePro"/>
              </a:rPr>
              <a:t>0</a:t>
            </a:r>
            <a:r>
              <a:rPr b="0" lang="de-DE" sz="2400" strike="noStrike" u="none">
                <a:solidFill>
                  <a:srgbClr val="93a1a1"/>
                </a:solidFill>
                <a:uFillTx/>
                <a:latin typeface="SourceCodePro"/>
              </a:rPr>
              <a:t>;</a:t>
            </a:r>
            <a:endParaRPr b="0" lang="de-DE" sz="2400" strike="noStrike" u="none">
              <a:solidFill>
                <a:srgbClr val="000000"/>
              </a:solidFill>
              <a:uFillTx/>
              <a:latin typeface="Arial"/>
            </a:endParaRPr>
          </a:p>
          <a:p>
            <a:pPr marL="457200" indent="0" defTabSz="914400">
              <a:lnSpc>
                <a:spcPct val="90000"/>
              </a:lnSpc>
              <a:spcBef>
                <a:spcPts val="499"/>
              </a:spcBef>
              <a:buNone/>
              <a:tabLst>
                <a:tab algn="l" pos="0"/>
              </a:tabLst>
            </a:pPr>
            <a:r>
              <a:rPr b="0" lang="de-DE" sz="2400" strike="noStrike" u="none">
                <a:solidFill>
                  <a:srgbClr val="93a1a1"/>
                </a:solidFill>
                <a:uFillTx/>
                <a:latin typeface="SourceCodePro"/>
              </a:rPr>
              <a:t>	</a:t>
            </a:r>
            <a:r>
              <a:rPr b="0" lang="de-DE" sz="2400" strike="noStrike" u="none">
                <a:solidFill>
                  <a:srgbClr val="93a1a1"/>
                </a:solidFill>
                <a:uFillTx/>
                <a:latin typeface="SourceCodePro"/>
              </a:rPr>
              <a:t>}</a:t>
            </a:r>
            <a:endParaRPr b="0" lang="de-DE" sz="2400" strike="noStrike" u="none">
              <a:solidFill>
                <a:srgbClr val="000000"/>
              </a:solidFill>
              <a:uFillTx/>
              <a:latin typeface="Arial"/>
            </a:endParaRPr>
          </a:p>
          <a:p>
            <a:pPr marL="457200" indent="0" defTabSz="914400">
              <a:lnSpc>
                <a:spcPct val="90000"/>
              </a:lnSpc>
              <a:spcBef>
                <a:spcPts val="499"/>
              </a:spcBef>
              <a:buNone/>
              <a:tabLst>
                <a:tab algn="l" pos="0"/>
              </a:tabLst>
            </a:pPr>
            <a:r>
              <a:rPr b="0" lang="de-DE" sz="2400" strike="noStrike" u="none">
                <a:solidFill>
                  <a:srgbClr val="93a1a1"/>
                </a:solidFill>
                <a:uFillTx/>
                <a:latin typeface="SourceCodePro"/>
              </a:rPr>
              <a:t>}</a:t>
            </a:r>
            <a:endParaRPr b="0" lang="de-DE" sz="2400" strike="noStrike" u="none">
              <a:solidFill>
                <a:srgbClr val="000000"/>
              </a:solidFill>
              <a:uFillTx/>
              <a:latin typeface="Arial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175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02" name="PlaceHolder 1"/>
          <p:cNvSpPr>
            <a:spLocks noGrp="1"/>
          </p:cNvSpPr>
          <p:nvPr>
            <p:ph type="title"/>
          </p:nvPr>
        </p:nvSpPr>
        <p:spPr>
          <a:xfrm>
            <a:off x="838080" y="365040"/>
            <a:ext cx="10514520" cy="132444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ctr">
            <a:noAutofit/>
          </a:bodyPr>
          <a:p>
            <a:pPr indent="0" defTabSz="914400">
              <a:lnSpc>
                <a:spcPct val="90000"/>
              </a:lnSpc>
              <a:buNone/>
              <a:tabLst>
                <a:tab algn="l" pos="0"/>
              </a:tabLst>
            </a:pPr>
            <a:r>
              <a:rPr b="0" lang="de-DE" sz="4400" strike="noStrike" u="none">
                <a:solidFill>
                  <a:schemeClr val="dk1"/>
                </a:solidFill>
                <a:uFillTx/>
                <a:latin typeface="Calibri Light"/>
              </a:rPr>
              <a:t>Deklaration an Modulen</a:t>
            </a:r>
            <a:endParaRPr b="0" lang="de-DE" sz="4400" strike="noStrike" u="none">
              <a:solidFill>
                <a:srgbClr val="000000"/>
              </a:solidFill>
              <a:uFillTx/>
              <a:latin typeface="Arial"/>
            </a:endParaRPr>
          </a:p>
        </p:txBody>
      </p:sp>
      <p:sp>
        <p:nvSpPr>
          <p:cNvPr id="903" name="PlaceHolder 2"/>
          <p:cNvSpPr>
            <a:spLocks noGrp="1"/>
          </p:cNvSpPr>
          <p:nvPr>
            <p:ph/>
          </p:nvPr>
        </p:nvSpPr>
        <p:spPr>
          <a:xfrm>
            <a:off x="838080" y="1825560"/>
            <a:ext cx="10514520" cy="435024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t">
            <a:noAutofit/>
          </a:bodyPr>
          <a:p>
            <a:pPr indent="0" defTabSz="914400">
              <a:lnSpc>
                <a:spcPct val="90000"/>
              </a:lnSpc>
              <a:spcBef>
                <a:spcPts val="1001"/>
              </a:spcBef>
              <a:buNone/>
              <a:tabLst>
                <a:tab algn="l" pos="0"/>
              </a:tabLst>
            </a:pPr>
            <a:r>
              <a:rPr b="0" lang="de-DE" sz="2800" strike="noStrike" u="none">
                <a:solidFill>
                  <a:srgbClr val="195f91"/>
                </a:solidFill>
                <a:uFillTx/>
                <a:latin typeface="SourceCodePro"/>
              </a:rPr>
              <a:t>@NgModule</a:t>
            </a:r>
            <a:r>
              <a:rPr b="0" lang="de-DE" sz="2800" strike="noStrike" u="none">
                <a:solidFill>
                  <a:srgbClr val="93a1a1"/>
                </a:solidFill>
                <a:uFillTx/>
                <a:latin typeface="SourceCodePro"/>
              </a:rPr>
              <a:t>({</a:t>
            </a:r>
            <a:endParaRPr b="0" lang="de-DE" sz="2800" strike="noStrike" u="none">
              <a:solidFill>
                <a:srgbClr val="000000"/>
              </a:solidFill>
              <a:uFillTx/>
              <a:latin typeface="Arial"/>
            </a:endParaRPr>
          </a:p>
          <a:p>
            <a:pPr indent="0" defTabSz="914400">
              <a:lnSpc>
                <a:spcPct val="90000"/>
              </a:lnSpc>
              <a:spcBef>
                <a:spcPts val="1001"/>
              </a:spcBef>
              <a:buNone/>
              <a:tabLst>
                <a:tab algn="l" pos="0"/>
              </a:tabLst>
            </a:pPr>
            <a:r>
              <a:rPr b="0" lang="de-DE" sz="2800" strike="noStrike" u="none">
                <a:solidFill>
                  <a:srgbClr val="48484c"/>
                </a:solidFill>
                <a:uFillTx/>
                <a:latin typeface="SourceCodePro"/>
              </a:rPr>
              <a:t>declarations</a:t>
            </a:r>
            <a:r>
              <a:rPr b="0" lang="de-DE" sz="2800" strike="noStrike" u="none">
                <a:solidFill>
                  <a:srgbClr val="93a1a1"/>
                </a:solidFill>
                <a:uFillTx/>
                <a:latin typeface="SourceCodePro"/>
              </a:rPr>
              <a:t>:</a:t>
            </a:r>
            <a:r>
              <a:rPr b="0" lang="de-DE" sz="2800" strike="noStrike" u="none">
                <a:solidFill>
                  <a:srgbClr val="48484c"/>
                </a:solidFill>
                <a:uFillTx/>
                <a:latin typeface="SourceCodePro"/>
              </a:rPr>
              <a:t> </a:t>
            </a:r>
            <a:r>
              <a:rPr b="0" lang="de-DE" sz="2800" strike="noStrike" u="none">
                <a:solidFill>
                  <a:srgbClr val="93a1a1"/>
                </a:solidFill>
                <a:uFillTx/>
                <a:latin typeface="SourceCodePro"/>
              </a:rPr>
              <a:t>[</a:t>
            </a:r>
            <a:r>
              <a:rPr b="0" lang="de-DE" sz="2800" strike="noStrike" u="none">
                <a:solidFill>
                  <a:srgbClr val="48484c"/>
                </a:solidFill>
                <a:uFillTx/>
                <a:latin typeface="SourceCodePro"/>
              </a:rPr>
              <a:t> </a:t>
            </a:r>
            <a:r>
              <a:rPr b="0" lang="de-DE" sz="2800" strike="noStrike" u="none">
                <a:solidFill>
                  <a:srgbClr val="008080"/>
                </a:solidFill>
                <a:uFillTx/>
                <a:latin typeface="SourceCodePro"/>
              </a:rPr>
              <a:t>HasLikesPipe</a:t>
            </a:r>
            <a:r>
              <a:rPr b="0" lang="de-DE" sz="2800" strike="noStrike" u="none">
                <a:solidFill>
                  <a:srgbClr val="48484c"/>
                </a:solidFill>
                <a:uFillTx/>
                <a:latin typeface="SourceCodePro"/>
              </a:rPr>
              <a:t> </a:t>
            </a:r>
            <a:r>
              <a:rPr b="0" lang="de-DE" sz="2800" strike="noStrike" u="none">
                <a:solidFill>
                  <a:srgbClr val="93a1a1"/>
                </a:solidFill>
                <a:uFillTx/>
                <a:latin typeface="SourceCodePro"/>
              </a:rPr>
              <a:t>],</a:t>
            </a:r>
            <a:endParaRPr b="0" lang="de-DE" sz="2800" strike="noStrike" u="none">
              <a:solidFill>
                <a:srgbClr val="000000"/>
              </a:solidFill>
              <a:uFillTx/>
              <a:latin typeface="Arial"/>
            </a:endParaRPr>
          </a:p>
          <a:p>
            <a:pPr indent="0" defTabSz="914400">
              <a:lnSpc>
                <a:spcPct val="90000"/>
              </a:lnSpc>
              <a:spcBef>
                <a:spcPts val="1001"/>
              </a:spcBef>
              <a:buNone/>
              <a:tabLst>
                <a:tab algn="l" pos="0"/>
              </a:tabLst>
            </a:pPr>
            <a:r>
              <a:rPr b="0" lang="de-DE" sz="2800" strike="noStrike" u="none">
                <a:solidFill>
                  <a:srgbClr val="48484c"/>
                </a:solidFill>
                <a:uFillTx/>
                <a:latin typeface="SourceCodePro"/>
              </a:rPr>
              <a:t>exports</a:t>
            </a:r>
            <a:r>
              <a:rPr b="0" lang="de-DE" sz="2800" strike="noStrike" u="none">
                <a:solidFill>
                  <a:srgbClr val="93a1a1"/>
                </a:solidFill>
                <a:uFillTx/>
                <a:latin typeface="SourceCodePro"/>
              </a:rPr>
              <a:t>:</a:t>
            </a:r>
            <a:r>
              <a:rPr b="0" lang="de-DE" sz="2800" strike="noStrike" u="none">
                <a:solidFill>
                  <a:srgbClr val="48484c"/>
                </a:solidFill>
                <a:uFillTx/>
                <a:latin typeface="SourceCodePro"/>
              </a:rPr>
              <a:t> </a:t>
            </a:r>
            <a:r>
              <a:rPr b="0" lang="de-DE" sz="2800" strike="noStrike" u="none">
                <a:solidFill>
                  <a:srgbClr val="93a1a1"/>
                </a:solidFill>
                <a:uFillTx/>
                <a:latin typeface="SourceCodePro"/>
              </a:rPr>
              <a:t>[</a:t>
            </a:r>
            <a:r>
              <a:rPr b="0" lang="de-DE" sz="2800" strike="noStrike" u="none">
                <a:solidFill>
                  <a:srgbClr val="48484c"/>
                </a:solidFill>
                <a:uFillTx/>
                <a:latin typeface="SourceCodePro"/>
              </a:rPr>
              <a:t> </a:t>
            </a:r>
            <a:r>
              <a:rPr b="0" lang="de-DE" sz="2800" strike="noStrike" u="none">
                <a:solidFill>
                  <a:srgbClr val="008080"/>
                </a:solidFill>
                <a:uFillTx/>
                <a:latin typeface="SourceCodePro"/>
              </a:rPr>
              <a:t>HasLikesPipe</a:t>
            </a:r>
            <a:r>
              <a:rPr b="0" lang="de-DE" sz="2800" strike="noStrike" u="none">
                <a:solidFill>
                  <a:srgbClr val="48484c"/>
                </a:solidFill>
                <a:uFillTx/>
                <a:latin typeface="SourceCodePro"/>
              </a:rPr>
              <a:t> </a:t>
            </a:r>
            <a:r>
              <a:rPr b="0" lang="de-DE" sz="2800" strike="noStrike" u="none">
                <a:solidFill>
                  <a:srgbClr val="93a1a1"/>
                </a:solidFill>
                <a:uFillTx/>
                <a:latin typeface="SourceCodePro"/>
              </a:rPr>
              <a:t>]</a:t>
            </a:r>
            <a:endParaRPr b="0" lang="de-DE" sz="2800" strike="noStrike" u="none">
              <a:solidFill>
                <a:srgbClr val="000000"/>
              </a:solidFill>
              <a:uFillTx/>
              <a:latin typeface="Arial"/>
            </a:endParaRPr>
          </a:p>
          <a:p>
            <a:pPr indent="0" defTabSz="914400">
              <a:lnSpc>
                <a:spcPct val="90000"/>
              </a:lnSpc>
              <a:spcBef>
                <a:spcPts val="1001"/>
              </a:spcBef>
              <a:buNone/>
              <a:tabLst>
                <a:tab algn="l" pos="0"/>
              </a:tabLst>
            </a:pPr>
            <a:r>
              <a:rPr b="0" lang="de-DE" sz="2800" strike="noStrike" u="none">
                <a:solidFill>
                  <a:srgbClr val="93a1a1"/>
                </a:solidFill>
                <a:uFillTx/>
                <a:latin typeface="SourceCodePro"/>
              </a:rPr>
              <a:t>})</a:t>
            </a:r>
            <a:endParaRPr b="0" lang="de-DE" sz="2800" strike="noStrike" u="none">
              <a:solidFill>
                <a:srgbClr val="000000"/>
              </a:solidFill>
              <a:uFillTx/>
              <a:latin typeface="Arial"/>
            </a:endParaRPr>
          </a:p>
          <a:p>
            <a:pPr indent="0" defTabSz="914400">
              <a:lnSpc>
                <a:spcPct val="90000"/>
              </a:lnSpc>
              <a:spcBef>
                <a:spcPts val="1001"/>
              </a:spcBef>
              <a:buNone/>
              <a:tabLst>
                <a:tab algn="l" pos="0"/>
              </a:tabLst>
            </a:pPr>
            <a:r>
              <a:rPr b="0" lang="de-DE" sz="2800" strike="noStrike" u="none">
                <a:solidFill>
                  <a:srgbClr val="1e347b"/>
                </a:solidFill>
                <a:uFillTx/>
                <a:latin typeface="SourceCodePro"/>
              </a:rPr>
              <a:t>export</a:t>
            </a:r>
            <a:r>
              <a:rPr b="0" lang="de-DE" sz="2800" strike="noStrike" u="none">
                <a:solidFill>
                  <a:srgbClr val="48484c"/>
                </a:solidFill>
                <a:uFillTx/>
                <a:latin typeface="SourceCodePro"/>
              </a:rPr>
              <a:t> </a:t>
            </a:r>
            <a:r>
              <a:rPr b="0" lang="de-DE" sz="2800" strike="noStrike" u="none">
                <a:solidFill>
                  <a:srgbClr val="1e347b"/>
                </a:solidFill>
                <a:uFillTx/>
                <a:latin typeface="SourceCodePro"/>
              </a:rPr>
              <a:t>class</a:t>
            </a:r>
            <a:r>
              <a:rPr b="0" lang="de-DE" sz="2800" strike="noStrike" u="none">
                <a:solidFill>
                  <a:srgbClr val="48484c"/>
                </a:solidFill>
                <a:uFillTx/>
                <a:latin typeface="SourceCodePro"/>
              </a:rPr>
              <a:t> </a:t>
            </a:r>
            <a:r>
              <a:rPr b="0" lang="de-DE" sz="2800" strike="noStrike" u="none">
                <a:solidFill>
                  <a:srgbClr val="008080"/>
                </a:solidFill>
                <a:uFillTx/>
                <a:latin typeface="SourceCodePro"/>
              </a:rPr>
              <a:t>AppModule</a:t>
            </a:r>
            <a:r>
              <a:rPr b="0" lang="de-DE" sz="2800" strike="noStrike" u="none">
                <a:solidFill>
                  <a:srgbClr val="48484c"/>
                </a:solidFill>
                <a:uFillTx/>
                <a:latin typeface="SourceCodePro"/>
              </a:rPr>
              <a:t> </a:t>
            </a:r>
            <a:r>
              <a:rPr b="0" lang="de-DE" sz="2800" strike="noStrike" u="none">
                <a:solidFill>
                  <a:srgbClr val="93a1a1"/>
                </a:solidFill>
                <a:uFillTx/>
                <a:latin typeface="SourceCodePro"/>
              </a:rPr>
              <a:t>{</a:t>
            </a:r>
            <a:r>
              <a:rPr b="0" lang="de-DE" sz="2800" strike="noStrike" u="none">
                <a:solidFill>
                  <a:srgbClr val="48484c"/>
                </a:solidFill>
                <a:uFillTx/>
                <a:latin typeface="SourceCodePro"/>
              </a:rPr>
              <a:t> </a:t>
            </a:r>
            <a:r>
              <a:rPr b="0" lang="de-DE" sz="2800" strike="noStrike" u="none">
                <a:solidFill>
                  <a:srgbClr val="93a1a1"/>
                </a:solidFill>
                <a:uFillTx/>
                <a:latin typeface="SourceCodePro"/>
              </a:rPr>
              <a:t>}</a:t>
            </a:r>
            <a:endParaRPr b="0" lang="de-DE" sz="2800" strike="noStrike" u="none">
              <a:solidFill>
                <a:srgbClr val="000000"/>
              </a:solidFill>
              <a:uFillTx/>
              <a:latin typeface="Arial"/>
            </a:endParaRPr>
          </a:p>
          <a:p>
            <a:pPr indent="0" defTabSz="914400">
              <a:lnSpc>
                <a:spcPct val="90000"/>
              </a:lnSpc>
              <a:spcBef>
                <a:spcPts val="1001"/>
              </a:spcBef>
              <a:buNone/>
              <a:tabLst>
                <a:tab algn="l" pos="0"/>
              </a:tabLst>
            </a:pPr>
            <a:endParaRPr b="0" lang="de-DE" sz="2800" strike="noStrike" u="none">
              <a:solidFill>
                <a:srgbClr val="000000"/>
              </a:solidFill>
              <a:uFillTx/>
              <a:latin typeface="Arial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176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bg>
      <p:bgPr>
        <a:solidFill>
          <a:schemeClr val="lt1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 useBgFill="1">
        <p:nvSpPr>
          <p:cNvPr id="904" name="Rectangle 7">
            <a:extLst>
              <a:ext uri="{C183D7F6-B498-43B3-948B-1728B52AA6E4}">
                <adec:decorative xmlns:adec="http://schemas.microsoft.com/office/drawing/2017/decorative" val="1"/>
              </a:ext>
            </a:extLst>
          </p:cNvPr>
          <p:cNvSpPr/>
          <p:nvPr/>
        </p:nvSpPr>
        <p:spPr>
          <a:xfrm>
            <a:off x="0" y="0"/>
            <a:ext cx="12190680" cy="6856920"/>
          </a:xfrm>
          <a:prstGeom prst="rect">
            <a:avLst/>
          </a:prstGeom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 algn="ctr" defTabSz="914400">
              <a:lnSpc>
                <a:spcPct val="100000"/>
              </a:lnSpc>
            </a:pPr>
            <a:endParaRPr b="0" lang="en-US" sz="1800" strike="noStrike" u="none">
              <a:solidFill>
                <a:schemeClr val="lt1"/>
              </a:solidFill>
              <a:uFillTx/>
              <a:latin typeface="Calibri"/>
            </a:endParaRPr>
          </a:p>
        </p:txBody>
      </p:sp>
      <p:sp>
        <p:nvSpPr>
          <p:cNvPr id="905" name="Rectangle 9">
            <a:extLst>
              <a:ext uri="{C183D7F6-B498-43B3-948B-1728B52AA6E4}">
                <adec:decorative xmlns:adec="http://schemas.microsoft.com/office/drawing/2017/decorative" val="1"/>
              </a:ext>
            </a:extLst>
          </p:cNvPr>
          <p:cNvSpPr/>
          <p:nvPr/>
        </p:nvSpPr>
        <p:spPr>
          <a:xfrm>
            <a:off x="360" y="0"/>
            <a:ext cx="12190680" cy="6856920"/>
          </a:xfrm>
          <a:prstGeom prst="rect">
            <a:avLst/>
          </a:prstGeom>
          <a:solidFill>
            <a:schemeClr val="bg1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 algn="ctr" defTabSz="914400">
              <a:lnSpc>
                <a:spcPct val="100000"/>
              </a:lnSpc>
            </a:pPr>
            <a:endParaRPr b="0" lang="en-US" sz="800" strike="noStrike" u="none">
              <a:solidFill>
                <a:schemeClr val="lt1"/>
              </a:solidFill>
              <a:uFillTx/>
              <a:latin typeface="Calibri"/>
            </a:endParaRPr>
          </a:p>
        </p:txBody>
      </p:sp>
      <p:sp>
        <p:nvSpPr>
          <p:cNvPr id="906" name="PlaceHolder 1"/>
          <p:cNvSpPr>
            <a:spLocks noGrp="1"/>
          </p:cNvSpPr>
          <p:nvPr>
            <p:ph type="title"/>
          </p:nvPr>
        </p:nvSpPr>
        <p:spPr>
          <a:xfrm>
            <a:off x="1179360" y="1280520"/>
            <a:ext cx="9832320" cy="132444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b">
            <a:normAutofit/>
          </a:bodyPr>
          <a:p>
            <a:pPr indent="0" algn="ctr" defTabSz="914400">
              <a:lnSpc>
                <a:spcPct val="90000"/>
              </a:lnSpc>
              <a:buNone/>
              <a:tabLst>
                <a:tab algn="l" pos="0"/>
              </a:tabLst>
            </a:pPr>
            <a:r>
              <a:rPr b="0" lang="de-DE" sz="3600" strike="noStrike" u="none">
                <a:solidFill>
                  <a:schemeClr val="dk2"/>
                </a:solidFill>
                <a:uFillTx/>
                <a:latin typeface="Calibri Light"/>
              </a:rPr>
              <a:t>Übung 18: Eigene Pipe</a:t>
            </a:r>
            <a:endParaRPr b="0" lang="de-DE" sz="3600" strike="noStrike" u="none">
              <a:solidFill>
                <a:srgbClr val="000000"/>
              </a:solidFill>
              <a:uFillTx/>
              <a:latin typeface="Arial"/>
            </a:endParaRPr>
          </a:p>
        </p:txBody>
      </p:sp>
      <p:grpSp>
        <p:nvGrpSpPr>
          <p:cNvPr id="907" name="Group 11">
            <a:extLst>
              <a:ext uri="{C183D7F6-B498-43B3-948B-1728B52AA6E4}">
                <adec:decorative xmlns:adec="http://schemas.microsoft.com/office/drawing/2017/decorative" val="1"/>
              </a:ext>
            </a:extLst>
          </p:cNvPr>
          <p:cNvGrpSpPr/>
          <p:nvPr/>
        </p:nvGrpSpPr>
        <p:grpSpPr>
          <a:xfrm>
            <a:off x="8289720" y="0"/>
            <a:ext cx="3901320" cy="2381760"/>
            <a:chOff x="8289720" y="0"/>
            <a:chExt cx="3901320" cy="2381760"/>
          </a:xfrm>
        </p:grpSpPr>
        <p:sp>
          <p:nvSpPr>
            <p:cNvPr id="908" name="Freeform: Shape 12">
              <a:extLs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/>
            <p:nvPr/>
          </p:nvSpPr>
          <p:spPr>
            <a:xfrm>
              <a:off x="8289720" y="0"/>
              <a:ext cx="3900960" cy="2381760"/>
            </a:xfrm>
            <a:custGeom>
              <a:avLst/>
              <a:gdLst>
                <a:gd name="textAreaLeft" fmla="*/ 0 w 3900960"/>
                <a:gd name="textAreaRight" fmla="*/ 3902040 w 3900960"/>
                <a:gd name="textAreaTop" fmla="*/ 0 h 2381760"/>
                <a:gd name="textAreaBottom" fmla="*/ 2382840 h 2381760"/>
              </a:gdLst>
              <a:ahLst/>
              <a:rect l="textAreaLeft" t="textAreaTop" r="textAreaRight" b="textAreaBottom"/>
              <a:pathLst>
                <a:path w="5324985" h="3251912">
                  <a:moveTo>
                    <a:pt x="0" y="0"/>
                  </a:moveTo>
                  <a:lnTo>
                    <a:pt x="36826" y="0"/>
                  </a:lnTo>
                  <a:lnTo>
                    <a:pt x="45003" y="152909"/>
                  </a:lnTo>
                  <a:cubicBezTo>
                    <a:pt x="50351" y="205154"/>
                    <a:pt x="58290" y="257123"/>
                    <a:pt x="68956" y="308600"/>
                  </a:cubicBezTo>
                  <a:cubicBezTo>
                    <a:pt x="91393" y="411324"/>
                    <a:pt x="123882" y="511847"/>
                    <a:pt x="167774" y="607968"/>
                  </a:cubicBezTo>
                  <a:cubicBezTo>
                    <a:pt x="178195" y="632173"/>
                    <a:pt x="190333" y="655798"/>
                    <a:pt x="201857" y="679539"/>
                  </a:cubicBezTo>
                  <a:cubicBezTo>
                    <a:pt x="214363" y="702933"/>
                    <a:pt x="226255" y="726557"/>
                    <a:pt x="239741" y="749488"/>
                  </a:cubicBezTo>
                  <a:cubicBezTo>
                    <a:pt x="265488" y="795812"/>
                    <a:pt x="294176" y="840746"/>
                    <a:pt x="323724" y="885101"/>
                  </a:cubicBezTo>
                  <a:cubicBezTo>
                    <a:pt x="353149" y="929572"/>
                    <a:pt x="384657" y="972885"/>
                    <a:pt x="416412" y="1016081"/>
                  </a:cubicBezTo>
                  <a:cubicBezTo>
                    <a:pt x="448655" y="1058931"/>
                    <a:pt x="482127" y="1101202"/>
                    <a:pt x="515719" y="1143356"/>
                  </a:cubicBezTo>
                  <a:cubicBezTo>
                    <a:pt x="583027" y="1227782"/>
                    <a:pt x="653402" y="1310470"/>
                    <a:pt x="722427" y="1395127"/>
                  </a:cubicBezTo>
                  <a:cubicBezTo>
                    <a:pt x="757123" y="1437282"/>
                    <a:pt x="791697" y="1479783"/>
                    <a:pt x="825780" y="1522749"/>
                  </a:cubicBezTo>
                  <a:cubicBezTo>
                    <a:pt x="859742" y="1565367"/>
                    <a:pt x="893457" y="1610649"/>
                    <a:pt x="926314" y="1651992"/>
                  </a:cubicBezTo>
                  <a:cubicBezTo>
                    <a:pt x="958927" y="1694379"/>
                    <a:pt x="993132" y="1735492"/>
                    <a:pt x="1026848" y="1776836"/>
                  </a:cubicBezTo>
                  <a:cubicBezTo>
                    <a:pt x="1061545" y="1817485"/>
                    <a:pt x="1095996" y="1858133"/>
                    <a:pt x="1131918" y="1897393"/>
                  </a:cubicBezTo>
                  <a:cubicBezTo>
                    <a:pt x="1203273" y="1976376"/>
                    <a:pt x="1277447" y="2052463"/>
                    <a:pt x="1354688" y="2124728"/>
                  </a:cubicBezTo>
                  <a:cubicBezTo>
                    <a:pt x="1509411" y="2268911"/>
                    <a:pt x="1676396" y="2397575"/>
                    <a:pt x="1855027" y="2504236"/>
                  </a:cubicBezTo>
                  <a:cubicBezTo>
                    <a:pt x="1944528" y="2557277"/>
                    <a:pt x="2036357" y="2605917"/>
                    <a:pt x="2131618" y="2646913"/>
                  </a:cubicBezTo>
                  <a:cubicBezTo>
                    <a:pt x="2226267" y="2689068"/>
                    <a:pt x="2323981" y="2724622"/>
                    <a:pt x="2423534" y="2754732"/>
                  </a:cubicBezTo>
                  <a:cubicBezTo>
                    <a:pt x="2523087" y="2784958"/>
                    <a:pt x="2624602" y="2809394"/>
                    <a:pt x="2727588" y="2829197"/>
                  </a:cubicBezTo>
                  <a:cubicBezTo>
                    <a:pt x="2830698" y="2848653"/>
                    <a:pt x="2935522" y="2861971"/>
                    <a:pt x="3041083" y="2870890"/>
                  </a:cubicBezTo>
                  <a:cubicBezTo>
                    <a:pt x="3146644" y="2879922"/>
                    <a:pt x="3253307" y="2883860"/>
                    <a:pt x="3360340" y="2883976"/>
                  </a:cubicBezTo>
                  <a:cubicBezTo>
                    <a:pt x="3387067" y="2883976"/>
                    <a:pt x="3414162" y="2884439"/>
                    <a:pt x="3439663" y="2883396"/>
                  </a:cubicBezTo>
                  <a:lnTo>
                    <a:pt x="3478529" y="2882471"/>
                  </a:lnTo>
                  <a:lnTo>
                    <a:pt x="3517271" y="2880616"/>
                  </a:lnTo>
                  <a:cubicBezTo>
                    <a:pt x="3568887" y="2878417"/>
                    <a:pt x="3620257" y="2873552"/>
                    <a:pt x="3671260" y="2867878"/>
                  </a:cubicBezTo>
                  <a:cubicBezTo>
                    <a:pt x="3875515" y="2844253"/>
                    <a:pt x="4074253" y="2792486"/>
                    <a:pt x="4265268" y="2716283"/>
                  </a:cubicBezTo>
                  <a:cubicBezTo>
                    <a:pt x="4361020" y="2678529"/>
                    <a:pt x="4454444" y="2633710"/>
                    <a:pt x="4546395" y="2584724"/>
                  </a:cubicBezTo>
                  <a:cubicBezTo>
                    <a:pt x="4638470" y="2535967"/>
                    <a:pt x="4728827" y="2481885"/>
                    <a:pt x="4817837" y="2424674"/>
                  </a:cubicBezTo>
                  <a:cubicBezTo>
                    <a:pt x="4906846" y="2367348"/>
                    <a:pt x="4994385" y="2306317"/>
                    <a:pt x="5081677" y="2243548"/>
                  </a:cubicBezTo>
                  <a:cubicBezTo>
                    <a:pt x="5125201" y="2212164"/>
                    <a:pt x="5168603" y="2179969"/>
                    <a:pt x="5211881" y="2147658"/>
                  </a:cubicBezTo>
                  <a:lnTo>
                    <a:pt x="5324985" y="2062128"/>
                  </a:lnTo>
                  <a:lnTo>
                    <a:pt x="5324985" y="2514993"/>
                  </a:lnTo>
                  <a:lnTo>
                    <a:pt x="5314867" y="2522881"/>
                  </a:lnTo>
                  <a:cubicBezTo>
                    <a:pt x="5225490" y="2591325"/>
                    <a:pt x="5133783" y="2658379"/>
                    <a:pt x="5038276" y="2722421"/>
                  </a:cubicBezTo>
                  <a:cubicBezTo>
                    <a:pt x="4942892" y="2786348"/>
                    <a:pt x="4844810" y="2848422"/>
                    <a:pt x="4741701" y="2904937"/>
                  </a:cubicBezTo>
                  <a:cubicBezTo>
                    <a:pt x="4638592" y="2961337"/>
                    <a:pt x="4531929" y="3013683"/>
                    <a:pt x="4420728" y="3058848"/>
                  </a:cubicBezTo>
                  <a:cubicBezTo>
                    <a:pt x="4199063" y="3150338"/>
                    <a:pt x="3959621" y="3211485"/>
                    <a:pt x="3717481" y="3237079"/>
                  </a:cubicBezTo>
                  <a:cubicBezTo>
                    <a:pt x="3656914" y="3243101"/>
                    <a:pt x="3596227" y="3247966"/>
                    <a:pt x="3535661" y="3249934"/>
                  </a:cubicBezTo>
                  <a:lnTo>
                    <a:pt x="3490175" y="3251555"/>
                  </a:lnTo>
                  <a:lnTo>
                    <a:pt x="3444813" y="3251787"/>
                  </a:lnTo>
                  <a:cubicBezTo>
                    <a:pt x="3414162" y="3252250"/>
                    <a:pt x="3385105" y="3251324"/>
                    <a:pt x="3355681" y="3250745"/>
                  </a:cubicBezTo>
                  <a:cubicBezTo>
                    <a:pt x="3296954" y="3250050"/>
                    <a:pt x="3237860" y="3246692"/>
                    <a:pt x="3179011" y="3243795"/>
                  </a:cubicBezTo>
                  <a:cubicBezTo>
                    <a:pt x="3120039" y="3239164"/>
                    <a:pt x="3061067" y="3234878"/>
                    <a:pt x="3002217" y="3227814"/>
                  </a:cubicBezTo>
                  <a:cubicBezTo>
                    <a:pt x="2884397" y="3214496"/>
                    <a:pt x="2766699" y="3196314"/>
                    <a:pt x="2650103" y="3170836"/>
                  </a:cubicBezTo>
                  <a:cubicBezTo>
                    <a:pt x="2533510" y="3145358"/>
                    <a:pt x="2418263" y="3112583"/>
                    <a:pt x="2305836" y="3072514"/>
                  </a:cubicBezTo>
                  <a:cubicBezTo>
                    <a:pt x="2193410" y="3032328"/>
                    <a:pt x="2083926" y="2984383"/>
                    <a:pt x="1978611" y="2929952"/>
                  </a:cubicBezTo>
                  <a:cubicBezTo>
                    <a:pt x="1873663" y="2874711"/>
                    <a:pt x="1772884" y="2812985"/>
                    <a:pt x="1678235" y="2744424"/>
                  </a:cubicBezTo>
                  <a:cubicBezTo>
                    <a:pt x="1488201" y="2608001"/>
                    <a:pt x="1321708" y="2448068"/>
                    <a:pt x="1175688" y="2277018"/>
                  </a:cubicBezTo>
                  <a:cubicBezTo>
                    <a:pt x="1102985" y="2191086"/>
                    <a:pt x="1035309" y="2102377"/>
                    <a:pt x="971310" y="2012044"/>
                  </a:cubicBezTo>
                  <a:cubicBezTo>
                    <a:pt x="907188" y="1921714"/>
                    <a:pt x="847358" y="1829413"/>
                    <a:pt x="790717" y="1735723"/>
                  </a:cubicBezTo>
                  <a:cubicBezTo>
                    <a:pt x="761782" y="1688357"/>
                    <a:pt x="735300" y="1644002"/>
                    <a:pt x="706488" y="1598604"/>
                  </a:cubicBezTo>
                  <a:cubicBezTo>
                    <a:pt x="677922" y="1553555"/>
                    <a:pt x="648866" y="1508505"/>
                    <a:pt x="618951" y="1463802"/>
                  </a:cubicBezTo>
                  <a:lnTo>
                    <a:pt x="436273" y="1195355"/>
                  </a:lnTo>
                  <a:cubicBezTo>
                    <a:pt x="405990" y="1150189"/>
                    <a:pt x="376075" y="1104792"/>
                    <a:pt x="346896" y="1058816"/>
                  </a:cubicBezTo>
                  <a:cubicBezTo>
                    <a:pt x="317716" y="1012838"/>
                    <a:pt x="288782" y="966747"/>
                    <a:pt x="261809" y="919264"/>
                  </a:cubicBezTo>
                  <a:cubicBezTo>
                    <a:pt x="207742" y="824764"/>
                    <a:pt x="158088" y="727485"/>
                    <a:pt x="118487" y="626498"/>
                  </a:cubicBezTo>
                  <a:cubicBezTo>
                    <a:pt x="78151" y="525859"/>
                    <a:pt x="48237" y="421515"/>
                    <a:pt x="28130" y="315781"/>
                  </a:cubicBezTo>
                  <a:cubicBezTo>
                    <a:pt x="18506" y="262914"/>
                    <a:pt x="11425" y="209642"/>
                    <a:pt x="6751" y="156195"/>
                  </a:cubicBezTo>
                  <a:close/>
                </a:path>
              </a:pathLst>
            </a:custGeom>
            <a:gradFill rotWithShape="0">
              <a:gsLst>
                <a:gs pos="2000">
                  <a:srgbClr val="ffffff">
                    <a:alpha val="10000"/>
                  </a:srgbClr>
                </a:gs>
                <a:gs pos="16000">
                  <a:srgbClr val="f19d19">
                    <a:alpha val="10000"/>
                  </a:srgbClr>
                </a:gs>
                <a:gs pos="85000">
                  <a:srgbClr val="1d9a78">
                    <a:alpha val="10000"/>
                  </a:srgbClr>
                </a:gs>
                <a:gs pos="100000">
                  <a:srgbClr val="ffffff">
                    <a:alpha val="10000"/>
                  </a:srgbClr>
                </a:gs>
              </a:gsLst>
              <a:lin ang="12000000"/>
            </a:gra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/>
          </p:style>
          <p:txBody>
            <a:bodyPr lIns="90000" rIns="90000" tIns="45000" bIns="45000" anchor="ctr">
              <a:noAutofit/>
            </a:bodyPr>
            <a:p>
              <a:pPr algn="ctr" defTabSz="914400">
                <a:lnSpc>
                  <a:spcPct val="100000"/>
                </a:lnSpc>
              </a:pPr>
              <a:endParaRPr b="0" lang="en-US" sz="1800" strike="noStrike" u="none">
                <a:solidFill>
                  <a:schemeClr val="lt1"/>
                </a:solidFill>
                <a:uFillTx/>
                <a:latin typeface="Calibri"/>
              </a:endParaRPr>
            </a:p>
          </p:txBody>
        </p:sp>
        <p:sp>
          <p:nvSpPr>
            <p:cNvPr id="909" name="Freeform: Shape 13">
              <a:extLs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/>
            <p:nvPr/>
          </p:nvSpPr>
          <p:spPr>
            <a:xfrm>
              <a:off x="8326080" y="0"/>
              <a:ext cx="3864960" cy="2183040"/>
            </a:xfrm>
            <a:custGeom>
              <a:avLst/>
              <a:gdLst>
                <a:gd name="textAreaLeft" fmla="*/ 0 w 3864960"/>
                <a:gd name="textAreaRight" fmla="*/ 3866040 w 3864960"/>
                <a:gd name="textAreaTop" fmla="*/ 0 h 2183040"/>
                <a:gd name="textAreaBottom" fmla="*/ 2184120 h 2183040"/>
              </a:gdLst>
              <a:ahLst/>
              <a:rect l="textAreaLeft" t="textAreaTop" r="textAreaRight" b="textAreaBottom"/>
              <a:pathLst>
                <a:path w="5275533" h="2980757">
                  <a:moveTo>
                    <a:pt x="0" y="0"/>
                  </a:moveTo>
                  <a:lnTo>
                    <a:pt x="201166" y="0"/>
                  </a:lnTo>
                  <a:lnTo>
                    <a:pt x="206734" y="89286"/>
                  </a:lnTo>
                  <a:cubicBezTo>
                    <a:pt x="212220" y="135755"/>
                    <a:pt x="220465" y="181731"/>
                    <a:pt x="232051" y="226897"/>
                  </a:cubicBezTo>
                  <a:cubicBezTo>
                    <a:pt x="254855" y="317344"/>
                    <a:pt x="290287" y="403854"/>
                    <a:pt x="332707" y="487120"/>
                  </a:cubicBezTo>
                  <a:cubicBezTo>
                    <a:pt x="354163" y="528696"/>
                    <a:pt x="377948" y="569461"/>
                    <a:pt x="402959" y="609647"/>
                  </a:cubicBezTo>
                  <a:cubicBezTo>
                    <a:pt x="428337" y="649717"/>
                    <a:pt x="455433" y="689209"/>
                    <a:pt x="483631" y="728236"/>
                  </a:cubicBezTo>
                  <a:cubicBezTo>
                    <a:pt x="540764" y="806061"/>
                    <a:pt x="604271" y="881569"/>
                    <a:pt x="669986" y="957424"/>
                  </a:cubicBezTo>
                  <a:cubicBezTo>
                    <a:pt x="735701" y="1033395"/>
                    <a:pt x="804359" y="1109366"/>
                    <a:pt x="871667" y="1188348"/>
                  </a:cubicBezTo>
                  <a:cubicBezTo>
                    <a:pt x="905383" y="1227723"/>
                    <a:pt x="938731" y="1268025"/>
                    <a:pt x="971956" y="1308905"/>
                  </a:cubicBezTo>
                  <a:lnTo>
                    <a:pt x="1020139" y="1368084"/>
                  </a:lnTo>
                  <a:cubicBezTo>
                    <a:pt x="1035954" y="1386962"/>
                    <a:pt x="1051035" y="1406302"/>
                    <a:pt x="1067340" y="1424715"/>
                  </a:cubicBezTo>
                  <a:cubicBezTo>
                    <a:pt x="1194602" y="1574573"/>
                    <a:pt x="1332652" y="1712503"/>
                    <a:pt x="1472909" y="1843252"/>
                  </a:cubicBezTo>
                  <a:cubicBezTo>
                    <a:pt x="1543406" y="1908337"/>
                    <a:pt x="1615128" y="1971221"/>
                    <a:pt x="1688567" y="2031559"/>
                  </a:cubicBezTo>
                  <a:cubicBezTo>
                    <a:pt x="1762006" y="2091895"/>
                    <a:pt x="1836793" y="2150263"/>
                    <a:pt x="1914401" y="2205156"/>
                  </a:cubicBezTo>
                  <a:cubicBezTo>
                    <a:pt x="2069003" y="2315176"/>
                    <a:pt x="2235742" y="2413498"/>
                    <a:pt x="2418909" y="2479741"/>
                  </a:cubicBezTo>
                  <a:cubicBezTo>
                    <a:pt x="2510249" y="2512863"/>
                    <a:pt x="2604898" y="2538225"/>
                    <a:pt x="2701141" y="2557333"/>
                  </a:cubicBezTo>
                  <a:cubicBezTo>
                    <a:pt x="2725293" y="2561850"/>
                    <a:pt x="2749201" y="2567062"/>
                    <a:pt x="2773475" y="2570999"/>
                  </a:cubicBezTo>
                  <a:lnTo>
                    <a:pt x="2846424" y="2582465"/>
                  </a:lnTo>
                  <a:cubicBezTo>
                    <a:pt x="2895343" y="2588602"/>
                    <a:pt x="2944261" y="2595088"/>
                    <a:pt x="2993669" y="2598909"/>
                  </a:cubicBezTo>
                  <a:cubicBezTo>
                    <a:pt x="3018313" y="2601110"/>
                    <a:pt x="3042956" y="2603195"/>
                    <a:pt x="3067721" y="2604237"/>
                  </a:cubicBezTo>
                  <a:cubicBezTo>
                    <a:pt x="3092487" y="2605394"/>
                    <a:pt x="3117130" y="2607247"/>
                    <a:pt x="3142019" y="2607943"/>
                  </a:cubicBezTo>
                  <a:lnTo>
                    <a:pt x="3216561" y="2609564"/>
                  </a:lnTo>
                  <a:cubicBezTo>
                    <a:pt x="3241326" y="2610142"/>
                    <a:pt x="3266337" y="2609333"/>
                    <a:pt x="3291225" y="2609217"/>
                  </a:cubicBezTo>
                  <a:lnTo>
                    <a:pt x="3328619" y="2608869"/>
                  </a:lnTo>
                  <a:cubicBezTo>
                    <a:pt x="3340757" y="2608522"/>
                    <a:pt x="3352649" y="2607827"/>
                    <a:pt x="3364665" y="2607363"/>
                  </a:cubicBezTo>
                  <a:cubicBezTo>
                    <a:pt x="3376679" y="2606784"/>
                    <a:pt x="3388695" y="2606438"/>
                    <a:pt x="3400587" y="2605627"/>
                  </a:cubicBezTo>
                  <a:lnTo>
                    <a:pt x="3436387" y="2602847"/>
                  </a:lnTo>
                  <a:cubicBezTo>
                    <a:pt x="3484079" y="2599257"/>
                    <a:pt x="3531404" y="2593235"/>
                    <a:pt x="3578361" y="2586286"/>
                  </a:cubicBezTo>
                  <a:cubicBezTo>
                    <a:pt x="3766310" y="2556871"/>
                    <a:pt x="3947025" y="2499314"/>
                    <a:pt x="4119159" y="2418594"/>
                  </a:cubicBezTo>
                  <a:cubicBezTo>
                    <a:pt x="4291907" y="2338801"/>
                    <a:pt x="4456317" y="2236657"/>
                    <a:pt x="4618765" y="2124668"/>
                  </a:cubicBezTo>
                  <a:cubicBezTo>
                    <a:pt x="4659346" y="2096759"/>
                    <a:pt x="4699682" y="2067575"/>
                    <a:pt x="4739895" y="2038275"/>
                  </a:cubicBezTo>
                  <a:cubicBezTo>
                    <a:pt x="4780355" y="2008976"/>
                    <a:pt x="4820691" y="1979212"/>
                    <a:pt x="4861027" y="1948986"/>
                  </a:cubicBezTo>
                  <a:lnTo>
                    <a:pt x="5106354" y="1763690"/>
                  </a:lnTo>
                  <a:lnTo>
                    <a:pt x="5275533" y="1641017"/>
                  </a:lnTo>
                  <a:lnTo>
                    <a:pt x="5275533" y="2257481"/>
                  </a:lnTo>
                  <a:lnTo>
                    <a:pt x="5168881" y="2332084"/>
                  </a:lnTo>
                  <a:cubicBezTo>
                    <a:pt x="5125235" y="2362079"/>
                    <a:pt x="5081099" y="2391958"/>
                    <a:pt x="5036225" y="2421489"/>
                  </a:cubicBezTo>
                  <a:cubicBezTo>
                    <a:pt x="4991231" y="2450790"/>
                    <a:pt x="4945867" y="2479857"/>
                    <a:pt x="4899401" y="2508347"/>
                  </a:cubicBezTo>
                  <a:cubicBezTo>
                    <a:pt x="4806959" y="2565440"/>
                    <a:pt x="4711574" y="2620798"/>
                    <a:pt x="4612145" y="2671407"/>
                  </a:cubicBezTo>
                  <a:cubicBezTo>
                    <a:pt x="4512836" y="2722247"/>
                    <a:pt x="4410095" y="2769496"/>
                    <a:pt x="4303187" y="2810030"/>
                  </a:cubicBezTo>
                  <a:cubicBezTo>
                    <a:pt x="4090349" y="2892256"/>
                    <a:pt x="3861694" y="2947728"/>
                    <a:pt x="3630835" y="2969500"/>
                  </a:cubicBezTo>
                  <a:cubicBezTo>
                    <a:pt x="3573089" y="2974712"/>
                    <a:pt x="3515343" y="2978649"/>
                    <a:pt x="3457719" y="2979808"/>
                  </a:cubicBezTo>
                  <a:lnTo>
                    <a:pt x="3414441" y="2980733"/>
                  </a:lnTo>
                  <a:cubicBezTo>
                    <a:pt x="3400097" y="2980850"/>
                    <a:pt x="3385630" y="2980502"/>
                    <a:pt x="3371285" y="2980502"/>
                  </a:cubicBezTo>
                  <a:lnTo>
                    <a:pt x="3328252" y="2980039"/>
                  </a:lnTo>
                  <a:lnTo>
                    <a:pt x="3286445" y="2978534"/>
                  </a:lnTo>
                  <a:cubicBezTo>
                    <a:pt x="3175121" y="2975174"/>
                    <a:pt x="3063553" y="2966837"/>
                    <a:pt x="2952475" y="2953402"/>
                  </a:cubicBezTo>
                  <a:cubicBezTo>
                    <a:pt x="2841275" y="2940664"/>
                    <a:pt x="2730319" y="2922365"/>
                    <a:pt x="2620591" y="2898046"/>
                  </a:cubicBezTo>
                  <a:cubicBezTo>
                    <a:pt x="2510984" y="2873494"/>
                    <a:pt x="2402235" y="2844426"/>
                    <a:pt x="2294591" y="2811305"/>
                  </a:cubicBezTo>
                  <a:cubicBezTo>
                    <a:pt x="2079669" y="2744483"/>
                    <a:pt x="1867198" y="2661331"/>
                    <a:pt x="1670544" y="2550501"/>
                  </a:cubicBezTo>
                  <a:cubicBezTo>
                    <a:pt x="1473767" y="2439903"/>
                    <a:pt x="1298079" y="2299657"/>
                    <a:pt x="1144703" y="2144472"/>
                  </a:cubicBezTo>
                  <a:cubicBezTo>
                    <a:pt x="1067586" y="2066996"/>
                    <a:pt x="997458" y="1984539"/>
                    <a:pt x="931497" y="1900114"/>
                  </a:cubicBezTo>
                  <a:cubicBezTo>
                    <a:pt x="865906" y="1815342"/>
                    <a:pt x="803500" y="1729295"/>
                    <a:pt x="745265" y="1641395"/>
                  </a:cubicBezTo>
                  <a:cubicBezTo>
                    <a:pt x="730307" y="1619623"/>
                    <a:pt x="716207" y="1597503"/>
                    <a:pt x="701741" y="1575500"/>
                  </a:cubicBezTo>
                  <a:lnTo>
                    <a:pt x="660178" y="1511573"/>
                  </a:lnTo>
                  <a:cubicBezTo>
                    <a:pt x="633574" y="1470229"/>
                    <a:pt x="605989" y="1429232"/>
                    <a:pt x="578158" y="1387656"/>
                  </a:cubicBezTo>
                  <a:lnTo>
                    <a:pt x="408230" y="1134497"/>
                  </a:lnTo>
                  <a:cubicBezTo>
                    <a:pt x="351220" y="1048219"/>
                    <a:pt x="294945" y="959392"/>
                    <a:pt x="242349" y="866860"/>
                  </a:cubicBezTo>
                  <a:cubicBezTo>
                    <a:pt x="216112" y="820536"/>
                    <a:pt x="190734" y="773402"/>
                    <a:pt x="167562" y="724994"/>
                  </a:cubicBezTo>
                  <a:cubicBezTo>
                    <a:pt x="144513" y="676469"/>
                    <a:pt x="123057" y="627019"/>
                    <a:pt x="104054" y="576525"/>
                  </a:cubicBezTo>
                  <a:cubicBezTo>
                    <a:pt x="85418" y="525917"/>
                    <a:pt x="68867" y="474613"/>
                    <a:pt x="55381" y="422499"/>
                  </a:cubicBezTo>
                  <a:cubicBezTo>
                    <a:pt x="49006" y="396442"/>
                    <a:pt x="42508" y="370269"/>
                    <a:pt x="37236" y="343980"/>
                  </a:cubicBezTo>
                  <a:lnTo>
                    <a:pt x="29267" y="304604"/>
                  </a:lnTo>
                  <a:lnTo>
                    <a:pt x="22646" y="265113"/>
                  </a:lnTo>
                  <a:cubicBezTo>
                    <a:pt x="14003" y="212420"/>
                    <a:pt x="7872" y="159582"/>
                    <a:pt x="3903" y="106787"/>
                  </a:cubicBezTo>
                  <a:close/>
                </a:path>
              </a:pathLst>
            </a:custGeom>
            <a:gradFill rotWithShape="0">
              <a:gsLst>
                <a:gs pos="2000">
                  <a:srgbClr val="ffffff">
                    <a:alpha val="10000"/>
                  </a:srgbClr>
                </a:gs>
                <a:gs pos="16000">
                  <a:srgbClr val="f19d19">
                    <a:alpha val="10000"/>
                  </a:srgbClr>
                </a:gs>
                <a:gs pos="85000">
                  <a:srgbClr val="1d9a78">
                    <a:alpha val="10000"/>
                  </a:srgbClr>
                </a:gs>
                <a:gs pos="100000">
                  <a:srgbClr val="ffffff">
                    <a:alpha val="10000"/>
                  </a:srgbClr>
                </a:gs>
              </a:gsLst>
              <a:lin ang="12000000"/>
            </a:gra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/>
          </p:style>
          <p:txBody>
            <a:bodyPr lIns="90000" rIns="90000" tIns="45000" bIns="45000" anchor="ctr">
              <a:noAutofit/>
            </a:bodyPr>
            <a:p>
              <a:pPr algn="ctr" defTabSz="914400">
                <a:lnSpc>
                  <a:spcPct val="100000"/>
                </a:lnSpc>
              </a:pPr>
              <a:endParaRPr b="0" lang="en-US" sz="1800" strike="noStrike" u="none">
                <a:solidFill>
                  <a:schemeClr val="lt1"/>
                </a:solidFill>
                <a:uFillTx/>
                <a:latin typeface="Calibri"/>
              </a:endParaRPr>
            </a:p>
          </p:txBody>
        </p:sp>
        <p:sp>
          <p:nvSpPr>
            <p:cNvPr id="910" name="Freeform: Shape 14">
              <a:extLs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/>
            <p:nvPr/>
          </p:nvSpPr>
          <p:spPr>
            <a:xfrm>
              <a:off x="8329680" y="0"/>
              <a:ext cx="3861360" cy="2144520"/>
            </a:xfrm>
            <a:custGeom>
              <a:avLst/>
              <a:gdLst>
                <a:gd name="textAreaLeft" fmla="*/ 0 w 3861360"/>
                <a:gd name="textAreaRight" fmla="*/ 3862440 w 3861360"/>
                <a:gd name="textAreaTop" fmla="*/ 0 h 2144520"/>
                <a:gd name="textAreaBottom" fmla="*/ 2145600 h 2144520"/>
              </a:gdLst>
              <a:ahLst/>
              <a:rect l="textAreaLeft" t="textAreaTop" r="textAreaRight" b="textAreaBottom"/>
              <a:pathLst>
                <a:path w="5270786" h="2927775">
                  <a:moveTo>
                    <a:pt x="0" y="0"/>
                  </a:moveTo>
                  <a:lnTo>
                    <a:pt x="613805" y="0"/>
                  </a:lnTo>
                  <a:lnTo>
                    <a:pt x="618487" y="85404"/>
                  </a:lnTo>
                  <a:cubicBezTo>
                    <a:pt x="650052" y="360109"/>
                    <a:pt x="792650" y="556543"/>
                    <a:pt x="1054084" y="895200"/>
                  </a:cubicBezTo>
                  <a:cubicBezTo>
                    <a:pt x="1126174" y="988542"/>
                    <a:pt x="1200716" y="1085128"/>
                    <a:pt x="1276976" y="1191325"/>
                  </a:cubicBezTo>
                  <a:cubicBezTo>
                    <a:pt x="1859704" y="2002688"/>
                    <a:pt x="2485223" y="2348843"/>
                    <a:pt x="3368450" y="2348843"/>
                  </a:cubicBezTo>
                  <a:cubicBezTo>
                    <a:pt x="3948114" y="2348843"/>
                    <a:pt x="4373422" y="2066846"/>
                    <a:pt x="4956151" y="1636730"/>
                  </a:cubicBezTo>
                  <a:cubicBezTo>
                    <a:pt x="5021253" y="1588668"/>
                    <a:pt x="5086356" y="1541186"/>
                    <a:pt x="5149372" y="1495325"/>
                  </a:cubicBezTo>
                  <a:lnTo>
                    <a:pt x="5270786" y="1406110"/>
                  </a:lnTo>
                  <a:lnTo>
                    <a:pt x="5270786" y="2138641"/>
                  </a:lnTo>
                  <a:lnTo>
                    <a:pt x="5112925" y="2253730"/>
                  </a:lnTo>
                  <a:cubicBezTo>
                    <a:pt x="4598179" y="2621786"/>
                    <a:pt x="4074961" y="2927775"/>
                    <a:pt x="3368327" y="2927775"/>
                  </a:cubicBezTo>
                  <a:cubicBezTo>
                    <a:pt x="2170746" y="2927775"/>
                    <a:pt x="1393203" y="2384512"/>
                    <a:pt x="769646" y="1516288"/>
                  </a:cubicBezTo>
                  <a:cubicBezTo>
                    <a:pt x="418850" y="1027932"/>
                    <a:pt x="48120" y="683401"/>
                    <a:pt x="3149" y="85252"/>
                  </a:cubicBezTo>
                  <a:close/>
                </a:path>
              </a:pathLst>
            </a:custGeom>
            <a:gradFill rotWithShape="0">
              <a:gsLst>
                <a:gs pos="2000">
                  <a:srgbClr val="ffffff">
                    <a:alpha val="10000"/>
                  </a:srgbClr>
                </a:gs>
                <a:gs pos="16000">
                  <a:srgbClr val="f19d19">
                    <a:alpha val="10000"/>
                  </a:srgbClr>
                </a:gs>
                <a:gs pos="85000">
                  <a:srgbClr val="1d9a78">
                    <a:alpha val="10000"/>
                  </a:srgbClr>
                </a:gs>
                <a:gs pos="100000">
                  <a:srgbClr val="ffffff">
                    <a:alpha val="10000"/>
                  </a:srgbClr>
                </a:gs>
              </a:gsLst>
              <a:lin ang="12000000"/>
            </a:gra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/>
          </p:style>
          <p:txBody>
            <a:bodyPr lIns="90000" rIns="90000" tIns="45000" bIns="45000" anchor="ctr">
              <a:noAutofit/>
            </a:bodyPr>
            <a:p>
              <a:pPr algn="ctr" defTabSz="914400">
                <a:lnSpc>
                  <a:spcPct val="100000"/>
                </a:lnSpc>
              </a:pPr>
              <a:endParaRPr b="0" lang="en-US" sz="1800" strike="noStrike" u="none">
                <a:solidFill>
                  <a:schemeClr val="lt1"/>
                </a:solidFill>
                <a:uFillTx/>
                <a:latin typeface="Calibri"/>
              </a:endParaRPr>
            </a:p>
          </p:txBody>
        </p:sp>
        <p:sp>
          <p:nvSpPr>
            <p:cNvPr id="911" name="Freeform: Shape 15">
              <a:extLs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/>
            <p:nvPr/>
          </p:nvSpPr>
          <p:spPr>
            <a:xfrm>
              <a:off x="8329680" y="0"/>
              <a:ext cx="3861360" cy="2144520"/>
            </a:xfrm>
            <a:custGeom>
              <a:avLst/>
              <a:gdLst>
                <a:gd name="textAreaLeft" fmla="*/ 0 w 3861360"/>
                <a:gd name="textAreaRight" fmla="*/ 3862440 w 3861360"/>
                <a:gd name="textAreaTop" fmla="*/ 0 h 2144520"/>
                <a:gd name="textAreaBottom" fmla="*/ 2145600 h 2144520"/>
              </a:gdLst>
              <a:ahLst/>
              <a:rect l="textAreaLeft" t="textAreaTop" r="textAreaRight" b="textAreaBottom"/>
              <a:pathLst>
                <a:path w="5270786" h="2927775">
                  <a:moveTo>
                    <a:pt x="0" y="0"/>
                  </a:moveTo>
                  <a:lnTo>
                    <a:pt x="736294" y="0"/>
                  </a:lnTo>
                  <a:lnTo>
                    <a:pt x="740298" y="72745"/>
                  </a:lnTo>
                  <a:cubicBezTo>
                    <a:pt x="768839" y="319371"/>
                    <a:pt x="898885" y="497858"/>
                    <a:pt x="1153024" y="826989"/>
                  </a:cubicBezTo>
                  <a:cubicBezTo>
                    <a:pt x="1225727" y="921142"/>
                    <a:pt x="1300882" y="1018537"/>
                    <a:pt x="1378368" y="1126356"/>
                  </a:cubicBezTo>
                  <a:cubicBezTo>
                    <a:pt x="1652384" y="1507833"/>
                    <a:pt x="1933512" y="1779060"/>
                    <a:pt x="2238056" y="1955322"/>
                  </a:cubicBezTo>
                  <a:cubicBezTo>
                    <a:pt x="2560868" y="2142238"/>
                    <a:pt x="2930637" y="2233033"/>
                    <a:pt x="3368327" y="2233033"/>
                  </a:cubicBezTo>
                  <a:cubicBezTo>
                    <a:pt x="3616720" y="2233033"/>
                    <a:pt x="3847703" y="2176866"/>
                    <a:pt x="4095360" y="2056192"/>
                  </a:cubicBezTo>
                  <a:cubicBezTo>
                    <a:pt x="4349636" y="1932276"/>
                    <a:pt x="4601340" y="1751613"/>
                    <a:pt x="4880506" y="1545587"/>
                  </a:cubicBezTo>
                  <a:cubicBezTo>
                    <a:pt x="4945974" y="1497295"/>
                    <a:pt x="5011199" y="1449697"/>
                    <a:pt x="5074340" y="1403721"/>
                  </a:cubicBezTo>
                  <a:lnTo>
                    <a:pt x="5270786" y="1259367"/>
                  </a:lnTo>
                  <a:lnTo>
                    <a:pt x="5270786" y="2138641"/>
                  </a:lnTo>
                  <a:lnTo>
                    <a:pt x="5112925" y="2253730"/>
                  </a:lnTo>
                  <a:cubicBezTo>
                    <a:pt x="4598179" y="2621786"/>
                    <a:pt x="4074961" y="2927775"/>
                    <a:pt x="3368327" y="2927775"/>
                  </a:cubicBezTo>
                  <a:cubicBezTo>
                    <a:pt x="2170746" y="2927775"/>
                    <a:pt x="1393203" y="2384512"/>
                    <a:pt x="769646" y="1516288"/>
                  </a:cubicBezTo>
                  <a:cubicBezTo>
                    <a:pt x="418850" y="1027932"/>
                    <a:pt x="48120" y="683401"/>
                    <a:pt x="3149" y="85252"/>
                  </a:cubicBezTo>
                  <a:close/>
                </a:path>
              </a:pathLst>
            </a:custGeom>
            <a:gradFill rotWithShape="0">
              <a:gsLst>
                <a:gs pos="2000">
                  <a:srgbClr val="ffffff">
                    <a:alpha val="10000"/>
                  </a:srgbClr>
                </a:gs>
                <a:gs pos="16000">
                  <a:srgbClr val="f19d19">
                    <a:alpha val="10000"/>
                  </a:srgbClr>
                </a:gs>
                <a:gs pos="85000">
                  <a:srgbClr val="1d9a78">
                    <a:alpha val="10000"/>
                  </a:srgbClr>
                </a:gs>
                <a:gs pos="100000">
                  <a:srgbClr val="ffffff">
                    <a:alpha val="10000"/>
                  </a:srgbClr>
                </a:gs>
              </a:gsLst>
              <a:lin ang="12000000"/>
            </a:gra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/>
          </p:style>
          <p:txBody>
            <a:bodyPr lIns="90000" rIns="90000" tIns="45000" bIns="45000" anchor="ctr">
              <a:noAutofit/>
            </a:bodyPr>
            <a:p>
              <a:pPr algn="ctr" defTabSz="914400">
                <a:lnSpc>
                  <a:spcPct val="100000"/>
                </a:lnSpc>
              </a:pPr>
              <a:endParaRPr b="0" lang="en-US" sz="1800" strike="noStrike" u="none">
                <a:solidFill>
                  <a:schemeClr val="lt1"/>
                </a:solidFill>
                <a:uFillTx/>
                <a:latin typeface="Calibri"/>
              </a:endParaRPr>
            </a:p>
          </p:txBody>
        </p:sp>
      </p:grpSp>
      <p:sp>
        <p:nvSpPr>
          <p:cNvPr id="912" name="PlaceHolder 2"/>
          <p:cNvSpPr>
            <a:spLocks noGrp="1"/>
          </p:cNvSpPr>
          <p:nvPr>
            <p:ph/>
          </p:nvPr>
        </p:nvSpPr>
        <p:spPr>
          <a:xfrm>
            <a:off x="1179360" y="2890800"/>
            <a:ext cx="9832320" cy="269280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t">
            <a:normAutofit/>
          </a:bodyPr>
          <a:p>
            <a:pPr marL="228600" indent="-228600" defTabSz="914400">
              <a:lnSpc>
                <a:spcPct val="90000"/>
              </a:lnSpc>
              <a:spcBef>
                <a:spcPts val="1001"/>
              </a:spcBef>
              <a:buClr>
                <a:srgbClr val="44546a"/>
              </a:buClr>
              <a:buFont typeface="Arial"/>
              <a:buChar char="•"/>
            </a:pPr>
            <a:r>
              <a:rPr b="0" lang="de-DE" sz="1100" strike="noStrike" u="none">
                <a:solidFill>
                  <a:schemeClr val="dk2"/>
                </a:solidFill>
                <a:uFillTx/>
                <a:latin typeface="Calibri"/>
              </a:rPr>
              <a:t>Schreibe eine eigene Pipe currentActiveCustomers</a:t>
            </a:r>
            <a:endParaRPr b="0" lang="de-DE" sz="1100" strike="noStrike" u="none">
              <a:solidFill>
                <a:srgbClr val="000000"/>
              </a:solidFill>
              <a:uFillTx/>
              <a:latin typeface="Arial"/>
            </a:endParaRPr>
          </a:p>
          <a:p>
            <a:pPr lvl="1" marL="685800" indent="-228600" defTabSz="914400">
              <a:lnSpc>
                <a:spcPct val="90000"/>
              </a:lnSpc>
              <a:spcBef>
                <a:spcPts val="499"/>
              </a:spcBef>
              <a:buClr>
                <a:srgbClr val="44546a"/>
              </a:buClr>
              <a:buFont typeface="Arial"/>
              <a:buChar char="•"/>
            </a:pPr>
            <a:r>
              <a:rPr b="0" lang="de-DE" sz="1100" strike="noStrike" u="none">
                <a:solidFill>
                  <a:schemeClr val="dk2"/>
                </a:solidFill>
                <a:uFillTx/>
                <a:latin typeface="Calibri"/>
              </a:rPr>
              <a:t>Generieren per ng generate pipe customer/current-active-customers-pipe</a:t>
            </a:r>
            <a:endParaRPr b="0" lang="de-DE" sz="1100" strike="noStrike" u="none">
              <a:solidFill>
                <a:srgbClr val="000000"/>
              </a:solidFill>
              <a:uFillTx/>
              <a:latin typeface="Arial"/>
            </a:endParaRPr>
          </a:p>
          <a:p>
            <a:pPr lvl="1" marL="685800" indent="-228600" defTabSz="914400">
              <a:lnSpc>
                <a:spcPct val="90000"/>
              </a:lnSpc>
              <a:spcBef>
                <a:spcPts val="499"/>
              </a:spcBef>
              <a:buClr>
                <a:srgbClr val="44546a"/>
              </a:buClr>
              <a:buFont typeface="Arial"/>
              <a:buChar char="•"/>
            </a:pPr>
            <a:r>
              <a:rPr b="0" lang="de-DE" sz="1100" strike="noStrike" u="none">
                <a:solidFill>
                  <a:schemeClr val="dk2"/>
                </a:solidFill>
                <a:uFillTx/>
                <a:latin typeface="Calibri"/>
              </a:rPr>
              <a:t>Implementiere PipeTransform mit der Methode transform(date: Date, daysInPast = 7): boolean</a:t>
            </a:r>
            <a:endParaRPr b="0" lang="de-DE" sz="1100" strike="noStrike" u="none">
              <a:solidFill>
                <a:srgbClr val="000000"/>
              </a:solidFill>
              <a:uFillTx/>
              <a:latin typeface="Arial"/>
            </a:endParaRPr>
          </a:p>
          <a:p>
            <a:pPr lvl="1" marL="685800" indent="-228600" defTabSz="914400">
              <a:lnSpc>
                <a:spcPct val="90000"/>
              </a:lnSpc>
              <a:spcBef>
                <a:spcPts val="499"/>
              </a:spcBef>
              <a:buClr>
                <a:srgbClr val="44546a"/>
              </a:buClr>
              <a:buFont typeface="Arial"/>
              <a:buChar char="•"/>
            </a:pPr>
            <a:r>
              <a:rPr b="0" lang="de-DE" sz="1100" strike="noStrike" u="none">
                <a:solidFill>
                  <a:schemeClr val="dk2"/>
                </a:solidFill>
                <a:uFillTx/>
                <a:latin typeface="Calibri"/>
              </a:rPr>
              <a:t>Gib true zurück, falls der Cutomer innerhalb der letzten x Tage bestellt hat (Parameter soon)const timeDiff = Date.now() - date.getTime().</a:t>
            </a:r>
            <a:endParaRPr b="0" lang="de-DE" sz="1100" strike="noStrike" u="none">
              <a:solidFill>
                <a:srgbClr val="000000"/>
              </a:solidFill>
              <a:uFillTx/>
              <a:latin typeface="Arial"/>
            </a:endParaRPr>
          </a:p>
          <a:p>
            <a:pPr lvl="1" marL="685800" indent="-228600" defTabSz="914400">
              <a:lnSpc>
                <a:spcPct val="90000"/>
              </a:lnSpc>
              <a:spcBef>
                <a:spcPts val="499"/>
              </a:spcBef>
              <a:buClr>
                <a:srgbClr val="44546a"/>
              </a:buClr>
              <a:buFont typeface="Arial"/>
              <a:buChar char="•"/>
            </a:pPr>
            <a:r>
              <a:rPr b="0" lang="de-DE" sz="1100" strike="noStrike" u="none">
                <a:solidFill>
                  <a:schemeClr val="dk2"/>
                </a:solidFill>
                <a:uFillTx/>
                <a:latin typeface="Calibri"/>
              </a:rPr>
              <a:t>const maxTimeDiffInMS = daysInPast * 1000 * 60 * 60 * 24;</a:t>
            </a:r>
            <a:endParaRPr b="0" lang="de-DE" sz="1100" strike="noStrike" u="none">
              <a:solidFill>
                <a:srgbClr val="000000"/>
              </a:solidFill>
              <a:uFillTx/>
              <a:latin typeface="Arial"/>
            </a:endParaRPr>
          </a:p>
          <a:p>
            <a:pPr lvl="1" marL="685800" indent="-228600" defTabSz="914400">
              <a:lnSpc>
                <a:spcPct val="90000"/>
              </a:lnSpc>
              <a:spcBef>
                <a:spcPts val="499"/>
              </a:spcBef>
              <a:buClr>
                <a:srgbClr val="44546a"/>
              </a:buClr>
              <a:buFont typeface="Arial"/>
              <a:buChar char="•"/>
            </a:pPr>
            <a:r>
              <a:rPr b="0" lang="de-DE" sz="1100" strike="noStrike" u="none">
                <a:solidFill>
                  <a:schemeClr val="dk2"/>
                </a:solidFill>
                <a:uFillTx/>
                <a:latin typeface="Calibri"/>
              </a:rPr>
              <a:t>const isActive = timeDiff &lt; maxTimeDiffInMS;</a:t>
            </a:r>
            <a:endParaRPr b="0" lang="de-DE" sz="1100" strike="noStrike" u="none">
              <a:solidFill>
                <a:srgbClr val="000000"/>
              </a:solidFill>
              <a:uFillTx/>
              <a:latin typeface="Arial"/>
            </a:endParaRPr>
          </a:p>
          <a:p>
            <a:pPr marL="228600" indent="-228600" defTabSz="914400">
              <a:lnSpc>
                <a:spcPct val="90000"/>
              </a:lnSpc>
              <a:spcBef>
                <a:spcPts val="1001"/>
              </a:spcBef>
              <a:buClr>
                <a:srgbClr val="44546a"/>
              </a:buClr>
              <a:buFont typeface="Arial"/>
              <a:buChar char="•"/>
            </a:pPr>
            <a:r>
              <a:rPr b="0" lang="de-DE" sz="1100" strike="noStrike" u="none">
                <a:solidFill>
                  <a:schemeClr val="dk2"/>
                </a:solidFill>
                <a:uFillTx/>
                <a:latin typeface="Calibri"/>
              </a:rPr>
              <a:t>Wende die  currentActiveCustomers Pipe auf das lastOrderDate Datum in CustomerDetailsComponent an</a:t>
            </a:r>
            <a:endParaRPr b="0" lang="de-DE" sz="1100" strike="noStrike" u="none">
              <a:solidFill>
                <a:srgbClr val="000000"/>
              </a:solidFill>
              <a:uFillTx/>
              <a:latin typeface="Arial"/>
            </a:endParaRPr>
          </a:p>
          <a:p>
            <a:pPr lvl="1" marL="685800" indent="-228600" defTabSz="914400">
              <a:lnSpc>
                <a:spcPct val="90000"/>
              </a:lnSpc>
              <a:spcBef>
                <a:spcPts val="499"/>
              </a:spcBef>
              <a:buClr>
                <a:srgbClr val="44546a"/>
              </a:buClr>
              <a:buFont typeface="Arial"/>
              <a:buChar char="•"/>
            </a:pPr>
            <a:r>
              <a:rPr b="0" lang="de-DE" sz="1100" strike="noStrike" u="none">
                <a:solidFill>
                  <a:schemeClr val="dk2"/>
                </a:solidFill>
                <a:uFillTx/>
                <a:latin typeface="Calibri"/>
              </a:rPr>
              <a:t>Verpacke die Ausgabe des nextRun Datums in einen div-Container</a:t>
            </a:r>
            <a:endParaRPr b="0" lang="de-DE" sz="1100" strike="noStrike" u="none">
              <a:solidFill>
                <a:srgbClr val="000000"/>
              </a:solidFill>
              <a:uFillTx/>
              <a:latin typeface="Arial"/>
            </a:endParaRPr>
          </a:p>
          <a:p>
            <a:pPr lvl="1" marL="685800" indent="-228600" defTabSz="914400">
              <a:lnSpc>
                <a:spcPct val="90000"/>
              </a:lnSpc>
              <a:spcBef>
                <a:spcPts val="499"/>
              </a:spcBef>
              <a:buClr>
                <a:srgbClr val="44546a"/>
              </a:buClr>
              <a:buFont typeface="Arial"/>
              <a:buChar char="•"/>
            </a:pPr>
            <a:r>
              <a:rPr b="0" lang="de-DE" sz="1100" strike="noStrike" u="none">
                <a:solidFill>
                  <a:schemeClr val="dk2"/>
                </a:solidFill>
                <a:uFillTx/>
                <a:latin typeface="Calibri"/>
              </a:rPr>
              <a:t>Setze am diesem div eine Klasse, wenn den Customer bald statt findet ([class.active]="...")</a:t>
            </a:r>
            <a:endParaRPr b="0" lang="de-DE" sz="1100" strike="noStrike" u="none">
              <a:solidFill>
                <a:srgbClr val="000000"/>
              </a:solidFill>
              <a:uFillTx/>
              <a:latin typeface="Arial"/>
            </a:endParaRPr>
          </a:p>
          <a:p>
            <a:pPr lvl="1" marL="685800" indent="-228600" defTabSz="914400">
              <a:lnSpc>
                <a:spcPct val="90000"/>
              </a:lnSpc>
              <a:spcBef>
                <a:spcPts val="499"/>
              </a:spcBef>
              <a:buClr>
                <a:srgbClr val="44546a"/>
              </a:buClr>
              <a:buFont typeface="Arial"/>
              <a:buChar char="•"/>
            </a:pPr>
            <a:r>
              <a:rPr b="0" lang="de-DE" sz="1100" strike="noStrike" u="none">
                <a:solidFill>
                  <a:schemeClr val="dk2"/>
                </a:solidFill>
                <a:uFillTx/>
                <a:latin typeface="Calibri"/>
              </a:rPr>
              <a:t>Übergebe z.B. 5 (Tage) als Parameter  daysInPast an currentActiveCustomers</a:t>
            </a:r>
            <a:endParaRPr b="0" lang="de-DE" sz="1100" strike="noStrike" u="none">
              <a:solidFill>
                <a:srgbClr val="000000"/>
              </a:solidFill>
              <a:uFillTx/>
              <a:latin typeface="Arial"/>
            </a:endParaRPr>
          </a:p>
          <a:p>
            <a:pPr lvl="1" marL="685800" indent="-228600" defTabSz="914400">
              <a:lnSpc>
                <a:spcPct val="90000"/>
              </a:lnSpc>
              <a:spcBef>
                <a:spcPts val="499"/>
              </a:spcBef>
              <a:buClr>
                <a:srgbClr val="44546a"/>
              </a:buClr>
              <a:buFont typeface="Arial"/>
              <a:buChar char="•"/>
            </a:pPr>
            <a:r>
              <a:rPr b="0" lang="de-DE" sz="1100" strike="noStrike" u="none">
                <a:solidFill>
                  <a:schemeClr val="dk2"/>
                </a:solidFill>
                <a:uFillTx/>
                <a:latin typeface="Calibri"/>
              </a:rPr>
              <a:t>Stelle über CSS mithilfe der gesetzten Klasse Customer, die active sind, anders dar (z.B. rote Schrift)</a:t>
            </a:r>
            <a:endParaRPr b="0" lang="de-DE" sz="1100" strike="noStrike" u="none">
              <a:solidFill>
                <a:srgbClr val="000000"/>
              </a:solidFill>
              <a:uFillTx/>
              <a:latin typeface="Arial"/>
            </a:endParaRPr>
          </a:p>
          <a:p>
            <a:pPr indent="0" defTabSz="914400">
              <a:lnSpc>
                <a:spcPct val="90000"/>
              </a:lnSpc>
              <a:spcBef>
                <a:spcPts val="1001"/>
              </a:spcBef>
              <a:buNone/>
              <a:tabLst>
                <a:tab algn="l" pos="0"/>
              </a:tabLst>
            </a:pPr>
            <a:endParaRPr b="0" lang="de-DE" sz="1100" strike="noStrike" u="none">
              <a:solidFill>
                <a:srgbClr val="000000"/>
              </a:solidFill>
              <a:uFillTx/>
              <a:latin typeface="Arial"/>
            </a:endParaRPr>
          </a:p>
        </p:txBody>
      </p:sp>
      <p:grpSp>
        <p:nvGrpSpPr>
          <p:cNvPr id="913" name="Group 17">
            <a:extLst>
              <a:ext uri="{C183D7F6-B498-43B3-948B-1728B52AA6E4}">
                <adec:decorative xmlns:adec="http://schemas.microsoft.com/office/drawing/2017/decorative" val="1"/>
              </a:ext>
            </a:extLst>
          </p:cNvPr>
          <p:cNvGrpSpPr/>
          <p:nvPr/>
        </p:nvGrpSpPr>
        <p:grpSpPr>
          <a:xfrm>
            <a:off x="0" y="4681800"/>
            <a:ext cx="2897640" cy="2174400"/>
            <a:chOff x="0" y="4681800"/>
            <a:chExt cx="2897640" cy="2174400"/>
          </a:xfrm>
        </p:grpSpPr>
        <p:sp>
          <p:nvSpPr>
            <p:cNvPr id="914" name="Freeform: Shape 18">
              <a:extLs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/>
            <p:nvPr/>
          </p:nvSpPr>
          <p:spPr>
            <a:xfrm flipV="1">
              <a:off x="360" y="4850280"/>
              <a:ext cx="2884680" cy="2005920"/>
            </a:xfrm>
            <a:custGeom>
              <a:avLst/>
              <a:gdLst>
                <a:gd name="textAreaLeft" fmla="*/ 0 w 2884680"/>
                <a:gd name="textAreaRight" fmla="*/ 2885760 w 2884680"/>
                <a:gd name="textAreaTop" fmla="*/ 720 h 2005920"/>
                <a:gd name="textAreaBottom" fmla="*/ 2007720 h 2005920"/>
              </a:gdLst>
              <a:ahLst/>
              <a:rect l="textAreaLeft" t="textAreaTop" r="textAreaRight" b="textAreaBottom"/>
              <a:pathLst>
                <a:path w="3815424" h="2653659">
                  <a:moveTo>
                    <a:pt x="3203055" y="0"/>
                  </a:moveTo>
                  <a:lnTo>
                    <a:pt x="3815424" y="0"/>
                  </a:lnTo>
                  <a:lnTo>
                    <a:pt x="3801025" y="214243"/>
                  </a:lnTo>
                  <a:cubicBezTo>
                    <a:pt x="3616317" y="1584467"/>
                    <a:pt x="2091637" y="2653659"/>
                    <a:pt x="587142" y="2653659"/>
                  </a:cubicBezTo>
                  <a:cubicBezTo>
                    <a:pt x="400192" y="2653659"/>
                    <a:pt x="222112" y="2636953"/>
                    <a:pt x="53389" y="2605041"/>
                  </a:cubicBezTo>
                  <a:lnTo>
                    <a:pt x="0" y="2593136"/>
                  </a:lnTo>
                  <a:lnTo>
                    <a:pt x="0" y="1994836"/>
                  </a:lnTo>
                  <a:lnTo>
                    <a:pt x="159710" y="2035054"/>
                  </a:lnTo>
                  <a:cubicBezTo>
                    <a:pt x="295467" y="2061726"/>
                    <a:pt x="438268" y="2075152"/>
                    <a:pt x="587142" y="2075152"/>
                  </a:cubicBezTo>
                  <a:cubicBezTo>
                    <a:pt x="901731" y="2075152"/>
                    <a:pt x="1234490" y="2014697"/>
                    <a:pt x="1549283" y="1900153"/>
                  </a:cubicBezTo>
                  <a:cubicBezTo>
                    <a:pt x="1860709" y="1786959"/>
                    <a:pt x="2157231" y="1620350"/>
                    <a:pt x="2406698" y="1418450"/>
                  </a:cubicBezTo>
                  <a:cubicBezTo>
                    <a:pt x="2655859" y="1216840"/>
                    <a:pt x="2859596" y="978302"/>
                    <a:pt x="2996069" y="728678"/>
                  </a:cubicBezTo>
                  <a:cubicBezTo>
                    <a:pt x="3101178" y="536396"/>
                    <a:pt x="3167417" y="338366"/>
                    <a:pt x="3193967" y="137719"/>
                  </a:cubicBezTo>
                  <a:close/>
                </a:path>
              </a:pathLst>
            </a:custGeom>
            <a:gradFill rotWithShape="0">
              <a:gsLst>
                <a:gs pos="2000">
                  <a:srgbClr val="ffffff">
                    <a:alpha val="10000"/>
                  </a:srgbClr>
                </a:gs>
                <a:gs pos="16000">
                  <a:srgbClr val="f19d19">
                    <a:alpha val="10000"/>
                  </a:srgbClr>
                </a:gs>
                <a:gs pos="85000">
                  <a:srgbClr val="1d9a78">
                    <a:alpha val="10000"/>
                  </a:srgbClr>
                </a:gs>
                <a:gs pos="100000">
                  <a:srgbClr val="ffffff">
                    <a:alpha val="10000"/>
                  </a:srgbClr>
                </a:gs>
              </a:gsLst>
              <a:lin ang="9600000"/>
            </a:gra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/>
          </p:style>
          <p:txBody>
            <a:bodyPr lIns="90000" rIns="90000" tIns="45000" bIns="45000" anchor="ctr">
              <a:noAutofit/>
            </a:bodyPr>
            <a:p>
              <a:pPr algn="ctr" defTabSz="914400">
                <a:lnSpc>
                  <a:spcPct val="100000"/>
                </a:lnSpc>
              </a:pPr>
              <a:endParaRPr b="0" lang="en-US" sz="1800" strike="noStrike" u="none">
                <a:solidFill>
                  <a:schemeClr val="lt1"/>
                </a:solidFill>
                <a:uFillTx/>
                <a:latin typeface="Calibri"/>
              </a:endParaRPr>
            </a:p>
          </p:txBody>
        </p:sp>
        <p:sp>
          <p:nvSpPr>
            <p:cNvPr id="915" name="Freeform: Shape 19">
              <a:extLs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/>
            <p:nvPr/>
          </p:nvSpPr>
          <p:spPr>
            <a:xfrm flipV="1">
              <a:off x="360" y="4850280"/>
              <a:ext cx="2884680" cy="2005920"/>
            </a:xfrm>
            <a:custGeom>
              <a:avLst/>
              <a:gdLst>
                <a:gd name="textAreaLeft" fmla="*/ 0 w 2884680"/>
                <a:gd name="textAreaRight" fmla="*/ 2885760 w 2884680"/>
                <a:gd name="textAreaTop" fmla="*/ 720 h 2005920"/>
                <a:gd name="textAreaBottom" fmla="*/ 2007720 h 2005920"/>
              </a:gdLst>
              <a:ahLst/>
              <a:rect l="textAreaLeft" t="textAreaTop" r="textAreaRight" b="textAreaBottom"/>
              <a:pathLst>
                <a:path w="3815424" h="2653660">
                  <a:moveTo>
                    <a:pt x="3305038" y="0"/>
                  </a:moveTo>
                  <a:lnTo>
                    <a:pt x="3815424" y="0"/>
                  </a:lnTo>
                  <a:lnTo>
                    <a:pt x="3801025" y="214244"/>
                  </a:lnTo>
                  <a:cubicBezTo>
                    <a:pt x="3616317" y="1584467"/>
                    <a:pt x="2091637" y="2653660"/>
                    <a:pt x="587142" y="2653660"/>
                  </a:cubicBezTo>
                  <a:cubicBezTo>
                    <a:pt x="400192" y="2653660"/>
                    <a:pt x="222112" y="2636954"/>
                    <a:pt x="53389" y="2605042"/>
                  </a:cubicBezTo>
                  <a:lnTo>
                    <a:pt x="0" y="2593137"/>
                  </a:lnTo>
                  <a:lnTo>
                    <a:pt x="0" y="2094444"/>
                  </a:lnTo>
                  <a:lnTo>
                    <a:pt x="137675" y="2129195"/>
                  </a:lnTo>
                  <a:cubicBezTo>
                    <a:pt x="280616" y="2157374"/>
                    <a:pt x="430766" y="2171571"/>
                    <a:pt x="587142" y="2171571"/>
                  </a:cubicBezTo>
                  <a:cubicBezTo>
                    <a:pt x="918879" y="2171571"/>
                    <a:pt x="1254904" y="2110634"/>
                    <a:pt x="1585826" y="1990112"/>
                  </a:cubicBezTo>
                  <a:cubicBezTo>
                    <a:pt x="1908071" y="1873061"/>
                    <a:pt x="2214800" y="1700666"/>
                    <a:pt x="2473046" y="1491633"/>
                  </a:cubicBezTo>
                  <a:cubicBezTo>
                    <a:pt x="2735782" y="1279031"/>
                    <a:pt x="2942276" y="1037118"/>
                    <a:pt x="3086710" y="772838"/>
                  </a:cubicBezTo>
                  <a:cubicBezTo>
                    <a:pt x="3197408" y="570216"/>
                    <a:pt x="3267226" y="361248"/>
                    <a:pt x="3295217" y="149229"/>
                  </a:cubicBezTo>
                  <a:close/>
                </a:path>
              </a:pathLst>
            </a:custGeom>
            <a:gradFill rotWithShape="0">
              <a:gsLst>
                <a:gs pos="2000">
                  <a:srgbClr val="ffffff">
                    <a:alpha val="10000"/>
                  </a:srgbClr>
                </a:gs>
                <a:gs pos="16000">
                  <a:srgbClr val="f19d19">
                    <a:alpha val="10000"/>
                  </a:srgbClr>
                </a:gs>
                <a:gs pos="85000">
                  <a:srgbClr val="1d9a78">
                    <a:alpha val="10000"/>
                  </a:srgbClr>
                </a:gs>
                <a:gs pos="100000">
                  <a:srgbClr val="ffffff">
                    <a:alpha val="10000"/>
                  </a:srgbClr>
                </a:gs>
              </a:gsLst>
              <a:lin ang="9600000"/>
            </a:gra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/>
          </p:style>
          <p:txBody>
            <a:bodyPr lIns="90000" rIns="90000" tIns="45000" bIns="45000" anchor="ctr">
              <a:noAutofit/>
            </a:bodyPr>
            <a:p>
              <a:pPr algn="ctr" defTabSz="914400">
                <a:lnSpc>
                  <a:spcPct val="100000"/>
                </a:lnSpc>
              </a:pPr>
              <a:endParaRPr b="0" lang="en-US" sz="1800" strike="noStrike" u="none">
                <a:solidFill>
                  <a:schemeClr val="lt1"/>
                </a:solidFill>
                <a:uFillTx/>
                <a:latin typeface="Calibri"/>
              </a:endParaRPr>
            </a:p>
          </p:txBody>
        </p:sp>
        <p:sp>
          <p:nvSpPr>
            <p:cNvPr id="916" name="Freeform: Shape 20">
              <a:extLs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/>
            <p:nvPr/>
          </p:nvSpPr>
          <p:spPr>
            <a:xfrm flipV="1">
              <a:off x="0" y="4832640"/>
              <a:ext cx="2885040" cy="2022840"/>
            </a:xfrm>
            <a:custGeom>
              <a:avLst/>
              <a:gdLst>
                <a:gd name="textAreaLeft" fmla="*/ 0 w 2885040"/>
                <a:gd name="textAreaRight" fmla="*/ 2886120 w 2885040"/>
                <a:gd name="textAreaTop" fmla="*/ -720 h 2022840"/>
                <a:gd name="textAreaBottom" fmla="*/ 2023200 h 2022840"/>
              </a:gdLst>
              <a:ahLst/>
              <a:rect l="textAreaLeft" t="textAreaTop" r="textAreaRight" b="textAreaBottom"/>
              <a:pathLst>
                <a:path w="3815986" h="2675935">
                  <a:moveTo>
                    <a:pt x="3648768" y="0"/>
                  </a:moveTo>
                  <a:lnTo>
                    <a:pt x="3815986" y="0"/>
                  </a:lnTo>
                  <a:lnTo>
                    <a:pt x="3804695" y="200084"/>
                  </a:lnTo>
                  <a:cubicBezTo>
                    <a:pt x="3795228" y="285751"/>
                    <a:pt x="3781167" y="371032"/>
                    <a:pt x="3762590" y="455543"/>
                  </a:cubicBezTo>
                  <a:cubicBezTo>
                    <a:pt x="3725537" y="624467"/>
                    <a:pt x="3668784" y="790112"/>
                    <a:pt x="3592332" y="947274"/>
                  </a:cubicBezTo>
                  <a:cubicBezTo>
                    <a:pt x="3438712" y="1261596"/>
                    <a:pt x="3216091" y="1542847"/>
                    <a:pt x="2953967" y="1782349"/>
                  </a:cubicBezTo>
                  <a:cubicBezTo>
                    <a:pt x="2822599" y="1902099"/>
                    <a:pt x="2680615" y="2011341"/>
                    <a:pt x="2530669" y="2109494"/>
                  </a:cubicBezTo>
                  <a:cubicBezTo>
                    <a:pt x="2380520" y="2207551"/>
                    <a:pt x="2222510" y="2294906"/>
                    <a:pt x="2057561" y="2369245"/>
                  </a:cubicBezTo>
                  <a:cubicBezTo>
                    <a:pt x="1727252" y="2516859"/>
                    <a:pt x="1371629" y="2614434"/>
                    <a:pt x="1007330" y="2655701"/>
                  </a:cubicBezTo>
                  <a:cubicBezTo>
                    <a:pt x="916281" y="2665873"/>
                    <a:pt x="824568" y="2672188"/>
                    <a:pt x="732765" y="2674696"/>
                  </a:cubicBezTo>
                  <a:cubicBezTo>
                    <a:pt x="640963" y="2677203"/>
                    <a:pt x="549072" y="2675901"/>
                    <a:pt x="457666" y="2670839"/>
                  </a:cubicBezTo>
                  <a:cubicBezTo>
                    <a:pt x="366106" y="2665584"/>
                    <a:pt x="274572" y="2656521"/>
                    <a:pt x="183574" y="2643312"/>
                  </a:cubicBezTo>
                  <a:lnTo>
                    <a:pt x="0" y="2607798"/>
                  </a:lnTo>
                  <a:lnTo>
                    <a:pt x="0" y="2356652"/>
                  </a:lnTo>
                  <a:lnTo>
                    <a:pt x="222195" y="2396940"/>
                  </a:lnTo>
                  <a:cubicBezTo>
                    <a:pt x="304990" y="2407980"/>
                    <a:pt x="388511" y="2415283"/>
                    <a:pt x="472364" y="2419092"/>
                  </a:cubicBezTo>
                  <a:cubicBezTo>
                    <a:pt x="640376" y="2427095"/>
                    <a:pt x="808184" y="2421791"/>
                    <a:pt x="974972" y="2402122"/>
                  </a:cubicBezTo>
                  <a:cubicBezTo>
                    <a:pt x="1141658" y="2382358"/>
                    <a:pt x="1306812" y="2349286"/>
                    <a:pt x="1468292" y="2304162"/>
                  </a:cubicBezTo>
                  <a:cubicBezTo>
                    <a:pt x="1629874" y="2259231"/>
                    <a:pt x="1787475" y="2201091"/>
                    <a:pt x="1940176" y="2133695"/>
                  </a:cubicBezTo>
                  <a:cubicBezTo>
                    <a:pt x="2246498" y="2000349"/>
                    <a:pt x="2532507" y="1823520"/>
                    <a:pt x="2783403" y="1609954"/>
                  </a:cubicBezTo>
                  <a:cubicBezTo>
                    <a:pt x="2908442" y="1502833"/>
                    <a:pt x="3024295" y="1385975"/>
                    <a:pt x="3128104" y="1260439"/>
                  </a:cubicBezTo>
                  <a:cubicBezTo>
                    <a:pt x="3232116" y="1135096"/>
                    <a:pt x="3323881" y="1000689"/>
                    <a:pt x="3400639" y="859052"/>
                  </a:cubicBezTo>
                  <a:cubicBezTo>
                    <a:pt x="3477399" y="717510"/>
                    <a:pt x="3541296" y="569316"/>
                    <a:pt x="3585595" y="415336"/>
                  </a:cubicBezTo>
                  <a:cubicBezTo>
                    <a:pt x="3607796" y="338540"/>
                    <a:pt x="3624638" y="260224"/>
                    <a:pt x="3635918" y="181137"/>
                  </a:cubicBezTo>
                  <a:close/>
                </a:path>
              </a:pathLst>
            </a:custGeom>
            <a:gradFill rotWithShape="0">
              <a:gsLst>
                <a:gs pos="2000">
                  <a:srgbClr val="ffffff">
                    <a:alpha val="10000"/>
                  </a:srgbClr>
                </a:gs>
                <a:gs pos="16000">
                  <a:srgbClr val="f19d19">
                    <a:alpha val="10000"/>
                  </a:srgbClr>
                </a:gs>
                <a:gs pos="85000">
                  <a:srgbClr val="1d9a78">
                    <a:alpha val="10000"/>
                  </a:srgbClr>
                </a:gs>
                <a:gs pos="100000">
                  <a:srgbClr val="ffffff">
                    <a:alpha val="10000"/>
                  </a:srgbClr>
                </a:gs>
              </a:gsLst>
              <a:lin ang="9600000"/>
            </a:gra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/>
          </p:style>
          <p:txBody>
            <a:bodyPr lIns="90000" rIns="90000" tIns="45000" bIns="45000" anchor="ctr">
              <a:noAutofit/>
            </a:bodyPr>
            <a:p>
              <a:pPr algn="ctr" defTabSz="914400">
                <a:lnSpc>
                  <a:spcPct val="100000"/>
                </a:lnSpc>
              </a:pPr>
              <a:endParaRPr b="0" lang="en-US" sz="1800" strike="noStrike" u="none">
                <a:solidFill>
                  <a:schemeClr val="lt1"/>
                </a:solidFill>
                <a:uFillTx/>
                <a:latin typeface="Calibri"/>
              </a:endParaRPr>
            </a:p>
          </p:txBody>
        </p:sp>
        <p:sp>
          <p:nvSpPr>
            <p:cNvPr id="917" name="Freeform: Shape 21">
              <a:extLs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/>
            <p:nvPr/>
          </p:nvSpPr>
          <p:spPr>
            <a:xfrm flipV="1">
              <a:off x="360" y="4681800"/>
              <a:ext cx="2897280" cy="2174400"/>
            </a:xfrm>
            <a:custGeom>
              <a:avLst/>
              <a:gdLst>
                <a:gd name="textAreaLeft" fmla="*/ 0 w 2897280"/>
                <a:gd name="textAreaRight" fmla="*/ 2898360 w 2897280"/>
                <a:gd name="textAreaTop" fmla="*/ 720 h 2174400"/>
                <a:gd name="textAreaBottom" fmla="*/ 2176200 h 2174400"/>
              </a:gdLst>
              <a:ahLst/>
              <a:rect l="textAreaLeft" t="textAreaTop" r="textAreaRight" b="textAreaBottom"/>
              <a:pathLst>
                <a:path w="3832270" h="2876136">
                  <a:moveTo>
                    <a:pt x="3800718" y="0"/>
                  </a:moveTo>
                  <a:lnTo>
                    <a:pt x="3832270" y="0"/>
                  </a:lnTo>
                  <a:lnTo>
                    <a:pt x="3824562" y="143769"/>
                  </a:lnTo>
                  <a:cubicBezTo>
                    <a:pt x="3797131" y="409191"/>
                    <a:pt x="3730585" y="671345"/>
                    <a:pt x="3628155" y="922055"/>
                  </a:cubicBezTo>
                  <a:cubicBezTo>
                    <a:pt x="3593858" y="1005553"/>
                    <a:pt x="3556704" y="1088280"/>
                    <a:pt x="3514853" y="1169078"/>
                  </a:cubicBezTo>
                  <a:cubicBezTo>
                    <a:pt x="3473616" y="1250166"/>
                    <a:pt x="3428194" y="1329517"/>
                    <a:pt x="3379198" y="1407037"/>
                  </a:cubicBezTo>
                  <a:cubicBezTo>
                    <a:pt x="3281106" y="1561980"/>
                    <a:pt x="3169132" y="1710174"/>
                    <a:pt x="3043787" y="1848342"/>
                  </a:cubicBezTo>
                  <a:cubicBezTo>
                    <a:pt x="2980806" y="1917184"/>
                    <a:pt x="2915071" y="1984001"/>
                    <a:pt x="2845661" y="2047444"/>
                  </a:cubicBezTo>
                  <a:cubicBezTo>
                    <a:pt x="2828411" y="2063450"/>
                    <a:pt x="2811060" y="2079263"/>
                    <a:pt x="2793197" y="2094689"/>
                  </a:cubicBezTo>
                  <a:cubicBezTo>
                    <a:pt x="2775436" y="2110213"/>
                    <a:pt x="2757982" y="2126025"/>
                    <a:pt x="2739710" y="2140969"/>
                  </a:cubicBezTo>
                  <a:cubicBezTo>
                    <a:pt x="2703576" y="2171341"/>
                    <a:pt x="2666524" y="2200749"/>
                    <a:pt x="2629166" y="2229867"/>
                  </a:cubicBezTo>
                  <a:cubicBezTo>
                    <a:pt x="2479015" y="2345569"/>
                    <a:pt x="2316821" y="2448061"/>
                    <a:pt x="2145952" y="2535994"/>
                  </a:cubicBezTo>
                  <a:cubicBezTo>
                    <a:pt x="1804312" y="2711957"/>
                    <a:pt x="1424600" y="2826982"/>
                    <a:pt x="1034987" y="2863910"/>
                  </a:cubicBezTo>
                  <a:cubicBezTo>
                    <a:pt x="937762" y="2873167"/>
                    <a:pt x="839720" y="2877096"/>
                    <a:pt x="741909" y="2875939"/>
                  </a:cubicBezTo>
                  <a:cubicBezTo>
                    <a:pt x="644097" y="2874782"/>
                    <a:pt x="546515" y="2868539"/>
                    <a:pt x="450208" y="2857451"/>
                  </a:cubicBezTo>
                  <a:cubicBezTo>
                    <a:pt x="305520" y="2840674"/>
                    <a:pt x="162095" y="2813810"/>
                    <a:pt x="22215" y="2775923"/>
                  </a:cubicBezTo>
                  <a:lnTo>
                    <a:pt x="0" y="2769256"/>
                  </a:lnTo>
                  <a:lnTo>
                    <a:pt x="0" y="2590612"/>
                  </a:lnTo>
                  <a:lnTo>
                    <a:pt x="199046" y="2627410"/>
                  </a:lnTo>
                  <a:cubicBezTo>
                    <a:pt x="288321" y="2639209"/>
                    <a:pt x="378197" y="2646537"/>
                    <a:pt x="468174" y="2649670"/>
                  </a:cubicBezTo>
                  <a:cubicBezTo>
                    <a:pt x="648333" y="2656805"/>
                    <a:pt x="826655" y="2647163"/>
                    <a:pt x="1003650" y="2622480"/>
                  </a:cubicBezTo>
                  <a:cubicBezTo>
                    <a:pt x="1091943" y="2609658"/>
                    <a:pt x="1179725" y="2593747"/>
                    <a:pt x="1266489" y="2573982"/>
                  </a:cubicBezTo>
                  <a:cubicBezTo>
                    <a:pt x="1353250" y="2553927"/>
                    <a:pt x="1439298" y="2531076"/>
                    <a:pt x="1524223" y="2504657"/>
                  </a:cubicBezTo>
                  <a:cubicBezTo>
                    <a:pt x="1609149" y="2478336"/>
                    <a:pt x="1693052" y="2448833"/>
                    <a:pt x="1775731" y="2416243"/>
                  </a:cubicBezTo>
                  <a:cubicBezTo>
                    <a:pt x="1858309" y="2383557"/>
                    <a:pt x="1939764" y="2347882"/>
                    <a:pt x="2019789" y="2309412"/>
                  </a:cubicBezTo>
                  <a:cubicBezTo>
                    <a:pt x="2179839" y="2232567"/>
                    <a:pt x="2334583" y="2144923"/>
                    <a:pt x="2482486" y="2046962"/>
                  </a:cubicBezTo>
                  <a:cubicBezTo>
                    <a:pt x="2519334" y="2022376"/>
                    <a:pt x="2556081" y="1997403"/>
                    <a:pt x="2591908" y="1971371"/>
                  </a:cubicBezTo>
                  <a:cubicBezTo>
                    <a:pt x="2610077" y="1958644"/>
                    <a:pt x="2627838" y="1945434"/>
                    <a:pt x="2645702" y="1932321"/>
                  </a:cubicBezTo>
                  <a:cubicBezTo>
                    <a:pt x="2663666" y="1919305"/>
                    <a:pt x="2681325" y="1905903"/>
                    <a:pt x="2698779" y="1892309"/>
                  </a:cubicBezTo>
                  <a:cubicBezTo>
                    <a:pt x="2768903" y="1838025"/>
                    <a:pt x="2837496" y="1781717"/>
                    <a:pt x="2903537" y="1722516"/>
                  </a:cubicBezTo>
                  <a:cubicBezTo>
                    <a:pt x="3035926" y="1604501"/>
                    <a:pt x="3158720" y="1475784"/>
                    <a:pt x="3269061" y="1337327"/>
                  </a:cubicBezTo>
                  <a:cubicBezTo>
                    <a:pt x="3324182" y="1268099"/>
                    <a:pt x="3376341" y="1196461"/>
                    <a:pt x="3424928" y="1122508"/>
                  </a:cubicBezTo>
                  <a:cubicBezTo>
                    <a:pt x="3472697" y="1048170"/>
                    <a:pt x="3517814" y="972000"/>
                    <a:pt x="3557622" y="893226"/>
                  </a:cubicBezTo>
                  <a:cubicBezTo>
                    <a:pt x="3567931" y="873654"/>
                    <a:pt x="3577526" y="853791"/>
                    <a:pt x="3587019" y="833929"/>
                  </a:cubicBezTo>
                  <a:lnTo>
                    <a:pt x="3601310" y="804040"/>
                  </a:lnTo>
                  <a:lnTo>
                    <a:pt x="3614885" y="773861"/>
                  </a:lnTo>
                  <a:cubicBezTo>
                    <a:pt x="3623766" y="753709"/>
                    <a:pt x="3632748" y="733559"/>
                    <a:pt x="3640812" y="713022"/>
                  </a:cubicBezTo>
                  <a:cubicBezTo>
                    <a:pt x="3648876" y="692485"/>
                    <a:pt x="3657756" y="672236"/>
                    <a:pt x="3665105" y="651506"/>
                  </a:cubicBezTo>
                  <a:cubicBezTo>
                    <a:pt x="3696544" y="569166"/>
                    <a:pt x="3723185" y="485089"/>
                    <a:pt x="3744110" y="399567"/>
                  </a:cubicBezTo>
                  <a:cubicBezTo>
                    <a:pt x="3765341" y="314238"/>
                    <a:pt x="3781392" y="227654"/>
                    <a:pt x="3792123" y="140444"/>
                  </a:cubicBezTo>
                  <a:close/>
                </a:path>
              </a:pathLst>
            </a:custGeom>
            <a:gradFill rotWithShape="0">
              <a:gsLst>
                <a:gs pos="2000">
                  <a:srgbClr val="ffffff">
                    <a:alpha val="10000"/>
                  </a:srgbClr>
                </a:gs>
                <a:gs pos="16000">
                  <a:srgbClr val="f19d19">
                    <a:alpha val="10000"/>
                  </a:srgbClr>
                </a:gs>
                <a:gs pos="85000">
                  <a:srgbClr val="1d9a78">
                    <a:alpha val="10000"/>
                  </a:srgbClr>
                </a:gs>
                <a:gs pos="100000">
                  <a:srgbClr val="ffffff">
                    <a:alpha val="10000"/>
                  </a:srgbClr>
                </a:gs>
              </a:gsLst>
              <a:lin ang="9600000"/>
            </a:gra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/>
          </p:style>
          <p:txBody>
            <a:bodyPr lIns="90000" rIns="90000" tIns="45000" bIns="45000" anchor="ctr">
              <a:noAutofit/>
            </a:bodyPr>
            <a:p>
              <a:pPr algn="ctr" defTabSz="914400">
                <a:lnSpc>
                  <a:spcPct val="100000"/>
                </a:lnSpc>
              </a:pPr>
              <a:endParaRPr b="0" lang="en-US" sz="1800" strike="noStrike" u="none">
                <a:solidFill>
                  <a:schemeClr val="lt1"/>
                </a:solidFill>
                <a:uFillTx/>
                <a:latin typeface="Calibri"/>
              </a:endParaRPr>
            </a:p>
          </p:txBody>
        </p:sp>
      </p:grp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177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18" name="Textfeld 3"/>
          <p:cNvSpPr/>
          <p:nvPr/>
        </p:nvSpPr>
        <p:spPr>
          <a:xfrm>
            <a:off x="800280" y="840960"/>
            <a:ext cx="2684880" cy="3639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spAutoFit/>
          </a:bodyPr>
          <a:p>
            <a:pPr defTabSz="914400">
              <a:lnSpc>
                <a:spcPct val="100000"/>
              </a:lnSpc>
            </a:pPr>
            <a:r>
              <a:rPr b="0" lang="de-DE" sz="1800" strike="noStrike" u="none">
                <a:solidFill>
                  <a:schemeClr val="dk1"/>
                </a:solidFill>
                <a:uFillTx/>
                <a:latin typeface="Calibri"/>
              </a:rPr>
              <a:t>nextRun:Date</a:t>
            </a:r>
            <a:endParaRPr b="0" lang="de-DE" sz="1800" strike="noStrike" u="none">
              <a:solidFill>
                <a:srgbClr val="000000"/>
              </a:solidFill>
              <a:uFillTx/>
              <a:latin typeface="Arial"/>
            </a:endParaRPr>
          </a:p>
        </p:txBody>
      </p:sp>
      <p:sp>
        <p:nvSpPr>
          <p:cNvPr id="919" name="Rechteck 4"/>
          <p:cNvSpPr/>
          <p:nvPr/>
        </p:nvSpPr>
        <p:spPr>
          <a:xfrm>
            <a:off x="408240" y="530640"/>
            <a:ext cx="3215520" cy="1901160"/>
          </a:xfrm>
          <a:prstGeom prst="rect">
            <a:avLst/>
          </a:prstGeom>
          <a:solidFill>
            <a:srgbClr val="4472c4"/>
          </a:solidFill>
          <a:ln>
            <a:solidFill>
              <a:srgbClr val="1d3155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 algn="ctr" defTabSz="914400">
              <a:lnSpc>
                <a:spcPct val="100000"/>
              </a:lnSpc>
            </a:pPr>
            <a:r>
              <a:rPr b="0" lang="de-DE" sz="1800" strike="noStrike" u="none">
                <a:solidFill>
                  <a:schemeClr val="lt1"/>
                </a:solidFill>
                <a:uFillTx/>
                <a:latin typeface="Calibri"/>
              </a:rPr>
              <a:t>nextRun:Date</a:t>
            </a:r>
            <a:endParaRPr b="0" lang="de-DE" sz="1800" strike="noStrike" u="none">
              <a:solidFill>
                <a:srgbClr val="ffffff"/>
              </a:solidFill>
              <a:uFillTx/>
              <a:latin typeface="Arial"/>
            </a:endParaRPr>
          </a:p>
          <a:p>
            <a:pPr algn="ctr" defTabSz="914400">
              <a:lnSpc>
                <a:spcPct val="100000"/>
              </a:lnSpc>
            </a:pPr>
            <a:endParaRPr b="0" lang="de-DE" sz="1800" strike="noStrike" u="none">
              <a:solidFill>
                <a:srgbClr val="ffffff"/>
              </a:solidFill>
              <a:uFillTx/>
              <a:latin typeface="Arial"/>
            </a:endParaRPr>
          </a:p>
          <a:p>
            <a:pPr algn="ctr" defTabSz="914400">
              <a:lnSpc>
                <a:spcPct val="100000"/>
              </a:lnSpc>
            </a:pPr>
            <a:endParaRPr b="0" lang="de-DE" sz="1800" strike="noStrike" u="none">
              <a:solidFill>
                <a:srgbClr val="ffffff"/>
              </a:solidFill>
              <a:uFillTx/>
              <a:latin typeface="Arial"/>
            </a:endParaRPr>
          </a:p>
          <a:p>
            <a:pPr algn="ctr" defTabSz="914400">
              <a:lnSpc>
                <a:spcPct val="100000"/>
              </a:lnSpc>
            </a:pPr>
            <a:endParaRPr b="0" lang="de-DE" sz="1800" strike="noStrike" u="none">
              <a:solidFill>
                <a:srgbClr val="ffffff"/>
              </a:solidFill>
              <a:uFillTx/>
              <a:latin typeface="Arial"/>
            </a:endParaRPr>
          </a:p>
          <a:p>
            <a:pPr algn="ctr" defTabSz="914400">
              <a:lnSpc>
                <a:spcPct val="100000"/>
              </a:lnSpc>
            </a:pPr>
            <a:r>
              <a:rPr b="0" lang="de-DE" sz="1800" strike="noStrike" u="none">
                <a:solidFill>
                  <a:schemeClr val="lt1"/>
                </a:solidFill>
                <a:uFillTx/>
                <a:latin typeface="Calibri"/>
              </a:rPr>
              <a:t>Training.ts</a:t>
            </a:r>
            <a:endParaRPr b="0" lang="de-DE" sz="1800" strike="noStrike" u="none">
              <a:solidFill>
                <a:srgbClr val="ffffff"/>
              </a:solidFill>
              <a:uFillTx/>
              <a:latin typeface="Arial"/>
            </a:endParaRPr>
          </a:p>
        </p:txBody>
      </p:sp>
      <p:sp>
        <p:nvSpPr>
          <p:cNvPr id="920" name="Rechteck 5"/>
          <p:cNvSpPr/>
          <p:nvPr/>
        </p:nvSpPr>
        <p:spPr>
          <a:xfrm>
            <a:off x="6095880" y="457200"/>
            <a:ext cx="3215520" cy="1901160"/>
          </a:xfrm>
          <a:prstGeom prst="rect">
            <a:avLst/>
          </a:prstGeom>
          <a:solidFill>
            <a:srgbClr val="70ad47"/>
          </a:solidFill>
          <a:ln>
            <a:solidFill>
              <a:srgbClr val="314b1f"/>
            </a:solidFill>
          </a:ln>
        </p:spPr>
        <p:style>
          <a:lnRef idx="2">
            <a:schemeClr val="accent6">
              <a:shade val="15000"/>
            </a:schemeClr>
          </a:lnRef>
          <a:fillRef idx="1">
            <a:schemeClr val="accent6"/>
          </a:fillRef>
          <a:effectRef idx="0">
            <a:schemeClr val="accent6"/>
          </a:effectRef>
          <a:fontRef idx="minor"/>
        </p:style>
        <p:txBody>
          <a:bodyPr lIns="90000" rIns="90000" tIns="45000" bIns="45000" anchor="ctr">
            <a:noAutofit/>
          </a:bodyPr>
          <a:p>
            <a:pPr algn="ctr" defTabSz="914400">
              <a:lnSpc>
                <a:spcPct val="100000"/>
              </a:lnSpc>
            </a:pPr>
            <a:r>
              <a:rPr b="0" lang="de-DE" sz="1800" strike="noStrike" u="none">
                <a:solidFill>
                  <a:schemeClr val="lt1"/>
                </a:solidFill>
                <a:uFillTx/>
                <a:latin typeface="Calibri"/>
              </a:rPr>
              <a:t>nextRun</a:t>
            </a:r>
            <a:endParaRPr b="0" lang="de-DE" sz="1800" strike="noStrike" u="none">
              <a:solidFill>
                <a:srgbClr val="ffffff"/>
              </a:solidFill>
              <a:uFillTx/>
              <a:latin typeface="Arial"/>
            </a:endParaRPr>
          </a:p>
          <a:p>
            <a:pPr algn="ctr" defTabSz="914400">
              <a:lnSpc>
                <a:spcPct val="100000"/>
              </a:lnSpc>
            </a:pPr>
            <a:endParaRPr b="0" lang="de-DE" sz="1800" strike="noStrike" u="none">
              <a:solidFill>
                <a:srgbClr val="ffffff"/>
              </a:solidFill>
              <a:uFillTx/>
              <a:latin typeface="Arial"/>
            </a:endParaRPr>
          </a:p>
          <a:p>
            <a:pPr algn="ctr" defTabSz="914400">
              <a:lnSpc>
                <a:spcPct val="100000"/>
              </a:lnSpc>
            </a:pPr>
            <a:endParaRPr b="0" lang="de-DE" sz="1800" strike="noStrike" u="none">
              <a:solidFill>
                <a:srgbClr val="ffffff"/>
              </a:solidFill>
              <a:uFillTx/>
              <a:latin typeface="Arial"/>
            </a:endParaRPr>
          </a:p>
          <a:p>
            <a:pPr algn="ctr" defTabSz="914400">
              <a:lnSpc>
                <a:spcPct val="100000"/>
              </a:lnSpc>
            </a:pPr>
            <a:endParaRPr b="0" lang="de-DE" sz="1800" strike="noStrike" u="none">
              <a:solidFill>
                <a:srgbClr val="ffffff"/>
              </a:solidFill>
              <a:uFillTx/>
              <a:latin typeface="Arial"/>
            </a:endParaRPr>
          </a:p>
          <a:p>
            <a:pPr algn="ctr" defTabSz="914400">
              <a:lnSpc>
                <a:spcPct val="100000"/>
              </a:lnSpc>
            </a:pPr>
            <a:r>
              <a:rPr b="0" lang="de-DE" sz="1800" strike="noStrike" u="none">
                <a:solidFill>
                  <a:schemeClr val="lt1"/>
                </a:solidFill>
                <a:uFillTx/>
                <a:latin typeface="Calibri"/>
              </a:rPr>
              <a:t>training.js</a:t>
            </a:r>
            <a:endParaRPr b="0" lang="de-DE" sz="1800" strike="noStrike" u="none">
              <a:solidFill>
                <a:srgbClr val="ffffff"/>
              </a:solidFill>
              <a:uFillTx/>
              <a:latin typeface="Arial"/>
            </a:endParaRPr>
          </a:p>
        </p:txBody>
      </p:sp>
      <p:sp>
        <p:nvSpPr>
          <p:cNvPr id="921" name="Rechteck 6"/>
          <p:cNvSpPr/>
          <p:nvPr/>
        </p:nvSpPr>
        <p:spPr>
          <a:xfrm>
            <a:off x="522360" y="4743360"/>
            <a:ext cx="4570920" cy="1582920"/>
          </a:xfrm>
          <a:prstGeom prst="rect">
            <a:avLst/>
          </a:prstGeom>
          <a:solidFill>
            <a:srgbClr val="4472c4"/>
          </a:solidFill>
          <a:ln>
            <a:solidFill>
              <a:srgbClr val="1d3155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 algn="ctr" defTabSz="914400">
              <a:lnSpc>
                <a:spcPct val="100000"/>
              </a:lnSpc>
            </a:pPr>
            <a:endParaRPr b="0" lang="de-DE" sz="1800" strike="noStrike" u="none">
              <a:solidFill>
                <a:srgbClr val="ffffff"/>
              </a:solidFill>
              <a:uFillTx/>
              <a:latin typeface="Arial"/>
            </a:endParaRPr>
          </a:p>
          <a:p>
            <a:pPr algn="ctr" defTabSz="914400">
              <a:lnSpc>
                <a:spcPct val="100000"/>
              </a:lnSpc>
            </a:pPr>
            <a:r>
              <a:rPr b="0" lang="de-DE" sz="1800" strike="noStrike" u="none">
                <a:solidFill>
                  <a:schemeClr val="lt1"/>
                </a:solidFill>
                <a:uFillTx/>
                <a:latin typeface="Calibri"/>
              </a:rPr>
              <a:t>Transform(value: Date)</a:t>
            </a:r>
            <a:endParaRPr b="0" lang="de-DE" sz="1800" strike="noStrike" u="none">
              <a:solidFill>
                <a:srgbClr val="ffffff"/>
              </a:solidFill>
              <a:uFillTx/>
              <a:latin typeface="Arial"/>
            </a:endParaRPr>
          </a:p>
          <a:p>
            <a:pPr algn="ctr" defTabSz="914400">
              <a:lnSpc>
                <a:spcPct val="100000"/>
              </a:lnSpc>
            </a:pPr>
            <a:endParaRPr b="0" lang="de-DE" sz="1800" strike="noStrike" u="none">
              <a:solidFill>
                <a:srgbClr val="ffffff"/>
              </a:solidFill>
              <a:uFillTx/>
              <a:latin typeface="Arial"/>
            </a:endParaRPr>
          </a:p>
          <a:p>
            <a:pPr algn="ctr" defTabSz="914400">
              <a:lnSpc>
                <a:spcPct val="100000"/>
              </a:lnSpc>
            </a:pPr>
            <a:r>
              <a:rPr b="0" lang="de-DE" sz="1800" strike="noStrike" u="none">
                <a:solidFill>
                  <a:schemeClr val="lt1"/>
                </a:solidFill>
                <a:uFillTx/>
                <a:latin typeface="Calibri"/>
              </a:rPr>
              <a:t>takePlacesoonPipe.ts</a:t>
            </a:r>
            <a:endParaRPr b="0" lang="de-DE" sz="1800" strike="noStrike" u="none">
              <a:solidFill>
                <a:srgbClr val="ffffff"/>
              </a:solidFill>
              <a:uFillTx/>
              <a:latin typeface="Arial"/>
            </a:endParaRPr>
          </a:p>
        </p:txBody>
      </p:sp>
      <p:cxnSp>
        <p:nvCxnSpPr>
          <p:cNvPr id="922" name="Verbinder: gewinkelt 8"/>
          <p:cNvCxnSpPr/>
          <p:nvPr/>
        </p:nvCxnSpPr>
        <p:spPr>
          <a:xfrm flipH="1" rot="16200000">
            <a:off x="681120" y="2688840"/>
            <a:ext cx="4483080" cy="1013760"/>
          </a:xfrm>
          <a:prstGeom prst="bentConnector3">
            <a:avLst>
              <a:gd name="adj1" fmla="val 50016"/>
            </a:avLst>
          </a:prstGeom>
          <a:ln w="0">
            <a:solidFill>
              <a:srgbClr val="000000"/>
            </a:solidFill>
            <a:tailEnd len="med" type="triangle" w="med"/>
          </a:ln>
        </p:spPr>
      </p:cxnSp>
      <p:sp>
        <p:nvSpPr>
          <p:cNvPr id="923" name="Rechteck 9"/>
          <p:cNvSpPr/>
          <p:nvPr/>
        </p:nvSpPr>
        <p:spPr>
          <a:xfrm>
            <a:off x="10213560" y="1886040"/>
            <a:ext cx="1452240" cy="2570760"/>
          </a:xfrm>
          <a:prstGeom prst="rect">
            <a:avLst/>
          </a:prstGeom>
          <a:solidFill>
            <a:srgbClr val="ed7d31"/>
          </a:solidFill>
          <a:ln>
            <a:solidFill>
              <a:srgbClr val="673615"/>
            </a:solidFill>
          </a:ln>
        </p:spPr>
        <p:style>
          <a:lnRef idx="2">
            <a:schemeClr val="accent2">
              <a:shade val="15000"/>
            </a:schemeClr>
          </a:lnRef>
          <a:fillRef idx="1">
            <a:schemeClr val="accent2"/>
          </a:fillRef>
          <a:effectRef idx="0">
            <a:schemeClr val="accent2"/>
          </a:effectRef>
          <a:fontRef idx="minor"/>
        </p:style>
        <p:txBody>
          <a:bodyPr lIns="90000" rIns="90000" tIns="45000" bIns="45000" anchor="ctr">
            <a:noAutofit/>
          </a:bodyPr>
          <a:p>
            <a:pPr algn="ctr" defTabSz="914400">
              <a:lnSpc>
                <a:spcPct val="100000"/>
              </a:lnSpc>
            </a:pPr>
            <a:r>
              <a:rPr b="0" lang="de-DE" sz="1800" strike="noStrike" u="none">
                <a:solidFill>
                  <a:schemeClr val="lt1"/>
                </a:solidFill>
                <a:uFillTx/>
                <a:latin typeface="Calibri"/>
              </a:rPr>
              <a:t>„</a:t>
            </a:r>
            <a:r>
              <a:rPr b="0" lang="de-DE" sz="1800" strike="noStrike" u="none">
                <a:solidFill>
                  <a:schemeClr val="lt1"/>
                </a:solidFill>
                <a:uFillTx/>
                <a:latin typeface="Calibri"/>
              </a:rPr>
              <a:t>id“:4,</a:t>
            </a:r>
            <a:endParaRPr b="0" lang="de-DE" sz="1800" strike="noStrike" u="none">
              <a:solidFill>
                <a:srgbClr val="ffffff"/>
              </a:solidFill>
              <a:uFillTx/>
              <a:latin typeface="Arial"/>
            </a:endParaRPr>
          </a:p>
          <a:p>
            <a:pPr algn="ctr" defTabSz="914400">
              <a:lnSpc>
                <a:spcPct val="100000"/>
              </a:lnSpc>
            </a:pPr>
            <a:r>
              <a:rPr b="0" lang="de-DE" sz="1800" strike="noStrike" u="none">
                <a:solidFill>
                  <a:schemeClr val="lt1"/>
                </a:solidFill>
                <a:uFillTx/>
                <a:latin typeface="Calibri"/>
              </a:rPr>
              <a:t>"nextRun“:“2023-12-23“</a:t>
            </a:r>
            <a:endParaRPr b="0" lang="de-DE" sz="1800" strike="noStrike" u="none">
              <a:solidFill>
                <a:srgbClr val="ffffff"/>
              </a:solidFill>
              <a:uFillTx/>
              <a:latin typeface="Arial"/>
            </a:endParaRPr>
          </a:p>
          <a:p>
            <a:pPr algn="ctr" defTabSz="914400">
              <a:lnSpc>
                <a:spcPct val="100000"/>
              </a:lnSpc>
            </a:pPr>
            <a:endParaRPr b="0" lang="de-DE" sz="1800" strike="noStrike" u="none">
              <a:solidFill>
                <a:srgbClr val="ffffff"/>
              </a:solidFill>
              <a:uFillTx/>
              <a:latin typeface="Arial"/>
            </a:endParaRPr>
          </a:p>
          <a:p>
            <a:pPr algn="ctr" defTabSz="914400">
              <a:lnSpc>
                <a:spcPct val="100000"/>
              </a:lnSpc>
            </a:pPr>
            <a:r>
              <a:rPr b="0" lang="de-DE" sz="1800" strike="noStrike" u="none">
                <a:solidFill>
                  <a:schemeClr val="lt1"/>
                </a:solidFill>
                <a:uFillTx/>
                <a:latin typeface="Calibri"/>
              </a:rPr>
              <a:t>training.json</a:t>
            </a:r>
            <a:endParaRPr b="0" lang="de-DE" sz="1800" strike="noStrike" u="none">
              <a:solidFill>
                <a:srgbClr val="ffffff"/>
              </a:solidFill>
              <a:uFillTx/>
              <a:latin typeface="Arial"/>
            </a:endParaRPr>
          </a:p>
        </p:txBody>
      </p:sp>
      <p:cxnSp>
        <p:nvCxnSpPr>
          <p:cNvPr id="924" name="Verbinder: gewinkelt 11"/>
          <p:cNvCxnSpPr/>
          <p:nvPr/>
        </p:nvCxnSpPr>
        <p:spPr>
          <a:xfrm rot="10800000">
            <a:off x="8865360" y="3428280"/>
            <a:ext cx="1568880" cy="13680"/>
          </a:xfrm>
          <a:prstGeom prst="bentConnector3">
            <a:avLst>
              <a:gd name="adj1" fmla="val 49965"/>
            </a:avLst>
          </a:prstGeom>
          <a:ln w="0">
            <a:solidFill>
              <a:srgbClr val="4472c4"/>
            </a:solidFill>
            <a:tailEnd len="med" type="triangle" w="med"/>
          </a:ln>
        </p:spPr>
      </p:cxnSp>
      <p:sp>
        <p:nvSpPr>
          <p:cNvPr id="925" name="Rechteck 12"/>
          <p:cNvSpPr/>
          <p:nvPr/>
        </p:nvSpPr>
        <p:spPr>
          <a:xfrm>
            <a:off x="7217280" y="3192120"/>
            <a:ext cx="1648080" cy="1002960"/>
          </a:xfrm>
          <a:prstGeom prst="rect">
            <a:avLst/>
          </a:prstGeom>
          <a:solidFill>
            <a:srgbClr val="70ad47"/>
          </a:solidFill>
          <a:ln>
            <a:solidFill>
              <a:srgbClr val="314b1f"/>
            </a:solidFill>
          </a:ln>
        </p:spPr>
        <p:style>
          <a:lnRef idx="2">
            <a:schemeClr val="accent6">
              <a:shade val="15000"/>
            </a:schemeClr>
          </a:lnRef>
          <a:fillRef idx="1">
            <a:schemeClr val="accent6"/>
          </a:fillRef>
          <a:effectRef idx="0">
            <a:schemeClr val="accent6"/>
          </a:effectRef>
          <a:fontRef idx="minor"/>
        </p:style>
        <p:txBody>
          <a:bodyPr lIns="90000" rIns="90000" tIns="45000" bIns="45000" anchor="ctr">
            <a:noAutofit/>
          </a:bodyPr>
          <a:p>
            <a:pPr algn="ctr" defTabSz="914400">
              <a:lnSpc>
                <a:spcPct val="100000"/>
              </a:lnSpc>
            </a:pPr>
            <a:r>
              <a:rPr b="0" lang="de-DE" sz="1800" strike="noStrike" u="none">
                <a:solidFill>
                  <a:schemeClr val="lt1"/>
                </a:solidFill>
                <a:uFillTx/>
                <a:latin typeface="Calibri"/>
              </a:rPr>
              <a:t>nextRun: “2023-12-23“</a:t>
            </a:r>
            <a:endParaRPr b="0" lang="de-DE" sz="1800" strike="noStrike" u="none">
              <a:solidFill>
                <a:srgbClr val="ffffff"/>
              </a:solidFill>
              <a:uFillTx/>
              <a:latin typeface="Arial"/>
            </a:endParaRPr>
          </a:p>
        </p:txBody>
      </p:sp>
      <p:cxnSp>
        <p:nvCxnSpPr>
          <p:cNvPr id="926" name="Verbinder: gewinkelt 14"/>
          <p:cNvCxnSpPr/>
          <p:nvPr/>
        </p:nvCxnSpPr>
        <p:spPr>
          <a:xfrm flipV="1" rot="10800000">
            <a:off x="3624480" y="3583440"/>
            <a:ext cx="4025880" cy="1773000"/>
          </a:xfrm>
          <a:prstGeom prst="bentConnector3">
            <a:avLst>
              <a:gd name="adj1" fmla="val 49982"/>
            </a:avLst>
          </a:prstGeom>
          <a:ln w="0">
            <a:solidFill>
              <a:srgbClr val="000000"/>
            </a:solidFill>
            <a:tailEnd len="med" type="triangle" w="med"/>
          </a:ln>
        </p:spPr>
      </p:cxnSp>
      <p:cxnSp>
        <p:nvCxnSpPr>
          <p:cNvPr id="927" name="Gerader Verbinder 16"/>
          <p:cNvCxnSpPr/>
          <p:nvPr/>
        </p:nvCxnSpPr>
        <p:spPr>
          <a:xfrm>
            <a:off x="3429000" y="2196000"/>
            <a:ext cx="4074840" cy="1233720"/>
          </a:xfrm>
          <a:prstGeom prst="straightConnector1">
            <a:avLst/>
          </a:prstGeom>
          <a:ln w="0">
            <a:solidFill>
              <a:srgbClr val="5b9bd5"/>
            </a:solidFill>
          </a:ln>
        </p:spPr>
      </p:cxnSp>
      <p:cxnSp>
        <p:nvCxnSpPr>
          <p:cNvPr id="928" name="Gerader Verbinder 18"/>
          <p:cNvCxnSpPr/>
          <p:nvPr/>
        </p:nvCxnSpPr>
        <p:spPr>
          <a:xfrm>
            <a:off x="7216920" y="2040840"/>
            <a:ext cx="286920" cy="1283040"/>
          </a:xfrm>
          <a:prstGeom prst="straightConnector1">
            <a:avLst/>
          </a:prstGeom>
          <a:ln w="0">
            <a:solidFill>
              <a:srgbClr val="4472c4"/>
            </a:solidFill>
          </a:ln>
        </p:spPr>
      </p:cxn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178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bg>
      <p:bgPr>
        <a:solidFill>
          <a:schemeClr val="lt1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 useBgFill="1">
        <p:nvSpPr>
          <p:cNvPr id="929" name="Rectangle 10">
            <a:extLst>
              <a:ext uri="{C183D7F6-B498-43B3-948B-1728B52AA6E4}">
                <adec:decorative xmlns:adec="http://schemas.microsoft.com/office/drawing/2017/decorative" val="1"/>
              </a:ext>
            </a:extLst>
          </p:cNvPr>
          <p:cNvSpPr/>
          <p:nvPr/>
        </p:nvSpPr>
        <p:spPr>
          <a:xfrm>
            <a:off x="0" y="0"/>
            <a:ext cx="12187800" cy="6856920"/>
          </a:xfrm>
          <a:prstGeom prst="rect">
            <a:avLst/>
          </a:prstGeom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 algn="ctr" defTabSz="914400">
              <a:lnSpc>
                <a:spcPct val="100000"/>
              </a:lnSpc>
            </a:pPr>
            <a:endParaRPr b="0" lang="en-US" sz="1800" strike="noStrike" u="none">
              <a:solidFill>
                <a:schemeClr val="lt1"/>
              </a:solidFill>
              <a:uFillTx/>
              <a:latin typeface="Calibri"/>
            </a:endParaRPr>
          </a:p>
        </p:txBody>
      </p:sp>
      <p:pic>
        <p:nvPicPr>
          <p:cNvPr id="930" name="Picture 6" descr="Nahaufnahme einer Platine"/>
          <p:cNvPicPr/>
          <p:nvPr/>
        </p:nvPicPr>
        <p:blipFill>
          <a:blip r:embed="rId1"/>
          <a:srcRect l="0" t="0" r="5881" b="0"/>
          <a:stretch/>
        </p:blipFill>
        <p:spPr>
          <a:xfrm>
            <a:off x="2522520" y="0"/>
            <a:ext cx="9668520" cy="6856920"/>
          </a:xfrm>
          <a:prstGeom prst="rect">
            <a:avLst/>
          </a:prstGeom>
          <a:noFill/>
          <a:ln w="0">
            <a:noFill/>
          </a:ln>
        </p:spPr>
      </p:pic>
      <p:sp>
        <p:nvSpPr>
          <p:cNvPr id="931" name="Rectangle 12">
            <a:extLst>
              <a:ext uri="{C183D7F6-B498-43B3-948B-1728B52AA6E4}">
                <adec:decorative xmlns:adec="http://schemas.microsoft.com/office/drawing/2017/decorative" val="1"/>
              </a:ext>
            </a:extLst>
          </p:cNvPr>
          <p:cNvSpPr/>
          <p:nvPr/>
        </p:nvSpPr>
        <p:spPr>
          <a:xfrm>
            <a:off x="0" y="0"/>
            <a:ext cx="7065720" cy="6856920"/>
          </a:xfrm>
          <a:prstGeom prst="rect">
            <a:avLst/>
          </a:prstGeom>
          <a:gradFill rotWithShape="0">
            <a:gsLst>
              <a:gs pos="0">
                <a:srgbClr val="ffffff">
                  <a:alpha val="0"/>
                </a:srgbClr>
              </a:gs>
              <a:gs pos="19000">
                <a:srgbClr val="ffffff">
                  <a:alpha val="38000"/>
                </a:srgbClr>
              </a:gs>
              <a:gs pos="35000">
                <a:srgbClr val="ffffff">
                  <a:alpha val="77000"/>
                </a:srgbClr>
              </a:gs>
              <a:gs pos="48000">
                <a:srgbClr val="ffffff"/>
              </a:gs>
              <a:gs pos="100000">
                <a:srgbClr val="ffffff"/>
              </a:gs>
            </a:gsLst>
            <a:lin ang="10800000"/>
          </a:gra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 algn="ctr" defTabSz="914400">
              <a:lnSpc>
                <a:spcPct val="100000"/>
              </a:lnSpc>
            </a:pPr>
            <a:endParaRPr b="0" lang="en-US" sz="1800" strike="noStrike" u="none">
              <a:solidFill>
                <a:schemeClr val="lt1"/>
              </a:solidFill>
              <a:uFillTx/>
              <a:latin typeface="Calibri"/>
            </a:endParaRPr>
          </a:p>
        </p:txBody>
      </p:sp>
      <p:sp>
        <p:nvSpPr>
          <p:cNvPr id="932" name="PlaceHolder 1"/>
          <p:cNvSpPr>
            <a:spLocks noGrp="1"/>
          </p:cNvSpPr>
          <p:nvPr>
            <p:ph type="title"/>
          </p:nvPr>
        </p:nvSpPr>
        <p:spPr>
          <a:xfrm>
            <a:off x="952200" y="743400"/>
            <a:ext cx="3972240" cy="369108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b">
            <a:normAutofit/>
          </a:bodyPr>
          <a:p>
            <a:pPr indent="0" defTabSz="914400">
              <a:lnSpc>
                <a:spcPct val="90000"/>
              </a:lnSpc>
              <a:buNone/>
              <a:tabLst>
                <a:tab algn="l" pos="0"/>
              </a:tabLst>
            </a:pPr>
            <a:r>
              <a:rPr b="0" lang="de-DE" sz="4000" strike="noStrike" u="none">
                <a:solidFill>
                  <a:schemeClr val="dk1"/>
                </a:solidFill>
                <a:uFillTx/>
                <a:latin typeface="Calibri Light"/>
              </a:rPr>
              <a:t>Asynchrone &amp; Reaktive Programmierung</a:t>
            </a:r>
            <a:endParaRPr b="0" lang="de-DE" sz="4000" strike="noStrike" u="none">
              <a:solidFill>
                <a:srgbClr val="000000"/>
              </a:solidFill>
              <a:uFillTx/>
              <a:latin typeface="Arial"/>
            </a:endParaRPr>
          </a:p>
        </p:txBody>
      </p:sp>
      <p:sp>
        <p:nvSpPr>
          <p:cNvPr id="933" name="PlaceHolder 2"/>
          <p:cNvSpPr>
            <a:spLocks noGrp="1"/>
          </p:cNvSpPr>
          <p:nvPr>
            <p:ph type="subTitle"/>
          </p:nvPr>
        </p:nvSpPr>
        <p:spPr>
          <a:xfrm>
            <a:off x="952200" y="4629240"/>
            <a:ext cx="3972240" cy="148428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t">
            <a:normAutofit/>
          </a:bodyPr>
          <a:p>
            <a:pPr indent="0" algn="ctr">
              <a:buNone/>
            </a:pPr>
            <a:endParaRPr b="0" lang="de-DE" sz="1800" strike="noStrike" u="none">
              <a:solidFill>
                <a:srgbClr val="000000"/>
              </a:solidFill>
              <a:uFillTx/>
              <a:latin typeface="Arial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179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34" name="PlaceHolder 1"/>
          <p:cNvSpPr>
            <a:spLocks noGrp="1"/>
          </p:cNvSpPr>
          <p:nvPr>
            <p:ph type="title"/>
          </p:nvPr>
        </p:nvSpPr>
        <p:spPr>
          <a:xfrm>
            <a:off x="838080" y="365040"/>
            <a:ext cx="10514520" cy="132444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ctr">
            <a:noAutofit/>
          </a:bodyPr>
          <a:p>
            <a:pPr indent="0" defTabSz="914400">
              <a:lnSpc>
                <a:spcPct val="90000"/>
              </a:lnSpc>
              <a:buNone/>
              <a:tabLst>
                <a:tab algn="l" pos="0"/>
              </a:tabLst>
            </a:pPr>
            <a:r>
              <a:rPr b="0" lang="de-DE" sz="4400" strike="noStrike" u="none">
                <a:solidFill>
                  <a:schemeClr val="dk1"/>
                </a:solidFill>
                <a:uFillTx/>
                <a:latin typeface="Calibri Light"/>
              </a:rPr>
              <a:t>Welche Eigenschaft hat die Variable X</a:t>
            </a:r>
            <a:endParaRPr b="0" lang="de-DE" sz="4400" strike="noStrike" u="none">
              <a:solidFill>
                <a:srgbClr val="000000"/>
              </a:solidFill>
              <a:uFillTx/>
              <a:latin typeface="Arial"/>
            </a:endParaRPr>
          </a:p>
        </p:txBody>
      </p:sp>
      <p:sp>
        <p:nvSpPr>
          <p:cNvPr id="935" name="PlaceHolder 2"/>
          <p:cNvSpPr>
            <a:spLocks noGrp="1"/>
          </p:cNvSpPr>
          <p:nvPr>
            <p:ph/>
          </p:nvPr>
        </p:nvSpPr>
        <p:spPr>
          <a:xfrm>
            <a:off x="838080" y="1825560"/>
            <a:ext cx="10514520" cy="435024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t">
            <a:noAutofit/>
          </a:bodyPr>
          <a:p>
            <a:pPr indent="0" defTabSz="914400">
              <a:lnSpc>
                <a:spcPct val="90000"/>
              </a:lnSpc>
              <a:spcBef>
                <a:spcPts val="1001"/>
              </a:spcBef>
              <a:buNone/>
              <a:tabLst>
                <a:tab algn="l" pos="0"/>
              </a:tabLst>
            </a:pPr>
            <a:r>
              <a:rPr b="0" lang="de-DE" sz="2800" strike="noStrike" u="none">
                <a:solidFill>
                  <a:srgbClr val="1e347b"/>
                </a:solidFill>
                <a:uFillTx/>
                <a:latin typeface="SourceCodePro"/>
              </a:rPr>
              <a:t>var</a:t>
            </a:r>
            <a:r>
              <a:rPr b="0" lang="de-DE" sz="2800" strike="noStrike" u="none">
                <a:solidFill>
                  <a:srgbClr val="48484c"/>
                </a:solidFill>
                <a:uFillTx/>
                <a:latin typeface="SourceCodePro"/>
              </a:rPr>
              <a:t> x </a:t>
            </a:r>
            <a:r>
              <a:rPr b="0" lang="de-DE" sz="2800" strike="noStrike" u="none">
                <a:solidFill>
                  <a:srgbClr val="93a1a1"/>
                </a:solidFill>
                <a:uFillTx/>
                <a:latin typeface="SourceCodePro"/>
              </a:rPr>
              <a:t>=</a:t>
            </a:r>
            <a:r>
              <a:rPr b="0" lang="de-DE" sz="2800" strike="noStrike" u="none">
                <a:solidFill>
                  <a:srgbClr val="48484c"/>
                </a:solidFill>
                <a:uFillTx/>
                <a:latin typeface="SourceCodePro"/>
              </a:rPr>
              <a:t> </a:t>
            </a:r>
            <a:r>
              <a:rPr b="0" lang="de-DE" sz="2800" strike="noStrike" u="none">
                <a:solidFill>
                  <a:srgbClr val="195f91"/>
                </a:solidFill>
                <a:uFillTx/>
                <a:latin typeface="SourceCodePro"/>
              </a:rPr>
              <a:t>1</a:t>
            </a:r>
            <a:r>
              <a:rPr b="0" lang="de-DE" sz="2800" strike="noStrike" u="none">
                <a:solidFill>
                  <a:srgbClr val="93a1a1"/>
                </a:solidFill>
                <a:uFillTx/>
                <a:latin typeface="SourceCodePro"/>
              </a:rPr>
              <a:t>;</a:t>
            </a:r>
            <a:endParaRPr b="0" lang="de-DE" sz="2800" strike="noStrike" u="none">
              <a:solidFill>
                <a:srgbClr val="000000"/>
              </a:solidFill>
              <a:uFillTx/>
              <a:latin typeface="Arial"/>
            </a:endParaRPr>
          </a:p>
          <a:p>
            <a:pPr indent="0" defTabSz="914400">
              <a:lnSpc>
                <a:spcPct val="90000"/>
              </a:lnSpc>
              <a:spcBef>
                <a:spcPts val="1001"/>
              </a:spcBef>
              <a:buNone/>
              <a:tabLst>
                <a:tab algn="l" pos="0"/>
              </a:tabLst>
            </a:pPr>
            <a:r>
              <a:rPr b="0" lang="de-DE" sz="2800" strike="noStrike" u="none">
                <a:solidFill>
                  <a:srgbClr val="48484c"/>
                </a:solidFill>
                <a:uFillTx/>
                <a:latin typeface="SourceCodePro"/>
              </a:rPr>
              <a:t>console.log</a:t>
            </a:r>
            <a:r>
              <a:rPr b="0" lang="de-DE" sz="2800" strike="noStrike" u="none">
                <a:solidFill>
                  <a:srgbClr val="93a1a1"/>
                </a:solidFill>
                <a:uFillTx/>
                <a:latin typeface="SourceCodePro"/>
              </a:rPr>
              <a:t>(</a:t>
            </a:r>
            <a:r>
              <a:rPr b="0" lang="de-DE" sz="2800" strike="noStrike" u="none">
                <a:solidFill>
                  <a:srgbClr val="48484c"/>
                </a:solidFill>
                <a:uFillTx/>
                <a:latin typeface="SourceCodePro"/>
              </a:rPr>
              <a:t>x</a:t>
            </a:r>
            <a:r>
              <a:rPr b="0" lang="de-DE" sz="2800" strike="noStrike" u="none">
                <a:solidFill>
                  <a:srgbClr val="93a1a1"/>
                </a:solidFill>
                <a:uFillTx/>
                <a:latin typeface="SourceCodePro"/>
              </a:rPr>
              <a:t>);</a:t>
            </a:r>
            <a:endParaRPr b="0" lang="de-DE" sz="2800" strike="noStrike" u="none">
              <a:solidFill>
                <a:srgbClr val="000000"/>
              </a:solidFill>
              <a:uFillTx/>
              <a:latin typeface="Arial"/>
            </a:endParaRPr>
          </a:p>
          <a:p>
            <a:pPr indent="0" defTabSz="914400">
              <a:lnSpc>
                <a:spcPct val="90000"/>
              </a:lnSpc>
              <a:spcBef>
                <a:spcPts val="1001"/>
              </a:spcBef>
              <a:buNone/>
              <a:tabLst>
                <a:tab algn="l" pos="0"/>
              </a:tabLst>
            </a:pPr>
            <a:endParaRPr b="0" lang="de-DE" sz="2800" strike="noStrike" u="none">
              <a:solidFill>
                <a:srgbClr val="000000"/>
              </a:solidFill>
              <a:uFillTx/>
              <a:latin typeface="Arial"/>
            </a:endParaRPr>
          </a:p>
          <a:p>
            <a:pPr indent="0" defTabSz="914400">
              <a:lnSpc>
                <a:spcPct val="90000"/>
              </a:lnSpc>
              <a:spcBef>
                <a:spcPts val="1001"/>
              </a:spcBef>
              <a:buNone/>
              <a:tabLst>
                <a:tab algn="l" pos="0"/>
              </a:tabLst>
            </a:pPr>
            <a:endParaRPr b="0" lang="de-DE" sz="2800" strike="noStrike" u="none">
              <a:solidFill>
                <a:srgbClr val="000000"/>
              </a:solidFill>
              <a:uFillTx/>
              <a:latin typeface="Arial"/>
            </a:endParaRPr>
          </a:p>
          <a:p>
            <a:pPr indent="0" defTabSz="914400">
              <a:lnSpc>
                <a:spcPct val="90000"/>
              </a:lnSpc>
              <a:spcBef>
                <a:spcPts val="1001"/>
              </a:spcBef>
              <a:buNone/>
              <a:tabLst>
                <a:tab algn="l" pos="0"/>
              </a:tabLst>
            </a:pPr>
            <a:r>
              <a:rPr b="0" lang="de-DE" sz="2800" strike="noStrike" u="none">
                <a:solidFill>
                  <a:srgbClr val="1e347b"/>
                </a:solidFill>
                <a:uFillTx/>
                <a:latin typeface="SourceCodePro"/>
              </a:rPr>
              <a:t>var</a:t>
            </a:r>
            <a:r>
              <a:rPr b="0" lang="de-DE" sz="2800" strike="noStrike" u="none">
                <a:solidFill>
                  <a:srgbClr val="48484c"/>
                </a:solidFill>
                <a:uFillTx/>
                <a:latin typeface="SourceCodePro"/>
              </a:rPr>
              <a:t> x </a:t>
            </a:r>
            <a:r>
              <a:rPr b="0" lang="de-DE" sz="2800" strike="noStrike" u="none">
                <a:solidFill>
                  <a:srgbClr val="93a1a1"/>
                </a:solidFill>
                <a:uFillTx/>
                <a:latin typeface="SourceCodePro"/>
              </a:rPr>
              <a:t>=</a:t>
            </a:r>
            <a:r>
              <a:rPr b="0" lang="de-DE" sz="2800" strike="noStrike" u="none">
                <a:solidFill>
                  <a:srgbClr val="48484c"/>
                </a:solidFill>
                <a:uFillTx/>
                <a:latin typeface="SourceCodePro"/>
              </a:rPr>
              <a:t> </a:t>
            </a:r>
            <a:r>
              <a:rPr b="0" lang="de-DE" sz="2800" strike="noStrike" u="none">
                <a:solidFill>
                  <a:srgbClr val="93a1a1"/>
                </a:solidFill>
                <a:uFillTx/>
                <a:latin typeface="SourceCodePro"/>
              </a:rPr>
              <a:t>[</a:t>
            </a:r>
            <a:r>
              <a:rPr b="0" lang="de-DE" sz="2800" strike="noStrike" u="none">
                <a:solidFill>
                  <a:srgbClr val="195f91"/>
                </a:solidFill>
                <a:uFillTx/>
                <a:latin typeface="SourceCodePro"/>
              </a:rPr>
              <a:t>1</a:t>
            </a:r>
            <a:r>
              <a:rPr b="0" lang="de-DE" sz="2800" strike="noStrike" u="none">
                <a:solidFill>
                  <a:srgbClr val="93a1a1"/>
                </a:solidFill>
                <a:uFillTx/>
                <a:latin typeface="SourceCodePro"/>
              </a:rPr>
              <a:t>,</a:t>
            </a:r>
            <a:r>
              <a:rPr b="0" lang="de-DE" sz="2800" strike="noStrike" u="none">
                <a:solidFill>
                  <a:srgbClr val="48484c"/>
                </a:solidFill>
                <a:uFillTx/>
                <a:latin typeface="SourceCodePro"/>
              </a:rPr>
              <a:t> </a:t>
            </a:r>
            <a:r>
              <a:rPr b="0" lang="de-DE" sz="2800" strike="noStrike" u="none">
                <a:solidFill>
                  <a:srgbClr val="195f91"/>
                </a:solidFill>
                <a:uFillTx/>
                <a:latin typeface="SourceCodePro"/>
              </a:rPr>
              <a:t>2</a:t>
            </a:r>
            <a:r>
              <a:rPr b="0" lang="de-DE" sz="2800" strike="noStrike" u="none">
                <a:solidFill>
                  <a:srgbClr val="93a1a1"/>
                </a:solidFill>
                <a:uFillTx/>
                <a:latin typeface="SourceCodePro"/>
              </a:rPr>
              <a:t>,</a:t>
            </a:r>
            <a:r>
              <a:rPr b="0" lang="de-DE" sz="2800" strike="noStrike" u="none">
                <a:solidFill>
                  <a:srgbClr val="48484c"/>
                </a:solidFill>
                <a:uFillTx/>
                <a:latin typeface="SourceCodePro"/>
              </a:rPr>
              <a:t> </a:t>
            </a:r>
            <a:r>
              <a:rPr b="0" lang="de-DE" sz="2800" strike="noStrike" u="none">
                <a:solidFill>
                  <a:srgbClr val="195f91"/>
                </a:solidFill>
                <a:uFillTx/>
                <a:latin typeface="SourceCodePro"/>
              </a:rPr>
              <a:t>3</a:t>
            </a:r>
            <a:r>
              <a:rPr b="0" lang="de-DE" sz="2800" strike="noStrike" u="none">
                <a:solidFill>
                  <a:srgbClr val="93a1a1"/>
                </a:solidFill>
                <a:uFillTx/>
                <a:latin typeface="SourceCodePro"/>
              </a:rPr>
              <a:t>];</a:t>
            </a:r>
            <a:endParaRPr b="0" lang="de-DE" sz="2800" strike="noStrike" u="none">
              <a:solidFill>
                <a:srgbClr val="000000"/>
              </a:solidFill>
              <a:uFillTx/>
              <a:latin typeface="Arial"/>
            </a:endParaRPr>
          </a:p>
          <a:p>
            <a:pPr indent="0" defTabSz="914400">
              <a:lnSpc>
                <a:spcPct val="90000"/>
              </a:lnSpc>
              <a:spcBef>
                <a:spcPts val="1001"/>
              </a:spcBef>
              <a:buNone/>
              <a:tabLst>
                <a:tab algn="l" pos="0"/>
              </a:tabLst>
            </a:pPr>
            <a:r>
              <a:rPr b="0" lang="de-DE" sz="2800" strike="noStrike" u="none">
                <a:solidFill>
                  <a:srgbClr val="48484c"/>
                </a:solidFill>
                <a:uFillTx/>
                <a:latin typeface="SourceCodePro"/>
              </a:rPr>
              <a:t>x</a:t>
            </a:r>
            <a:r>
              <a:rPr b="0" lang="de-DE" sz="2800" strike="noStrike" u="none">
                <a:solidFill>
                  <a:srgbClr val="93a1a1"/>
                </a:solidFill>
                <a:uFillTx/>
                <a:latin typeface="SourceCodePro"/>
              </a:rPr>
              <a:t>.</a:t>
            </a:r>
            <a:r>
              <a:rPr b="0" lang="de-DE" sz="2800" strike="noStrike" u="none">
                <a:solidFill>
                  <a:srgbClr val="48484c"/>
                </a:solidFill>
                <a:uFillTx/>
                <a:latin typeface="SourceCodePro"/>
              </a:rPr>
              <a:t>forEach</a:t>
            </a:r>
            <a:r>
              <a:rPr b="0" lang="de-DE" sz="2800" strike="noStrike" u="none">
                <a:solidFill>
                  <a:srgbClr val="93a1a1"/>
                </a:solidFill>
                <a:uFillTx/>
                <a:latin typeface="SourceCodePro"/>
              </a:rPr>
              <a:t>(</a:t>
            </a:r>
            <a:r>
              <a:rPr b="0" lang="de-DE" sz="2800" strike="noStrike" u="none">
                <a:solidFill>
                  <a:srgbClr val="48484c"/>
                </a:solidFill>
                <a:uFillTx/>
                <a:latin typeface="SourceCodePro"/>
              </a:rPr>
              <a:t>alert</a:t>
            </a:r>
            <a:r>
              <a:rPr b="0" lang="de-DE" sz="2800" strike="noStrike" u="none">
                <a:solidFill>
                  <a:srgbClr val="93a1a1"/>
                </a:solidFill>
                <a:uFillTx/>
                <a:latin typeface="SourceCodePro"/>
              </a:rPr>
              <a:t>);</a:t>
            </a:r>
            <a:endParaRPr b="0" lang="de-DE" sz="2800" strike="noStrike" u="none">
              <a:solidFill>
                <a:srgbClr val="000000"/>
              </a:solidFill>
              <a:uFillTx/>
              <a:latin typeface="Arial"/>
            </a:endParaRPr>
          </a:p>
          <a:p>
            <a:pPr indent="0" defTabSz="914400">
              <a:lnSpc>
                <a:spcPct val="90000"/>
              </a:lnSpc>
              <a:spcBef>
                <a:spcPts val="1001"/>
              </a:spcBef>
              <a:buNone/>
              <a:tabLst>
                <a:tab algn="l" pos="0"/>
              </a:tabLst>
            </a:pPr>
            <a:endParaRPr b="0" lang="de-DE" sz="2800" strike="noStrike" u="none">
              <a:solidFill>
                <a:srgbClr val="000000"/>
              </a:solidFill>
              <a:uFillTx/>
              <a:latin typeface="Arial"/>
            </a:endParaRPr>
          </a:p>
          <a:p>
            <a:pPr indent="0" defTabSz="914400">
              <a:lnSpc>
                <a:spcPct val="90000"/>
              </a:lnSpc>
              <a:spcBef>
                <a:spcPts val="1001"/>
              </a:spcBef>
              <a:buNone/>
              <a:tabLst>
                <a:tab algn="l" pos="0"/>
              </a:tabLst>
            </a:pPr>
            <a:endParaRPr b="0" lang="de-DE" sz="2800" strike="noStrike" u="none">
              <a:solidFill>
                <a:srgbClr val="000000"/>
              </a:solidFill>
              <a:uFillTx/>
              <a:latin typeface="Arial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180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36" name="PlaceHolder 1"/>
          <p:cNvSpPr>
            <a:spLocks noGrp="1"/>
          </p:cNvSpPr>
          <p:nvPr>
            <p:ph type="title"/>
          </p:nvPr>
        </p:nvSpPr>
        <p:spPr>
          <a:xfrm>
            <a:off x="838080" y="365040"/>
            <a:ext cx="10514520" cy="132444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ctr">
            <a:noAutofit/>
          </a:bodyPr>
          <a:p>
            <a:pPr indent="0" defTabSz="914400">
              <a:lnSpc>
                <a:spcPct val="90000"/>
              </a:lnSpc>
              <a:buNone/>
              <a:tabLst>
                <a:tab algn="l" pos="0"/>
              </a:tabLst>
            </a:pPr>
            <a:r>
              <a:rPr b="0" lang="de-DE" sz="4400" strike="noStrike" u="none">
                <a:solidFill>
                  <a:schemeClr val="dk1"/>
                </a:solidFill>
                <a:uFillTx/>
                <a:latin typeface="Calibri Light"/>
              </a:rPr>
              <a:t>Und hier?</a:t>
            </a:r>
            <a:endParaRPr b="0" lang="de-DE" sz="4400" strike="noStrike" u="none">
              <a:solidFill>
                <a:srgbClr val="000000"/>
              </a:solidFill>
              <a:uFillTx/>
              <a:latin typeface="Arial"/>
            </a:endParaRPr>
          </a:p>
        </p:txBody>
      </p:sp>
      <p:sp>
        <p:nvSpPr>
          <p:cNvPr id="937" name="PlaceHolder 2"/>
          <p:cNvSpPr>
            <a:spLocks noGrp="1"/>
          </p:cNvSpPr>
          <p:nvPr>
            <p:ph/>
          </p:nvPr>
        </p:nvSpPr>
        <p:spPr>
          <a:xfrm>
            <a:off x="838080" y="1825560"/>
            <a:ext cx="10514520" cy="435024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t">
            <a:noAutofit/>
          </a:bodyPr>
          <a:p>
            <a:pPr indent="0" defTabSz="914400">
              <a:lnSpc>
                <a:spcPct val="90000"/>
              </a:lnSpc>
              <a:spcBef>
                <a:spcPts val="1001"/>
              </a:spcBef>
              <a:buNone/>
              <a:tabLst>
                <a:tab algn="l" pos="0"/>
              </a:tabLst>
            </a:pPr>
            <a:r>
              <a:rPr b="0" lang="de-DE" sz="2800" strike="noStrike" u="none">
                <a:solidFill>
                  <a:srgbClr val="48484c"/>
                </a:solidFill>
                <a:uFillTx/>
                <a:latin typeface="SourceCodePro"/>
              </a:rPr>
              <a:t>asyncFunction</a:t>
            </a:r>
            <a:r>
              <a:rPr b="0" lang="de-DE" sz="2800" strike="noStrike" u="none">
                <a:solidFill>
                  <a:srgbClr val="93a1a1"/>
                </a:solidFill>
                <a:uFillTx/>
                <a:latin typeface="SourceCodePro"/>
              </a:rPr>
              <a:t>(</a:t>
            </a:r>
            <a:r>
              <a:rPr b="0" lang="de-DE" sz="2800" strike="noStrike" u="none">
                <a:solidFill>
                  <a:srgbClr val="1e347b"/>
                </a:solidFill>
                <a:uFillTx/>
                <a:latin typeface="SourceCodePro"/>
              </a:rPr>
              <a:t>function</a:t>
            </a:r>
            <a:r>
              <a:rPr b="0" lang="de-DE" sz="2800" strike="noStrike" u="none">
                <a:solidFill>
                  <a:srgbClr val="48484c"/>
                </a:solidFill>
                <a:uFillTx/>
                <a:latin typeface="SourceCodePro"/>
              </a:rPr>
              <a:t> callback</a:t>
            </a:r>
            <a:r>
              <a:rPr b="0" lang="de-DE" sz="2800" strike="noStrike" u="none">
                <a:solidFill>
                  <a:srgbClr val="93a1a1"/>
                </a:solidFill>
                <a:uFillTx/>
                <a:latin typeface="SourceCodePro"/>
              </a:rPr>
              <a:t>(</a:t>
            </a:r>
            <a:r>
              <a:rPr b="0" lang="de-DE" sz="2800" strike="noStrike" u="none">
                <a:solidFill>
                  <a:srgbClr val="48484c"/>
                </a:solidFill>
                <a:uFillTx/>
                <a:latin typeface="SourceCodePro"/>
              </a:rPr>
              <a:t>x</a:t>
            </a:r>
            <a:r>
              <a:rPr b="0" lang="de-DE" sz="2800" strike="noStrike" u="none">
                <a:solidFill>
                  <a:srgbClr val="93a1a1"/>
                </a:solidFill>
                <a:uFillTx/>
                <a:latin typeface="SourceCodePro"/>
              </a:rPr>
              <a:t>)</a:t>
            </a:r>
            <a:r>
              <a:rPr b="0" lang="de-DE" sz="2800" strike="noStrike" u="none">
                <a:solidFill>
                  <a:srgbClr val="48484c"/>
                </a:solidFill>
                <a:uFillTx/>
                <a:latin typeface="SourceCodePro"/>
              </a:rPr>
              <a:t> </a:t>
            </a:r>
            <a:r>
              <a:rPr b="0" lang="de-DE" sz="2800" strike="noStrike" u="none">
                <a:solidFill>
                  <a:srgbClr val="93a1a1"/>
                </a:solidFill>
                <a:uFillTx/>
                <a:latin typeface="SourceCodePro"/>
              </a:rPr>
              <a:t>{</a:t>
            </a:r>
            <a:endParaRPr b="0" lang="de-DE" sz="2800" strike="noStrike" u="none">
              <a:solidFill>
                <a:srgbClr val="000000"/>
              </a:solidFill>
              <a:uFillTx/>
              <a:latin typeface="Arial"/>
            </a:endParaRPr>
          </a:p>
          <a:p>
            <a:pPr indent="0" defTabSz="914400">
              <a:lnSpc>
                <a:spcPct val="90000"/>
              </a:lnSpc>
              <a:spcBef>
                <a:spcPts val="1001"/>
              </a:spcBef>
              <a:buNone/>
              <a:tabLst>
                <a:tab algn="l" pos="0"/>
              </a:tabLst>
            </a:pPr>
            <a:r>
              <a:rPr b="0" lang="de-DE" sz="2800" strike="noStrike" u="none">
                <a:solidFill>
                  <a:srgbClr val="48484c"/>
                </a:solidFill>
                <a:uFillTx/>
                <a:latin typeface="SourceCodePro"/>
              </a:rPr>
              <a:t>	</a:t>
            </a:r>
            <a:r>
              <a:rPr b="0" lang="de-DE" sz="2800" strike="noStrike" u="none">
                <a:solidFill>
                  <a:srgbClr val="48484c"/>
                </a:solidFill>
                <a:uFillTx/>
                <a:latin typeface="SourceCodePro"/>
              </a:rPr>
              <a:t>console.log</a:t>
            </a:r>
            <a:r>
              <a:rPr b="0" lang="de-DE" sz="2800" strike="noStrike" u="none">
                <a:solidFill>
                  <a:srgbClr val="93a1a1"/>
                </a:solidFill>
                <a:uFillTx/>
                <a:latin typeface="SourceCodePro"/>
              </a:rPr>
              <a:t>(</a:t>
            </a:r>
            <a:r>
              <a:rPr b="0" lang="de-DE" sz="2800" strike="noStrike" u="none">
                <a:solidFill>
                  <a:srgbClr val="48484c"/>
                </a:solidFill>
                <a:uFillTx/>
                <a:latin typeface="SourceCodePro"/>
              </a:rPr>
              <a:t>x</a:t>
            </a:r>
            <a:r>
              <a:rPr b="0" lang="de-DE" sz="2800" strike="noStrike" u="none">
                <a:solidFill>
                  <a:srgbClr val="93a1a1"/>
                </a:solidFill>
                <a:uFillTx/>
                <a:latin typeface="SourceCodePro"/>
              </a:rPr>
              <a:t>);</a:t>
            </a:r>
            <a:endParaRPr b="0" lang="de-DE" sz="2800" strike="noStrike" u="none">
              <a:solidFill>
                <a:srgbClr val="000000"/>
              </a:solidFill>
              <a:uFillTx/>
              <a:latin typeface="Arial"/>
            </a:endParaRPr>
          </a:p>
          <a:p>
            <a:pPr indent="0" defTabSz="914400">
              <a:lnSpc>
                <a:spcPct val="90000"/>
              </a:lnSpc>
              <a:spcBef>
                <a:spcPts val="1001"/>
              </a:spcBef>
              <a:buNone/>
              <a:tabLst>
                <a:tab algn="l" pos="0"/>
              </a:tabLst>
            </a:pPr>
            <a:r>
              <a:rPr b="0" lang="de-DE" sz="2800" strike="noStrike" u="none">
                <a:solidFill>
                  <a:srgbClr val="93a1a1"/>
                </a:solidFill>
                <a:uFillTx/>
                <a:latin typeface="SourceCodePro"/>
              </a:rPr>
              <a:t>});</a:t>
            </a:r>
            <a:endParaRPr b="0" lang="de-DE" sz="2800" strike="noStrike" u="none">
              <a:solidFill>
                <a:srgbClr val="000000"/>
              </a:solidFill>
              <a:uFillTx/>
              <a:latin typeface="Arial"/>
            </a:endParaRPr>
          </a:p>
          <a:p>
            <a:pPr indent="0" defTabSz="914400">
              <a:lnSpc>
                <a:spcPct val="90000"/>
              </a:lnSpc>
              <a:spcBef>
                <a:spcPts val="1001"/>
              </a:spcBef>
              <a:buNone/>
              <a:tabLst>
                <a:tab algn="l" pos="0"/>
              </a:tabLst>
            </a:pPr>
            <a:endParaRPr b="0" lang="de-DE" sz="2800" strike="noStrike" u="none">
              <a:solidFill>
                <a:srgbClr val="000000"/>
              </a:solidFill>
              <a:uFillTx/>
              <a:latin typeface="Arial"/>
            </a:endParaRPr>
          </a:p>
        </p:txBody>
      </p:sp>
      <p:cxnSp>
        <p:nvCxnSpPr>
          <p:cNvPr id="938" name="Gerade Verbindung mit Pfeil 4"/>
          <p:cNvCxnSpPr/>
          <p:nvPr/>
        </p:nvCxnSpPr>
        <p:spPr>
          <a:xfrm>
            <a:off x="2817360" y="6006600"/>
            <a:ext cx="5918760" cy="1080"/>
          </a:xfrm>
          <a:prstGeom prst="straightConnector1">
            <a:avLst/>
          </a:prstGeom>
          <a:ln w="0">
            <a:solidFill>
              <a:srgbClr val="1d9a78"/>
            </a:solidFill>
            <a:tailEnd len="med" type="triangle" w="med"/>
          </a:ln>
        </p:spPr>
      </p:cxnSp>
      <p:sp>
        <p:nvSpPr>
          <p:cNvPr id="939" name="Textfeld 5"/>
          <p:cNvSpPr/>
          <p:nvPr/>
        </p:nvSpPr>
        <p:spPr>
          <a:xfrm>
            <a:off x="3987720" y="6111000"/>
            <a:ext cx="526680" cy="3639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wrap="none" lIns="90000" rIns="90000" tIns="45000" bIns="45000" anchor="t">
            <a:spAutoFit/>
          </a:bodyPr>
          <a:p>
            <a:pPr defTabSz="914400">
              <a:lnSpc>
                <a:spcPct val="100000"/>
              </a:lnSpc>
            </a:pPr>
            <a:r>
              <a:rPr b="0" lang="de-DE" sz="1800" strike="noStrike" u="none">
                <a:solidFill>
                  <a:schemeClr val="dk1"/>
                </a:solidFill>
                <a:uFillTx/>
                <a:latin typeface="Calibri"/>
              </a:rPr>
              <a:t>Zeit</a:t>
            </a:r>
            <a:endParaRPr b="0" lang="de-DE" sz="1800" strike="noStrike" u="none">
              <a:solidFill>
                <a:srgbClr val="000000"/>
              </a:solidFill>
              <a:uFillTx/>
              <a:latin typeface="Arial"/>
            </a:endParaRPr>
          </a:p>
        </p:txBody>
      </p:sp>
      <p:cxnSp>
        <p:nvCxnSpPr>
          <p:cNvPr id="940" name="Gerade Verbindung mit Pfeil 7"/>
          <p:cNvCxnSpPr/>
          <p:nvPr/>
        </p:nvCxnSpPr>
        <p:spPr>
          <a:xfrm flipV="1">
            <a:off x="2683440" y="3925080"/>
            <a:ext cx="1080" cy="2008440"/>
          </a:xfrm>
          <a:prstGeom prst="straightConnector1">
            <a:avLst/>
          </a:prstGeom>
          <a:ln w="0">
            <a:solidFill>
              <a:srgbClr val="1d9a78"/>
            </a:solidFill>
            <a:tailEnd len="med" type="triangle" w="med"/>
          </a:ln>
        </p:spPr>
      </p:cxnSp>
      <p:cxnSp>
        <p:nvCxnSpPr>
          <p:cNvPr id="941" name="Gerade Verbindung 9"/>
          <p:cNvCxnSpPr/>
          <p:nvPr/>
        </p:nvCxnSpPr>
        <p:spPr>
          <a:xfrm>
            <a:off x="3040560" y="5605200"/>
            <a:ext cx="870840" cy="1080"/>
          </a:xfrm>
          <a:prstGeom prst="straightConnector1">
            <a:avLst/>
          </a:prstGeom>
          <a:ln w="0">
            <a:solidFill>
              <a:srgbClr val="1d9a78"/>
            </a:solidFill>
          </a:ln>
        </p:spPr>
      </p:cxnSp>
      <p:sp>
        <p:nvSpPr>
          <p:cNvPr id="942" name="Textfeld 10"/>
          <p:cNvSpPr/>
          <p:nvPr/>
        </p:nvSpPr>
        <p:spPr>
          <a:xfrm>
            <a:off x="1676160" y="3816720"/>
            <a:ext cx="831960" cy="3639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wrap="none" lIns="90000" rIns="90000" tIns="45000" bIns="45000" anchor="t">
            <a:spAutoFit/>
          </a:bodyPr>
          <a:p>
            <a:pPr defTabSz="914400">
              <a:lnSpc>
                <a:spcPct val="100000"/>
              </a:lnSpc>
            </a:pPr>
            <a:r>
              <a:rPr b="0" lang="de-DE" sz="1800" strike="noStrike" u="none">
                <a:solidFill>
                  <a:schemeClr val="dk1"/>
                </a:solidFill>
                <a:uFillTx/>
                <a:latin typeface="Calibri"/>
              </a:rPr>
              <a:t>Thread</a:t>
            </a:r>
            <a:endParaRPr b="0" lang="de-DE" sz="1800" strike="noStrike" u="none">
              <a:solidFill>
                <a:srgbClr val="000000"/>
              </a:solidFill>
              <a:uFillTx/>
              <a:latin typeface="Arial"/>
            </a:endParaRPr>
          </a:p>
        </p:txBody>
      </p:sp>
      <p:sp>
        <p:nvSpPr>
          <p:cNvPr id="943" name="Textfeld 11"/>
          <p:cNvSpPr/>
          <p:nvPr/>
        </p:nvSpPr>
        <p:spPr>
          <a:xfrm>
            <a:off x="1939680" y="5345280"/>
            <a:ext cx="372960" cy="3639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wrap="none" lIns="90000" rIns="90000" tIns="45000" bIns="45000" anchor="t">
            <a:spAutoFit/>
          </a:bodyPr>
          <a:p>
            <a:pPr defTabSz="914400">
              <a:lnSpc>
                <a:spcPct val="100000"/>
              </a:lnSpc>
            </a:pPr>
            <a:r>
              <a:rPr b="0" lang="de-DE" sz="1800" strike="noStrike" u="none">
                <a:solidFill>
                  <a:schemeClr val="dk1"/>
                </a:solidFill>
                <a:uFillTx/>
                <a:latin typeface="Calibri"/>
              </a:rPr>
              <a:t>t1</a:t>
            </a:r>
            <a:endParaRPr b="0" lang="de-DE" sz="1800" strike="noStrike" u="none">
              <a:solidFill>
                <a:srgbClr val="000000"/>
              </a:solidFill>
              <a:uFillTx/>
              <a:latin typeface="Arial"/>
            </a:endParaRPr>
          </a:p>
        </p:txBody>
      </p:sp>
      <p:cxnSp>
        <p:nvCxnSpPr>
          <p:cNvPr id="944" name="Gerade Verbindung 13"/>
          <p:cNvCxnSpPr/>
          <p:nvPr/>
        </p:nvCxnSpPr>
        <p:spPr>
          <a:xfrm>
            <a:off x="3925080" y="4676040"/>
            <a:ext cx="1554840" cy="1080"/>
          </a:xfrm>
          <a:prstGeom prst="straightConnector1">
            <a:avLst/>
          </a:prstGeom>
          <a:ln w="0">
            <a:solidFill>
              <a:srgbClr val="1d9a78"/>
            </a:solidFill>
          </a:ln>
        </p:spPr>
      </p:cxnSp>
      <p:cxnSp>
        <p:nvCxnSpPr>
          <p:cNvPr id="945" name="Gerade Verbindung mit Pfeil 15"/>
          <p:cNvCxnSpPr/>
          <p:nvPr/>
        </p:nvCxnSpPr>
        <p:spPr>
          <a:xfrm flipV="1">
            <a:off x="3910320" y="4764960"/>
            <a:ext cx="1080" cy="841320"/>
          </a:xfrm>
          <a:prstGeom prst="straightConnector1">
            <a:avLst/>
          </a:prstGeom>
          <a:ln w="0">
            <a:solidFill>
              <a:srgbClr val="1d9a78"/>
            </a:solidFill>
            <a:tailEnd len="med" type="triangle" w="med"/>
          </a:ln>
        </p:spPr>
      </p:cxnSp>
      <p:cxnSp>
        <p:nvCxnSpPr>
          <p:cNvPr id="946" name="Gerade Verbindung mit Pfeil 17"/>
          <p:cNvCxnSpPr/>
          <p:nvPr/>
        </p:nvCxnSpPr>
        <p:spPr>
          <a:xfrm>
            <a:off x="5478840" y="4809600"/>
            <a:ext cx="1080" cy="796680"/>
          </a:xfrm>
          <a:prstGeom prst="straightConnector1">
            <a:avLst/>
          </a:prstGeom>
          <a:ln w="0">
            <a:solidFill>
              <a:srgbClr val="1d9a78"/>
            </a:solidFill>
            <a:tailEnd len="med" type="triangle" w="med"/>
          </a:ln>
        </p:spPr>
      </p:cxnSp>
      <p:cxnSp>
        <p:nvCxnSpPr>
          <p:cNvPr id="947" name="Gerade Verbindung 19"/>
          <p:cNvCxnSpPr/>
          <p:nvPr/>
        </p:nvCxnSpPr>
        <p:spPr>
          <a:xfrm>
            <a:off x="5568120" y="5605200"/>
            <a:ext cx="1242360" cy="1080"/>
          </a:xfrm>
          <a:prstGeom prst="straightConnector1">
            <a:avLst/>
          </a:prstGeom>
          <a:ln w="0">
            <a:solidFill>
              <a:srgbClr val="1d9a78"/>
            </a:solidFill>
          </a:ln>
        </p:spPr>
      </p:cxnSp>
      <p:sp>
        <p:nvSpPr>
          <p:cNvPr id="948" name="Textfeld 20"/>
          <p:cNvSpPr/>
          <p:nvPr/>
        </p:nvSpPr>
        <p:spPr>
          <a:xfrm>
            <a:off x="1933920" y="4396320"/>
            <a:ext cx="372960" cy="3639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wrap="none" lIns="90000" rIns="90000" tIns="45000" bIns="45000" anchor="t">
            <a:spAutoFit/>
          </a:bodyPr>
          <a:p>
            <a:pPr defTabSz="914400">
              <a:lnSpc>
                <a:spcPct val="100000"/>
              </a:lnSpc>
            </a:pPr>
            <a:r>
              <a:rPr b="0" lang="de-DE" sz="1800" strike="noStrike" u="none">
                <a:solidFill>
                  <a:schemeClr val="dk1"/>
                </a:solidFill>
                <a:uFillTx/>
                <a:latin typeface="Calibri"/>
              </a:rPr>
              <a:t>t2</a:t>
            </a:r>
            <a:endParaRPr b="0" lang="de-DE" sz="1800" strike="noStrike" u="none">
              <a:solidFill>
                <a:srgbClr val="000000"/>
              </a:solidFill>
              <a:uFillTx/>
              <a:latin typeface="Arial"/>
            </a:endParaRPr>
          </a:p>
        </p:txBody>
      </p:sp>
      <p:cxnSp>
        <p:nvCxnSpPr>
          <p:cNvPr id="949" name="Gerade Verbindung mit Pfeil 22"/>
          <p:cNvCxnSpPr/>
          <p:nvPr/>
        </p:nvCxnSpPr>
        <p:spPr>
          <a:xfrm>
            <a:off x="5025240" y="2252520"/>
            <a:ext cx="1339200" cy="3278160"/>
          </a:xfrm>
          <a:prstGeom prst="straightConnector1">
            <a:avLst/>
          </a:prstGeom>
          <a:ln w="0">
            <a:solidFill>
              <a:srgbClr val="1d9a78"/>
            </a:solidFill>
            <a:tailEnd len="med" type="triangle" w="med"/>
          </a:ln>
        </p:spPr>
      </p:cxnSp>
      <p:sp>
        <p:nvSpPr>
          <p:cNvPr id="950" name="Textfeld 23"/>
          <p:cNvSpPr/>
          <p:nvPr/>
        </p:nvSpPr>
        <p:spPr>
          <a:xfrm>
            <a:off x="5532120" y="5397120"/>
            <a:ext cx="2237040" cy="3639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wrap="none" lIns="90000" rIns="90000" tIns="45000" bIns="45000" anchor="t">
            <a:spAutoFit/>
          </a:bodyPr>
          <a:p>
            <a:pPr defTabSz="914400">
              <a:lnSpc>
                <a:spcPct val="100000"/>
              </a:lnSpc>
            </a:pPr>
            <a:r>
              <a:rPr b="0" lang="de-DE" sz="1800" strike="noStrike" u="none">
                <a:solidFill>
                  <a:srgbClr val="48484c"/>
                </a:solidFill>
                <a:uFillTx/>
                <a:latin typeface="SourceCodePro"/>
              </a:rPr>
              <a:t>console.log</a:t>
            </a:r>
            <a:r>
              <a:rPr b="0" lang="de-DE" sz="1800" strike="noStrike" u="none">
                <a:solidFill>
                  <a:srgbClr val="93a1a1"/>
                </a:solidFill>
                <a:uFillTx/>
                <a:latin typeface="SourceCodePro"/>
              </a:rPr>
              <a:t>(</a:t>
            </a:r>
            <a:r>
              <a:rPr b="0" lang="de-DE" sz="1800" strike="noStrike" u="none">
                <a:solidFill>
                  <a:srgbClr val="48484c"/>
                </a:solidFill>
                <a:uFillTx/>
                <a:latin typeface="SourceCodePro"/>
              </a:rPr>
              <a:t>x</a:t>
            </a:r>
            <a:r>
              <a:rPr b="0" lang="de-DE" sz="1800" strike="noStrike" u="none">
                <a:solidFill>
                  <a:srgbClr val="93a1a1"/>
                </a:solidFill>
                <a:uFillTx/>
                <a:latin typeface="SourceCodePro"/>
              </a:rPr>
              <a:t>);</a:t>
            </a:r>
            <a:endParaRPr b="0" lang="de-DE" sz="1800" strike="noStrike" u="none">
              <a:solidFill>
                <a:srgbClr val="000000"/>
              </a:solidFill>
              <a:uFillTx/>
              <a:latin typeface="Arial"/>
            </a:endParaRPr>
          </a:p>
        </p:txBody>
      </p:sp>
      <p:sp>
        <p:nvSpPr>
          <p:cNvPr id="951" name="Textfeld 24"/>
          <p:cNvSpPr/>
          <p:nvPr/>
        </p:nvSpPr>
        <p:spPr>
          <a:xfrm>
            <a:off x="3781080" y="4341960"/>
            <a:ext cx="2390760" cy="3639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wrap="none" lIns="90000" rIns="90000" tIns="45000" bIns="45000" anchor="t">
            <a:spAutoFit/>
          </a:bodyPr>
          <a:p>
            <a:pPr defTabSz="914400">
              <a:lnSpc>
                <a:spcPct val="100000"/>
              </a:lnSpc>
            </a:pPr>
            <a:r>
              <a:rPr b="0" lang="de-DE" sz="1800" strike="noStrike" u="none">
                <a:solidFill>
                  <a:schemeClr val="dk1"/>
                </a:solidFill>
                <a:uFillTx/>
                <a:latin typeface="Calibri"/>
              </a:rPr>
              <a:t>calculationLongRunning</a:t>
            </a:r>
            <a:endParaRPr b="0" lang="de-DE" sz="1800" strike="noStrike" u="none">
              <a:solidFill>
                <a:srgbClr val="000000"/>
              </a:solidFill>
              <a:uFillTx/>
              <a:latin typeface="Arial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181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52" name="PlaceHolder 1"/>
          <p:cNvSpPr>
            <a:spLocks noGrp="1"/>
          </p:cNvSpPr>
          <p:nvPr>
            <p:ph type="title"/>
          </p:nvPr>
        </p:nvSpPr>
        <p:spPr>
          <a:xfrm>
            <a:off x="838080" y="365040"/>
            <a:ext cx="10514520" cy="132444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ctr">
            <a:noAutofit/>
          </a:bodyPr>
          <a:p>
            <a:pPr indent="0" defTabSz="914400">
              <a:lnSpc>
                <a:spcPct val="90000"/>
              </a:lnSpc>
              <a:buNone/>
              <a:tabLst>
                <a:tab algn="l" pos="0"/>
              </a:tabLst>
            </a:pPr>
            <a:r>
              <a:rPr b="0" lang="de-DE" sz="4400" strike="noStrike" u="none">
                <a:solidFill>
                  <a:schemeClr val="dk1"/>
                </a:solidFill>
                <a:uFillTx/>
                <a:latin typeface="Calibri Light"/>
              </a:rPr>
              <a:t>Threading im Browser</a:t>
            </a:r>
            <a:endParaRPr b="0" lang="de-DE" sz="4400" strike="noStrike" u="none">
              <a:solidFill>
                <a:srgbClr val="000000"/>
              </a:solidFill>
              <a:uFillTx/>
              <a:latin typeface="Arial"/>
            </a:endParaRPr>
          </a:p>
        </p:txBody>
      </p:sp>
      <p:sp>
        <p:nvSpPr>
          <p:cNvPr id="953" name="PlaceHolder 2"/>
          <p:cNvSpPr>
            <a:spLocks noGrp="1"/>
          </p:cNvSpPr>
          <p:nvPr>
            <p:ph/>
          </p:nvPr>
        </p:nvSpPr>
        <p:spPr>
          <a:xfrm>
            <a:off x="838080" y="1825560"/>
            <a:ext cx="10514520" cy="435024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t">
            <a:normAutofit/>
          </a:bodyPr>
          <a:p>
            <a:pPr marL="228600" indent="-228600" defTabSz="914400">
              <a:lnSpc>
                <a:spcPct val="90000"/>
              </a:lnSpc>
              <a:spcBef>
                <a:spcPts val="1001"/>
              </a:spcBef>
              <a:buClr>
                <a:srgbClr val="000000"/>
              </a:buClr>
              <a:buFont typeface="Arial"/>
              <a:buChar char="•"/>
            </a:pPr>
            <a:r>
              <a:rPr b="0" lang="de-DE" sz="2800" strike="noStrike" u="none">
                <a:solidFill>
                  <a:schemeClr val="dk1"/>
                </a:solidFill>
                <a:uFillTx/>
                <a:latin typeface="Calibri"/>
              </a:rPr>
              <a:t>Javascript per Definition Single-Threaded</a:t>
            </a:r>
            <a:endParaRPr b="0" lang="de-DE" sz="2800" strike="noStrike" u="none">
              <a:solidFill>
                <a:srgbClr val="000000"/>
              </a:solidFill>
              <a:uFillTx/>
              <a:latin typeface="Arial"/>
            </a:endParaRPr>
          </a:p>
          <a:p>
            <a:pPr marL="228600" indent="-228600" defTabSz="914400">
              <a:lnSpc>
                <a:spcPct val="90000"/>
              </a:lnSpc>
              <a:spcBef>
                <a:spcPts val="1001"/>
              </a:spcBef>
              <a:buClr>
                <a:srgbClr val="000000"/>
              </a:buClr>
              <a:buFont typeface="Arial"/>
              <a:buChar char="•"/>
            </a:pPr>
            <a:r>
              <a:rPr b="0" lang="de-DE" sz="2800" strike="noStrike" u="none">
                <a:solidFill>
                  <a:schemeClr val="dk1"/>
                </a:solidFill>
                <a:uFillTx/>
                <a:latin typeface="Calibri"/>
              </a:rPr>
              <a:t>Event-Loop Thread mit Queue, die vom Interpreter abgearbeitet wird</a:t>
            </a:r>
            <a:endParaRPr b="0" lang="de-DE" sz="2800" strike="noStrike" u="none">
              <a:solidFill>
                <a:srgbClr val="000000"/>
              </a:solidFill>
              <a:uFillTx/>
              <a:latin typeface="Arial"/>
            </a:endParaRPr>
          </a:p>
          <a:p>
            <a:pPr marL="228600" indent="-228600" defTabSz="914400">
              <a:lnSpc>
                <a:spcPct val="90000"/>
              </a:lnSpc>
              <a:spcBef>
                <a:spcPts val="1001"/>
              </a:spcBef>
              <a:buClr>
                <a:srgbClr val="000000"/>
              </a:buClr>
              <a:buFont typeface="Arial"/>
              <a:buChar char="•"/>
            </a:pPr>
            <a:r>
              <a:rPr b="0" lang="de-DE" sz="2800" strike="noStrike" u="none">
                <a:solidFill>
                  <a:schemeClr val="dk1"/>
                </a:solidFill>
                <a:uFillTx/>
                <a:latin typeface="Calibri"/>
              </a:rPr>
              <a:t>Beispiel: Ajax Aufruf</a:t>
            </a:r>
            <a:endParaRPr b="0" lang="de-DE" sz="2800" strike="noStrike" u="none">
              <a:solidFill>
                <a:srgbClr val="000000"/>
              </a:solidFill>
              <a:uFillTx/>
              <a:latin typeface="Arial"/>
            </a:endParaRPr>
          </a:p>
          <a:p>
            <a:pPr lvl="1" marL="685800" indent="-228600" defTabSz="914400">
              <a:lnSpc>
                <a:spcPct val="90000"/>
              </a:lnSpc>
              <a:spcBef>
                <a:spcPts val="499"/>
              </a:spcBef>
              <a:buClr>
                <a:srgbClr val="000000"/>
              </a:buClr>
              <a:buFont typeface="Arial"/>
              <a:buChar char="•"/>
            </a:pPr>
            <a:r>
              <a:rPr b="0" lang="de-DE" sz="2400" strike="noStrike" u="none">
                <a:solidFill>
                  <a:schemeClr val="dk1"/>
                </a:solidFill>
                <a:uFillTx/>
                <a:latin typeface="Calibri"/>
              </a:rPr>
              <a:t>JavaScript startet HTTP Request</a:t>
            </a:r>
            <a:endParaRPr b="0" lang="de-DE" sz="2400" strike="noStrike" u="none">
              <a:solidFill>
                <a:srgbClr val="000000"/>
              </a:solidFill>
              <a:uFillTx/>
              <a:latin typeface="Arial"/>
            </a:endParaRPr>
          </a:p>
          <a:p>
            <a:pPr lvl="1" marL="685800" indent="-228600" defTabSz="914400">
              <a:lnSpc>
                <a:spcPct val="90000"/>
              </a:lnSpc>
              <a:spcBef>
                <a:spcPts val="499"/>
              </a:spcBef>
              <a:buClr>
                <a:srgbClr val="000000"/>
              </a:buClr>
              <a:buFont typeface="Arial"/>
              <a:buChar char="•"/>
            </a:pPr>
            <a:r>
              <a:rPr b="0" lang="de-DE" sz="2400" strike="noStrike" u="none">
                <a:solidFill>
                  <a:schemeClr val="dk1"/>
                </a:solidFill>
                <a:uFillTx/>
                <a:latin typeface="Calibri"/>
              </a:rPr>
              <a:t>Interpreter wartet nicht bis Server geantwortet hat, UI würde einfrieren</a:t>
            </a:r>
            <a:endParaRPr b="0" lang="de-DE" sz="2400" strike="noStrike" u="none">
              <a:solidFill>
                <a:srgbClr val="000000"/>
              </a:solidFill>
              <a:uFillTx/>
              <a:latin typeface="Arial"/>
            </a:endParaRPr>
          </a:p>
          <a:p>
            <a:pPr lvl="1" marL="685800" indent="-228600" defTabSz="914400">
              <a:lnSpc>
                <a:spcPct val="90000"/>
              </a:lnSpc>
              <a:spcBef>
                <a:spcPts val="499"/>
              </a:spcBef>
              <a:buClr>
                <a:srgbClr val="000000"/>
              </a:buClr>
              <a:buFont typeface="Arial"/>
              <a:buChar char="•"/>
            </a:pPr>
            <a:r>
              <a:rPr b="0" lang="de-DE" sz="2400" strike="noStrike" u="none">
                <a:solidFill>
                  <a:schemeClr val="dk1"/>
                </a:solidFill>
                <a:uFillTx/>
                <a:latin typeface="Calibri"/>
              </a:rPr>
              <a:t>Interpreter arbeitet andere Sachen ab (Event-Loop)</a:t>
            </a:r>
            <a:endParaRPr b="0" lang="de-DE" sz="2400" strike="noStrike" u="none">
              <a:solidFill>
                <a:srgbClr val="000000"/>
              </a:solidFill>
              <a:uFillTx/>
              <a:latin typeface="Arial"/>
            </a:endParaRPr>
          </a:p>
          <a:p>
            <a:pPr lvl="1" marL="685800" indent="-228600" defTabSz="914400">
              <a:lnSpc>
                <a:spcPct val="90000"/>
              </a:lnSpc>
              <a:spcBef>
                <a:spcPts val="499"/>
              </a:spcBef>
              <a:buClr>
                <a:srgbClr val="000000"/>
              </a:buClr>
              <a:buFont typeface="Arial"/>
              <a:buChar char="•"/>
            </a:pPr>
            <a:r>
              <a:rPr b="0" lang="de-DE" sz="2400" strike="noStrike" u="none">
                <a:solidFill>
                  <a:schemeClr val="dk1"/>
                </a:solidFill>
                <a:uFillTx/>
                <a:latin typeface="Calibri"/>
              </a:rPr>
              <a:t>Nach Response, wird weiterer Code in Event-Loop-Queue eingestellt</a:t>
            </a:r>
            <a:endParaRPr b="0" lang="de-DE" sz="2400" strike="noStrike" u="none">
              <a:solidFill>
                <a:srgbClr val="000000"/>
              </a:solidFill>
              <a:uFillTx/>
              <a:latin typeface="Arial"/>
            </a:endParaRPr>
          </a:p>
          <a:p>
            <a:pPr lvl="1" marL="685800" indent="-228600" defTabSz="914400">
              <a:lnSpc>
                <a:spcPct val="90000"/>
              </a:lnSpc>
              <a:spcBef>
                <a:spcPts val="499"/>
              </a:spcBef>
              <a:buClr>
                <a:srgbClr val="000000"/>
              </a:buClr>
              <a:buFont typeface="Arial"/>
              <a:buChar char="•"/>
            </a:pPr>
            <a:r>
              <a:rPr b="0" lang="de-DE" sz="2400" strike="noStrike" u="none">
                <a:solidFill>
                  <a:schemeClr val="dk1"/>
                </a:solidFill>
                <a:uFillTx/>
                <a:latin typeface="Calibri"/>
              </a:rPr>
              <a:t>Code läuft erst wenn in Event-Loop an der Reihe</a:t>
            </a:r>
            <a:endParaRPr b="0" lang="de-DE" sz="2400" strike="noStrike" u="none">
              <a:solidFill>
                <a:srgbClr val="000000"/>
              </a:solidFill>
              <a:uFillTx/>
              <a:latin typeface="Arial"/>
            </a:endParaRPr>
          </a:p>
          <a:p>
            <a:pPr indent="0" defTabSz="914400">
              <a:lnSpc>
                <a:spcPct val="90000"/>
              </a:lnSpc>
              <a:spcBef>
                <a:spcPts val="1001"/>
              </a:spcBef>
              <a:buNone/>
              <a:tabLst>
                <a:tab algn="l" pos="0"/>
              </a:tabLst>
            </a:pPr>
            <a:endParaRPr b="0" lang="de-DE" sz="2800" strike="noStrike" u="none">
              <a:solidFill>
                <a:srgbClr val="000000"/>
              </a:solidFill>
              <a:uFillTx/>
              <a:latin typeface="Arial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182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54" name="PlaceHolder 1"/>
          <p:cNvSpPr>
            <a:spLocks noGrp="1"/>
          </p:cNvSpPr>
          <p:nvPr>
            <p:ph type="title"/>
          </p:nvPr>
        </p:nvSpPr>
        <p:spPr>
          <a:xfrm>
            <a:off x="838080" y="365040"/>
            <a:ext cx="10514520" cy="132444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ctr">
            <a:noAutofit/>
          </a:bodyPr>
          <a:p>
            <a:pPr indent="0" defTabSz="914400">
              <a:lnSpc>
                <a:spcPct val="90000"/>
              </a:lnSpc>
              <a:buNone/>
              <a:tabLst>
                <a:tab algn="l" pos="0"/>
              </a:tabLst>
            </a:pPr>
            <a:r>
              <a:rPr b="0" lang="de-DE" sz="4400" strike="noStrike" u="none">
                <a:solidFill>
                  <a:schemeClr val="dk1"/>
                </a:solidFill>
                <a:uFillTx/>
                <a:latin typeface="Calibri Light"/>
              </a:rPr>
              <a:t>Callback API </a:t>
            </a:r>
            <a:endParaRPr b="0" lang="de-DE" sz="4400" strike="noStrike" u="none">
              <a:solidFill>
                <a:srgbClr val="000000"/>
              </a:solidFill>
              <a:uFillTx/>
              <a:latin typeface="Arial"/>
            </a:endParaRPr>
          </a:p>
        </p:txBody>
      </p:sp>
      <p:sp>
        <p:nvSpPr>
          <p:cNvPr id="955" name="PlaceHolder 2"/>
          <p:cNvSpPr>
            <a:spLocks noGrp="1"/>
          </p:cNvSpPr>
          <p:nvPr>
            <p:ph/>
          </p:nvPr>
        </p:nvSpPr>
        <p:spPr>
          <a:xfrm>
            <a:off x="838080" y="1825560"/>
            <a:ext cx="10514520" cy="435024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t">
            <a:noAutofit/>
          </a:bodyPr>
          <a:p>
            <a:pPr marL="228600" indent="-228600" defTabSz="914400">
              <a:lnSpc>
                <a:spcPct val="90000"/>
              </a:lnSpc>
              <a:spcBef>
                <a:spcPts val="1001"/>
              </a:spcBef>
              <a:buClr>
                <a:srgbClr val="000000"/>
              </a:buClr>
              <a:buFont typeface="Arial"/>
              <a:buChar char="•"/>
            </a:pPr>
            <a:r>
              <a:rPr b="0" lang="de-DE" sz="2800" strike="noStrike" u="none">
                <a:solidFill>
                  <a:schemeClr val="dk1"/>
                </a:solidFill>
                <a:uFillTx/>
                <a:latin typeface="Calibri"/>
              </a:rPr>
              <a:t>Asynchroner Funktion wird Callback als zusätzlicher Parameter mitgegeben</a:t>
            </a:r>
            <a:endParaRPr b="0" lang="de-DE" sz="2800" strike="noStrike" u="none">
              <a:solidFill>
                <a:srgbClr val="000000"/>
              </a:solidFill>
              <a:uFillTx/>
              <a:latin typeface="Arial"/>
            </a:endParaRPr>
          </a:p>
          <a:p>
            <a:pPr marL="228600" indent="-228600" defTabSz="914400">
              <a:lnSpc>
                <a:spcPct val="90000"/>
              </a:lnSpc>
              <a:spcBef>
                <a:spcPts val="1001"/>
              </a:spcBef>
              <a:buClr>
                <a:srgbClr val="000000"/>
              </a:buClr>
              <a:buFont typeface="Arial"/>
              <a:buChar char="•"/>
            </a:pPr>
            <a:r>
              <a:rPr b="0" lang="de-DE" sz="2800" strike="noStrike" u="none">
                <a:solidFill>
                  <a:schemeClr val="dk1"/>
                </a:solidFill>
                <a:uFillTx/>
                <a:latin typeface="Calibri"/>
              </a:rPr>
              <a:t>Callback wird aufgerufen sobald Ergebnis bereit steht</a:t>
            </a:r>
            <a:endParaRPr b="0" lang="de-DE" sz="2800" strike="noStrike" u="none">
              <a:solidFill>
                <a:srgbClr val="000000"/>
              </a:solidFill>
              <a:uFillTx/>
              <a:latin typeface="Arial"/>
            </a:endParaRPr>
          </a:p>
          <a:p>
            <a:pPr marL="228600" indent="-228600" defTabSz="914400">
              <a:lnSpc>
                <a:spcPct val="90000"/>
              </a:lnSpc>
              <a:spcBef>
                <a:spcPts val="1001"/>
              </a:spcBef>
              <a:buClr>
                <a:srgbClr val="000000"/>
              </a:buClr>
              <a:buFont typeface="Arial"/>
              <a:buChar char="•"/>
            </a:pPr>
            <a:r>
              <a:rPr b="0" lang="de-DE" sz="2800" strike="noStrike" u="none">
                <a:solidFill>
                  <a:schemeClr val="dk1"/>
                </a:solidFill>
                <a:uFillTx/>
                <a:latin typeface="Calibri"/>
              </a:rPr>
              <a:t>Probleme</a:t>
            </a:r>
            <a:endParaRPr b="0" lang="de-DE" sz="2800" strike="noStrike" u="none">
              <a:solidFill>
                <a:srgbClr val="000000"/>
              </a:solidFill>
              <a:uFillTx/>
              <a:latin typeface="Arial"/>
            </a:endParaRPr>
          </a:p>
          <a:p>
            <a:pPr lvl="1" marL="685800" indent="-228600" defTabSz="914400">
              <a:lnSpc>
                <a:spcPct val="90000"/>
              </a:lnSpc>
              <a:spcBef>
                <a:spcPts val="499"/>
              </a:spcBef>
              <a:buClr>
                <a:srgbClr val="000000"/>
              </a:buClr>
              <a:buFont typeface="Arial"/>
              <a:buChar char="•"/>
            </a:pPr>
            <a:r>
              <a:rPr b="0" lang="de-DE" sz="2400" strike="noStrike" u="none">
                <a:solidFill>
                  <a:schemeClr val="dk1"/>
                </a:solidFill>
                <a:uFillTx/>
                <a:latin typeface="Calibri"/>
              </a:rPr>
              <a:t>Keine standardisierte API (Wie werden Fehler behandelt?)</a:t>
            </a:r>
            <a:endParaRPr b="0" lang="de-DE" sz="2400" strike="noStrike" u="none">
              <a:solidFill>
                <a:srgbClr val="000000"/>
              </a:solidFill>
              <a:uFillTx/>
              <a:latin typeface="Arial"/>
            </a:endParaRPr>
          </a:p>
          <a:p>
            <a:pPr lvl="1" marL="685800" indent="-228600" defTabSz="914400">
              <a:lnSpc>
                <a:spcPct val="90000"/>
              </a:lnSpc>
              <a:spcBef>
                <a:spcPts val="499"/>
              </a:spcBef>
              <a:buClr>
                <a:srgbClr val="000000"/>
              </a:buClr>
              <a:buFont typeface="Arial"/>
              <a:buChar char="•"/>
            </a:pPr>
            <a:r>
              <a:rPr b="0" lang="de-DE" sz="2400" strike="noStrike" u="none">
                <a:solidFill>
                  <a:schemeClr val="dk1"/>
                </a:solidFill>
                <a:uFillTx/>
                <a:latin typeface="Calibri"/>
              </a:rPr>
              <a:t>Mehrmalige oder spätere Nutzung kompliziert ("Callback-Hell")</a:t>
            </a:r>
            <a:endParaRPr b="0" lang="de-DE" sz="2400" strike="noStrike" u="none">
              <a:solidFill>
                <a:srgbClr val="000000"/>
              </a:solidFill>
              <a:uFillTx/>
              <a:latin typeface="Arial"/>
            </a:endParaRPr>
          </a:p>
          <a:p>
            <a:pPr lvl="1" marL="685800" indent="-228600" defTabSz="914400">
              <a:lnSpc>
                <a:spcPct val="90000"/>
              </a:lnSpc>
              <a:spcBef>
                <a:spcPts val="499"/>
              </a:spcBef>
              <a:buClr>
                <a:srgbClr val="000000"/>
              </a:buClr>
              <a:buFont typeface="Arial"/>
              <a:buChar char="•"/>
            </a:pPr>
            <a:r>
              <a:rPr b="0" lang="de-DE" sz="2400" strike="noStrike" u="none">
                <a:solidFill>
                  <a:schemeClr val="dk1"/>
                </a:solidFill>
                <a:uFillTx/>
                <a:latin typeface="Calibri"/>
              </a:rPr>
              <a:t>Abhängigkeit von mehreren asynchronen Ergebnissen sehr schwierig zu handhaben</a:t>
            </a:r>
            <a:endParaRPr b="0" lang="de-DE" sz="2400" strike="noStrike" u="none">
              <a:solidFill>
                <a:srgbClr val="000000"/>
              </a:solidFill>
              <a:uFillTx/>
              <a:latin typeface="Arial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183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56" name="PlaceHolder 1"/>
          <p:cNvSpPr>
            <a:spLocks noGrp="1"/>
          </p:cNvSpPr>
          <p:nvPr>
            <p:ph type="title"/>
          </p:nvPr>
        </p:nvSpPr>
        <p:spPr>
          <a:xfrm>
            <a:off x="838080" y="365040"/>
            <a:ext cx="10514520" cy="132444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ctr">
            <a:noAutofit/>
          </a:bodyPr>
          <a:p>
            <a:pPr indent="0" defTabSz="914400">
              <a:lnSpc>
                <a:spcPct val="90000"/>
              </a:lnSpc>
              <a:buNone/>
              <a:tabLst>
                <a:tab algn="l" pos="0"/>
              </a:tabLst>
            </a:pPr>
            <a:r>
              <a:rPr b="0" lang="de-DE" sz="4400" strike="noStrike" u="none">
                <a:solidFill>
                  <a:schemeClr val="dk1"/>
                </a:solidFill>
                <a:uFillTx/>
                <a:latin typeface="Calibri Light"/>
              </a:rPr>
              <a:t>Lösung sind Promises</a:t>
            </a:r>
            <a:endParaRPr b="0" lang="de-DE" sz="4400" strike="noStrike" u="none">
              <a:solidFill>
                <a:srgbClr val="000000"/>
              </a:solidFill>
              <a:uFillTx/>
              <a:latin typeface="Arial"/>
            </a:endParaRPr>
          </a:p>
        </p:txBody>
      </p:sp>
      <p:sp>
        <p:nvSpPr>
          <p:cNvPr id="957" name="PlaceHolder 2"/>
          <p:cNvSpPr>
            <a:spLocks noGrp="1"/>
          </p:cNvSpPr>
          <p:nvPr>
            <p:ph/>
          </p:nvPr>
        </p:nvSpPr>
        <p:spPr>
          <a:xfrm>
            <a:off x="838080" y="1825560"/>
            <a:ext cx="10514520" cy="435024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t">
            <a:noAutofit/>
          </a:bodyPr>
          <a:p>
            <a:pPr marL="228600" indent="-228600" defTabSz="914400">
              <a:lnSpc>
                <a:spcPct val="90000"/>
              </a:lnSpc>
              <a:spcBef>
                <a:spcPts val="1001"/>
              </a:spcBef>
              <a:buClr>
                <a:srgbClr val="000000"/>
              </a:buClr>
              <a:buFont typeface="Arial"/>
              <a:buChar char="•"/>
            </a:pPr>
            <a:r>
              <a:rPr b="0" lang="de-DE" sz="2800" strike="noStrike" u="none">
                <a:solidFill>
                  <a:schemeClr val="dk1"/>
                </a:solidFill>
                <a:uFillTx/>
                <a:latin typeface="Calibri"/>
              </a:rPr>
              <a:t>Stellvertreter für Ergebnis, das zunächst unbekannt ist (z.B. http-Aufruf)</a:t>
            </a:r>
            <a:endParaRPr b="0" lang="de-DE" sz="2800" strike="noStrike" u="none">
              <a:solidFill>
                <a:srgbClr val="000000"/>
              </a:solidFill>
              <a:uFillTx/>
              <a:latin typeface="Arial"/>
            </a:endParaRPr>
          </a:p>
          <a:p>
            <a:pPr marL="228600" indent="-228600" defTabSz="914400">
              <a:lnSpc>
                <a:spcPct val="90000"/>
              </a:lnSpc>
              <a:spcBef>
                <a:spcPts val="1001"/>
              </a:spcBef>
              <a:buClr>
                <a:srgbClr val="000000"/>
              </a:buClr>
              <a:buFont typeface="Arial"/>
              <a:buChar char="•"/>
            </a:pPr>
            <a:r>
              <a:rPr b="0" lang="de-DE" sz="2800" strike="noStrike" u="none">
                <a:solidFill>
                  <a:schemeClr val="dk1"/>
                </a:solidFill>
                <a:uFillTx/>
                <a:latin typeface="Calibri"/>
              </a:rPr>
              <a:t>Asynchronen Funktionen geben Promise zurück, kein Callback als Parameter</a:t>
            </a:r>
            <a:endParaRPr b="0" lang="de-DE" sz="2800" strike="noStrike" u="none">
              <a:solidFill>
                <a:srgbClr val="000000"/>
              </a:solidFill>
              <a:uFillTx/>
              <a:latin typeface="Arial"/>
            </a:endParaRPr>
          </a:p>
          <a:p>
            <a:pPr lvl="1" marL="685800" indent="-228600" defTabSz="914400">
              <a:lnSpc>
                <a:spcPct val="90000"/>
              </a:lnSpc>
              <a:spcBef>
                <a:spcPts val="499"/>
              </a:spcBef>
              <a:buClr>
                <a:srgbClr val="000000"/>
              </a:buClr>
              <a:buFont typeface="Arial"/>
              <a:buChar char="•"/>
            </a:pPr>
            <a:r>
              <a:rPr b="0" lang="de-DE" sz="2400" strike="noStrike" u="none">
                <a:solidFill>
                  <a:schemeClr val="dk1"/>
                </a:solidFill>
                <a:uFillTx/>
                <a:latin typeface="Calibri"/>
              </a:rPr>
              <a:t>Können erfüllt oder abgelehnt werden</a:t>
            </a:r>
            <a:endParaRPr b="0" lang="de-DE" sz="2400" strike="noStrike" u="none">
              <a:solidFill>
                <a:srgbClr val="000000"/>
              </a:solidFill>
              <a:uFillTx/>
              <a:latin typeface="Arial"/>
            </a:endParaRPr>
          </a:p>
          <a:p>
            <a:pPr lvl="1" marL="685800" indent="-228600" defTabSz="914400">
              <a:lnSpc>
                <a:spcPct val="90000"/>
              </a:lnSpc>
              <a:spcBef>
                <a:spcPts val="499"/>
              </a:spcBef>
              <a:buClr>
                <a:srgbClr val="000000"/>
              </a:buClr>
              <a:buFont typeface="Arial"/>
              <a:buChar char="•"/>
            </a:pPr>
            <a:r>
              <a:rPr b="0" lang="de-DE" sz="2400" strike="noStrike" u="none">
                <a:solidFill>
                  <a:schemeClr val="dk1"/>
                </a:solidFill>
                <a:uFillTx/>
                <a:latin typeface="Calibri"/>
              </a:rPr>
              <a:t>Bieten API für success- und error-Funktionen</a:t>
            </a:r>
            <a:endParaRPr b="0" lang="de-DE" sz="2400" strike="noStrike" u="none">
              <a:solidFill>
                <a:srgbClr val="000000"/>
              </a:solidFill>
              <a:uFillTx/>
              <a:latin typeface="Arial"/>
            </a:endParaRPr>
          </a:p>
          <a:p>
            <a:pPr marL="228600" indent="-228600" defTabSz="914400">
              <a:lnSpc>
                <a:spcPct val="90000"/>
              </a:lnSpc>
              <a:spcBef>
                <a:spcPts val="1001"/>
              </a:spcBef>
              <a:buClr>
                <a:srgbClr val="000000"/>
              </a:buClr>
              <a:buFont typeface="Arial"/>
              <a:buChar char="•"/>
            </a:pPr>
            <a:r>
              <a:rPr b="0" lang="de-DE" sz="2800" strike="noStrike" u="none">
                <a:solidFill>
                  <a:schemeClr val="dk1"/>
                </a:solidFill>
                <a:uFillTx/>
                <a:latin typeface="Calibri"/>
              </a:rPr>
              <a:t>Promise kann genau ein Mal aufgelöst werden</a:t>
            </a:r>
            <a:endParaRPr b="0" lang="de-DE" sz="2800" strike="noStrike" u="none">
              <a:solidFill>
                <a:srgbClr val="000000"/>
              </a:solidFill>
              <a:uFillTx/>
              <a:latin typeface="Arial"/>
            </a:endParaRPr>
          </a:p>
          <a:p>
            <a:pPr lvl="1" marL="685800" indent="-228600" defTabSz="914400">
              <a:lnSpc>
                <a:spcPct val="90000"/>
              </a:lnSpc>
              <a:spcBef>
                <a:spcPts val="499"/>
              </a:spcBef>
              <a:buClr>
                <a:srgbClr val="000000"/>
              </a:buClr>
              <a:buFont typeface="Arial"/>
              <a:buChar char="•"/>
            </a:pPr>
            <a:r>
              <a:rPr b="0" lang="de-DE" sz="2400" strike="noStrike" u="none">
                <a:solidFill>
                  <a:schemeClr val="dk1"/>
                </a:solidFill>
                <a:uFillTx/>
                <a:latin typeface="Wingdings"/>
              </a:rPr>
              <a:t></a:t>
            </a:r>
            <a:r>
              <a:rPr b="0" lang="de-DE" sz="2400" strike="noStrike" u="none">
                <a:solidFill>
                  <a:schemeClr val="dk1"/>
                </a:solidFill>
                <a:uFillTx/>
                <a:latin typeface="Calibri"/>
              </a:rPr>
              <a:t> </a:t>
            </a:r>
            <a:r>
              <a:rPr b="0" i="1" lang="de-DE" sz="2400" strike="noStrike" u="none">
                <a:solidFill>
                  <a:schemeClr val="dk1"/>
                </a:solidFill>
                <a:uFillTx/>
                <a:latin typeface="Calibri"/>
              </a:rPr>
              <a:t>Nicht geeignet für mehrere asynchrone Werte</a:t>
            </a:r>
            <a:endParaRPr b="0" lang="de-DE" sz="2400" strike="noStrike" u="none">
              <a:solidFill>
                <a:srgbClr val="000000"/>
              </a:solidFill>
              <a:uFillTx/>
              <a:latin typeface="Arial"/>
            </a:endParaRPr>
          </a:p>
          <a:p>
            <a:pPr indent="0" defTabSz="914400">
              <a:lnSpc>
                <a:spcPct val="90000"/>
              </a:lnSpc>
              <a:spcBef>
                <a:spcPts val="1001"/>
              </a:spcBef>
              <a:buNone/>
              <a:tabLst>
                <a:tab algn="l" pos="0"/>
              </a:tabLst>
            </a:pPr>
            <a:endParaRPr b="0" lang="de-DE" sz="2800" strike="noStrike" u="none">
              <a:solidFill>
                <a:srgbClr val="000000"/>
              </a:solidFill>
              <a:uFillTx/>
              <a:latin typeface="Arial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184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58" name="PlaceHolder 1"/>
          <p:cNvSpPr>
            <a:spLocks noGrp="1"/>
          </p:cNvSpPr>
          <p:nvPr>
            <p:ph type="title"/>
          </p:nvPr>
        </p:nvSpPr>
        <p:spPr>
          <a:xfrm>
            <a:off x="838080" y="365040"/>
            <a:ext cx="10514520" cy="132444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ctr">
            <a:noAutofit/>
          </a:bodyPr>
          <a:p>
            <a:pPr indent="0" defTabSz="914400">
              <a:lnSpc>
                <a:spcPct val="90000"/>
              </a:lnSpc>
              <a:buNone/>
              <a:tabLst>
                <a:tab algn="l" pos="0"/>
              </a:tabLst>
            </a:pPr>
            <a:r>
              <a:rPr b="0" lang="de-DE" sz="4400" strike="noStrike" u="none">
                <a:solidFill>
                  <a:schemeClr val="dk1"/>
                </a:solidFill>
                <a:uFillTx/>
                <a:latin typeface="Calibri Light"/>
              </a:rPr>
              <a:t>Promise Beispiel</a:t>
            </a:r>
            <a:endParaRPr b="0" lang="de-DE" sz="4400" strike="noStrike" u="none">
              <a:solidFill>
                <a:srgbClr val="000000"/>
              </a:solidFill>
              <a:uFillTx/>
              <a:latin typeface="Arial"/>
            </a:endParaRPr>
          </a:p>
        </p:txBody>
      </p:sp>
      <p:sp>
        <p:nvSpPr>
          <p:cNvPr id="959" name="PlaceHolder 2"/>
          <p:cNvSpPr>
            <a:spLocks noGrp="1"/>
          </p:cNvSpPr>
          <p:nvPr>
            <p:ph/>
          </p:nvPr>
        </p:nvSpPr>
        <p:spPr>
          <a:xfrm>
            <a:off x="838080" y="1825560"/>
            <a:ext cx="10514520" cy="435024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t">
            <a:noAutofit/>
          </a:bodyPr>
          <a:p>
            <a:pPr indent="0" defTabSz="914400">
              <a:lnSpc>
                <a:spcPct val="90000"/>
              </a:lnSpc>
              <a:spcBef>
                <a:spcPts val="1001"/>
              </a:spcBef>
              <a:buNone/>
              <a:tabLst>
                <a:tab algn="l" pos="0"/>
              </a:tabLst>
            </a:pPr>
            <a:r>
              <a:rPr b="0" lang="de-DE" sz="2800" strike="noStrike" u="none">
                <a:solidFill>
                  <a:srgbClr val="93a1a1"/>
                </a:solidFill>
                <a:uFillTx/>
                <a:latin typeface="SourceCodePro"/>
              </a:rPr>
              <a:t>// call to async function returns a promise</a:t>
            </a:r>
            <a:endParaRPr b="0" lang="de-DE" sz="2800" strike="noStrike" u="none">
              <a:solidFill>
                <a:srgbClr val="000000"/>
              </a:solidFill>
              <a:uFillTx/>
              <a:latin typeface="Arial"/>
            </a:endParaRPr>
          </a:p>
          <a:p>
            <a:pPr indent="0" defTabSz="914400">
              <a:lnSpc>
                <a:spcPct val="90000"/>
              </a:lnSpc>
              <a:spcBef>
                <a:spcPts val="1001"/>
              </a:spcBef>
              <a:buNone/>
              <a:tabLst>
                <a:tab algn="l" pos="0"/>
              </a:tabLst>
            </a:pPr>
            <a:r>
              <a:rPr b="0" lang="de-DE" sz="2800" strike="noStrike" u="none">
                <a:solidFill>
                  <a:srgbClr val="1e347b"/>
                </a:solidFill>
                <a:uFillTx/>
                <a:latin typeface="SourceCodePro"/>
              </a:rPr>
              <a:t>const</a:t>
            </a:r>
            <a:r>
              <a:rPr b="0" lang="de-DE" sz="2800" strike="noStrike" u="none">
                <a:solidFill>
                  <a:srgbClr val="48484c"/>
                </a:solidFill>
                <a:uFillTx/>
                <a:latin typeface="SourceCodePro"/>
              </a:rPr>
              <a:t> promise </a:t>
            </a:r>
            <a:r>
              <a:rPr b="0" lang="de-DE" sz="2800" strike="noStrike" u="none">
                <a:solidFill>
                  <a:srgbClr val="93a1a1"/>
                </a:solidFill>
                <a:uFillTx/>
                <a:latin typeface="SourceCodePro"/>
              </a:rPr>
              <a:t>=</a:t>
            </a:r>
            <a:r>
              <a:rPr b="0" lang="de-DE" sz="2800" strike="noStrike" u="none">
                <a:solidFill>
                  <a:srgbClr val="48484c"/>
                </a:solidFill>
                <a:uFillTx/>
                <a:latin typeface="SourceCodePro"/>
              </a:rPr>
              <a:t> doSomethingAsynchronous</a:t>
            </a:r>
            <a:r>
              <a:rPr b="0" lang="de-DE" sz="2800" strike="noStrike" u="none">
                <a:solidFill>
                  <a:srgbClr val="93a1a1"/>
                </a:solidFill>
                <a:uFillTx/>
                <a:latin typeface="SourceCodePro"/>
              </a:rPr>
              <a:t>();</a:t>
            </a:r>
            <a:r>
              <a:rPr b="0" lang="de-DE" sz="2800" strike="noStrike" u="none">
                <a:solidFill>
                  <a:srgbClr val="48484c"/>
                </a:solidFill>
                <a:uFillTx/>
                <a:latin typeface="SourceCodePro"/>
              </a:rPr>
              <a:t> </a:t>
            </a:r>
            <a:endParaRPr b="0" lang="de-DE" sz="2800" strike="noStrike" u="none">
              <a:solidFill>
                <a:srgbClr val="000000"/>
              </a:solidFill>
              <a:uFillTx/>
              <a:latin typeface="Arial"/>
            </a:endParaRPr>
          </a:p>
          <a:p>
            <a:pPr indent="0" defTabSz="914400">
              <a:lnSpc>
                <a:spcPct val="90000"/>
              </a:lnSpc>
              <a:spcBef>
                <a:spcPts val="1001"/>
              </a:spcBef>
              <a:buNone/>
              <a:tabLst>
                <a:tab algn="l" pos="0"/>
              </a:tabLst>
            </a:pPr>
            <a:r>
              <a:rPr b="0" lang="de-DE" sz="2800" strike="noStrike" u="none">
                <a:solidFill>
                  <a:srgbClr val="48484c"/>
                </a:solidFill>
                <a:uFillTx/>
                <a:latin typeface="SourceCodePro"/>
              </a:rPr>
              <a:t>promise</a:t>
            </a:r>
            <a:r>
              <a:rPr b="0" lang="de-DE" sz="2800" strike="noStrike" u="none">
                <a:solidFill>
                  <a:srgbClr val="93a1a1"/>
                </a:solidFill>
                <a:uFillTx/>
                <a:latin typeface="SourceCodePro"/>
              </a:rPr>
              <a:t>.</a:t>
            </a:r>
            <a:r>
              <a:rPr b="0" lang="de-DE" sz="2800" strike="noStrike" u="none">
                <a:solidFill>
                  <a:srgbClr val="48484c"/>
                </a:solidFill>
                <a:uFillTx/>
                <a:latin typeface="SourceCodePro"/>
              </a:rPr>
              <a:t>then</a:t>
            </a:r>
            <a:r>
              <a:rPr b="0" lang="de-DE" sz="2800" strike="noStrike" u="none">
                <a:solidFill>
                  <a:srgbClr val="93a1a1"/>
                </a:solidFill>
                <a:uFillTx/>
                <a:latin typeface="SourceCodePro"/>
              </a:rPr>
              <a:t>(</a:t>
            </a:r>
            <a:endParaRPr b="0" lang="de-DE" sz="2800" strike="noStrike" u="none">
              <a:solidFill>
                <a:srgbClr val="000000"/>
              </a:solidFill>
              <a:uFillTx/>
              <a:latin typeface="Arial"/>
            </a:endParaRPr>
          </a:p>
          <a:p>
            <a:pPr indent="0" defTabSz="914400">
              <a:lnSpc>
                <a:spcPct val="90000"/>
              </a:lnSpc>
              <a:spcBef>
                <a:spcPts val="1001"/>
              </a:spcBef>
              <a:buNone/>
              <a:tabLst>
                <a:tab algn="l" pos="0"/>
              </a:tabLst>
            </a:pPr>
            <a:r>
              <a:rPr b="0" lang="de-DE" sz="2800" strike="noStrike" u="none">
                <a:solidFill>
                  <a:srgbClr val="93a1a1"/>
                </a:solidFill>
                <a:uFillTx/>
                <a:latin typeface="SourceCodePro"/>
              </a:rPr>
              <a:t>	</a:t>
            </a:r>
            <a:r>
              <a:rPr b="0" lang="de-DE" sz="2800" strike="noStrike" u="none">
                <a:solidFill>
                  <a:srgbClr val="93a1a1"/>
                </a:solidFill>
                <a:uFillTx/>
                <a:latin typeface="SourceCodePro"/>
              </a:rPr>
              <a:t>(</a:t>
            </a:r>
            <a:r>
              <a:rPr b="0" lang="de-DE" sz="2800" strike="noStrike" u="none">
                <a:solidFill>
                  <a:srgbClr val="48484c"/>
                </a:solidFill>
                <a:uFillTx/>
                <a:latin typeface="SourceCodePro"/>
              </a:rPr>
              <a:t>result</a:t>
            </a:r>
            <a:r>
              <a:rPr b="0" lang="de-DE" sz="2800" strike="noStrike" u="none">
                <a:solidFill>
                  <a:srgbClr val="93a1a1"/>
                </a:solidFill>
                <a:uFillTx/>
                <a:latin typeface="SourceCodePro"/>
              </a:rPr>
              <a:t>)</a:t>
            </a:r>
            <a:r>
              <a:rPr b="0" lang="de-DE" sz="2800" strike="noStrike" u="none">
                <a:solidFill>
                  <a:srgbClr val="48484c"/>
                </a:solidFill>
                <a:uFillTx/>
                <a:latin typeface="SourceCodePro"/>
              </a:rPr>
              <a:t> </a:t>
            </a:r>
            <a:r>
              <a:rPr b="0" lang="de-DE" sz="2800" strike="noStrike" u="none">
                <a:solidFill>
                  <a:srgbClr val="93a1a1"/>
                </a:solidFill>
                <a:uFillTx/>
                <a:latin typeface="SourceCodePro"/>
              </a:rPr>
              <a:t>=&gt;</a:t>
            </a:r>
            <a:r>
              <a:rPr b="0" lang="de-DE" sz="2800" strike="noStrike" u="none">
                <a:solidFill>
                  <a:srgbClr val="48484c"/>
                </a:solidFill>
                <a:uFillTx/>
                <a:latin typeface="SourceCodePro"/>
              </a:rPr>
              <a:t> </a:t>
            </a:r>
            <a:r>
              <a:rPr b="0" lang="de-DE" sz="2800" strike="noStrike" u="none">
                <a:solidFill>
                  <a:srgbClr val="93a1a1"/>
                </a:solidFill>
                <a:uFillTx/>
                <a:latin typeface="SourceCodePro"/>
              </a:rPr>
              <a:t>{ return filter(result)</a:t>
            </a:r>
            <a:r>
              <a:rPr b="0" lang="de-DE" sz="2800" strike="noStrike" u="none">
                <a:solidFill>
                  <a:srgbClr val="48484c"/>
                </a:solidFill>
                <a:uFillTx/>
                <a:latin typeface="SourceCodePro"/>
              </a:rPr>
              <a:t> </a:t>
            </a:r>
            <a:r>
              <a:rPr b="0" lang="de-DE" sz="2800" strike="noStrike" u="none">
                <a:solidFill>
                  <a:srgbClr val="93a1a1"/>
                </a:solidFill>
                <a:uFillTx/>
                <a:latin typeface="SourceCodePro"/>
              </a:rPr>
              <a:t>},</a:t>
            </a:r>
            <a:r>
              <a:rPr b="0" lang="de-DE" sz="2800" strike="noStrike" u="none">
                <a:solidFill>
                  <a:srgbClr val="48484c"/>
                </a:solidFill>
                <a:uFillTx/>
                <a:latin typeface="SourceCodePro"/>
              </a:rPr>
              <a:t> </a:t>
            </a:r>
            <a:r>
              <a:rPr b="0" lang="de-DE" sz="2800" strike="noStrike" u="none">
                <a:solidFill>
                  <a:srgbClr val="93a1a1"/>
                </a:solidFill>
                <a:uFillTx/>
                <a:latin typeface="SourceCodePro"/>
              </a:rPr>
              <a:t>// success handler</a:t>
            </a:r>
            <a:endParaRPr b="0" lang="de-DE" sz="2800" strike="noStrike" u="none">
              <a:solidFill>
                <a:srgbClr val="000000"/>
              </a:solidFill>
              <a:uFillTx/>
              <a:latin typeface="Arial"/>
            </a:endParaRPr>
          </a:p>
          <a:p>
            <a:pPr indent="0" defTabSz="914400">
              <a:lnSpc>
                <a:spcPct val="90000"/>
              </a:lnSpc>
              <a:spcBef>
                <a:spcPts val="1001"/>
              </a:spcBef>
              <a:buNone/>
              <a:tabLst>
                <a:tab algn="l" pos="0"/>
              </a:tabLst>
            </a:pPr>
            <a:r>
              <a:rPr b="0" lang="de-DE" sz="2800" strike="noStrike" u="none">
                <a:solidFill>
                  <a:srgbClr val="93a1a1"/>
                </a:solidFill>
                <a:uFillTx/>
                <a:latin typeface="SourceCodePro"/>
              </a:rPr>
              <a:t>	</a:t>
            </a:r>
            <a:r>
              <a:rPr b="0" lang="de-DE" sz="2800" strike="noStrike" u="none">
                <a:solidFill>
                  <a:srgbClr val="93a1a1"/>
                </a:solidFill>
                <a:uFillTx/>
                <a:latin typeface="SourceCodePro"/>
              </a:rPr>
              <a:t>(</a:t>
            </a:r>
            <a:r>
              <a:rPr b="0" lang="de-DE" sz="2800" strike="noStrike" u="none">
                <a:solidFill>
                  <a:srgbClr val="48484c"/>
                </a:solidFill>
                <a:uFillTx/>
                <a:latin typeface="SourceCodePro"/>
              </a:rPr>
              <a:t>error</a:t>
            </a:r>
            <a:r>
              <a:rPr b="0" lang="de-DE" sz="2800" strike="noStrike" u="none">
                <a:solidFill>
                  <a:srgbClr val="93a1a1"/>
                </a:solidFill>
                <a:uFillTx/>
                <a:latin typeface="SourceCodePro"/>
              </a:rPr>
              <a:t>)</a:t>
            </a:r>
            <a:r>
              <a:rPr b="0" lang="de-DE" sz="2800" strike="noStrike" u="none">
                <a:solidFill>
                  <a:srgbClr val="48484c"/>
                </a:solidFill>
                <a:uFillTx/>
                <a:latin typeface="SourceCodePro"/>
              </a:rPr>
              <a:t> </a:t>
            </a:r>
            <a:r>
              <a:rPr b="0" lang="de-DE" sz="2800" strike="noStrike" u="none">
                <a:solidFill>
                  <a:srgbClr val="93a1a1"/>
                </a:solidFill>
                <a:uFillTx/>
                <a:latin typeface="SourceCodePro"/>
              </a:rPr>
              <a:t>=&gt;</a:t>
            </a:r>
            <a:r>
              <a:rPr b="0" lang="de-DE" sz="2800" strike="noStrike" u="none">
                <a:solidFill>
                  <a:srgbClr val="48484c"/>
                </a:solidFill>
                <a:uFillTx/>
                <a:latin typeface="SourceCodePro"/>
              </a:rPr>
              <a:t> </a:t>
            </a:r>
            <a:r>
              <a:rPr b="0" lang="de-DE" sz="2800" strike="noStrike" u="none">
                <a:solidFill>
                  <a:srgbClr val="93a1a1"/>
                </a:solidFill>
                <a:uFillTx/>
                <a:latin typeface="SourceCodePro"/>
              </a:rPr>
              <a:t>{</a:t>
            </a:r>
            <a:r>
              <a:rPr b="0" lang="de-DE" sz="2800" strike="noStrike" u="none">
                <a:solidFill>
                  <a:srgbClr val="48484c"/>
                </a:solidFill>
                <a:uFillTx/>
                <a:latin typeface="SourceCodePro"/>
              </a:rPr>
              <a:t> </a:t>
            </a:r>
            <a:r>
              <a:rPr b="0" lang="de-DE" sz="2800" strike="noStrike" u="none">
                <a:solidFill>
                  <a:srgbClr val="93a1a1"/>
                </a:solidFill>
                <a:uFillTx/>
                <a:latin typeface="SourceCodePro"/>
              </a:rPr>
              <a:t>}</a:t>
            </a:r>
            <a:r>
              <a:rPr b="0" lang="de-DE" sz="2800" strike="noStrike" u="none">
                <a:solidFill>
                  <a:srgbClr val="48484c"/>
                </a:solidFill>
                <a:uFillTx/>
                <a:latin typeface="SourceCodePro"/>
              </a:rPr>
              <a:t> </a:t>
            </a:r>
            <a:r>
              <a:rPr b="0" lang="de-DE" sz="2800" strike="noStrike" u="none">
                <a:solidFill>
                  <a:srgbClr val="93a1a1"/>
                </a:solidFill>
                <a:uFillTx/>
                <a:latin typeface="SourceCodePro"/>
              </a:rPr>
              <a:t>// error handler (optional)</a:t>
            </a:r>
            <a:endParaRPr b="0" lang="de-DE" sz="2800" strike="noStrike" u="none">
              <a:solidFill>
                <a:srgbClr val="000000"/>
              </a:solidFill>
              <a:uFillTx/>
              <a:latin typeface="Arial"/>
            </a:endParaRPr>
          </a:p>
          <a:p>
            <a:pPr indent="0" defTabSz="914400">
              <a:lnSpc>
                <a:spcPct val="90000"/>
              </a:lnSpc>
              <a:spcBef>
                <a:spcPts val="1001"/>
              </a:spcBef>
              <a:buNone/>
              <a:tabLst>
                <a:tab algn="l" pos="0"/>
              </a:tabLst>
            </a:pPr>
            <a:r>
              <a:rPr b="0" lang="de-DE" sz="2800" strike="noStrike" u="none">
                <a:solidFill>
                  <a:srgbClr val="93a1a1"/>
                </a:solidFill>
                <a:uFillTx/>
                <a:latin typeface="SourceCodePro"/>
              </a:rPr>
              <a:t>).then((result) =&gt;);</a:t>
            </a:r>
            <a:endParaRPr b="0" lang="de-DE" sz="2800" strike="noStrike" u="none">
              <a:solidFill>
                <a:srgbClr val="000000"/>
              </a:solidFill>
              <a:uFillTx/>
              <a:latin typeface="Arial"/>
            </a:endParaRPr>
          </a:p>
          <a:p>
            <a:pPr indent="0" defTabSz="914400">
              <a:lnSpc>
                <a:spcPct val="90000"/>
              </a:lnSpc>
              <a:spcBef>
                <a:spcPts val="1001"/>
              </a:spcBef>
              <a:buNone/>
              <a:tabLst>
                <a:tab algn="l" pos="0"/>
              </a:tabLst>
            </a:pPr>
            <a:endParaRPr b="0" lang="de-DE" sz="2800" strike="noStrike" u="none">
              <a:solidFill>
                <a:srgbClr val="000000"/>
              </a:solidFill>
              <a:uFillTx/>
              <a:latin typeface="Arial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185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60" name="PlaceHolder 1"/>
          <p:cNvSpPr>
            <a:spLocks noGrp="1"/>
          </p:cNvSpPr>
          <p:nvPr>
            <p:ph type="title"/>
          </p:nvPr>
        </p:nvSpPr>
        <p:spPr>
          <a:xfrm>
            <a:off x="838080" y="365040"/>
            <a:ext cx="10514520" cy="132444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ctr">
            <a:noAutofit/>
          </a:bodyPr>
          <a:p>
            <a:pPr indent="0" defTabSz="914400">
              <a:lnSpc>
                <a:spcPct val="90000"/>
              </a:lnSpc>
              <a:buNone/>
              <a:tabLst>
                <a:tab algn="l" pos="0"/>
              </a:tabLst>
            </a:pPr>
            <a:r>
              <a:rPr b="0" lang="de-DE" sz="4400" strike="noStrike" u="none">
                <a:solidFill>
                  <a:schemeClr val="dk1"/>
                </a:solidFill>
                <a:uFillTx/>
                <a:latin typeface="Calibri Light"/>
              </a:rPr>
              <a:t>Observable als Promise++</a:t>
            </a:r>
            <a:endParaRPr b="0" lang="de-DE" sz="4400" strike="noStrike" u="none">
              <a:solidFill>
                <a:srgbClr val="000000"/>
              </a:solidFill>
              <a:uFillTx/>
              <a:latin typeface="Arial"/>
            </a:endParaRPr>
          </a:p>
        </p:txBody>
      </p:sp>
      <p:sp>
        <p:nvSpPr>
          <p:cNvPr id="961" name="PlaceHolder 2"/>
          <p:cNvSpPr>
            <a:spLocks noGrp="1"/>
          </p:cNvSpPr>
          <p:nvPr>
            <p:ph/>
          </p:nvPr>
        </p:nvSpPr>
        <p:spPr>
          <a:xfrm>
            <a:off x="838080" y="1837080"/>
            <a:ext cx="10514520" cy="435024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t">
            <a:normAutofit lnSpcReduction="9999"/>
          </a:bodyPr>
          <a:p>
            <a:pPr marL="228600" indent="-228600" defTabSz="914400">
              <a:lnSpc>
                <a:spcPct val="90000"/>
              </a:lnSpc>
              <a:spcBef>
                <a:spcPts val="1001"/>
              </a:spcBef>
              <a:buClr>
                <a:srgbClr val="000000"/>
              </a:buClr>
              <a:buFont typeface="Arial"/>
              <a:buChar char="•"/>
            </a:pPr>
            <a:r>
              <a:rPr b="0" lang="de-DE" sz="2800" strike="noStrike" u="none">
                <a:solidFill>
                  <a:schemeClr val="dk1"/>
                </a:solidFill>
                <a:uFillTx/>
                <a:latin typeface="Calibri"/>
              </a:rPr>
              <a:t>Observables sind Streams von Events und Daten</a:t>
            </a:r>
            <a:endParaRPr b="0" lang="de-DE" sz="2800" strike="noStrike" u="none">
              <a:solidFill>
                <a:srgbClr val="000000"/>
              </a:solidFill>
              <a:uFillTx/>
              <a:latin typeface="Arial"/>
            </a:endParaRPr>
          </a:p>
          <a:p>
            <a:pPr lvl="1" marL="685800" indent="-228600" defTabSz="914400">
              <a:lnSpc>
                <a:spcPct val="90000"/>
              </a:lnSpc>
              <a:spcBef>
                <a:spcPts val="499"/>
              </a:spcBef>
              <a:buClr>
                <a:srgbClr val="000000"/>
              </a:buClr>
              <a:buFont typeface="Arial"/>
              <a:buChar char="•"/>
            </a:pPr>
            <a:r>
              <a:rPr b="0" lang="de-DE" sz="2400" strike="noStrike" u="none">
                <a:solidFill>
                  <a:schemeClr val="dk1"/>
                </a:solidFill>
                <a:uFillTx/>
                <a:latin typeface="Calibri"/>
              </a:rPr>
              <a:t>Aber auch Fehlern</a:t>
            </a:r>
            <a:endParaRPr b="0" lang="de-DE" sz="2400" strike="noStrike" u="none">
              <a:solidFill>
                <a:srgbClr val="000000"/>
              </a:solidFill>
              <a:uFillTx/>
              <a:latin typeface="Arial"/>
            </a:endParaRPr>
          </a:p>
          <a:p>
            <a:pPr indent="0" defTabSz="914400">
              <a:lnSpc>
                <a:spcPct val="90000"/>
              </a:lnSpc>
              <a:spcBef>
                <a:spcPts val="499"/>
              </a:spcBef>
              <a:buNone/>
              <a:tabLst>
                <a:tab algn="l" pos="0"/>
              </a:tabLst>
            </a:pPr>
            <a:endParaRPr b="0" lang="de-DE" sz="2400" strike="noStrike" u="none">
              <a:solidFill>
                <a:srgbClr val="000000"/>
              </a:solidFill>
              <a:uFillTx/>
              <a:latin typeface="Arial"/>
            </a:endParaRPr>
          </a:p>
          <a:p>
            <a:pPr marL="228600" indent="-228600" defTabSz="914400">
              <a:lnSpc>
                <a:spcPct val="90000"/>
              </a:lnSpc>
              <a:spcBef>
                <a:spcPts val="1001"/>
              </a:spcBef>
              <a:buClr>
                <a:srgbClr val="000000"/>
              </a:buClr>
              <a:buFont typeface="Arial"/>
              <a:buChar char="•"/>
              <a:tabLst>
                <a:tab algn="l" pos="0"/>
              </a:tabLst>
            </a:pPr>
            <a:r>
              <a:rPr b="0" lang="de-DE" sz="2800" strike="noStrike" u="none">
                <a:solidFill>
                  <a:schemeClr val="dk1"/>
                </a:solidFill>
                <a:uFillTx/>
                <a:latin typeface="Calibri"/>
              </a:rPr>
              <a:t>--a---b-c---d---X|</a:t>
            </a:r>
            <a:endParaRPr b="0" lang="de-DE" sz="2800" strike="noStrike" u="none">
              <a:solidFill>
                <a:srgbClr val="000000"/>
              </a:solidFill>
              <a:uFillTx/>
              <a:latin typeface="Arial"/>
            </a:endParaRPr>
          </a:p>
          <a:p>
            <a:pPr lvl="1" marL="685800" indent="-228600" defTabSz="914400">
              <a:lnSpc>
                <a:spcPct val="90000"/>
              </a:lnSpc>
              <a:spcBef>
                <a:spcPts val="499"/>
              </a:spcBef>
              <a:buClr>
                <a:srgbClr val="000000"/>
              </a:buClr>
              <a:buFont typeface="Arial"/>
              <a:buChar char="•"/>
              <a:tabLst>
                <a:tab algn="l" pos="0"/>
              </a:tabLst>
            </a:pPr>
            <a:r>
              <a:rPr b="0" lang="de-DE" sz="2400" strike="noStrike" u="none">
                <a:solidFill>
                  <a:schemeClr val="dk1"/>
                </a:solidFill>
                <a:uFillTx/>
                <a:latin typeface="Calibri"/>
              </a:rPr>
              <a:t>-- Zeitline</a:t>
            </a:r>
            <a:endParaRPr b="0" lang="de-DE" sz="2400" strike="noStrike" u="none">
              <a:solidFill>
                <a:srgbClr val="000000"/>
              </a:solidFill>
              <a:uFillTx/>
              <a:latin typeface="Arial"/>
            </a:endParaRPr>
          </a:p>
          <a:p>
            <a:pPr lvl="1" marL="685800" indent="-228600" defTabSz="914400">
              <a:lnSpc>
                <a:spcPct val="90000"/>
              </a:lnSpc>
              <a:spcBef>
                <a:spcPts val="499"/>
              </a:spcBef>
              <a:buClr>
                <a:srgbClr val="000000"/>
              </a:buClr>
              <a:buFont typeface="Arial"/>
              <a:buChar char="•"/>
              <a:tabLst>
                <a:tab algn="l" pos="0"/>
              </a:tabLst>
            </a:pPr>
            <a:r>
              <a:rPr b="0" lang="de-DE" sz="2400" strike="noStrike" u="none">
                <a:solidFill>
                  <a:schemeClr val="dk1"/>
                </a:solidFill>
                <a:uFillTx/>
                <a:latin typeface="Calibri"/>
              </a:rPr>
              <a:t>| Endsignal</a:t>
            </a:r>
            <a:endParaRPr b="0" lang="de-DE" sz="2400" strike="noStrike" u="none">
              <a:solidFill>
                <a:srgbClr val="000000"/>
              </a:solidFill>
              <a:uFillTx/>
              <a:latin typeface="Arial"/>
            </a:endParaRPr>
          </a:p>
          <a:p>
            <a:pPr lvl="1" marL="685800" indent="-228600" defTabSz="914400">
              <a:lnSpc>
                <a:spcPct val="90000"/>
              </a:lnSpc>
              <a:spcBef>
                <a:spcPts val="499"/>
              </a:spcBef>
              <a:buClr>
                <a:srgbClr val="000000"/>
              </a:buClr>
              <a:buFont typeface="Arial"/>
              <a:buChar char="•"/>
              <a:tabLst>
                <a:tab algn="l" pos="0"/>
              </a:tabLst>
            </a:pPr>
            <a:r>
              <a:rPr b="0" lang="de-DE" sz="2400" strike="noStrike" u="none">
                <a:solidFill>
                  <a:schemeClr val="dk1"/>
                </a:solidFill>
                <a:uFillTx/>
                <a:latin typeface="Calibri"/>
              </a:rPr>
              <a:t>a,b .. Ereignisse</a:t>
            </a:r>
            <a:endParaRPr b="0" lang="de-DE" sz="2400" strike="noStrike" u="none">
              <a:solidFill>
                <a:srgbClr val="000000"/>
              </a:solidFill>
              <a:uFillTx/>
              <a:latin typeface="Arial"/>
            </a:endParaRPr>
          </a:p>
          <a:p>
            <a:pPr indent="0" defTabSz="914400">
              <a:lnSpc>
                <a:spcPct val="90000"/>
              </a:lnSpc>
              <a:spcBef>
                <a:spcPts val="1001"/>
              </a:spcBef>
              <a:buNone/>
              <a:tabLst>
                <a:tab algn="l" pos="0"/>
              </a:tabLst>
            </a:pPr>
            <a:endParaRPr b="0" lang="de-DE" sz="2800" strike="noStrike" u="none">
              <a:solidFill>
                <a:srgbClr val="000000"/>
              </a:solidFill>
              <a:uFillTx/>
              <a:latin typeface="Arial"/>
            </a:endParaRPr>
          </a:p>
          <a:p>
            <a:pPr marL="228600" indent="-228600" defTabSz="914400">
              <a:lnSpc>
                <a:spcPct val="90000"/>
              </a:lnSpc>
              <a:spcBef>
                <a:spcPts val="1001"/>
              </a:spcBef>
              <a:buClr>
                <a:srgbClr val="000000"/>
              </a:buClr>
              <a:buFont typeface="Arial"/>
              <a:buChar char="•"/>
              <a:tabLst>
                <a:tab algn="l" pos="0"/>
              </a:tabLst>
            </a:pPr>
            <a:r>
              <a:rPr b="0" lang="de-DE" sz="2800" strike="noStrike" u="none">
                <a:solidFill>
                  <a:schemeClr val="dk1"/>
                </a:solidFill>
                <a:uFillTx/>
                <a:latin typeface="Calibri"/>
              </a:rPr>
              <a:t>Schönere und interaktive Visualisierung</a:t>
            </a:r>
            <a:endParaRPr b="0" lang="de-DE" sz="2800" strike="noStrike" u="none">
              <a:solidFill>
                <a:srgbClr val="000000"/>
              </a:solidFill>
              <a:uFillTx/>
              <a:latin typeface="Arial"/>
            </a:endParaRPr>
          </a:p>
          <a:p>
            <a:pPr marL="228600" indent="-228600" defTabSz="914400">
              <a:lnSpc>
                <a:spcPct val="90000"/>
              </a:lnSpc>
              <a:spcBef>
                <a:spcPts val="1001"/>
              </a:spcBef>
              <a:buClr>
                <a:srgbClr val="000000"/>
              </a:buClr>
              <a:buFont typeface="Arial"/>
              <a:buChar char="•"/>
              <a:tabLst>
                <a:tab algn="l" pos="0"/>
              </a:tabLst>
            </a:pPr>
            <a:r>
              <a:rPr b="0" lang="de-DE" sz="2800" strike="noStrike" u="sng">
                <a:solidFill>
                  <a:schemeClr val="dk1"/>
                </a:solidFill>
                <a:uFillTx/>
                <a:latin typeface="Calibri"/>
                <a:hlinkClick r:id="rId1"/>
              </a:rPr>
              <a:t>https://rxmarbles.com</a:t>
            </a:r>
            <a:endParaRPr b="0" lang="de-DE" sz="2800" strike="noStrike" u="none">
              <a:solidFill>
                <a:srgbClr val="000000"/>
              </a:solidFill>
              <a:uFillTx/>
              <a:latin typeface="Arial"/>
            </a:endParaRPr>
          </a:p>
          <a:p>
            <a:pPr indent="0" defTabSz="914400">
              <a:lnSpc>
                <a:spcPct val="90000"/>
              </a:lnSpc>
              <a:spcBef>
                <a:spcPts val="1001"/>
              </a:spcBef>
              <a:buNone/>
              <a:tabLst>
                <a:tab algn="l" pos="0"/>
              </a:tabLst>
            </a:pPr>
            <a:endParaRPr b="0" lang="de-DE" sz="2800" strike="noStrike" u="none">
              <a:solidFill>
                <a:srgbClr val="000000"/>
              </a:solidFill>
              <a:uFillTx/>
              <a:latin typeface="Arial"/>
            </a:endParaRPr>
          </a:p>
        </p:txBody>
      </p:sp>
      <p:sp>
        <p:nvSpPr>
          <p:cNvPr id="962" name="Abgerundetes Rechteck 3"/>
          <p:cNvSpPr/>
          <p:nvPr/>
        </p:nvSpPr>
        <p:spPr>
          <a:xfrm>
            <a:off x="7426800" y="3152160"/>
            <a:ext cx="1218240" cy="1032120"/>
          </a:xfrm>
          <a:prstGeom prst="roundRect">
            <a:avLst>
              <a:gd name="adj" fmla="val 16667"/>
            </a:avLst>
          </a:prstGeom>
          <a:solidFill>
            <a:srgbClr val="1d9a78"/>
          </a:solidFill>
          <a:ln>
            <a:solidFill>
              <a:srgbClr val="157158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 algn="ctr" defTabSz="914400">
              <a:lnSpc>
                <a:spcPct val="100000"/>
              </a:lnSpc>
            </a:pPr>
            <a:r>
              <a:rPr b="0" lang="de-DE" sz="1800" strike="noStrike" u="none">
                <a:solidFill>
                  <a:schemeClr val="lt1"/>
                </a:solidFill>
                <a:uFillTx/>
                <a:latin typeface="Calibri"/>
              </a:rPr>
              <a:t>Observer</a:t>
            </a:r>
            <a:endParaRPr b="0" lang="de-DE" sz="1800" strike="noStrike" u="none">
              <a:solidFill>
                <a:srgbClr val="ffffff"/>
              </a:solidFill>
              <a:uFillTx/>
              <a:latin typeface="Arial"/>
            </a:endParaRPr>
          </a:p>
        </p:txBody>
      </p:sp>
      <p:sp>
        <p:nvSpPr>
          <p:cNvPr id="963" name="Abgerundetes Rechteck 4"/>
          <p:cNvSpPr/>
          <p:nvPr/>
        </p:nvSpPr>
        <p:spPr>
          <a:xfrm>
            <a:off x="10134720" y="3152160"/>
            <a:ext cx="1454040" cy="1032120"/>
          </a:xfrm>
          <a:prstGeom prst="roundRect">
            <a:avLst>
              <a:gd name="adj" fmla="val 16667"/>
            </a:avLst>
          </a:prstGeom>
          <a:solidFill>
            <a:srgbClr val="1d9a78"/>
          </a:solidFill>
          <a:ln>
            <a:solidFill>
              <a:srgbClr val="157158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 algn="ctr" defTabSz="914400">
              <a:lnSpc>
                <a:spcPct val="100000"/>
              </a:lnSpc>
            </a:pPr>
            <a:r>
              <a:rPr b="0" lang="de-DE" sz="1800" strike="noStrike" u="none">
                <a:solidFill>
                  <a:schemeClr val="lt1"/>
                </a:solidFill>
                <a:uFillTx/>
                <a:latin typeface="Calibri"/>
              </a:rPr>
              <a:t>Observables</a:t>
            </a:r>
            <a:endParaRPr b="0" lang="de-DE" sz="1800" strike="noStrike" u="none">
              <a:solidFill>
                <a:srgbClr val="ffffff"/>
              </a:solidFill>
              <a:uFillTx/>
              <a:latin typeface="Arial"/>
            </a:endParaRPr>
          </a:p>
        </p:txBody>
      </p:sp>
      <p:sp>
        <p:nvSpPr>
          <p:cNvPr id="964" name="Abgerundetes Rechteck 5"/>
          <p:cNvSpPr/>
          <p:nvPr/>
        </p:nvSpPr>
        <p:spPr>
          <a:xfrm>
            <a:off x="9352080" y="2557440"/>
            <a:ext cx="2638080" cy="504360"/>
          </a:xfrm>
          <a:prstGeom prst="roundRect">
            <a:avLst>
              <a:gd name="adj" fmla="val 16667"/>
            </a:avLst>
          </a:prstGeom>
          <a:solidFill>
            <a:srgbClr val="36afce"/>
          </a:solidFill>
          <a:ln>
            <a:solidFill>
              <a:srgbClr val="278198"/>
            </a:solidFill>
          </a:ln>
        </p:spPr>
        <p:style>
          <a:lnRef idx="2">
            <a:schemeClr val="accent3">
              <a:shade val="50000"/>
            </a:schemeClr>
          </a:lnRef>
          <a:fillRef idx="1">
            <a:schemeClr val="accent3"/>
          </a:fillRef>
          <a:effectRef idx="0">
            <a:schemeClr val="accent3"/>
          </a:effectRef>
          <a:fontRef idx="minor"/>
        </p:style>
        <p:txBody>
          <a:bodyPr lIns="90000" rIns="90000" tIns="45000" bIns="45000" anchor="ctr">
            <a:noAutofit/>
          </a:bodyPr>
          <a:p>
            <a:pPr algn="ctr" defTabSz="914400">
              <a:lnSpc>
                <a:spcPct val="100000"/>
              </a:lnSpc>
            </a:pPr>
            <a:endParaRPr b="0" lang="de-DE" sz="1800" strike="noStrike" u="none">
              <a:solidFill>
                <a:schemeClr val="lt1"/>
              </a:solidFill>
              <a:uFillTx/>
              <a:latin typeface="Calibri"/>
            </a:endParaRPr>
          </a:p>
        </p:txBody>
      </p:sp>
      <p:sp>
        <p:nvSpPr>
          <p:cNvPr id="965" name="Textfeld 6"/>
          <p:cNvSpPr/>
          <p:nvPr/>
        </p:nvSpPr>
        <p:spPr>
          <a:xfrm>
            <a:off x="9617400" y="2289600"/>
            <a:ext cx="873360" cy="3639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wrap="none" lIns="90000" rIns="90000" tIns="45000" bIns="45000" anchor="t">
            <a:spAutoFit/>
          </a:bodyPr>
          <a:p>
            <a:pPr defTabSz="914400">
              <a:lnSpc>
                <a:spcPct val="100000"/>
              </a:lnSpc>
            </a:pPr>
            <a:r>
              <a:rPr b="0" lang="de-DE" sz="1800" strike="noStrike" u="none">
                <a:solidFill>
                  <a:schemeClr val="dk1"/>
                </a:solidFill>
                <a:uFillTx/>
                <a:latin typeface="Calibri"/>
              </a:rPr>
              <a:t>listener</a:t>
            </a:r>
            <a:endParaRPr b="0" lang="de-DE" sz="1800" strike="noStrike" u="none">
              <a:solidFill>
                <a:srgbClr val="000000"/>
              </a:solidFill>
              <a:uFillTx/>
              <a:latin typeface="Arial"/>
            </a:endParaRPr>
          </a:p>
        </p:txBody>
      </p:sp>
      <p:cxnSp>
        <p:nvCxnSpPr>
          <p:cNvPr id="966" name="Gerade Verbindung mit Pfeil 8"/>
          <p:cNvCxnSpPr/>
          <p:nvPr/>
        </p:nvCxnSpPr>
        <p:spPr>
          <a:xfrm>
            <a:off x="8564040" y="3902760"/>
            <a:ext cx="1571400" cy="1080"/>
          </a:xfrm>
          <a:prstGeom prst="straightConnector1">
            <a:avLst/>
          </a:prstGeom>
          <a:ln w="0">
            <a:solidFill>
              <a:srgbClr val="1d9a78"/>
            </a:solidFill>
            <a:tailEnd len="med" type="triangle" w="med"/>
          </a:ln>
        </p:spPr>
      </p:cxnSp>
      <p:sp>
        <p:nvSpPr>
          <p:cNvPr id="967" name="Textfeld 9"/>
          <p:cNvSpPr/>
          <p:nvPr/>
        </p:nvSpPr>
        <p:spPr>
          <a:xfrm>
            <a:off x="8420040" y="3957480"/>
            <a:ext cx="1856880" cy="3639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wrap="none" lIns="90000" rIns="90000" tIns="45000" bIns="45000" anchor="t">
            <a:spAutoFit/>
          </a:bodyPr>
          <a:p>
            <a:pPr defTabSz="914400">
              <a:lnSpc>
                <a:spcPct val="100000"/>
              </a:lnSpc>
            </a:pPr>
            <a:r>
              <a:rPr b="0" lang="de-DE" sz="1800" strike="noStrike" u="none">
                <a:solidFill>
                  <a:schemeClr val="dk1"/>
                </a:solidFill>
                <a:uFillTx/>
                <a:latin typeface="Calibri"/>
              </a:rPr>
              <a:t>addObserver(this)</a:t>
            </a:r>
            <a:endParaRPr b="0" lang="de-DE" sz="1800" strike="noStrike" u="none">
              <a:solidFill>
                <a:srgbClr val="000000"/>
              </a:solidFill>
              <a:uFillTx/>
              <a:latin typeface="Arial"/>
            </a:endParaRPr>
          </a:p>
        </p:txBody>
      </p:sp>
      <p:cxnSp>
        <p:nvCxnSpPr>
          <p:cNvPr id="968" name="Gerade Verbindung mit Pfeil 11"/>
          <p:cNvCxnSpPr/>
          <p:nvPr/>
        </p:nvCxnSpPr>
        <p:spPr>
          <a:xfrm flipV="1">
            <a:off x="8467200" y="2809800"/>
            <a:ext cx="1257480" cy="604440"/>
          </a:xfrm>
          <a:prstGeom prst="straightConnector1">
            <a:avLst/>
          </a:prstGeom>
          <a:ln w="0">
            <a:solidFill>
              <a:srgbClr val="000000"/>
            </a:solidFill>
            <a:tailEnd len="med" type="triangle" w="med"/>
          </a:ln>
        </p:spPr>
      </p:cxnSp>
      <p:cxnSp>
        <p:nvCxnSpPr>
          <p:cNvPr id="969" name="Gerade Verbindung 13"/>
          <p:cNvCxnSpPr/>
          <p:nvPr/>
        </p:nvCxnSpPr>
        <p:spPr>
          <a:xfrm flipV="1">
            <a:off x="9898560" y="2530440"/>
            <a:ext cx="1080" cy="533160"/>
          </a:xfrm>
          <a:prstGeom prst="straightConnector1">
            <a:avLst/>
          </a:prstGeom>
          <a:ln w="0">
            <a:solidFill>
              <a:srgbClr val="1d9a78"/>
            </a:solidFill>
          </a:ln>
        </p:spPr>
      </p:cxnSp>
      <p:sp>
        <p:nvSpPr>
          <p:cNvPr id="970" name="Textfeld 15"/>
          <p:cNvSpPr/>
          <p:nvPr/>
        </p:nvSpPr>
        <p:spPr>
          <a:xfrm>
            <a:off x="9898560" y="4401000"/>
            <a:ext cx="2177640" cy="11869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spAutoFit/>
          </a:bodyPr>
          <a:p>
            <a:pPr defTabSz="914400">
              <a:lnSpc>
                <a:spcPct val="100000"/>
              </a:lnSpc>
            </a:pPr>
            <a:r>
              <a:rPr b="0" lang="de-DE" sz="1800" strike="noStrike" u="none">
                <a:solidFill>
                  <a:schemeClr val="dk1"/>
                </a:solidFill>
                <a:uFillTx/>
                <a:latin typeface="Calibri"/>
              </a:rPr>
              <a:t>for(l in listener){</a:t>
            </a:r>
            <a:endParaRPr b="0" lang="de-DE" sz="1800" strike="noStrike" u="none">
              <a:solidFill>
                <a:srgbClr val="000000"/>
              </a:solidFill>
              <a:uFillTx/>
              <a:latin typeface="Arial"/>
            </a:endParaRPr>
          </a:p>
          <a:p>
            <a:pPr defTabSz="914400">
              <a:lnSpc>
                <a:spcPct val="100000"/>
              </a:lnSpc>
            </a:pPr>
            <a:r>
              <a:rPr b="0" lang="de-DE" sz="1800" strike="noStrike" u="none">
                <a:solidFill>
                  <a:schemeClr val="dk1"/>
                </a:solidFill>
                <a:uFillTx/>
                <a:latin typeface="Calibri"/>
              </a:rPr>
              <a:t>   </a:t>
            </a:r>
            <a:r>
              <a:rPr b="0" lang="de-DE" sz="1800" strike="noStrike" u="none">
                <a:solidFill>
                  <a:schemeClr val="dk1"/>
                </a:solidFill>
                <a:uFillTx/>
                <a:latin typeface="Calibri"/>
              </a:rPr>
              <a:t>l.notify(oldWeight, this.weight)</a:t>
            </a:r>
            <a:endParaRPr b="0" lang="de-DE" sz="1800" strike="noStrike" u="none">
              <a:solidFill>
                <a:srgbClr val="000000"/>
              </a:solidFill>
              <a:uFillTx/>
              <a:latin typeface="Arial"/>
            </a:endParaRPr>
          </a:p>
          <a:p>
            <a:pPr defTabSz="914400">
              <a:lnSpc>
                <a:spcPct val="100000"/>
              </a:lnSpc>
            </a:pPr>
            <a:r>
              <a:rPr b="0" lang="de-DE" sz="1800" strike="noStrike" u="none">
                <a:solidFill>
                  <a:schemeClr val="dk1"/>
                </a:solidFill>
                <a:uFillTx/>
                <a:latin typeface="Calibri"/>
              </a:rPr>
              <a:t>}</a:t>
            </a:r>
            <a:endParaRPr b="0" lang="de-DE" sz="1800" strike="noStrike" u="none">
              <a:solidFill>
                <a:srgbClr val="000000"/>
              </a:solidFill>
              <a:uFillTx/>
              <a:latin typeface="Arial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186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71" name="PlaceHolder 1"/>
          <p:cNvSpPr>
            <a:spLocks noGrp="1"/>
          </p:cNvSpPr>
          <p:nvPr>
            <p:ph type="title"/>
          </p:nvPr>
        </p:nvSpPr>
        <p:spPr>
          <a:xfrm>
            <a:off x="838080" y="365040"/>
            <a:ext cx="10514520" cy="132444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ctr">
            <a:normAutofit fontScale="70000" lnSpcReduction="19999"/>
          </a:bodyPr>
          <a:p>
            <a:pPr indent="0" defTabSz="914400">
              <a:lnSpc>
                <a:spcPct val="90000"/>
              </a:lnSpc>
              <a:buNone/>
              <a:tabLst>
                <a:tab algn="l" pos="0"/>
              </a:tabLst>
            </a:pPr>
            <a:br>
              <a:rPr sz="4400"/>
            </a:br>
            <a:r>
              <a:rPr b="0" lang="de-DE" sz="4400" strike="noStrike" u="none">
                <a:solidFill>
                  <a:schemeClr val="dk1"/>
                </a:solidFill>
                <a:uFillTx/>
                <a:latin typeface="Calibri Light"/>
              </a:rPr>
              <a:t>Methoden für Zwischenverarbeitung</a:t>
            </a:r>
            <a:br>
              <a:rPr sz="4400"/>
            </a:br>
            <a:endParaRPr b="0" lang="de-DE" sz="4400" strike="noStrike" u="none">
              <a:solidFill>
                <a:srgbClr val="000000"/>
              </a:solidFill>
              <a:uFillTx/>
              <a:latin typeface="Arial"/>
            </a:endParaRPr>
          </a:p>
        </p:txBody>
      </p:sp>
      <p:sp>
        <p:nvSpPr>
          <p:cNvPr id="972" name="PlaceHolder 2"/>
          <p:cNvSpPr>
            <a:spLocks noGrp="1"/>
          </p:cNvSpPr>
          <p:nvPr>
            <p:ph/>
          </p:nvPr>
        </p:nvSpPr>
        <p:spPr>
          <a:xfrm>
            <a:off x="838080" y="1825560"/>
            <a:ext cx="10514520" cy="435024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t">
            <a:normAutofit fontScale="92500" lnSpcReduction="19999"/>
          </a:bodyPr>
          <a:p>
            <a:pPr marL="228600" indent="-228600" defTabSz="914400">
              <a:lnSpc>
                <a:spcPct val="90000"/>
              </a:lnSpc>
              <a:spcBef>
                <a:spcPts val="1001"/>
              </a:spcBef>
              <a:buClr>
                <a:srgbClr val="000000"/>
              </a:buClr>
              <a:buFont typeface="Arial"/>
              <a:buChar char="•"/>
            </a:pPr>
            <a:r>
              <a:rPr b="0" lang="de-DE" sz="2800" strike="noStrike" u="none">
                <a:solidFill>
                  <a:schemeClr val="dk1"/>
                </a:solidFill>
                <a:uFillTx/>
                <a:latin typeface="Calibri"/>
              </a:rPr>
              <a:t>Häufig genutzte Methoden: </a:t>
            </a:r>
            <a:endParaRPr b="0" lang="de-DE" sz="2800" strike="noStrike" u="none">
              <a:solidFill>
                <a:srgbClr val="000000"/>
              </a:solidFill>
              <a:uFillTx/>
              <a:latin typeface="Arial"/>
            </a:endParaRPr>
          </a:p>
          <a:p>
            <a:pPr lvl="1" marL="685800" indent="-228600" defTabSz="914400">
              <a:lnSpc>
                <a:spcPct val="90000"/>
              </a:lnSpc>
              <a:spcBef>
                <a:spcPts val="499"/>
              </a:spcBef>
              <a:buClr>
                <a:srgbClr val="000000"/>
              </a:buClr>
              <a:buFont typeface="Arial"/>
              <a:buChar char="•"/>
            </a:pPr>
            <a:r>
              <a:rPr b="0" lang="de-DE" sz="2400" strike="noStrike" u="none">
                <a:solidFill>
                  <a:schemeClr val="dk1"/>
                </a:solidFill>
                <a:uFillTx/>
                <a:latin typeface="Calibri"/>
              </a:rPr>
              <a:t>map für Transformation</a:t>
            </a:r>
            <a:endParaRPr b="0" lang="de-DE" sz="2400" strike="noStrike" u="none">
              <a:solidFill>
                <a:srgbClr val="000000"/>
              </a:solidFill>
              <a:uFillTx/>
              <a:latin typeface="Arial"/>
            </a:endParaRPr>
          </a:p>
          <a:p>
            <a:pPr lvl="1" marL="685800" indent="-228600" defTabSz="914400">
              <a:lnSpc>
                <a:spcPct val="90000"/>
              </a:lnSpc>
              <a:spcBef>
                <a:spcPts val="499"/>
              </a:spcBef>
              <a:buClr>
                <a:srgbClr val="000000"/>
              </a:buClr>
              <a:buFont typeface="Arial"/>
              <a:buChar char="•"/>
            </a:pPr>
            <a:r>
              <a:rPr b="0" lang="de-DE" sz="2400" strike="noStrike" u="none">
                <a:solidFill>
                  <a:schemeClr val="dk1"/>
                </a:solidFill>
                <a:uFillTx/>
                <a:latin typeface="Calibri"/>
              </a:rPr>
              <a:t>debounce für Verzögerung</a:t>
            </a:r>
            <a:endParaRPr b="0" lang="de-DE" sz="2400" strike="noStrike" u="none">
              <a:solidFill>
                <a:srgbClr val="000000"/>
              </a:solidFill>
              <a:uFillTx/>
              <a:latin typeface="Arial"/>
            </a:endParaRPr>
          </a:p>
          <a:p>
            <a:pPr lvl="1" marL="685800" indent="-228600" defTabSz="914400">
              <a:lnSpc>
                <a:spcPct val="90000"/>
              </a:lnSpc>
              <a:spcBef>
                <a:spcPts val="499"/>
              </a:spcBef>
              <a:buClr>
                <a:srgbClr val="000000"/>
              </a:buClr>
              <a:buFont typeface="Arial"/>
              <a:buChar char="•"/>
            </a:pPr>
            <a:r>
              <a:rPr b="0" lang="de-DE" sz="2400" strike="noStrike" u="none">
                <a:solidFill>
                  <a:schemeClr val="dk1"/>
                </a:solidFill>
                <a:uFillTx/>
                <a:latin typeface="Calibri"/>
              </a:rPr>
              <a:t>filter zum Aussortieren</a:t>
            </a:r>
            <a:endParaRPr b="0" lang="de-DE" sz="2400" strike="noStrike" u="none">
              <a:solidFill>
                <a:srgbClr val="000000"/>
              </a:solidFill>
              <a:uFillTx/>
              <a:latin typeface="Arial"/>
            </a:endParaRPr>
          </a:p>
          <a:p>
            <a:pPr marL="228600" indent="-228600" defTabSz="914400">
              <a:lnSpc>
                <a:spcPct val="90000"/>
              </a:lnSpc>
              <a:spcBef>
                <a:spcPts val="1001"/>
              </a:spcBef>
              <a:buClr>
                <a:srgbClr val="000000"/>
              </a:buClr>
              <a:buFont typeface="Arial"/>
              <a:buChar char="•"/>
            </a:pPr>
            <a:r>
              <a:rPr b="0" lang="de-DE" sz="2800" strike="noStrike" u="none">
                <a:solidFill>
                  <a:schemeClr val="dk1"/>
                </a:solidFill>
                <a:uFillTx/>
                <a:latin typeface="Calibri"/>
              </a:rPr>
              <a:t>Jede Transformation gibt wieder Observable zurück</a:t>
            </a:r>
            <a:endParaRPr b="0" lang="de-DE" sz="2800" strike="noStrike" u="none">
              <a:solidFill>
                <a:srgbClr val="000000"/>
              </a:solidFill>
              <a:uFillTx/>
              <a:latin typeface="Arial"/>
            </a:endParaRPr>
          </a:p>
          <a:p>
            <a:pPr indent="0" defTabSz="914400">
              <a:lnSpc>
                <a:spcPct val="90000"/>
              </a:lnSpc>
              <a:spcBef>
                <a:spcPts val="1001"/>
              </a:spcBef>
              <a:buNone/>
              <a:tabLst>
                <a:tab algn="l" pos="0"/>
              </a:tabLst>
            </a:pPr>
            <a:endParaRPr b="0" lang="de-DE" sz="2800" strike="noStrike" u="none">
              <a:solidFill>
                <a:srgbClr val="000000"/>
              </a:solidFill>
              <a:uFillTx/>
              <a:latin typeface="Arial"/>
            </a:endParaRPr>
          </a:p>
          <a:p>
            <a:pPr indent="0" defTabSz="914400">
              <a:lnSpc>
                <a:spcPct val="90000"/>
              </a:lnSpc>
              <a:spcBef>
                <a:spcPts val="1001"/>
              </a:spcBef>
              <a:buNone/>
              <a:tabLst>
                <a:tab algn="l" pos="0"/>
              </a:tabLst>
            </a:pPr>
            <a:r>
              <a:rPr b="0" lang="de-DE" sz="2800" strike="noStrike" u="none">
                <a:solidFill>
                  <a:schemeClr val="dk1"/>
                </a:solidFill>
                <a:uFillTx/>
                <a:latin typeface="Calibri"/>
              </a:rPr>
              <a:t>--a---b-c---d---| </a:t>
            </a:r>
            <a:endParaRPr b="0" lang="de-DE" sz="2800" strike="noStrike" u="none">
              <a:solidFill>
                <a:srgbClr val="000000"/>
              </a:solidFill>
              <a:uFillTx/>
              <a:latin typeface="Arial"/>
            </a:endParaRPr>
          </a:p>
          <a:p>
            <a:pPr indent="0" defTabSz="914400">
              <a:lnSpc>
                <a:spcPct val="90000"/>
              </a:lnSpc>
              <a:spcBef>
                <a:spcPts val="1001"/>
              </a:spcBef>
              <a:buNone/>
              <a:tabLst>
                <a:tab algn="l" pos="0"/>
              </a:tabLst>
            </a:pPr>
            <a:r>
              <a:rPr b="0" lang="de-DE" sz="2800" strike="noStrike" u="none">
                <a:solidFill>
                  <a:schemeClr val="dk1"/>
                </a:solidFill>
                <a:uFillTx/>
                <a:latin typeface="Calibri"/>
              </a:rPr>
              <a:t>map to alphabet index </a:t>
            </a:r>
            <a:endParaRPr b="0" lang="de-DE" sz="2800" strike="noStrike" u="none">
              <a:solidFill>
                <a:srgbClr val="000000"/>
              </a:solidFill>
              <a:uFillTx/>
              <a:latin typeface="Arial"/>
            </a:endParaRPr>
          </a:p>
          <a:p>
            <a:pPr indent="0" defTabSz="914400">
              <a:lnSpc>
                <a:spcPct val="90000"/>
              </a:lnSpc>
              <a:spcBef>
                <a:spcPts val="1001"/>
              </a:spcBef>
              <a:buNone/>
              <a:tabLst>
                <a:tab algn="l" pos="0"/>
              </a:tabLst>
            </a:pPr>
            <a:r>
              <a:rPr b="0" lang="de-DE" sz="2800" strike="noStrike" u="none">
                <a:solidFill>
                  <a:schemeClr val="dk1"/>
                </a:solidFill>
                <a:uFillTx/>
                <a:latin typeface="Calibri"/>
              </a:rPr>
              <a:t>--1---2-3---4---| </a:t>
            </a:r>
            <a:endParaRPr b="0" lang="de-DE" sz="2800" strike="noStrike" u="none">
              <a:solidFill>
                <a:srgbClr val="000000"/>
              </a:solidFill>
              <a:uFillTx/>
              <a:latin typeface="Arial"/>
            </a:endParaRPr>
          </a:p>
          <a:p>
            <a:pPr indent="0" defTabSz="914400">
              <a:lnSpc>
                <a:spcPct val="90000"/>
              </a:lnSpc>
              <a:spcBef>
                <a:spcPts val="1001"/>
              </a:spcBef>
              <a:buNone/>
              <a:tabLst>
                <a:tab algn="l" pos="0"/>
              </a:tabLst>
            </a:pPr>
            <a:r>
              <a:rPr b="0" lang="de-DE" sz="2800" strike="noStrike" u="none">
                <a:solidFill>
                  <a:schemeClr val="dk1"/>
                </a:solidFill>
                <a:uFillTx/>
                <a:latin typeface="Calibri"/>
              </a:rPr>
              <a:t>filter &gt; 2 </a:t>
            </a:r>
            <a:endParaRPr b="0" lang="de-DE" sz="2800" strike="noStrike" u="none">
              <a:solidFill>
                <a:srgbClr val="000000"/>
              </a:solidFill>
              <a:uFillTx/>
              <a:latin typeface="Arial"/>
            </a:endParaRPr>
          </a:p>
          <a:p>
            <a:pPr indent="0" defTabSz="914400">
              <a:lnSpc>
                <a:spcPct val="90000"/>
              </a:lnSpc>
              <a:spcBef>
                <a:spcPts val="1001"/>
              </a:spcBef>
              <a:buNone/>
              <a:tabLst>
                <a:tab algn="l" pos="0"/>
              </a:tabLst>
            </a:pPr>
            <a:r>
              <a:rPr b="0" lang="de-DE" sz="2800" strike="noStrike" u="none">
                <a:solidFill>
                  <a:schemeClr val="dk1"/>
                </a:solidFill>
                <a:uFillTx/>
                <a:latin typeface="Calibri"/>
              </a:rPr>
              <a:t>--------3---4---|</a:t>
            </a:r>
            <a:endParaRPr b="0" lang="de-DE" sz="2800" strike="noStrike" u="none">
              <a:solidFill>
                <a:srgbClr val="000000"/>
              </a:solidFill>
              <a:uFillTx/>
              <a:latin typeface="Arial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187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73" name="PlaceHolder 1"/>
          <p:cNvSpPr>
            <a:spLocks noGrp="1"/>
          </p:cNvSpPr>
          <p:nvPr>
            <p:ph type="title"/>
          </p:nvPr>
        </p:nvSpPr>
        <p:spPr>
          <a:xfrm>
            <a:off x="838080" y="365040"/>
            <a:ext cx="10514520" cy="132444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ctr">
            <a:noAutofit/>
          </a:bodyPr>
          <a:p>
            <a:pPr indent="0" defTabSz="914400">
              <a:lnSpc>
                <a:spcPct val="90000"/>
              </a:lnSpc>
              <a:buNone/>
              <a:tabLst>
                <a:tab algn="l" pos="0"/>
              </a:tabLst>
            </a:pPr>
            <a:r>
              <a:rPr b="0" lang="de-DE" sz="4400" strike="noStrike" u="none">
                <a:solidFill>
                  <a:schemeClr val="dk1"/>
                </a:solidFill>
                <a:uFillTx/>
                <a:latin typeface="Calibri Light"/>
              </a:rPr>
              <a:t>Observables sind lazy</a:t>
            </a:r>
            <a:endParaRPr b="0" lang="de-DE" sz="4400" strike="noStrike" u="none">
              <a:solidFill>
                <a:srgbClr val="000000"/>
              </a:solidFill>
              <a:uFillTx/>
              <a:latin typeface="Arial"/>
            </a:endParaRPr>
          </a:p>
        </p:txBody>
      </p:sp>
      <p:sp>
        <p:nvSpPr>
          <p:cNvPr id="974" name="PlaceHolder 2"/>
          <p:cNvSpPr>
            <a:spLocks noGrp="1"/>
          </p:cNvSpPr>
          <p:nvPr>
            <p:ph/>
          </p:nvPr>
        </p:nvSpPr>
        <p:spPr>
          <a:xfrm>
            <a:off x="637560" y="1780920"/>
            <a:ext cx="10514520" cy="435024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t">
            <a:normAutofit fontScale="85000" lnSpcReduction="19999"/>
          </a:bodyPr>
          <a:p>
            <a:pPr marL="228600" indent="-228600" defTabSz="914400">
              <a:lnSpc>
                <a:spcPct val="90000"/>
              </a:lnSpc>
              <a:spcBef>
                <a:spcPts val="1001"/>
              </a:spcBef>
              <a:buClr>
                <a:srgbClr val="000000"/>
              </a:buClr>
              <a:buFont typeface="Arial"/>
              <a:buChar char="•"/>
            </a:pPr>
            <a:r>
              <a:rPr b="0" lang="de-DE" sz="2800" strike="noStrike" u="none">
                <a:solidFill>
                  <a:schemeClr val="dk1"/>
                </a:solidFill>
                <a:uFillTx/>
                <a:latin typeface="Calibri"/>
              </a:rPr>
              <a:t>Observables brauchen Abnehmer</a:t>
            </a:r>
            <a:endParaRPr b="0" lang="de-DE" sz="2800" strike="noStrike" u="none">
              <a:solidFill>
                <a:srgbClr val="000000"/>
              </a:solidFill>
              <a:uFillTx/>
              <a:latin typeface="Arial"/>
            </a:endParaRPr>
          </a:p>
          <a:p>
            <a:pPr lvl="1" marL="685800" indent="-228600" defTabSz="914400">
              <a:lnSpc>
                <a:spcPct val="90000"/>
              </a:lnSpc>
              <a:spcBef>
                <a:spcPts val="499"/>
              </a:spcBef>
              <a:buClr>
                <a:srgbClr val="000000"/>
              </a:buClr>
              <a:buFont typeface="Arial"/>
              <a:buChar char="•"/>
            </a:pPr>
            <a:r>
              <a:rPr b="0" lang="de-DE" sz="2400" strike="noStrike" u="none">
                <a:solidFill>
                  <a:schemeClr val="dk1"/>
                </a:solidFill>
                <a:uFillTx/>
                <a:latin typeface="Calibri"/>
              </a:rPr>
              <a:t>forEach(dataHandler): Promise</a:t>
            </a:r>
            <a:endParaRPr b="0" lang="de-DE" sz="2400" strike="noStrike" u="none">
              <a:solidFill>
                <a:srgbClr val="000000"/>
              </a:solidFill>
              <a:uFillTx/>
              <a:latin typeface="Arial"/>
            </a:endParaRPr>
          </a:p>
          <a:p>
            <a:pPr lvl="1" marL="685800" indent="-228600" defTabSz="914400">
              <a:lnSpc>
                <a:spcPct val="90000"/>
              </a:lnSpc>
              <a:spcBef>
                <a:spcPts val="499"/>
              </a:spcBef>
              <a:buClr>
                <a:srgbClr val="000000"/>
              </a:buClr>
              <a:buFont typeface="Arial"/>
              <a:buChar char="•"/>
            </a:pPr>
            <a:r>
              <a:rPr b="0" lang="de-DE" sz="2400" strike="noStrike" u="none">
                <a:solidFill>
                  <a:schemeClr val="dk1"/>
                </a:solidFill>
                <a:uFillTx/>
                <a:latin typeface="Calibri"/>
              </a:rPr>
              <a:t>subscribe(dataHandler, errorHandler?): Subscription</a:t>
            </a:r>
            <a:endParaRPr b="0" lang="de-DE" sz="2400" strike="noStrike" u="none">
              <a:solidFill>
                <a:srgbClr val="000000"/>
              </a:solidFill>
              <a:uFillTx/>
              <a:latin typeface="Arial"/>
            </a:endParaRPr>
          </a:p>
          <a:p>
            <a:pPr lvl="1" marL="685800" indent="-228600" defTabSz="914400">
              <a:lnSpc>
                <a:spcPct val="90000"/>
              </a:lnSpc>
              <a:spcBef>
                <a:spcPts val="499"/>
              </a:spcBef>
              <a:buClr>
                <a:srgbClr val="000000"/>
              </a:buClr>
              <a:buFont typeface="Arial"/>
              <a:buChar char="•"/>
            </a:pPr>
            <a:r>
              <a:rPr b="0" lang="de-DE" sz="2400" strike="noStrike" u="none">
                <a:solidFill>
                  <a:schemeClr val="dk1"/>
                </a:solidFill>
                <a:uFillTx/>
                <a:latin typeface="Calibri"/>
              </a:rPr>
              <a:t>Handler: Funktionen mit Seiteneffekten</a:t>
            </a:r>
            <a:endParaRPr b="0" lang="de-DE" sz="2400" strike="noStrike" u="none">
              <a:solidFill>
                <a:srgbClr val="000000"/>
              </a:solidFill>
              <a:uFillTx/>
              <a:latin typeface="Arial"/>
            </a:endParaRPr>
          </a:p>
          <a:p>
            <a:pPr marL="228600" indent="-228600" defTabSz="914400">
              <a:lnSpc>
                <a:spcPct val="90000"/>
              </a:lnSpc>
              <a:spcBef>
                <a:spcPts val="1001"/>
              </a:spcBef>
              <a:buClr>
                <a:srgbClr val="000000"/>
              </a:buClr>
              <a:buFont typeface="Arial"/>
              <a:buChar char="•"/>
            </a:pPr>
            <a:r>
              <a:rPr b="0" lang="de-DE" sz="2800" strike="noStrike" u="none">
                <a:solidFill>
                  <a:schemeClr val="dk1"/>
                </a:solidFill>
                <a:uFillTx/>
                <a:latin typeface="Calibri"/>
              </a:rPr>
              <a:t>Intermediate Transformationen werden nur ausgeführt wenn Abnehmer da ist</a:t>
            </a:r>
            <a:endParaRPr b="0" lang="de-DE" sz="2800" strike="noStrike" u="none">
              <a:solidFill>
                <a:srgbClr val="000000"/>
              </a:solidFill>
              <a:uFillTx/>
              <a:latin typeface="Arial"/>
            </a:endParaRPr>
          </a:p>
          <a:p>
            <a:pPr indent="0" defTabSz="914400">
              <a:lnSpc>
                <a:spcPct val="90000"/>
              </a:lnSpc>
              <a:spcBef>
                <a:spcPts val="499"/>
              </a:spcBef>
              <a:buNone/>
              <a:tabLst>
                <a:tab algn="l" pos="0"/>
              </a:tabLst>
            </a:pPr>
            <a:endParaRPr b="0" lang="de-DE" sz="2400" strike="noStrike" u="none">
              <a:solidFill>
                <a:srgbClr val="000000"/>
              </a:solidFill>
              <a:uFillTx/>
              <a:latin typeface="Arial"/>
            </a:endParaRPr>
          </a:p>
          <a:p>
            <a:pPr indent="0" defTabSz="914400">
              <a:lnSpc>
                <a:spcPct val="90000"/>
              </a:lnSpc>
              <a:spcBef>
                <a:spcPts val="1001"/>
              </a:spcBef>
              <a:buNone/>
              <a:tabLst>
                <a:tab algn="l" pos="0"/>
              </a:tabLst>
            </a:pPr>
            <a:r>
              <a:rPr b="0" lang="de-DE" sz="2800" strike="noStrike" u="none">
                <a:solidFill>
                  <a:schemeClr val="dk1"/>
                </a:solidFill>
                <a:uFillTx/>
                <a:latin typeface="Calibri"/>
              </a:rPr>
              <a:t>--a---b-c---d---| </a:t>
            </a:r>
            <a:endParaRPr b="0" lang="de-DE" sz="2800" strike="noStrike" u="none">
              <a:solidFill>
                <a:srgbClr val="000000"/>
              </a:solidFill>
              <a:uFillTx/>
              <a:latin typeface="Arial"/>
            </a:endParaRPr>
          </a:p>
          <a:p>
            <a:pPr indent="0" defTabSz="914400">
              <a:lnSpc>
                <a:spcPct val="90000"/>
              </a:lnSpc>
              <a:spcBef>
                <a:spcPts val="1001"/>
              </a:spcBef>
              <a:buNone/>
              <a:tabLst>
                <a:tab algn="l" pos="0"/>
              </a:tabLst>
            </a:pPr>
            <a:r>
              <a:rPr b="0" lang="de-DE" sz="2800" strike="noStrike" u="none">
                <a:solidFill>
                  <a:schemeClr val="dk1"/>
                </a:solidFill>
                <a:uFillTx/>
                <a:latin typeface="Calibri"/>
              </a:rPr>
              <a:t>map to alphabet index </a:t>
            </a:r>
            <a:endParaRPr b="0" lang="de-DE" sz="2800" strike="noStrike" u="none">
              <a:solidFill>
                <a:srgbClr val="000000"/>
              </a:solidFill>
              <a:uFillTx/>
              <a:latin typeface="Arial"/>
            </a:endParaRPr>
          </a:p>
          <a:p>
            <a:pPr indent="0" defTabSz="914400">
              <a:lnSpc>
                <a:spcPct val="90000"/>
              </a:lnSpc>
              <a:spcBef>
                <a:spcPts val="1001"/>
              </a:spcBef>
              <a:buNone/>
              <a:tabLst>
                <a:tab algn="l" pos="0"/>
              </a:tabLst>
            </a:pPr>
            <a:r>
              <a:rPr b="0" lang="de-DE" sz="2800" strike="noStrike" u="none">
                <a:solidFill>
                  <a:schemeClr val="dk1"/>
                </a:solidFill>
                <a:uFillTx/>
                <a:latin typeface="Calibri"/>
              </a:rPr>
              <a:t>--1---2-3---4---| </a:t>
            </a:r>
            <a:endParaRPr b="0" lang="de-DE" sz="2800" strike="noStrike" u="none">
              <a:solidFill>
                <a:srgbClr val="000000"/>
              </a:solidFill>
              <a:uFillTx/>
              <a:latin typeface="Arial"/>
            </a:endParaRPr>
          </a:p>
          <a:p>
            <a:pPr indent="0" defTabSz="914400">
              <a:lnSpc>
                <a:spcPct val="90000"/>
              </a:lnSpc>
              <a:spcBef>
                <a:spcPts val="1001"/>
              </a:spcBef>
              <a:buNone/>
              <a:tabLst>
                <a:tab algn="l" pos="0"/>
              </a:tabLst>
            </a:pPr>
            <a:r>
              <a:rPr b="0" lang="de-DE" sz="2800" strike="noStrike" u="none">
                <a:solidFill>
                  <a:schemeClr val="dk1"/>
                </a:solidFill>
                <a:uFillTx/>
                <a:latin typeface="Calibri"/>
              </a:rPr>
              <a:t>filter &gt; 2 </a:t>
            </a:r>
            <a:endParaRPr b="0" lang="de-DE" sz="2800" strike="noStrike" u="none">
              <a:solidFill>
                <a:srgbClr val="000000"/>
              </a:solidFill>
              <a:uFillTx/>
              <a:latin typeface="Arial"/>
            </a:endParaRPr>
          </a:p>
          <a:p>
            <a:pPr indent="0" defTabSz="914400">
              <a:lnSpc>
                <a:spcPct val="90000"/>
              </a:lnSpc>
              <a:spcBef>
                <a:spcPts val="1001"/>
              </a:spcBef>
              <a:buNone/>
              <a:tabLst>
                <a:tab algn="l" pos="0"/>
              </a:tabLst>
            </a:pPr>
            <a:r>
              <a:rPr b="0" lang="de-DE" sz="2800" strike="noStrike" u="none">
                <a:solidFill>
                  <a:schemeClr val="dk1"/>
                </a:solidFill>
                <a:uFillTx/>
                <a:latin typeface="Calibri"/>
              </a:rPr>
              <a:t>--------3---4---| </a:t>
            </a:r>
            <a:endParaRPr b="0" lang="de-DE" sz="2800" strike="noStrike" u="none">
              <a:solidFill>
                <a:srgbClr val="000000"/>
              </a:solidFill>
              <a:uFillTx/>
              <a:latin typeface="Arial"/>
            </a:endParaRPr>
          </a:p>
          <a:p>
            <a:pPr indent="0" defTabSz="914400">
              <a:lnSpc>
                <a:spcPct val="90000"/>
              </a:lnSpc>
              <a:spcBef>
                <a:spcPts val="1001"/>
              </a:spcBef>
              <a:buNone/>
              <a:tabLst>
                <a:tab algn="l" pos="0"/>
              </a:tabLst>
            </a:pPr>
            <a:r>
              <a:rPr b="0" lang="de-DE" sz="2800" strike="noStrike" u="none">
                <a:solidFill>
                  <a:schemeClr val="dk1"/>
                </a:solidFill>
                <a:uFillTx/>
                <a:latin typeface="Calibri"/>
              </a:rPr>
              <a:t>subscribe console.log</a:t>
            </a:r>
            <a:endParaRPr b="0" lang="de-DE" sz="2800" strike="noStrike" u="none">
              <a:solidFill>
                <a:srgbClr val="000000"/>
              </a:solidFill>
              <a:uFillTx/>
              <a:latin typeface="Arial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188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11" name="Diagram11"/>
          <p:cNvGraphicFramePr/>
          <p:nvPr>
            <p:extLst>
              <p:ext uri="{D42A27DB-BD31-4B8C-83A1-F6EECF244321}">
                <p14:modId xmlns:p14="http://schemas.microsoft.com/office/powerpoint/2010/main" val="3625127665"/>
              </p:ext>
            </p:extLst>
          </p:nvPr>
        </p:nvGraphicFramePr>
        <p:xfrm>
          <a:off x="4084560" y="2185200"/>
          <a:ext cx="6094800" cy="4062960"/>
        </p:xfrm>
        <a:graphic>
          <a:graphicData uri="http://schemas.openxmlformats.org/drawingml/2006/diagram">
            <dgm:relIds xmlns:dgm="http://schemas.openxmlformats.org/drawingml/2006/diagram" xmlns:r="http://schemas.openxmlformats.org/officeDocument/2006/relationships" r:dm="rId1" r:lo="rId2" r:qs="rId3" r:cs="rId4"/>
          </a:graphicData>
        </a:graphic>
      </p:graphicFrame>
      <p:sp>
        <p:nvSpPr>
          <p:cNvPr id="975" name="Rechteck 2"/>
          <p:cNvSpPr/>
          <p:nvPr/>
        </p:nvSpPr>
        <p:spPr>
          <a:xfrm>
            <a:off x="828000" y="353520"/>
            <a:ext cx="7266600" cy="9126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wrap="none" lIns="90000" rIns="90000" tIns="45000" bIns="45000" anchor="t">
            <a:spAutoFit/>
            <a:scene3d>
              <a:camera prst="orthographicFront"/>
              <a:lightRig dir="t" rig="balanced">
                <a:rot lat="0" lon="0" rev="2100000"/>
              </a:lightRig>
            </a:scene3d>
            <a:sp3d extrusionH="57150" prstMaterial="metal">
              <a:bevelT w="38100" h="25400"/>
              <a:contourClr>
                <a:schemeClr val="bg2"/>
              </a:contourClr>
            </a:sp3d>
          </a:bodyPr>
          <a:p>
            <a:pPr algn="ctr" defTabSz="914400">
              <a:lnSpc>
                <a:spcPct val="100000"/>
              </a:lnSpc>
            </a:pPr>
            <a:r>
              <a:rPr b="1" lang="de-DE" sz="5400" strike="noStrike" u="none">
                <a:solidFill>
                  <a:schemeClr val="lt1">
                    <a:shade val="50000"/>
                  </a:schemeClr>
                </a:solidFill>
                <a:uFillTx/>
                <a:latin typeface="Calibri"/>
              </a:rPr>
              <a:t>Intermediate vs Terminal</a:t>
            </a:r>
            <a:endParaRPr b="0" lang="de-DE" sz="5400" strike="noStrike" u="none">
              <a:solidFill>
                <a:srgbClr val="000000"/>
              </a:solidFill>
              <a:uFillTx/>
              <a:latin typeface="Arial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189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76" name="PlaceHolder 1"/>
          <p:cNvSpPr>
            <a:spLocks noGrp="1"/>
          </p:cNvSpPr>
          <p:nvPr>
            <p:ph type="title"/>
          </p:nvPr>
        </p:nvSpPr>
        <p:spPr>
          <a:xfrm>
            <a:off x="838080" y="365040"/>
            <a:ext cx="10514520" cy="132444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ctr">
            <a:noAutofit/>
          </a:bodyPr>
          <a:p>
            <a:pPr indent="0" defTabSz="914400">
              <a:lnSpc>
                <a:spcPct val="90000"/>
              </a:lnSpc>
              <a:buNone/>
              <a:tabLst>
                <a:tab algn="l" pos="0"/>
              </a:tabLst>
            </a:pPr>
            <a:r>
              <a:rPr b="0" lang="de-DE" sz="4400" strike="noStrike" u="none">
                <a:solidFill>
                  <a:schemeClr val="dk1"/>
                </a:solidFill>
                <a:uFillTx/>
                <a:latin typeface="Calibri Light"/>
              </a:rPr>
              <a:t>Unsubscribe Nicht vergessen </a:t>
            </a:r>
            <a:endParaRPr b="0" lang="de-DE" sz="4400" strike="noStrike" u="none">
              <a:solidFill>
                <a:srgbClr val="000000"/>
              </a:solidFill>
              <a:uFillTx/>
              <a:latin typeface="Arial"/>
            </a:endParaRPr>
          </a:p>
        </p:txBody>
      </p:sp>
      <p:sp>
        <p:nvSpPr>
          <p:cNvPr id="977" name="PlaceHolder 2"/>
          <p:cNvSpPr>
            <a:spLocks noGrp="1"/>
          </p:cNvSpPr>
          <p:nvPr>
            <p:ph/>
          </p:nvPr>
        </p:nvSpPr>
        <p:spPr>
          <a:xfrm>
            <a:off x="838080" y="1825560"/>
            <a:ext cx="10514520" cy="435024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t">
            <a:noAutofit/>
          </a:bodyPr>
          <a:p>
            <a:pPr marL="228600" indent="-228600" defTabSz="914400">
              <a:lnSpc>
                <a:spcPct val="90000"/>
              </a:lnSpc>
              <a:spcBef>
                <a:spcPts val="1001"/>
              </a:spcBef>
              <a:buClr>
                <a:srgbClr val="000000"/>
              </a:buClr>
              <a:buFont typeface="Arial"/>
              <a:buChar char="•"/>
            </a:pPr>
            <a:r>
              <a:rPr b="0" lang="de-DE" sz="2800" strike="noStrike" u="none">
                <a:solidFill>
                  <a:schemeClr val="dk1"/>
                </a:solidFill>
                <a:uFillTx/>
                <a:latin typeface="Calibri"/>
              </a:rPr>
              <a:t>subscribe() gibt Subscription zurück</a:t>
            </a:r>
            <a:endParaRPr b="0" lang="de-DE" sz="2800" strike="noStrike" u="none">
              <a:solidFill>
                <a:srgbClr val="000000"/>
              </a:solidFill>
              <a:uFillTx/>
              <a:latin typeface="Arial"/>
            </a:endParaRPr>
          </a:p>
          <a:p>
            <a:pPr marL="228600" indent="-228600" defTabSz="914400">
              <a:lnSpc>
                <a:spcPct val="90000"/>
              </a:lnSpc>
              <a:spcBef>
                <a:spcPts val="1001"/>
              </a:spcBef>
              <a:buClr>
                <a:srgbClr val="000000"/>
              </a:buClr>
              <a:buFont typeface="Arial"/>
              <a:buChar char="•"/>
            </a:pPr>
            <a:r>
              <a:rPr b="0" lang="de-DE" sz="2800" strike="noStrike" u="none">
                <a:solidFill>
                  <a:schemeClr val="dk1"/>
                </a:solidFill>
                <a:uFillTx/>
                <a:latin typeface="Calibri"/>
              </a:rPr>
              <a:t>Subscription hat unsubscribe() Methode</a:t>
            </a:r>
            <a:endParaRPr b="0" lang="de-DE" sz="2800" strike="noStrike" u="none">
              <a:solidFill>
                <a:srgbClr val="000000"/>
              </a:solidFill>
              <a:uFillTx/>
              <a:latin typeface="Arial"/>
            </a:endParaRPr>
          </a:p>
          <a:p>
            <a:pPr marL="228600" indent="-228600" defTabSz="914400">
              <a:lnSpc>
                <a:spcPct val="90000"/>
              </a:lnSpc>
              <a:spcBef>
                <a:spcPts val="1001"/>
              </a:spcBef>
              <a:buClr>
                <a:srgbClr val="000000"/>
              </a:buClr>
              <a:buFont typeface="Arial"/>
              <a:buChar char="•"/>
            </a:pPr>
            <a:r>
              <a:rPr b="0" lang="de-DE" sz="2800" strike="noStrike" u="none">
                <a:solidFill>
                  <a:schemeClr val="dk1"/>
                </a:solidFill>
                <a:uFillTx/>
                <a:latin typeface="Calibri"/>
              </a:rPr>
              <a:t>Wenn completed, werden alle intern alle Handler gelöscht</a:t>
            </a:r>
            <a:endParaRPr b="0" lang="de-DE" sz="2800" strike="noStrike" u="none">
              <a:solidFill>
                <a:srgbClr val="000000"/>
              </a:solidFill>
              <a:uFillTx/>
              <a:latin typeface="Arial"/>
            </a:endParaRPr>
          </a:p>
          <a:p>
            <a:pPr indent="0" defTabSz="914400">
              <a:lnSpc>
                <a:spcPct val="90000"/>
              </a:lnSpc>
              <a:spcBef>
                <a:spcPts val="1001"/>
              </a:spcBef>
              <a:buNone/>
              <a:tabLst>
                <a:tab algn="l" pos="0"/>
              </a:tabLst>
            </a:pPr>
            <a:endParaRPr b="0" lang="de-DE" sz="2800" strike="noStrike" u="none">
              <a:solidFill>
                <a:srgbClr val="000000"/>
              </a:solidFill>
              <a:uFillTx/>
              <a:latin typeface="Arial"/>
            </a:endParaRPr>
          </a:p>
          <a:p>
            <a:pPr indent="0" defTabSz="914400">
              <a:lnSpc>
                <a:spcPct val="90000"/>
              </a:lnSpc>
              <a:spcBef>
                <a:spcPts val="1001"/>
              </a:spcBef>
              <a:buNone/>
              <a:tabLst>
                <a:tab algn="l" pos="0"/>
              </a:tabLst>
            </a:pPr>
            <a:endParaRPr b="0" lang="de-DE" sz="2800" strike="noStrike" u="none">
              <a:solidFill>
                <a:srgbClr val="000000"/>
              </a:solidFill>
              <a:uFillTx/>
              <a:latin typeface="Arial"/>
            </a:endParaRPr>
          </a:p>
          <a:p>
            <a:pPr indent="0" defTabSz="914400">
              <a:lnSpc>
                <a:spcPct val="90000"/>
              </a:lnSpc>
              <a:spcBef>
                <a:spcPts val="1001"/>
              </a:spcBef>
              <a:buNone/>
              <a:tabLst>
                <a:tab algn="l" pos="0"/>
              </a:tabLst>
            </a:pPr>
            <a:r>
              <a:rPr b="0" i="1" lang="de-DE" sz="2800" strike="noStrike" u="none">
                <a:solidFill>
                  <a:schemeClr val="dk1"/>
                </a:solidFill>
                <a:uFillTx/>
                <a:latin typeface="Calibri"/>
              </a:rPr>
              <a:t>Nutze ngOnDestroy für unsubscribe</a:t>
            </a:r>
            <a:endParaRPr b="0" lang="de-DE" sz="2800" strike="noStrike" u="none">
              <a:solidFill>
                <a:srgbClr val="000000"/>
              </a:solidFill>
              <a:uFillTx/>
              <a:latin typeface="Arial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190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78" name="PlaceHolder 1"/>
          <p:cNvSpPr>
            <a:spLocks noGrp="1"/>
          </p:cNvSpPr>
          <p:nvPr>
            <p:ph type="title"/>
          </p:nvPr>
        </p:nvSpPr>
        <p:spPr>
          <a:xfrm>
            <a:off x="838080" y="365040"/>
            <a:ext cx="10514520" cy="132444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ctr">
            <a:noAutofit/>
          </a:bodyPr>
          <a:p>
            <a:pPr indent="0" defTabSz="914400">
              <a:lnSpc>
                <a:spcPct val="90000"/>
              </a:lnSpc>
              <a:buNone/>
              <a:tabLst>
                <a:tab algn="l" pos="0"/>
              </a:tabLst>
            </a:pPr>
            <a:r>
              <a:rPr b="0" lang="de-DE" sz="4400" strike="noStrike" u="none">
                <a:solidFill>
                  <a:schemeClr val="dk1"/>
                </a:solidFill>
                <a:uFillTx/>
                <a:latin typeface="Calibri Light"/>
              </a:rPr>
              <a:t>Automatisches Unsubscribe</a:t>
            </a:r>
            <a:endParaRPr b="0" lang="de-DE" sz="4400" strike="noStrike" u="none">
              <a:solidFill>
                <a:srgbClr val="000000"/>
              </a:solidFill>
              <a:uFillTx/>
              <a:latin typeface="Arial"/>
            </a:endParaRPr>
          </a:p>
        </p:txBody>
      </p:sp>
      <p:sp>
        <p:nvSpPr>
          <p:cNvPr id="979" name="PlaceHolder 2"/>
          <p:cNvSpPr>
            <a:spLocks noGrp="1"/>
          </p:cNvSpPr>
          <p:nvPr>
            <p:ph/>
          </p:nvPr>
        </p:nvSpPr>
        <p:spPr>
          <a:xfrm>
            <a:off x="838080" y="1825560"/>
            <a:ext cx="10514520" cy="435024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t">
            <a:noAutofit/>
          </a:bodyPr>
          <a:p>
            <a:pPr indent="0" defTabSz="914400">
              <a:lnSpc>
                <a:spcPct val="90000"/>
              </a:lnSpc>
              <a:spcBef>
                <a:spcPts val="1001"/>
              </a:spcBef>
              <a:buNone/>
              <a:tabLst>
                <a:tab algn="l" pos="0"/>
              </a:tabLst>
            </a:pPr>
            <a:r>
              <a:rPr b="0" lang="de-DE" sz="2800" strike="noStrike" u="none">
                <a:solidFill>
                  <a:srgbClr val="48484c"/>
                </a:solidFill>
                <a:uFillTx/>
                <a:latin typeface="SourceCodePro"/>
              </a:rPr>
              <a:t>{{ aPromise | async }}</a:t>
            </a:r>
            <a:endParaRPr b="0" lang="de-DE" sz="2800" strike="noStrike" u="none">
              <a:solidFill>
                <a:srgbClr val="000000"/>
              </a:solidFill>
              <a:uFillTx/>
              <a:latin typeface="Arial"/>
            </a:endParaRPr>
          </a:p>
          <a:p>
            <a:pPr indent="0" defTabSz="914400">
              <a:lnSpc>
                <a:spcPct val="90000"/>
              </a:lnSpc>
              <a:spcBef>
                <a:spcPts val="1001"/>
              </a:spcBef>
              <a:buNone/>
              <a:tabLst>
                <a:tab algn="l" pos="0"/>
              </a:tabLst>
            </a:pPr>
            <a:r>
              <a:rPr b="0" lang="de-DE" sz="2800" strike="noStrike" u="none">
                <a:solidFill>
                  <a:srgbClr val="48484c"/>
                </a:solidFill>
                <a:uFillTx/>
                <a:latin typeface="SourceCodePro"/>
              </a:rPr>
              <a:t>{{ anObservable | async }}</a:t>
            </a:r>
            <a:endParaRPr b="0" lang="de-DE" sz="2800" strike="noStrike" u="none">
              <a:solidFill>
                <a:srgbClr val="000000"/>
              </a:solidFill>
              <a:uFillTx/>
              <a:latin typeface="Arial"/>
            </a:endParaRPr>
          </a:p>
          <a:p>
            <a:pPr indent="0" defTabSz="914400">
              <a:lnSpc>
                <a:spcPct val="90000"/>
              </a:lnSpc>
              <a:spcBef>
                <a:spcPts val="1001"/>
              </a:spcBef>
              <a:buNone/>
              <a:tabLst>
                <a:tab algn="l" pos="0"/>
              </a:tabLst>
            </a:pPr>
            <a:r>
              <a:rPr b="0" lang="de-DE" sz="2800" strike="noStrike" u="none">
                <a:solidFill>
                  <a:srgbClr val="1e347b"/>
                </a:solidFill>
                <a:uFillTx/>
                <a:latin typeface="SourceCodePro"/>
              </a:rPr>
              <a:t>&lt;trainingList</a:t>
            </a:r>
            <a:r>
              <a:rPr b="0" lang="de-DE" sz="2800" strike="noStrike" u="none">
                <a:solidFill>
                  <a:srgbClr val="48484c"/>
                </a:solidFill>
                <a:uFillTx/>
                <a:latin typeface="SourceCodePro"/>
              </a:rPr>
              <a:t> [</a:t>
            </a:r>
            <a:r>
              <a:rPr b="0" lang="de-DE" sz="2800" strike="noStrike" u="none">
                <a:solidFill>
                  <a:srgbClr val="008080"/>
                </a:solidFill>
                <a:uFillTx/>
                <a:latin typeface="SourceCodePro"/>
              </a:rPr>
              <a:t>trainings</a:t>
            </a:r>
            <a:r>
              <a:rPr b="0" lang="de-DE" sz="2800" strike="noStrike" u="none">
                <a:solidFill>
                  <a:srgbClr val="48484c"/>
                </a:solidFill>
                <a:uFillTx/>
                <a:latin typeface="SourceCodePro"/>
              </a:rPr>
              <a:t>]</a:t>
            </a:r>
            <a:r>
              <a:rPr b="0" lang="de-DE" sz="2800" strike="noStrike" u="none">
                <a:solidFill>
                  <a:srgbClr val="93a1a1"/>
                </a:solidFill>
                <a:uFillTx/>
                <a:latin typeface="SourceCodePro"/>
              </a:rPr>
              <a:t>=</a:t>
            </a:r>
            <a:r>
              <a:rPr b="0" lang="de-DE" sz="2800" strike="noStrike" u="none">
                <a:solidFill>
                  <a:srgbClr val="dd1144"/>
                </a:solidFill>
                <a:uFillTx/>
                <a:latin typeface="SourceCodePro"/>
              </a:rPr>
              <a:t>"releaseObservable$ | async"</a:t>
            </a:r>
            <a:r>
              <a:rPr b="0" lang="de-DE" sz="2800" strike="noStrike" u="none">
                <a:solidFill>
                  <a:srgbClr val="1e347b"/>
                </a:solidFill>
                <a:uFillTx/>
                <a:latin typeface="SourceCodePro"/>
              </a:rPr>
              <a:t>&gt;&lt;/ trainingList&gt;</a:t>
            </a:r>
            <a:endParaRPr b="0" lang="de-DE" sz="2800" strike="noStrike" u="none">
              <a:solidFill>
                <a:srgbClr val="000000"/>
              </a:solidFill>
              <a:uFillTx/>
              <a:latin typeface="Arial"/>
            </a:endParaRPr>
          </a:p>
          <a:p>
            <a:pPr indent="0" defTabSz="914400">
              <a:lnSpc>
                <a:spcPct val="90000"/>
              </a:lnSpc>
              <a:spcBef>
                <a:spcPts val="1001"/>
              </a:spcBef>
              <a:buNone/>
              <a:tabLst>
                <a:tab algn="l" pos="0"/>
              </a:tabLst>
            </a:pPr>
            <a:endParaRPr b="0" lang="de-DE" sz="2800" strike="noStrike" u="none">
              <a:solidFill>
                <a:srgbClr val="000000"/>
              </a:solidFill>
              <a:uFillTx/>
              <a:latin typeface="Arial"/>
            </a:endParaRPr>
          </a:p>
        </p:txBody>
      </p:sp>
      <p:sp>
        <p:nvSpPr>
          <p:cNvPr id="980" name="Rechteck 3"/>
          <p:cNvSpPr/>
          <p:nvPr/>
        </p:nvSpPr>
        <p:spPr>
          <a:xfrm>
            <a:off x="2639160" y="3256200"/>
            <a:ext cx="1768320" cy="593640"/>
          </a:xfrm>
          <a:prstGeom prst="rect">
            <a:avLst/>
          </a:prstGeom>
          <a:solidFill>
            <a:srgbClr val="1d9a78"/>
          </a:solidFill>
          <a:ln>
            <a:solidFill>
              <a:srgbClr val="157158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 algn="ctr" defTabSz="914400">
              <a:lnSpc>
                <a:spcPct val="100000"/>
              </a:lnSpc>
            </a:pPr>
            <a:r>
              <a:rPr b="0" lang="de-DE" sz="1800" strike="noStrike" u="none">
                <a:solidFill>
                  <a:schemeClr val="lt1"/>
                </a:solidFill>
                <a:uFillTx/>
                <a:latin typeface="Calibri"/>
              </a:rPr>
              <a:t>Training[]</a:t>
            </a:r>
            <a:endParaRPr b="0" lang="de-DE" sz="1800" strike="noStrike" u="none">
              <a:solidFill>
                <a:srgbClr val="ffffff"/>
              </a:solidFill>
              <a:uFillTx/>
              <a:latin typeface="Arial"/>
            </a:endParaRPr>
          </a:p>
        </p:txBody>
      </p:sp>
      <p:sp>
        <p:nvSpPr>
          <p:cNvPr id="981" name="Rechteck 4"/>
          <p:cNvSpPr/>
          <p:nvPr/>
        </p:nvSpPr>
        <p:spPr>
          <a:xfrm>
            <a:off x="5018040" y="3256200"/>
            <a:ext cx="2381400" cy="649440"/>
          </a:xfrm>
          <a:prstGeom prst="rect">
            <a:avLst/>
          </a:prstGeom>
          <a:solidFill>
            <a:srgbClr val="1d9a78"/>
          </a:solidFill>
          <a:ln>
            <a:solidFill>
              <a:srgbClr val="157158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 algn="ctr" defTabSz="914400">
              <a:lnSpc>
                <a:spcPct val="100000"/>
              </a:lnSpc>
            </a:pPr>
            <a:r>
              <a:rPr b="0" lang="de-DE" sz="1800" strike="noStrike" u="none">
                <a:solidFill>
                  <a:schemeClr val="lt1"/>
                </a:solidFill>
                <a:uFillTx/>
                <a:latin typeface="Calibri"/>
              </a:rPr>
              <a:t>Observable&lt;Training[]&gt;</a:t>
            </a:r>
            <a:endParaRPr b="0" lang="de-DE" sz="1800" strike="noStrike" u="none">
              <a:solidFill>
                <a:srgbClr val="ffffff"/>
              </a:solidFill>
              <a:uFillTx/>
              <a:latin typeface="Arial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191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82" name="PlaceHolder 1"/>
          <p:cNvSpPr>
            <a:spLocks noGrp="1"/>
          </p:cNvSpPr>
          <p:nvPr>
            <p:ph type="title"/>
          </p:nvPr>
        </p:nvSpPr>
        <p:spPr>
          <a:xfrm>
            <a:off x="838080" y="365040"/>
            <a:ext cx="10514520" cy="132444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ctr">
            <a:normAutofit/>
          </a:bodyPr>
          <a:p>
            <a:pPr indent="0" defTabSz="914400">
              <a:lnSpc>
                <a:spcPct val="90000"/>
              </a:lnSpc>
              <a:buNone/>
              <a:tabLst>
                <a:tab algn="l" pos="0"/>
              </a:tabLst>
            </a:pPr>
            <a:r>
              <a:rPr b="0" lang="de-DE" sz="4400" strike="noStrike" u="none">
                <a:solidFill>
                  <a:schemeClr val="dk1"/>
                </a:solidFill>
                <a:uFillTx/>
                <a:latin typeface="Calibri Light"/>
              </a:rPr>
              <a:t>Reactive Extensions – RxJS</a:t>
            </a:r>
            <a:endParaRPr b="0" lang="de-DE" sz="4400" strike="noStrike" u="none">
              <a:solidFill>
                <a:srgbClr val="000000"/>
              </a:solidFill>
              <a:uFillTx/>
              <a:latin typeface="Arial"/>
            </a:endParaRPr>
          </a:p>
        </p:txBody>
      </p:sp>
      <p:sp>
        <p:nvSpPr>
          <p:cNvPr id="983" name="PlaceHolder 2"/>
          <p:cNvSpPr>
            <a:spLocks noGrp="1"/>
          </p:cNvSpPr>
          <p:nvPr>
            <p:ph/>
          </p:nvPr>
        </p:nvSpPr>
        <p:spPr>
          <a:xfrm>
            <a:off x="838080" y="1825560"/>
            <a:ext cx="10514520" cy="435024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t">
            <a:noAutofit/>
          </a:bodyPr>
          <a:p>
            <a:pPr marL="228600" indent="-228600" defTabSz="914400">
              <a:lnSpc>
                <a:spcPct val="90000"/>
              </a:lnSpc>
              <a:spcBef>
                <a:spcPts val="1001"/>
              </a:spcBef>
              <a:buClr>
                <a:srgbClr val="000000"/>
              </a:buClr>
              <a:buFont typeface="Arial"/>
              <a:buChar char="•"/>
            </a:pPr>
            <a:r>
              <a:rPr b="0" lang="de-DE" sz="2800" strike="noStrike" u="none">
                <a:solidFill>
                  <a:schemeClr val="dk1"/>
                </a:solidFill>
                <a:uFillTx/>
                <a:latin typeface="Calibri"/>
              </a:rPr>
              <a:t>Entwickelt von MS für verschiedene Sprachen</a:t>
            </a:r>
            <a:endParaRPr b="0" lang="de-DE" sz="2800" strike="noStrike" u="none">
              <a:solidFill>
                <a:srgbClr val="000000"/>
              </a:solidFill>
              <a:uFillTx/>
              <a:latin typeface="Arial"/>
            </a:endParaRPr>
          </a:p>
          <a:p>
            <a:pPr marL="228600" indent="-228600" defTabSz="914400">
              <a:lnSpc>
                <a:spcPct val="90000"/>
              </a:lnSpc>
              <a:spcBef>
                <a:spcPts val="1001"/>
              </a:spcBef>
              <a:buClr>
                <a:srgbClr val="000000"/>
              </a:buClr>
              <a:buFont typeface="Arial"/>
              <a:buChar char="•"/>
            </a:pPr>
            <a:r>
              <a:rPr b="0" lang="de-DE" sz="2800" strike="noStrike" u="none">
                <a:solidFill>
                  <a:schemeClr val="dk1"/>
                </a:solidFill>
                <a:uFillTx/>
                <a:latin typeface="Calibri"/>
              </a:rPr>
              <a:t>Implementierung von Observables</a:t>
            </a:r>
            <a:endParaRPr b="0" lang="de-DE" sz="2800" strike="noStrike" u="none">
              <a:solidFill>
                <a:srgbClr val="000000"/>
              </a:solidFill>
              <a:uFillTx/>
              <a:latin typeface="Arial"/>
            </a:endParaRPr>
          </a:p>
          <a:p>
            <a:pPr lvl="1" marL="685800" indent="-228600" defTabSz="914400">
              <a:lnSpc>
                <a:spcPct val="90000"/>
              </a:lnSpc>
              <a:spcBef>
                <a:spcPts val="499"/>
              </a:spcBef>
              <a:buClr>
                <a:srgbClr val="000000"/>
              </a:buClr>
              <a:buFont typeface="Arial"/>
              <a:buChar char="•"/>
            </a:pPr>
            <a:r>
              <a:rPr b="0" lang="de-DE" sz="2400" strike="noStrike" u="none">
                <a:solidFill>
                  <a:schemeClr val="dk1"/>
                </a:solidFill>
                <a:uFillTx/>
                <a:latin typeface="Calibri"/>
              </a:rPr>
              <a:t>Wird in Angular verwendet</a:t>
            </a:r>
            <a:endParaRPr b="0" lang="de-DE" sz="2400" strike="noStrike" u="none">
              <a:solidFill>
                <a:srgbClr val="000000"/>
              </a:solidFill>
              <a:uFillTx/>
              <a:latin typeface="Arial"/>
            </a:endParaRPr>
          </a:p>
          <a:p>
            <a:pPr lvl="1" marL="685800" indent="-228600" defTabSz="914400">
              <a:lnSpc>
                <a:spcPct val="90000"/>
              </a:lnSpc>
              <a:spcBef>
                <a:spcPts val="499"/>
              </a:spcBef>
              <a:buClr>
                <a:srgbClr val="000000"/>
              </a:buClr>
              <a:buFont typeface="Arial"/>
              <a:buChar char="•"/>
            </a:pPr>
            <a:r>
              <a:rPr b="0" lang="de-DE" sz="2400" strike="noStrike" u="sng">
                <a:solidFill>
                  <a:schemeClr val="dk1"/>
                </a:solidFill>
                <a:uFillTx/>
                <a:latin typeface="Calibri"/>
                <a:hlinkClick r:id="rId1"/>
              </a:rPr>
              <a:t>http://reactivex.io/</a:t>
            </a:r>
            <a:endParaRPr b="0" lang="de-DE" sz="2400" strike="noStrike" u="none">
              <a:solidFill>
                <a:srgbClr val="000000"/>
              </a:solidFill>
              <a:uFillTx/>
              <a:latin typeface="Arial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192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bg>
      <p:bgPr>
        <a:solidFill>
          <a:schemeClr val="lt1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 useBgFill="1">
        <p:nvSpPr>
          <p:cNvPr id="984" name="Rectangle 7">
            <a:extLst>
              <a:ext uri="{C183D7F6-B498-43B3-948B-1728B52AA6E4}">
                <adec:decorative xmlns:adec="http://schemas.microsoft.com/office/drawing/2017/decorative" val="1"/>
              </a:ext>
            </a:extLst>
          </p:cNvPr>
          <p:cNvSpPr/>
          <p:nvPr/>
        </p:nvSpPr>
        <p:spPr>
          <a:xfrm>
            <a:off x="0" y="0"/>
            <a:ext cx="12190680" cy="6856920"/>
          </a:xfrm>
          <a:prstGeom prst="rect">
            <a:avLst/>
          </a:prstGeom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 algn="ctr" defTabSz="914400">
              <a:lnSpc>
                <a:spcPct val="100000"/>
              </a:lnSpc>
            </a:pPr>
            <a:endParaRPr b="0" lang="en-US" sz="1800" strike="noStrike" u="none">
              <a:solidFill>
                <a:schemeClr val="lt1"/>
              </a:solidFill>
              <a:uFillTx/>
              <a:latin typeface="Calibri"/>
            </a:endParaRPr>
          </a:p>
        </p:txBody>
      </p:sp>
      <p:sp>
        <p:nvSpPr>
          <p:cNvPr id="985" name="Rectangle 9">
            <a:extLst>
              <a:ext uri="{C183D7F6-B498-43B3-948B-1728B52AA6E4}">
                <adec:decorative xmlns:adec="http://schemas.microsoft.com/office/drawing/2017/decorative" val="1"/>
              </a:ext>
            </a:extLst>
          </p:cNvPr>
          <p:cNvSpPr/>
          <p:nvPr/>
        </p:nvSpPr>
        <p:spPr>
          <a:xfrm>
            <a:off x="360" y="0"/>
            <a:ext cx="12190680" cy="6856920"/>
          </a:xfrm>
          <a:prstGeom prst="rect">
            <a:avLst/>
          </a:prstGeom>
          <a:solidFill>
            <a:schemeClr val="bg1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 algn="ctr" defTabSz="914400">
              <a:lnSpc>
                <a:spcPct val="100000"/>
              </a:lnSpc>
            </a:pPr>
            <a:endParaRPr b="0" lang="en-US" sz="800" strike="noStrike" u="none">
              <a:solidFill>
                <a:schemeClr val="lt1"/>
              </a:solidFill>
              <a:uFillTx/>
              <a:latin typeface="Calibri"/>
            </a:endParaRPr>
          </a:p>
        </p:txBody>
      </p:sp>
      <p:sp>
        <p:nvSpPr>
          <p:cNvPr id="986" name="PlaceHolder 1"/>
          <p:cNvSpPr>
            <a:spLocks noGrp="1"/>
          </p:cNvSpPr>
          <p:nvPr>
            <p:ph type="title"/>
          </p:nvPr>
        </p:nvSpPr>
        <p:spPr>
          <a:xfrm>
            <a:off x="1179360" y="1280520"/>
            <a:ext cx="9832320" cy="132444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b">
            <a:normAutofit/>
          </a:bodyPr>
          <a:p>
            <a:pPr indent="0" algn="ctr" defTabSz="914400">
              <a:lnSpc>
                <a:spcPct val="90000"/>
              </a:lnSpc>
              <a:buNone/>
              <a:tabLst>
                <a:tab algn="l" pos="0"/>
              </a:tabLst>
            </a:pPr>
            <a:r>
              <a:rPr b="0" lang="de-DE" sz="3600" strike="noStrike" u="none">
                <a:solidFill>
                  <a:schemeClr val="dk2"/>
                </a:solidFill>
                <a:uFillTx/>
                <a:latin typeface="Calibri Light"/>
              </a:rPr>
              <a:t>Übung 19: Async CustomerService</a:t>
            </a:r>
            <a:endParaRPr b="0" lang="de-DE" sz="3600" strike="noStrike" u="none">
              <a:solidFill>
                <a:srgbClr val="000000"/>
              </a:solidFill>
              <a:uFillTx/>
              <a:latin typeface="Arial"/>
            </a:endParaRPr>
          </a:p>
        </p:txBody>
      </p:sp>
      <p:grpSp>
        <p:nvGrpSpPr>
          <p:cNvPr id="987" name="Group 11">
            <a:extLst>
              <a:ext uri="{C183D7F6-B498-43B3-948B-1728B52AA6E4}">
                <adec:decorative xmlns:adec="http://schemas.microsoft.com/office/drawing/2017/decorative" val="1"/>
              </a:ext>
            </a:extLst>
          </p:cNvPr>
          <p:cNvGrpSpPr/>
          <p:nvPr/>
        </p:nvGrpSpPr>
        <p:grpSpPr>
          <a:xfrm>
            <a:off x="8289720" y="0"/>
            <a:ext cx="3901320" cy="2381760"/>
            <a:chOff x="8289720" y="0"/>
            <a:chExt cx="3901320" cy="2381760"/>
          </a:xfrm>
        </p:grpSpPr>
        <p:sp>
          <p:nvSpPr>
            <p:cNvPr id="988" name="Freeform: Shape 12">
              <a:extLs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/>
            <p:nvPr/>
          </p:nvSpPr>
          <p:spPr>
            <a:xfrm>
              <a:off x="8289720" y="0"/>
              <a:ext cx="3900960" cy="2381760"/>
            </a:xfrm>
            <a:custGeom>
              <a:avLst/>
              <a:gdLst>
                <a:gd name="textAreaLeft" fmla="*/ 0 w 3900960"/>
                <a:gd name="textAreaRight" fmla="*/ 3902040 w 3900960"/>
                <a:gd name="textAreaTop" fmla="*/ 0 h 2381760"/>
                <a:gd name="textAreaBottom" fmla="*/ 2382840 h 2381760"/>
              </a:gdLst>
              <a:ahLst/>
              <a:rect l="textAreaLeft" t="textAreaTop" r="textAreaRight" b="textAreaBottom"/>
              <a:pathLst>
                <a:path w="5324985" h="3251912">
                  <a:moveTo>
                    <a:pt x="0" y="0"/>
                  </a:moveTo>
                  <a:lnTo>
                    <a:pt x="36826" y="0"/>
                  </a:lnTo>
                  <a:lnTo>
                    <a:pt x="45003" y="152909"/>
                  </a:lnTo>
                  <a:cubicBezTo>
                    <a:pt x="50351" y="205154"/>
                    <a:pt x="58290" y="257123"/>
                    <a:pt x="68956" y="308600"/>
                  </a:cubicBezTo>
                  <a:cubicBezTo>
                    <a:pt x="91393" y="411324"/>
                    <a:pt x="123882" y="511847"/>
                    <a:pt x="167774" y="607968"/>
                  </a:cubicBezTo>
                  <a:cubicBezTo>
                    <a:pt x="178195" y="632173"/>
                    <a:pt x="190333" y="655798"/>
                    <a:pt x="201857" y="679539"/>
                  </a:cubicBezTo>
                  <a:cubicBezTo>
                    <a:pt x="214363" y="702933"/>
                    <a:pt x="226255" y="726557"/>
                    <a:pt x="239741" y="749488"/>
                  </a:cubicBezTo>
                  <a:cubicBezTo>
                    <a:pt x="265488" y="795812"/>
                    <a:pt x="294176" y="840746"/>
                    <a:pt x="323724" y="885101"/>
                  </a:cubicBezTo>
                  <a:cubicBezTo>
                    <a:pt x="353149" y="929572"/>
                    <a:pt x="384657" y="972885"/>
                    <a:pt x="416412" y="1016081"/>
                  </a:cubicBezTo>
                  <a:cubicBezTo>
                    <a:pt x="448655" y="1058931"/>
                    <a:pt x="482127" y="1101202"/>
                    <a:pt x="515719" y="1143356"/>
                  </a:cubicBezTo>
                  <a:cubicBezTo>
                    <a:pt x="583027" y="1227782"/>
                    <a:pt x="653402" y="1310470"/>
                    <a:pt x="722427" y="1395127"/>
                  </a:cubicBezTo>
                  <a:cubicBezTo>
                    <a:pt x="757123" y="1437282"/>
                    <a:pt x="791697" y="1479783"/>
                    <a:pt x="825780" y="1522749"/>
                  </a:cubicBezTo>
                  <a:cubicBezTo>
                    <a:pt x="859742" y="1565367"/>
                    <a:pt x="893457" y="1610649"/>
                    <a:pt x="926314" y="1651992"/>
                  </a:cubicBezTo>
                  <a:cubicBezTo>
                    <a:pt x="958927" y="1694379"/>
                    <a:pt x="993132" y="1735492"/>
                    <a:pt x="1026848" y="1776836"/>
                  </a:cubicBezTo>
                  <a:cubicBezTo>
                    <a:pt x="1061545" y="1817485"/>
                    <a:pt x="1095996" y="1858133"/>
                    <a:pt x="1131918" y="1897393"/>
                  </a:cubicBezTo>
                  <a:cubicBezTo>
                    <a:pt x="1203273" y="1976376"/>
                    <a:pt x="1277447" y="2052463"/>
                    <a:pt x="1354688" y="2124728"/>
                  </a:cubicBezTo>
                  <a:cubicBezTo>
                    <a:pt x="1509411" y="2268911"/>
                    <a:pt x="1676396" y="2397575"/>
                    <a:pt x="1855027" y="2504236"/>
                  </a:cubicBezTo>
                  <a:cubicBezTo>
                    <a:pt x="1944528" y="2557277"/>
                    <a:pt x="2036357" y="2605917"/>
                    <a:pt x="2131618" y="2646913"/>
                  </a:cubicBezTo>
                  <a:cubicBezTo>
                    <a:pt x="2226267" y="2689068"/>
                    <a:pt x="2323981" y="2724622"/>
                    <a:pt x="2423534" y="2754732"/>
                  </a:cubicBezTo>
                  <a:cubicBezTo>
                    <a:pt x="2523087" y="2784958"/>
                    <a:pt x="2624602" y="2809394"/>
                    <a:pt x="2727588" y="2829197"/>
                  </a:cubicBezTo>
                  <a:cubicBezTo>
                    <a:pt x="2830698" y="2848653"/>
                    <a:pt x="2935522" y="2861971"/>
                    <a:pt x="3041083" y="2870890"/>
                  </a:cubicBezTo>
                  <a:cubicBezTo>
                    <a:pt x="3146644" y="2879922"/>
                    <a:pt x="3253307" y="2883860"/>
                    <a:pt x="3360340" y="2883976"/>
                  </a:cubicBezTo>
                  <a:cubicBezTo>
                    <a:pt x="3387067" y="2883976"/>
                    <a:pt x="3414162" y="2884439"/>
                    <a:pt x="3439663" y="2883396"/>
                  </a:cubicBezTo>
                  <a:lnTo>
                    <a:pt x="3478529" y="2882471"/>
                  </a:lnTo>
                  <a:lnTo>
                    <a:pt x="3517271" y="2880616"/>
                  </a:lnTo>
                  <a:cubicBezTo>
                    <a:pt x="3568887" y="2878417"/>
                    <a:pt x="3620257" y="2873552"/>
                    <a:pt x="3671260" y="2867878"/>
                  </a:cubicBezTo>
                  <a:cubicBezTo>
                    <a:pt x="3875515" y="2844253"/>
                    <a:pt x="4074253" y="2792486"/>
                    <a:pt x="4265268" y="2716283"/>
                  </a:cubicBezTo>
                  <a:cubicBezTo>
                    <a:pt x="4361020" y="2678529"/>
                    <a:pt x="4454444" y="2633710"/>
                    <a:pt x="4546395" y="2584724"/>
                  </a:cubicBezTo>
                  <a:cubicBezTo>
                    <a:pt x="4638470" y="2535967"/>
                    <a:pt x="4728827" y="2481885"/>
                    <a:pt x="4817837" y="2424674"/>
                  </a:cubicBezTo>
                  <a:cubicBezTo>
                    <a:pt x="4906846" y="2367348"/>
                    <a:pt x="4994385" y="2306317"/>
                    <a:pt x="5081677" y="2243548"/>
                  </a:cubicBezTo>
                  <a:cubicBezTo>
                    <a:pt x="5125201" y="2212164"/>
                    <a:pt x="5168603" y="2179969"/>
                    <a:pt x="5211881" y="2147658"/>
                  </a:cubicBezTo>
                  <a:lnTo>
                    <a:pt x="5324985" y="2062128"/>
                  </a:lnTo>
                  <a:lnTo>
                    <a:pt x="5324985" y="2514993"/>
                  </a:lnTo>
                  <a:lnTo>
                    <a:pt x="5314867" y="2522881"/>
                  </a:lnTo>
                  <a:cubicBezTo>
                    <a:pt x="5225490" y="2591325"/>
                    <a:pt x="5133783" y="2658379"/>
                    <a:pt x="5038276" y="2722421"/>
                  </a:cubicBezTo>
                  <a:cubicBezTo>
                    <a:pt x="4942892" y="2786348"/>
                    <a:pt x="4844810" y="2848422"/>
                    <a:pt x="4741701" y="2904937"/>
                  </a:cubicBezTo>
                  <a:cubicBezTo>
                    <a:pt x="4638592" y="2961337"/>
                    <a:pt x="4531929" y="3013683"/>
                    <a:pt x="4420728" y="3058848"/>
                  </a:cubicBezTo>
                  <a:cubicBezTo>
                    <a:pt x="4199063" y="3150338"/>
                    <a:pt x="3959621" y="3211485"/>
                    <a:pt x="3717481" y="3237079"/>
                  </a:cubicBezTo>
                  <a:cubicBezTo>
                    <a:pt x="3656914" y="3243101"/>
                    <a:pt x="3596227" y="3247966"/>
                    <a:pt x="3535661" y="3249934"/>
                  </a:cubicBezTo>
                  <a:lnTo>
                    <a:pt x="3490175" y="3251555"/>
                  </a:lnTo>
                  <a:lnTo>
                    <a:pt x="3444813" y="3251787"/>
                  </a:lnTo>
                  <a:cubicBezTo>
                    <a:pt x="3414162" y="3252250"/>
                    <a:pt x="3385105" y="3251324"/>
                    <a:pt x="3355681" y="3250745"/>
                  </a:cubicBezTo>
                  <a:cubicBezTo>
                    <a:pt x="3296954" y="3250050"/>
                    <a:pt x="3237860" y="3246692"/>
                    <a:pt x="3179011" y="3243795"/>
                  </a:cubicBezTo>
                  <a:cubicBezTo>
                    <a:pt x="3120039" y="3239164"/>
                    <a:pt x="3061067" y="3234878"/>
                    <a:pt x="3002217" y="3227814"/>
                  </a:cubicBezTo>
                  <a:cubicBezTo>
                    <a:pt x="2884397" y="3214496"/>
                    <a:pt x="2766699" y="3196314"/>
                    <a:pt x="2650103" y="3170836"/>
                  </a:cubicBezTo>
                  <a:cubicBezTo>
                    <a:pt x="2533510" y="3145358"/>
                    <a:pt x="2418263" y="3112583"/>
                    <a:pt x="2305836" y="3072514"/>
                  </a:cubicBezTo>
                  <a:cubicBezTo>
                    <a:pt x="2193410" y="3032328"/>
                    <a:pt x="2083926" y="2984383"/>
                    <a:pt x="1978611" y="2929952"/>
                  </a:cubicBezTo>
                  <a:cubicBezTo>
                    <a:pt x="1873663" y="2874711"/>
                    <a:pt x="1772884" y="2812985"/>
                    <a:pt x="1678235" y="2744424"/>
                  </a:cubicBezTo>
                  <a:cubicBezTo>
                    <a:pt x="1488201" y="2608001"/>
                    <a:pt x="1321708" y="2448068"/>
                    <a:pt x="1175688" y="2277018"/>
                  </a:cubicBezTo>
                  <a:cubicBezTo>
                    <a:pt x="1102985" y="2191086"/>
                    <a:pt x="1035309" y="2102377"/>
                    <a:pt x="971310" y="2012044"/>
                  </a:cubicBezTo>
                  <a:cubicBezTo>
                    <a:pt x="907188" y="1921714"/>
                    <a:pt x="847358" y="1829413"/>
                    <a:pt x="790717" y="1735723"/>
                  </a:cubicBezTo>
                  <a:cubicBezTo>
                    <a:pt x="761782" y="1688357"/>
                    <a:pt x="735300" y="1644002"/>
                    <a:pt x="706488" y="1598604"/>
                  </a:cubicBezTo>
                  <a:cubicBezTo>
                    <a:pt x="677922" y="1553555"/>
                    <a:pt x="648866" y="1508505"/>
                    <a:pt x="618951" y="1463802"/>
                  </a:cubicBezTo>
                  <a:lnTo>
                    <a:pt x="436273" y="1195355"/>
                  </a:lnTo>
                  <a:cubicBezTo>
                    <a:pt x="405990" y="1150189"/>
                    <a:pt x="376075" y="1104792"/>
                    <a:pt x="346896" y="1058816"/>
                  </a:cubicBezTo>
                  <a:cubicBezTo>
                    <a:pt x="317716" y="1012838"/>
                    <a:pt x="288782" y="966747"/>
                    <a:pt x="261809" y="919264"/>
                  </a:cubicBezTo>
                  <a:cubicBezTo>
                    <a:pt x="207742" y="824764"/>
                    <a:pt x="158088" y="727485"/>
                    <a:pt x="118487" y="626498"/>
                  </a:cubicBezTo>
                  <a:cubicBezTo>
                    <a:pt x="78151" y="525859"/>
                    <a:pt x="48237" y="421515"/>
                    <a:pt x="28130" y="315781"/>
                  </a:cubicBezTo>
                  <a:cubicBezTo>
                    <a:pt x="18506" y="262914"/>
                    <a:pt x="11425" y="209642"/>
                    <a:pt x="6751" y="156195"/>
                  </a:cubicBezTo>
                  <a:close/>
                </a:path>
              </a:pathLst>
            </a:custGeom>
            <a:gradFill rotWithShape="0">
              <a:gsLst>
                <a:gs pos="2000">
                  <a:srgbClr val="ffffff">
                    <a:alpha val="10000"/>
                  </a:srgbClr>
                </a:gs>
                <a:gs pos="16000">
                  <a:srgbClr val="f19d19">
                    <a:alpha val="10000"/>
                  </a:srgbClr>
                </a:gs>
                <a:gs pos="85000">
                  <a:srgbClr val="1d9a78">
                    <a:alpha val="10000"/>
                  </a:srgbClr>
                </a:gs>
                <a:gs pos="100000">
                  <a:srgbClr val="ffffff">
                    <a:alpha val="10000"/>
                  </a:srgbClr>
                </a:gs>
              </a:gsLst>
              <a:lin ang="12000000"/>
            </a:gra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/>
          </p:style>
          <p:txBody>
            <a:bodyPr lIns="90000" rIns="90000" tIns="45000" bIns="45000" anchor="ctr">
              <a:noAutofit/>
            </a:bodyPr>
            <a:p>
              <a:pPr algn="ctr" defTabSz="914400">
                <a:lnSpc>
                  <a:spcPct val="100000"/>
                </a:lnSpc>
              </a:pPr>
              <a:endParaRPr b="0" lang="en-US" sz="1800" strike="noStrike" u="none">
                <a:solidFill>
                  <a:schemeClr val="lt1"/>
                </a:solidFill>
                <a:uFillTx/>
                <a:latin typeface="Calibri"/>
              </a:endParaRPr>
            </a:p>
          </p:txBody>
        </p:sp>
        <p:sp>
          <p:nvSpPr>
            <p:cNvPr id="989" name="Freeform: Shape 13">
              <a:extLs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/>
            <p:nvPr/>
          </p:nvSpPr>
          <p:spPr>
            <a:xfrm>
              <a:off x="8326080" y="0"/>
              <a:ext cx="3864960" cy="2183040"/>
            </a:xfrm>
            <a:custGeom>
              <a:avLst/>
              <a:gdLst>
                <a:gd name="textAreaLeft" fmla="*/ 0 w 3864960"/>
                <a:gd name="textAreaRight" fmla="*/ 3866040 w 3864960"/>
                <a:gd name="textAreaTop" fmla="*/ 0 h 2183040"/>
                <a:gd name="textAreaBottom" fmla="*/ 2184120 h 2183040"/>
              </a:gdLst>
              <a:ahLst/>
              <a:rect l="textAreaLeft" t="textAreaTop" r="textAreaRight" b="textAreaBottom"/>
              <a:pathLst>
                <a:path w="5275533" h="2980757">
                  <a:moveTo>
                    <a:pt x="0" y="0"/>
                  </a:moveTo>
                  <a:lnTo>
                    <a:pt x="201166" y="0"/>
                  </a:lnTo>
                  <a:lnTo>
                    <a:pt x="206734" y="89286"/>
                  </a:lnTo>
                  <a:cubicBezTo>
                    <a:pt x="212220" y="135755"/>
                    <a:pt x="220465" y="181731"/>
                    <a:pt x="232051" y="226897"/>
                  </a:cubicBezTo>
                  <a:cubicBezTo>
                    <a:pt x="254855" y="317344"/>
                    <a:pt x="290287" y="403854"/>
                    <a:pt x="332707" y="487120"/>
                  </a:cubicBezTo>
                  <a:cubicBezTo>
                    <a:pt x="354163" y="528696"/>
                    <a:pt x="377948" y="569461"/>
                    <a:pt x="402959" y="609647"/>
                  </a:cubicBezTo>
                  <a:cubicBezTo>
                    <a:pt x="428337" y="649717"/>
                    <a:pt x="455433" y="689209"/>
                    <a:pt x="483631" y="728236"/>
                  </a:cubicBezTo>
                  <a:cubicBezTo>
                    <a:pt x="540764" y="806061"/>
                    <a:pt x="604271" y="881569"/>
                    <a:pt x="669986" y="957424"/>
                  </a:cubicBezTo>
                  <a:cubicBezTo>
                    <a:pt x="735701" y="1033395"/>
                    <a:pt x="804359" y="1109366"/>
                    <a:pt x="871667" y="1188348"/>
                  </a:cubicBezTo>
                  <a:cubicBezTo>
                    <a:pt x="905383" y="1227723"/>
                    <a:pt x="938731" y="1268025"/>
                    <a:pt x="971956" y="1308905"/>
                  </a:cubicBezTo>
                  <a:lnTo>
                    <a:pt x="1020139" y="1368084"/>
                  </a:lnTo>
                  <a:cubicBezTo>
                    <a:pt x="1035954" y="1386962"/>
                    <a:pt x="1051035" y="1406302"/>
                    <a:pt x="1067340" y="1424715"/>
                  </a:cubicBezTo>
                  <a:cubicBezTo>
                    <a:pt x="1194602" y="1574573"/>
                    <a:pt x="1332652" y="1712503"/>
                    <a:pt x="1472909" y="1843252"/>
                  </a:cubicBezTo>
                  <a:cubicBezTo>
                    <a:pt x="1543406" y="1908337"/>
                    <a:pt x="1615128" y="1971221"/>
                    <a:pt x="1688567" y="2031559"/>
                  </a:cubicBezTo>
                  <a:cubicBezTo>
                    <a:pt x="1762006" y="2091895"/>
                    <a:pt x="1836793" y="2150263"/>
                    <a:pt x="1914401" y="2205156"/>
                  </a:cubicBezTo>
                  <a:cubicBezTo>
                    <a:pt x="2069003" y="2315176"/>
                    <a:pt x="2235742" y="2413498"/>
                    <a:pt x="2418909" y="2479741"/>
                  </a:cubicBezTo>
                  <a:cubicBezTo>
                    <a:pt x="2510249" y="2512863"/>
                    <a:pt x="2604898" y="2538225"/>
                    <a:pt x="2701141" y="2557333"/>
                  </a:cubicBezTo>
                  <a:cubicBezTo>
                    <a:pt x="2725293" y="2561850"/>
                    <a:pt x="2749201" y="2567062"/>
                    <a:pt x="2773475" y="2570999"/>
                  </a:cubicBezTo>
                  <a:lnTo>
                    <a:pt x="2846424" y="2582465"/>
                  </a:lnTo>
                  <a:cubicBezTo>
                    <a:pt x="2895343" y="2588602"/>
                    <a:pt x="2944261" y="2595088"/>
                    <a:pt x="2993669" y="2598909"/>
                  </a:cubicBezTo>
                  <a:cubicBezTo>
                    <a:pt x="3018313" y="2601110"/>
                    <a:pt x="3042956" y="2603195"/>
                    <a:pt x="3067721" y="2604237"/>
                  </a:cubicBezTo>
                  <a:cubicBezTo>
                    <a:pt x="3092487" y="2605394"/>
                    <a:pt x="3117130" y="2607247"/>
                    <a:pt x="3142019" y="2607943"/>
                  </a:cubicBezTo>
                  <a:lnTo>
                    <a:pt x="3216561" y="2609564"/>
                  </a:lnTo>
                  <a:cubicBezTo>
                    <a:pt x="3241326" y="2610142"/>
                    <a:pt x="3266337" y="2609333"/>
                    <a:pt x="3291225" y="2609217"/>
                  </a:cubicBezTo>
                  <a:lnTo>
                    <a:pt x="3328619" y="2608869"/>
                  </a:lnTo>
                  <a:cubicBezTo>
                    <a:pt x="3340757" y="2608522"/>
                    <a:pt x="3352649" y="2607827"/>
                    <a:pt x="3364665" y="2607363"/>
                  </a:cubicBezTo>
                  <a:cubicBezTo>
                    <a:pt x="3376679" y="2606784"/>
                    <a:pt x="3388695" y="2606438"/>
                    <a:pt x="3400587" y="2605627"/>
                  </a:cubicBezTo>
                  <a:lnTo>
                    <a:pt x="3436387" y="2602847"/>
                  </a:lnTo>
                  <a:cubicBezTo>
                    <a:pt x="3484079" y="2599257"/>
                    <a:pt x="3531404" y="2593235"/>
                    <a:pt x="3578361" y="2586286"/>
                  </a:cubicBezTo>
                  <a:cubicBezTo>
                    <a:pt x="3766310" y="2556871"/>
                    <a:pt x="3947025" y="2499314"/>
                    <a:pt x="4119159" y="2418594"/>
                  </a:cubicBezTo>
                  <a:cubicBezTo>
                    <a:pt x="4291907" y="2338801"/>
                    <a:pt x="4456317" y="2236657"/>
                    <a:pt x="4618765" y="2124668"/>
                  </a:cubicBezTo>
                  <a:cubicBezTo>
                    <a:pt x="4659346" y="2096759"/>
                    <a:pt x="4699682" y="2067575"/>
                    <a:pt x="4739895" y="2038275"/>
                  </a:cubicBezTo>
                  <a:cubicBezTo>
                    <a:pt x="4780355" y="2008976"/>
                    <a:pt x="4820691" y="1979212"/>
                    <a:pt x="4861027" y="1948986"/>
                  </a:cubicBezTo>
                  <a:lnTo>
                    <a:pt x="5106354" y="1763690"/>
                  </a:lnTo>
                  <a:lnTo>
                    <a:pt x="5275533" y="1641017"/>
                  </a:lnTo>
                  <a:lnTo>
                    <a:pt x="5275533" y="2257481"/>
                  </a:lnTo>
                  <a:lnTo>
                    <a:pt x="5168881" y="2332084"/>
                  </a:lnTo>
                  <a:cubicBezTo>
                    <a:pt x="5125235" y="2362079"/>
                    <a:pt x="5081099" y="2391958"/>
                    <a:pt x="5036225" y="2421489"/>
                  </a:cubicBezTo>
                  <a:cubicBezTo>
                    <a:pt x="4991231" y="2450790"/>
                    <a:pt x="4945867" y="2479857"/>
                    <a:pt x="4899401" y="2508347"/>
                  </a:cubicBezTo>
                  <a:cubicBezTo>
                    <a:pt x="4806959" y="2565440"/>
                    <a:pt x="4711574" y="2620798"/>
                    <a:pt x="4612145" y="2671407"/>
                  </a:cubicBezTo>
                  <a:cubicBezTo>
                    <a:pt x="4512836" y="2722247"/>
                    <a:pt x="4410095" y="2769496"/>
                    <a:pt x="4303187" y="2810030"/>
                  </a:cubicBezTo>
                  <a:cubicBezTo>
                    <a:pt x="4090349" y="2892256"/>
                    <a:pt x="3861694" y="2947728"/>
                    <a:pt x="3630835" y="2969500"/>
                  </a:cubicBezTo>
                  <a:cubicBezTo>
                    <a:pt x="3573089" y="2974712"/>
                    <a:pt x="3515343" y="2978649"/>
                    <a:pt x="3457719" y="2979808"/>
                  </a:cubicBezTo>
                  <a:lnTo>
                    <a:pt x="3414441" y="2980733"/>
                  </a:lnTo>
                  <a:cubicBezTo>
                    <a:pt x="3400097" y="2980850"/>
                    <a:pt x="3385630" y="2980502"/>
                    <a:pt x="3371285" y="2980502"/>
                  </a:cubicBezTo>
                  <a:lnTo>
                    <a:pt x="3328252" y="2980039"/>
                  </a:lnTo>
                  <a:lnTo>
                    <a:pt x="3286445" y="2978534"/>
                  </a:lnTo>
                  <a:cubicBezTo>
                    <a:pt x="3175121" y="2975174"/>
                    <a:pt x="3063553" y="2966837"/>
                    <a:pt x="2952475" y="2953402"/>
                  </a:cubicBezTo>
                  <a:cubicBezTo>
                    <a:pt x="2841275" y="2940664"/>
                    <a:pt x="2730319" y="2922365"/>
                    <a:pt x="2620591" y="2898046"/>
                  </a:cubicBezTo>
                  <a:cubicBezTo>
                    <a:pt x="2510984" y="2873494"/>
                    <a:pt x="2402235" y="2844426"/>
                    <a:pt x="2294591" y="2811305"/>
                  </a:cubicBezTo>
                  <a:cubicBezTo>
                    <a:pt x="2079669" y="2744483"/>
                    <a:pt x="1867198" y="2661331"/>
                    <a:pt x="1670544" y="2550501"/>
                  </a:cubicBezTo>
                  <a:cubicBezTo>
                    <a:pt x="1473767" y="2439903"/>
                    <a:pt x="1298079" y="2299657"/>
                    <a:pt x="1144703" y="2144472"/>
                  </a:cubicBezTo>
                  <a:cubicBezTo>
                    <a:pt x="1067586" y="2066996"/>
                    <a:pt x="997458" y="1984539"/>
                    <a:pt x="931497" y="1900114"/>
                  </a:cubicBezTo>
                  <a:cubicBezTo>
                    <a:pt x="865906" y="1815342"/>
                    <a:pt x="803500" y="1729295"/>
                    <a:pt x="745265" y="1641395"/>
                  </a:cubicBezTo>
                  <a:cubicBezTo>
                    <a:pt x="730307" y="1619623"/>
                    <a:pt x="716207" y="1597503"/>
                    <a:pt x="701741" y="1575500"/>
                  </a:cubicBezTo>
                  <a:lnTo>
                    <a:pt x="660178" y="1511573"/>
                  </a:lnTo>
                  <a:cubicBezTo>
                    <a:pt x="633574" y="1470229"/>
                    <a:pt x="605989" y="1429232"/>
                    <a:pt x="578158" y="1387656"/>
                  </a:cubicBezTo>
                  <a:lnTo>
                    <a:pt x="408230" y="1134497"/>
                  </a:lnTo>
                  <a:cubicBezTo>
                    <a:pt x="351220" y="1048219"/>
                    <a:pt x="294945" y="959392"/>
                    <a:pt x="242349" y="866860"/>
                  </a:cubicBezTo>
                  <a:cubicBezTo>
                    <a:pt x="216112" y="820536"/>
                    <a:pt x="190734" y="773402"/>
                    <a:pt x="167562" y="724994"/>
                  </a:cubicBezTo>
                  <a:cubicBezTo>
                    <a:pt x="144513" y="676469"/>
                    <a:pt x="123057" y="627019"/>
                    <a:pt x="104054" y="576525"/>
                  </a:cubicBezTo>
                  <a:cubicBezTo>
                    <a:pt x="85418" y="525917"/>
                    <a:pt x="68867" y="474613"/>
                    <a:pt x="55381" y="422499"/>
                  </a:cubicBezTo>
                  <a:cubicBezTo>
                    <a:pt x="49006" y="396442"/>
                    <a:pt x="42508" y="370269"/>
                    <a:pt x="37236" y="343980"/>
                  </a:cubicBezTo>
                  <a:lnTo>
                    <a:pt x="29267" y="304604"/>
                  </a:lnTo>
                  <a:lnTo>
                    <a:pt x="22646" y="265113"/>
                  </a:lnTo>
                  <a:cubicBezTo>
                    <a:pt x="14003" y="212420"/>
                    <a:pt x="7872" y="159582"/>
                    <a:pt x="3903" y="106787"/>
                  </a:cubicBezTo>
                  <a:close/>
                </a:path>
              </a:pathLst>
            </a:custGeom>
            <a:gradFill rotWithShape="0">
              <a:gsLst>
                <a:gs pos="2000">
                  <a:srgbClr val="ffffff">
                    <a:alpha val="10000"/>
                  </a:srgbClr>
                </a:gs>
                <a:gs pos="16000">
                  <a:srgbClr val="f19d19">
                    <a:alpha val="10000"/>
                  </a:srgbClr>
                </a:gs>
                <a:gs pos="85000">
                  <a:srgbClr val="1d9a78">
                    <a:alpha val="10000"/>
                  </a:srgbClr>
                </a:gs>
                <a:gs pos="100000">
                  <a:srgbClr val="ffffff">
                    <a:alpha val="10000"/>
                  </a:srgbClr>
                </a:gs>
              </a:gsLst>
              <a:lin ang="12000000"/>
            </a:gra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/>
          </p:style>
          <p:txBody>
            <a:bodyPr lIns="90000" rIns="90000" tIns="45000" bIns="45000" anchor="ctr">
              <a:noAutofit/>
            </a:bodyPr>
            <a:p>
              <a:pPr algn="ctr" defTabSz="914400">
                <a:lnSpc>
                  <a:spcPct val="100000"/>
                </a:lnSpc>
              </a:pPr>
              <a:endParaRPr b="0" lang="en-US" sz="1800" strike="noStrike" u="none">
                <a:solidFill>
                  <a:schemeClr val="lt1"/>
                </a:solidFill>
                <a:uFillTx/>
                <a:latin typeface="Calibri"/>
              </a:endParaRPr>
            </a:p>
          </p:txBody>
        </p:sp>
        <p:sp>
          <p:nvSpPr>
            <p:cNvPr id="990" name="Freeform: Shape 14">
              <a:extLs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/>
            <p:nvPr/>
          </p:nvSpPr>
          <p:spPr>
            <a:xfrm>
              <a:off x="8329680" y="0"/>
              <a:ext cx="3861360" cy="2144520"/>
            </a:xfrm>
            <a:custGeom>
              <a:avLst/>
              <a:gdLst>
                <a:gd name="textAreaLeft" fmla="*/ 0 w 3861360"/>
                <a:gd name="textAreaRight" fmla="*/ 3862440 w 3861360"/>
                <a:gd name="textAreaTop" fmla="*/ 0 h 2144520"/>
                <a:gd name="textAreaBottom" fmla="*/ 2145600 h 2144520"/>
              </a:gdLst>
              <a:ahLst/>
              <a:rect l="textAreaLeft" t="textAreaTop" r="textAreaRight" b="textAreaBottom"/>
              <a:pathLst>
                <a:path w="5270786" h="2927775">
                  <a:moveTo>
                    <a:pt x="0" y="0"/>
                  </a:moveTo>
                  <a:lnTo>
                    <a:pt x="613805" y="0"/>
                  </a:lnTo>
                  <a:lnTo>
                    <a:pt x="618487" y="85404"/>
                  </a:lnTo>
                  <a:cubicBezTo>
                    <a:pt x="650052" y="360109"/>
                    <a:pt x="792650" y="556543"/>
                    <a:pt x="1054084" y="895200"/>
                  </a:cubicBezTo>
                  <a:cubicBezTo>
                    <a:pt x="1126174" y="988542"/>
                    <a:pt x="1200716" y="1085128"/>
                    <a:pt x="1276976" y="1191325"/>
                  </a:cubicBezTo>
                  <a:cubicBezTo>
                    <a:pt x="1859704" y="2002688"/>
                    <a:pt x="2485223" y="2348843"/>
                    <a:pt x="3368450" y="2348843"/>
                  </a:cubicBezTo>
                  <a:cubicBezTo>
                    <a:pt x="3948114" y="2348843"/>
                    <a:pt x="4373422" y="2066846"/>
                    <a:pt x="4956151" y="1636730"/>
                  </a:cubicBezTo>
                  <a:cubicBezTo>
                    <a:pt x="5021253" y="1588668"/>
                    <a:pt x="5086356" y="1541186"/>
                    <a:pt x="5149372" y="1495325"/>
                  </a:cubicBezTo>
                  <a:lnTo>
                    <a:pt x="5270786" y="1406110"/>
                  </a:lnTo>
                  <a:lnTo>
                    <a:pt x="5270786" y="2138641"/>
                  </a:lnTo>
                  <a:lnTo>
                    <a:pt x="5112925" y="2253730"/>
                  </a:lnTo>
                  <a:cubicBezTo>
                    <a:pt x="4598179" y="2621786"/>
                    <a:pt x="4074961" y="2927775"/>
                    <a:pt x="3368327" y="2927775"/>
                  </a:cubicBezTo>
                  <a:cubicBezTo>
                    <a:pt x="2170746" y="2927775"/>
                    <a:pt x="1393203" y="2384512"/>
                    <a:pt x="769646" y="1516288"/>
                  </a:cubicBezTo>
                  <a:cubicBezTo>
                    <a:pt x="418850" y="1027932"/>
                    <a:pt x="48120" y="683401"/>
                    <a:pt x="3149" y="85252"/>
                  </a:cubicBezTo>
                  <a:close/>
                </a:path>
              </a:pathLst>
            </a:custGeom>
            <a:gradFill rotWithShape="0">
              <a:gsLst>
                <a:gs pos="2000">
                  <a:srgbClr val="ffffff">
                    <a:alpha val="10000"/>
                  </a:srgbClr>
                </a:gs>
                <a:gs pos="16000">
                  <a:srgbClr val="f19d19">
                    <a:alpha val="10000"/>
                  </a:srgbClr>
                </a:gs>
                <a:gs pos="85000">
                  <a:srgbClr val="1d9a78">
                    <a:alpha val="10000"/>
                  </a:srgbClr>
                </a:gs>
                <a:gs pos="100000">
                  <a:srgbClr val="ffffff">
                    <a:alpha val="10000"/>
                  </a:srgbClr>
                </a:gs>
              </a:gsLst>
              <a:lin ang="12000000"/>
            </a:gra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/>
          </p:style>
          <p:txBody>
            <a:bodyPr lIns="90000" rIns="90000" tIns="45000" bIns="45000" anchor="ctr">
              <a:noAutofit/>
            </a:bodyPr>
            <a:p>
              <a:pPr algn="ctr" defTabSz="914400">
                <a:lnSpc>
                  <a:spcPct val="100000"/>
                </a:lnSpc>
              </a:pPr>
              <a:endParaRPr b="0" lang="en-US" sz="1800" strike="noStrike" u="none">
                <a:solidFill>
                  <a:schemeClr val="lt1"/>
                </a:solidFill>
                <a:uFillTx/>
                <a:latin typeface="Calibri"/>
              </a:endParaRPr>
            </a:p>
          </p:txBody>
        </p:sp>
        <p:sp>
          <p:nvSpPr>
            <p:cNvPr id="991" name="Freeform: Shape 15">
              <a:extLs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/>
            <p:nvPr/>
          </p:nvSpPr>
          <p:spPr>
            <a:xfrm>
              <a:off x="8329680" y="0"/>
              <a:ext cx="3861360" cy="2144520"/>
            </a:xfrm>
            <a:custGeom>
              <a:avLst/>
              <a:gdLst>
                <a:gd name="textAreaLeft" fmla="*/ 0 w 3861360"/>
                <a:gd name="textAreaRight" fmla="*/ 3862440 w 3861360"/>
                <a:gd name="textAreaTop" fmla="*/ 0 h 2144520"/>
                <a:gd name="textAreaBottom" fmla="*/ 2145600 h 2144520"/>
              </a:gdLst>
              <a:ahLst/>
              <a:rect l="textAreaLeft" t="textAreaTop" r="textAreaRight" b="textAreaBottom"/>
              <a:pathLst>
                <a:path w="5270786" h="2927775">
                  <a:moveTo>
                    <a:pt x="0" y="0"/>
                  </a:moveTo>
                  <a:lnTo>
                    <a:pt x="736294" y="0"/>
                  </a:lnTo>
                  <a:lnTo>
                    <a:pt x="740298" y="72745"/>
                  </a:lnTo>
                  <a:cubicBezTo>
                    <a:pt x="768839" y="319371"/>
                    <a:pt x="898885" y="497858"/>
                    <a:pt x="1153024" y="826989"/>
                  </a:cubicBezTo>
                  <a:cubicBezTo>
                    <a:pt x="1225727" y="921142"/>
                    <a:pt x="1300882" y="1018537"/>
                    <a:pt x="1378368" y="1126356"/>
                  </a:cubicBezTo>
                  <a:cubicBezTo>
                    <a:pt x="1652384" y="1507833"/>
                    <a:pt x="1933512" y="1779060"/>
                    <a:pt x="2238056" y="1955322"/>
                  </a:cubicBezTo>
                  <a:cubicBezTo>
                    <a:pt x="2560868" y="2142238"/>
                    <a:pt x="2930637" y="2233033"/>
                    <a:pt x="3368327" y="2233033"/>
                  </a:cubicBezTo>
                  <a:cubicBezTo>
                    <a:pt x="3616720" y="2233033"/>
                    <a:pt x="3847703" y="2176866"/>
                    <a:pt x="4095360" y="2056192"/>
                  </a:cubicBezTo>
                  <a:cubicBezTo>
                    <a:pt x="4349636" y="1932276"/>
                    <a:pt x="4601340" y="1751613"/>
                    <a:pt x="4880506" y="1545587"/>
                  </a:cubicBezTo>
                  <a:cubicBezTo>
                    <a:pt x="4945974" y="1497295"/>
                    <a:pt x="5011199" y="1449697"/>
                    <a:pt x="5074340" y="1403721"/>
                  </a:cubicBezTo>
                  <a:lnTo>
                    <a:pt x="5270786" y="1259367"/>
                  </a:lnTo>
                  <a:lnTo>
                    <a:pt x="5270786" y="2138641"/>
                  </a:lnTo>
                  <a:lnTo>
                    <a:pt x="5112925" y="2253730"/>
                  </a:lnTo>
                  <a:cubicBezTo>
                    <a:pt x="4598179" y="2621786"/>
                    <a:pt x="4074961" y="2927775"/>
                    <a:pt x="3368327" y="2927775"/>
                  </a:cubicBezTo>
                  <a:cubicBezTo>
                    <a:pt x="2170746" y="2927775"/>
                    <a:pt x="1393203" y="2384512"/>
                    <a:pt x="769646" y="1516288"/>
                  </a:cubicBezTo>
                  <a:cubicBezTo>
                    <a:pt x="418850" y="1027932"/>
                    <a:pt x="48120" y="683401"/>
                    <a:pt x="3149" y="85252"/>
                  </a:cubicBezTo>
                  <a:close/>
                </a:path>
              </a:pathLst>
            </a:custGeom>
            <a:gradFill rotWithShape="0">
              <a:gsLst>
                <a:gs pos="2000">
                  <a:srgbClr val="ffffff">
                    <a:alpha val="10000"/>
                  </a:srgbClr>
                </a:gs>
                <a:gs pos="16000">
                  <a:srgbClr val="f19d19">
                    <a:alpha val="10000"/>
                  </a:srgbClr>
                </a:gs>
                <a:gs pos="85000">
                  <a:srgbClr val="1d9a78">
                    <a:alpha val="10000"/>
                  </a:srgbClr>
                </a:gs>
                <a:gs pos="100000">
                  <a:srgbClr val="ffffff">
                    <a:alpha val="10000"/>
                  </a:srgbClr>
                </a:gs>
              </a:gsLst>
              <a:lin ang="12000000"/>
            </a:gra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/>
          </p:style>
          <p:txBody>
            <a:bodyPr lIns="90000" rIns="90000" tIns="45000" bIns="45000" anchor="ctr">
              <a:noAutofit/>
            </a:bodyPr>
            <a:p>
              <a:pPr algn="ctr" defTabSz="914400">
                <a:lnSpc>
                  <a:spcPct val="100000"/>
                </a:lnSpc>
              </a:pPr>
              <a:endParaRPr b="0" lang="en-US" sz="1800" strike="noStrike" u="none">
                <a:solidFill>
                  <a:schemeClr val="lt1"/>
                </a:solidFill>
                <a:uFillTx/>
                <a:latin typeface="Calibri"/>
              </a:endParaRPr>
            </a:p>
          </p:txBody>
        </p:sp>
      </p:grpSp>
      <p:sp>
        <p:nvSpPr>
          <p:cNvPr id="992" name="PlaceHolder 2"/>
          <p:cNvSpPr>
            <a:spLocks noGrp="1"/>
          </p:cNvSpPr>
          <p:nvPr>
            <p:ph/>
          </p:nvPr>
        </p:nvSpPr>
        <p:spPr>
          <a:xfrm>
            <a:off x="1179360" y="2890800"/>
            <a:ext cx="9832320" cy="269280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t">
            <a:normAutofit/>
          </a:bodyPr>
          <a:p>
            <a:pPr marL="228600" indent="-228600" defTabSz="914400">
              <a:lnSpc>
                <a:spcPct val="90000"/>
              </a:lnSpc>
              <a:spcBef>
                <a:spcPts val="1001"/>
              </a:spcBef>
              <a:buClr>
                <a:srgbClr val="44546a"/>
              </a:buClr>
              <a:buFont typeface="Arial"/>
              <a:buChar char="•"/>
            </a:pPr>
            <a:r>
              <a:rPr b="0" lang="de-DE" sz="1800" strike="noStrike" u="none">
                <a:solidFill>
                  <a:schemeClr val="dk2"/>
                </a:solidFill>
                <a:uFillTx/>
                <a:latin typeface="Calibri"/>
              </a:rPr>
              <a:t>Verpasse CustomerService eine Observable basierte API</a:t>
            </a:r>
            <a:endParaRPr b="0" lang="de-DE" sz="1800" strike="noStrike" u="none">
              <a:solidFill>
                <a:srgbClr val="000000"/>
              </a:solidFill>
              <a:uFillTx/>
              <a:latin typeface="Arial"/>
            </a:endParaRPr>
          </a:p>
          <a:p>
            <a:pPr lvl="1" marL="685800" indent="-228600" defTabSz="914400">
              <a:lnSpc>
                <a:spcPct val="90000"/>
              </a:lnSpc>
              <a:spcBef>
                <a:spcPts val="499"/>
              </a:spcBef>
              <a:buClr>
                <a:srgbClr val="44546a"/>
              </a:buClr>
              <a:buFont typeface="Arial"/>
              <a:buChar char="•"/>
            </a:pPr>
            <a:r>
              <a:rPr b="0" lang="de-DE" sz="1800" strike="noStrike" u="none">
                <a:solidFill>
                  <a:schemeClr val="dk2"/>
                </a:solidFill>
                <a:uFillTx/>
                <a:latin typeface="Calibri"/>
              </a:rPr>
              <a:t>Lege im Service ein ReplaySubject als Feld an</a:t>
            </a:r>
            <a:endParaRPr b="0" lang="de-DE" sz="1800" strike="noStrike" u="none">
              <a:solidFill>
                <a:srgbClr val="000000"/>
              </a:solidFill>
              <a:uFillTx/>
              <a:latin typeface="Arial"/>
            </a:endParaRPr>
          </a:p>
          <a:p>
            <a:pPr lvl="1" marL="685800" indent="-228600" defTabSz="914400">
              <a:lnSpc>
                <a:spcPct val="90000"/>
              </a:lnSpc>
              <a:spcBef>
                <a:spcPts val="499"/>
              </a:spcBef>
              <a:buClr>
                <a:srgbClr val="44546a"/>
              </a:buClr>
              <a:buFont typeface="Arial"/>
              <a:buChar char="•"/>
            </a:pPr>
            <a:r>
              <a:rPr b="0" lang="de-DE" sz="1800" strike="noStrike" u="none">
                <a:solidFill>
                  <a:schemeClr val="dk2"/>
                </a:solidFill>
                <a:uFillTx/>
                <a:latin typeface="Calibri"/>
              </a:rPr>
              <a:t>Rufe im Konstuktor am Subject next mit den Mock-Daten auf</a:t>
            </a:r>
            <a:endParaRPr b="0" lang="de-DE" sz="1800" strike="noStrike" u="none">
              <a:solidFill>
                <a:srgbClr val="000000"/>
              </a:solidFill>
              <a:uFillTx/>
              <a:latin typeface="Arial"/>
            </a:endParaRPr>
          </a:p>
          <a:p>
            <a:pPr lvl="1" marL="685800" indent="-228600" defTabSz="914400">
              <a:lnSpc>
                <a:spcPct val="90000"/>
              </a:lnSpc>
              <a:spcBef>
                <a:spcPts val="499"/>
              </a:spcBef>
              <a:buClr>
                <a:srgbClr val="44546a"/>
              </a:buClr>
              <a:buFont typeface="Arial"/>
              <a:buChar char="•"/>
            </a:pPr>
            <a:r>
              <a:rPr b="0" lang="de-DE" sz="1800" strike="noStrike" u="none">
                <a:solidFill>
                  <a:schemeClr val="dk2"/>
                </a:solidFill>
                <a:uFillTx/>
                <a:latin typeface="Calibri"/>
              </a:rPr>
              <a:t>Lasse getAll das Observable&lt;Customer[]&gt; des Subject zurückgeben</a:t>
            </a:r>
            <a:endParaRPr b="0" lang="de-DE" sz="1800" strike="noStrike" u="none">
              <a:solidFill>
                <a:srgbClr val="000000"/>
              </a:solidFill>
              <a:uFillTx/>
              <a:latin typeface="Arial"/>
            </a:endParaRPr>
          </a:p>
          <a:p>
            <a:pPr marL="228600" indent="-228600" defTabSz="914400">
              <a:lnSpc>
                <a:spcPct val="90000"/>
              </a:lnSpc>
              <a:spcBef>
                <a:spcPts val="1001"/>
              </a:spcBef>
              <a:buClr>
                <a:srgbClr val="44546a"/>
              </a:buClr>
              <a:buFont typeface="Arial"/>
              <a:buChar char="•"/>
            </a:pPr>
            <a:r>
              <a:rPr b="0" lang="de-DE" sz="1800" strike="noStrike" u="none">
                <a:solidFill>
                  <a:schemeClr val="dk2"/>
                </a:solidFill>
                <a:uFillTx/>
                <a:latin typeface="Calibri"/>
              </a:rPr>
              <a:t>Passe alle Aufrufe an (subscribe oder async-Pipe)</a:t>
            </a:r>
            <a:endParaRPr b="0" lang="de-DE" sz="1800" strike="noStrike" u="none">
              <a:solidFill>
                <a:srgbClr val="000000"/>
              </a:solidFill>
              <a:uFillTx/>
              <a:latin typeface="Arial"/>
            </a:endParaRPr>
          </a:p>
          <a:p>
            <a:pPr lvl="1" marL="685800" indent="-228600" defTabSz="914400">
              <a:lnSpc>
                <a:spcPct val="90000"/>
              </a:lnSpc>
              <a:spcBef>
                <a:spcPts val="499"/>
              </a:spcBef>
              <a:buClr>
                <a:srgbClr val="44546a"/>
              </a:buClr>
              <a:buFont typeface="Arial"/>
              <a:buChar char="•"/>
            </a:pPr>
            <a:r>
              <a:rPr b="0" lang="de-DE" sz="1800" strike="noStrike" u="none">
                <a:solidFill>
                  <a:schemeClr val="dk2"/>
                </a:solidFill>
                <a:uFillTx/>
                <a:latin typeface="Calibri"/>
              </a:rPr>
              <a:t>Eigentlich nur:</a:t>
            </a:r>
            <a:endParaRPr b="0" lang="de-DE" sz="1800" strike="noStrike" u="none">
              <a:solidFill>
                <a:srgbClr val="000000"/>
              </a:solidFill>
              <a:uFillTx/>
              <a:latin typeface="Arial"/>
            </a:endParaRPr>
          </a:p>
          <a:p>
            <a:pPr lvl="2" marL="1143000" indent="-228600" defTabSz="914400">
              <a:lnSpc>
                <a:spcPct val="90000"/>
              </a:lnSpc>
              <a:spcBef>
                <a:spcPts val="499"/>
              </a:spcBef>
              <a:buClr>
                <a:srgbClr val="44546a"/>
              </a:buClr>
              <a:buFont typeface="Arial"/>
              <a:buChar char="•"/>
            </a:pPr>
            <a:r>
              <a:rPr b="0" lang="de-DE" sz="1800" strike="noStrike" u="none">
                <a:solidFill>
                  <a:schemeClr val="dk2"/>
                </a:solidFill>
                <a:uFillTx/>
                <a:latin typeface="Calibri"/>
              </a:rPr>
              <a:t>AppComponent property customerMockList --&gt; Typisieren auf Observable&lt;Customer[]&gt;</a:t>
            </a:r>
            <a:endParaRPr b="0" lang="de-DE" sz="1800" strike="noStrike" u="none">
              <a:solidFill>
                <a:srgbClr val="000000"/>
              </a:solidFill>
              <a:uFillTx/>
              <a:latin typeface="Arial"/>
            </a:endParaRPr>
          </a:p>
          <a:p>
            <a:pPr lvl="2" marL="1143000" indent="-228600" defTabSz="914400">
              <a:lnSpc>
                <a:spcPct val="90000"/>
              </a:lnSpc>
              <a:spcBef>
                <a:spcPts val="499"/>
              </a:spcBef>
              <a:buClr>
                <a:srgbClr val="44546a"/>
              </a:buClr>
              <a:buFont typeface="Arial"/>
              <a:buChar char="•"/>
            </a:pPr>
            <a:r>
              <a:rPr b="0" lang="de-DE" sz="1800" strike="noStrike" u="none">
                <a:solidFill>
                  <a:schemeClr val="dk2"/>
                </a:solidFill>
                <a:uFillTx/>
                <a:latin typeface="Calibri"/>
              </a:rPr>
              <a:t>appComponent.html </a:t>
            </a:r>
            <a:r>
              <a:rPr b="0" lang="de-DE" sz="1800" strike="noStrike" u="none">
                <a:solidFill>
                  <a:schemeClr val="dk2"/>
                </a:solidFill>
                <a:uFillTx/>
                <a:latin typeface="Wingdings"/>
              </a:rPr>
              <a:t></a:t>
            </a:r>
            <a:r>
              <a:rPr b="0" lang="de-DE" sz="1800" strike="noStrike" u="none">
                <a:solidFill>
                  <a:schemeClr val="dk2"/>
                </a:solidFill>
                <a:uFillTx/>
                <a:latin typeface="Calibri"/>
              </a:rPr>
              <a:t> &lt;customerList [customers] = “|async“</a:t>
            </a:r>
            <a:endParaRPr b="0" lang="de-DE" sz="1800" strike="noStrike" u="none">
              <a:solidFill>
                <a:srgbClr val="000000"/>
              </a:solidFill>
              <a:uFillTx/>
              <a:latin typeface="Arial"/>
            </a:endParaRPr>
          </a:p>
          <a:p>
            <a:pPr indent="0" defTabSz="914400">
              <a:lnSpc>
                <a:spcPct val="90000"/>
              </a:lnSpc>
              <a:spcBef>
                <a:spcPts val="1001"/>
              </a:spcBef>
              <a:buNone/>
              <a:tabLst>
                <a:tab algn="l" pos="0"/>
              </a:tabLst>
            </a:pPr>
            <a:endParaRPr b="0" lang="de-DE" sz="1800" strike="noStrike" u="none">
              <a:solidFill>
                <a:srgbClr val="000000"/>
              </a:solidFill>
              <a:uFillTx/>
              <a:latin typeface="Arial"/>
            </a:endParaRPr>
          </a:p>
        </p:txBody>
      </p:sp>
      <p:grpSp>
        <p:nvGrpSpPr>
          <p:cNvPr id="993" name="Group 17">
            <a:extLst>
              <a:ext uri="{C183D7F6-B498-43B3-948B-1728B52AA6E4}">
                <adec:decorative xmlns:adec="http://schemas.microsoft.com/office/drawing/2017/decorative" val="1"/>
              </a:ext>
            </a:extLst>
          </p:cNvPr>
          <p:cNvGrpSpPr/>
          <p:nvPr/>
        </p:nvGrpSpPr>
        <p:grpSpPr>
          <a:xfrm>
            <a:off x="0" y="4681800"/>
            <a:ext cx="2897640" cy="2174400"/>
            <a:chOff x="0" y="4681800"/>
            <a:chExt cx="2897640" cy="2174400"/>
          </a:xfrm>
        </p:grpSpPr>
        <p:sp>
          <p:nvSpPr>
            <p:cNvPr id="994" name="Freeform: Shape 18">
              <a:extLs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/>
            <p:nvPr/>
          </p:nvSpPr>
          <p:spPr>
            <a:xfrm flipV="1">
              <a:off x="360" y="4850280"/>
              <a:ext cx="2884680" cy="2005920"/>
            </a:xfrm>
            <a:custGeom>
              <a:avLst/>
              <a:gdLst>
                <a:gd name="textAreaLeft" fmla="*/ 0 w 2884680"/>
                <a:gd name="textAreaRight" fmla="*/ 2885760 w 2884680"/>
                <a:gd name="textAreaTop" fmla="*/ 720 h 2005920"/>
                <a:gd name="textAreaBottom" fmla="*/ 2007720 h 2005920"/>
              </a:gdLst>
              <a:ahLst/>
              <a:rect l="textAreaLeft" t="textAreaTop" r="textAreaRight" b="textAreaBottom"/>
              <a:pathLst>
                <a:path w="3815424" h="2653659">
                  <a:moveTo>
                    <a:pt x="3203055" y="0"/>
                  </a:moveTo>
                  <a:lnTo>
                    <a:pt x="3815424" y="0"/>
                  </a:lnTo>
                  <a:lnTo>
                    <a:pt x="3801025" y="214243"/>
                  </a:lnTo>
                  <a:cubicBezTo>
                    <a:pt x="3616317" y="1584467"/>
                    <a:pt x="2091637" y="2653659"/>
                    <a:pt x="587142" y="2653659"/>
                  </a:cubicBezTo>
                  <a:cubicBezTo>
                    <a:pt x="400192" y="2653659"/>
                    <a:pt x="222112" y="2636953"/>
                    <a:pt x="53389" y="2605041"/>
                  </a:cubicBezTo>
                  <a:lnTo>
                    <a:pt x="0" y="2593136"/>
                  </a:lnTo>
                  <a:lnTo>
                    <a:pt x="0" y="1994836"/>
                  </a:lnTo>
                  <a:lnTo>
                    <a:pt x="159710" y="2035054"/>
                  </a:lnTo>
                  <a:cubicBezTo>
                    <a:pt x="295467" y="2061726"/>
                    <a:pt x="438268" y="2075152"/>
                    <a:pt x="587142" y="2075152"/>
                  </a:cubicBezTo>
                  <a:cubicBezTo>
                    <a:pt x="901731" y="2075152"/>
                    <a:pt x="1234490" y="2014697"/>
                    <a:pt x="1549283" y="1900153"/>
                  </a:cubicBezTo>
                  <a:cubicBezTo>
                    <a:pt x="1860709" y="1786959"/>
                    <a:pt x="2157231" y="1620350"/>
                    <a:pt x="2406698" y="1418450"/>
                  </a:cubicBezTo>
                  <a:cubicBezTo>
                    <a:pt x="2655859" y="1216840"/>
                    <a:pt x="2859596" y="978302"/>
                    <a:pt x="2996069" y="728678"/>
                  </a:cubicBezTo>
                  <a:cubicBezTo>
                    <a:pt x="3101178" y="536396"/>
                    <a:pt x="3167417" y="338366"/>
                    <a:pt x="3193967" y="137719"/>
                  </a:cubicBezTo>
                  <a:close/>
                </a:path>
              </a:pathLst>
            </a:custGeom>
            <a:gradFill rotWithShape="0">
              <a:gsLst>
                <a:gs pos="2000">
                  <a:srgbClr val="ffffff">
                    <a:alpha val="10000"/>
                  </a:srgbClr>
                </a:gs>
                <a:gs pos="16000">
                  <a:srgbClr val="f19d19">
                    <a:alpha val="10000"/>
                  </a:srgbClr>
                </a:gs>
                <a:gs pos="85000">
                  <a:srgbClr val="1d9a78">
                    <a:alpha val="10000"/>
                  </a:srgbClr>
                </a:gs>
                <a:gs pos="100000">
                  <a:srgbClr val="ffffff">
                    <a:alpha val="10000"/>
                  </a:srgbClr>
                </a:gs>
              </a:gsLst>
              <a:lin ang="9600000"/>
            </a:gra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/>
          </p:style>
          <p:txBody>
            <a:bodyPr lIns="90000" rIns="90000" tIns="45000" bIns="45000" anchor="ctr">
              <a:noAutofit/>
            </a:bodyPr>
            <a:p>
              <a:pPr algn="ctr" defTabSz="914400">
                <a:lnSpc>
                  <a:spcPct val="100000"/>
                </a:lnSpc>
              </a:pPr>
              <a:endParaRPr b="0" lang="en-US" sz="1800" strike="noStrike" u="none">
                <a:solidFill>
                  <a:schemeClr val="lt1"/>
                </a:solidFill>
                <a:uFillTx/>
                <a:latin typeface="Calibri"/>
              </a:endParaRPr>
            </a:p>
          </p:txBody>
        </p:sp>
        <p:sp>
          <p:nvSpPr>
            <p:cNvPr id="995" name="Freeform: Shape 19">
              <a:extLs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/>
            <p:nvPr/>
          </p:nvSpPr>
          <p:spPr>
            <a:xfrm flipV="1">
              <a:off x="360" y="4850280"/>
              <a:ext cx="2884680" cy="2005920"/>
            </a:xfrm>
            <a:custGeom>
              <a:avLst/>
              <a:gdLst>
                <a:gd name="textAreaLeft" fmla="*/ 0 w 2884680"/>
                <a:gd name="textAreaRight" fmla="*/ 2885760 w 2884680"/>
                <a:gd name="textAreaTop" fmla="*/ 720 h 2005920"/>
                <a:gd name="textAreaBottom" fmla="*/ 2007720 h 2005920"/>
              </a:gdLst>
              <a:ahLst/>
              <a:rect l="textAreaLeft" t="textAreaTop" r="textAreaRight" b="textAreaBottom"/>
              <a:pathLst>
                <a:path w="3815424" h="2653660">
                  <a:moveTo>
                    <a:pt x="3305038" y="0"/>
                  </a:moveTo>
                  <a:lnTo>
                    <a:pt x="3815424" y="0"/>
                  </a:lnTo>
                  <a:lnTo>
                    <a:pt x="3801025" y="214244"/>
                  </a:lnTo>
                  <a:cubicBezTo>
                    <a:pt x="3616317" y="1584467"/>
                    <a:pt x="2091637" y="2653660"/>
                    <a:pt x="587142" y="2653660"/>
                  </a:cubicBezTo>
                  <a:cubicBezTo>
                    <a:pt x="400192" y="2653660"/>
                    <a:pt x="222112" y="2636954"/>
                    <a:pt x="53389" y="2605042"/>
                  </a:cubicBezTo>
                  <a:lnTo>
                    <a:pt x="0" y="2593137"/>
                  </a:lnTo>
                  <a:lnTo>
                    <a:pt x="0" y="2094444"/>
                  </a:lnTo>
                  <a:lnTo>
                    <a:pt x="137675" y="2129195"/>
                  </a:lnTo>
                  <a:cubicBezTo>
                    <a:pt x="280616" y="2157374"/>
                    <a:pt x="430766" y="2171571"/>
                    <a:pt x="587142" y="2171571"/>
                  </a:cubicBezTo>
                  <a:cubicBezTo>
                    <a:pt x="918879" y="2171571"/>
                    <a:pt x="1254904" y="2110634"/>
                    <a:pt x="1585826" y="1990112"/>
                  </a:cubicBezTo>
                  <a:cubicBezTo>
                    <a:pt x="1908071" y="1873061"/>
                    <a:pt x="2214800" y="1700666"/>
                    <a:pt x="2473046" y="1491633"/>
                  </a:cubicBezTo>
                  <a:cubicBezTo>
                    <a:pt x="2735782" y="1279031"/>
                    <a:pt x="2942276" y="1037118"/>
                    <a:pt x="3086710" y="772838"/>
                  </a:cubicBezTo>
                  <a:cubicBezTo>
                    <a:pt x="3197408" y="570216"/>
                    <a:pt x="3267226" y="361248"/>
                    <a:pt x="3295217" y="149229"/>
                  </a:cubicBezTo>
                  <a:close/>
                </a:path>
              </a:pathLst>
            </a:custGeom>
            <a:gradFill rotWithShape="0">
              <a:gsLst>
                <a:gs pos="2000">
                  <a:srgbClr val="ffffff">
                    <a:alpha val="10000"/>
                  </a:srgbClr>
                </a:gs>
                <a:gs pos="16000">
                  <a:srgbClr val="f19d19">
                    <a:alpha val="10000"/>
                  </a:srgbClr>
                </a:gs>
                <a:gs pos="85000">
                  <a:srgbClr val="1d9a78">
                    <a:alpha val="10000"/>
                  </a:srgbClr>
                </a:gs>
                <a:gs pos="100000">
                  <a:srgbClr val="ffffff">
                    <a:alpha val="10000"/>
                  </a:srgbClr>
                </a:gs>
              </a:gsLst>
              <a:lin ang="9600000"/>
            </a:gra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/>
          </p:style>
          <p:txBody>
            <a:bodyPr lIns="90000" rIns="90000" tIns="45000" bIns="45000" anchor="ctr">
              <a:noAutofit/>
            </a:bodyPr>
            <a:p>
              <a:pPr algn="ctr" defTabSz="914400">
                <a:lnSpc>
                  <a:spcPct val="100000"/>
                </a:lnSpc>
              </a:pPr>
              <a:endParaRPr b="0" lang="en-US" sz="1800" strike="noStrike" u="none">
                <a:solidFill>
                  <a:schemeClr val="lt1"/>
                </a:solidFill>
                <a:uFillTx/>
                <a:latin typeface="Calibri"/>
              </a:endParaRPr>
            </a:p>
          </p:txBody>
        </p:sp>
        <p:sp>
          <p:nvSpPr>
            <p:cNvPr id="996" name="Freeform: Shape 20">
              <a:extLs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/>
            <p:nvPr/>
          </p:nvSpPr>
          <p:spPr>
            <a:xfrm flipV="1">
              <a:off x="0" y="4832640"/>
              <a:ext cx="2885040" cy="2022840"/>
            </a:xfrm>
            <a:custGeom>
              <a:avLst/>
              <a:gdLst>
                <a:gd name="textAreaLeft" fmla="*/ 0 w 2885040"/>
                <a:gd name="textAreaRight" fmla="*/ 2886120 w 2885040"/>
                <a:gd name="textAreaTop" fmla="*/ -720 h 2022840"/>
                <a:gd name="textAreaBottom" fmla="*/ 2023200 h 2022840"/>
              </a:gdLst>
              <a:ahLst/>
              <a:rect l="textAreaLeft" t="textAreaTop" r="textAreaRight" b="textAreaBottom"/>
              <a:pathLst>
                <a:path w="3815986" h="2675935">
                  <a:moveTo>
                    <a:pt x="3648768" y="0"/>
                  </a:moveTo>
                  <a:lnTo>
                    <a:pt x="3815986" y="0"/>
                  </a:lnTo>
                  <a:lnTo>
                    <a:pt x="3804695" y="200084"/>
                  </a:lnTo>
                  <a:cubicBezTo>
                    <a:pt x="3795228" y="285751"/>
                    <a:pt x="3781167" y="371032"/>
                    <a:pt x="3762590" y="455543"/>
                  </a:cubicBezTo>
                  <a:cubicBezTo>
                    <a:pt x="3725537" y="624467"/>
                    <a:pt x="3668784" y="790112"/>
                    <a:pt x="3592332" y="947274"/>
                  </a:cubicBezTo>
                  <a:cubicBezTo>
                    <a:pt x="3438712" y="1261596"/>
                    <a:pt x="3216091" y="1542847"/>
                    <a:pt x="2953967" y="1782349"/>
                  </a:cubicBezTo>
                  <a:cubicBezTo>
                    <a:pt x="2822599" y="1902099"/>
                    <a:pt x="2680615" y="2011341"/>
                    <a:pt x="2530669" y="2109494"/>
                  </a:cubicBezTo>
                  <a:cubicBezTo>
                    <a:pt x="2380520" y="2207551"/>
                    <a:pt x="2222510" y="2294906"/>
                    <a:pt x="2057561" y="2369245"/>
                  </a:cubicBezTo>
                  <a:cubicBezTo>
                    <a:pt x="1727252" y="2516859"/>
                    <a:pt x="1371629" y="2614434"/>
                    <a:pt x="1007330" y="2655701"/>
                  </a:cubicBezTo>
                  <a:cubicBezTo>
                    <a:pt x="916281" y="2665873"/>
                    <a:pt x="824568" y="2672188"/>
                    <a:pt x="732765" y="2674696"/>
                  </a:cubicBezTo>
                  <a:cubicBezTo>
                    <a:pt x="640963" y="2677203"/>
                    <a:pt x="549072" y="2675901"/>
                    <a:pt x="457666" y="2670839"/>
                  </a:cubicBezTo>
                  <a:cubicBezTo>
                    <a:pt x="366106" y="2665584"/>
                    <a:pt x="274572" y="2656521"/>
                    <a:pt x="183574" y="2643312"/>
                  </a:cubicBezTo>
                  <a:lnTo>
                    <a:pt x="0" y="2607798"/>
                  </a:lnTo>
                  <a:lnTo>
                    <a:pt x="0" y="2356652"/>
                  </a:lnTo>
                  <a:lnTo>
                    <a:pt x="222195" y="2396940"/>
                  </a:lnTo>
                  <a:cubicBezTo>
                    <a:pt x="304990" y="2407980"/>
                    <a:pt x="388511" y="2415283"/>
                    <a:pt x="472364" y="2419092"/>
                  </a:cubicBezTo>
                  <a:cubicBezTo>
                    <a:pt x="640376" y="2427095"/>
                    <a:pt x="808184" y="2421791"/>
                    <a:pt x="974972" y="2402122"/>
                  </a:cubicBezTo>
                  <a:cubicBezTo>
                    <a:pt x="1141658" y="2382358"/>
                    <a:pt x="1306812" y="2349286"/>
                    <a:pt x="1468292" y="2304162"/>
                  </a:cubicBezTo>
                  <a:cubicBezTo>
                    <a:pt x="1629874" y="2259231"/>
                    <a:pt x="1787475" y="2201091"/>
                    <a:pt x="1940176" y="2133695"/>
                  </a:cubicBezTo>
                  <a:cubicBezTo>
                    <a:pt x="2246498" y="2000349"/>
                    <a:pt x="2532507" y="1823520"/>
                    <a:pt x="2783403" y="1609954"/>
                  </a:cubicBezTo>
                  <a:cubicBezTo>
                    <a:pt x="2908442" y="1502833"/>
                    <a:pt x="3024295" y="1385975"/>
                    <a:pt x="3128104" y="1260439"/>
                  </a:cubicBezTo>
                  <a:cubicBezTo>
                    <a:pt x="3232116" y="1135096"/>
                    <a:pt x="3323881" y="1000689"/>
                    <a:pt x="3400639" y="859052"/>
                  </a:cubicBezTo>
                  <a:cubicBezTo>
                    <a:pt x="3477399" y="717510"/>
                    <a:pt x="3541296" y="569316"/>
                    <a:pt x="3585595" y="415336"/>
                  </a:cubicBezTo>
                  <a:cubicBezTo>
                    <a:pt x="3607796" y="338540"/>
                    <a:pt x="3624638" y="260224"/>
                    <a:pt x="3635918" y="181137"/>
                  </a:cubicBezTo>
                  <a:close/>
                </a:path>
              </a:pathLst>
            </a:custGeom>
            <a:gradFill rotWithShape="0">
              <a:gsLst>
                <a:gs pos="2000">
                  <a:srgbClr val="ffffff">
                    <a:alpha val="10000"/>
                  </a:srgbClr>
                </a:gs>
                <a:gs pos="16000">
                  <a:srgbClr val="f19d19">
                    <a:alpha val="10000"/>
                  </a:srgbClr>
                </a:gs>
                <a:gs pos="85000">
                  <a:srgbClr val="1d9a78">
                    <a:alpha val="10000"/>
                  </a:srgbClr>
                </a:gs>
                <a:gs pos="100000">
                  <a:srgbClr val="ffffff">
                    <a:alpha val="10000"/>
                  </a:srgbClr>
                </a:gs>
              </a:gsLst>
              <a:lin ang="9600000"/>
            </a:gra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/>
          </p:style>
          <p:txBody>
            <a:bodyPr lIns="90000" rIns="90000" tIns="45000" bIns="45000" anchor="ctr">
              <a:noAutofit/>
            </a:bodyPr>
            <a:p>
              <a:pPr algn="ctr" defTabSz="914400">
                <a:lnSpc>
                  <a:spcPct val="100000"/>
                </a:lnSpc>
              </a:pPr>
              <a:endParaRPr b="0" lang="en-US" sz="1800" strike="noStrike" u="none">
                <a:solidFill>
                  <a:schemeClr val="lt1"/>
                </a:solidFill>
                <a:uFillTx/>
                <a:latin typeface="Calibri"/>
              </a:endParaRPr>
            </a:p>
          </p:txBody>
        </p:sp>
        <p:sp>
          <p:nvSpPr>
            <p:cNvPr id="997" name="Freeform: Shape 21">
              <a:extLs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/>
            <p:nvPr/>
          </p:nvSpPr>
          <p:spPr>
            <a:xfrm flipV="1">
              <a:off x="360" y="4681800"/>
              <a:ext cx="2897280" cy="2174400"/>
            </a:xfrm>
            <a:custGeom>
              <a:avLst/>
              <a:gdLst>
                <a:gd name="textAreaLeft" fmla="*/ 0 w 2897280"/>
                <a:gd name="textAreaRight" fmla="*/ 2898360 w 2897280"/>
                <a:gd name="textAreaTop" fmla="*/ 720 h 2174400"/>
                <a:gd name="textAreaBottom" fmla="*/ 2176200 h 2174400"/>
              </a:gdLst>
              <a:ahLst/>
              <a:rect l="textAreaLeft" t="textAreaTop" r="textAreaRight" b="textAreaBottom"/>
              <a:pathLst>
                <a:path w="3832270" h="2876136">
                  <a:moveTo>
                    <a:pt x="3800718" y="0"/>
                  </a:moveTo>
                  <a:lnTo>
                    <a:pt x="3832270" y="0"/>
                  </a:lnTo>
                  <a:lnTo>
                    <a:pt x="3824562" y="143769"/>
                  </a:lnTo>
                  <a:cubicBezTo>
                    <a:pt x="3797131" y="409191"/>
                    <a:pt x="3730585" y="671345"/>
                    <a:pt x="3628155" y="922055"/>
                  </a:cubicBezTo>
                  <a:cubicBezTo>
                    <a:pt x="3593858" y="1005553"/>
                    <a:pt x="3556704" y="1088280"/>
                    <a:pt x="3514853" y="1169078"/>
                  </a:cubicBezTo>
                  <a:cubicBezTo>
                    <a:pt x="3473616" y="1250166"/>
                    <a:pt x="3428194" y="1329517"/>
                    <a:pt x="3379198" y="1407037"/>
                  </a:cubicBezTo>
                  <a:cubicBezTo>
                    <a:pt x="3281106" y="1561980"/>
                    <a:pt x="3169132" y="1710174"/>
                    <a:pt x="3043787" y="1848342"/>
                  </a:cubicBezTo>
                  <a:cubicBezTo>
                    <a:pt x="2980806" y="1917184"/>
                    <a:pt x="2915071" y="1984001"/>
                    <a:pt x="2845661" y="2047444"/>
                  </a:cubicBezTo>
                  <a:cubicBezTo>
                    <a:pt x="2828411" y="2063450"/>
                    <a:pt x="2811060" y="2079263"/>
                    <a:pt x="2793197" y="2094689"/>
                  </a:cubicBezTo>
                  <a:cubicBezTo>
                    <a:pt x="2775436" y="2110213"/>
                    <a:pt x="2757982" y="2126025"/>
                    <a:pt x="2739710" y="2140969"/>
                  </a:cubicBezTo>
                  <a:cubicBezTo>
                    <a:pt x="2703576" y="2171341"/>
                    <a:pt x="2666524" y="2200749"/>
                    <a:pt x="2629166" y="2229867"/>
                  </a:cubicBezTo>
                  <a:cubicBezTo>
                    <a:pt x="2479015" y="2345569"/>
                    <a:pt x="2316821" y="2448061"/>
                    <a:pt x="2145952" y="2535994"/>
                  </a:cubicBezTo>
                  <a:cubicBezTo>
                    <a:pt x="1804312" y="2711957"/>
                    <a:pt x="1424600" y="2826982"/>
                    <a:pt x="1034987" y="2863910"/>
                  </a:cubicBezTo>
                  <a:cubicBezTo>
                    <a:pt x="937762" y="2873167"/>
                    <a:pt x="839720" y="2877096"/>
                    <a:pt x="741909" y="2875939"/>
                  </a:cubicBezTo>
                  <a:cubicBezTo>
                    <a:pt x="644097" y="2874782"/>
                    <a:pt x="546515" y="2868539"/>
                    <a:pt x="450208" y="2857451"/>
                  </a:cubicBezTo>
                  <a:cubicBezTo>
                    <a:pt x="305520" y="2840674"/>
                    <a:pt x="162095" y="2813810"/>
                    <a:pt x="22215" y="2775923"/>
                  </a:cubicBezTo>
                  <a:lnTo>
                    <a:pt x="0" y="2769256"/>
                  </a:lnTo>
                  <a:lnTo>
                    <a:pt x="0" y="2590612"/>
                  </a:lnTo>
                  <a:lnTo>
                    <a:pt x="199046" y="2627410"/>
                  </a:lnTo>
                  <a:cubicBezTo>
                    <a:pt x="288321" y="2639209"/>
                    <a:pt x="378197" y="2646537"/>
                    <a:pt x="468174" y="2649670"/>
                  </a:cubicBezTo>
                  <a:cubicBezTo>
                    <a:pt x="648333" y="2656805"/>
                    <a:pt x="826655" y="2647163"/>
                    <a:pt x="1003650" y="2622480"/>
                  </a:cubicBezTo>
                  <a:cubicBezTo>
                    <a:pt x="1091943" y="2609658"/>
                    <a:pt x="1179725" y="2593747"/>
                    <a:pt x="1266489" y="2573982"/>
                  </a:cubicBezTo>
                  <a:cubicBezTo>
                    <a:pt x="1353250" y="2553927"/>
                    <a:pt x="1439298" y="2531076"/>
                    <a:pt x="1524223" y="2504657"/>
                  </a:cubicBezTo>
                  <a:cubicBezTo>
                    <a:pt x="1609149" y="2478336"/>
                    <a:pt x="1693052" y="2448833"/>
                    <a:pt x="1775731" y="2416243"/>
                  </a:cubicBezTo>
                  <a:cubicBezTo>
                    <a:pt x="1858309" y="2383557"/>
                    <a:pt x="1939764" y="2347882"/>
                    <a:pt x="2019789" y="2309412"/>
                  </a:cubicBezTo>
                  <a:cubicBezTo>
                    <a:pt x="2179839" y="2232567"/>
                    <a:pt x="2334583" y="2144923"/>
                    <a:pt x="2482486" y="2046962"/>
                  </a:cubicBezTo>
                  <a:cubicBezTo>
                    <a:pt x="2519334" y="2022376"/>
                    <a:pt x="2556081" y="1997403"/>
                    <a:pt x="2591908" y="1971371"/>
                  </a:cubicBezTo>
                  <a:cubicBezTo>
                    <a:pt x="2610077" y="1958644"/>
                    <a:pt x="2627838" y="1945434"/>
                    <a:pt x="2645702" y="1932321"/>
                  </a:cubicBezTo>
                  <a:cubicBezTo>
                    <a:pt x="2663666" y="1919305"/>
                    <a:pt x="2681325" y="1905903"/>
                    <a:pt x="2698779" y="1892309"/>
                  </a:cubicBezTo>
                  <a:cubicBezTo>
                    <a:pt x="2768903" y="1838025"/>
                    <a:pt x="2837496" y="1781717"/>
                    <a:pt x="2903537" y="1722516"/>
                  </a:cubicBezTo>
                  <a:cubicBezTo>
                    <a:pt x="3035926" y="1604501"/>
                    <a:pt x="3158720" y="1475784"/>
                    <a:pt x="3269061" y="1337327"/>
                  </a:cubicBezTo>
                  <a:cubicBezTo>
                    <a:pt x="3324182" y="1268099"/>
                    <a:pt x="3376341" y="1196461"/>
                    <a:pt x="3424928" y="1122508"/>
                  </a:cubicBezTo>
                  <a:cubicBezTo>
                    <a:pt x="3472697" y="1048170"/>
                    <a:pt x="3517814" y="972000"/>
                    <a:pt x="3557622" y="893226"/>
                  </a:cubicBezTo>
                  <a:cubicBezTo>
                    <a:pt x="3567931" y="873654"/>
                    <a:pt x="3577526" y="853791"/>
                    <a:pt x="3587019" y="833929"/>
                  </a:cubicBezTo>
                  <a:lnTo>
                    <a:pt x="3601310" y="804040"/>
                  </a:lnTo>
                  <a:lnTo>
                    <a:pt x="3614885" y="773861"/>
                  </a:lnTo>
                  <a:cubicBezTo>
                    <a:pt x="3623766" y="753709"/>
                    <a:pt x="3632748" y="733559"/>
                    <a:pt x="3640812" y="713022"/>
                  </a:cubicBezTo>
                  <a:cubicBezTo>
                    <a:pt x="3648876" y="692485"/>
                    <a:pt x="3657756" y="672236"/>
                    <a:pt x="3665105" y="651506"/>
                  </a:cubicBezTo>
                  <a:cubicBezTo>
                    <a:pt x="3696544" y="569166"/>
                    <a:pt x="3723185" y="485089"/>
                    <a:pt x="3744110" y="399567"/>
                  </a:cubicBezTo>
                  <a:cubicBezTo>
                    <a:pt x="3765341" y="314238"/>
                    <a:pt x="3781392" y="227654"/>
                    <a:pt x="3792123" y="140444"/>
                  </a:cubicBezTo>
                  <a:close/>
                </a:path>
              </a:pathLst>
            </a:custGeom>
            <a:gradFill rotWithShape="0">
              <a:gsLst>
                <a:gs pos="2000">
                  <a:srgbClr val="ffffff">
                    <a:alpha val="10000"/>
                  </a:srgbClr>
                </a:gs>
                <a:gs pos="16000">
                  <a:srgbClr val="f19d19">
                    <a:alpha val="10000"/>
                  </a:srgbClr>
                </a:gs>
                <a:gs pos="85000">
                  <a:srgbClr val="1d9a78">
                    <a:alpha val="10000"/>
                  </a:srgbClr>
                </a:gs>
                <a:gs pos="100000">
                  <a:srgbClr val="ffffff">
                    <a:alpha val="10000"/>
                  </a:srgbClr>
                </a:gs>
              </a:gsLst>
              <a:lin ang="9600000"/>
            </a:gra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/>
          </p:style>
          <p:txBody>
            <a:bodyPr lIns="90000" rIns="90000" tIns="45000" bIns="45000" anchor="ctr">
              <a:noAutofit/>
            </a:bodyPr>
            <a:p>
              <a:pPr algn="ctr" defTabSz="914400">
                <a:lnSpc>
                  <a:spcPct val="100000"/>
                </a:lnSpc>
              </a:pPr>
              <a:endParaRPr b="0" lang="en-US" sz="1800" strike="noStrike" u="none">
                <a:solidFill>
                  <a:schemeClr val="lt1"/>
                </a:solidFill>
                <a:uFillTx/>
                <a:latin typeface="Calibri"/>
              </a:endParaRPr>
            </a:p>
          </p:txBody>
        </p:sp>
      </p:grp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193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98" name="PlaceHolder 1"/>
          <p:cNvSpPr>
            <a:spLocks noGrp="1"/>
          </p:cNvSpPr>
          <p:nvPr>
            <p:ph type="title"/>
          </p:nvPr>
        </p:nvSpPr>
        <p:spPr>
          <a:xfrm>
            <a:off x="831960" y="1709640"/>
            <a:ext cx="10514520" cy="285156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b">
            <a:noAutofit/>
          </a:bodyPr>
          <a:p>
            <a:pPr indent="0" defTabSz="914400">
              <a:lnSpc>
                <a:spcPct val="90000"/>
              </a:lnSpc>
              <a:buNone/>
              <a:tabLst>
                <a:tab algn="l" pos="0"/>
              </a:tabLst>
            </a:pPr>
            <a:r>
              <a:rPr b="0" lang="de-DE" sz="6000" strike="noStrike" u="none">
                <a:solidFill>
                  <a:schemeClr val="dk1"/>
                </a:solidFill>
                <a:uFillTx/>
                <a:latin typeface="Calibri Light"/>
              </a:rPr>
              <a:t>Routing und Navigation</a:t>
            </a:r>
            <a:endParaRPr b="0" lang="de-DE" sz="6000" strike="noStrike" u="none">
              <a:solidFill>
                <a:srgbClr val="000000"/>
              </a:solidFill>
              <a:uFillTx/>
              <a:latin typeface="Arial"/>
            </a:endParaRPr>
          </a:p>
        </p:txBody>
      </p:sp>
      <p:sp>
        <p:nvSpPr>
          <p:cNvPr id="999" name="PlaceHolder 2"/>
          <p:cNvSpPr>
            <a:spLocks noGrp="1"/>
          </p:cNvSpPr>
          <p:nvPr>
            <p:ph/>
          </p:nvPr>
        </p:nvSpPr>
        <p:spPr>
          <a:xfrm>
            <a:off x="831960" y="4589640"/>
            <a:ext cx="10514520" cy="149904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t">
            <a:noAutofit/>
          </a:bodyPr>
          <a:p>
            <a:pPr indent="0">
              <a:spcBef>
                <a:spcPts val="1417"/>
              </a:spcBef>
              <a:buNone/>
            </a:pPr>
            <a:endParaRPr b="0" lang="de-DE" sz="1800" strike="noStrike" u="none">
              <a:solidFill>
                <a:srgbClr val="000000"/>
              </a:solidFill>
              <a:uFillTx/>
              <a:latin typeface="Arial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194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00" name="PlaceHolder 1"/>
          <p:cNvSpPr>
            <a:spLocks noGrp="1"/>
          </p:cNvSpPr>
          <p:nvPr>
            <p:ph type="title"/>
          </p:nvPr>
        </p:nvSpPr>
        <p:spPr>
          <a:xfrm>
            <a:off x="838080" y="365040"/>
            <a:ext cx="10514520" cy="132444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ctr">
            <a:noAutofit/>
          </a:bodyPr>
          <a:p>
            <a:pPr indent="0" defTabSz="914400">
              <a:lnSpc>
                <a:spcPct val="90000"/>
              </a:lnSpc>
              <a:buNone/>
              <a:tabLst>
                <a:tab algn="l" pos="0"/>
              </a:tabLst>
            </a:pPr>
            <a:r>
              <a:rPr b="0" lang="de-DE" sz="4400" strike="noStrike" u="none">
                <a:solidFill>
                  <a:schemeClr val="dk1"/>
                </a:solidFill>
                <a:uFillTx/>
                <a:latin typeface="Calibri Light"/>
              </a:rPr>
              <a:t>Arbeitsweise</a:t>
            </a:r>
            <a:endParaRPr b="0" lang="de-DE" sz="4400" strike="noStrike" u="none">
              <a:solidFill>
                <a:srgbClr val="000000"/>
              </a:solidFill>
              <a:uFillTx/>
              <a:latin typeface="Arial"/>
            </a:endParaRPr>
          </a:p>
        </p:txBody>
      </p:sp>
      <p:sp>
        <p:nvSpPr>
          <p:cNvPr id="1001" name="PlaceHolder 2"/>
          <p:cNvSpPr>
            <a:spLocks noGrp="1"/>
          </p:cNvSpPr>
          <p:nvPr>
            <p:ph/>
          </p:nvPr>
        </p:nvSpPr>
        <p:spPr>
          <a:xfrm>
            <a:off x="838080" y="1825560"/>
            <a:ext cx="10514520" cy="435024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t">
            <a:normAutofit fontScale="92500" lnSpcReduction="9999"/>
          </a:bodyPr>
          <a:p>
            <a:pPr marL="228600" indent="-228600" defTabSz="914400">
              <a:lnSpc>
                <a:spcPct val="90000"/>
              </a:lnSpc>
              <a:spcBef>
                <a:spcPts val="1001"/>
              </a:spcBef>
              <a:buClr>
                <a:srgbClr val="000000"/>
              </a:buClr>
              <a:buFont typeface="Arial"/>
              <a:buChar char="•"/>
            </a:pPr>
            <a:r>
              <a:rPr b="0" lang="de-DE" sz="2800" strike="noStrike" u="none">
                <a:solidFill>
                  <a:schemeClr val="dk1"/>
                </a:solidFill>
                <a:uFillTx/>
                <a:latin typeface="Calibri"/>
              </a:rPr>
              <a:t>Routen definieren Pfade der Anwendung</a:t>
            </a:r>
            <a:endParaRPr b="0" lang="de-DE" sz="2800" strike="noStrike" u="none">
              <a:solidFill>
                <a:srgbClr val="000000"/>
              </a:solidFill>
              <a:uFillTx/>
              <a:latin typeface="Arial"/>
            </a:endParaRPr>
          </a:p>
          <a:p>
            <a:pPr marL="228600" indent="-228600" defTabSz="914400">
              <a:lnSpc>
                <a:spcPct val="90000"/>
              </a:lnSpc>
              <a:spcBef>
                <a:spcPts val="1001"/>
              </a:spcBef>
              <a:buClr>
                <a:srgbClr val="000000"/>
              </a:buClr>
              <a:buFont typeface="Arial"/>
              <a:buChar char="•"/>
            </a:pPr>
            <a:r>
              <a:rPr b="0" lang="de-DE" sz="2800" strike="noStrike" u="none">
                <a:solidFill>
                  <a:schemeClr val="dk1"/>
                </a:solidFill>
                <a:uFillTx/>
                <a:latin typeface="Calibri"/>
              </a:rPr>
              <a:t>Jede Route verbindet einen Pfad mit einer Component</a:t>
            </a:r>
            <a:endParaRPr b="0" lang="de-DE" sz="2800" strike="noStrike" u="none">
              <a:solidFill>
                <a:srgbClr val="000000"/>
              </a:solidFill>
              <a:uFillTx/>
              <a:latin typeface="Arial"/>
            </a:endParaRPr>
          </a:p>
          <a:p>
            <a:pPr lvl="1" marL="685800" indent="-228600" defTabSz="914400">
              <a:lnSpc>
                <a:spcPct val="90000"/>
              </a:lnSpc>
              <a:spcBef>
                <a:spcPts val="499"/>
              </a:spcBef>
              <a:buClr>
                <a:srgbClr val="000000"/>
              </a:buClr>
              <a:buFont typeface="Arial"/>
              <a:buChar char="•"/>
            </a:pPr>
            <a:r>
              <a:rPr b="0" lang="de-DE" sz="2400" strike="noStrike" u="none">
                <a:solidFill>
                  <a:schemeClr val="dk1"/>
                </a:solidFill>
                <a:uFillTx/>
                <a:latin typeface="Calibri"/>
              </a:rPr>
              <a:t>Auch Redirects können definiert werden</a:t>
            </a:r>
            <a:endParaRPr b="0" lang="de-DE" sz="2400" strike="noStrike" u="none">
              <a:solidFill>
                <a:srgbClr val="000000"/>
              </a:solidFill>
              <a:uFillTx/>
              <a:latin typeface="Arial"/>
            </a:endParaRPr>
          </a:p>
          <a:p>
            <a:pPr lvl="1" marL="685800" indent="-228600" defTabSz="914400">
              <a:lnSpc>
                <a:spcPct val="90000"/>
              </a:lnSpc>
              <a:spcBef>
                <a:spcPts val="499"/>
              </a:spcBef>
              <a:buClr>
                <a:srgbClr val="000000"/>
              </a:buClr>
              <a:buFont typeface="Arial"/>
              <a:buChar char="•"/>
            </a:pPr>
            <a:r>
              <a:rPr b="0" lang="de-DE" sz="2400" strike="noStrike" u="none">
                <a:solidFill>
                  <a:schemeClr val="dk1"/>
                </a:solidFill>
                <a:uFillTx/>
                <a:latin typeface="Calibri"/>
              </a:rPr>
              <a:t>Die Pfade unterstützen Platzhalter</a:t>
            </a:r>
            <a:endParaRPr b="0" lang="de-DE" sz="2400" strike="noStrike" u="none">
              <a:solidFill>
                <a:srgbClr val="000000"/>
              </a:solidFill>
              <a:uFillTx/>
              <a:latin typeface="Arial"/>
            </a:endParaRPr>
          </a:p>
          <a:p>
            <a:pPr marL="228600" indent="-228600" defTabSz="914400">
              <a:lnSpc>
                <a:spcPct val="90000"/>
              </a:lnSpc>
              <a:spcBef>
                <a:spcPts val="1001"/>
              </a:spcBef>
              <a:buClr>
                <a:srgbClr val="000000"/>
              </a:buClr>
              <a:buFont typeface="Arial"/>
              <a:buChar char="•"/>
            </a:pPr>
            <a:r>
              <a:rPr b="0" lang="de-DE" sz="2800" strike="noStrike" u="none">
                <a:solidFill>
                  <a:schemeClr val="dk1"/>
                </a:solidFill>
                <a:uFillTx/>
                <a:latin typeface="Calibri"/>
              </a:rPr>
              <a:t>Die Routen werden vom Angular-Module erzeugt und stehen für die gesamte Applikation zur Verfügung</a:t>
            </a:r>
            <a:endParaRPr b="0" lang="de-DE" sz="2800" strike="noStrike" u="none">
              <a:solidFill>
                <a:srgbClr val="000000"/>
              </a:solidFill>
              <a:uFillTx/>
              <a:latin typeface="Arial"/>
            </a:endParaRPr>
          </a:p>
          <a:p>
            <a:pPr lvl="1" marL="685800" indent="-228600" defTabSz="914400">
              <a:lnSpc>
                <a:spcPct val="90000"/>
              </a:lnSpc>
              <a:spcBef>
                <a:spcPts val="499"/>
              </a:spcBef>
              <a:buClr>
                <a:srgbClr val="000000"/>
              </a:buClr>
              <a:buFont typeface="Arial"/>
              <a:buChar char="•"/>
            </a:pPr>
            <a:r>
              <a:rPr b="0" lang="de-DE" sz="2400" strike="noStrike" u="none">
                <a:solidFill>
                  <a:schemeClr val="dk1"/>
                </a:solidFill>
                <a:uFillTx/>
                <a:latin typeface="Calibri"/>
              </a:rPr>
              <a:t>dazu werden Klassen importiert</a:t>
            </a:r>
            <a:endParaRPr b="0" lang="de-DE" sz="2400" strike="noStrike" u="none">
              <a:solidFill>
                <a:srgbClr val="000000"/>
              </a:solidFill>
              <a:uFillTx/>
              <a:latin typeface="Arial"/>
            </a:endParaRPr>
          </a:p>
          <a:p>
            <a:pPr lvl="1" marL="685800" indent="-228600" defTabSz="914400">
              <a:lnSpc>
                <a:spcPct val="90000"/>
              </a:lnSpc>
              <a:spcBef>
                <a:spcPts val="499"/>
              </a:spcBef>
              <a:buClr>
                <a:srgbClr val="000000"/>
              </a:buClr>
              <a:buFont typeface="Arial"/>
              <a:buChar char="•"/>
            </a:pPr>
            <a:r>
              <a:rPr b="0" lang="de-DE" sz="2400" strike="noStrike" u="none">
                <a:solidFill>
                  <a:schemeClr val="dk1"/>
                </a:solidFill>
                <a:uFillTx/>
                <a:latin typeface="Courier New"/>
              </a:rPr>
              <a:t>import { RouterModule, Routes } from '@angular/router'</a:t>
            </a:r>
            <a:endParaRPr b="0" lang="de-DE" sz="2400" strike="noStrike" u="none">
              <a:solidFill>
                <a:srgbClr val="000000"/>
              </a:solidFill>
              <a:uFillTx/>
              <a:latin typeface="Arial"/>
            </a:endParaRPr>
          </a:p>
          <a:p>
            <a:pPr marL="228600" indent="-228600" defTabSz="914400">
              <a:lnSpc>
                <a:spcPct val="90000"/>
              </a:lnSpc>
              <a:spcBef>
                <a:spcPts val="1001"/>
              </a:spcBef>
              <a:buClr>
                <a:srgbClr val="000000"/>
              </a:buClr>
              <a:buFont typeface="Arial"/>
              <a:buChar char="•"/>
            </a:pPr>
            <a:r>
              <a:rPr b="0" lang="de-DE" sz="2800" strike="noStrike" u="none">
                <a:solidFill>
                  <a:schemeClr val="dk1"/>
                </a:solidFill>
                <a:uFillTx/>
                <a:latin typeface="Calibri"/>
              </a:rPr>
              <a:t>Routen-Pfade müssen nicht disjunkt sein</a:t>
            </a:r>
            <a:endParaRPr b="0" lang="de-DE" sz="2800" strike="noStrike" u="none">
              <a:solidFill>
                <a:srgbClr val="000000"/>
              </a:solidFill>
              <a:uFillTx/>
              <a:latin typeface="Arial"/>
            </a:endParaRPr>
          </a:p>
          <a:p>
            <a:pPr lvl="1" marL="685800" indent="-228600" defTabSz="914400">
              <a:lnSpc>
                <a:spcPct val="90000"/>
              </a:lnSpc>
              <a:spcBef>
                <a:spcPts val="499"/>
              </a:spcBef>
              <a:buClr>
                <a:srgbClr val="000000"/>
              </a:buClr>
              <a:buFont typeface="Arial"/>
              <a:buChar char="•"/>
            </a:pPr>
            <a:r>
              <a:rPr b="0" lang="de-DE" sz="2400" strike="noStrike" u="none">
                <a:solidFill>
                  <a:schemeClr val="dk1"/>
                </a:solidFill>
                <a:uFillTx/>
                <a:latin typeface="Calibri"/>
              </a:rPr>
              <a:t>Der erste Treffer eines Pfads wird benutzt</a:t>
            </a:r>
            <a:endParaRPr b="0" lang="de-DE" sz="2400" strike="noStrike" u="none">
              <a:solidFill>
                <a:srgbClr val="000000"/>
              </a:solidFill>
              <a:uFillTx/>
              <a:latin typeface="Arial"/>
            </a:endParaRPr>
          </a:p>
          <a:p>
            <a:pPr lvl="1" marL="685800" indent="-228600" defTabSz="914400">
              <a:lnSpc>
                <a:spcPct val="90000"/>
              </a:lnSpc>
              <a:spcBef>
                <a:spcPts val="499"/>
              </a:spcBef>
              <a:buClr>
                <a:srgbClr val="000000"/>
              </a:buClr>
              <a:buFont typeface="Arial"/>
              <a:buChar char="•"/>
            </a:pPr>
            <a:r>
              <a:rPr b="0" lang="de-DE" sz="2400" strike="noStrike" u="none">
                <a:solidFill>
                  <a:schemeClr val="dk1"/>
                </a:solidFill>
                <a:uFillTx/>
                <a:latin typeface="Calibri"/>
              </a:rPr>
              <a:t>Damit sind in der Routen-Definition speziellere Pfade vor allgemeinen zu platzieren</a:t>
            </a:r>
            <a:endParaRPr b="0" lang="de-DE" sz="2400" strike="noStrike" u="none">
              <a:solidFill>
                <a:srgbClr val="000000"/>
              </a:solidFill>
              <a:uFillTx/>
              <a:latin typeface="Arial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195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02" name="PlaceHolder 1"/>
          <p:cNvSpPr>
            <a:spLocks noGrp="1"/>
          </p:cNvSpPr>
          <p:nvPr>
            <p:ph type="title"/>
          </p:nvPr>
        </p:nvSpPr>
        <p:spPr>
          <a:xfrm>
            <a:off x="838080" y="365040"/>
            <a:ext cx="10514520" cy="132444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ctr">
            <a:noAutofit/>
          </a:bodyPr>
          <a:p>
            <a:pPr indent="0" defTabSz="914400">
              <a:lnSpc>
                <a:spcPct val="90000"/>
              </a:lnSpc>
              <a:buNone/>
              <a:tabLst>
                <a:tab algn="l" pos="0"/>
              </a:tabLst>
            </a:pPr>
            <a:r>
              <a:rPr b="0" lang="de-DE" sz="4400" strike="noStrike" u="none">
                <a:solidFill>
                  <a:schemeClr val="dk1"/>
                </a:solidFill>
                <a:uFillTx/>
                <a:latin typeface="Calibri Light"/>
              </a:rPr>
              <a:t>Features von Routen</a:t>
            </a:r>
            <a:endParaRPr b="0" lang="de-DE" sz="4400" strike="noStrike" u="none">
              <a:solidFill>
                <a:srgbClr val="000000"/>
              </a:solidFill>
              <a:uFillTx/>
              <a:latin typeface="Arial"/>
            </a:endParaRPr>
          </a:p>
        </p:txBody>
      </p:sp>
      <p:sp>
        <p:nvSpPr>
          <p:cNvPr id="1003" name="PlaceHolder 2"/>
          <p:cNvSpPr>
            <a:spLocks noGrp="1"/>
          </p:cNvSpPr>
          <p:nvPr>
            <p:ph/>
          </p:nvPr>
        </p:nvSpPr>
        <p:spPr>
          <a:xfrm>
            <a:off x="838080" y="1825560"/>
            <a:ext cx="10514520" cy="435024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t">
            <a:noAutofit/>
          </a:bodyPr>
          <a:p>
            <a:pPr marL="228600" indent="-228600" defTabSz="914400">
              <a:lnSpc>
                <a:spcPct val="90000"/>
              </a:lnSpc>
              <a:spcBef>
                <a:spcPts val="1001"/>
              </a:spcBef>
              <a:buClr>
                <a:srgbClr val="000000"/>
              </a:buClr>
              <a:buFont typeface="Arial"/>
              <a:buChar char="•"/>
            </a:pPr>
            <a:r>
              <a:rPr b="0" lang="de-DE" sz="2800" strike="noStrike" u="none">
                <a:solidFill>
                  <a:schemeClr val="dk1"/>
                </a:solidFill>
                <a:uFillTx/>
                <a:latin typeface="Calibri"/>
              </a:rPr>
              <a:t>Deep Linking über URL</a:t>
            </a:r>
            <a:endParaRPr b="0" lang="de-DE" sz="2800" strike="noStrike" u="none">
              <a:solidFill>
                <a:srgbClr val="000000"/>
              </a:solidFill>
              <a:uFillTx/>
              <a:latin typeface="Arial"/>
            </a:endParaRPr>
          </a:p>
          <a:p>
            <a:pPr marL="228600" indent="-228600" defTabSz="914400">
              <a:lnSpc>
                <a:spcPct val="90000"/>
              </a:lnSpc>
              <a:spcBef>
                <a:spcPts val="1001"/>
              </a:spcBef>
              <a:buClr>
                <a:srgbClr val="000000"/>
              </a:buClr>
              <a:buFont typeface="Arial"/>
              <a:buChar char="•"/>
            </a:pPr>
            <a:r>
              <a:rPr b="0" lang="de-DE" sz="2800" strike="noStrike" u="none">
                <a:solidFill>
                  <a:schemeClr val="dk1"/>
                </a:solidFill>
                <a:uFillTx/>
                <a:latin typeface="Calibri"/>
              </a:rPr>
              <a:t>Browser Historie (Vor / Zurück)</a:t>
            </a:r>
            <a:endParaRPr b="0" lang="de-DE" sz="2800" strike="noStrike" u="none">
              <a:solidFill>
                <a:srgbClr val="000000"/>
              </a:solidFill>
              <a:uFillTx/>
              <a:latin typeface="Arial"/>
            </a:endParaRPr>
          </a:p>
          <a:p>
            <a:pPr marL="228600" indent="-228600" defTabSz="914400">
              <a:lnSpc>
                <a:spcPct val="90000"/>
              </a:lnSpc>
              <a:spcBef>
                <a:spcPts val="1001"/>
              </a:spcBef>
              <a:buClr>
                <a:srgbClr val="000000"/>
              </a:buClr>
              <a:buFont typeface="Arial"/>
              <a:buChar char="•"/>
            </a:pPr>
            <a:r>
              <a:rPr b="0" lang="de-DE" sz="2800" strike="noStrike" u="none">
                <a:solidFill>
                  <a:schemeClr val="dk1"/>
                </a:solidFill>
                <a:uFillTx/>
                <a:latin typeface="Calibri"/>
              </a:rPr>
              <a:t>Links über symbolische Namen, nicht über hart codierte URLs</a:t>
            </a:r>
            <a:endParaRPr b="0" lang="de-DE" sz="2800" strike="noStrike" u="none">
              <a:solidFill>
                <a:srgbClr val="000000"/>
              </a:solidFill>
              <a:uFillTx/>
              <a:latin typeface="Arial"/>
            </a:endParaRPr>
          </a:p>
          <a:p>
            <a:pPr marL="228600" indent="-228600" defTabSz="914400">
              <a:lnSpc>
                <a:spcPct val="90000"/>
              </a:lnSpc>
              <a:spcBef>
                <a:spcPts val="1001"/>
              </a:spcBef>
              <a:buClr>
                <a:srgbClr val="000000"/>
              </a:buClr>
              <a:buFont typeface="Arial"/>
              <a:buChar char="•"/>
            </a:pPr>
            <a:r>
              <a:rPr b="0" lang="de-DE" sz="2800" strike="noStrike" u="none">
                <a:solidFill>
                  <a:schemeClr val="dk1"/>
                </a:solidFill>
                <a:uFillTx/>
                <a:latin typeface="Calibri"/>
              </a:rPr>
              <a:t>Pfad- oder Hash-Navigation</a:t>
            </a:r>
            <a:endParaRPr b="0" lang="de-DE" sz="2800" strike="noStrike" u="none">
              <a:solidFill>
                <a:srgbClr val="000000"/>
              </a:solidFill>
              <a:uFillTx/>
              <a:latin typeface="Arial"/>
            </a:endParaRPr>
          </a:p>
          <a:p>
            <a:pPr marL="228600" indent="-228600" defTabSz="914400">
              <a:lnSpc>
                <a:spcPct val="90000"/>
              </a:lnSpc>
              <a:spcBef>
                <a:spcPts val="1001"/>
              </a:spcBef>
              <a:buClr>
                <a:srgbClr val="000000"/>
              </a:buClr>
              <a:buFont typeface="Arial"/>
              <a:buChar char="•"/>
            </a:pPr>
            <a:r>
              <a:rPr b="0" lang="de-DE" sz="2800" strike="noStrike" u="none">
                <a:solidFill>
                  <a:schemeClr val="dk1"/>
                </a:solidFill>
                <a:uFillTx/>
                <a:latin typeface="Calibri"/>
              </a:rPr>
              <a:t>Hierarchischer Aufbau, nicht zwingend absolute Routen</a:t>
            </a:r>
            <a:endParaRPr b="0" lang="de-DE" sz="2800" strike="noStrike" u="none">
              <a:solidFill>
                <a:srgbClr val="000000"/>
              </a:solidFill>
              <a:uFillTx/>
              <a:latin typeface="Arial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196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04" name="PlaceHolder 1"/>
          <p:cNvSpPr>
            <a:spLocks noGrp="1"/>
          </p:cNvSpPr>
          <p:nvPr>
            <p:ph type="title"/>
          </p:nvPr>
        </p:nvSpPr>
        <p:spPr>
          <a:xfrm>
            <a:off x="838080" y="365040"/>
            <a:ext cx="10514520" cy="132444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ctr">
            <a:noAutofit/>
          </a:bodyPr>
          <a:p>
            <a:pPr indent="0" defTabSz="914400">
              <a:lnSpc>
                <a:spcPct val="90000"/>
              </a:lnSpc>
              <a:buNone/>
              <a:tabLst>
                <a:tab algn="l" pos="0"/>
              </a:tabLst>
            </a:pPr>
            <a:r>
              <a:rPr b="0" lang="de-DE" sz="4400" strike="noStrike" u="none">
                <a:solidFill>
                  <a:schemeClr val="dk1"/>
                </a:solidFill>
                <a:uFillTx/>
                <a:latin typeface="Calibri Light"/>
              </a:rPr>
              <a:t>Routendefinition</a:t>
            </a:r>
            <a:endParaRPr b="0" lang="de-DE" sz="4400" strike="noStrike" u="none">
              <a:solidFill>
                <a:srgbClr val="000000"/>
              </a:solidFill>
              <a:uFillTx/>
              <a:latin typeface="Arial"/>
            </a:endParaRPr>
          </a:p>
        </p:txBody>
      </p:sp>
      <p:sp>
        <p:nvSpPr>
          <p:cNvPr id="1005" name="PlaceHolder 2"/>
          <p:cNvSpPr>
            <a:spLocks noGrp="1"/>
          </p:cNvSpPr>
          <p:nvPr>
            <p:ph/>
          </p:nvPr>
        </p:nvSpPr>
        <p:spPr>
          <a:xfrm>
            <a:off x="838080" y="1825560"/>
            <a:ext cx="10514520" cy="435024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t">
            <a:normAutofit lnSpcReduction="9999"/>
          </a:bodyPr>
          <a:p>
            <a:pPr marL="228600" indent="-228600" defTabSz="914400">
              <a:lnSpc>
                <a:spcPct val="90000"/>
              </a:lnSpc>
              <a:spcBef>
                <a:spcPts val="1001"/>
              </a:spcBef>
              <a:buClr>
                <a:srgbClr val="333333"/>
              </a:buClr>
              <a:buFont typeface="Arial"/>
              <a:buChar char="•"/>
            </a:pPr>
            <a:r>
              <a:rPr b="0" lang="de-DE" sz="2800" strike="noStrike" u="none">
                <a:solidFill>
                  <a:srgbClr val="333333"/>
                </a:solidFill>
                <a:uFillTx/>
                <a:latin typeface="Aller"/>
              </a:rPr>
              <a:t>Route</a:t>
            </a:r>
            <a:endParaRPr b="0" lang="de-DE" sz="2800" strike="noStrike" u="none">
              <a:solidFill>
                <a:srgbClr val="000000"/>
              </a:solidFill>
              <a:uFillTx/>
              <a:latin typeface="Arial"/>
            </a:endParaRPr>
          </a:p>
          <a:p>
            <a:pPr lvl="1" marL="743040" indent="-285840" defTabSz="914400">
              <a:lnSpc>
                <a:spcPct val="90000"/>
              </a:lnSpc>
              <a:spcBef>
                <a:spcPts val="499"/>
              </a:spcBef>
              <a:buClr>
                <a:srgbClr val="333333"/>
              </a:buClr>
              <a:buFont typeface="Arial"/>
              <a:buChar char="•"/>
            </a:pPr>
            <a:r>
              <a:rPr b="0" lang="de-DE" sz="2400" strike="noStrike" u="none">
                <a:solidFill>
                  <a:srgbClr val="333333"/>
                </a:solidFill>
                <a:uFillTx/>
                <a:latin typeface="Aller"/>
              </a:rPr>
              <a:t>Relativer path (ohne führenden Slash)</a:t>
            </a:r>
            <a:endParaRPr b="0" lang="de-DE" sz="2400" strike="noStrike" u="none">
              <a:solidFill>
                <a:srgbClr val="000000"/>
              </a:solidFill>
              <a:uFillTx/>
              <a:latin typeface="Arial"/>
            </a:endParaRPr>
          </a:p>
          <a:p>
            <a:pPr lvl="1" marL="743040" indent="-285840" defTabSz="914400">
              <a:lnSpc>
                <a:spcPct val="90000"/>
              </a:lnSpc>
              <a:spcBef>
                <a:spcPts val="499"/>
              </a:spcBef>
              <a:buClr>
                <a:srgbClr val="333333"/>
              </a:buClr>
              <a:buFont typeface="Arial"/>
              <a:buChar char="•"/>
            </a:pPr>
            <a:r>
              <a:rPr b="0" lang="de-DE" sz="2400" strike="noStrike" u="none">
                <a:solidFill>
                  <a:srgbClr val="333333"/>
                </a:solidFill>
                <a:uFillTx/>
                <a:latin typeface="Aller"/>
              </a:rPr>
              <a:t>component für die Anzeige</a:t>
            </a:r>
            <a:endParaRPr b="0" lang="de-DE" sz="2400" strike="noStrike" u="none">
              <a:solidFill>
                <a:srgbClr val="000000"/>
              </a:solidFill>
              <a:uFillTx/>
              <a:latin typeface="Arial"/>
            </a:endParaRPr>
          </a:p>
          <a:p>
            <a:pPr marL="457200" indent="0" defTabSz="914400">
              <a:lnSpc>
                <a:spcPct val="90000"/>
              </a:lnSpc>
              <a:spcBef>
                <a:spcPts val="499"/>
              </a:spcBef>
              <a:buNone/>
              <a:tabLst>
                <a:tab algn="l" pos="0"/>
              </a:tabLst>
            </a:pPr>
            <a:endParaRPr b="0" lang="de-DE" sz="2400" strike="noStrike" u="none">
              <a:solidFill>
                <a:srgbClr val="000000"/>
              </a:solidFill>
              <a:uFillTx/>
              <a:latin typeface="Arial"/>
            </a:endParaRPr>
          </a:p>
          <a:p>
            <a:pPr marL="457200" indent="0" defTabSz="914400">
              <a:lnSpc>
                <a:spcPct val="90000"/>
              </a:lnSpc>
              <a:spcBef>
                <a:spcPts val="1001"/>
              </a:spcBef>
              <a:buNone/>
              <a:tabLst>
                <a:tab algn="l" pos="0"/>
              </a:tabLst>
            </a:pPr>
            <a:r>
              <a:rPr b="0" lang="de-DE" sz="2800" strike="noStrike" u="none">
                <a:solidFill>
                  <a:srgbClr val="1e347b"/>
                </a:solidFill>
                <a:uFillTx/>
                <a:latin typeface="SourceCodePro"/>
              </a:rPr>
              <a:t>import</a:t>
            </a:r>
            <a:r>
              <a:rPr b="0" lang="de-DE" sz="2800" strike="noStrike" u="none">
                <a:solidFill>
                  <a:srgbClr val="48484c"/>
                </a:solidFill>
                <a:uFillTx/>
                <a:latin typeface="SourceCodePro"/>
              </a:rPr>
              <a:t> </a:t>
            </a:r>
            <a:r>
              <a:rPr b="0" lang="de-DE" sz="2800" strike="noStrike" u="none">
                <a:solidFill>
                  <a:srgbClr val="93a1a1"/>
                </a:solidFill>
                <a:uFillTx/>
                <a:latin typeface="SourceCodePro"/>
              </a:rPr>
              <a:t>{</a:t>
            </a:r>
            <a:r>
              <a:rPr b="0" lang="de-DE" sz="2800" strike="noStrike" u="none">
                <a:solidFill>
                  <a:srgbClr val="48484c"/>
                </a:solidFill>
                <a:uFillTx/>
                <a:latin typeface="SourceCodePro"/>
              </a:rPr>
              <a:t> </a:t>
            </a:r>
            <a:r>
              <a:rPr b="0" lang="de-DE" sz="2800" strike="noStrike" u="none">
                <a:solidFill>
                  <a:srgbClr val="008080"/>
                </a:solidFill>
                <a:uFillTx/>
                <a:latin typeface="SourceCodePro"/>
              </a:rPr>
              <a:t>Routes</a:t>
            </a:r>
            <a:r>
              <a:rPr b="0" lang="de-DE" sz="2800" strike="noStrike" u="none">
                <a:solidFill>
                  <a:srgbClr val="48484c"/>
                </a:solidFill>
                <a:uFillTx/>
                <a:latin typeface="SourceCodePro"/>
              </a:rPr>
              <a:t> </a:t>
            </a:r>
            <a:r>
              <a:rPr b="0" lang="de-DE" sz="2800" strike="noStrike" u="none">
                <a:solidFill>
                  <a:srgbClr val="93a1a1"/>
                </a:solidFill>
                <a:uFillTx/>
                <a:latin typeface="SourceCodePro"/>
              </a:rPr>
              <a:t>}</a:t>
            </a:r>
            <a:r>
              <a:rPr b="0" lang="de-DE" sz="2800" strike="noStrike" u="none">
                <a:solidFill>
                  <a:srgbClr val="48484c"/>
                </a:solidFill>
                <a:uFillTx/>
                <a:latin typeface="SourceCodePro"/>
              </a:rPr>
              <a:t> </a:t>
            </a:r>
            <a:r>
              <a:rPr b="0" lang="de-DE" sz="2800" strike="noStrike" u="none">
                <a:solidFill>
                  <a:srgbClr val="1e347b"/>
                </a:solidFill>
                <a:uFillTx/>
                <a:latin typeface="SourceCodePro"/>
              </a:rPr>
              <a:t>from</a:t>
            </a:r>
            <a:r>
              <a:rPr b="0" lang="de-DE" sz="2800" strike="noStrike" u="none">
                <a:solidFill>
                  <a:srgbClr val="48484c"/>
                </a:solidFill>
                <a:uFillTx/>
                <a:latin typeface="SourceCodePro"/>
              </a:rPr>
              <a:t> </a:t>
            </a:r>
            <a:r>
              <a:rPr b="0" lang="de-DE" sz="2800" strike="noStrike" u="none">
                <a:solidFill>
                  <a:srgbClr val="dd1144"/>
                </a:solidFill>
                <a:uFillTx/>
                <a:latin typeface="SourceCodePro"/>
              </a:rPr>
              <a:t>'@angular/router'</a:t>
            </a:r>
            <a:r>
              <a:rPr b="0" lang="de-DE" sz="2800" strike="noStrike" u="none">
                <a:solidFill>
                  <a:srgbClr val="93a1a1"/>
                </a:solidFill>
                <a:uFillTx/>
                <a:latin typeface="SourceCodePro"/>
              </a:rPr>
              <a:t>;</a:t>
            </a:r>
            <a:endParaRPr b="0" lang="de-DE" sz="2800" strike="noStrike" u="none">
              <a:solidFill>
                <a:srgbClr val="000000"/>
              </a:solidFill>
              <a:uFillTx/>
              <a:latin typeface="Arial"/>
            </a:endParaRPr>
          </a:p>
          <a:p>
            <a:pPr marL="457200" indent="0" defTabSz="914400">
              <a:lnSpc>
                <a:spcPct val="90000"/>
              </a:lnSpc>
              <a:spcBef>
                <a:spcPts val="1001"/>
              </a:spcBef>
              <a:buNone/>
              <a:tabLst>
                <a:tab algn="l" pos="0"/>
              </a:tabLst>
            </a:pPr>
            <a:r>
              <a:rPr b="0" lang="de-DE" sz="2800" strike="noStrike" u="none">
                <a:solidFill>
                  <a:srgbClr val="48484c"/>
                </a:solidFill>
                <a:uFillTx/>
                <a:latin typeface="SourceCodePro"/>
              </a:rPr>
              <a:t> </a:t>
            </a:r>
            <a:endParaRPr b="0" lang="de-DE" sz="2800" strike="noStrike" u="none">
              <a:solidFill>
                <a:srgbClr val="000000"/>
              </a:solidFill>
              <a:uFillTx/>
              <a:latin typeface="Arial"/>
            </a:endParaRPr>
          </a:p>
          <a:p>
            <a:pPr marL="457200" indent="0" defTabSz="914400">
              <a:lnSpc>
                <a:spcPct val="90000"/>
              </a:lnSpc>
              <a:spcBef>
                <a:spcPts val="1001"/>
              </a:spcBef>
              <a:buNone/>
              <a:tabLst>
                <a:tab algn="l" pos="0"/>
              </a:tabLst>
            </a:pPr>
            <a:r>
              <a:rPr b="0" lang="de-DE" sz="2800" strike="noStrike" u="none">
                <a:solidFill>
                  <a:srgbClr val="1e347b"/>
                </a:solidFill>
                <a:uFillTx/>
                <a:latin typeface="SourceCodePro"/>
              </a:rPr>
              <a:t>export</a:t>
            </a:r>
            <a:r>
              <a:rPr b="0" lang="de-DE" sz="2800" strike="noStrike" u="none">
                <a:solidFill>
                  <a:srgbClr val="48484c"/>
                </a:solidFill>
                <a:uFillTx/>
                <a:latin typeface="SourceCodePro"/>
              </a:rPr>
              <a:t> </a:t>
            </a:r>
            <a:r>
              <a:rPr b="0" lang="de-DE" sz="2800" strike="noStrike" u="none">
                <a:solidFill>
                  <a:srgbClr val="1e347b"/>
                </a:solidFill>
                <a:uFillTx/>
                <a:latin typeface="SourceCodePro"/>
              </a:rPr>
              <a:t>const</a:t>
            </a:r>
            <a:r>
              <a:rPr b="0" lang="de-DE" sz="2800" strike="noStrike" u="none">
                <a:solidFill>
                  <a:srgbClr val="48484c"/>
                </a:solidFill>
                <a:uFillTx/>
                <a:latin typeface="SourceCodePro"/>
              </a:rPr>
              <a:t> routes</a:t>
            </a:r>
            <a:r>
              <a:rPr b="0" lang="de-DE" sz="2800" strike="noStrike" u="none">
                <a:solidFill>
                  <a:srgbClr val="93a1a1"/>
                </a:solidFill>
                <a:uFillTx/>
                <a:latin typeface="SourceCodePro"/>
              </a:rPr>
              <a:t>:</a:t>
            </a:r>
            <a:r>
              <a:rPr b="0" lang="de-DE" sz="2800" strike="noStrike" u="none">
                <a:solidFill>
                  <a:srgbClr val="48484c"/>
                </a:solidFill>
                <a:uFillTx/>
                <a:latin typeface="SourceCodePro"/>
              </a:rPr>
              <a:t> </a:t>
            </a:r>
            <a:r>
              <a:rPr b="0" lang="de-DE" sz="2800" strike="noStrike" u="none">
                <a:solidFill>
                  <a:srgbClr val="008080"/>
                </a:solidFill>
                <a:uFillTx/>
                <a:latin typeface="SourceCodePro"/>
              </a:rPr>
              <a:t>Routes</a:t>
            </a:r>
            <a:r>
              <a:rPr b="0" lang="de-DE" sz="2800" strike="noStrike" u="none">
                <a:solidFill>
                  <a:srgbClr val="48484c"/>
                </a:solidFill>
                <a:uFillTx/>
                <a:latin typeface="SourceCodePro"/>
              </a:rPr>
              <a:t> </a:t>
            </a:r>
            <a:r>
              <a:rPr b="0" lang="de-DE" sz="2800" strike="noStrike" u="none">
                <a:solidFill>
                  <a:srgbClr val="93a1a1"/>
                </a:solidFill>
                <a:uFillTx/>
                <a:latin typeface="SourceCodePro"/>
              </a:rPr>
              <a:t>=</a:t>
            </a:r>
            <a:r>
              <a:rPr b="0" lang="de-DE" sz="2800" strike="noStrike" u="none">
                <a:solidFill>
                  <a:srgbClr val="48484c"/>
                </a:solidFill>
                <a:uFillTx/>
                <a:latin typeface="SourceCodePro"/>
              </a:rPr>
              <a:t> </a:t>
            </a:r>
            <a:r>
              <a:rPr b="0" lang="de-DE" sz="2800" strike="noStrike" u="none">
                <a:solidFill>
                  <a:srgbClr val="93a1a1"/>
                </a:solidFill>
                <a:uFillTx/>
                <a:latin typeface="SourceCodePro"/>
              </a:rPr>
              <a:t>[</a:t>
            </a:r>
            <a:endParaRPr b="0" lang="de-DE" sz="2800" strike="noStrike" u="none">
              <a:solidFill>
                <a:srgbClr val="000000"/>
              </a:solidFill>
              <a:uFillTx/>
              <a:latin typeface="Arial"/>
            </a:endParaRPr>
          </a:p>
          <a:p>
            <a:pPr marL="457200" indent="0" defTabSz="914400">
              <a:lnSpc>
                <a:spcPct val="90000"/>
              </a:lnSpc>
              <a:spcBef>
                <a:spcPts val="499"/>
              </a:spcBef>
              <a:buNone/>
              <a:tabLst>
                <a:tab algn="l" pos="0"/>
              </a:tabLst>
            </a:pPr>
            <a:r>
              <a:rPr b="0" lang="de-DE" sz="2400" strike="noStrike" u="none">
                <a:solidFill>
                  <a:srgbClr val="93a1a1"/>
                </a:solidFill>
                <a:uFillTx/>
                <a:latin typeface="SourceCodePro"/>
              </a:rPr>
              <a:t>{</a:t>
            </a:r>
            <a:r>
              <a:rPr b="0" lang="de-DE" sz="2400" strike="noStrike" u="none">
                <a:solidFill>
                  <a:srgbClr val="48484c"/>
                </a:solidFill>
                <a:uFillTx/>
                <a:latin typeface="SourceCodePro"/>
              </a:rPr>
              <a:t> path</a:t>
            </a:r>
            <a:r>
              <a:rPr b="0" lang="de-DE" sz="2400" strike="noStrike" u="none">
                <a:solidFill>
                  <a:srgbClr val="93a1a1"/>
                </a:solidFill>
                <a:uFillTx/>
                <a:latin typeface="SourceCodePro"/>
              </a:rPr>
              <a:t>:</a:t>
            </a:r>
            <a:r>
              <a:rPr b="0" lang="de-DE" sz="2400" strike="noStrike" u="none">
                <a:solidFill>
                  <a:srgbClr val="48484c"/>
                </a:solidFill>
                <a:uFillTx/>
                <a:latin typeface="SourceCodePro"/>
              </a:rPr>
              <a:t> </a:t>
            </a:r>
            <a:r>
              <a:rPr b="0" lang="de-DE" sz="2400" strike="noStrike" u="none">
                <a:solidFill>
                  <a:srgbClr val="dd1144"/>
                </a:solidFill>
                <a:uFillTx/>
                <a:latin typeface="SourceCodePro"/>
              </a:rPr>
              <a:t>'release'</a:t>
            </a:r>
            <a:r>
              <a:rPr b="0" lang="de-DE" sz="2400" strike="noStrike" u="none">
                <a:solidFill>
                  <a:srgbClr val="93a1a1"/>
                </a:solidFill>
                <a:uFillTx/>
                <a:latin typeface="SourceCodePro"/>
              </a:rPr>
              <a:t>,</a:t>
            </a:r>
            <a:r>
              <a:rPr b="0" lang="de-DE" sz="2400" strike="noStrike" u="none">
                <a:solidFill>
                  <a:srgbClr val="48484c"/>
                </a:solidFill>
                <a:uFillTx/>
                <a:latin typeface="SourceCodePro"/>
              </a:rPr>
              <a:t> component</a:t>
            </a:r>
            <a:r>
              <a:rPr b="0" lang="de-DE" sz="2400" strike="noStrike" u="none">
                <a:solidFill>
                  <a:srgbClr val="93a1a1"/>
                </a:solidFill>
                <a:uFillTx/>
                <a:latin typeface="SourceCodePro"/>
              </a:rPr>
              <a:t>:</a:t>
            </a:r>
            <a:r>
              <a:rPr b="0" lang="de-DE" sz="2400" strike="noStrike" u="none">
                <a:solidFill>
                  <a:srgbClr val="48484c"/>
                </a:solidFill>
                <a:uFillTx/>
                <a:latin typeface="SourceCodePro"/>
              </a:rPr>
              <a:t> </a:t>
            </a:r>
            <a:r>
              <a:rPr b="0" lang="de-DE" sz="2400" strike="noStrike" u="none">
                <a:solidFill>
                  <a:srgbClr val="008080"/>
                </a:solidFill>
                <a:uFillTx/>
                <a:latin typeface="SourceCodePro"/>
              </a:rPr>
              <a:t>AllReleasesComponent</a:t>
            </a:r>
            <a:r>
              <a:rPr b="0" lang="de-DE" sz="2400" strike="noStrike" u="none">
                <a:solidFill>
                  <a:srgbClr val="48484c"/>
                </a:solidFill>
                <a:uFillTx/>
                <a:latin typeface="SourceCodePro"/>
              </a:rPr>
              <a:t> </a:t>
            </a:r>
            <a:r>
              <a:rPr b="0" lang="de-DE" sz="2400" strike="noStrike" u="none">
                <a:solidFill>
                  <a:srgbClr val="93a1a1"/>
                </a:solidFill>
                <a:uFillTx/>
                <a:latin typeface="SourceCodePro"/>
              </a:rPr>
              <a:t>},</a:t>
            </a:r>
            <a:endParaRPr b="0" lang="de-DE" sz="2400" strike="noStrike" u="none">
              <a:solidFill>
                <a:srgbClr val="000000"/>
              </a:solidFill>
              <a:uFillTx/>
              <a:latin typeface="Arial"/>
            </a:endParaRPr>
          </a:p>
          <a:p>
            <a:pPr marL="457200" indent="0" defTabSz="914400">
              <a:lnSpc>
                <a:spcPct val="90000"/>
              </a:lnSpc>
              <a:spcBef>
                <a:spcPts val="499"/>
              </a:spcBef>
              <a:buNone/>
              <a:tabLst>
                <a:tab algn="l" pos="0"/>
              </a:tabLst>
            </a:pPr>
            <a:r>
              <a:rPr b="0" lang="de-DE" sz="2400" strike="noStrike" u="none">
                <a:solidFill>
                  <a:srgbClr val="93a1a1"/>
                </a:solidFill>
                <a:uFillTx/>
                <a:latin typeface="SourceCodePro"/>
              </a:rPr>
              <a:t>{</a:t>
            </a:r>
            <a:r>
              <a:rPr b="0" lang="de-DE" sz="2400" strike="noStrike" u="none">
                <a:solidFill>
                  <a:srgbClr val="48484c"/>
                </a:solidFill>
                <a:uFillTx/>
                <a:latin typeface="SourceCodePro"/>
              </a:rPr>
              <a:t> path</a:t>
            </a:r>
            <a:r>
              <a:rPr b="0" lang="de-DE" sz="2400" strike="noStrike" u="none">
                <a:solidFill>
                  <a:srgbClr val="93a1a1"/>
                </a:solidFill>
                <a:uFillTx/>
                <a:latin typeface="SourceCodePro"/>
              </a:rPr>
              <a:t>:</a:t>
            </a:r>
            <a:r>
              <a:rPr b="0" lang="de-DE" sz="2400" strike="noStrike" u="none">
                <a:solidFill>
                  <a:srgbClr val="48484c"/>
                </a:solidFill>
                <a:uFillTx/>
                <a:latin typeface="SourceCodePro"/>
              </a:rPr>
              <a:t> </a:t>
            </a:r>
            <a:r>
              <a:rPr b="0" lang="de-DE" sz="2400" strike="noStrike" u="none">
                <a:solidFill>
                  <a:srgbClr val="dd1144"/>
                </a:solidFill>
                <a:uFillTx/>
                <a:latin typeface="SourceCodePro"/>
              </a:rPr>
              <a:t>'artist'</a:t>
            </a:r>
            <a:r>
              <a:rPr b="0" lang="de-DE" sz="2400" strike="noStrike" u="none">
                <a:solidFill>
                  <a:srgbClr val="93a1a1"/>
                </a:solidFill>
                <a:uFillTx/>
                <a:latin typeface="SourceCodePro"/>
              </a:rPr>
              <a:t>,</a:t>
            </a:r>
            <a:r>
              <a:rPr b="0" lang="de-DE" sz="2400" strike="noStrike" u="none">
                <a:solidFill>
                  <a:srgbClr val="48484c"/>
                </a:solidFill>
                <a:uFillTx/>
                <a:latin typeface="SourceCodePro"/>
              </a:rPr>
              <a:t> component</a:t>
            </a:r>
            <a:r>
              <a:rPr b="0" lang="de-DE" sz="2400" strike="noStrike" u="none">
                <a:solidFill>
                  <a:srgbClr val="93a1a1"/>
                </a:solidFill>
                <a:uFillTx/>
                <a:latin typeface="SourceCodePro"/>
              </a:rPr>
              <a:t>:</a:t>
            </a:r>
            <a:r>
              <a:rPr b="0" lang="de-DE" sz="2400" strike="noStrike" u="none">
                <a:solidFill>
                  <a:srgbClr val="48484c"/>
                </a:solidFill>
                <a:uFillTx/>
                <a:latin typeface="SourceCodePro"/>
              </a:rPr>
              <a:t> </a:t>
            </a:r>
            <a:r>
              <a:rPr b="0" lang="de-DE" sz="2400" strike="noStrike" u="none">
                <a:solidFill>
                  <a:srgbClr val="008080"/>
                </a:solidFill>
                <a:uFillTx/>
                <a:latin typeface="SourceCodePro"/>
              </a:rPr>
              <a:t>AllArtistsComponent</a:t>
            </a:r>
            <a:r>
              <a:rPr b="0" lang="de-DE" sz="2400" strike="noStrike" u="none">
                <a:solidFill>
                  <a:srgbClr val="48484c"/>
                </a:solidFill>
                <a:uFillTx/>
                <a:latin typeface="SourceCodePro"/>
              </a:rPr>
              <a:t> </a:t>
            </a:r>
            <a:r>
              <a:rPr b="0" lang="de-DE" sz="2400" strike="noStrike" u="none">
                <a:solidFill>
                  <a:srgbClr val="93a1a1"/>
                </a:solidFill>
                <a:uFillTx/>
                <a:latin typeface="SourceCodePro"/>
              </a:rPr>
              <a:t>}</a:t>
            </a:r>
            <a:endParaRPr b="0" lang="de-DE" sz="2400" strike="noStrike" u="none">
              <a:solidFill>
                <a:srgbClr val="000000"/>
              </a:solidFill>
              <a:uFillTx/>
              <a:latin typeface="Arial"/>
            </a:endParaRPr>
          </a:p>
          <a:p>
            <a:pPr marL="457200" indent="0" defTabSz="914400">
              <a:lnSpc>
                <a:spcPct val="90000"/>
              </a:lnSpc>
              <a:spcBef>
                <a:spcPts val="1001"/>
              </a:spcBef>
              <a:buNone/>
              <a:tabLst>
                <a:tab algn="l" pos="0"/>
              </a:tabLst>
            </a:pPr>
            <a:r>
              <a:rPr b="0" lang="de-DE" sz="2800" strike="noStrike" u="none">
                <a:solidFill>
                  <a:srgbClr val="93a1a1"/>
                </a:solidFill>
                <a:uFillTx/>
                <a:latin typeface="SourceCodePro"/>
              </a:rPr>
              <a:t>];</a:t>
            </a:r>
            <a:endParaRPr b="0" lang="de-DE" sz="2800" strike="noStrike" u="none">
              <a:solidFill>
                <a:srgbClr val="000000"/>
              </a:solidFill>
              <a:uFillTx/>
              <a:latin typeface="Arial"/>
            </a:endParaRPr>
          </a:p>
          <a:p>
            <a:pPr marL="457200" indent="0" defTabSz="914400">
              <a:lnSpc>
                <a:spcPct val="90000"/>
              </a:lnSpc>
              <a:spcBef>
                <a:spcPts val="1001"/>
              </a:spcBef>
              <a:buNone/>
              <a:tabLst>
                <a:tab algn="l" pos="0"/>
              </a:tabLst>
            </a:pPr>
            <a:endParaRPr b="0" lang="de-DE" sz="2800" strike="noStrike" u="none">
              <a:solidFill>
                <a:srgbClr val="000000"/>
              </a:solidFill>
              <a:uFillTx/>
              <a:latin typeface="Arial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197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bg>
      <p:bgPr>
        <a:solidFill>
          <a:schemeClr val="lt1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 useBgFill="1">
        <p:nvSpPr>
          <p:cNvPr id="1006" name="Rectangle 7">
            <a:extLst>
              <a:ext uri="{C183D7F6-B498-43B3-948B-1728B52AA6E4}">
                <adec:decorative xmlns:adec="http://schemas.microsoft.com/office/drawing/2017/decorative" val="1"/>
              </a:ext>
            </a:extLst>
          </p:cNvPr>
          <p:cNvSpPr/>
          <p:nvPr/>
        </p:nvSpPr>
        <p:spPr>
          <a:xfrm>
            <a:off x="2880" y="0"/>
            <a:ext cx="12187800" cy="6856920"/>
          </a:xfrm>
          <a:prstGeom prst="rect">
            <a:avLst/>
          </a:prstGeom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 algn="ctr" defTabSz="914400">
              <a:lnSpc>
                <a:spcPct val="100000"/>
              </a:lnSpc>
            </a:pPr>
            <a:endParaRPr b="0" lang="en-US" sz="1800" strike="noStrike" u="none">
              <a:solidFill>
                <a:schemeClr val="lt1"/>
              </a:solidFill>
              <a:uFillTx/>
              <a:latin typeface="Calibri"/>
            </a:endParaRPr>
          </a:p>
        </p:txBody>
      </p:sp>
      <p:sp>
        <p:nvSpPr>
          <p:cNvPr id="1007" name="Freeform: Shape 9">
            <a:extLst>
              <a:ext uri="{C183D7F6-B498-43B3-948B-1728B52AA6E4}">
                <adec:decorative xmlns:adec="http://schemas.microsoft.com/office/drawing/2017/decorative" val="1"/>
              </a:ext>
            </a:extLst>
          </p:cNvPr>
          <p:cNvSpPr/>
          <p:nvPr/>
        </p:nvSpPr>
        <p:spPr>
          <a:xfrm>
            <a:off x="0" y="0"/>
            <a:ext cx="4166280" cy="6856920"/>
          </a:xfrm>
          <a:custGeom>
            <a:avLst/>
            <a:gdLst>
              <a:gd name="textAreaLeft" fmla="*/ 0 w 4166280"/>
              <a:gd name="textAreaRight" fmla="*/ 4167360 w 4166280"/>
              <a:gd name="textAreaTop" fmla="*/ 0 h 6856920"/>
              <a:gd name="textAreaBottom" fmla="*/ 6858000 h 6856920"/>
            </a:gdLst>
            <a:ahLst/>
            <a:rect l="textAreaLeft" t="textAreaTop" r="textAreaRight" b="textAreaBottom"/>
            <a:pathLst>
              <a:path w="4167271" h="6858000">
                <a:moveTo>
                  <a:pt x="0" y="0"/>
                </a:moveTo>
                <a:lnTo>
                  <a:pt x="2259550" y="0"/>
                </a:lnTo>
                <a:lnTo>
                  <a:pt x="2387803" y="82222"/>
                </a:lnTo>
                <a:cubicBezTo>
                  <a:pt x="3461407" y="807534"/>
                  <a:pt x="4167271" y="2035835"/>
                  <a:pt x="4167271" y="3429000"/>
                </a:cubicBezTo>
                <a:cubicBezTo>
                  <a:pt x="4167271" y="4822165"/>
                  <a:pt x="3461407" y="6050467"/>
                  <a:pt x="2387803" y="6775779"/>
                </a:cubicBezTo>
                <a:lnTo>
                  <a:pt x="2259550" y="6858000"/>
                </a:lnTo>
                <a:lnTo>
                  <a:pt x="0" y="6858000"/>
                </a:lnTo>
                <a:close/>
              </a:path>
            </a:pathLst>
          </a:custGeom>
          <a:solidFill>
            <a:schemeClr val="accent2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 algn="ctr" defTabSz="914400">
              <a:lnSpc>
                <a:spcPct val="100000"/>
              </a:lnSpc>
            </a:pPr>
            <a:endParaRPr b="0" lang="en-US" sz="1800" strike="noStrike" u="none">
              <a:solidFill>
                <a:schemeClr val="lt1"/>
              </a:solidFill>
              <a:uFillTx/>
              <a:latin typeface="Calibri"/>
            </a:endParaRPr>
          </a:p>
        </p:txBody>
      </p:sp>
      <p:sp>
        <p:nvSpPr>
          <p:cNvPr id="1008" name="PlaceHolder 1"/>
          <p:cNvSpPr>
            <a:spLocks noGrp="1"/>
          </p:cNvSpPr>
          <p:nvPr>
            <p:ph type="title"/>
          </p:nvPr>
        </p:nvSpPr>
        <p:spPr>
          <a:xfrm>
            <a:off x="686880" y="1153440"/>
            <a:ext cx="3199320" cy="446004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ctr">
            <a:normAutofit/>
          </a:bodyPr>
          <a:p>
            <a:pPr indent="0" defTabSz="914400">
              <a:lnSpc>
                <a:spcPct val="90000"/>
              </a:lnSpc>
              <a:buNone/>
              <a:tabLst>
                <a:tab algn="l" pos="0"/>
              </a:tabLst>
            </a:pPr>
            <a:r>
              <a:rPr b="0" lang="de-DE" sz="4400" strike="noStrike" u="none">
                <a:solidFill>
                  <a:srgbClr val="ffffff"/>
                </a:solidFill>
                <a:uFillTx/>
                <a:latin typeface="Calibri Light"/>
              </a:rPr>
              <a:t>Ablauf</a:t>
            </a:r>
            <a:endParaRPr b="0" lang="de-DE" sz="4400" strike="noStrike" u="none">
              <a:solidFill>
                <a:srgbClr val="000000"/>
              </a:solidFill>
              <a:uFillTx/>
              <a:latin typeface="Arial"/>
            </a:endParaRPr>
          </a:p>
        </p:txBody>
      </p:sp>
      <p:sp>
        <p:nvSpPr>
          <p:cNvPr id="1009" name="Arc 11">
            <a:extLst>
              <a:ext uri="{C183D7F6-B498-43B3-948B-1728B52AA6E4}">
                <adec:decorative xmlns:adec="http://schemas.microsoft.com/office/drawing/2017/decorative" val="1"/>
              </a:ext>
            </a:extLst>
          </p:cNvPr>
          <p:cNvSpPr/>
          <p:nvPr/>
        </p:nvSpPr>
        <p:spPr>
          <a:xfrm flipV="1">
            <a:off x="7550280" y="2453760"/>
            <a:ext cx="4082400" cy="4082400"/>
          </a:xfrm>
          <a:prstGeom prst="arc">
            <a:avLst>
              <a:gd name="adj1" fmla="val 16200000"/>
              <a:gd name="adj2" fmla="val 0"/>
            </a:avLst>
          </a:prstGeom>
          <a:noFill/>
          <a:ln cap="rnd" w="127000">
            <a:solidFill>
              <a:srgbClr val="1d6fa9"/>
            </a:solidFill>
            <a:prstDash val="dash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 algn="ctr" defTabSz="914400">
              <a:lnSpc>
                <a:spcPct val="100000"/>
              </a:lnSpc>
            </a:pPr>
            <a:endParaRPr b="0" lang="en-US" sz="1800" strike="noStrike" u="none">
              <a:solidFill>
                <a:schemeClr val="dk1"/>
              </a:solidFill>
              <a:uFillTx/>
              <a:latin typeface="Calibri"/>
            </a:endParaRPr>
          </a:p>
        </p:txBody>
      </p:sp>
      <p:sp>
        <p:nvSpPr>
          <p:cNvPr id="1010" name="PlaceHolder 2"/>
          <p:cNvSpPr>
            <a:spLocks noGrp="1"/>
          </p:cNvSpPr>
          <p:nvPr>
            <p:ph/>
          </p:nvPr>
        </p:nvSpPr>
        <p:spPr>
          <a:xfrm>
            <a:off x="4447440" y="591480"/>
            <a:ext cx="6905520" cy="558468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ctr">
            <a:normAutofit/>
          </a:bodyPr>
          <a:p>
            <a:pPr marL="228600" indent="-228600" defTabSz="914400">
              <a:lnSpc>
                <a:spcPct val="90000"/>
              </a:lnSpc>
              <a:spcBef>
                <a:spcPts val="1001"/>
              </a:spcBef>
              <a:buClr>
                <a:srgbClr val="000000"/>
              </a:buClr>
              <a:buFont typeface="Arial"/>
              <a:buChar char="•"/>
            </a:pPr>
            <a:r>
              <a:rPr b="0" lang="de-DE" sz="2800" strike="noStrike" u="none">
                <a:solidFill>
                  <a:schemeClr val="dk1"/>
                </a:solidFill>
                <a:uFillTx/>
                <a:latin typeface="Calibri"/>
              </a:rPr>
              <a:t>URL des Browsers wird überprüft / auf Änderungen überwacht</a:t>
            </a:r>
            <a:endParaRPr b="0" lang="de-DE" sz="2800" strike="noStrike" u="none">
              <a:solidFill>
                <a:srgbClr val="000000"/>
              </a:solidFill>
              <a:uFillTx/>
              <a:latin typeface="Arial"/>
            </a:endParaRPr>
          </a:p>
          <a:p>
            <a:pPr marL="228600" indent="-228600" defTabSz="914400">
              <a:lnSpc>
                <a:spcPct val="90000"/>
              </a:lnSpc>
              <a:spcBef>
                <a:spcPts val="1001"/>
              </a:spcBef>
              <a:buClr>
                <a:srgbClr val="000000"/>
              </a:buClr>
              <a:buFont typeface="Arial"/>
              <a:buChar char="•"/>
            </a:pPr>
            <a:r>
              <a:rPr b="0" lang="de-DE" sz="2800" strike="noStrike" u="none">
                <a:solidFill>
                  <a:schemeClr val="dk1"/>
                </a:solidFill>
                <a:uFillTx/>
                <a:latin typeface="Calibri"/>
              </a:rPr>
              <a:t>Passende Route wird gesucht</a:t>
            </a:r>
            <a:endParaRPr b="0" lang="de-DE" sz="2800" strike="noStrike" u="none">
              <a:solidFill>
                <a:srgbClr val="000000"/>
              </a:solidFill>
              <a:uFillTx/>
              <a:latin typeface="Arial"/>
            </a:endParaRPr>
          </a:p>
          <a:p>
            <a:pPr marL="228600" indent="-228600" defTabSz="914400">
              <a:lnSpc>
                <a:spcPct val="90000"/>
              </a:lnSpc>
              <a:spcBef>
                <a:spcPts val="1001"/>
              </a:spcBef>
              <a:buClr>
                <a:srgbClr val="000000"/>
              </a:buClr>
              <a:buFont typeface="Arial"/>
              <a:buChar char="•"/>
            </a:pPr>
            <a:r>
              <a:rPr b="0" lang="de-DE" sz="2800" strike="noStrike" u="none">
                <a:solidFill>
                  <a:schemeClr val="dk1"/>
                </a:solidFill>
                <a:uFillTx/>
                <a:latin typeface="Calibri"/>
              </a:rPr>
              <a:t>Komponente wird angezeigt</a:t>
            </a:r>
            <a:endParaRPr b="0" lang="de-DE" sz="2800" strike="noStrike" u="none">
              <a:solidFill>
                <a:srgbClr val="000000"/>
              </a:solidFill>
              <a:uFillTx/>
              <a:latin typeface="Arial"/>
            </a:endParaRPr>
          </a:p>
          <a:p>
            <a:pPr indent="0" defTabSz="914400">
              <a:lnSpc>
                <a:spcPct val="90000"/>
              </a:lnSpc>
              <a:spcBef>
                <a:spcPts val="1001"/>
              </a:spcBef>
              <a:buNone/>
              <a:tabLst>
                <a:tab algn="l" pos="0"/>
              </a:tabLst>
            </a:pPr>
            <a:endParaRPr b="0" lang="de-DE" sz="2800" strike="noStrike" u="none">
              <a:solidFill>
                <a:srgbClr val="000000"/>
              </a:solidFill>
              <a:uFillTx/>
              <a:latin typeface="Arial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198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11" name="PlaceHolder 1"/>
          <p:cNvSpPr>
            <a:spLocks noGrp="1"/>
          </p:cNvSpPr>
          <p:nvPr>
            <p:ph type="title"/>
          </p:nvPr>
        </p:nvSpPr>
        <p:spPr>
          <a:xfrm>
            <a:off x="838080" y="365040"/>
            <a:ext cx="10514520" cy="132444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ctr">
            <a:noAutofit/>
          </a:bodyPr>
          <a:p>
            <a:pPr indent="0" defTabSz="914400">
              <a:lnSpc>
                <a:spcPct val="90000"/>
              </a:lnSpc>
              <a:buNone/>
              <a:tabLst>
                <a:tab algn="l" pos="0"/>
              </a:tabLst>
            </a:pPr>
            <a:r>
              <a:rPr b="0" lang="de-DE" sz="4400" strike="noStrike" u="none">
                <a:solidFill>
                  <a:schemeClr val="dk1"/>
                </a:solidFill>
                <a:uFillTx/>
                <a:latin typeface="Calibri Light"/>
              </a:rPr>
              <a:t>Verlinken von Routen</a:t>
            </a:r>
            <a:endParaRPr b="0" lang="de-DE" sz="4400" strike="noStrike" u="none">
              <a:solidFill>
                <a:srgbClr val="000000"/>
              </a:solidFill>
              <a:uFillTx/>
              <a:latin typeface="Arial"/>
            </a:endParaRPr>
          </a:p>
        </p:txBody>
      </p:sp>
      <p:sp>
        <p:nvSpPr>
          <p:cNvPr id="1012" name="PlaceHolder 2"/>
          <p:cNvSpPr>
            <a:spLocks noGrp="1"/>
          </p:cNvSpPr>
          <p:nvPr>
            <p:ph/>
          </p:nvPr>
        </p:nvSpPr>
        <p:spPr>
          <a:xfrm>
            <a:off x="838080" y="1825560"/>
            <a:ext cx="10514520" cy="435024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t">
            <a:normAutofit fontScale="92500" lnSpcReduction="19999"/>
          </a:bodyPr>
          <a:p>
            <a:pPr marL="228600" indent="-228600" defTabSz="914400">
              <a:lnSpc>
                <a:spcPct val="90000"/>
              </a:lnSpc>
              <a:spcBef>
                <a:spcPts val="1001"/>
              </a:spcBef>
              <a:buClr>
                <a:srgbClr val="000000"/>
              </a:buClr>
              <a:buFont typeface="Arial"/>
              <a:buChar char="•"/>
            </a:pPr>
            <a:r>
              <a:rPr b="0" lang="de-DE" sz="2800" strike="noStrike" u="none">
                <a:solidFill>
                  <a:schemeClr val="dk1"/>
                </a:solidFill>
                <a:uFillTx/>
                <a:latin typeface="Calibri"/>
              </a:rPr>
              <a:t>Dazu gibt es die </a:t>
            </a:r>
            <a:r>
              <a:rPr b="0" lang="de-DE" sz="2800" strike="noStrike" u="none">
                <a:solidFill>
                  <a:schemeClr val="dk1"/>
                </a:solidFill>
                <a:uFillTx/>
                <a:latin typeface="Courier New"/>
              </a:rPr>
              <a:t>routerLink</a:t>
            </a:r>
            <a:r>
              <a:rPr b="0" lang="de-DE" sz="2800" strike="noStrike" u="none">
                <a:solidFill>
                  <a:schemeClr val="dk1"/>
                </a:solidFill>
                <a:uFillTx/>
                <a:latin typeface="Calibri"/>
              </a:rPr>
              <a:t>-Direktive</a:t>
            </a:r>
            <a:endParaRPr b="0" lang="de-DE" sz="2800" strike="noStrike" u="none">
              <a:solidFill>
                <a:srgbClr val="000000"/>
              </a:solidFill>
              <a:uFillTx/>
              <a:latin typeface="Arial"/>
            </a:endParaRPr>
          </a:p>
          <a:p>
            <a:pPr marL="228600" indent="-228600" defTabSz="914400">
              <a:lnSpc>
                <a:spcPct val="90000"/>
              </a:lnSpc>
              <a:spcBef>
                <a:spcPts val="1001"/>
              </a:spcBef>
              <a:buClr>
                <a:srgbClr val="000000"/>
              </a:buClr>
              <a:buFont typeface="Arial"/>
              <a:buChar char="•"/>
            </a:pPr>
            <a:r>
              <a:rPr b="0" lang="de-DE" sz="2800" strike="noStrike" u="none">
                <a:solidFill>
                  <a:schemeClr val="dk1"/>
                </a:solidFill>
                <a:uFillTx/>
                <a:latin typeface="Calibri"/>
              </a:rPr>
              <a:t>Die anzuzeigende Seite wird in einem </a:t>
            </a:r>
            <a:r>
              <a:rPr b="0" lang="de-DE" sz="2800" strike="noStrike" u="none">
                <a:solidFill>
                  <a:schemeClr val="dk1"/>
                </a:solidFill>
                <a:uFillTx/>
                <a:latin typeface="Courier New"/>
              </a:rPr>
              <a:t>router-outlet</a:t>
            </a:r>
            <a:r>
              <a:rPr b="0" lang="de-DE" sz="2800" strike="noStrike" u="none">
                <a:solidFill>
                  <a:schemeClr val="dk1"/>
                </a:solidFill>
                <a:uFillTx/>
                <a:latin typeface="Calibri"/>
              </a:rPr>
              <a:t>-Element angezeigt</a:t>
            </a:r>
            <a:endParaRPr b="0" lang="de-DE" sz="2800" strike="noStrike" u="none">
              <a:solidFill>
                <a:srgbClr val="000000"/>
              </a:solidFill>
              <a:uFillTx/>
              <a:latin typeface="Arial"/>
            </a:endParaRPr>
          </a:p>
          <a:p>
            <a:pPr indent="0" defTabSz="914400">
              <a:lnSpc>
                <a:spcPct val="90000"/>
              </a:lnSpc>
              <a:spcBef>
                <a:spcPts val="1001"/>
              </a:spcBef>
              <a:buNone/>
              <a:tabLst>
                <a:tab algn="l" pos="0"/>
              </a:tabLst>
            </a:pPr>
            <a:endParaRPr b="0" lang="de-DE" sz="2800" strike="noStrike" u="none">
              <a:solidFill>
                <a:srgbClr val="000000"/>
              </a:solidFill>
              <a:uFillTx/>
              <a:latin typeface="Arial"/>
            </a:endParaRPr>
          </a:p>
          <a:p>
            <a:pPr indent="0" defTabSz="914400">
              <a:lnSpc>
                <a:spcPct val="90000"/>
              </a:lnSpc>
              <a:spcBef>
                <a:spcPts val="1001"/>
              </a:spcBef>
              <a:buNone/>
              <a:tabLst>
                <a:tab algn="l" pos="0"/>
              </a:tabLst>
            </a:pPr>
            <a:r>
              <a:rPr b="0" lang="de-DE" sz="2800" strike="noStrike" u="none">
                <a:solidFill>
                  <a:srgbClr val="195f91"/>
                </a:solidFill>
                <a:uFillTx/>
                <a:latin typeface="SourceCodePro"/>
              </a:rPr>
              <a:t>@Component</a:t>
            </a:r>
            <a:r>
              <a:rPr b="0" lang="de-DE" sz="2800" strike="noStrike" u="none">
                <a:solidFill>
                  <a:srgbClr val="93a1a1"/>
                </a:solidFill>
                <a:uFillTx/>
                <a:latin typeface="SourceCodePro"/>
              </a:rPr>
              <a:t>({</a:t>
            </a:r>
            <a:endParaRPr b="0" lang="de-DE" sz="2800" strike="noStrike" u="none">
              <a:solidFill>
                <a:srgbClr val="000000"/>
              </a:solidFill>
              <a:uFillTx/>
              <a:latin typeface="Arial"/>
            </a:endParaRPr>
          </a:p>
          <a:p>
            <a:pPr indent="0" defTabSz="914400">
              <a:lnSpc>
                <a:spcPct val="90000"/>
              </a:lnSpc>
              <a:spcBef>
                <a:spcPts val="1001"/>
              </a:spcBef>
              <a:buNone/>
              <a:tabLst>
                <a:tab algn="l" pos="0"/>
              </a:tabLst>
            </a:pPr>
            <a:r>
              <a:rPr b="0" lang="de-DE" sz="2800" strike="noStrike" u="none">
                <a:solidFill>
                  <a:srgbClr val="48484c"/>
                </a:solidFill>
                <a:uFillTx/>
                <a:latin typeface="SourceCodePro"/>
              </a:rPr>
              <a:t>	</a:t>
            </a:r>
            <a:r>
              <a:rPr b="0" lang="de-DE" sz="2800" strike="noStrike" u="none">
                <a:solidFill>
                  <a:srgbClr val="48484c"/>
                </a:solidFill>
                <a:uFillTx/>
                <a:latin typeface="SourceCodePro"/>
              </a:rPr>
              <a:t>selector</a:t>
            </a:r>
            <a:r>
              <a:rPr b="0" lang="de-DE" sz="2800" strike="noStrike" u="none">
                <a:solidFill>
                  <a:srgbClr val="93a1a1"/>
                </a:solidFill>
                <a:uFillTx/>
                <a:latin typeface="SourceCodePro"/>
              </a:rPr>
              <a:t>:</a:t>
            </a:r>
            <a:r>
              <a:rPr b="0" lang="de-DE" sz="2800" strike="noStrike" u="none">
                <a:solidFill>
                  <a:srgbClr val="48484c"/>
                </a:solidFill>
                <a:uFillTx/>
                <a:latin typeface="SourceCodePro"/>
              </a:rPr>
              <a:t> </a:t>
            </a:r>
            <a:r>
              <a:rPr b="0" lang="de-DE" sz="2800" strike="noStrike" u="none">
                <a:solidFill>
                  <a:srgbClr val="dd1144"/>
                </a:solidFill>
                <a:uFillTx/>
                <a:latin typeface="SourceCodePro"/>
              </a:rPr>
              <a:t>"music-app"</a:t>
            </a:r>
            <a:r>
              <a:rPr b="0" lang="de-DE" sz="2800" strike="noStrike" u="none">
                <a:solidFill>
                  <a:srgbClr val="93a1a1"/>
                </a:solidFill>
                <a:uFillTx/>
                <a:latin typeface="SourceCodePro"/>
              </a:rPr>
              <a:t>,</a:t>
            </a:r>
            <a:endParaRPr b="0" lang="de-DE" sz="2800" strike="noStrike" u="none">
              <a:solidFill>
                <a:srgbClr val="000000"/>
              </a:solidFill>
              <a:uFillTx/>
              <a:latin typeface="Arial"/>
            </a:endParaRPr>
          </a:p>
          <a:p>
            <a:pPr indent="0" defTabSz="914400">
              <a:lnSpc>
                <a:spcPct val="90000"/>
              </a:lnSpc>
              <a:spcBef>
                <a:spcPts val="1001"/>
              </a:spcBef>
              <a:buNone/>
              <a:tabLst>
                <a:tab algn="l" pos="0"/>
              </a:tabLst>
            </a:pPr>
            <a:r>
              <a:rPr b="0" lang="de-DE" sz="2800" strike="noStrike" u="none">
                <a:solidFill>
                  <a:srgbClr val="1e347b"/>
                </a:solidFill>
                <a:uFillTx/>
                <a:latin typeface="SourceCodePro"/>
              </a:rPr>
              <a:t>	</a:t>
            </a:r>
            <a:r>
              <a:rPr b="0" lang="de-DE" sz="2800" strike="noStrike" u="none">
                <a:solidFill>
                  <a:srgbClr val="1e347b"/>
                </a:solidFill>
                <a:uFillTx/>
                <a:latin typeface="SourceCodePro"/>
              </a:rPr>
              <a:t>template</a:t>
            </a:r>
            <a:r>
              <a:rPr b="0" lang="de-DE" sz="2800" strike="noStrike" u="none">
                <a:solidFill>
                  <a:srgbClr val="93a1a1"/>
                </a:solidFill>
                <a:uFillTx/>
                <a:latin typeface="SourceCodePro"/>
              </a:rPr>
              <a:t>:</a:t>
            </a:r>
            <a:r>
              <a:rPr b="0" lang="de-DE" sz="2800" strike="noStrike" u="none">
                <a:solidFill>
                  <a:srgbClr val="48484c"/>
                </a:solidFill>
                <a:uFillTx/>
                <a:latin typeface="SourceCodePro"/>
              </a:rPr>
              <a:t> </a:t>
            </a:r>
            <a:r>
              <a:rPr b="0" lang="de-DE" sz="2800" strike="noStrike" u="none">
                <a:solidFill>
                  <a:srgbClr val="dd1144"/>
                </a:solidFill>
                <a:uFillTx/>
                <a:latin typeface="SourceCodePro"/>
              </a:rPr>
              <a:t>`</a:t>
            </a:r>
            <a:endParaRPr b="0" lang="de-DE" sz="2800" strike="noStrike" u="none">
              <a:solidFill>
                <a:srgbClr val="000000"/>
              </a:solidFill>
              <a:uFillTx/>
              <a:latin typeface="Arial"/>
            </a:endParaRPr>
          </a:p>
          <a:p>
            <a:pPr indent="0" defTabSz="914400">
              <a:lnSpc>
                <a:spcPct val="90000"/>
              </a:lnSpc>
              <a:spcBef>
                <a:spcPts val="1001"/>
              </a:spcBef>
              <a:buNone/>
              <a:tabLst>
                <a:tab algn="l" pos="0"/>
              </a:tabLst>
            </a:pPr>
            <a:r>
              <a:rPr b="0" lang="de-DE" sz="2800" strike="noStrike" u="none">
                <a:solidFill>
                  <a:srgbClr val="dd1144"/>
                </a:solidFill>
                <a:uFillTx/>
                <a:latin typeface="SourceCodePro"/>
              </a:rPr>
              <a:t>	</a:t>
            </a:r>
            <a:r>
              <a:rPr b="0" lang="de-DE" sz="2800" strike="noStrike" u="none">
                <a:solidFill>
                  <a:srgbClr val="dd1144"/>
                </a:solidFill>
                <a:uFillTx/>
                <a:latin typeface="SourceCodePro"/>
              </a:rPr>
              <a:t>	</a:t>
            </a:r>
            <a:r>
              <a:rPr b="0" lang="de-DE" sz="2800" strike="noStrike" u="none">
                <a:solidFill>
                  <a:srgbClr val="dd1144"/>
                </a:solidFill>
                <a:uFillTx/>
                <a:latin typeface="SourceCodePro"/>
              </a:rPr>
              <a:t>&lt;h1&gt;Music App&lt;/h1&gt;</a:t>
            </a:r>
            <a:endParaRPr b="0" lang="de-DE" sz="2800" strike="noStrike" u="none">
              <a:solidFill>
                <a:srgbClr val="000000"/>
              </a:solidFill>
              <a:uFillTx/>
              <a:latin typeface="Arial"/>
            </a:endParaRPr>
          </a:p>
          <a:p>
            <a:pPr indent="0" defTabSz="914400">
              <a:lnSpc>
                <a:spcPct val="90000"/>
              </a:lnSpc>
              <a:spcBef>
                <a:spcPts val="1001"/>
              </a:spcBef>
              <a:buNone/>
              <a:tabLst>
                <a:tab algn="l" pos="0"/>
              </a:tabLst>
            </a:pPr>
            <a:r>
              <a:rPr b="0" lang="de-DE" sz="2800" strike="noStrike" u="none">
                <a:solidFill>
                  <a:srgbClr val="dd1144"/>
                </a:solidFill>
                <a:uFillTx/>
                <a:latin typeface="SourceCodePro"/>
              </a:rPr>
              <a:t>	</a:t>
            </a:r>
            <a:r>
              <a:rPr b="0" lang="de-DE" sz="2800" strike="noStrike" u="none">
                <a:solidFill>
                  <a:srgbClr val="dd1144"/>
                </a:solidFill>
                <a:uFillTx/>
                <a:latin typeface="SourceCodePro"/>
              </a:rPr>
              <a:t>	</a:t>
            </a:r>
            <a:r>
              <a:rPr b="0" lang="de-DE" sz="2800" strike="noStrike" u="none">
                <a:solidFill>
                  <a:srgbClr val="dd1144"/>
                </a:solidFill>
                <a:uFillTx/>
                <a:latin typeface="SourceCodePro"/>
              </a:rPr>
              <a:t>&lt;router-outlet&gt;&lt;/router-outlet&gt;`</a:t>
            </a:r>
            <a:endParaRPr b="0" lang="de-DE" sz="2800" strike="noStrike" u="none">
              <a:solidFill>
                <a:srgbClr val="000000"/>
              </a:solidFill>
              <a:uFillTx/>
              <a:latin typeface="Arial"/>
            </a:endParaRPr>
          </a:p>
          <a:p>
            <a:pPr indent="0" defTabSz="914400">
              <a:lnSpc>
                <a:spcPct val="90000"/>
              </a:lnSpc>
              <a:spcBef>
                <a:spcPts val="1001"/>
              </a:spcBef>
              <a:buNone/>
              <a:tabLst>
                <a:tab algn="l" pos="0"/>
              </a:tabLst>
            </a:pPr>
            <a:r>
              <a:rPr b="0" lang="de-DE" sz="2800" strike="noStrike" u="none">
                <a:solidFill>
                  <a:srgbClr val="93a1a1"/>
                </a:solidFill>
                <a:uFillTx/>
                <a:latin typeface="SourceCodePro"/>
              </a:rPr>
              <a:t>})</a:t>
            </a:r>
            <a:endParaRPr b="0" lang="de-DE" sz="2800" strike="noStrike" u="none">
              <a:solidFill>
                <a:srgbClr val="000000"/>
              </a:solidFill>
              <a:uFillTx/>
              <a:latin typeface="Arial"/>
            </a:endParaRPr>
          </a:p>
          <a:p>
            <a:pPr indent="0" defTabSz="914400">
              <a:lnSpc>
                <a:spcPct val="90000"/>
              </a:lnSpc>
              <a:spcBef>
                <a:spcPts val="1001"/>
              </a:spcBef>
              <a:buNone/>
              <a:tabLst>
                <a:tab algn="l" pos="0"/>
              </a:tabLst>
            </a:pPr>
            <a:r>
              <a:rPr b="0" lang="de-DE" sz="2800" strike="noStrike" u="none">
                <a:solidFill>
                  <a:srgbClr val="1e347b"/>
                </a:solidFill>
                <a:uFillTx/>
                <a:latin typeface="SourceCodePro"/>
              </a:rPr>
              <a:t>export</a:t>
            </a:r>
            <a:r>
              <a:rPr b="0" lang="de-DE" sz="2800" strike="noStrike" u="none">
                <a:solidFill>
                  <a:srgbClr val="48484c"/>
                </a:solidFill>
                <a:uFillTx/>
                <a:latin typeface="SourceCodePro"/>
              </a:rPr>
              <a:t> </a:t>
            </a:r>
            <a:r>
              <a:rPr b="0" lang="de-DE" sz="2800" strike="noStrike" u="none">
                <a:solidFill>
                  <a:srgbClr val="1e347b"/>
                </a:solidFill>
                <a:uFillTx/>
                <a:latin typeface="SourceCodePro"/>
              </a:rPr>
              <a:t>class</a:t>
            </a:r>
            <a:r>
              <a:rPr b="0" lang="de-DE" sz="2800" strike="noStrike" u="none">
                <a:solidFill>
                  <a:srgbClr val="48484c"/>
                </a:solidFill>
                <a:uFillTx/>
                <a:latin typeface="SourceCodePro"/>
              </a:rPr>
              <a:t> </a:t>
            </a:r>
            <a:r>
              <a:rPr b="0" lang="de-DE" sz="2800" strike="noStrike" u="none">
                <a:solidFill>
                  <a:srgbClr val="008080"/>
                </a:solidFill>
                <a:uFillTx/>
                <a:latin typeface="SourceCodePro"/>
              </a:rPr>
              <a:t>MusicAppComponent</a:t>
            </a:r>
            <a:r>
              <a:rPr b="0" lang="de-DE" sz="2800" strike="noStrike" u="none">
                <a:solidFill>
                  <a:srgbClr val="48484c"/>
                </a:solidFill>
                <a:uFillTx/>
                <a:latin typeface="SourceCodePro"/>
              </a:rPr>
              <a:t> </a:t>
            </a:r>
            <a:r>
              <a:rPr b="0" lang="de-DE" sz="2800" strike="noStrike" u="none">
                <a:solidFill>
                  <a:srgbClr val="93a1a1"/>
                </a:solidFill>
                <a:uFillTx/>
                <a:latin typeface="SourceCodePro"/>
              </a:rPr>
              <a:t>{}</a:t>
            </a:r>
            <a:endParaRPr b="0" lang="de-DE" sz="2800" strike="noStrike" u="none">
              <a:solidFill>
                <a:srgbClr val="000000"/>
              </a:solidFill>
              <a:uFillTx/>
              <a:latin typeface="Arial"/>
            </a:endParaRPr>
          </a:p>
          <a:p>
            <a:pPr indent="0" defTabSz="914400">
              <a:lnSpc>
                <a:spcPct val="90000"/>
              </a:lnSpc>
              <a:spcBef>
                <a:spcPts val="1001"/>
              </a:spcBef>
              <a:buNone/>
              <a:tabLst>
                <a:tab algn="l" pos="0"/>
              </a:tabLst>
            </a:pPr>
            <a:endParaRPr b="0" lang="de-DE" sz="2800" strike="noStrike" u="none">
              <a:solidFill>
                <a:srgbClr val="000000"/>
              </a:solidFill>
              <a:uFillTx/>
              <a:latin typeface="Arial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199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13" name="PlaceHolder 1"/>
          <p:cNvSpPr>
            <a:spLocks noGrp="1"/>
          </p:cNvSpPr>
          <p:nvPr>
            <p:ph type="title"/>
          </p:nvPr>
        </p:nvSpPr>
        <p:spPr>
          <a:xfrm>
            <a:off x="838080" y="365040"/>
            <a:ext cx="10514520" cy="132444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ctr">
            <a:noAutofit/>
          </a:bodyPr>
          <a:p>
            <a:pPr indent="0" defTabSz="914400">
              <a:lnSpc>
                <a:spcPct val="90000"/>
              </a:lnSpc>
              <a:buNone/>
              <a:tabLst>
                <a:tab algn="l" pos="0"/>
              </a:tabLst>
            </a:pPr>
            <a:r>
              <a:rPr b="0" lang="de-DE" sz="4400" strike="noStrike" u="none">
                <a:solidFill>
                  <a:schemeClr val="dk1"/>
                </a:solidFill>
                <a:uFillTx/>
                <a:latin typeface="Calibri Light"/>
              </a:rPr>
              <a:t>Default / Fallback Route</a:t>
            </a:r>
            <a:endParaRPr b="0" lang="de-DE" sz="4400" strike="noStrike" u="none">
              <a:solidFill>
                <a:srgbClr val="000000"/>
              </a:solidFill>
              <a:uFillTx/>
              <a:latin typeface="Arial"/>
            </a:endParaRPr>
          </a:p>
        </p:txBody>
      </p:sp>
      <p:sp>
        <p:nvSpPr>
          <p:cNvPr id="1014" name="PlaceHolder 2"/>
          <p:cNvSpPr>
            <a:spLocks noGrp="1"/>
          </p:cNvSpPr>
          <p:nvPr>
            <p:ph/>
          </p:nvPr>
        </p:nvSpPr>
        <p:spPr>
          <a:xfrm>
            <a:off x="838080" y="1825560"/>
            <a:ext cx="10514520" cy="435024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t">
            <a:noAutofit/>
          </a:bodyPr>
          <a:p>
            <a:pPr marL="228600" indent="-228600" defTabSz="914400">
              <a:lnSpc>
                <a:spcPct val="90000"/>
              </a:lnSpc>
              <a:spcBef>
                <a:spcPts val="1001"/>
              </a:spcBef>
              <a:buClr>
                <a:srgbClr val="000000"/>
              </a:buClr>
              <a:buFont typeface="Arial"/>
              <a:buChar char="•"/>
            </a:pPr>
            <a:r>
              <a:rPr b="0" lang="de-DE" sz="2800" strike="noStrike" u="none">
                <a:solidFill>
                  <a:schemeClr val="dk1"/>
                </a:solidFill>
                <a:uFillTx/>
                <a:latin typeface="Calibri"/>
              </a:rPr>
              <a:t>Keine gültige Route gefunden?</a:t>
            </a:r>
            <a:endParaRPr b="0" lang="de-DE" sz="2800" strike="noStrike" u="none">
              <a:solidFill>
                <a:srgbClr val="000000"/>
              </a:solidFill>
              <a:uFillTx/>
              <a:latin typeface="Arial"/>
            </a:endParaRPr>
          </a:p>
          <a:p>
            <a:pPr lvl="1" marL="685800" indent="-228600" defTabSz="914400">
              <a:lnSpc>
                <a:spcPct val="90000"/>
              </a:lnSpc>
              <a:spcBef>
                <a:spcPts val="499"/>
              </a:spcBef>
              <a:buClr>
                <a:srgbClr val="000000"/>
              </a:buClr>
              <a:buFont typeface="Arial"/>
              <a:buChar char="•"/>
            </a:pPr>
            <a:r>
              <a:rPr b="0" lang="de-DE" sz="2400" strike="noStrike" u="none">
                <a:solidFill>
                  <a:schemeClr val="dk1"/>
                </a:solidFill>
                <a:uFillTx/>
                <a:latin typeface="Calibri"/>
              </a:rPr>
              <a:t>Einstieg über URL ohne Route</a:t>
            </a:r>
            <a:endParaRPr b="0" lang="de-DE" sz="2400" strike="noStrike" u="none">
              <a:solidFill>
                <a:srgbClr val="000000"/>
              </a:solidFill>
              <a:uFillTx/>
              <a:latin typeface="Arial"/>
            </a:endParaRPr>
          </a:p>
          <a:p>
            <a:pPr lvl="1" marL="685800" indent="-228600" defTabSz="914400">
              <a:lnSpc>
                <a:spcPct val="90000"/>
              </a:lnSpc>
              <a:spcBef>
                <a:spcPts val="499"/>
              </a:spcBef>
              <a:buClr>
                <a:srgbClr val="000000"/>
              </a:buClr>
              <a:buFont typeface="Arial"/>
              <a:buChar char="•"/>
            </a:pPr>
            <a:r>
              <a:rPr b="0" lang="de-DE" sz="2400" strike="noStrike" u="none">
                <a:solidFill>
                  <a:schemeClr val="dk1"/>
                </a:solidFill>
                <a:uFillTx/>
                <a:latin typeface="Calibri"/>
              </a:rPr>
              <a:t>ungültige Route</a:t>
            </a:r>
            <a:endParaRPr b="0" lang="de-DE" sz="2400" strike="noStrike" u="none">
              <a:solidFill>
                <a:srgbClr val="000000"/>
              </a:solidFill>
              <a:uFillTx/>
              <a:latin typeface="Arial"/>
            </a:endParaRPr>
          </a:p>
          <a:p>
            <a:pPr marL="228600" indent="-228600" defTabSz="914400">
              <a:lnSpc>
                <a:spcPct val="90000"/>
              </a:lnSpc>
              <a:spcBef>
                <a:spcPts val="1001"/>
              </a:spcBef>
              <a:buClr>
                <a:srgbClr val="000000"/>
              </a:buClr>
              <a:buFont typeface="Arial"/>
              <a:buChar char="•"/>
            </a:pPr>
            <a:r>
              <a:rPr b="0" lang="de-DE" sz="2800" strike="noStrike" u="none">
                <a:solidFill>
                  <a:schemeClr val="dk1"/>
                </a:solidFill>
                <a:uFillTx/>
                <a:latin typeface="Calibri"/>
              </a:rPr>
              <a:t>Fallback konfigurierbar</a:t>
            </a:r>
            <a:endParaRPr b="0" lang="de-DE" sz="2800" strike="noStrike" u="none">
              <a:solidFill>
                <a:srgbClr val="000000"/>
              </a:solidFill>
              <a:uFillTx/>
              <a:latin typeface="Arial"/>
            </a:endParaRPr>
          </a:p>
          <a:p>
            <a:pPr lvl="1" marL="685800" indent="-228600" defTabSz="914400">
              <a:lnSpc>
                <a:spcPct val="90000"/>
              </a:lnSpc>
              <a:spcBef>
                <a:spcPts val="499"/>
              </a:spcBef>
              <a:buClr>
                <a:srgbClr val="000000"/>
              </a:buClr>
              <a:buFont typeface="Arial"/>
              <a:buChar char="•"/>
            </a:pPr>
            <a:r>
              <a:rPr b="0" lang="de-DE" sz="2400" strike="noStrike" u="none">
                <a:solidFill>
                  <a:schemeClr val="dk1"/>
                </a:solidFill>
                <a:uFillTx/>
                <a:latin typeface="Calibri"/>
              </a:rPr>
              <a:t>path mit **</a:t>
            </a:r>
            <a:endParaRPr b="0" lang="de-DE" sz="2400" strike="noStrike" u="none">
              <a:solidFill>
                <a:srgbClr val="000000"/>
              </a:solidFill>
              <a:uFillTx/>
              <a:latin typeface="Arial"/>
            </a:endParaRPr>
          </a:p>
          <a:p>
            <a:pPr lvl="1" marL="685800" indent="-228600" defTabSz="914400">
              <a:lnSpc>
                <a:spcPct val="90000"/>
              </a:lnSpc>
              <a:spcBef>
                <a:spcPts val="499"/>
              </a:spcBef>
              <a:buClr>
                <a:srgbClr val="000000"/>
              </a:buClr>
              <a:buFont typeface="Arial"/>
              <a:buChar char="•"/>
            </a:pPr>
            <a:r>
              <a:rPr b="0" lang="de-DE" sz="2400" strike="noStrike" u="none">
                <a:solidFill>
                  <a:schemeClr val="dk1"/>
                </a:solidFill>
                <a:uFillTx/>
                <a:latin typeface="Calibri"/>
              </a:rPr>
              <a:t>redirectTo: auf anderen Pfad</a:t>
            </a:r>
            <a:endParaRPr b="0" lang="de-DE" sz="2400" strike="noStrike" u="none">
              <a:solidFill>
                <a:srgbClr val="000000"/>
              </a:solidFill>
              <a:uFillTx/>
              <a:latin typeface="Arial"/>
            </a:endParaRPr>
          </a:p>
          <a:p>
            <a:pPr lvl="1" marL="685800" indent="-228600" defTabSz="914400">
              <a:lnSpc>
                <a:spcPct val="90000"/>
              </a:lnSpc>
              <a:spcBef>
                <a:spcPts val="499"/>
              </a:spcBef>
              <a:buClr>
                <a:srgbClr val="000000"/>
              </a:buClr>
              <a:buFont typeface="Arial"/>
              <a:buChar char="•"/>
            </a:pPr>
            <a:r>
              <a:rPr b="0" lang="de-DE" sz="2400" strike="noStrike" u="none">
                <a:solidFill>
                  <a:schemeClr val="dk1"/>
                </a:solidFill>
                <a:uFillTx/>
                <a:latin typeface="Calibri"/>
              </a:rPr>
              <a:t>Achtung: Reihenfolge der Routen spielt eine Rolle,</a:t>
            </a:r>
            <a:endParaRPr b="0" lang="de-DE" sz="2400" strike="noStrike" u="none">
              <a:solidFill>
                <a:srgbClr val="000000"/>
              </a:solidFill>
              <a:uFillTx/>
              <a:latin typeface="Arial"/>
            </a:endParaRPr>
          </a:p>
          <a:p>
            <a:pPr lvl="2" marL="1143000" indent="-228600" defTabSz="914400">
              <a:lnSpc>
                <a:spcPct val="90000"/>
              </a:lnSpc>
              <a:spcBef>
                <a:spcPts val="499"/>
              </a:spcBef>
              <a:buClr>
                <a:srgbClr val="000000"/>
              </a:buClr>
              <a:buFont typeface="Arial"/>
              <a:buChar char="•"/>
            </a:pPr>
            <a:r>
              <a:rPr b="1" lang="de-DE" sz="2000" strike="noStrike" u="none">
                <a:solidFill>
                  <a:schemeClr val="dk1"/>
                </a:solidFill>
                <a:uFillTx/>
                <a:latin typeface="Calibri"/>
              </a:rPr>
              <a:t> </a:t>
            </a:r>
            <a:r>
              <a:rPr b="1" lang="de-DE" sz="2000" strike="noStrike" u="none">
                <a:solidFill>
                  <a:schemeClr val="dk1"/>
                </a:solidFill>
                <a:uFillTx/>
                <a:latin typeface="Calibri"/>
              </a:rPr>
              <a:t>Fallback als Letzte</a:t>
            </a:r>
            <a:endParaRPr b="0" lang="de-DE" sz="2000" strike="noStrike" u="none">
              <a:solidFill>
                <a:srgbClr val="000000"/>
              </a:solidFill>
              <a:uFillTx/>
              <a:latin typeface="Arial"/>
            </a:endParaRPr>
          </a:p>
          <a:p>
            <a:pPr indent="0" defTabSz="914400">
              <a:lnSpc>
                <a:spcPct val="90000"/>
              </a:lnSpc>
              <a:spcBef>
                <a:spcPts val="1001"/>
              </a:spcBef>
              <a:buNone/>
              <a:tabLst>
                <a:tab algn="l" pos="0"/>
              </a:tabLst>
            </a:pPr>
            <a:br>
              <a:rPr sz="2800"/>
            </a:br>
            <a:endParaRPr b="0" lang="de-DE" sz="2800" strike="noStrike" u="none">
              <a:solidFill>
                <a:srgbClr val="000000"/>
              </a:solidFill>
              <a:uFillTx/>
              <a:latin typeface="Arial"/>
            </a:endParaRPr>
          </a:p>
          <a:p>
            <a:pPr indent="0" defTabSz="914400">
              <a:lnSpc>
                <a:spcPct val="90000"/>
              </a:lnSpc>
              <a:spcBef>
                <a:spcPts val="1001"/>
              </a:spcBef>
              <a:buNone/>
              <a:tabLst>
                <a:tab algn="l" pos="0"/>
              </a:tabLst>
            </a:pPr>
            <a:endParaRPr b="0" lang="de-DE" sz="2800" strike="noStrike" u="none">
              <a:solidFill>
                <a:srgbClr val="000000"/>
              </a:solidFill>
              <a:uFillTx/>
              <a:latin typeface="Arial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200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15" name="PlaceHolder 1"/>
          <p:cNvSpPr>
            <a:spLocks noGrp="1"/>
          </p:cNvSpPr>
          <p:nvPr>
            <p:ph type="title"/>
          </p:nvPr>
        </p:nvSpPr>
        <p:spPr>
          <a:xfrm>
            <a:off x="838080" y="365040"/>
            <a:ext cx="10514520" cy="132444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ctr">
            <a:noAutofit/>
          </a:bodyPr>
          <a:p>
            <a:pPr indent="0" defTabSz="914400">
              <a:lnSpc>
                <a:spcPct val="90000"/>
              </a:lnSpc>
              <a:buNone/>
              <a:tabLst>
                <a:tab algn="l" pos="0"/>
              </a:tabLst>
            </a:pPr>
            <a:r>
              <a:rPr b="0" lang="de-DE" sz="4400" strike="noStrike" u="none">
                <a:solidFill>
                  <a:schemeClr val="dk1"/>
                </a:solidFill>
                <a:uFillTx/>
                <a:latin typeface="Calibri Light"/>
              </a:rPr>
              <a:t>Routenkonfiguration</a:t>
            </a:r>
            <a:endParaRPr b="0" lang="de-DE" sz="4400" strike="noStrike" u="none">
              <a:solidFill>
                <a:srgbClr val="000000"/>
              </a:solidFill>
              <a:uFillTx/>
              <a:latin typeface="Arial"/>
            </a:endParaRPr>
          </a:p>
        </p:txBody>
      </p:sp>
      <p:sp>
        <p:nvSpPr>
          <p:cNvPr id="1016" name="PlaceHolder 2"/>
          <p:cNvSpPr>
            <a:spLocks noGrp="1"/>
          </p:cNvSpPr>
          <p:nvPr>
            <p:ph/>
          </p:nvPr>
        </p:nvSpPr>
        <p:spPr>
          <a:xfrm>
            <a:off x="838080" y="1825560"/>
            <a:ext cx="10514520" cy="435024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t">
            <a:noAutofit/>
          </a:bodyPr>
          <a:p>
            <a:pPr marL="228600" indent="-228600" defTabSz="914400">
              <a:lnSpc>
                <a:spcPct val="90000"/>
              </a:lnSpc>
              <a:spcBef>
                <a:spcPts val="1001"/>
              </a:spcBef>
              <a:buClr>
                <a:srgbClr val="000000"/>
              </a:buClr>
              <a:buFont typeface="Arial"/>
              <a:buChar char="•"/>
            </a:pPr>
            <a:r>
              <a:rPr b="0" lang="de-DE" sz="2800" strike="noStrike" u="none">
                <a:solidFill>
                  <a:schemeClr val="dk1"/>
                </a:solidFill>
                <a:uFillTx/>
                <a:latin typeface="Calibri"/>
              </a:rPr>
              <a:t>Wird verwendet um Provider für Router Service zu erzeugen</a:t>
            </a:r>
            <a:endParaRPr b="0" lang="de-DE" sz="2800" strike="noStrike" u="none">
              <a:solidFill>
                <a:srgbClr val="000000"/>
              </a:solidFill>
              <a:uFillTx/>
              <a:latin typeface="Arial"/>
            </a:endParaRPr>
          </a:p>
          <a:p>
            <a:pPr marL="228600" indent="-228600" defTabSz="914400">
              <a:lnSpc>
                <a:spcPct val="90000"/>
              </a:lnSpc>
              <a:spcBef>
                <a:spcPts val="1001"/>
              </a:spcBef>
              <a:buClr>
                <a:srgbClr val="000000"/>
              </a:buClr>
              <a:buFont typeface="Arial"/>
              <a:buChar char="•"/>
            </a:pPr>
            <a:r>
              <a:rPr b="0" lang="de-DE" sz="2800" strike="noStrike" u="none">
                <a:solidFill>
                  <a:schemeClr val="dk1"/>
                </a:solidFill>
                <a:uFillTx/>
                <a:latin typeface="Calibri"/>
              </a:rPr>
              <a:t>Provider wird von RouterModule bereitgestellt</a:t>
            </a:r>
            <a:endParaRPr b="0" lang="de-DE" sz="2800" strike="noStrike" u="none">
              <a:solidFill>
                <a:srgbClr val="000000"/>
              </a:solidFill>
              <a:uFillTx/>
              <a:latin typeface="Arial"/>
            </a:endParaRPr>
          </a:p>
          <a:p>
            <a:pPr lvl="1" marL="685800" indent="-228600" defTabSz="914400">
              <a:lnSpc>
                <a:spcPct val="90000"/>
              </a:lnSpc>
              <a:spcBef>
                <a:spcPts val="499"/>
              </a:spcBef>
              <a:buClr>
                <a:srgbClr val="000000"/>
              </a:buClr>
              <a:buFont typeface="Arial"/>
              <a:buChar char="•"/>
            </a:pPr>
            <a:r>
              <a:rPr b="0" lang="de-DE" sz="2400" strike="noStrike" u="none">
                <a:solidFill>
                  <a:schemeClr val="dk1"/>
                </a:solidFill>
                <a:uFillTx/>
                <a:latin typeface="Calibri"/>
              </a:rPr>
              <a:t>RouterModule muss in AppModule importiert werden</a:t>
            </a:r>
            <a:endParaRPr b="0" lang="de-DE" sz="2400" strike="noStrike" u="none">
              <a:solidFill>
                <a:srgbClr val="000000"/>
              </a:solidFill>
              <a:uFillTx/>
              <a:latin typeface="Arial"/>
            </a:endParaRPr>
          </a:p>
          <a:p>
            <a:pPr lvl="1" marL="685800" indent="-228600" defTabSz="914400">
              <a:lnSpc>
                <a:spcPct val="90000"/>
              </a:lnSpc>
              <a:spcBef>
                <a:spcPts val="499"/>
              </a:spcBef>
              <a:buClr>
                <a:srgbClr val="000000"/>
              </a:buClr>
              <a:buFont typeface="Arial"/>
              <a:buChar char="•"/>
            </a:pPr>
            <a:r>
              <a:rPr b="0" lang="de-DE" sz="2400" strike="noStrike" u="none">
                <a:solidFill>
                  <a:schemeClr val="dk1"/>
                </a:solidFill>
                <a:uFillTx/>
                <a:latin typeface="Calibri"/>
              </a:rPr>
              <a:t>forRoot darf nur einmal im AppModule verwendet werden</a:t>
            </a:r>
            <a:endParaRPr b="0" lang="de-DE" sz="2400" strike="noStrike" u="none">
              <a:solidFill>
                <a:srgbClr val="000000"/>
              </a:solidFill>
              <a:uFillTx/>
              <a:latin typeface="Arial"/>
            </a:endParaRPr>
          </a:p>
          <a:p>
            <a:pPr lvl="1" marL="685800" indent="-228600" defTabSz="914400">
              <a:lnSpc>
                <a:spcPct val="90000"/>
              </a:lnSpc>
              <a:spcBef>
                <a:spcPts val="499"/>
              </a:spcBef>
              <a:buClr>
                <a:srgbClr val="000000"/>
              </a:buClr>
              <a:buFont typeface="Arial"/>
              <a:buChar char="•"/>
            </a:pPr>
            <a:r>
              <a:rPr b="0" lang="de-DE" sz="2400" strike="noStrike" u="none">
                <a:solidFill>
                  <a:schemeClr val="dk1"/>
                </a:solidFill>
                <a:uFillTx/>
                <a:latin typeface="Calibri"/>
              </a:rPr>
              <a:t>forChild nur bei Lazy-Loading</a:t>
            </a:r>
            <a:endParaRPr b="0" lang="de-DE" sz="2400" strike="noStrike" u="none">
              <a:solidFill>
                <a:srgbClr val="000000"/>
              </a:solidFill>
              <a:uFillTx/>
              <a:latin typeface="Arial"/>
            </a:endParaRPr>
          </a:p>
          <a:p>
            <a:pPr indent="0" defTabSz="914400">
              <a:lnSpc>
                <a:spcPct val="90000"/>
              </a:lnSpc>
              <a:spcBef>
                <a:spcPts val="1001"/>
              </a:spcBef>
              <a:buNone/>
              <a:tabLst>
                <a:tab algn="l" pos="0"/>
              </a:tabLst>
            </a:pPr>
            <a:endParaRPr b="0" lang="de-DE" sz="2800" strike="noStrike" u="none">
              <a:solidFill>
                <a:srgbClr val="000000"/>
              </a:solidFill>
              <a:uFillTx/>
              <a:latin typeface="Arial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201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17" name="PlaceHolder 1"/>
          <p:cNvSpPr>
            <a:spLocks noGrp="1"/>
          </p:cNvSpPr>
          <p:nvPr>
            <p:ph type="title"/>
          </p:nvPr>
        </p:nvSpPr>
        <p:spPr>
          <a:xfrm>
            <a:off x="838080" y="365040"/>
            <a:ext cx="10514520" cy="132444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ctr">
            <a:noAutofit/>
          </a:bodyPr>
          <a:p>
            <a:pPr indent="0" defTabSz="914400">
              <a:lnSpc>
                <a:spcPct val="90000"/>
              </a:lnSpc>
              <a:buNone/>
              <a:tabLst>
                <a:tab algn="l" pos="0"/>
              </a:tabLst>
            </a:pPr>
            <a:r>
              <a:rPr b="0" lang="de-DE" sz="4400" strike="noStrike" u="none">
                <a:solidFill>
                  <a:schemeClr val="dk1"/>
                </a:solidFill>
                <a:uFillTx/>
                <a:latin typeface="Calibri Light"/>
              </a:rPr>
              <a:t>Beispiel: Routen-Definition</a:t>
            </a:r>
            <a:endParaRPr b="0" lang="de-DE" sz="4400" strike="noStrike" u="none">
              <a:solidFill>
                <a:srgbClr val="000000"/>
              </a:solidFill>
              <a:uFillTx/>
              <a:latin typeface="Arial"/>
            </a:endParaRPr>
          </a:p>
        </p:txBody>
      </p:sp>
      <p:sp>
        <p:nvSpPr>
          <p:cNvPr id="1018" name="PlaceHolder 2"/>
          <p:cNvSpPr>
            <a:spLocks noGrp="1"/>
          </p:cNvSpPr>
          <p:nvPr>
            <p:ph/>
          </p:nvPr>
        </p:nvSpPr>
        <p:spPr>
          <a:xfrm>
            <a:off x="838080" y="1825560"/>
            <a:ext cx="10514520" cy="435024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t">
            <a:normAutofit fontScale="55000" lnSpcReduction="19999"/>
          </a:bodyPr>
          <a:p>
            <a:pPr indent="0" defTabSz="914400">
              <a:lnSpc>
                <a:spcPct val="90000"/>
              </a:lnSpc>
              <a:spcBef>
                <a:spcPts val="1001"/>
              </a:spcBef>
              <a:buNone/>
              <a:tabLst>
                <a:tab algn="l" pos="0"/>
              </a:tabLst>
            </a:pPr>
            <a:r>
              <a:rPr b="0" lang="de-DE" sz="2800" strike="noStrike" u="none">
                <a:solidFill>
                  <a:schemeClr val="dk1"/>
                </a:solidFill>
                <a:uFillTx/>
                <a:latin typeface="Courier New"/>
              </a:rPr>
              <a:t>const appRoutes: Routes = [</a:t>
            </a:r>
            <a:endParaRPr b="0" lang="de-DE" sz="2800" strike="noStrike" u="none">
              <a:solidFill>
                <a:srgbClr val="000000"/>
              </a:solidFill>
              <a:uFillTx/>
              <a:latin typeface="Arial"/>
            </a:endParaRPr>
          </a:p>
          <a:p>
            <a:pPr indent="0" defTabSz="914400">
              <a:lnSpc>
                <a:spcPct val="90000"/>
              </a:lnSpc>
              <a:spcBef>
                <a:spcPts val="1001"/>
              </a:spcBef>
              <a:buNone/>
              <a:tabLst>
                <a:tab algn="l" pos="0"/>
              </a:tabLst>
            </a:pPr>
            <a:r>
              <a:rPr b="0" lang="de-DE" sz="2800" strike="noStrike" u="none">
                <a:solidFill>
                  <a:schemeClr val="dk1"/>
                </a:solidFill>
                <a:uFillTx/>
                <a:latin typeface="Courier New"/>
              </a:rPr>
              <a:t>  </a:t>
            </a:r>
            <a:r>
              <a:rPr b="0" lang="de-DE" sz="2800" strike="noStrike" u="none">
                <a:solidFill>
                  <a:schemeClr val="dk1"/>
                </a:solidFill>
                <a:uFillTx/>
                <a:latin typeface="Courier New"/>
              </a:rPr>
              <a:t>{ path: 'path1', component: Component1},</a:t>
            </a:r>
            <a:endParaRPr b="0" lang="de-DE" sz="2800" strike="noStrike" u="none">
              <a:solidFill>
                <a:srgbClr val="000000"/>
              </a:solidFill>
              <a:uFillTx/>
              <a:latin typeface="Arial"/>
            </a:endParaRPr>
          </a:p>
          <a:p>
            <a:pPr indent="0" defTabSz="914400">
              <a:lnSpc>
                <a:spcPct val="90000"/>
              </a:lnSpc>
              <a:spcBef>
                <a:spcPts val="1001"/>
              </a:spcBef>
              <a:buNone/>
              <a:tabLst>
                <a:tab algn="l" pos="0"/>
              </a:tabLst>
            </a:pPr>
            <a:r>
              <a:rPr b="0" lang="de-DE" sz="2800" strike="noStrike" u="none">
                <a:solidFill>
                  <a:schemeClr val="dk1"/>
                </a:solidFill>
                <a:uFillTx/>
                <a:latin typeface="Courier New"/>
              </a:rPr>
              <a:t>  </a:t>
            </a:r>
            <a:r>
              <a:rPr b="0" lang="de-DE" sz="2800" strike="noStrike" u="none">
                <a:solidFill>
                  <a:schemeClr val="dk1"/>
                </a:solidFill>
                <a:uFillTx/>
                <a:latin typeface="Courier New"/>
              </a:rPr>
              <a:t>{ path: ' ',  redirectTo: '/index', pathMatch: 'full'},</a:t>
            </a:r>
            <a:endParaRPr b="0" lang="de-DE" sz="2800" strike="noStrike" u="none">
              <a:solidFill>
                <a:srgbClr val="000000"/>
              </a:solidFill>
              <a:uFillTx/>
              <a:latin typeface="Arial"/>
            </a:endParaRPr>
          </a:p>
          <a:p>
            <a:pPr indent="0" defTabSz="914400">
              <a:lnSpc>
                <a:spcPct val="90000"/>
              </a:lnSpc>
              <a:spcBef>
                <a:spcPts val="1001"/>
              </a:spcBef>
              <a:buNone/>
              <a:tabLst>
                <a:tab algn="l" pos="0"/>
              </a:tabLst>
            </a:pPr>
            <a:r>
              <a:rPr b="0" lang="de-DE" sz="2800" strike="noStrike" u="none">
                <a:solidFill>
                  <a:schemeClr val="dk1"/>
                </a:solidFill>
                <a:uFillTx/>
                <a:latin typeface="Courier New"/>
              </a:rPr>
              <a:t>  </a:t>
            </a:r>
            <a:r>
              <a:rPr b="0" lang="de-DE" sz="2800" strike="noStrike" u="none">
                <a:solidFill>
                  <a:schemeClr val="dk1"/>
                </a:solidFill>
                <a:uFillTx/>
                <a:latin typeface="Courier New"/>
              </a:rPr>
              <a:t>{ path: '**', component: PageNotFoundComponent }</a:t>
            </a:r>
            <a:endParaRPr b="0" lang="de-DE" sz="2800" strike="noStrike" u="none">
              <a:solidFill>
                <a:srgbClr val="000000"/>
              </a:solidFill>
              <a:uFillTx/>
              <a:latin typeface="Arial"/>
            </a:endParaRPr>
          </a:p>
          <a:p>
            <a:pPr indent="0" defTabSz="914400">
              <a:lnSpc>
                <a:spcPct val="90000"/>
              </a:lnSpc>
              <a:spcBef>
                <a:spcPts val="1001"/>
              </a:spcBef>
              <a:buNone/>
              <a:tabLst>
                <a:tab algn="l" pos="0"/>
              </a:tabLst>
            </a:pPr>
            <a:r>
              <a:rPr b="0" lang="de-DE" sz="2800" strike="noStrike" u="none">
                <a:solidFill>
                  <a:schemeClr val="dk1"/>
                </a:solidFill>
                <a:uFillTx/>
                <a:latin typeface="Courier New"/>
              </a:rPr>
              <a:t>];</a:t>
            </a:r>
            <a:endParaRPr b="0" lang="de-DE" sz="2800" strike="noStrike" u="none">
              <a:solidFill>
                <a:srgbClr val="000000"/>
              </a:solidFill>
              <a:uFillTx/>
              <a:latin typeface="Arial"/>
            </a:endParaRPr>
          </a:p>
          <a:p>
            <a:pPr indent="0" defTabSz="914400">
              <a:lnSpc>
                <a:spcPct val="90000"/>
              </a:lnSpc>
              <a:spcBef>
                <a:spcPts val="1001"/>
              </a:spcBef>
              <a:buNone/>
              <a:tabLst>
                <a:tab algn="l" pos="0"/>
              </a:tabLst>
            </a:pPr>
            <a:r>
              <a:rPr b="0" lang="de-DE" sz="2800" strike="noStrike" u="none">
                <a:solidFill>
                  <a:schemeClr val="dk1"/>
                </a:solidFill>
                <a:uFillTx/>
                <a:latin typeface="Courier New"/>
              </a:rPr>
              <a:t>@NgModule({</a:t>
            </a:r>
            <a:endParaRPr b="0" lang="de-DE" sz="2800" strike="noStrike" u="none">
              <a:solidFill>
                <a:srgbClr val="000000"/>
              </a:solidFill>
              <a:uFillTx/>
              <a:latin typeface="Arial"/>
            </a:endParaRPr>
          </a:p>
          <a:p>
            <a:pPr indent="0" defTabSz="914400">
              <a:lnSpc>
                <a:spcPct val="90000"/>
              </a:lnSpc>
              <a:spcBef>
                <a:spcPts val="1001"/>
              </a:spcBef>
              <a:buNone/>
              <a:tabLst>
                <a:tab algn="l" pos="0"/>
              </a:tabLst>
            </a:pPr>
            <a:r>
              <a:rPr b="0" lang="de-DE" sz="2800" strike="noStrike" u="none">
                <a:solidFill>
                  <a:schemeClr val="dk1"/>
                </a:solidFill>
                <a:uFillTx/>
                <a:latin typeface="Courier New"/>
              </a:rPr>
              <a:t>  </a:t>
            </a:r>
            <a:r>
              <a:rPr b="0" lang="de-DE" sz="2800" strike="noStrike" u="none">
                <a:solidFill>
                  <a:schemeClr val="dk1"/>
                </a:solidFill>
                <a:uFillTx/>
                <a:latin typeface="Courier New"/>
              </a:rPr>
              <a:t>imports: [</a:t>
            </a:r>
            <a:endParaRPr b="0" lang="de-DE" sz="2800" strike="noStrike" u="none">
              <a:solidFill>
                <a:srgbClr val="000000"/>
              </a:solidFill>
              <a:uFillTx/>
              <a:latin typeface="Arial"/>
            </a:endParaRPr>
          </a:p>
          <a:p>
            <a:pPr indent="0" defTabSz="914400">
              <a:lnSpc>
                <a:spcPct val="90000"/>
              </a:lnSpc>
              <a:spcBef>
                <a:spcPts val="1001"/>
              </a:spcBef>
              <a:buNone/>
              <a:tabLst>
                <a:tab algn="l" pos="0"/>
              </a:tabLst>
            </a:pPr>
            <a:r>
              <a:rPr b="0" lang="de-DE" sz="2800" strike="noStrike" u="none">
                <a:solidFill>
                  <a:schemeClr val="dk1"/>
                </a:solidFill>
                <a:uFillTx/>
                <a:latin typeface="Courier New"/>
              </a:rPr>
              <a:t>    </a:t>
            </a:r>
            <a:r>
              <a:rPr b="0" lang="de-DE" sz="2800" strike="noStrike" u="none">
                <a:solidFill>
                  <a:schemeClr val="dk1"/>
                </a:solidFill>
                <a:uFillTx/>
                <a:latin typeface="Courier New"/>
              </a:rPr>
              <a:t>RouterModule.forRoot(</a:t>
            </a:r>
            <a:endParaRPr b="0" lang="de-DE" sz="2800" strike="noStrike" u="none">
              <a:solidFill>
                <a:srgbClr val="000000"/>
              </a:solidFill>
              <a:uFillTx/>
              <a:latin typeface="Arial"/>
            </a:endParaRPr>
          </a:p>
          <a:p>
            <a:pPr indent="0" defTabSz="914400">
              <a:lnSpc>
                <a:spcPct val="90000"/>
              </a:lnSpc>
              <a:spcBef>
                <a:spcPts val="1001"/>
              </a:spcBef>
              <a:buNone/>
              <a:tabLst>
                <a:tab algn="l" pos="0"/>
              </a:tabLst>
            </a:pPr>
            <a:r>
              <a:rPr b="0" lang="de-DE" sz="2800" strike="noStrike" u="none">
                <a:solidFill>
                  <a:schemeClr val="dk1"/>
                </a:solidFill>
                <a:uFillTx/>
                <a:latin typeface="Courier New"/>
              </a:rPr>
              <a:t>      </a:t>
            </a:r>
            <a:r>
              <a:rPr b="0" lang="de-DE" sz="2800" strike="noStrike" u="none">
                <a:solidFill>
                  <a:schemeClr val="dk1"/>
                </a:solidFill>
                <a:uFillTx/>
                <a:latin typeface="Courier New"/>
              </a:rPr>
              <a:t>appRoutes,</a:t>
            </a:r>
            <a:endParaRPr b="0" lang="de-DE" sz="2800" strike="noStrike" u="none">
              <a:solidFill>
                <a:srgbClr val="000000"/>
              </a:solidFill>
              <a:uFillTx/>
              <a:latin typeface="Arial"/>
            </a:endParaRPr>
          </a:p>
          <a:p>
            <a:pPr indent="0" defTabSz="914400">
              <a:lnSpc>
                <a:spcPct val="90000"/>
              </a:lnSpc>
              <a:spcBef>
                <a:spcPts val="1001"/>
              </a:spcBef>
              <a:buNone/>
              <a:tabLst>
                <a:tab algn="l" pos="0"/>
              </a:tabLst>
            </a:pPr>
            <a:r>
              <a:rPr b="0" lang="de-DE" sz="2800" strike="noStrike" u="none">
                <a:solidFill>
                  <a:schemeClr val="dk1"/>
                </a:solidFill>
                <a:uFillTx/>
                <a:latin typeface="Courier New"/>
              </a:rPr>
              <a:t>      </a:t>
            </a:r>
            <a:r>
              <a:rPr b="0" lang="de-DE" sz="2800" strike="noStrike" u="none">
                <a:solidFill>
                  <a:schemeClr val="dk1"/>
                </a:solidFill>
                <a:uFillTx/>
                <a:latin typeface="Courier New"/>
              </a:rPr>
              <a:t>{ enableTracing: true } // &lt;-- debugging purposes only</a:t>
            </a:r>
            <a:endParaRPr b="0" lang="de-DE" sz="2800" strike="noStrike" u="none">
              <a:solidFill>
                <a:srgbClr val="000000"/>
              </a:solidFill>
              <a:uFillTx/>
              <a:latin typeface="Arial"/>
            </a:endParaRPr>
          </a:p>
          <a:p>
            <a:pPr indent="0" defTabSz="914400">
              <a:lnSpc>
                <a:spcPct val="90000"/>
              </a:lnSpc>
              <a:spcBef>
                <a:spcPts val="1001"/>
              </a:spcBef>
              <a:buNone/>
              <a:tabLst>
                <a:tab algn="l" pos="0"/>
              </a:tabLst>
            </a:pPr>
            <a:r>
              <a:rPr b="0" lang="de-DE" sz="2800" strike="noStrike" u="none">
                <a:solidFill>
                  <a:schemeClr val="dk1"/>
                </a:solidFill>
                <a:uFillTx/>
                <a:latin typeface="Courier New"/>
              </a:rPr>
              <a:t>    </a:t>
            </a:r>
            <a:r>
              <a:rPr b="0" lang="de-DE" sz="2800" strike="noStrike" u="none">
                <a:solidFill>
                  <a:schemeClr val="dk1"/>
                </a:solidFill>
                <a:uFillTx/>
                <a:latin typeface="Courier New"/>
              </a:rPr>
              <a:t>)</a:t>
            </a:r>
            <a:endParaRPr b="0" lang="de-DE" sz="2800" strike="noStrike" u="none">
              <a:solidFill>
                <a:srgbClr val="000000"/>
              </a:solidFill>
              <a:uFillTx/>
              <a:latin typeface="Arial"/>
            </a:endParaRPr>
          </a:p>
          <a:p>
            <a:pPr indent="0" defTabSz="914400">
              <a:lnSpc>
                <a:spcPct val="90000"/>
              </a:lnSpc>
              <a:spcBef>
                <a:spcPts val="1001"/>
              </a:spcBef>
              <a:buNone/>
              <a:tabLst>
                <a:tab algn="l" pos="0"/>
              </a:tabLst>
            </a:pPr>
            <a:r>
              <a:rPr b="0" lang="de-DE" sz="2800" strike="noStrike" u="none">
                <a:solidFill>
                  <a:schemeClr val="dk1"/>
                </a:solidFill>
                <a:uFillTx/>
                <a:latin typeface="Courier New"/>
              </a:rPr>
              <a:t>],</a:t>
            </a:r>
            <a:endParaRPr b="0" lang="de-DE" sz="2800" strike="noStrike" u="none">
              <a:solidFill>
                <a:srgbClr val="000000"/>
              </a:solidFill>
              <a:uFillTx/>
              <a:latin typeface="Arial"/>
            </a:endParaRPr>
          </a:p>
          <a:p>
            <a:pPr indent="0" defTabSz="914400">
              <a:lnSpc>
                <a:spcPct val="90000"/>
              </a:lnSpc>
              <a:spcBef>
                <a:spcPts val="1001"/>
              </a:spcBef>
              <a:buNone/>
              <a:tabLst>
                <a:tab algn="l" pos="0"/>
              </a:tabLst>
            </a:pPr>
            <a:r>
              <a:rPr b="0" lang="de-DE" sz="2800" strike="noStrike" u="none">
                <a:solidFill>
                  <a:schemeClr val="dk1"/>
                </a:solidFill>
                <a:uFillTx/>
                <a:latin typeface="Courier New"/>
              </a:rPr>
              <a:t>  </a:t>
            </a:r>
            <a:r>
              <a:rPr b="0" lang="de-DE" sz="2800" strike="noStrike" u="none">
                <a:solidFill>
                  <a:schemeClr val="dk1"/>
                </a:solidFill>
                <a:uFillTx/>
                <a:latin typeface="Courier New"/>
              </a:rPr>
              <a:t>...</a:t>
            </a:r>
            <a:endParaRPr b="0" lang="de-DE" sz="2800" strike="noStrike" u="none">
              <a:solidFill>
                <a:srgbClr val="000000"/>
              </a:solidFill>
              <a:uFillTx/>
              <a:latin typeface="Arial"/>
            </a:endParaRPr>
          </a:p>
          <a:p>
            <a:pPr indent="0" defTabSz="914400">
              <a:lnSpc>
                <a:spcPct val="90000"/>
              </a:lnSpc>
              <a:spcBef>
                <a:spcPts val="1001"/>
              </a:spcBef>
              <a:buNone/>
              <a:tabLst>
                <a:tab algn="l" pos="0"/>
              </a:tabLst>
            </a:pPr>
            <a:r>
              <a:rPr b="0" lang="de-DE" sz="2800" strike="noStrike" u="none">
                <a:solidFill>
                  <a:schemeClr val="dk1"/>
                </a:solidFill>
                <a:uFillTx/>
                <a:latin typeface="Courier New"/>
              </a:rPr>
              <a:t>})</a:t>
            </a:r>
            <a:endParaRPr b="0" lang="de-DE" sz="2800" strike="noStrike" u="none">
              <a:solidFill>
                <a:srgbClr val="000000"/>
              </a:solidFill>
              <a:uFillTx/>
              <a:latin typeface="Arial"/>
            </a:endParaRPr>
          </a:p>
          <a:p>
            <a:pPr indent="0" defTabSz="914400">
              <a:lnSpc>
                <a:spcPct val="90000"/>
              </a:lnSpc>
              <a:spcBef>
                <a:spcPts val="1001"/>
              </a:spcBef>
              <a:buNone/>
              <a:tabLst>
                <a:tab algn="l" pos="0"/>
              </a:tabLst>
            </a:pPr>
            <a:r>
              <a:rPr b="0" lang="de-DE" sz="2800" strike="noStrike" u="none">
                <a:solidFill>
                  <a:schemeClr val="dk1"/>
                </a:solidFill>
                <a:uFillTx/>
                <a:latin typeface="Courier New"/>
              </a:rPr>
              <a:t>export class AppModule { }</a:t>
            </a:r>
            <a:endParaRPr b="0" lang="de-DE" sz="2800" strike="noStrike" u="none">
              <a:solidFill>
                <a:srgbClr val="000000"/>
              </a:solidFill>
              <a:uFillTx/>
              <a:latin typeface="Arial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202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19" name="PlaceHolder 1"/>
          <p:cNvSpPr>
            <a:spLocks noGrp="1"/>
          </p:cNvSpPr>
          <p:nvPr>
            <p:ph type="title"/>
          </p:nvPr>
        </p:nvSpPr>
        <p:spPr>
          <a:xfrm>
            <a:off x="838080" y="365040"/>
            <a:ext cx="10514520" cy="132444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ctr">
            <a:noAutofit/>
          </a:bodyPr>
          <a:p>
            <a:pPr indent="0" defTabSz="914400">
              <a:lnSpc>
                <a:spcPct val="90000"/>
              </a:lnSpc>
              <a:buNone/>
              <a:tabLst>
                <a:tab algn="l" pos="0"/>
              </a:tabLst>
            </a:pPr>
            <a:r>
              <a:rPr b="0" lang="de-DE" sz="4400" strike="noStrike" u="none">
                <a:solidFill>
                  <a:schemeClr val="dk1"/>
                </a:solidFill>
                <a:uFillTx/>
                <a:latin typeface="Calibri Light"/>
              </a:rPr>
              <a:t>Location-Strategy</a:t>
            </a:r>
            <a:endParaRPr b="0" lang="de-DE" sz="4400" strike="noStrike" u="none">
              <a:solidFill>
                <a:srgbClr val="000000"/>
              </a:solidFill>
              <a:uFillTx/>
              <a:latin typeface="Arial"/>
            </a:endParaRPr>
          </a:p>
        </p:txBody>
      </p:sp>
      <p:sp>
        <p:nvSpPr>
          <p:cNvPr id="1020" name="PlaceHolder 2"/>
          <p:cNvSpPr>
            <a:spLocks noGrp="1"/>
          </p:cNvSpPr>
          <p:nvPr>
            <p:ph/>
          </p:nvPr>
        </p:nvSpPr>
        <p:spPr>
          <a:xfrm>
            <a:off x="838080" y="1825560"/>
            <a:ext cx="10514520" cy="435024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t">
            <a:normAutofit fontScale="62500" lnSpcReduction="19999"/>
          </a:bodyPr>
          <a:p>
            <a:pPr marL="228600" indent="-228600" defTabSz="914400">
              <a:lnSpc>
                <a:spcPct val="90000"/>
              </a:lnSpc>
              <a:spcBef>
                <a:spcPts val="1001"/>
              </a:spcBef>
              <a:buClr>
                <a:srgbClr val="333333"/>
              </a:buClr>
              <a:buFont typeface="Arial"/>
              <a:buChar char="•"/>
            </a:pPr>
            <a:r>
              <a:rPr b="0" lang="de-DE" sz="2800" strike="noStrike" u="none">
                <a:solidFill>
                  <a:srgbClr val="333333"/>
                </a:solidFill>
                <a:uFillTx/>
                <a:latin typeface="Aller"/>
              </a:rPr>
              <a:t>LocationStrategy festlegen</a:t>
            </a:r>
            <a:endParaRPr b="0" lang="de-DE" sz="2800" strike="noStrike" u="none">
              <a:solidFill>
                <a:srgbClr val="000000"/>
              </a:solidFill>
              <a:uFillTx/>
              <a:latin typeface="Arial"/>
            </a:endParaRPr>
          </a:p>
          <a:p>
            <a:pPr lvl="1" marL="743040" indent="-285840" defTabSz="914400">
              <a:lnSpc>
                <a:spcPct val="90000"/>
              </a:lnSpc>
              <a:spcBef>
                <a:spcPts val="499"/>
              </a:spcBef>
              <a:buClr>
                <a:srgbClr val="333333"/>
              </a:buClr>
              <a:buFont typeface="Arial"/>
              <a:buChar char="•"/>
            </a:pPr>
            <a:r>
              <a:rPr b="0" lang="de-DE" sz="2400" strike="noStrike" u="none">
                <a:solidFill>
                  <a:srgbClr val="333333"/>
                </a:solidFill>
                <a:uFillTx/>
                <a:latin typeface="Aller"/>
              </a:rPr>
              <a:t>PathLocationStrategy </a:t>
            </a:r>
            <a:r>
              <a:rPr b="1" lang="de-DE" sz="2400" strike="noStrike" u="none">
                <a:solidFill>
                  <a:srgbClr val="333333"/>
                </a:solidFill>
                <a:uFillTx/>
                <a:latin typeface="Aller"/>
              </a:rPr>
              <a:t>(default)</a:t>
            </a:r>
            <a:endParaRPr b="0" lang="de-DE" sz="2400" strike="noStrike" u="none">
              <a:solidFill>
                <a:srgbClr val="000000"/>
              </a:solidFill>
              <a:uFillTx/>
              <a:latin typeface="Arial"/>
            </a:endParaRPr>
          </a:p>
          <a:p>
            <a:pPr lvl="2" marL="1143000" indent="-228600" defTabSz="914400">
              <a:lnSpc>
                <a:spcPct val="90000"/>
              </a:lnSpc>
              <a:spcBef>
                <a:spcPts val="499"/>
              </a:spcBef>
              <a:buClr>
                <a:srgbClr val="333333"/>
              </a:buClr>
              <a:buFont typeface="Arial"/>
              <a:buChar char="•"/>
            </a:pPr>
            <a:r>
              <a:rPr b="0" lang="de-DE" sz="2000" strike="noStrike" u="none">
                <a:solidFill>
                  <a:srgbClr val="333333"/>
                </a:solidFill>
                <a:uFillTx/>
                <a:latin typeface="Aller"/>
              </a:rPr>
              <a:t>Bessere SEO Indizierung</a:t>
            </a:r>
            <a:endParaRPr b="0" lang="de-DE" sz="2000" strike="noStrike" u="none">
              <a:solidFill>
                <a:srgbClr val="000000"/>
              </a:solidFill>
              <a:uFillTx/>
              <a:latin typeface="Arial"/>
            </a:endParaRPr>
          </a:p>
          <a:p>
            <a:pPr lvl="1" marL="743040" indent="-285840" defTabSz="914400">
              <a:lnSpc>
                <a:spcPct val="90000"/>
              </a:lnSpc>
              <a:spcBef>
                <a:spcPts val="499"/>
              </a:spcBef>
              <a:buClr>
                <a:srgbClr val="333333"/>
              </a:buClr>
              <a:buFont typeface="Arial"/>
              <a:buChar char="•"/>
            </a:pPr>
            <a:r>
              <a:rPr b="0" lang="de-DE" sz="2400" strike="noStrike" u="none">
                <a:solidFill>
                  <a:srgbClr val="333333"/>
                </a:solidFill>
                <a:uFillTx/>
                <a:latin typeface="Aller"/>
              </a:rPr>
              <a:t>HashLocationStrategy: </a:t>
            </a:r>
            <a:r>
              <a:rPr b="0" i="1" lang="de-DE" sz="2400" strike="noStrike" u="none">
                <a:solidFill>
                  <a:srgbClr val="333333"/>
                </a:solidFill>
                <a:uFillTx/>
                <a:latin typeface="Aller"/>
              </a:rPr>
              <a:t>default AngularJS 1</a:t>
            </a:r>
            <a:endParaRPr b="0" lang="de-DE" sz="2400" strike="noStrike" u="none">
              <a:solidFill>
                <a:srgbClr val="000000"/>
              </a:solidFill>
              <a:uFillTx/>
              <a:latin typeface="Arial"/>
            </a:endParaRPr>
          </a:p>
          <a:p>
            <a:pPr lvl="2" marL="1143000" indent="-228600" defTabSz="914400">
              <a:lnSpc>
                <a:spcPct val="90000"/>
              </a:lnSpc>
              <a:spcBef>
                <a:spcPts val="499"/>
              </a:spcBef>
              <a:buClr>
                <a:srgbClr val="333333"/>
              </a:buClr>
              <a:buFont typeface="Arial"/>
              <a:buChar char="•"/>
            </a:pPr>
            <a:r>
              <a:rPr b="0" lang="de-DE" sz="2000" strike="noStrike" u="none">
                <a:solidFill>
                  <a:srgbClr val="333333"/>
                </a:solidFill>
                <a:uFillTx/>
                <a:latin typeface="Aller"/>
              </a:rPr>
              <a:t>Simpler</a:t>
            </a:r>
            <a:endParaRPr b="0" lang="de-DE" sz="2000" strike="noStrike" u="none">
              <a:solidFill>
                <a:srgbClr val="000000"/>
              </a:solidFill>
              <a:uFillTx/>
              <a:latin typeface="Arial"/>
            </a:endParaRPr>
          </a:p>
          <a:p>
            <a:pPr marL="228600" indent="-228600" defTabSz="914400">
              <a:lnSpc>
                <a:spcPct val="90000"/>
              </a:lnSpc>
              <a:spcBef>
                <a:spcPts val="1001"/>
              </a:spcBef>
              <a:buClr>
                <a:srgbClr val="333333"/>
              </a:buClr>
              <a:buFont typeface="Arial"/>
              <a:buChar char="•"/>
            </a:pPr>
            <a:r>
              <a:rPr b="0" lang="de-DE" sz="2800" strike="noStrike" u="none">
                <a:solidFill>
                  <a:srgbClr val="333333"/>
                </a:solidFill>
                <a:uFillTx/>
                <a:latin typeface="Aller"/>
              </a:rPr>
              <a:t>Verwendung von </a:t>
            </a:r>
            <a:r>
              <a:rPr b="1" lang="de-DE" sz="2800" strike="noStrike" u="none">
                <a:solidFill>
                  <a:srgbClr val="333333"/>
                </a:solidFill>
                <a:uFillTx/>
                <a:latin typeface="Aller"/>
              </a:rPr>
              <a:t>PathLocationStrategy</a:t>
            </a:r>
            <a:endParaRPr b="0" lang="de-DE" sz="2800" strike="noStrike" u="none">
              <a:solidFill>
                <a:srgbClr val="000000"/>
              </a:solidFill>
              <a:uFillTx/>
              <a:latin typeface="Arial"/>
            </a:endParaRPr>
          </a:p>
          <a:p>
            <a:pPr lvl="1" marL="743040" indent="-285840" defTabSz="914400">
              <a:lnSpc>
                <a:spcPct val="90000"/>
              </a:lnSpc>
              <a:spcBef>
                <a:spcPts val="499"/>
              </a:spcBef>
              <a:buClr>
                <a:srgbClr val="333333"/>
              </a:buClr>
              <a:buFont typeface="Arial"/>
              <a:buChar char="•"/>
            </a:pPr>
            <a:r>
              <a:rPr b="0" lang="de-DE" sz="2400" strike="noStrike" u="none">
                <a:solidFill>
                  <a:srgbClr val="333333"/>
                </a:solidFill>
                <a:uFillTx/>
                <a:latin typeface="Aller"/>
              </a:rPr>
              <a:t>&lt;base href="."&gt; als erstes Element im head der index.html</a:t>
            </a:r>
            <a:endParaRPr b="0" lang="de-DE" sz="2400" strike="noStrike" u="none">
              <a:solidFill>
                <a:srgbClr val="000000"/>
              </a:solidFill>
              <a:uFillTx/>
              <a:latin typeface="Arial"/>
            </a:endParaRPr>
          </a:p>
          <a:p>
            <a:pPr indent="0" defTabSz="914400">
              <a:lnSpc>
                <a:spcPct val="90000"/>
              </a:lnSpc>
              <a:spcBef>
                <a:spcPts val="499"/>
              </a:spcBef>
              <a:buNone/>
              <a:tabLst>
                <a:tab algn="l" pos="0"/>
              </a:tabLst>
            </a:pPr>
            <a:endParaRPr b="0" lang="de-DE" sz="2400" strike="noStrike" u="none">
              <a:solidFill>
                <a:srgbClr val="000000"/>
              </a:solidFill>
              <a:uFillTx/>
              <a:latin typeface="Arial"/>
            </a:endParaRPr>
          </a:p>
          <a:p>
            <a:pPr indent="0" defTabSz="914400">
              <a:lnSpc>
                <a:spcPct val="90000"/>
              </a:lnSpc>
              <a:spcBef>
                <a:spcPts val="1001"/>
              </a:spcBef>
              <a:buNone/>
              <a:tabLst>
                <a:tab algn="l" pos="0"/>
              </a:tabLst>
            </a:pPr>
            <a:r>
              <a:rPr b="0" lang="de-DE" sz="2800" strike="noStrike" u="none">
                <a:solidFill>
                  <a:srgbClr val="1e347b"/>
                </a:solidFill>
                <a:uFillTx/>
                <a:latin typeface="SourceCodePro"/>
              </a:rPr>
              <a:t>import</a:t>
            </a:r>
            <a:r>
              <a:rPr b="0" lang="de-DE" sz="2800" strike="noStrike" u="none">
                <a:solidFill>
                  <a:srgbClr val="48484c"/>
                </a:solidFill>
                <a:uFillTx/>
                <a:latin typeface="SourceCodePro"/>
              </a:rPr>
              <a:t> </a:t>
            </a:r>
            <a:r>
              <a:rPr b="0" lang="de-DE" sz="2800" strike="noStrike" u="none">
                <a:solidFill>
                  <a:srgbClr val="93a1a1"/>
                </a:solidFill>
                <a:uFillTx/>
                <a:latin typeface="SourceCodePro"/>
              </a:rPr>
              <a:t>{</a:t>
            </a:r>
            <a:r>
              <a:rPr b="0" lang="de-DE" sz="2800" strike="noStrike" u="none">
                <a:solidFill>
                  <a:srgbClr val="48484c"/>
                </a:solidFill>
                <a:uFillTx/>
                <a:latin typeface="SourceCodePro"/>
              </a:rPr>
              <a:t> </a:t>
            </a:r>
            <a:r>
              <a:rPr b="0" lang="de-DE" sz="2800" strike="noStrike" u="none">
                <a:solidFill>
                  <a:srgbClr val="008080"/>
                </a:solidFill>
                <a:uFillTx/>
                <a:latin typeface="SourceCodePro"/>
              </a:rPr>
              <a:t>RouterModule</a:t>
            </a:r>
            <a:r>
              <a:rPr b="0" lang="de-DE" sz="2800" strike="noStrike" u="none">
                <a:solidFill>
                  <a:srgbClr val="48484c"/>
                </a:solidFill>
                <a:uFillTx/>
                <a:latin typeface="SourceCodePro"/>
              </a:rPr>
              <a:t> </a:t>
            </a:r>
            <a:r>
              <a:rPr b="0" lang="de-DE" sz="2800" strike="noStrike" u="none">
                <a:solidFill>
                  <a:srgbClr val="93a1a1"/>
                </a:solidFill>
                <a:uFillTx/>
                <a:latin typeface="SourceCodePro"/>
              </a:rPr>
              <a:t>}</a:t>
            </a:r>
            <a:r>
              <a:rPr b="0" lang="de-DE" sz="2800" strike="noStrike" u="none">
                <a:solidFill>
                  <a:srgbClr val="48484c"/>
                </a:solidFill>
                <a:uFillTx/>
                <a:latin typeface="SourceCodePro"/>
              </a:rPr>
              <a:t> </a:t>
            </a:r>
            <a:r>
              <a:rPr b="0" lang="de-DE" sz="2800" strike="noStrike" u="none">
                <a:solidFill>
                  <a:srgbClr val="1e347b"/>
                </a:solidFill>
                <a:uFillTx/>
                <a:latin typeface="SourceCodePro"/>
              </a:rPr>
              <a:t>from</a:t>
            </a:r>
            <a:r>
              <a:rPr b="0" lang="de-DE" sz="2800" strike="noStrike" u="none">
                <a:solidFill>
                  <a:srgbClr val="48484c"/>
                </a:solidFill>
                <a:uFillTx/>
                <a:latin typeface="SourceCodePro"/>
              </a:rPr>
              <a:t> </a:t>
            </a:r>
            <a:r>
              <a:rPr b="0" lang="de-DE" sz="2800" strike="noStrike" u="none">
                <a:solidFill>
                  <a:srgbClr val="dd1144"/>
                </a:solidFill>
                <a:uFillTx/>
                <a:latin typeface="SourceCodePro"/>
              </a:rPr>
              <a:t>'@angular/router'</a:t>
            </a:r>
            <a:r>
              <a:rPr b="0" lang="de-DE" sz="2800" strike="noStrike" u="none">
                <a:solidFill>
                  <a:srgbClr val="93a1a1"/>
                </a:solidFill>
                <a:uFillTx/>
                <a:latin typeface="SourceCodePro"/>
              </a:rPr>
              <a:t>;</a:t>
            </a:r>
            <a:endParaRPr b="0" lang="de-DE" sz="2800" strike="noStrike" u="none">
              <a:solidFill>
                <a:srgbClr val="000000"/>
              </a:solidFill>
              <a:uFillTx/>
              <a:latin typeface="Arial"/>
            </a:endParaRPr>
          </a:p>
          <a:p>
            <a:pPr indent="0" defTabSz="914400">
              <a:lnSpc>
                <a:spcPct val="90000"/>
              </a:lnSpc>
              <a:spcBef>
                <a:spcPts val="1001"/>
              </a:spcBef>
              <a:buNone/>
              <a:tabLst>
                <a:tab algn="l" pos="0"/>
              </a:tabLst>
            </a:pPr>
            <a:r>
              <a:rPr b="0" lang="de-DE" sz="2800" strike="noStrike" u="none">
                <a:solidFill>
                  <a:srgbClr val="1e347b"/>
                </a:solidFill>
                <a:uFillTx/>
                <a:latin typeface="SourceCodePro"/>
              </a:rPr>
              <a:t>import</a:t>
            </a:r>
            <a:r>
              <a:rPr b="0" lang="de-DE" sz="2800" strike="noStrike" u="none">
                <a:solidFill>
                  <a:srgbClr val="48484c"/>
                </a:solidFill>
                <a:uFillTx/>
                <a:latin typeface="SourceCodePro"/>
              </a:rPr>
              <a:t> </a:t>
            </a:r>
            <a:r>
              <a:rPr b="0" lang="de-DE" sz="2800" strike="noStrike" u="none">
                <a:solidFill>
                  <a:srgbClr val="93a1a1"/>
                </a:solidFill>
                <a:uFillTx/>
                <a:latin typeface="SourceCodePro"/>
              </a:rPr>
              <a:t>{</a:t>
            </a:r>
            <a:r>
              <a:rPr b="0" lang="de-DE" sz="2800" strike="noStrike" u="none">
                <a:solidFill>
                  <a:srgbClr val="48484c"/>
                </a:solidFill>
                <a:uFillTx/>
                <a:latin typeface="SourceCodePro"/>
              </a:rPr>
              <a:t> routes </a:t>
            </a:r>
            <a:r>
              <a:rPr b="0" lang="de-DE" sz="2800" strike="noStrike" u="none">
                <a:solidFill>
                  <a:srgbClr val="93a1a1"/>
                </a:solidFill>
                <a:uFillTx/>
                <a:latin typeface="SourceCodePro"/>
              </a:rPr>
              <a:t>}</a:t>
            </a:r>
            <a:r>
              <a:rPr b="0" lang="de-DE" sz="2800" strike="noStrike" u="none">
                <a:solidFill>
                  <a:srgbClr val="48484c"/>
                </a:solidFill>
                <a:uFillTx/>
                <a:latin typeface="SourceCodePro"/>
              </a:rPr>
              <a:t> </a:t>
            </a:r>
            <a:r>
              <a:rPr b="0" lang="de-DE" sz="2800" strike="noStrike" u="none">
                <a:solidFill>
                  <a:srgbClr val="1e347b"/>
                </a:solidFill>
                <a:uFillTx/>
                <a:latin typeface="SourceCodePro"/>
              </a:rPr>
              <a:t>from</a:t>
            </a:r>
            <a:r>
              <a:rPr b="0" lang="de-DE" sz="2800" strike="noStrike" u="none">
                <a:solidFill>
                  <a:srgbClr val="48484c"/>
                </a:solidFill>
                <a:uFillTx/>
                <a:latin typeface="SourceCodePro"/>
              </a:rPr>
              <a:t> </a:t>
            </a:r>
            <a:r>
              <a:rPr b="0" lang="de-DE" sz="2800" strike="noStrike" u="none">
                <a:solidFill>
                  <a:srgbClr val="dd1144"/>
                </a:solidFill>
                <a:uFillTx/>
                <a:latin typeface="SourceCodePro"/>
              </a:rPr>
              <a:t>'./app/app.routes'</a:t>
            </a:r>
            <a:r>
              <a:rPr b="0" lang="de-DE" sz="2800" strike="noStrike" u="none">
                <a:solidFill>
                  <a:srgbClr val="93a1a1"/>
                </a:solidFill>
                <a:uFillTx/>
                <a:latin typeface="SourceCodePro"/>
              </a:rPr>
              <a:t>;</a:t>
            </a:r>
            <a:endParaRPr b="0" lang="de-DE" sz="2800" strike="noStrike" u="none">
              <a:solidFill>
                <a:srgbClr val="000000"/>
              </a:solidFill>
              <a:uFillTx/>
              <a:latin typeface="Arial"/>
            </a:endParaRPr>
          </a:p>
          <a:p>
            <a:pPr indent="0" defTabSz="914400">
              <a:lnSpc>
                <a:spcPct val="90000"/>
              </a:lnSpc>
              <a:spcBef>
                <a:spcPts val="1001"/>
              </a:spcBef>
              <a:buNone/>
              <a:tabLst>
                <a:tab algn="l" pos="0"/>
              </a:tabLst>
            </a:pPr>
            <a:r>
              <a:rPr b="0" lang="de-DE" sz="2800" strike="noStrike" u="none">
                <a:solidFill>
                  <a:srgbClr val="48484c"/>
                </a:solidFill>
                <a:uFillTx/>
                <a:latin typeface="SourceCodePro"/>
              </a:rPr>
              <a:t> </a:t>
            </a:r>
            <a:endParaRPr b="0" lang="de-DE" sz="2800" strike="noStrike" u="none">
              <a:solidFill>
                <a:srgbClr val="000000"/>
              </a:solidFill>
              <a:uFillTx/>
              <a:latin typeface="Arial"/>
            </a:endParaRPr>
          </a:p>
          <a:p>
            <a:pPr indent="0" defTabSz="914400">
              <a:lnSpc>
                <a:spcPct val="90000"/>
              </a:lnSpc>
              <a:spcBef>
                <a:spcPts val="1001"/>
              </a:spcBef>
              <a:buNone/>
              <a:tabLst>
                <a:tab algn="l" pos="0"/>
              </a:tabLst>
            </a:pPr>
            <a:r>
              <a:rPr b="0" lang="de-DE" sz="2800" strike="noStrike" u="none">
                <a:solidFill>
                  <a:srgbClr val="195f91"/>
                </a:solidFill>
                <a:uFillTx/>
                <a:latin typeface="SourceCodePro"/>
              </a:rPr>
              <a:t>@NgModule</a:t>
            </a:r>
            <a:r>
              <a:rPr b="0" lang="de-DE" sz="2800" strike="noStrike" u="none">
                <a:solidFill>
                  <a:srgbClr val="93a1a1"/>
                </a:solidFill>
                <a:uFillTx/>
                <a:latin typeface="SourceCodePro"/>
              </a:rPr>
              <a:t>({</a:t>
            </a:r>
            <a:r>
              <a:rPr b="0" lang="de-DE" sz="2800" strike="noStrike" u="none">
                <a:solidFill>
                  <a:srgbClr val="48484c"/>
                </a:solidFill>
                <a:uFillTx/>
                <a:latin typeface="SourceCodePro"/>
              </a:rPr>
              <a:t> imports</a:t>
            </a:r>
            <a:r>
              <a:rPr b="0" lang="de-DE" sz="2800" strike="noStrike" u="none">
                <a:solidFill>
                  <a:srgbClr val="93a1a1"/>
                </a:solidFill>
                <a:uFillTx/>
                <a:latin typeface="SourceCodePro"/>
              </a:rPr>
              <a:t>:</a:t>
            </a:r>
            <a:r>
              <a:rPr b="0" lang="de-DE" sz="2800" strike="noStrike" u="none">
                <a:solidFill>
                  <a:srgbClr val="48484c"/>
                </a:solidFill>
                <a:uFillTx/>
                <a:latin typeface="SourceCodePro"/>
              </a:rPr>
              <a:t> </a:t>
            </a:r>
            <a:r>
              <a:rPr b="0" lang="de-DE" sz="2800" strike="noStrike" u="none">
                <a:solidFill>
                  <a:srgbClr val="93a1a1"/>
                </a:solidFill>
                <a:uFillTx/>
                <a:latin typeface="SourceCodePro"/>
              </a:rPr>
              <a:t>[</a:t>
            </a:r>
            <a:endParaRPr b="0" lang="de-DE" sz="2800" strike="noStrike" u="none">
              <a:solidFill>
                <a:srgbClr val="000000"/>
              </a:solidFill>
              <a:uFillTx/>
              <a:latin typeface="Arial"/>
            </a:endParaRPr>
          </a:p>
          <a:p>
            <a:pPr indent="0" defTabSz="914400">
              <a:lnSpc>
                <a:spcPct val="90000"/>
              </a:lnSpc>
              <a:spcBef>
                <a:spcPts val="1001"/>
              </a:spcBef>
              <a:buNone/>
              <a:tabLst>
                <a:tab algn="l" pos="0"/>
              </a:tabLst>
            </a:pPr>
            <a:r>
              <a:rPr b="0" lang="de-DE" sz="2800" strike="noStrike" u="none">
                <a:solidFill>
                  <a:srgbClr val="008080"/>
                </a:solidFill>
                <a:uFillTx/>
                <a:latin typeface="SourceCodePro"/>
              </a:rPr>
              <a:t>RouterModule</a:t>
            </a:r>
            <a:r>
              <a:rPr b="0" lang="de-DE" sz="2800" strike="noStrike" u="none">
                <a:solidFill>
                  <a:srgbClr val="93a1a1"/>
                </a:solidFill>
                <a:uFillTx/>
                <a:latin typeface="SourceCodePro"/>
              </a:rPr>
              <a:t>.</a:t>
            </a:r>
            <a:r>
              <a:rPr b="0" lang="de-DE" sz="2800" strike="noStrike" u="none">
                <a:solidFill>
                  <a:srgbClr val="48484c"/>
                </a:solidFill>
                <a:uFillTx/>
                <a:latin typeface="SourceCodePro"/>
              </a:rPr>
              <a:t>forRoot</a:t>
            </a:r>
            <a:r>
              <a:rPr b="0" lang="de-DE" sz="2800" strike="noStrike" u="none">
                <a:solidFill>
                  <a:srgbClr val="93a1a1"/>
                </a:solidFill>
                <a:uFillTx/>
                <a:latin typeface="SourceCodePro"/>
              </a:rPr>
              <a:t>(</a:t>
            </a:r>
            <a:r>
              <a:rPr b="0" lang="de-DE" sz="2800" strike="noStrike" u="none">
                <a:solidFill>
                  <a:srgbClr val="48484c"/>
                </a:solidFill>
                <a:uFillTx/>
                <a:latin typeface="SourceCodePro"/>
              </a:rPr>
              <a:t>routes</a:t>
            </a:r>
            <a:r>
              <a:rPr b="0" lang="de-DE" sz="2800" strike="noStrike" u="none">
                <a:solidFill>
                  <a:srgbClr val="93a1a1"/>
                </a:solidFill>
                <a:uFillTx/>
                <a:latin typeface="SourceCodePro"/>
              </a:rPr>
              <a:t>,</a:t>
            </a:r>
            <a:r>
              <a:rPr b="0" lang="de-DE" sz="2800" strike="noStrike" u="none">
                <a:solidFill>
                  <a:srgbClr val="48484c"/>
                </a:solidFill>
                <a:uFillTx/>
                <a:latin typeface="SourceCodePro"/>
              </a:rPr>
              <a:t> </a:t>
            </a:r>
            <a:r>
              <a:rPr b="0" lang="de-DE" sz="2800" strike="noStrike" u="none">
                <a:solidFill>
                  <a:srgbClr val="93a1a1"/>
                </a:solidFill>
                <a:uFillTx/>
                <a:latin typeface="SourceCodePro"/>
              </a:rPr>
              <a:t>{</a:t>
            </a:r>
            <a:r>
              <a:rPr b="0" lang="de-DE" sz="2800" strike="noStrike" u="none">
                <a:solidFill>
                  <a:srgbClr val="48484c"/>
                </a:solidFill>
                <a:uFillTx/>
                <a:latin typeface="SourceCodePro"/>
              </a:rPr>
              <a:t> useHash</a:t>
            </a:r>
            <a:r>
              <a:rPr b="0" lang="de-DE" sz="2800" strike="noStrike" u="none">
                <a:solidFill>
                  <a:srgbClr val="93a1a1"/>
                </a:solidFill>
                <a:uFillTx/>
                <a:latin typeface="SourceCodePro"/>
              </a:rPr>
              <a:t>:</a:t>
            </a:r>
            <a:r>
              <a:rPr b="0" lang="de-DE" sz="2800" strike="noStrike" u="none">
                <a:solidFill>
                  <a:srgbClr val="48484c"/>
                </a:solidFill>
                <a:uFillTx/>
                <a:latin typeface="SourceCodePro"/>
              </a:rPr>
              <a:t> </a:t>
            </a:r>
            <a:r>
              <a:rPr b="0" lang="de-DE" sz="2800" strike="noStrike" u="none">
                <a:solidFill>
                  <a:srgbClr val="1e347b"/>
                </a:solidFill>
                <a:uFillTx/>
                <a:latin typeface="SourceCodePro"/>
              </a:rPr>
              <a:t>true</a:t>
            </a:r>
            <a:r>
              <a:rPr b="0" lang="de-DE" sz="2800" strike="noStrike" u="none">
                <a:solidFill>
                  <a:srgbClr val="48484c"/>
                </a:solidFill>
                <a:uFillTx/>
                <a:latin typeface="SourceCodePro"/>
              </a:rPr>
              <a:t> </a:t>
            </a:r>
            <a:r>
              <a:rPr b="0" lang="de-DE" sz="2800" strike="noStrike" u="none">
                <a:solidFill>
                  <a:srgbClr val="93a1a1"/>
                </a:solidFill>
                <a:uFillTx/>
                <a:latin typeface="SourceCodePro"/>
              </a:rPr>
              <a:t>})</a:t>
            </a:r>
            <a:endParaRPr b="0" lang="de-DE" sz="2800" strike="noStrike" u="none">
              <a:solidFill>
                <a:srgbClr val="000000"/>
              </a:solidFill>
              <a:uFillTx/>
              <a:latin typeface="Arial"/>
            </a:endParaRPr>
          </a:p>
          <a:p>
            <a:pPr indent="0" defTabSz="914400">
              <a:lnSpc>
                <a:spcPct val="90000"/>
              </a:lnSpc>
              <a:spcBef>
                <a:spcPts val="1001"/>
              </a:spcBef>
              <a:buNone/>
              <a:tabLst>
                <a:tab algn="l" pos="0"/>
              </a:tabLst>
            </a:pPr>
            <a:r>
              <a:rPr b="0" lang="de-DE" sz="2800" strike="noStrike" u="none">
                <a:solidFill>
                  <a:srgbClr val="93a1a1"/>
                </a:solidFill>
                <a:uFillTx/>
                <a:latin typeface="SourceCodePro"/>
              </a:rPr>
              <a:t>]})</a:t>
            </a:r>
            <a:endParaRPr b="0" lang="de-DE" sz="2800" strike="noStrike" u="none">
              <a:solidFill>
                <a:srgbClr val="000000"/>
              </a:solidFill>
              <a:uFillTx/>
              <a:latin typeface="Arial"/>
            </a:endParaRPr>
          </a:p>
          <a:p>
            <a:pPr indent="0" defTabSz="914400">
              <a:lnSpc>
                <a:spcPct val="90000"/>
              </a:lnSpc>
              <a:spcBef>
                <a:spcPts val="1001"/>
              </a:spcBef>
              <a:buNone/>
              <a:tabLst>
                <a:tab algn="l" pos="0"/>
              </a:tabLst>
            </a:pPr>
            <a:r>
              <a:rPr b="0" lang="de-DE" sz="2800" strike="noStrike" u="none">
                <a:solidFill>
                  <a:srgbClr val="1e347b"/>
                </a:solidFill>
                <a:uFillTx/>
                <a:latin typeface="SourceCodePro"/>
              </a:rPr>
              <a:t>export</a:t>
            </a:r>
            <a:r>
              <a:rPr b="0" lang="de-DE" sz="2800" strike="noStrike" u="none">
                <a:solidFill>
                  <a:srgbClr val="48484c"/>
                </a:solidFill>
                <a:uFillTx/>
                <a:latin typeface="SourceCodePro"/>
              </a:rPr>
              <a:t> </a:t>
            </a:r>
            <a:r>
              <a:rPr b="0" lang="de-DE" sz="2800" strike="noStrike" u="none">
                <a:solidFill>
                  <a:srgbClr val="1e347b"/>
                </a:solidFill>
                <a:uFillTx/>
                <a:latin typeface="SourceCodePro"/>
              </a:rPr>
              <a:t>class</a:t>
            </a:r>
            <a:r>
              <a:rPr b="0" lang="de-DE" sz="2800" strike="noStrike" u="none">
                <a:solidFill>
                  <a:srgbClr val="48484c"/>
                </a:solidFill>
                <a:uFillTx/>
                <a:latin typeface="SourceCodePro"/>
              </a:rPr>
              <a:t> </a:t>
            </a:r>
            <a:r>
              <a:rPr b="0" lang="de-DE" sz="2800" strike="noStrike" u="none">
                <a:solidFill>
                  <a:srgbClr val="008080"/>
                </a:solidFill>
                <a:uFillTx/>
                <a:latin typeface="SourceCodePro"/>
              </a:rPr>
              <a:t>AppModule</a:t>
            </a:r>
            <a:r>
              <a:rPr b="0" lang="de-DE" sz="2800" strike="noStrike" u="none">
                <a:solidFill>
                  <a:srgbClr val="48484c"/>
                </a:solidFill>
                <a:uFillTx/>
                <a:latin typeface="SourceCodePro"/>
              </a:rPr>
              <a:t> </a:t>
            </a:r>
            <a:r>
              <a:rPr b="0" lang="de-DE" sz="2800" strike="noStrike" u="none">
                <a:solidFill>
                  <a:srgbClr val="93a1a1"/>
                </a:solidFill>
                <a:uFillTx/>
                <a:latin typeface="SourceCodePro"/>
              </a:rPr>
              <a:t>{</a:t>
            </a:r>
            <a:r>
              <a:rPr b="0" lang="de-DE" sz="2800" strike="noStrike" u="none">
                <a:solidFill>
                  <a:srgbClr val="48484c"/>
                </a:solidFill>
                <a:uFillTx/>
                <a:latin typeface="SourceCodePro"/>
              </a:rPr>
              <a:t> </a:t>
            </a:r>
            <a:r>
              <a:rPr b="0" lang="de-DE" sz="2800" strike="noStrike" u="none">
                <a:solidFill>
                  <a:srgbClr val="93a1a1"/>
                </a:solidFill>
                <a:uFillTx/>
                <a:latin typeface="SourceCodePro"/>
              </a:rPr>
              <a:t>}</a:t>
            </a:r>
            <a:br>
              <a:rPr sz="2800"/>
            </a:br>
            <a:endParaRPr b="0" lang="de-DE" sz="2800" strike="noStrike" u="none">
              <a:solidFill>
                <a:srgbClr val="000000"/>
              </a:solidFill>
              <a:uFillTx/>
              <a:latin typeface="Arial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203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bg>
      <p:bgPr>
        <a:solidFill>
          <a:schemeClr val="lt1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 useBgFill="1">
        <p:nvSpPr>
          <p:cNvPr id="1021" name="Rectangle 7">
            <a:extLst>
              <a:ext uri="{C183D7F6-B498-43B3-948B-1728B52AA6E4}">
                <adec:decorative xmlns:adec="http://schemas.microsoft.com/office/drawing/2017/decorative" val="1"/>
              </a:ext>
            </a:extLst>
          </p:cNvPr>
          <p:cNvSpPr/>
          <p:nvPr/>
        </p:nvSpPr>
        <p:spPr>
          <a:xfrm>
            <a:off x="0" y="0"/>
            <a:ext cx="12190680" cy="6856920"/>
          </a:xfrm>
          <a:prstGeom prst="rect">
            <a:avLst/>
          </a:prstGeom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 algn="ctr" defTabSz="914400">
              <a:lnSpc>
                <a:spcPct val="100000"/>
              </a:lnSpc>
            </a:pPr>
            <a:endParaRPr b="0" lang="en-US" sz="1800" strike="noStrike" u="none">
              <a:solidFill>
                <a:schemeClr val="lt1"/>
              </a:solidFill>
              <a:uFillTx/>
              <a:latin typeface="Calibri"/>
            </a:endParaRPr>
          </a:p>
        </p:txBody>
      </p:sp>
      <p:sp>
        <p:nvSpPr>
          <p:cNvPr id="1022" name="Rectangle 9">
            <a:extLst>
              <a:ext uri="{C183D7F6-B498-43B3-948B-1728B52AA6E4}">
                <adec:decorative xmlns:adec="http://schemas.microsoft.com/office/drawing/2017/decorative" val="1"/>
              </a:ext>
            </a:extLst>
          </p:cNvPr>
          <p:cNvSpPr/>
          <p:nvPr/>
        </p:nvSpPr>
        <p:spPr>
          <a:xfrm>
            <a:off x="360" y="0"/>
            <a:ext cx="12190680" cy="6856920"/>
          </a:xfrm>
          <a:prstGeom prst="rect">
            <a:avLst/>
          </a:prstGeom>
          <a:solidFill>
            <a:schemeClr val="bg1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 algn="ctr" defTabSz="914400">
              <a:lnSpc>
                <a:spcPct val="100000"/>
              </a:lnSpc>
            </a:pPr>
            <a:endParaRPr b="0" lang="en-US" sz="800" strike="noStrike" u="none">
              <a:solidFill>
                <a:schemeClr val="lt1"/>
              </a:solidFill>
              <a:uFillTx/>
              <a:latin typeface="Calibri"/>
            </a:endParaRPr>
          </a:p>
        </p:txBody>
      </p:sp>
      <p:sp>
        <p:nvSpPr>
          <p:cNvPr id="1023" name="PlaceHolder 1"/>
          <p:cNvSpPr>
            <a:spLocks noGrp="1"/>
          </p:cNvSpPr>
          <p:nvPr>
            <p:ph type="title"/>
          </p:nvPr>
        </p:nvSpPr>
        <p:spPr>
          <a:xfrm>
            <a:off x="1179360" y="1280520"/>
            <a:ext cx="9832320" cy="132444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b">
            <a:normAutofit/>
          </a:bodyPr>
          <a:p>
            <a:pPr indent="0" algn="ctr" defTabSz="914400">
              <a:lnSpc>
                <a:spcPct val="90000"/>
              </a:lnSpc>
              <a:buNone/>
              <a:tabLst>
                <a:tab algn="l" pos="0"/>
              </a:tabLst>
            </a:pPr>
            <a:r>
              <a:rPr b="0" lang="de-DE" sz="3600" strike="noStrike" u="none">
                <a:solidFill>
                  <a:schemeClr val="dk2"/>
                </a:solidFill>
                <a:uFillTx/>
                <a:latin typeface="Calibri Light"/>
              </a:rPr>
              <a:t>Übung 20: Routen für Detail und Listansicht</a:t>
            </a:r>
            <a:endParaRPr b="0" lang="de-DE" sz="3600" strike="noStrike" u="none">
              <a:solidFill>
                <a:srgbClr val="000000"/>
              </a:solidFill>
              <a:uFillTx/>
              <a:latin typeface="Arial"/>
            </a:endParaRPr>
          </a:p>
        </p:txBody>
      </p:sp>
      <p:grpSp>
        <p:nvGrpSpPr>
          <p:cNvPr id="1024" name="Group 11">
            <a:extLst>
              <a:ext uri="{C183D7F6-B498-43B3-948B-1728B52AA6E4}">
                <adec:decorative xmlns:adec="http://schemas.microsoft.com/office/drawing/2017/decorative" val="1"/>
              </a:ext>
            </a:extLst>
          </p:cNvPr>
          <p:cNvGrpSpPr/>
          <p:nvPr/>
        </p:nvGrpSpPr>
        <p:grpSpPr>
          <a:xfrm>
            <a:off x="8289720" y="0"/>
            <a:ext cx="3901320" cy="2381760"/>
            <a:chOff x="8289720" y="0"/>
            <a:chExt cx="3901320" cy="2381760"/>
          </a:xfrm>
        </p:grpSpPr>
        <p:sp>
          <p:nvSpPr>
            <p:cNvPr id="1025" name="Freeform: Shape 12">
              <a:extLs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/>
            <p:nvPr/>
          </p:nvSpPr>
          <p:spPr>
            <a:xfrm>
              <a:off x="8289720" y="0"/>
              <a:ext cx="3900960" cy="2381760"/>
            </a:xfrm>
            <a:custGeom>
              <a:avLst/>
              <a:gdLst>
                <a:gd name="textAreaLeft" fmla="*/ 0 w 3900960"/>
                <a:gd name="textAreaRight" fmla="*/ 3902040 w 3900960"/>
                <a:gd name="textAreaTop" fmla="*/ 0 h 2381760"/>
                <a:gd name="textAreaBottom" fmla="*/ 2382840 h 2381760"/>
              </a:gdLst>
              <a:ahLst/>
              <a:rect l="textAreaLeft" t="textAreaTop" r="textAreaRight" b="textAreaBottom"/>
              <a:pathLst>
                <a:path w="5324985" h="3251912">
                  <a:moveTo>
                    <a:pt x="0" y="0"/>
                  </a:moveTo>
                  <a:lnTo>
                    <a:pt x="36826" y="0"/>
                  </a:lnTo>
                  <a:lnTo>
                    <a:pt x="45003" y="152909"/>
                  </a:lnTo>
                  <a:cubicBezTo>
                    <a:pt x="50351" y="205154"/>
                    <a:pt x="58290" y="257123"/>
                    <a:pt x="68956" y="308600"/>
                  </a:cubicBezTo>
                  <a:cubicBezTo>
                    <a:pt x="91393" y="411324"/>
                    <a:pt x="123882" y="511847"/>
                    <a:pt x="167774" y="607968"/>
                  </a:cubicBezTo>
                  <a:cubicBezTo>
                    <a:pt x="178195" y="632173"/>
                    <a:pt x="190333" y="655798"/>
                    <a:pt x="201857" y="679539"/>
                  </a:cubicBezTo>
                  <a:cubicBezTo>
                    <a:pt x="214363" y="702933"/>
                    <a:pt x="226255" y="726557"/>
                    <a:pt x="239741" y="749488"/>
                  </a:cubicBezTo>
                  <a:cubicBezTo>
                    <a:pt x="265488" y="795812"/>
                    <a:pt x="294176" y="840746"/>
                    <a:pt x="323724" y="885101"/>
                  </a:cubicBezTo>
                  <a:cubicBezTo>
                    <a:pt x="353149" y="929572"/>
                    <a:pt x="384657" y="972885"/>
                    <a:pt x="416412" y="1016081"/>
                  </a:cubicBezTo>
                  <a:cubicBezTo>
                    <a:pt x="448655" y="1058931"/>
                    <a:pt x="482127" y="1101202"/>
                    <a:pt x="515719" y="1143356"/>
                  </a:cubicBezTo>
                  <a:cubicBezTo>
                    <a:pt x="583027" y="1227782"/>
                    <a:pt x="653402" y="1310470"/>
                    <a:pt x="722427" y="1395127"/>
                  </a:cubicBezTo>
                  <a:cubicBezTo>
                    <a:pt x="757123" y="1437282"/>
                    <a:pt x="791697" y="1479783"/>
                    <a:pt x="825780" y="1522749"/>
                  </a:cubicBezTo>
                  <a:cubicBezTo>
                    <a:pt x="859742" y="1565367"/>
                    <a:pt x="893457" y="1610649"/>
                    <a:pt x="926314" y="1651992"/>
                  </a:cubicBezTo>
                  <a:cubicBezTo>
                    <a:pt x="958927" y="1694379"/>
                    <a:pt x="993132" y="1735492"/>
                    <a:pt x="1026848" y="1776836"/>
                  </a:cubicBezTo>
                  <a:cubicBezTo>
                    <a:pt x="1061545" y="1817485"/>
                    <a:pt x="1095996" y="1858133"/>
                    <a:pt x="1131918" y="1897393"/>
                  </a:cubicBezTo>
                  <a:cubicBezTo>
                    <a:pt x="1203273" y="1976376"/>
                    <a:pt x="1277447" y="2052463"/>
                    <a:pt x="1354688" y="2124728"/>
                  </a:cubicBezTo>
                  <a:cubicBezTo>
                    <a:pt x="1509411" y="2268911"/>
                    <a:pt x="1676396" y="2397575"/>
                    <a:pt x="1855027" y="2504236"/>
                  </a:cubicBezTo>
                  <a:cubicBezTo>
                    <a:pt x="1944528" y="2557277"/>
                    <a:pt x="2036357" y="2605917"/>
                    <a:pt x="2131618" y="2646913"/>
                  </a:cubicBezTo>
                  <a:cubicBezTo>
                    <a:pt x="2226267" y="2689068"/>
                    <a:pt x="2323981" y="2724622"/>
                    <a:pt x="2423534" y="2754732"/>
                  </a:cubicBezTo>
                  <a:cubicBezTo>
                    <a:pt x="2523087" y="2784958"/>
                    <a:pt x="2624602" y="2809394"/>
                    <a:pt x="2727588" y="2829197"/>
                  </a:cubicBezTo>
                  <a:cubicBezTo>
                    <a:pt x="2830698" y="2848653"/>
                    <a:pt x="2935522" y="2861971"/>
                    <a:pt x="3041083" y="2870890"/>
                  </a:cubicBezTo>
                  <a:cubicBezTo>
                    <a:pt x="3146644" y="2879922"/>
                    <a:pt x="3253307" y="2883860"/>
                    <a:pt x="3360340" y="2883976"/>
                  </a:cubicBezTo>
                  <a:cubicBezTo>
                    <a:pt x="3387067" y="2883976"/>
                    <a:pt x="3414162" y="2884439"/>
                    <a:pt x="3439663" y="2883396"/>
                  </a:cubicBezTo>
                  <a:lnTo>
                    <a:pt x="3478529" y="2882471"/>
                  </a:lnTo>
                  <a:lnTo>
                    <a:pt x="3517271" y="2880616"/>
                  </a:lnTo>
                  <a:cubicBezTo>
                    <a:pt x="3568887" y="2878417"/>
                    <a:pt x="3620257" y="2873552"/>
                    <a:pt x="3671260" y="2867878"/>
                  </a:cubicBezTo>
                  <a:cubicBezTo>
                    <a:pt x="3875515" y="2844253"/>
                    <a:pt x="4074253" y="2792486"/>
                    <a:pt x="4265268" y="2716283"/>
                  </a:cubicBezTo>
                  <a:cubicBezTo>
                    <a:pt x="4361020" y="2678529"/>
                    <a:pt x="4454444" y="2633710"/>
                    <a:pt x="4546395" y="2584724"/>
                  </a:cubicBezTo>
                  <a:cubicBezTo>
                    <a:pt x="4638470" y="2535967"/>
                    <a:pt x="4728827" y="2481885"/>
                    <a:pt x="4817837" y="2424674"/>
                  </a:cubicBezTo>
                  <a:cubicBezTo>
                    <a:pt x="4906846" y="2367348"/>
                    <a:pt x="4994385" y="2306317"/>
                    <a:pt x="5081677" y="2243548"/>
                  </a:cubicBezTo>
                  <a:cubicBezTo>
                    <a:pt x="5125201" y="2212164"/>
                    <a:pt x="5168603" y="2179969"/>
                    <a:pt x="5211881" y="2147658"/>
                  </a:cubicBezTo>
                  <a:lnTo>
                    <a:pt x="5324985" y="2062128"/>
                  </a:lnTo>
                  <a:lnTo>
                    <a:pt x="5324985" y="2514993"/>
                  </a:lnTo>
                  <a:lnTo>
                    <a:pt x="5314867" y="2522881"/>
                  </a:lnTo>
                  <a:cubicBezTo>
                    <a:pt x="5225490" y="2591325"/>
                    <a:pt x="5133783" y="2658379"/>
                    <a:pt x="5038276" y="2722421"/>
                  </a:cubicBezTo>
                  <a:cubicBezTo>
                    <a:pt x="4942892" y="2786348"/>
                    <a:pt x="4844810" y="2848422"/>
                    <a:pt x="4741701" y="2904937"/>
                  </a:cubicBezTo>
                  <a:cubicBezTo>
                    <a:pt x="4638592" y="2961337"/>
                    <a:pt x="4531929" y="3013683"/>
                    <a:pt x="4420728" y="3058848"/>
                  </a:cubicBezTo>
                  <a:cubicBezTo>
                    <a:pt x="4199063" y="3150338"/>
                    <a:pt x="3959621" y="3211485"/>
                    <a:pt x="3717481" y="3237079"/>
                  </a:cubicBezTo>
                  <a:cubicBezTo>
                    <a:pt x="3656914" y="3243101"/>
                    <a:pt x="3596227" y="3247966"/>
                    <a:pt x="3535661" y="3249934"/>
                  </a:cubicBezTo>
                  <a:lnTo>
                    <a:pt x="3490175" y="3251555"/>
                  </a:lnTo>
                  <a:lnTo>
                    <a:pt x="3444813" y="3251787"/>
                  </a:lnTo>
                  <a:cubicBezTo>
                    <a:pt x="3414162" y="3252250"/>
                    <a:pt x="3385105" y="3251324"/>
                    <a:pt x="3355681" y="3250745"/>
                  </a:cubicBezTo>
                  <a:cubicBezTo>
                    <a:pt x="3296954" y="3250050"/>
                    <a:pt x="3237860" y="3246692"/>
                    <a:pt x="3179011" y="3243795"/>
                  </a:cubicBezTo>
                  <a:cubicBezTo>
                    <a:pt x="3120039" y="3239164"/>
                    <a:pt x="3061067" y="3234878"/>
                    <a:pt x="3002217" y="3227814"/>
                  </a:cubicBezTo>
                  <a:cubicBezTo>
                    <a:pt x="2884397" y="3214496"/>
                    <a:pt x="2766699" y="3196314"/>
                    <a:pt x="2650103" y="3170836"/>
                  </a:cubicBezTo>
                  <a:cubicBezTo>
                    <a:pt x="2533510" y="3145358"/>
                    <a:pt x="2418263" y="3112583"/>
                    <a:pt x="2305836" y="3072514"/>
                  </a:cubicBezTo>
                  <a:cubicBezTo>
                    <a:pt x="2193410" y="3032328"/>
                    <a:pt x="2083926" y="2984383"/>
                    <a:pt x="1978611" y="2929952"/>
                  </a:cubicBezTo>
                  <a:cubicBezTo>
                    <a:pt x="1873663" y="2874711"/>
                    <a:pt x="1772884" y="2812985"/>
                    <a:pt x="1678235" y="2744424"/>
                  </a:cubicBezTo>
                  <a:cubicBezTo>
                    <a:pt x="1488201" y="2608001"/>
                    <a:pt x="1321708" y="2448068"/>
                    <a:pt x="1175688" y="2277018"/>
                  </a:cubicBezTo>
                  <a:cubicBezTo>
                    <a:pt x="1102985" y="2191086"/>
                    <a:pt x="1035309" y="2102377"/>
                    <a:pt x="971310" y="2012044"/>
                  </a:cubicBezTo>
                  <a:cubicBezTo>
                    <a:pt x="907188" y="1921714"/>
                    <a:pt x="847358" y="1829413"/>
                    <a:pt x="790717" y="1735723"/>
                  </a:cubicBezTo>
                  <a:cubicBezTo>
                    <a:pt x="761782" y="1688357"/>
                    <a:pt x="735300" y="1644002"/>
                    <a:pt x="706488" y="1598604"/>
                  </a:cubicBezTo>
                  <a:cubicBezTo>
                    <a:pt x="677922" y="1553555"/>
                    <a:pt x="648866" y="1508505"/>
                    <a:pt x="618951" y="1463802"/>
                  </a:cubicBezTo>
                  <a:lnTo>
                    <a:pt x="436273" y="1195355"/>
                  </a:lnTo>
                  <a:cubicBezTo>
                    <a:pt x="405990" y="1150189"/>
                    <a:pt x="376075" y="1104792"/>
                    <a:pt x="346896" y="1058816"/>
                  </a:cubicBezTo>
                  <a:cubicBezTo>
                    <a:pt x="317716" y="1012838"/>
                    <a:pt x="288782" y="966747"/>
                    <a:pt x="261809" y="919264"/>
                  </a:cubicBezTo>
                  <a:cubicBezTo>
                    <a:pt x="207742" y="824764"/>
                    <a:pt x="158088" y="727485"/>
                    <a:pt x="118487" y="626498"/>
                  </a:cubicBezTo>
                  <a:cubicBezTo>
                    <a:pt x="78151" y="525859"/>
                    <a:pt x="48237" y="421515"/>
                    <a:pt x="28130" y="315781"/>
                  </a:cubicBezTo>
                  <a:cubicBezTo>
                    <a:pt x="18506" y="262914"/>
                    <a:pt x="11425" y="209642"/>
                    <a:pt x="6751" y="156195"/>
                  </a:cubicBezTo>
                  <a:close/>
                </a:path>
              </a:pathLst>
            </a:custGeom>
            <a:gradFill rotWithShape="0">
              <a:gsLst>
                <a:gs pos="2000">
                  <a:srgbClr val="ffffff">
                    <a:alpha val="10000"/>
                  </a:srgbClr>
                </a:gs>
                <a:gs pos="16000">
                  <a:srgbClr val="f19d19">
                    <a:alpha val="10000"/>
                  </a:srgbClr>
                </a:gs>
                <a:gs pos="85000">
                  <a:srgbClr val="1d9a78">
                    <a:alpha val="10000"/>
                  </a:srgbClr>
                </a:gs>
                <a:gs pos="100000">
                  <a:srgbClr val="ffffff">
                    <a:alpha val="10000"/>
                  </a:srgbClr>
                </a:gs>
              </a:gsLst>
              <a:lin ang="12000000"/>
            </a:gra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/>
          </p:style>
          <p:txBody>
            <a:bodyPr lIns="90000" rIns="90000" tIns="45000" bIns="45000" anchor="ctr">
              <a:noAutofit/>
            </a:bodyPr>
            <a:p>
              <a:pPr algn="ctr" defTabSz="914400">
                <a:lnSpc>
                  <a:spcPct val="100000"/>
                </a:lnSpc>
              </a:pPr>
              <a:endParaRPr b="0" lang="en-US" sz="1800" strike="noStrike" u="none">
                <a:solidFill>
                  <a:schemeClr val="lt1"/>
                </a:solidFill>
                <a:uFillTx/>
                <a:latin typeface="Calibri"/>
              </a:endParaRPr>
            </a:p>
          </p:txBody>
        </p:sp>
        <p:sp>
          <p:nvSpPr>
            <p:cNvPr id="1026" name="Freeform: Shape 13">
              <a:extLs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/>
            <p:nvPr/>
          </p:nvSpPr>
          <p:spPr>
            <a:xfrm>
              <a:off x="8326080" y="0"/>
              <a:ext cx="3864960" cy="2183040"/>
            </a:xfrm>
            <a:custGeom>
              <a:avLst/>
              <a:gdLst>
                <a:gd name="textAreaLeft" fmla="*/ 0 w 3864960"/>
                <a:gd name="textAreaRight" fmla="*/ 3866040 w 3864960"/>
                <a:gd name="textAreaTop" fmla="*/ 0 h 2183040"/>
                <a:gd name="textAreaBottom" fmla="*/ 2184120 h 2183040"/>
              </a:gdLst>
              <a:ahLst/>
              <a:rect l="textAreaLeft" t="textAreaTop" r="textAreaRight" b="textAreaBottom"/>
              <a:pathLst>
                <a:path w="5275533" h="2980757">
                  <a:moveTo>
                    <a:pt x="0" y="0"/>
                  </a:moveTo>
                  <a:lnTo>
                    <a:pt x="201166" y="0"/>
                  </a:lnTo>
                  <a:lnTo>
                    <a:pt x="206734" y="89286"/>
                  </a:lnTo>
                  <a:cubicBezTo>
                    <a:pt x="212220" y="135755"/>
                    <a:pt x="220465" y="181731"/>
                    <a:pt x="232051" y="226897"/>
                  </a:cubicBezTo>
                  <a:cubicBezTo>
                    <a:pt x="254855" y="317344"/>
                    <a:pt x="290287" y="403854"/>
                    <a:pt x="332707" y="487120"/>
                  </a:cubicBezTo>
                  <a:cubicBezTo>
                    <a:pt x="354163" y="528696"/>
                    <a:pt x="377948" y="569461"/>
                    <a:pt x="402959" y="609647"/>
                  </a:cubicBezTo>
                  <a:cubicBezTo>
                    <a:pt x="428337" y="649717"/>
                    <a:pt x="455433" y="689209"/>
                    <a:pt x="483631" y="728236"/>
                  </a:cubicBezTo>
                  <a:cubicBezTo>
                    <a:pt x="540764" y="806061"/>
                    <a:pt x="604271" y="881569"/>
                    <a:pt x="669986" y="957424"/>
                  </a:cubicBezTo>
                  <a:cubicBezTo>
                    <a:pt x="735701" y="1033395"/>
                    <a:pt x="804359" y="1109366"/>
                    <a:pt x="871667" y="1188348"/>
                  </a:cubicBezTo>
                  <a:cubicBezTo>
                    <a:pt x="905383" y="1227723"/>
                    <a:pt x="938731" y="1268025"/>
                    <a:pt x="971956" y="1308905"/>
                  </a:cubicBezTo>
                  <a:lnTo>
                    <a:pt x="1020139" y="1368084"/>
                  </a:lnTo>
                  <a:cubicBezTo>
                    <a:pt x="1035954" y="1386962"/>
                    <a:pt x="1051035" y="1406302"/>
                    <a:pt x="1067340" y="1424715"/>
                  </a:cubicBezTo>
                  <a:cubicBezTo>
                    <a:pt x="1194602" y="1574573"/>
                    <a:pt x="1332652" y="1712503"/>
                    <a:pt x="1472909" y="1843252"/>
                  </a:cubicBezTo>
                  <a:cubicBezTo>
                    <a:pt x="1543406" y="1908337"/>
                    <a:pt x="1615128" y="1971221"/>
                    <a:pt x="1688567" y="2031559"/>
                  </a:cubicBezTo>
                  <a:cubicBezTo>
                    <a:pt x="1762006" y="2091895"/>
                    <a:pt x="1836793" y="2150263"/>
                    <a:pt x="1914401" y="2205156"/>
                  </a:cubicBezTo>
                  <a:cubicBezTo>
                    <a:pt x="2069003" y="2315176"/>
                    <a:pt x="2235742" y="2413498"/>
                    <a:pt x="2418909" y="2479741"/>
                  </a:cubicBezTo>
                  <a:cubicBezTo>
                    <a:pt x="2510249" y="2512863"/>
                    <a:pt x="2604898" y="2538225"/>
                    <a:pt x="2701141" y="2557333"/>
                  </a:cubicBezTo>
                  <a:cubicBezTo>
                    <a:pt x="2725293" y="2561850"/>
                    <a:pt x="2749201" y="2567062"/>
                    <a:pt x="2773475" y="2570999"/>
                  </a:cubicBezTo>
                  <a:lnTo>
                    <a:pt x="2846424" y="2582465"/>
                  </a:lnTo>
                  <a:cubicBezTo>
                    <a:pt x="2895343" y="2588602"/>
                    <a:pt x="2944261" y="2595088"/>
                    <a:pt x="2993669" y="2598909"/>
                  </a:cubicBezTo>
                  <a:cubicBezTo>
                    <a:pt x="3018313" y="2601110"/>
                    <a:pt x="3042956" y="2603195"/>
                    <a:pt x="3067721" y="2604237"/>
                  </a:cubicBezTo>
                  <a:cubicBezTo>
                    <a:pt x="3092487" y="2605394"/>
                    <a:pt x="3117130" y="2607247"/>
                    <a:pt x="3142019" y="2607943"/>
                  </a:cubicBezTo>
                  <a:lnTo>
                    <a:pt x="3216561" y="2609564"/>
                  </a:lnTo>
                  <a:cubicBezTo>
                    <a:pt x="3241326" y="2610142"/>
                    <a:pt x="3266337" y="2609333"/>
                    <a:pt x="3291225" y="2609217"/>
                  </a:cubicBezTo>
                  <a:lnTo>
                    <a:pt x="3328619" y="2608869"/>
                  </a:lnTo>
                  <a:cubicBezTo>
                    <a:pt x="3340757" y="2608522"/>
                    <a:pt x="3352649" y="2607827"/>
                    <a:pt x="3364665" y="2607363"/>
                  </a:cubicBezTo>
                  <a:cubicBezTo>
                    <a:pt x="3376679" y="2606784"/>
                    <a:pt x="3388695" y="2606438"/>
                    <a:pt x="3400587" y="2605627"/>
                  </a:cubicBezTo>
                  <a:lnTo>
                    <a:pt x="3436387" y="2602847"/>
                  </a:lnTo>
                  <a:cubicBezTo>
                    <a:pt x="3484079" y="2599257"/>
                    <a:pt x="3531404" y="2593235"/>
                    <a:pt x="3578361" y="2586286"/>
                  </a:cubicBezTo>
                  <a:cubicBezTo>
                    <a:pt x="3766310" y="2556871"/>
                    <a:pt x="3947025" y="2499314"/>
                    <a:pt x="4119159" y="2418594"/>
                  </a:cubicBezTo>
                  <a:cubicBezTo>
                    <a:pt x="4291907" y="2338801"/>
                    <a:pt x="4456317" y="2236657"/>
                    <a:pt x="4618765" y="2124668"/>
                  </a:cubicBezTo>
                  <a:cubicBezTo>
                    <a:pt x="4659346" y="2096759"/>
                    <a:pt x="4699682" y="2067575"/>
                    <a:pt x="4739895" y="2038275"/>
                  </a:cubicBezTo>
                  <a:cubicBezTo>
                    <a:pt x="4780355" y="2008976"/>
                    <a:pt x="4820691" y="1979212"/>
                    <a:pt x="4861027" y="1948986"/>
                  </a:cubicBezTo>
                  <a:lnTo>
                    <a:pt x="5106354" y="1763690"/>
                  </a:lnTo>
                  <a:lnTo>
                    <a:pt x="5275533" y="1641017"/>
                  </a:lnTo>
                  <a:lnTo>
                    <a:pt x="5275533" y="2257481"/>
                  </a:lnTo>
                  <a:lnTo>
                    <a:pt x="5168881" y="2332084"/>
                  </a:lnTo>
                  <a:cubicBezTo>
                    <a:pt x="5125235" y="2362079"/>
                    <a:pt x="5081099" y="2391958"/>
                    <a:pt x="5036225" y="2421489"/>
                  </a:cubicBezTo>
                  <a:cubicBezTo>
                    <a:pt x="4991231" y="2450790"/>
                    <a:pt x="4945867" y="2479857"/>
                    <a:pt x="4899401" y="2508347"/>
                  </a:cubicBezTo>
                  <a:cubicBezTo>
                    <a:pt x="4806959" y="2565440"/>
                    <a:pt x="4711574" y="2620798"/>
                    <a:pt x="4612145" y="2671407"/>
                  </a:cubicBezTo>
                  <a:cubicBezTo>
                    <a:pt x="4512836" y="2722247"/>
                    <a:pt x="4410095" y="2769496"/>
                    <a:pt x="4303187" y="2810030"/>
                  </a:cubicBezTo>
                  <a:cubicBezTo>
                    <a:pt x="4090349" y="2892256"/>
                    <a:pt x="3861694" y="2947728"/>
                    <a:pt x="3630835" y="2969500"/>
                  </a:cubicBezTo>
                  <a:cubicBezTo>
                    <a:pt x="3573089" y="2974712"/>
                    <a:pt x="3515343" y="2978649"/>
                    <a:pt x="3457719" y="2979808"/>
                  </a:cubicBezTo>
                  <a:lnTo>
                    <a:pt x="3414441" y="2980733"/>
                  </a:lnTo>
                  <a:cubicBezTo>
                    <a:pt x="3400097" y="2980850"/>
                    <a:pt x="3385630" y="2980502"/>
                    <a:pt x="3371285" y="2980502"/>
                  </a:cubicBezTo>
                  <a:lnTo>
                    <a:pt x="3328252" y="2980039"/>
                  </a:lnTo>
                  <a:lnTo>
                    <a:pt x="3286445" y="2978534"/>
                  </a:lnTo>
                  <a:cubicBezTo>
                    <a:pt x="3175121" y="2975174"/>
                    <a:pt x="3063553" y="2966837"/>
                    <a:pt x="2952475" y="2953402"/>
                  </a:cubicBezTo>
                  <a:cubicBezTo>
                    <a:pt x="2841275" y="2940664"/>
                    <a:pt x="2730319" y="2922365"/>
                    <a:pt x="2620591" y="2898046"/>
                  </a:cubicBezTo>
                  <a:cubicBezTo>
                    <a:pt x="2510984" y="2873494"/>
                    <a:pt x="2402235" y="2844426"/>
                    <a:pt x="2294591" y="2811305"/>
                  </a:cubicBezTo>
                  <a:cubicBezTo>
                    <a:pt x="2079669" y="2744483"/>
                    <a:pt x="1867198" y="2661331"/>
                    <a:pt x="1670544" y="2550501"/>
                  </a:cubicBezTo>
                  <a:cubicBezTo>
                    <a:pt x="1473767" y="2439903"/>
                    <a:pt x="1298079" y="2299657"/>
                    <a:pt x="1144703" y="2144472"/>
                  </a:cubicBezTo>
                  <a:cubicBezTo>
                    <a:pt x="1067586" y="2066996"/>
                    <a:pt x="997458" y="1984539"/>
                    <a:pt x="931497" y="1900114"/>
                  </a:cubicBezTo>
                  <a:cubicBezTo>
                    <a:pt x="865906" y="1815342"/>
                    <a:pt x="803500" y="1729295"/>
                    <a:pt x="745265" y="1641395"/>
                  </a:cubicBezTo>
                  <a:cubicBezTo>
                    <a:pt x="730307" y="1619623"/>
                    <a:pt x="716207" y="1597503"/>
                    <a:pt x="701741" y="1575500"/>
                  </a:cubicBezTo>
                  <a:lnTo>
                    <a:pt x="660178" y="1511573"/>
                  </a:lnTo>
                  <a:cubicBezTo>
                    <a:pt x="633574" y="1470229"/>
                    <a:pt x="605989" y="1429232"/>
                    <a:pt x="578158" y="1387656"/>
                  </a:cubicBezTo>
                  <a:lnTo>
                    <a:pt x="408230" y="1134497"/>
                  </a:lnTo>
                  <a:cubicBezTo>
                    <a:pt x="351220" y="1048219"/>
                    <a:pt x="294945" y="959392"/>
                    <a:pt x="242349" y="866860"/>
                  </a:cubicBezTo>
                  <a:cubicBezTo>
                    <a:pt x="216112" y="820536"/>
                    <a:pt x="190734" y="773402"/>
                    <a:pt x="167562" y="724994"/>
                  </a:cubicBezTo>
                  <a:cubicBezTo>
                    <a:pt x="144513" y="676469"/>
                    <a:pt x="123057" y="627019"/>
                    <a:pt x="104054" y="576525"/>
                  </a:cubicBezTo>
                  <a:cubicBezTo>
                    <a:pt x="85418" y="525917"/>
                    <a:pt x="68867" y="474613"/>
                    <a:pt x="55381" y="422499"/>
                  </a:cubicBezTo>
                  <a:cubicBezTo>
                    <a:pt x="49006" y="396442"/>
                    <a:pt x="42508" y="370269"/>
                    <a:pt x="37236" y="343980"/>
                  </a:cubicBezTo>
                  <a:lnTo>
                    <a:pt x="29267" y="304604"/>
                  </a:lnTo>
                  <a:lnTo>
                    <a:pt x="22646" y="265113"/>
                  </a:lnTo>
                  <a:cubicBezTo>
                    <a:pt x="14003" y="212420"/>
                    <a:pt x="7872" y="159582"/>
                    <a:pt x="3903" y="106787"/>
                  </a:cubicBezTo>
                  <a:close/>
                </a:path>
              </a:pathLst>
            </a:custGeom>
            <a:gradFill rotWithShape="0">
              <a:gsLst>
                <a:gs pos="2000">
                  <a:srgbClr val="ffffff">
                    <a:alpha val="10000"/>
                  </a:srgbClr>
                </a:gs>
                <a:gs pos="16000">
                  <a:srgbClr val="f19d19">
                    <a:alpha val="10000"/>
                  </a:srgbClr>
                </a:gs>
                <a:gs pos="85000">
                  <a:srgbClr val="1d9a78">
                    <a:alpha val="10000"/>
                  </a:srgbClr>
                </a:gs>
                <a:gs pos="100000">
                  <a:srgbClr val="ffffff">
                    <a:alpha val="10000"/>
                  </a:srgbClr>
                </a:gs>
              </a:gsLst>
              <a:lin ang="12000000"/>
            </a:gra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/>
          </p:style>
          <p:txBody>
            <a:bodyPr lIns="90000" rIns="90000" tIns="45000" bIns="45000" anchor="ctr">
              <a:noAutofit/>
            </a:bodyPr>
            <a:p>
              <a:pPr algn="ctr" defTabSz="914400">
                <a:lnSpc>
                  <a:spcPct val="100000"/>
                </a:lnSpc>
              </a:pPr>
              <a:endParaRPr b="0" lang="en-US" sz="1800" strike="noStrike" u="none">
                <a:solidFill>
                  <a:schemeClr val="lt1"/>
                </a:solidFill>
                <a:uFillTx/>
                <a:latin typeface="Calibri"/>
              </a:endParaRPr>
            </a:p>
          </p:txBody>
        </p:sp>
        <p:sp>
          <p:nvSpPr>
            <p:cNvPr id="1027" name="Freeform: Shape 14">
              <a:extLs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/>
            <p:nvPr/>
          </p:nvSpPr>
          <p:spPr>
            <a:xfrm>
              <a:off x="8329680" y="0"/>
              <a:ext cx="3861360" cy="2144520"/>
            </a:xfrm>
            <a:custGeom>
              <a:avLst/>
              <a:gdLst>
                <a:gd name="textAreaLeft" fmla="*/ 0 w 3861360"/>
                <a:gd name="textAreaRight" fmla="*/ 3862440 w 3861360"/>
                <a:gd name="textAreaTop" fmla="*/ 0 h 2144520"/>
                <a:gd name="textAreaBottom" fmla="*/ 2145600 h 2144520"/>
              </a:gdLst>
              <a:ahLst/>
              <a:rect l="textAreaLeft" t="textAreaTop" r="textAreaRight" b="textAreaBottom"/>
              <a:pathLst>
                <a:path w="5270786" h="2927775">
                  <a:moveTo>
                    <a:pt x="0" y="0"/>
                  </a:moveTo>
                  <a:lnTo>
                    <a:pt x="613805" y="0"/>
                  </a:lnTo>
                  <a:lnTo>
                    <a:pt x="618487" y="85404"/>
                  </a:lnTo>
                  <a:cubicBezTo>
                    <a:pt x="650052" y="360109"/>
                    <a:pt x="792650" y="556543"/>
                    <a:pt x="1054084" y="895200"/>
                  </a:cubicBezTo>
                  <a:cubicBezTo>
                    <a:pt x="1126174" y="988542"/>
                    <a:pt x="1200716" y="1085128"/>
                    <a:pt x="1276976" y="1191325"/>
                  </a:cubicBezTo>
                  <a:cubicBezTo>
                    <a:pt x="1859704" y="2002688"/>
                    <a:pt x="2485223" y="2348843"/>
                    <a:pt x="3368450" y="2348843"/>
                  </a:cubicBezTo>
                  <a:cubicBezTo>
                    <a:pt x="3948114" y="2348843"/>
                    <a:pt x="4373422" y="2066846"/>
                    <a:pt x="4956151" y="1636730"/>
                  </a:cubicBezTo>
                  <a:cubicBezTo>
                    <a:pt x="5021253" y="1588668"/>
                    <a:pt x="5086356" y="1541186"/>
                    <a:pt x="5149372" y="1495325"/>
                  </a:cubicBezTo>
                  <a:lnTo>
                    <a:pt x="5270786" y="1406110"/>
                  </a:lnTo>
                  <a:lnTo>
                    <a:pt x="5270786" y="2138641"/>
                  </a:lnTo>
                  <a:lnTo>
                    <a:pt x="5112925" y="2253730"/>
                  </a:lnTo>
                  <a:cubicBezTo>
                    <a:pt x="4598179" y="2621786"/>
                    <a:pt x="4074961" y="2927775"/>
                    <a:pt x="3368327" y="2927775"/>
                  </a:cubicBezTo>
                  <a:cubicBezTo>
                    <a:pt x="2170746" y="2927775"/>
                    <a:pt x="1393203" y="2384512"/>
                    <a:pt x="769646" y="1516288"/>
                  </a:cubicBezTo>
                  <a:cubicBezTo>
                    <a:pt x="418850" y="1027932"/>
                    <a:pt x="48120" y="683401"/>
                    <a:pt x="3149" y="85252"/>
                  </a:cubicBezTo>
                  <a:close/>
                </a:path>
              </a:pathLst>
            </a:custGeom>
            <a:gradFill rotWithShape="0">
              <a:gsLst>
                <a:gs pos="2000">
                  <a:srgbClr val="ffffff">
                    <a:alpha val="10000"/>
                  </a:srgbClr>
                </a:gs>
                <a:gs pos="16000">
                  <a:srgbClr val="f19d19">
                    <a:alpha val="10000"/>
                  </a:srgbClr>
                </a:gs>
                <a:gs pos="85000">
                  <a:srgbClr val="1d9a78">
                    <a:alpha val="10000"/>
                  </a:srgbClr>
                </a:gs>
                <a:gs pos="100000">
                  <a:srgbClr val="ffffff">
                    <a:alpha val="10000"/>
                  </a:srgbClr>
                </a:gs>
              </a:gsLst>
              <a:lin ang="12000000"/>
            </a:gra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/>
          </p:style>
          <p:txBody>
            <a:bodyPr lIns="90000" rIns="90000" tIns="45000" bIns="45000" anchor="ctr">
              <a:noAutofit/>
            </a:bodyPr>
            <a:p>
              <a:pPr algn="ctr" defTabSz="914400">
                <a:lnSpc>
                  <a:spcPct val="100000"/>
                </a:lnSpc>
              </a:pPr>
              <a:endParaRPr b="0" lang="en-US" sz="1800" strike="noStrike" u="none">
                <a:solidFill>
                  <a:schemeClr val="lt1"/>
                </a:solidFill>
                <a:uFillTx/>
                <a:latin typeface="Calibri"/>
              </a:endParaRPr>
            </a:p>
          </p:txBody>
        </p:sp>
        <p:sp>
          <p:nvSpPr>
            <p:cNvPr id="1028" name="Freeform: Shape 15">
              <a:extLs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/>
            <p:nvPr/>
          </p:nvSpPr>
          <p:spPr>
            <a:xfrm>
              <a:off x="8329680" y="0"/>
              <a:ext cx="3861360" cy="2144520"/>
            </a:xfrm>
            <a:custGeom>
              <a:avLst/>
              <a:gdLst>
                <a:gd name="textAreaLeft" fmla="*/ 0 w 3861360"/>
                <a:gd name="textAreaRight" fmla="*/ 3862440 w 3861360"/>
                <a:gd name="textAreaTop" fmla="*/ 0 h 2144520"/>
                <a:gd name="textAreaBottom" fmla="*/ 2145600 h 2144520"/>
              </a:gdLst>
              <a:ahLst/>
              <a:rect l="textAreaLeft" t="textAreaTop" r="textAreaRight" b="textAreaBottom"/>
              <a:pathLst>
                <a:path w="5270786" h="2927775">
                  <a:moveTo>
                    <a:pt x="0" y="0"/>
                  </a:moveTo>
                  <a:lnTo>
                    <a:pt x="736294" y="0"/>
                  </a:lnTo>
                  <a:lnTo>
                    <a:pt x="740298" y="72745"/>
                  </a:lnTo>
                  <a:cubicBezTo>
                    <a:pt x="768839" y="319371"/>
                    <a:pt x="898885" y="497858"/>
                    <a:pt x="1153024" y="826989"/>
                  </a:cubicBezTo>
                  <a:cubicBezTo>
                    <a:pt x="1225727" y="921142"/>
                    <a:pt x="1300882" y="1018537"/>
                    <a:pt x="1378368" y="1126356"/>
                  </a:cubicBezTo>
                  <a:cubicBezTo>
                    <a:pt x="1652384" y="1507833"/>
                    <a:pt x="1933512" y="1779060"/>
                    <a:pt x="2238056" y="1955322"/>
                  </a:cubicBezTo>
                  <a:cubicBezTo>
                    <a:pt x="2560868" y="2142238"/>
                    <a:pt x="2930637" y="2233033"/>
                    <a:pt x="3368327" y="2233033"/>
                  </a:cubicBezTo>
                  <a:cubicBezTo>
                    <a:pt x="3616720" y="2233033"/>
                    <a:pt x="3847703" y="2176866"/>
                    <a:pt x="4095360" y="2056192"/>
                  </a:cubicBezTo>
                  <a:cubicBezTo>
                    <a:pt x="4349636" y="1932276"/>
                    <a:pt x="4601340" y="1751613"/>
                    <a:pt x="4880506" y="1545587"/>
                  </a:cubicBezTo>
                  <a:cubicBezTo>
                    <a:pt x="4945974" y="1497295"/>
                    <a:pt x="5011199" y="1449697"/>
                    <a:pt x="5074340" y="1403721"/>
                  </a:cubicBezTo>
                  <a:lnTo>
                    <a:pt x="5270786" y="1259367"/>
                  </a:lnTo>
                  <a:lnTo>
                    <a:pt x="5270786" y="2138641"/>
                  </a:lnTo>
                  <a:lnTo>
                    <a:pt x="5112925" y="2253730"/>
                  </a:lnTo>
                  <a:cubicBezTo>
                    <a:pt x="4598179" y="2621786"/>
                    <a:pt x="4074961" y="2927775"/>
                    <a:pt x="3368327" y="2927775"/>
                  </a:cubicBezTo>
                  <a:cubicBezTo>
                    <a:pt x="2170746" y="2927775"/>
                    <a:pt x="1393203" y="2384512"/>
                    <a:pt x="769646" y="1516288"/>
                  </a:cubicBezTo>
                  <a:cubicBezTo>
                    <a:pt x="418850" y="1027932"/>
                    <a:pt x="48120" y="683401"/>
                    <a:pt x="3149" y="85252"/>
                  </a:cubicBezTo>
                  <a:close/>
                </a:path>
              </a:pathLst>
            </a:custGeom>
            <a:gradFill rotWithShape="0">
              <a:gsLst>
                <a:gs pos="2000">
                  <a:srgbClr val="ffffff">
                    <a:alpha val="10000"/>
                  </a:srgbClr>
                </a:gs>
                <a:gs pos="16000">
                  <a:srgbClr val="f19d19">
                    <a:alpha val="10000"/>
                  </a:srgbClr>
                </a:gs>
                <a:gs pos="85000">
                  <a:srgbClr val="1d9a78">
                    <a:alpha val="10000"/>
                  </a:srgbClr>
                </a:gs>
                <a:gs pos="100000">
                  <a:srgbClr val="ffffff">
                    <a:alpha val="10000"/>
                  </a:srgbClr>
                </a:gs>
              </a:gsLst>
              <a:lin ang="12000000"/>
            </a:gra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/>
          </p:style>
          <p:txBody>
            <a:bodyPr lIns="90000" rIns="90000" tIns="45000" bIns="45000" anchor="ctr">
              <a:noAutofit/>
            </a:bodyPr>
            <a:p>
              <a:pPr algn="ctr" defTabSz="914400">
                <a:lnSpc>
                  <a:spcPct val="100000"/>
                </a:lnSpc>
              </a:pPr>
              <a:endParaRPr b="0" lang="en-US" sz="1800" strike="noStrike" u="none">
                <a:solidFill>
                  <a:schemeClr val="lt1"/>
                </a:solidFill>
                <a:uFillTx/>
                <a:latin typeface="Calibri"/>
              </a:endParaRPr>
            </a:p>
          </p:txBody>
        </p:sp>
      </p:grpSp>
      <p:sp>
        <p:nvSpPr>
          <p:cNvPr id="1029" name="PlaceHolder 2"/>
          <p:cNvSpPr>
            <a:spLocks noGrp="1"/>
          </p:cNvSpPr>
          <p:nvPr>
            <p:ph/>
          </p:nvPr>
        </p:nvSpPr>
        <p:spPr>
          <a:xfrm>
            <a:off x="1179360" y="2890800"/>
            <a:ext cx="9832320" cy="269280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t">
            <a:normAutofit lnSpcReduction="9999"/>
          </a:bodyPr>
          <a:p>
            <a:pPr marL="228600" indent="-228600" defTabSz="914400">
              <a:lnSpc>
                <a:spcPct val="90000"/>
              </a:lnSpc>
              <a:spcBef>
                <a:spcPts val="1001"/>
              </a:spcBef>
              <a:buClr>
                <a:srgbClr val="44546a"/>
              </a:buClr>
              <a:buFont typeface="Arial"/>
              <a:buChar char="•"/>
            </a:pPr>
            <a:r>
              <a:rPr b="0" lang="de-DE" sz="900" strike="noStrike" u="none">
                <a:solidFill>
                  <a:schemeClr val="dk2"/>
                </a:solidFill>
                <a:uFillTx/>
                <a:latin typeface="Calibri"/>
              </a:rPr>
              <a:t>Bereite die Anwendung auf Routing vor</a:t>
            </a:r>
            <a:endParaRPr b="0" lang="de-DE" sz="900" strike="noStrike" u="none">
              <a:solidFill>
                <a:srgbClr val="000000"/>
              </a:solidFill>
              <a:uFillTx/>
              <a:latin typeface="Arial"/>
            </a:endParaRPr>
          </a:p>
          <a:p>
            <a:pPr lvl="1" marL="685800" indent="-228600" defTabSz="914400">
              <a:lnSpc>
                <a:spcPct val="90000"/>
              </a:lnSpc>
              <a:spcBef>
                <a:spcPts val="499"/>
              </a:spcBef>
              <a:buClr>
                <a:srgbClr val="44546a"/>
              </a:buClr>
              <a:buFont typeface="Arial"/>
              <a:buChar char="•"/>
            </a:pPr>
            <a:r>
              <a:rPr b="0" lang="de-DE" sz="900" strike="noStrike" u="none">
                <a:solidFill>
                  <a:schemeClr val="dk2"/>
                </a:solidFill>
                <a:uFillTx/>
                <a:latin typeface="Calibri"/>
              </a:rPr>
              <a:t>Erstelle ein Module AppRoutingModule mittels ng generate module app-routing --flat --module=app</a:t>
            </a:r>
            <a:endParaRPr b="0" lang="de-DE" sz="900" strike="noStrike" u="none">
              <a:solidFill>
                <a:srgbClr val="000000"/>
              </a:solidFill>
              <a:uFillTx/>
              <a:latin typeface="Arial"/>
            </a:endParaRPr>
          </a:p>
          <a:p>
            <a:pPr lvl="1" marL="685800" indent="-228600" defTabSz="914400">
              <a:lnSpc>
                <a:spcPct val="90000"/>
              </a:lnSpc>
              <a:spcBef>
                <a:spcPts val="499"/>
              </a:spcBef>
              <a:buClr>
                <a:srgbClr val="44546a"/>
              </a:buClr>
              <a:buFont typeface="Arial"/>
              <a:buChar char="•"/>
            </a:pPr>
            <a:r>
              <a:rPr b="0" lang="de-DE" sz="900" strike="noStrike" u="none">
                <a:solidFill>
                  <a:schemeClr val="dk2"/>
                </a:solidFill>
                <a:uFillTx/>
                <a:latin typeface="Calibri"/>
              </a:rPr>
              <a:t>Definiere eine Konstante des Typs Routes (const routes: Routes = [])</a:t>
            </a:r>
            <a:endParaRPr b="0" lang="de-DE" sz="900" strike="noStrike" u="none">
              <a:solidFill>
                <a:srgbClr val="000000"/>
              </a:solidFill>
              <a:uFillTx/>
              <a:latin typeface="Arial"/>
            </a:endParaRPr>
          </a:p>
          <a:p>
            <a:pPr lvl="1" marL="685800" indent="-228600" defTabSz="914400">
              <a:lnSpc>
                <a:spcPct val="90000"/>
              </a:lnSpc>
              <a:spcBef>
                <a:spcPts val="499"/>
              </a:spcBef>
              <a:buClr>
                <a:srgbClr val="44546a"/>
              </a:buClr>
              <a:buFont typeface="Arial"/>
              <a:buChar char="•"/>
            </a:pPr>
            <a:r>
              <a:rPr b="0" lang="de-DE" sz="900" strike="noStrike" u="none">
                <a:solidFill>
                  <a:schemeClr val="dk2"/>
                </a:solidFill>
                <a:uFillTx/>
                <a:latin typeface="Calibri"/>
              </a:rPr>
              <a:t>Importiere RouterModule in AppRoutingModule mittels RouterModule.forRoot(routes)</a:t>
            </a:r>
            <a:endParaRPr b="0" lang="de-DE" sz="900" strike="noStrike" u="none">
              <a:solidFill>
                <a:srgbClr val="000000"/>
              </a:solidFill>
              <a:uFillTx/>
              <a:latin typeface="Arial"/>
            </a:endParaRPr>
          </a:p>
          <a:p>
            <a:pPr lvl="1" marL="685800" indent="-228600" defTabSz="914400">
              <a:lnSpc>
                <a:spcPct val="90000"/>
              </a:lnSpc>
              <a:spcBef>
                <a:spcPts val="499"/>
              </a:spcBef>
              <a:buClr>
                <a:srgbClr val="44546a"/>
              </a:buClr>
              <a:buFont typeface="Arial"/>
              <a:buChar char="•"/>
            </a:pPr>
            <a:r>
              <a:rPr b="0" lang="de-DE" sz="900" strike="noStrike" u="none">
                <a:solidFill>
                  <a:schemeClr val="dk2"/>
                </a:solidFill>
                <a:uFillTx/>
                <a:latin typeface="Calibri"/>
              </a:rPr>
              <a:t>Exportiere RouterModule in AppRoutingModule</a:t>
            </a:r>
            <a:endParaRPr b="0" lang="de-DE" sz="900" strike="noStrike" u="none">
              <a:solidFill>
                <a:srgbClr val="000000"/>
              </a:solidFill>
              <a:uFillTx/>
              <a:latin typeface="Arial"/>
            </a:endParaRPr>
          </a:p>
          <a:p>
            <a:pPr marL="228600" indent="-228600" defTabSz="914400">
              <a:lnSpc>
                <a:spcPct val="90000"/>
              </a:lnSpc>
              <a:spcBef>
                <a:spcPts val="1001"/>
              </a:spcBef>
              <a:buClr>
                <a:srgbClr val="44546a"/>
              </a:buClr>
              <a:buFont typeface="Arial"/>
              <a:buChar char="•"/>
            </a:pPr>
            <a:r>
              <a:rPr b="0" lang="de-DE" sz="900" strike="noStrike" u="none">
                <a:solidFill>
                  <a:schemeClr val="dk2"/>
                </a:solidFill>
                <a:uFillTx/>
                <a:latin typeface="Calibri"/>
              </a:rPr>
              <a:t>Erstelle eine Route für die Listen-Ansicht</a:t>
            </a:r>
            <a:endParaRPr b="0" lang="de-DE" sz="900" strike="noStrike" u="none">
              <a:solidFill>
                <a:srgbClr val="000000"/>
              </a:solidFill>
              <a:uFillTx/>
              <a:latin typeface="Arial"/>
            </a:endParaRPr>
          </a:p>
          <a:p>
            <a:pPr lvl="1" marL="685800" indent="-228600" defTabSz="914400">
              <a:lnSpc>
                <a:spcPct val="90000"/>
              </a:lnSpc>
              <a:spcBef>
                <a:spcPts val="499"/>
              </a:spcBef>
              <a:buClr>
                <a:srgbClr val="44546a"/>
              </a:buClr>
              <a:buFont typeface="Arial"/>
              <a:buChar char="•"/>
            </a:pPr>
            <a:r>
              <a:rPr b="0" lang="de-DE" sz="900" strike="noStrike" u="none">
                <a:solidFill>
                  <a:schemeClr val="dk2"/>
                </a:solidFill>
                <a:uFillTx/>
                <a:latin typeface="Calibri"/>
              </a:rPr>
              <a:t>Füge in AppRoutingModule eine Routen-Konfiguration für path: "customer" und component: CustomerListComponent hinzu</a:t>
            </a:r>
            <a:endParaRPr b="0" lang="de-DE" sz="900" strike="noStrike" u="none">
              <a:solidFill>
                <a:srgbClr val="000000"/>
              </a:solidFill>
              <a:uFillTx/>
              <a:latin typeface="Arial"/>
            </a:endParaRPr>
          </a:p>
          <a:p>
            <a:pPr lvl="1" marL="685800" indent="-228600" defTabSz="914400">
              <a:lnSpc>
                <a:spcPct val="90000"/>
              </a:lnSpc>
              <a:spcBef>
                <a:spcPts val="499"/>
              </a:spcBef>
              <a:buClr>
                <a:srgbClr val="44546a"/>
              </a:buClr>
              <a:buFont typeface="Arial"/>
              <a:buChar char="•"/>
            </a:pPr>
            <a:r>
              <a:rPr b="0" lang="de-DE" sz="900" strike="noStrike" u="none">
                <a:solidFill>
                  <a:schemeClr val="dk2"/>
                </a:solidFill>
                <a:uFillTx/>
                <a:latin typeface="Calibri"/>
              </a:rPr>
              <a:t>Erstelle auch eine Redirect-Route für path: "**“ mit redirect auf customer</a:t>
            </a:r>
            <a:endParaRPr b="0" lang="de-DE" sz="900" strike="noStrike" u="none">
              <a:solidFill>
                <a:srgbClr val="000000"/>
              </a:solidFill>
              <a:uFillTx/>
              <a:latin typeface="Arial"/>
            </a:endParaRPr>
          </a:p>
          <a:p>
            <a:pPr lvl="1" marL="685800" indent="-228600" defTabSz="914400">
              <a:lnSpc>
                <a:spcPct val="90000"/>
              </a:lnSpc>
              <a:spcBef>
                <a:spcPts val="499"/>
              </a:spcBef>
              <a:buClr>
                <a:srgbClr val="44546a"/>
              </a:buClr>
              <a:buFont typeface="Arial"/>
              <a:buChar char="•"/>
            </a:pPr>
            <a:r>
              <a:rPr b="0" lang="de-DE" sz="900" strike="noStrike" u="none">
                <a:solidFill>
                  <a:schemeClr val="dk2"/>
                </a:solidFill>
                <a:uFillTx/>
                <a:latin typeface="Calibri"/>
              </a:rPr>
              <a:t>Lösche CustomerListComponent und CustomerDetailsComponent aus dem Template von AppComponent</a:t>
            </a:r>
            <a:endParaRPr b="0" lang="de-DE" sz="900" strike="noStrike" u="none">
              <a:solidFill>
                <a:srgbClr val="000000"/>
              </a:solidFill>
              <a:uFillTx/>
              <a:latin typeface="Arial"/>
            </a:endParaRPr>
          </a:p>
          <a:p>
            <a:pPr lvl="1" marL="685800" indent="-228600" defTabSz="914400">
              <a:lnSpc>
                <a:spcPct val="90000"/>
              </a:lnSpc>
              <a:spcBef>
                <a:spcPts val="499"/>
              </a:spcBef>
              <a:buClr>
                <a:srgbClr val="44546a"/>
              </a:buClr>
              <a:buFont typeface="Arial"/>
              <a:buChar char="•"/>
            </a:pPr>
            <a:r>
              <a:rPr b="0" lang="de-DE" sz="900" strike="noStrike" u="none">
                <a:solidFill>
                  <a:schemeClr val="dk2"/>
                </a:solidFill>
                <a:uFillTx/>
                <a:latin typeface="Calibri"/>
              </a:rPr>
              <a:t>Füge in das Template von AppComponent ein router-outlet ein</a:t>
            </a:r>
            <a:endParaRPr b="0" lang="de-DE" sz="900" strike="noStrike" u="none">
              <a:solidFill>
                <a:srgbClr val="000000"/>
              </a:solidFill>
              <a:uFillTx/>
              <a:latin typeface="Arial"/>
            </a:endParaRPr>
          </a:p>
          <a:p>
            <a:pPr marL="228600" indent="-228600" defTabSz="914400">
              <a:lnSpc>
                <a:spcPct val="90000"/>
              </a:lnSpc>
              <a:spcBef>
                <a:spcPts val="1001"/>
              </a:spcBef>
              <a:buClr>
                <a:srgbClr val="44546a"/>
              </a:buClr>
              <a:buFont typeface="Arial"/>
              <a:buChar char="•"/>
            </a:pPr>
            <a:r>
              <a:rPr b="0" lang="de-DE" sz="900" strike="noStrike" u="none">
                <a:solidFill>
                  <a:schemeClr val="dk2"/>
                </a:solidFill>
                <a:uFillTx/>
                <a:latin typeface="Calibri"/>
              </a:rPr>
              <a:t>Passe CustomerListComponent an die Veränderungen an</a:t>
            </a:r>
            <a:endParaRPr b="0" lang="de-DE" sz="900" strike="noStrike" u="none">
              <a:solidFill>
                <a:srgbClr val="000000"/>
              </a:solidFill>
              <a:uFillTx/>
              <a:latin typeface="Arial"/>
            </a:endParaRPr>
          </a:p>
          <a:p>
            <a:pPr lvl="1" marL="685800" indent="-228600" defTabSz="914400">
              <a:lnSpc>
                <a:spcPct val="90000"/>
              </a:lnSpc>
              <a:spcBef>
                <a:spcPts val="499"/>
              </a:spcBef>
              <a:buClr>
                <a:srgbClr val="44546a"/>
              </a:buClr>
              <a:buFont typeface="Arial"/>
              <a:buChar char="•"/>
            </a:pPr>
            <a:r>
              <a:rPr b="0" lang="de-DE" sz="900" strike="noStrike" u="none">
                <a:solidFill>
                  <a:schemeClr val="dk2"/>
                </a:solidFill>
                <a:uFillTx/>
                <a:latin typeface="Calibri"/>
              </a:rPr>
              <a:t>Daten können nicht mehr per Input übergeben werden, da keine direkte Verwendung</a:t>
            </a:r>
            <a:endParaRPr b="0" lang="de-DE" sz="900" strike="noStrike" u="none">
              <a:solidFill>
                <a:srgbClr val="000000"/>
              </a:solidFill>
              <a:uFillTx/>
              <a:latin typeface="Arial"/>
            </a:endParaRPr>
          </a:p>
          <a:p>
            <a:pPr lvl="1" marL="685800" indent="-228600" defTabSz="914400">
              <a:lnSpc>
                <a:spcPct val="90000"/>
              </a:lnSpc>
              <a:spcBef>
                <a:spcPts val="499"/>
              </a:spcBef>
              <a:buClr>
                <a:srgbClr val="44546a"/>
              </a:buClr>
              <a:buFont typeface="Arial"/>
              <a:buChar char="•"/>
            </a:pPr>
            <a:r>
              <a:rPr b="0" lang="de-DE" sz="900" strike="noStrike" u="none">
                <a:solidFill>
                  <a:schemeClr val="dk2"/>
                </a:solidFill>
                <a:uFillTx/>
                <a:latin typeface="Calibri"/>
              </a:rPr>
              <a:t>Lade in CustomerListComponent#ngOnInit die Daten vom Service</a:t>
            </a:r>
            <a:endParaRPr b="0" lang="de-DE" sz="900" strike="noStrike" u="none">
              <a:solidFill>
                <a:srgbClr val="000000"/>
              </a:solidFill>
              <a:uFillTx/>
              <a:latin typeface="Arial"/>
            </a:endParaRPr>
          </a:p>
          <a:p>
            <a:pPr lvl="1" marL="685800" indent="-228600" defTabSz="914400">
              <a:lnSpc>
                <a:spcPct val="90000"/>
              </a:lnSpc>
              <a:spcBef>
                <a:spcPts val="499"/>
              </a:spcBef>
              <a:buClr>
                <a:srgbClr val="44546a"/>
              </a:buClr>
              <a:buFont typeface="Arial"/>
              <a:buChar char="•"/>
            </a:pPr>
            <a:r>
              <a:rPr b="0" lang="de-DE" sz="900" strike="noStrike" u="none">
                <a:solidFill>
                  <a:schemeClr val="dk2"/>
                </a:solidFill>
                <a:uFillTx/>
                <a:latin typeface="Calibri"/>
              </a:rPr>
              <a:t>Implementiere CustomerListComponent#ngOnDestroy um die Subscription zu löschen</a:t>
            </a:r>
            <a:endParaRPr b="0" lang="de-DE" sz="900" strike="noStrike" u="none">
              <a:solidFill>
                <a:srgbClr val="000000"/>
              </a:solidFill>
              <a:uFillTx/>
              <a:latin typeface="Arial"/>
            </a:endParaRPr>
          </a:p>
          <a:p>
            <a:pPr lvl="1" marL="685800" indent="-228600" defTabSz="914400">
              <a:lnSpc>
                <a:spcPct val="90000"/>
              </a:lnSpc>
              <a:spcBef>
                <a:spcPts val="499"/>
              </a:spcBef>
              <a:buClr>
                <a:srgbClr val="44546a"/>
              </a:buClr>
              <a:buFont typeface="Arial"/>
              <a:buChar char="•"/>
            </a:pPr>
            <a:r>
              <a:rPr b="0" lang="de-DE" sz="900" strike="noStrike" u="none">
                <a:solidFill>
                  <a:schemeClr val="dk2"/>
                </a:solidFill>
                <a:uFillTx/>
                <a:latin typeface="Calibri"/>
              </a:rPr>
              <a:t>Lösche das Laden der customers aus AppComponent</a:t>
            </a:r>
            <a:endParaRPr b="0" lang="de-DE" sz="900" strike="noStrike" u="none">
              <a:solidFill>
                <a:srgbClr val="000000"/>
              </a:solidFill>
              <a:uFillTx/>
              <a:latin typeface="Arial"/>
            </a:endParaRPr>
          </a:p>
          <a:p>
            <a:pPr indent="0" defTabSz="914400">
              <a:lnSpc>
                <a:spcPct val="90000"/>
              </a:lnSpc>
              <a:spcBef>
                <a:spcPts val="1001"/>
              </a:spcBef>
              <a:buNone/>
              <a:tabLst>
                <a:tab algn="l" pos="0"/>
              </a:tabLst>
            </a:pPr>
            <a:endParaRPr b="0" lang="de-DE" sz="900" strike="noStrike" u="none">
              <a:solidFill>
                <a:srgbClr val="000000"/>
              </a:solidFill>
              <a:uFillTx/>
              <a:latin typeface="Arial"/>
            </a:endParaRPr>
          </a:p>
        </p:txBody>
      </p:sp>
      <p:grpSp>
        <p:nvGrpSpPr>
          <p:cNvPr id="1030" name="Group 17">
            <a:extLst>
              <a:ext uri="{C183D7F6-B498-43B3-948B-1728B52AA6E4}">
                <adec:decorative xmlns:adec="http://schemas.microsoft.com/office/drawing/2017/decorative" val="1"/>
              </a:ext>
            </a:extLst>
          </p:cNvPr>
          <p:cNvGrpSpPr/>
          <p:nvPr/>
        </p:nvGrpSpPr>
        <p:grpSpPr>
          <a:xfrm>
            <a:off x="0" y="4681800"/>
            <a:ext cx="2897640" cy="2174400"/>
            <a:chOff x="0" y="4681800"/>
            <a:chExt cx="2897640" cy="2174400"/>
          </a:xfrm>
        </p:grpSpPr>
        <p:sp>
          <p:nvSpPr>
            <p:cNvPr id="1031" name="Freeform: Shape 18">
              <a:extLs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/>
            <p:nvPr/>
          </p:nvSpPr>
          <p:spPr>
            <a:xfrm flipV="1">
              <a:off x="360" y="4850280"/>
              <a:ext cx="2884680" cy="2005920"/>
            </a:xfrm>
            <a:custGeom>
              <a:avLst/>
              <a:gdLst>
                <a:gd name="textAreaLeft" fmla="*/ 0 w 2884680"/>
                <a:gd name="textAreaRight" fmla="*/ 2885760 w 2884680"/>
                <a:gd name="textAreaTop" fmla="*/ 720 h 2005920"/>
                <a:gd name="textAreaBottom" fmla="*/ 2007720 h 2005920"/>
              </a:gdLst>
              <a:ahLst/>
              <a:rect l="textAreaLeft" t="textAreaTop" r="textAreaRight" b="textAreaBottom"/>
              <a:pathLst>
                <a:path w="3815424" h="2653659">
                  <a:moveTo>
                    <a:pt x="3203055" y="0"/>
                  </a:moveTo>
                  <a:lnTo>
                    <a:pt x="3815424" y="0"/>
                  </a:lnTo>
                  <a:lnTo>
                    <a:pt x="3801025" y="214243"/>
                  </a:lnTo>
                  <a:cubicBezTo>
                    <a:pt x="3616317" y="1584467"/>
                    <a:pt x="2091637" y="2653659"/>
                    <a:pt x="587142" y="2653659"/>
                  </a:cubicBezTo>
                  <a:cubicBezTo>
                    <a:pt x="400192" y="2653659"/>
                    <a:pt x="222112" y="2636953"/>
                    <a:pt x="53389" y="2605041"/>
                  </a:cubicBezTo>
                  <a:lnTo>
                    <a:pt x="0" y="2593136"/>
                  </a:lnTo>
                  <a:lnTo>
                    <a:pt x="0" y="1994836"/>
                  </a:lnTo>
                  <a:lnTo>
                    <a:pt x="159710" y="2035054"/>
                  </a:lnTo>
                  <a:cubicBezTo>
                    <a:pt x="295467" y="2061726"/>
                    <a:pt x="438268" y="2075152"/>
                    <a:pt x="587142" y="2075152"/>
                  </a:cubicBezTo>
                  <a:cubicBezTo>
                    <a:pt x="901731" y="2075152"/>
                    <a:pt x="1234490" y="2014697"/>
                    <a:pt x="1549283" y="1900153"/>
                  </a:cubicBezTo>
                  <a:cubicBezTo>
                    <a:pt x="1860709" y="1786959"/>
                    <a:pt x="2157231" y="1620350"/>
                    <a:pt x="2406698" y="1418450"/>
                  </a:cubicBezTo>
                  <a:cubicBezTo>
                    <a:pt x="2655859" y="1216840"/>
                    <a:pt x="2859596" y="978302"/>
                    <a:pt x="2996069" y="728678"/>
                  </a:cubicBezTo>
                  <a:cubicBezTo>
                    <a:pt x="3101178" y="536396"/>
                    <a:pt x="3167417" y="338366"/>
                    <a:pt x="3193967" y="137719"/>
                  </a:cubicBezTo>
                  <a:close/>
                </a:path>
              </a:pathLst>
            </a:custGeom>
            <a:gradFill rotWithShape="0">
              <a:gsLst>
                <a:gs pos="2000">
                  <a:srgbClr val="ffffff">
                    <a:alpha val="10000"/>
                  </a:srgbClr>
                </a:gs>
                <a:gs pos="16000">
                  <a:srgbClr val="f19d19">
                    <a:alpha val="10000"/>
                  </a:srgbClr>
                </a:gs>
                <a:gs pos="85000">
                  <a:srgbClr val="1d9a78">
                    <a:alpha val="10000"/>
                  </a:srgbClr>
                </a:gs>
                <a:gs pos="100000">
                  <a:srgbClr val="ffffff">
                    <a:alpha val="10000"/>
                  </a:srgbClr>
                </a:gs>
              </a:gsLst>
              <a:lin ang="9600000"/>
            </a:gra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/>
          </p:style>
          <p:txBody>
            <a:bodyPr lIns="90000" rIns="90000" tIns="45000" bIns="45000" anchor="ctr">
              <a:noAutofit/>
            </a:bodyPr>
            <a:p>
              <a:pPr algn="ctr" defTabSz="914400">
                <a:lnSpc>
                  <a:spcPct val="100000"/>
                </a:lnSpc>
              </a:pPr>
              <a:endParaRPr b="0" lang="en-US" sz="1800" strike="noStrike" u="none">
                <a:solidFill>
                  <a:schemeClr val="lt1"/>
                </a:solidFill>
                <a:uFillTx/>
                <a:latin typeface="Calibri"/>
              </a:endParaRPr>
            </a:p>
          </p:txBody>
        </p:sp>
        <p:sp>
          <p:nvSpPr>
            <p:cNvPr id="1032" name="Freeform: Shape 19">
              <a:extLs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/>
            <p:nvPr/>
          </p:nvSpPr>
          <p:spPr>
            <a:xfrm flipV="1">
              <a:off x="360" y="4850280"/>
              <a:ext cx="2884680" cy="2005920"/>
            </a:xfrm>
            <a:custGeom>
              <a:avLst/>
              <a:gdLst>
                <a:gd name="textAreaLeft" fmla="*/ 0 w 2884680"/>
                <a:gd name="textAreaRight" fmla="*/ 2885760 w 2884680"/>
                <a:gd name="textAreaTop" fmla="*/ 720 h 2005920"/>
                <a:gd name="textAreaBottom" fmla="*/ 2007720 h 2005920"/>
              </a:gdLst>
              <a:ahLst/>
              <a:rect l="textAreaLeft" t="textAreaTop" r="textAreaRight" b="textAreaBottom"/>
              <a:pathLst>
                <a:path w="3815424" h="2653660">
                  <a:moveTo>
                    <a:pt x="3305038" y="0"/>
                  </a:moveTo>
                  <a:lnTo>
                    <a:pt x="3815424" y="0"/>
                  </a:lnTo>
                  <a:lnTo>
                    <a:pt x="3801025" y="214244"/>
                  </a:lnTo>
                  <a:cubicBezTo>
                    <a:pt x="3616317" y="1584467"/>
                    <a:pt x="2091637" y="2653660"/>
                    <a:pt x="587142" y="2653660"/>
                  </a:cubicBezTo>
                  <a:cubicBezTo>
                    <a:pt x="400192" y="2653660"/>
                    <a:pt x="222112" y="2636954"/>
                    <a:pt x="53389" y="2605042"/>
                  </a:cubicBezTo>
                  <a:lnTo>
                    <a:pt x="0" y="2593137"/>
                  </a:lnTo>
                  <a:lnTo>
                    <a:pt x="0" y="2094444"/>
                  </a:lnTo>
                  <a:lnTo>
                    <a:pt x="137675" y="2129195"/>
                  </a:lnTo>
                  <a:cubicBezTo>
                    <a:pt x="280616" y="2157374"/>
                    <a:pt x="430766" y="2171571"/>
                    <a:pt x="587142" y="2171571"/>
                  </a:cubicBezTo>
                  <a:cubicBezTo>
                    <a:pt x="918879" y="2171571"/>
                    <a:pt x="1254904" y="2110634"/>
                    <a:pt x="1585826" y="1990112"/>
                  </a:cubicBezTo>
                  <a:cubicBezTo>
                    <a:pt x="1908071" y="1873061"/>
                    <a:pt x="2214800" y="1700666"/>
                    <a:pt x="2473046" y="1491633"/>
                  </a:cubicBezTo>
                  <a:cubicBezTo>
                    <a:pt x="2735782" y="1279031"/>
                    <a:pt x="2942276" y="1037118"/>
                    <a:pt x="3086710" y="772838"/>
                  </a:cubicBezTo>
                  <a:cubicBezTo>
                    <a:pt x="3197408" y="570216"/>
                    <a:pt x="3267226" y="361248"/>
                    <a:pt x="3295217" y="149229"/>
                  </a:cubicBezTo>
                  <a:close/>
                </a:path>
              </a:pathLst>
            </a:custGeom>
            <a:gradFill rotWithShape="0">
              <a:gsLst>
                <a:gs pos="2000">
                  <a:srgbClr val="ffffff">
                    <a:alpha val="10000"/>
                  </a:srgbClr>
                </a:gs>
                <a:gs pos="16000">
                  <a:srgbClr val="f19d19">
                    <a:alpha val="10000"/>
                  </a:srgbClr>
                </a:gs>
                <a:gs pos="85000">
                  <a:srgbClr val="1d9a78">
                    <a:alpha val="10000"/>
                  </a:srgbClr>
                </a:gs>
                <a:gs pos="100000">
                  <a:srgbClr val="ffffff">
                    <a:alpha val="10000"/>
                  </a:srgbClr>
                </a:gs>
              </a:gsLst>
              <a:lin ang="9600000"/>
            </a:gra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/>
          </p:style>
          <p:txBody>
            <a:bodyPr lIns="90000" rIns="90000" tIns="45000" bIns="45000" anchor="ctr">
              <a:noAutofit/>
            </a:bodyPr>
            <a:p>
              <a:pPr algn="ctr" defTabSz="914400">
                <a:lnSpc>
                  <a:spcPct val="100000"/>
                </a:lnSpc>
              </a:pPr>
              <a:endParaRPr b="0" lang="en-US" sz="1800" strike="noStrike" u="none">
                <a:solidFill>
                  <a:schemeClr val="lt1"/>
                </a:solidFill>
                <a:uFillTx/>
                <a:latin typeface="Calibri"/>
              </a:endParaRPr>
            </a:p>
          </p:txBody>
        </p:sp>
        <p:sp>
          <p:nvSpPr>
            <p:cNvPr id="1033" name="Freeform: Shape 20">
              <a:extLs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/>
            <p:nvPr/>
          </p:nvSpPr>
          <p:spPr>
            <a:xfrm flipV="1">
              <a:off x="0" y="4832640"/>
              <a:ext cx="2885040" cy="2022840"/>
            </a:xfrm>
            <a:custGeom>
              <a:avLst/>
              <a:gdLst>
                <a:gd name="textAreaLeft" fmla="*/ 0 w 2885040"/>
                <a:gd name="textAreaRight" fmla="*/ 2886120 w 2885040"/>
                <a:gd name="textAreaTop" fmla="*/ -720 h 2022840"/>
                <a:gd name="textAreaBottom" fmla="*/ 2023200 h 2022840"/>
              </a:gdLst>
              <a:ahLst/>
              <a:rect l="textAreaLeft" t="textAreaTop" r="textAreaRight" b="textAreaBottom"/>
              <a:pathLst>
                <a:path w="3815986" h="2675935">
                  <a:moveTo>
                    <a:pt x="3648768" y="0"/>
                  </a:moveTo>
                  <a:lnTo>
                    <a:pt x="3815986" y="0"/>
                  </a:lnTo>
                  <a:lnTo>
                    <a:pt x="3804695" y="200084"/>
                  </a:lnTo>
                  <a:cubicBezTo>
                    <a:pt x="3795228" y="285751"/>
                    <a:pt x="3781167" y="371032"/>
                    <a:pt x="3762590" y="455543"/>
                  </a:cubicBezTo>
                  <a:cubicBezTo>
                    <a:pt x="3725537" y="624467"/>
                    <a:pt x="3668784" y="790112"/>
                    <a:pt x="3592332" y="947274"/>
                  </a:cubicBezTo>
                  <a:cubicBezTo>
                    <a:pt x="3438712" y="1261596"/>
                    <a:pt x="3216091" y="1542847"/>
                    <a:pt x="2953967" y="1782349"/>
                  </a:cubicBezTo>
                  <a:cubicBezTo>
                    <a:pt x="2822599" y="1902099"/>
                    <a:pt x="2680615" y="2011341"/>
                    <a:pt x="2530669" y="2109494"/>
                  </a:cubicBezTo>
                  <a:cubicBezTo>
                    <a:pt x="2380520" y="2207551"/>
                    <a:pt x="2222510" y="2294906"/>
                    <a:pt x="2057561" y="2369245"/>
                  </a:cubicBezTo>
                  <a:cubicBezTo>
                    <a:pt x="1727252" y="2516859"/>
                    <a:pt x="1371629" y="2614434"/>
                    <a:pt x="1007330" y="2655701"/>
                  </a:cubicBezTo>
                  <a:cubicBezTo>
                    <a:pt x="916281" y="2665873"/>
                    <a:pt x="824568" y="2672188"/>
                    <a:pt x="732765" y="2674696"/>
                  </a:cubicBezTo>
                  <a:cubicBezTo>
                    <a:pt x="640963" y="2677203"/>
                    <a:pt x="549072" y="2675901"/>
                    <a:pt x="457666" y="2670839"/>
                  </a:cubicBezTo>
                  <a:cubicBezTo>
                    <a:pt x="366106" y="2665584"/>
                    <a:pt x="274572" y="2656521"/>
                    <a:pt x="183574" y="2643312"/>
                  </a:cubicBezTo>
                  <a:lnTo>
                    <a:pt x="0" y="2607798"/>
                  </a:lnTo>
                  <a:lnTo>
                    <a:pt x="0" y="2356652"/>
                  </a:lnTo>
                  <a:lnTo>
                    <a:pt x="222195" y="2396940"/>
                  </a:lnTo>
                  <a:cubicBezTo>
                    <a:pt x="304990" y="2407980"/>
                    <a:pt x="388511" y="2415283"/>
                    <a:pt x="472364" y="2419092"/>
                  </a:cubicBezTo>
                  <a:cubicBezTo>
                    <a:pt x="640376" y="2427095"/>
                    <a:pt x="808184" y="2421791"/>
                    <a:pt x="974972" y="2402122"/>
                  </a:cubicBezTo>
                  <a:cubicBezTo>
                    <a:pt x="1141658" y="2382358"/>
                    <a:pt x="1306812" y="2349286"/>
                    <a:pt x="1468292" y="2304162"/>
                  </a:cubicBezTo>
                  <a:cubicBezTo>
                    <a:pt x="1629874" y="2259231"/>
                    <a:pt x="1787475" y="2201091"/>
                    <a:pt x="1940176" y="2133695"/>
                  </a:cubicBezTo>
                  <a:cubicBezTo>
                    <a:pt x="2246498" y="2000349"/>
                    <a:pt x="2532507" y="1823520"/>
                    <a:pt x="2783403" y="1609954"/>
                  </a:cubicBezTo>
                  <a:cubicBezTo>
                    <a:pt x="2908442" y="1502833"/>
                    <a:pt x="3024295" y="1385975"/>
                    <a:pt x="3128104" y="1260439"/>
                  </a:cubicBezTo>
                  <a:cubicBezTo>
                    <a:pt x="3232116" y="1135096"/>
                    <a:pt x="3323881" y="1000689"/>
                    <a:pt x="3400639" y="859052"/>
                  </a:cubicBezTo>
                  <a:cubicBezTo>
                    <a:pt x="3477399" y="717510"/>
                    <a:pt x="3541296" y="569316"/>
                    <a:pt x="3585595" y="415336"/>
                  </a:cubicBezTo>
                  <a:cubicBezTo>
                    <a:pt x="3607796" y="338540"/>
                    <a:pt x="3624638" y="260224"/>
                    <a:pt x="3635918" y="181137"/>
                  </a:cubicBezTo>
                  <a:close/>
                </a:path>
              </a:pathLst>
            </a:custGeom>
            <a:gradFill rotWithShape="0">
              <a:gsLst>
                <a:gs pos="2000">
                  <a:srgbClr val="ffffff">
                    <a:alpha val="10000"/>
                  </a:srgbClr>
                </a:gs>
                <a:gs pos="16000">
                  <a:srgbClr val="f19d19">
                    <a:alpha val="10000"/>
                  </a:srgbClr>
                </a:gs>
                <a:gs pos="85000">
                  <a:srgbClr val="1d9a78">
                    <a:alpha val="10000"/>
                  </a:srgbClr>
                </a:gs>
                <a:gs pos="100000">
                  <a:srgbClr val="ffffff">
                    <a:alpha val="10000"/>
                  </a:srgbClr>
                </a:gs>
              </a:gsLst>
              <a:lin ang="9600000"/>
            </a:gra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/>
          </p:style>
          <p:txBody>
            <a:bodyPr lIns="90000" rIns="90000" tIns="45000" bIns="45000" anchor="ctr">
              <a:noAutofit/>
            </a:bodyPr>
            <a:p>
              <a:pPr algn="ctr" defTabSz="914400">
                <a:lnSpc>
                  <a:spcPct val="100000"/>
                </a:lnSpc>
              </a:pPr>
              <a:endParaRPr b="0" lang="en-US" sz="1800" strike="noStrike" u="none">
                <a:solidFill>
                  <a:schemeClr val="lt1"/>
                </a:solidFill>
                <a:uFillTx/>
                <a:latin typeface="Calibri"/>
              </a:endParaRPr>
            </a:p>
          </p:txBody>
        </p:sp>
        <p:sp>
          <p:nvSpPr>
            <p:cNvPr id="1034" name="Freeform: Shape 21">
              <a:extLs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/>
            <p:nvPr/>
          </p:nvSpPr>
          <p:spPr>
            <a:xfrm flipV="1">
              <a:off x="360" y="4681800"/>
              <a:ext cx="2897280" cy="2174400"/>
            </a:xfrm>
            <a:custGeom>
              <a:avLst/>
              <a:gdLst>
                <a:gd name="textAreaLeft" fmla="*/ 0 w 2897280"/>
                <a:gd name="textAreaRight" fmla="*/ 2898360 w 2897280"/>
                <a:gd name="textAreaTop" fmla="*/ 720 h 2174400"/>
                <a:gd name="textAreaBottom" fmla="*/ 2176200 h 2174400"/>
              </a:gdLst>
              <a:ahLst/>
              <a:rect l="textAreaLeft" t="textAreaTop" r="textAreaRight" b="textAreaBottom"/>
              <a:pathLst>
                <a:path w="3832270" h="2876136">
                  <a:moveTo>
                    <a:pt x="3800718" y="0"/>
                  </a:moveTo>
                  <a:lnTo>
                    <a:pt x="3832270" y="0"/>
                  </a:lnTo>
                  <a:lnTo>
                    <a:pt x="3824562" y="143769"/>
                  </a:lnTo>
                  <a:cubicBezTo>
                    <a:pt x="3797131" y="409191"/>
                    <a:pt x="3730585" y="671345"/>
                    <a:pt x="3628155" y="922055"/>
                  </a:cubicBezTo>
                  <a:cubicBezTo>
                    <a:pt x="3593858" y="1005553"/>
                    <a:pt x="3556704" y="1088280"/>
                    <a:pt x="3514853" y="1169078"/>
                  </a:cubicBezTo>
                  <a:cubicBezTo>
                    <a:pt x="3473616" y="1250166"/>
                    <a:pt x="3428194" y="1329517"/>
                    <a:pt x="3379198" y="1407037"/>
                  </a:cubicBezTo>
                  <a:cubicBezTo>
                    <a:pt x="3281106" y="1561980"/>
                    <a:pt x="3169132" y="1710174"/>
                    <a:pt x="3043787" y="1848342"/>
                  </a:cubicBezTo>
                  <a:cubicBezTo>
                    <a:pt x="2980806" y="1917184"/>
                    <a:pt x="2915071" y="1984001"/>
                    <a:pt x="2845661" y="2047444"/>
                  </a:cubicBezTo>
                  <a:cubicBezTo>
                    <a:pt x="2828411" y="2063450"/>
                    <a:pt x="2811060" y="2079263"/>
                    <a:pt x="2793197" y="2094689"/>
                  </a:cubicBezTo>
                  <a:cubicBezTo>
                    <a:pt x="2775436" y="2110213"/>
                    <a:pt x="2757982" y="2126025"/>
                    <a:pt x="2739710" y="2140969"/>
                  </a:cubicBezTo>
                  <a:cubicBezTo>
                    <a:pt x="2703576" y="2171341"/>
                    <a:pt x="2666524" y="2200749"/>
                    <a:pt x="2629166" y="2229867"/>
                  </a:cubicBezTo>
                  <a:cubicBezTo>
                    <a:pt x="2479015" y="2345569"/>
                    <a:pt x="2316821" y="2448061"/>
                    <a:pt x="2145952" y="2535994"/>
                  </a:cubicBezTo>
                  <a:cubicBezTo>
                    <a:pt x="1804312" y="2711957"/>
                    <a:pt x="1424600" y="2826982"/>
                    <a:pt x="1034987" y="2863910"/>
                  </a:cubicBezTo>
                  <a:cubicBezTo>
                    <a:pt x="937762" y="2873167"/>
                    <a:pt x="839720" y="2877096"/>
                    <a:pt x="741909" y="2875939"/>
                  </a:cubicBezTo>
                  <a:cubicBezTo>
                    <a:pt x="644097" y="2874782"/>
                    <a:pt x="546515" y="2868539"/>
                    <a:pt x="450208" y="2857451"/>
                  </a:cubicBezTo>
                  <a:cubicBezTo>
                    <a:pt x="305520" y="2840674"/>
                    <a:pt x="162095" y="2813810"/>
                    <a:pt x="22215" y="2775923"/>
                  </a:cubicBezTo>
                  <a:lnTo>
                    <a:pt x="0" y="2769256"/>
                  </a:lnTo>
                  <a:lnTo>
                    <a:pt x="0" y="2590612"/>
                  </a:lnTo>
                  <a:lnTo>
                    <a:pt x="199046" y="2627410"/>
                  </a:lnTo>
                  <a:cubicBezTo>
                    <a:pt x="288321" y="2639209"/>
                    <a:pt x="378197" y="2646537"/>
                    <a:pt x="468174" y="2649670"/>
                  </a:cubicBezTo>
                  <a:cubicBezTo>
                    <a:pt x="648333" y="2656805"/>
                    <a:pt x="826655" y="2647163"/>
                    <a:pt x="1003650" y="2622480"/>
                  </a:cubicBezTo>
                  <a:cubicBezTo>
                    <a:pt x="1091943" y="2609658"/>
                    <a:pt x="1179725" y="2593747"/>
                    <a:pt x="1266489" y="2573982"/>
                  </a:cubicBezTo>
                  <a:cubicBezTo>
                    <a:pt x="1353250" y="2553927"/>
                    <a:pt x="1439298" y="2531076"/>
                    <a:pt x="1524223" y="2504657"/>
                  </a:cubicBezTo>
                  <a:cubicBezTo>
                    <a:pt x="1609149" y="2478336"/>
                    <a:pt x="1693052" y="2448833"/>
                    <a:pt x="1775731" y="2416243"/>
                  </a:cubicBezTo>
                  <a:cubicBezTo>
                    <a:pt x="1858309" y="2383557"/>
                    <a:pt x="1939764" y="2347882"/>
                    <a:pt x="2019789" y="2309412"/>
                  </a:cubicBezTo>
                  <a:cubicBezTo>
                    <a:pt x="2179839" y="2232567"/>
                    <a:pt x="2334583" y="2144923"/>
                    <a:pt x="2482486" y="2046962"/>
                  </a:cubicBezTo>
                  <a:cubicBezTo>
                    <a:pt x="2519334" y="2022376"/>
                    <a:pt x="2556081" y="1997403"/>
                    <a:pt x="2591908" y="1971371"/>
                  </a:cubicBezTo>
                  <a:cubicBezTo>
                    <a:pt x="2610077" y="1958644"/>
                    <a:pt x="2627838" y="1945434"/>
                    <a:pt x="2645702" y="1932321"/>
                  </a:cubicBezTo>
                  <a:cubicBezTo>
                    <a:pt x="2663666" y="1919305"/>
                    <a:pt x="2681325" y="1905903"/>
                    <a:pt x="2698779" y="1892309"/>
                  </a:cubicBezTo>
                  <a:cubicBezTo>
                    <a:pt x="2768903" y="1838025"/>
                    <a:pt x="2837496" y="1781717"/>
                    <a:pt x="2903537" y="1722516"/>
                  </a:cubicBezTo>
                  <a:cubicBezTo>
                    <a:pt x="3035926" y="1604501"/>
                    <a:pt x="3158720" y="1475784"/>
                    <a:pt x="3269061" y="1337327"/>
                  </a:cubicBezTo>
                  <a:cubicBezTo>
                    <a:pt x="3324182" y="1268099"/>
                    <a:pt x="3376341" y="1196461"/>
                    <a:pt x="3424928" y="1122508"/>
                  </a:cubicBezTo>
                  <a:cubicBezTo>
                    <a:pt x="3472697" y="1048170"/>
                    <a:pt x="3517814" y="972000"/>
                    <a:pt x="3557622" y="893226"/>
                  </a:cubicBezTo>
                  <a:cubicBezTo>
                    <a:pt x="3567931" y="873654"/>
                    <a:pt x="3577526" y="853791"/>
                    <a:pt x="3587019" y="833929"/>
                  </a:cubicBezTo>
                  <a:lnTo>
                    <a:pt x="3601310" y="804040"/>
                  </a:lnTo>
                  <a:lnTo>
                    <a:pt x="3614885" y="773861"/>
                  </a:lnTo>
                  <a:cubicBezTo>
                    <a:pt x="3623766" y="753709"/>
                    <a:pt x="3632748" y="733559"/>
                    <a:pt x="3640812" y="713022"/>
                  </a:cubicBezTo>
                  <a:cubicBezTo>
                    <a:pt x="3648876" y="692485"/>
                    <a:pt x="3657756" y="672236"/>
                    <a:pt x="3665105" y="651506"/>
                  </a:cubicBezTo>
                  <a:cubicBezTo>
                    <a:pt x="3696544" y="569166"/>
                    <a:pt x="3723185" y="485089"/>
                    <a:pt x="3744110" y="399567"/>
                  </a:cubicBezTo>
                  <a:cubicBezTo>
                    <a:pt x="3765341" y="314238"/>
                    <a:pt x="3781392" y="227654"/>
                    <a:pt x="3792123" y="140444"/>
                  </a:cubicBezTo>
                  <a:close/>
                </a:path>
              </a:pathLst>
            </a:custGeom>
            <a:gradFill rotWithShape="0">
              <a:gsLst>
                <a:gs pos="2000">
                  <a:srgbClr val="ffffff">
                    <a:alpha val="10000"/>
                  </a:srgbClr>
                </a:gs>
                <a:gs pos="16000">
                  <a:srgbClr val="f19d19">
                    <a:alpha val="10000"/>
                  </a:srgbClr>
                </a:gs>
                <a:gs pos="85000">
                  <a:srgbClr val="1d9a78">
                    <a:alpha val="10000"/>
                  </a:srgbClr>
                </a:gs>
                <a:gs pos="100000">
                  <a:srgbClr val="ffffff">
                    <a:alpha val="10000"/>
                  </a:srgbClr>
                </a:gs>
              </a:gsLst>
              <a:lin ang="9600000"/>
            </a:gra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/>
          </p:style>
          <p:txBody>
            <a:bodyPr lIns="90000" rIns="90000" tIns="45000" bIns="45000" anchor="ctr">
              <a:noAutofit/>
            </a:bodyPr>
            <a:p>
              <a:pPr algn="ctr" defTabSz="914400">
                <a:lnSpc>
                  <a:spcPct val="100000"/>
                </a:lnSpc>
              </a:pPr>
              <a:endParaRPr b="0" lang="en-US" sz="1800" strike="noStrike" u="none">
                <a:solidFill>
                  <a:schemeClr val="lt1"/>
                </a:solidFill>
                <a:uFillTx/>
                <a:latin typeface="Calibri"/>
              </a:endParaRPr>
            </a:p>
          </p:txBody>
        </p:sp>
      </p:grp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204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35" name="PlaceHolder 1"/>
          <p:cNvSpPr>
            <a:spLocks noGrp="1"/>
          </p:cNvSpPr>
          <p:nvPr>
            <p:ph type="title"/>
          </p:nvPr>
        </p:nvSpPr>
        <p:spPr>
          <a:xfrm>
            <a:off x="838080" y="365040"/>
            <a:ext cx="10514520" cy="132444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ctr">
            <a:noAutofit/>
          </a:bodyPr>
          <a:p>
            <a:pPr indent="0" defTabSz="914400">
              <a:lnSpc>
                <a:spcPct val="90000"/>
              </a:lnSpc>
              <a:buNone/>
              <a:tabLst>
                <a:tab algn="l" pos="0"/>
              </a:tabLst>
            </a:pPr>
            <a:r>
              <a:rPr b="0" lang="de-DE" sz="4400" strike="noStrike" u="none">
                <a:solidFill>
                  <a:schemeClr val="dk1"/>
                </a:solidFill>
                <a:uFillTx/>
                <a:latin typeface="Calibri Light"/>
              </a:rPr>
              <a:t>Pfadparameter für dynamische Information</a:t>
            </a:r>
            <a:endParaRPr b="0" lang="de-DE" sz="4400" strike="noStrike" u="none">
              <a:solidFill>
                <a:srgbClr val="000000"/>
              </a:solidFill>
              <a:uFillTx/>
              <a:latin typeface="Arial"/>
            </a:endParaRPr>
          </a:p>
        </p:txBody>
      </p:sp>
      <p:graphicFrame>
        <p:nvGraphicFramePr>
          <p:cNvPr id="12" name="Diagram12"/>
          <p:cNvGraphicFramePr/>
          <p:nvPr>
            <p:extLst>
              <p:ext uri="{D42A27DB-BD31-4B8C-83A1-F6EECF244321}">
                <p14:modId xmlns:p14="http://schemas.microsoft.com/office/powerpoint/2010/main" val="2037219982"/>
              </p:ext>
            </p:extLst>
          </p:nvPr>
        </p:nvGraphicFramePr>
        <p:xfrm>
          <a:off x="838080" y="1825560"/>
          <a:ext cx="10514520" cy="4350240"/>
        </p:xfrm>
        <a:graphic>
          <a:graphicData uri="http://schemas.openxmlformats.org/drawingml/2006/diagram">
            <dgm:relIds xmlns:dgm="http://schemas.openxmlformats.org/drawingml/2006/diagram" xmlns:r="http://schemas.openxmlformats.org/officeDocument/2006/relationships" r:dm="rId1" r:lo="rId2" r:qs="rId3" r:cs="rId4"/>
          </a:graphicData>
        </a:graphic>
      </p:graphicFrame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205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36" name="PlaceHolder 1"/>
          <p:cNvSpPr>
            <a:spLocks noGrp="1"/>
          </p:cNvSpPr>
          <p:nvPr>
            <p:ph type="title"/>
          </p:nvPr>
        </p:nvSpPr>
        <p:spPr>
          <a:xfrm>
            <a:off x="838080" y="365040"/>
            <a:ext cx="10514520" cy="132444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ctr">
            <a:noAutofit/>
          </a:bodyPr>
          <a:p>
            <a:pPr indent="0" defTabSz="914400">
              <a:lnSpc>
                <a:spcPct val="90000"/>
              </a:lnSpc>
              <a:buNone/>
              <a:tabLst>
                <a:tab algn="l" pos="0"/>
              </a:tabLst>
            </a:pPr>
            <a:r>
              <a:rPr b="0" lang="de-DE" sz="4400" strike="noStrike" u="none">
                <a:solidFill>
                  <a:schemeClr val="dk1"/>
                </a:solidFill>
                <a:uFillTx/>
                <a:latin typeface="Calibri Light"/>
              </a:rPr>
              <a:t>Beispiel Pfadparameter</a:t>
            </a:r>
            <a:endParaRPr b="0" lang="de-DE" sz="4400" strike="noStrike" u="none">
              <a:solidFill>
                <a:srgbClr val="000000"/>
              </a:solidFill>
              <a:uFillTx/>
              <a:latin typeface="Arial"/>
            </a:endParaRPr>
          </a:p>
        </p:txBody>
      </p:sp>
      <p:sp>
        <p:nvSpPr>
          <p:cNvPr id="1037" name="PlaceHolder 2"/>
          <p:cNvSpPr>
            <a:spLocks noGrp="1"/>
          </p:cNvSpPr>
          <p:nvPr>
            <p:ph/>
          </p:nvPr>
        </p:nvSpPr>
        <p:spPr>
          <a:xfrm>
            <a:off x="838080" y="1825560"/>
            <a:ext cx="10514520" cy="435024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t">
            <a:noAutofit/>
          </a:bodyPr>
          <a:p>
            <a:pPr indent="0" defTabSz="914400">
              <a:lnSpc>
                <a:spcPct val="90000"/>
              </a:lnSpc>
              <a:spcBef>
                <a:spcPts val="1001"/>
              </a:spcBef>
              <a:buNone/>
              <a:tabLst>
                <a:tab algn="l" pos="0"/>
              </a:tabLst>
            </a:pPr>
            <a:r>
              <a:rPr b="0" lang="de-DE" sz="2800" strike="noStrike" u="none">
                <a:solidFill>
                  <a:srgbClr val="93a1a1"/>
                </a:solidFill>
                <a:uFillTx/>
                <a:latin typeface="SourceCodePro"/>
              </a:rPr>
              <a:t>{</a:t>
            </a:r>
            <a:endParaRPr b="0" lang="de-DE" sz="2800" strike="noStrike" u="none">
              <a:solidFill>
                <a:srgbClr val="000000"/>
              </a:solidFill>
              <a:uFillTx/>
              <a:latin typeface="Arial"/>
            </a:endParaRPr>
          </a:p>
          <a:p>
            <a:pPr marL="457200" indent="0" defTabSz="914400">
              <a:lnSpc>
                <a:spcPct val="90000"/>
              </a:lnSpc>
              <a:spcBef>
                <a:spcPts val="499"/>
              </a:spcBef>
              <a:buNone/>
              <a:tabLst>
                <a:tab algn="l" pos="0"/>
              </a:tabLst>
            </a:pPr>
            <a:r>
              <a:rPr b="0" lang="de-DE" sz="2400" strike="noStrike" u="none">
                <a:solidFill>
                  <a:srgbClr val="48484c"/>
                </a:solidFill>
                <a:uFillTx/>
                <a:latin typeface="SourceCodePro"/>
              </a:rPr>
              <a:t>path</a:t>
            </a:r>
            <a:r>
              <a:rPr b="0" lang="de-DE" sz="2400" strike="noStrike" u="none">
                <a:solidFill>
                  <a:srgbClr val="93a1a1"/>
                </a:solidFill>
                <a:uFillTx/>
                <a:latin typeface="SourceCodePro"/>
              </a:rPr>
              <a:t>:</a:t>
            </a:r>
            <a:r>
              <a:rPr b="0" lang="de-DE" sz="2400" strike="noStrike" u="none">
                <a:solidFill>
                  <a:srgbClr val="48484c"/>
                </a:solidFill>
                <a:uFillTx/>
                <a:latin typeface="SourceCodePro"/>
              </a:rPr>
              <a:t> </a:t>
            </a:r>
            <a:r>
              <a:rPr b="0" lang="de-DE" sz="2400" strike="noStrike" u="none">
                <a:solidFill>
                  <a:srgbClr val="dd1144"/>
                </a:solidFill>
                <a:uFillTx/>
                <a:latin typeface="SourceCodePro"/>
              </a:rPr>
              <a:t>'artist/:id'</a:t>
            </a:r>
            <a:r>
              <a:rPr b="0" lang="de-DE" sz="2400" strike="noStrike" u="none">
                <a:solidFill>
                  <a:srgbClr val="93a1a1"/>
                </a:solidFill>
                <a:uFillTx/>
                <a:latin typeface="SourceCodePro"/>
              </a:rPr>
              <a:t>,</a:t>
            </a:r>
            <a:endParaRPr b="0" lang="de-DE" sz="2400" strike="noStrike" u="none">
              <a:solidFill>
                <a:srgbClr val="000000"/>
              </a:solidFill>
              <a:uFillTx/>
              <a:latin typeface="Arial"/>
            </a:endParaRPr>
          </a:p>
          <a:p>
            <a:pPr marL="457200" indent="0" defTabSz="914400">
              <a:lnSpc>
                <a:spcPct val="90000"/>
              </a:lnSpc>
              <a:spcBef>
                <a:spcPts val="499"/>
              </a:spcBef>
              <a:buNone/>
              <a:tabLst>
                <a:tab algn="l" pos="0"/>
              </a:tabLst>
            </a:pPr>
            <a:r>
              <a:rPr b="0" lang="de-DE" sz="2400" strike="noStrike" u="none">
                <a:solidFill>
                  <a:srgbClr val="48484c"/>
                </a:solidFill>
                <a:uFillTx/>
                <a:latin typeface="SourceCodePro"/>
              </a:rPr>
              <a:t>component</a:t>
            </a:r>
            <a:r>
              <a:rPr b="0" lang="de-DE" sz="2400" strike="noStrike" u="none">
                <a:solidFill>
                  <a:srgbClr val="93a1a1"/>
                </a:solidFill>
                <a:uFillTx/>
                <a:latin typeface="SourceCodePro"/>
              </a:rPr>
              <a:t>:</a:t>
            </a:r>
            <a:r>
              <a:rPr b="0" lang="de-DE" sz="2400" strike="noStrike" u="none">
                <a:solidFill>
                  <a:srgbClr val="48484c"/>
                </a:solidFill>
                <a:uFillTx/>
                <a:latin typeface="SourceCodePro"/>
              </a:rPr>
              <a:t> </a:t>
            </a:r>
            <a:r>
              <a:rPr b="0" lang="de-DE" sz="2400" strike="noStrike" u="none">
                <a:solidFill>
                  <a:srgbClr val="008080"/>
                </a:solidFill>
                <a:uFillTx/>
                <a:latin typeface="SourceCodePro"/>
              </a:rPr>
              <a:t>ArtistDetailsComponent</a:t>
            </a:r>
            <a:endParaRPr b="0" lang="de-DE" sz="2400" strike="noStrike" u="none">
              <a:solidFill>
                <a:srgbClr val="000000"/>
              </a:solidFill>
              <a:uFillTx/>
              <a:latin typeface="Arial"/>
            </a:endParaRPr>
          </a:p>
          <a:p>
            <a:pPr marL="457200" indent="0" defTabSz="914400">
              <a:lnSpc>
                <a:spcPct val="90000"/>
              </a:lnSpc>
              <a:spcBef>
                <a:spcPts val="1001"/>
              </a:spcBef>
              <a:buNone/>
              <a:tabLst>
                <a:tab algn="l" pos="0"/>
              </a:tabLst>
            </a:pPr>
            <a:r>
              <a:rPr b="0" lang="de-DE" sz="2800" strike="noStrike" u="none">
                <a:solidFill>
                  <a:srgbClr val="93a1a1"/>
                </a:solidFill>
                <a:uFillTx/>
                <a:latin typeface="SourceCodePro"/>
              </a:rPr>
              <a:t>}</a:t>
            </a:r>
            <a:endParaRPr b="0" lang="de-DE" sz="2800" strike="noStrike" u="none">
              <a:solidFill>
                <a:srgbClr val="000000"/>
              </a:solidFill>
              <a:uFillTx/>
              <a:latin typeface="Arial"/>
            </a:endParaRPr>
          </a:p>
          <a:p>
            <a:pPr marL="457200" indent="0" defTabSz="914400">
              <a:lnSpc>
                <a:spcPct val="90000"/>
              </a:lnSpc>
              <a:spcBef>
                <a:spcPts val="1001"/>
              </a:spcBef>
              <a:buNone/>
              <a:tabLst>
                <a:tab algn="l" pos="0"/>
              </a:tabLst>
            </a:pPr>
            <a:endParaRPr b="0" lang="de-DE" sz="2800" strike="noStrike" u="none">
              <a:solidFill>
                <a:srgbClr val="000000"/>
              </a:solidFill>
              <a:uFillTx/>
              <a:latin typeface="Arial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206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38" name="PlaceHolder 1"/>
          <p:cNvSpPr>
            <a:spLocks noGrp="1"/>
          </p:cNvSpPr>
          <p:nvPr>
            <p:ph type="title"/>
          </p:nvPr>
        </p:nvSpPr>
        <p:spPr>
          <a:xfrm>
            <a:off x="838080" y="365040"/>
            <a:ext cx="10514520" cy="132444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ctr">
            <a:noAutofit/>
          </a:bodyPr>
          <a:p>
            <a:pPr indent="0" defTabSz="914400">
              <a:lnSpc>
                <a:spcPct val="90000"/>
              </a:lnSpc>
              <a:buNone/>
              <a:tabLst>
                <a:tab algn="l" pos="0"/>
              </a:tabLst>
            </a:pPr>
            <a:r>
              <a:rPr b="0" lang="de-DE" sz="4400" strike="noStrike" u="none">
                <a:solidFill>
                  <a:schemeClr val="dk1"/>
                </a:solidFill>
                <a:uFillTx/>
                <a:latin typeface="Calibri Light"/>
              </a:rPr>
              <a:t>Details zu den Routen</a:t>
            </a:r>
            <a:endParaRPr b="0" lang="de-DE" sz="4400" strike="noStrike" u="none">
              <a:solidFill>
                <a:srgbClr val="000000"/>
              </a:solidFill>
              <a:uFillTx/>
              <a:latin typeface="Arial"/>
            </a:endParaRPr>
          </a:p>
        </p:txBody>
      </p:sp>
      <p:sp>
        <p:nvSpPr>
          <p:cNvPr id="1039" name="PlaceHolder 2"/>
          <p:cNvSpPr>
            <a:spLocks noGrp="1"/>
          </p:cNvSpPr>
          <p:nvPr>
            <p:ph/>
          </p:nvPr>
        </p:nvSpPr>
        <p:spPr>
          <a:xfrm>
            <a:off x="1775520" y="1196640"/>
            <a:ext cx="8534160" cy="508932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t">
            <a:noAutofit/>
          </a:bodyPr>
          <a:p>
            <a:pPr marL="228600" indent="-228600" defTabSz="914400">
              <a:lnSpc>
                <a:spcPct val="90000"/>
              </a:lnSpc>
              <a:spcBef>
                <a:spcPts val="1001"/>
              </a:spcBef>
              <a:buClr>
                <a:srgbClr val="000000"/>
              </a:buClr>
              <a:buFont typeface="Arial"/>
              <a:buChar char="•"/>
            </a:pPr>
            <a:r>
              <a:rPr b="0" lang="de-DE" sz="2800" strike="noStrike" u="none">
                <a:solidFill>
                  <a:schemeClr val="dk1"/>
                </a:solidFill>
                <a:uFillTx/>
                <a:latin typeface="Calibri"/>
              </a:rPr>
              <a:t>Die  </a:t>
            </a:r>
            <a:r>
              <a:rPr b="0" lang="de-DE" sz="2800" strike="noStrike" u="none">
                <a:solidFill>
                  <a:schemeClr val="dk1"/>
                </a:solidFill>
                <a:uFillTx/>
                <a:latin typeface="Courier New"/>
              </a:rPr>
              <a:t>ActivatedRoute</a:t>
            </a:r>
            <a:r>
              <a:rPr b="0" lang="de-DE" sz="2800" strike="noStrike" u="none">
                <a:solidFill>
                  <a:schemeClr val="dk1"/>
                </a:solidFill>
                <a:uFillTx/>
                <a:latin typeface="Calibri"/>
              </a:rPr>
              <a:t> kann in eine Component injiziert werden und liefert Zugriff auf die Routen-Definition, die zum Aufruf geführt hat</a:t>
            </a:r>
            <a:endParaRPr b="0" lang="de-DE" sz="2800" strike="noStrike" u="none">
              <a:solidFill>
                <a:srgbClr val="000000"/>
              </a:solidFill>
              <a:uFillTx/>
              <a:latin typeface="Arial"/>
            </a:endParaRPr>
          </a:p>
          <a:p>
            <a:pPr lvl="1" marL="685800" indent="-228600" defTabSz="914400">
              <a:lnSpc>
                <a:spcPct val="90000"/>
              </a:lnSpc>
              <a:spcBef>
                <a:spcPts val="499"/>
              </a:spcBef>
              <a:buClr>
                <a:srgbClr val="000000"/>
              </a:buClr>
              <a:buFont typeface="Arial"/>
              <a:buChar char="•"/>
            </a:pPr>
            <a:r>
              <a:rPr b="0" lang="de-DE" sz="2400" strike="noStrike" u="none">
                <a:solidFill>
                  <a:schemeClr val="dk1"/>
                </a:solidFill>
                <a:uFillTx/>
                <a:latin typeface="Courier New"/>
              </a:rPr>
              <a:t>url</a:t>
            </a:r>
            <a:endParaRPr b="0" lang="de-DE" sz="2400" strike="noStrike" u="none">
              <a:solidFill>
                <a:srgbClr val="000000"/>
              </a:solidFill>
              <a:uFillTx/>
              <a:latin typeface="Arial"/>
            </a:endParaRPr>
          </a:p>
          <a:p>
            <a:pPr lvl="1" marL="685800" indent="-228600" defTabSz="914400">
              <a:lnSpc>
                <a:spcPct val="90000"/>
              </a:lnSpc>
              <a:spcBef>
                <a:spcPts val="499"/>
              </a:spcBef>
              <a:buClr>
                <a:srgbClr val="000000"/>
              </a:buClr>
              <a:buFont typeface="Arial"/>
              <a:buChar char="•"/>
            </a:pPr>
            <a:r>
              <a:rPr b="0" lang="de-DE" sz="2400" strike="noStrike" u="none">
                <a:solidFill>
                  <a:schemeClr val="dk1"/>
                </a:solidFill>
                <a:uFillTx/>
                <a:latin typeface="Courier New"/>
              </a:rPr>
              <a:t>paramMap</a:t>
            </a:r>
            <a:endParaRPr b="0" lang="de-DE" sz="2400" strike="noStrike" u="none">
              <a:solidFill>
                <a:srgbClr val="000000"/>
              </a:solidFill>
              <a:uFillTx/>
              <a:latin typeface="Arial"/>
            </a:endParaRPr>
          </a:p>
          <a:p>
            <a:pPr lvl="1" marL="685800" indent="-228600" defTabSz="914400">
              <a:lnSpc>
                <a:spcPct val="90000"/>
              </a:lnSpc>
              <a:spcBef>
                <a:spcPts val="499"/>
              </a:spcBef>
              <a:buClr>
                <a:srgbClr val="000000"/>
              </a:buClr>
              <a:buFont typeface="Arial"/>
              <a:buChar char="•"/>
            </a:pPr>
            <a:r>
              <a:rPr b="0" lang="de-DE" sz="2400" strike="noStrike" u="none">
                <a:solidFill>
                  <a:schemeClr val="dk1"/>
                </a:solidFill>
                <a:uFillTx/>
                <a:latin typeface="Courier New"/>
              </a:rPr>
              <a:t>…</a:t>
            </a:r>
            <a:endParaRPr b="0" lang="de-DE" sz="2400" strike="noStrike" u="none">
              <a:solidFill>
                <a:srgbClr val="000000"/>
              </a:solidFill>
              <a:uFillTx/>
              <a:latin typeface="Arial"/>
            </a:endParaRPr>
          </a:p>
          <a:p>
            <a:pPr marL="228600" indent="-228600" defTabSz="914400">
              <a:lnSpc>
                <a:spcPct val="90000"/>
              </a:lnSpc>
              <a:spcBef>
                <a:spcPts val="1001"/>
              </a:spcBef>
              <a:buClr>
                <a:srgbClr val="000000"/>
              </a:buClr>
              <a:buFont typeface="Arial"/>
              <a:buChar char="•"/>
            </a:pPr>
            <a:r>
              <a:rPr b="0" lang="de-DE" sz="2800" strike="noStrike" u="none">
                <a:solidFill>
                  <a:schemeClr val="dk1"/>
                </a:solidFill>
                <a:uFillTx/>
                <a:latin typeface="Calibri"/>
              </a:rPr>
              <a:t>Router-Events werden an interessierte Listener delegiert</a:t>
            </a:r>
            <a:endParaRPr b="0" lang="de-DE" sz="2800" strike="noStrike" u="none">
              <a:solidFill>
                <a:srgbClr val="000000"/>
              </a:solidFill>
              <a:uFillTx/>
              <a:latin typeface="Arial"/>
            </a:endParaRPr>
          </a:p>
          <a:p>
            <a:pPr lvl="1" marL="685800" indent="-228600" defTabSz="914400">
              <a:lnSpc>
                <a:spcPct val="90000"/>
              </a:lnSpc>
              <a:spcBef>
                <a:spcPts val="499"/>
              </a:spcBef>
              <a:buClr>
                <a:srgbClr val="000000"/>
              </a:buClr>
              <a:buFont typeface="Arial"/>
              <a:buChar char="•"/>
            </a:pPr>
            <a:r>
              <a:rPr b="0" lang="de-DE" sz="2400" strike="noStrike" u="none">
                <a:solidFill>
                  <a:schemeClr val="dk1"/>
                </a:solidFill>
                <a:uFillTx/>
                <a:latin typeface="Courier New"/>
              </a:rPr>
              <a:t>NavigationStart</a:t>
            </a:r>
            <a:endParaRPr b="0" lang="de-DE" sz="2400" strike="noStrike" u="none">
              <a:solidFill>
                <a:srgbClr val="000000"/>
              </a:solidFill>
              <a:uFillTx/>
              <a:latin typeface="Arial"/>
            </a:endParaRPr>
          </a:p>
          <a:p>
            <a:pPr lvl="1" marL="685800" indent="-228600" defTabSz="914400">
              <a:lnSpc>
                <a:spcPct val="90000"/>
              </a:lnSpc>
              <a:spcBef>
                <a:spcPts val="499"/>
              </a:spcBef>
              <a:buClr>
                <a:srgbClr val="000000"/>
              </a:buClr>
              <a:buFont typeface="Arial"/>
              <a:buChar char="•"/>
            </a:pPr>
            <a:r>
              <a:rPr b="0" lang="de-DE" sz="2400" strike="noStrike" u="none">
                <a:solidFill>
                  <a:schemeClr val="dk1"/>
                </a:solidFill>
                <a:uFillTx/>
                <a:latin typeface="Courier New"/>
              </a:rPr>
              <a:t>RouteRecognized</a:t>
            </a:r>
            <a:endParaRPr b="0" lang="de-DE" sz="2400" strike="noStrike" u="none">
              <a:solidFill>
                <a:srgbClr val="000000"/>
              </a:solidFill>
              <a:uFillTx/>
              <a:latin typeface="Arial"/>
            </a:endParaRPr>
          </a:p>
          <a:p>
            <a:pPr lvl="1" marL="685800" indent="-228600" defTabSz="914400">
              <a:lnSpc>
                <a:spcPct val="90000"/>
              </a:lnSpc>
              <a:spcBef>
                <a:spcPts val="499"/>
              </a:spcBef>
              <a:buClr>
                <a:srgbClr val="000000"/>
              </a:buClr>
              <a:buFont typeface="Arial"/>
              <a:buChar char="•"/>
            </a:pPr>
            <a:r>
              <a:rPr b="0" lang="de-DE" sz="2400" strike="noStrike" u="none">
                <a:solidFill>
                  <a:schemeClr val="dk1"/>
                </a:solidFill>
                <a:uFillTx/>
                <a:latin typeface="Courier New"/>
              </a:rPr>
              <a:t>…</a:t>
            </a:r>
            <a:endParaRPr b="0" lang="de-DE" sz="2400" strike="noStrike" u="none">
              <a:solidFill>
                <a:srgbClr val="000000"/>
              </a:solidFill>
              <a:uFillTx/>
              <a:latin typeface="Arial"/>
            </a:endParaRPr>
          </a:p>
          <a:p>
            <a:pPr marL="228600" indent="-228600" defTabSz="914400">
              <a:lnSpc>
                <a:spcPct val="90000"/>
              </a:lnSpc>
              <a:spcBef>
                <a:spcPts val="1001"/>
              </a:spcBef>
              <a:buClr>
                <a:srgbClr val="000000"/>
              </a:buClr>
              <a:buFont typeface="Arial"/>
              <a:buChar char="•"/>
            </a:pPr>
            <a:r>
              <a:rPr b="0" lang="de-DE" sz="2800" strike="noStrike" u="none">
                <a:solidFill>
                  <a:schemeClr val="dk1"/>
                </a:solidFill>
                <a:uFillTx/>
                <a:latin typeface="Calibri"/>
              </a:rPr>
              <a:t>Details nächste Folie oder unter </a:t>
            </a:r>
            <a:r>
              <a:rPr b="0" i="1" lang="de-DE" sz="2800" strike="noStrike" u="none">
                <a:solidFill>
                  <a:schemeClr val="dk1"/>
                </a:solidFill>
                <a:uFillTx/>
                <a:latin typeface="Courier New"/>
              </a:rPr>
              <a:t>https://angular.io/guide/router</a:t>
            </a:r>
            <a:endParaRPr b="0" lang="de-DE" sz="2800" strike="noStrike" u="none">
              <a:solidFill>
                <a:srgbClr val="000000"/>
              </a:solidFill>
              <a:uFillTx/>
              <a:latin typeface="Arial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207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40" name="PlaceHolder 1"/>
          <p:cNvSpPr>
            <a:spLocks noGrp="1"/>
          </p:cNvSpPr>
          <p:nvPr>
            <p:ph type="title"/>
          </p:nvPr>
        </p:nvSpPr>
        <p:spPr>
          <a:xfrm>
            <a:off x="838080" y="365040"/>
            <a:ext cx="10514520" cy="132444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ctr">
            <a:noAutofit/>
          </a:bodyPr>
          <a:p>
            <a:pPr indent="0" defTabSz="914400">
              <a:lnSpc>
                <a:spcPct val="90000"/>
              </a:lnSpc>
              <a:buNone/>
              <a:tabLst>
                <a:tab algn="l" pos="0"/>
              </a:tabLst>
            </a:pPr>
            <a:r>
              <a:rPr b="0" lang="de-DE" sz="4400" strike="noStrike" u="none">
                <a:solidFill>
                  <a:schemeClr val="dk1"/>
                </a:solidFill>
                <a:uFillTx/>
                <a:latin typeface="Calibri Light"/>
              </a:rPr>
              <a:t>Beispiel</a:t>
            </a:r>
            <a:endParaRPr b="0" lang="de-DE" sz="4400" strike="noStrike" u="none">
              <a:solidFill>
                <a:srgbClr val="000000"/>
              </a:solidFill>
              <a:uFillTx/>
              <a:latin typeface="Arial"/>
            </a:endParaRPr>
          </a:p>
        </p:txBody>
      </p:sp>
      <p:sp>
        <p:nvSpPr>
          <p:cNvPr id="1041" name="PlaceHolder 2"/>
          <p:cNvSpPr>
            <a:spLocks noGrp="1"/>
          </p:cNvSpPr>
          <p:nvPr>
            <p:ph/>
          </p:nvPr>
        </p:nvSpPr>
        <p:spPr>
          <a:xfrm>
            <a:off x="838080" y="1825560"/>
            <a:ext cx="10514520" cy="435024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t">
            <a:normAutofit fontScale="85000" lnSpcReduction="19999"/>
          </a:bodyPr>
          <a:p>
            <a:pPr indent="0" defTabSz="914400">
              <a:lnSpc>
                <a:spcPct val="90000"/>
              </a:lnSpc>
              <a:spcBef>
                <a:spcPts val="1001"/>
              </a:spcBef>
              <a:buNone/>
              <a:tabLst>
                <a:tab algn="l" pos="0"/>
              </a:tabLst>
            </a:pPr>
            <a:r>
              <a:rPr b="0" lang="de-DE" sz="2800" strike="noStrike" u="none">
                <a:solidFill>
                  <a:srgbClr val="1e347b"/>
                </a:solidFill>
                <a:uFillTx/>
                <a:latin typeface="SourceCodePro"/>
              </a:rPr>
              <a:t>import</a:t>
            </a:r>
            <a:r>
              <a:rPr b="0" lang="de-DE" sz="2800" strike="noStrike" u="none">
                <a:solidFill>
                  <a:srgbClr val="48484c"/>
                </a:solidFill>
                <a:uFillTx/>
                <a:latin typeface="SourceCodePro"/>
              </a:rPr>
              <a:t> </a:t>
            </a:r>
            <a:r>
              <a:rPr b="0" lang="de-DE" sz="2800" strike="noStrike" u="none">
                <a:solidFill>
                  <a:srgbClr val="93a1a1"/>
                </a:solidFill>
                <a:uFillTx/>
                <a:latin typeface="SourceCodePro"/>
              </a:rPr>
              <a:t>{</a:t>
            </a:r>
            <a:r>
              <a:rPr b="0" lang="de-DE" sz="2800" strike="noStrike" u="none">
                <a:solidFill>
                  <a:srgbClr val="48484c"/>
                </a:solidFill>
                <a:uFillTx/>
                <a:latin typeface="SourceCodePro"/>
              </a:rPr>
              <a:t> </a:t>
            </a:r>
            <a:r>
              <a:rPr b="0" lang="de-DE" sz="2800" strike="noStrike" u="none">
                <a:solidFill>
                  <a:srgbClr val="008080"/>
                </a:solidFill>
                <a:uFillTx/>
                <a:latin typeface="SourceCodePro"/>
              </a:rPr>
              <a:t>ActivatedRoute</a:t>
            </a:r>
            <a:r>
              <a:rPr b="0" lang="de-DE" sz="2800" strike="noStrike" u="none">
                <a:solidFill>
                  <a:srgbClr val="48484c"/>
                </a:solidFill>
                <a:uFillTx/>
                <a:latin typeface="SourceCodePro"/>
              </a:rPr>
              <a:t> </a:t>
            </a:r>
            <a:r>
              <a:rPr b="0" lang="de-DE" sz="2800" strike="noStrike" u="none">
                <a:solidFill>
                  <a:srgbClr val="93a1a1"/>
                </a:solidFill>
                <a:uFillTx/>
                <a:latin typeface="SourceCodePro"/>
              </a:rPr>
              <a:t>}</a:t>
            </a:r>
            <a:r>
              <a:rPr b="0" lang="de-DE" sz="2800" strike="noStrike" u="none">
                <a:solidFill>
                  <a:srgbClr val="48484c"/>
                </a:solidFill>
                <a:uFillTx/>
                <a:latin typeface="SourceCodePro"/>
              </a:rPr>
              <a:t> </a:t>
            </a:r>
            <a:r>
              <a:rPr b="0" lang="de-DE" sz="2800" strike="noStrike" u="none">
                <a:solidFill>
                  <a:srgbClr val="1e347b"/>
                </a:solidFill>
                <a:uFillTx/>
                <a:latin typeface="SourceCodePro"/>
              </a:rPr>
              <a:t>from</a:t>
            </a:r>
            <a:r>
              <a:rPr b="0" lang="de-DE" sz="2800" strike="noStrike" u="none">
                <a:solidFill>
                  <a:srgbClr val="48484c"/>
                </a:solidFill>
                <a:uFillTx/>
                <a:latin typeface="SourceCodePro"/>
              </a:rPr>
              <a:t> </a:t>
            </a:r>
            <a:r>
              <a:rPr b="0" lang="de-DE" sz="2800" strike="noStrike" u="none">
                <a:solidFill>
                  <a:srgbClr val="dd1144"/>
                </a:solidFill>
                <a:uFillTx/>
                <a:latin typeface="SourceCodePro"/>
              </a:rPr>
              <a:t>"@angular/router"</a:t>
            </a:r>
            <a:r>
              <a:rPr b="0" lang="de-DE" sz="2800" strike="noStrike" u="none">
                <a:solidFill>
                  <a:srgbClr val="93a1a1"/>
                </a:solidFill>
                <a:uFillTx/>
                <a:latin typeface="SourceCodePro"/>
              </a:rPr>
              <a:t>;</a:t>
            </a:r>
            <a:endParaRPr b="0" lang="de-DE" sz="2800" strike="noStrike" u="none">
              <a:solidFill>
                <a:srgbClr val="000000"/>
              </a:solidFill>
              <a:uFillTx/>
              <a:latin typeface="Arial"/>
            </a:endParaRPr>
          </a:p>
          <a:p>
            <a:pPr indent="0" defTabSz="914400">
              <a:lnSpc>
                <a:spcPct val="90000"/>
              </a:lnSpc>
              <a:spcBef>
                <a:spcPts val="1001"/>
              </a:spcBef>
              <a:buNone/>
              <a:tabLst>
                <a:tab algn="l" pos="0"/>
              </a:tabLst>
            </a:pPr>
            <a:r>
              <a:rPr b="0" lang="de-DE" sz="2800" strike="noStrike" u="none">
                <a:solidFill>
                  <a:srgbClr val="1e347b"/>
                </a:solidFill>
                <a:uFillTx/>
                <a:latin typeface="SourceCodePro"/>
              </a:rPr>
              <a:t>export</a:t>
            </a:r>
            <a:r>
              <a:rPr b="0" lang="de-DE" sz="2800" strike="noStrike" u="none">
                <a:solidFill>
                  <a:srgbClr val="48484c"/>
                </a:solidFill>
                <a:uFillTx/>
                <a:latin typeface="SourceCodePro"/>
              </a:rPr>
              <a:t> </a:t>
            </a:r>
            <a:r>
              <a:rPr b="0" lang="de-DE" sz="2800" strike="noStrike" u="none">
                <a:solidFill>
                  <a:srgbClr val="1e347b"/>
                </a:solidFill>
                <a:uFillTx/>
                <a:latin typeface="SourceCodePro"/>
              </a:rPr>
              <a:t>class</a:t>
            </a:r>
            <a:r>
              <a:rPr b="0" lang="de-DE" sz="2800" strike="noStrike" u="none">
                <a:solidFill>
                  <a:srgbClr val="48484c"/>
                </a:solidFill>
                <a:uFillTx/>
                <a:latin typeface="SourceCodePro"/>
              </a:rPr>
              <a:t> </a:t>
            </a:r>
            <a:r>
              <a:rPr b="0" lang="de-DE" sz="2800" strike="noStrike" u="none">
                <a:solidFill>
                  <a:srgbClr val="008080"/>
                </a:solidFill>
                <a:uFillTx/>
                <a:latin typeface="SourceCodePro"/>
              </a:rPr>
              <a:t>ArtistDetailsComponent</a:t>
            </a:r>
            <a:r>
              <a:rPr b="0" lang="de-DE" sz="2800" strike="noStrike" u="none">
                <a:solidFill>
                  <a:srgbClr val="48484c"/>
                </a:solidFill>
                <a:uFillTx/>
                <a:latin typeface="SourceCodePro"/>
              </a:rPr>
              <a:t> </a:t>
            </a:r>
            <a:r>
              <a:rPr b="0" lang="de-DE" sz="2800" strike="noStrike" u="none">
                <a:solidFill>
                  <a:srgbClr val="1e347b"/>
                </a:solidFill>
                <a:uFillTx/>
                <a:latin typeface="SourceCodePro"/>
              </a:rPr>
              <a:t>implements</a:t>
            </a:r>
            <a:r>
              <a:rPr b="0" lang="de-DE" sz="2800" strike="noStrike" u="none">
                <a:solidFill>
                  <a:srgbClr val="48484c"/>
                </a:solidFill>
                <a:uFillTx/>
                <a:latin typeface="SourceCodePro"/>
              </a:rPr>
              <a:t> </a:t>
            </a:r>
            <a:r>
              <a:rPr b="0" lang="de-DE" sz="2800" strike="noStrike" u="none">
                <a:solidFill>
                  <a:srgbClr val="008080"/>
                </a:solidFill>
                <a:uFillTx/>
                <a:latin typeface="SourceCodePro"/>
              </a:rPr>
              <a:t>OnInit</a:t>
            </a:r>
            <a:r>
              <a:rPr b="0" lang="de-DE" sz="2800" strike="noStrike" u="none">
                <a:solidFill>
                  <a:srgbClr val="93a1a1"/>
                </a:solidFill>
                <a:uFillTx/>
                <a:latin typeface="SourceCodePro"/>
              </a:rPr>
              <a:t>,</a:t>
            </a:r>
            <a:r>
              <a:rPr b="0" lang="de-DE" sz="2800" strike="noStrike" u="none">
                <a:solidFill>
                  <a:srgbClr val="48484c"/>
                </a:solidFill>
                <a:uFillTx/>
                <a:latin typeface="SourceCodePro"/>
              </a:rPr>
              <a:t> </a:t>
            </a:r>
            <a:r>
              <a:rPr b="0" lang="de-DE" sz="2800" strike="noStrike" u="none">
                <a:solidFill>
                  <a:srgbClr val="008080"/>
                </a:solidFill>
                <a:uFillTx/>
                <a:latin typeface="SourceCodePro"/>
              </a:rPr>
              <a:t>OnDestroy</a:t>
            </a:r>
            <a:r>
              <a:rPr b="0" lang="de-DE" sz="2800" strike="noStrike" u="none">
                <a:solidFill>
                  <a:srgbClr val="48484c"/>
                </a:solidFill>
                <a:uFillTx/>
                <a:latin typeface="SourceCodePro"/>
              </a:rPr>
              <a:t> </a:t>
            </a:r>
            <a:r>
              <a:rPr b="0" lang="de-DE" sz="2800" strike="noStrike" u="none">
                <a:solidFill>
                  <a:srgbClr val="93a1a1"/>
                </a:solidFill>
                <a:uFillTx/>
                <a:latin typeface="SourceCodePro"/>
              </a:rPr>
              <a:t>{</a:t>
            </a:r>
            <a:endParaRPr b="0" lang="de-DE" sz="2800" strike="noStrike" u="none">
              <a:solidFill>
                <a:srgbClr val="000000"/>
              </a:solidFill>
              <a:uFillTx/>
              <a:latin typeface="Arial"/>
            </a:endParaRPr>
          </a:p>
          <a:p>
            <a:pPr marL="457200" indent="0" defTabSz="914400">
              <a:lnSpc>
                <a:spcPct val="90000"/>
              </a:lnSpc>
              <a:spcBef>
                <a:spcPts val="499"/>
              </a:spcBef>
              <a:buNone/>
              <a:tabLst>
                <a:tab algn="l" pos="0"/>
              </a:tabLst>
            </a:pPr>
            <a:r>
              <a:rPr b="0" lang="de-DE" sz="2400" strike="noStrike" u="none">
                <a:solidFill>
                  <a:srgbClr val="1e347b"/>
                </a:solidFill>
                <a:uFillTx/>
                <a:latin typeface="SourceCodePro"/>
              </a:rPr>
              <a:t>private</a:t>
            </a:r>
            <a:r>
              <a:rPr b="0" lang="de-DE" sz="2400" strike="noStrike" u="none">
                <a:solidFill>
                  <a:srgbClr val="48484c"/>
                </a:solidFill>
                <a:uFillTx/>
                <a:latin typeface="SourceCodePro"/>
              </a:rPr>
              <a:t> subscription</a:t>
            </a:r>
            <a:r>
              <a:rPr b="0" lang="de-DE" sz="2400" strike="noStrike" u="none">
                <a:solidFill>
                  <a:srgbClr val="93a1a1"/>
                </a:solidFill>
                <a:uFillTx/>
                <a:latin typeface="SourceCodePro"/>
              </a:rPr>
              <a:t>:</a:t>
            </a:r>
            <a:r>
              <a:rPr b="0" lang="de-DE" sz="2400" strike="noStrike" u="none">
                <a:solidFill>
                  <a:srgbClr val="48484c"/>
                </a:solidFill>
                <a:uFillTx/>
                <a:latin typeface="SourceCodePro"/>
              </a:rPr>
              <a:t> </a:t>
            </a:r>
            <a:r>
              <a:rPr b="0" lang="de-DE" sz="2400" strike="noStrike" u="none">
                <a:solidFill>
                  <a:srgbClr val="008080"/>
                </a:solidFill>
                <a:uFillTx/>
                <a:latin typeface="SourceCodePro"/>
              </a:rPr>
              <a:t>Subscription</a:t>
            </a:r>
            <a:r>
              <a:rPr b="0" lang="de-DE" sz="2400" strike="noStrike" u="none">
                <a:solidFill>
                  <a:srgbClr val="93a1a1"/>
                </a:solidFill>
                <a:uFillTx/>
                <a:latin typeface="SourceCodePro"/>
              </a:rPr>
              <a:t>;</a:t>
            </a:r>
            <a:endParaRPr b="0" lang="de-DE" sz="2400" strike="noStrike" u="none">
              <a:solidFill>
                <a:srgbClr val="000000"/>
              </a:solidFill>
              <a:uFillTx/>
              <a:latin typeface="Arial"/>
            </a:endParaRPr>
          </a:p>
          <a:p>
            <a:pPr marL="457200" indent="0" defTabSz="914400">
              <a:lnSpc>
                <a:spcPct val="90000"/>
              </a:lnSpc>
              <a:spcBef>
                <a:spcPts val="499"/>
              </a:spcBef>
              <a:buNone/>
              <a:tabLst>
                <a:tab algn="l" pos="0"/>
              </a:tabLst>
            </a:pPr>
            <a:r>
              <a:rPr b="0" lang="de-DE" sz="2400" strike="noStrike" u="none">
                <a:solidFill>
                  <a:srgbClr val="48484c"/>
                </a:solidFill>
                <a:uFillTx/>
                <a:latin typeface="SourceCodePro"/>
              </a:rPr>
              <a:t> </a:t>
            </a:r>
            <a:endParaRPr b="0" lang="de-DE" sz="2400" strike="noStrike" u="none">
              <a:solidFill>
                <a:srgbClr val="000000"/>
              </a:solidFill>
              <a:uFillTx/>
              <a:latin typeface="Arial"/>
            </a:endParaRPr>
          </a:p>
          <a:p>
            <a:pPr marL="457200" indent="0" defTabSz="914400">
              <a:lnSpc>
                <a:spcPct val="90000"/>
              </a:lnSpc>
              <a:spcBef>
                <a:spcPts val="499"/>
              </a:spcBef>
              <a:buNone/>
              <a:tabLst>
                <a:tab algn="l" pos="0"/>
              </a:tabLst>
            </a:pPr>
            <a:r>
              <a:rPr b="0" lang="de-DE" sz="2400" strike="noStrike" u="none">
                <a:solidFill>
                  <a:srgbClr val="48484c"/>
                </a:solidFill>
                <a:uFillTx/>
                <a:latin typeface="SourceCodePro"/>
              </a:rPr>
              <a:t>constructor</a:t>
            </a:r>
            <a:r>
              <a:rPr b="0" lang="de-DE" sz="2400" strike="noStrike" u="none">
                <a:solidFill>
                  <a:srgbClr val="93a1a1"/>
                </a:solidFill>
                <a:uFillTx/>
                <a:latin typeface="SourceCodePro"/>
              </a:rPr>
              <a:t>(</a:t>
            </a:r>
            <a:r>
              <a:rPr b="0" lang="de-DE" sz="2400" strike="noStrike" u="none">
                <a:solidFill>
                  <a:srgbClr val="1e347b"/>
                </a:solidFill>
                <a:uFillTx/>
                <a:latin typeface="SourceCodePro"/>
              </a:rPr>
              <a:t>private</a:t>
            </a:r>
            <a:r>
              <a:rPr b="0" lang="de-DE" sz="2400" strike="noStrike" u="none">
                <a:solidFill>
                  <a:srgbClr val="48484c"/>
                </a:solidFill>
                <a:uFillTx/>
                <a:latin typeface="SourceCodePro"/>
              </a:rPr>
              <a:t> route</a:t>
            </a:r>
            <a:r>
              <a:rPr b="0" lang="de-DE" sz="2400" strike="noStrike" u="none">
                <a:solidFill>
                  <a:srgbClr val="93a1a1"/>
                </a:solidFill>
                <a:uFillTx/>
                <a:latin typeface="SourceCodePro"/>
              </a:rPr>
              <a:t>:</a:t>
            </a:r>
            <a:r>
              <a:rPr b="0" lang="de-DE" sz="2400" strike="noStrike" u="none">
                <a:solidFill>
                  <a:srgbClr val="48484c"/>
                </a:solidFill>
                <a:uFillTx/>
                <a:latin typeface="SourceCodePro"/>
              </a:rPr>
              <a:t> </a:t>
            </a:r>
            <a:r>
              <a:rPr b="0" lang="de-DE" sz="2400" strike="noStrike" u="none">
                <a:solidFill>
                  <a:srgbClr val="008080"/>
                </a:solidFill>
                <a:uFillTx/>
                <a:latin typeface="SourceCodePro"/>
              </a:rPr>
              <a:t>ActivatedRoute</a:t>
            </a:r>
            <a:r>
              <a:rPr b="0" lang="de-DE" sz="2400" strike="noStrike" u="none">
                <a:solidFill>
                  <a:srgbClr val="93a1a1"/>
                </a:solidFill>
                <a:uFillTx/>
                <a:latin typeface="SourceCodePro"/>
              </a:rPr>
              <a:t>)</a:t>
            </a:r>
            <a:r>
              <a:rPr b="0" lang="de-DE" sz="2400" strike="noStrike" u="none">
                <a:solidFill>
                  <a:srgbClr val="48484c"/>
                </a:solidFill>
                <a:uFillTx/>
                <a:latin typeface="SourceCodePro"/>
              </a:rPr>
              <a:t> </a:t>
            </a:r>
            <a:r>
              <a:rPr b="0" lang="de-DE" sz="2400" strike="noStrike" u="none">
                <a:solidFill>
                  <a:srgbClr val="93a1a1"/>
                </a:solidFill>
                <a:uFillTx/>
                <a:latin typeface="SourceCodePro"/>
              </a:rPr>
              <a:t>{}</a:t>
            </a:r>
            <a:endParaRPr b="0" lang="de-DE" sz="2400" strike="noStrike" u="none">
              <a:solidFill>
                <a:srgbClr val="000000"/>
              </a:solidFill>
              <a:uFillTx/>
              <a:latin typeface="Arial"/>
            </a:endParaRPr>
          </a:p>
          <a:p>
            <a:pPr marL="457200" indent="0" defTabSz="914400">
              <a:lnSpc>
                <a:spcPct val="90000"/>
              </a:lnSpc>
              <a:spcBef>
                <a:spcPts val="499"/>
              </a:spcBef>
              <a:buNone/>
              <a:tabLst>
                <a:tab algn="l" pos="0"/>
              </a:tabLst>
            </a:pPr>
            <a:r>
              <a:rPr b="0" lang="de-DE" sz="2400" strike="noStrike" u="none">
                <a:solidFill>
                  <a:srgbClr val="48484c"/>
                </a:solidFill>
                <a:uFillTx/>
                <a:latin typeface="SourceCodePro"/>
              </a:rPr>
              <a:t> </a:t>
            </a:r>
            <a:endParaRPr b="0" lang="de-DE" sz="2400" strike="noStrike" u="none">
              <a:solidFill>
                <a:srgbClr val="000000"/>
              </a:solidFill>
              <a:uFillTx/>
              <a:latin typeface="Arial"/>
            </a:endParaRPr>
          </a:p>
          <a:p>
            <a:pPr marL="457200" indent="0" defTabSz="914400">
              <a:lnSpc>
                <a:spcPct val="90000"/>
              </a:lnSpc>
              <a:spcBef>
                <a:spcPts val="499"/>
              </a:spcBef>
              <a:buNone/>
              <a:tabLst>
                <a:tab algn="l" pos="0"/>
              </a:tabLst>
            </a:pPr>
            <a:r>
              <a:rPr b="0" lang="de-DE" sz="2400" strike="noStrike" u="none">
                <a:solidFill>
                  <a:srgbClr val="48484c"/>
                </a:solidFill>
                <a:uFillTx/>
                <a:latin typeface="SourceCodePro"/>
              </a:rPr>
              <a:t>ngOnInit</a:t>
            </a:r>
            <a:r>
              <a:rPr b="0" lang="de-DE" sz="2400" strike="noStrike" u="none">
                <a:solidFill>
                  <a:srgbClr val="93a1a1"/>
                </a:solidFill>
                <a:uFillTx/>
                <a:latin typeface="SourceCodePro"/>
              </a:rPr>
              <a:t>()</a:t>
            </a:r>
            <a:r>
              <a:rPr b="0" lang="de-DE" sz="2400" strike="noStrike" u="none">
                <a:solidFill>
                  <a:srgbClr val="48484c"/>
                </a:solidFill>
                <a:uFillTx/>
                <a:latin typeface="SourceCodePro"/>
              </a:rPr>
              <a:t> </a:t>
            </a:r>
            <a:r>
              <a:rPr b="0" lang="de-DE" sz="2400" strike="noStrike" u="none">
                <a:solidFill>
                  <a:srgbClr val="93a1a1"/>
                </a:solidFill>
                <a:uFillTx/>
                <a:latin typeface="SourceCodePro"/>
              </a:rPr>
              <a:t>{</a:t>
            </a:r>
            <a:endParaRPr b="0" lang="de-DE" sz="2400" strike="noStrike" u="none">
              <a:solidFill>
                <a:srgbClr val="000000"/>
              </a:solidFill>
              <a:uFillTx/>
              <a:latin typeface="Arial"/>
            </a:endParaRPr>
          </a:p>
          <a:p>
            <a:pPr marL="457200" indent="0" defTabSz="914400">
              <a:lnSpc>
                <a:spcPct val="90000"/>
              </a:lnSpc>
              <a:spcBef>
                <a:spcPts val="499"/>
              </a:spcBef>
              <a:buNone/>
              <a:tabLst>
                <a:tab algn="l" pos="0"/>
              </a:tabLst>
            </a:pPr>
            <a:r>
              <a:rPr b="0" lang="de-DE" sz="2400" strike="noStrike" u="none">
                <a:solidFill>
                  <a:srgbClr val="1e347b"/>
                </a:solidFill>
                <a:uFillTx/>
                <a:latin typeface="SourceCodePro"/>
              </a:rPr>
              <a:t>	</a:t>
            </a:r>
            <a:r>
              <a:rPr b="0" lang="de-DE" sz="2400" strike="noStrike" u="none">
                <a:solidFill>
                  <a:srgbClr val="1e347b"/>
                </a:solidFill>
                <a:uFillTx/>
                <a:latin typeface="SourceCodePro"/>
              </a:rPr>
              <a:t>this</a:t>
            </a:r>
            <a:r>
              <a:rPr b="0" lang="de-DE" sz="2400" strike="noStrike" u="none">
                <a:solidFill>
                  <a:srgbClr val="93a1a1"/>
                </a:solidFill>
                <a:uFillTx/>
                <a:latin typeface="SourceCodePro"/>
              </a:rPr>
              <a:t>.</a:t>
            </a:r>
            <a:r>
              <a:rPr b="0" lang="de-DE" sz="2400" strike="noStrike" u="none">
                <a:solidFill>
                  <a:srgbClr val="48484c"/>
                </a:solidFill>
                <a:uFillTx/>
                <a:latin typeface="SourceCodePro"/>
              </a:rPr>
              <a:t>subscription </a:t>
            </a:r>
            <a:r>
              <a:rPr b="0" lang="de-DE" sz="2400" strike="noStrike" u="none">
                <a:solidFill>
                  <a:srgbClr val="93a1a1"/>
                </a:solidFill>
                <a:uFillTx/>
                <a:latin typeface="SourceCodePro"/>
              </a:rPr>
              <a:t>=</a:t>
            </a:r>
            <a:r>
              <a:rPr b="0" lang="de-DE" sz="2400" strike="noStrike" u="none">
                <a:solidFill>
                  <a:srgbClr val="48484c"/>
                </a:solidFill>
                <a:uFillTx/>
                <a:latin typeface="SourceCodePro"/>
              </a:rPr>
              <a:t> </a:t>
            </a:r>
            <a:r>
              <a:rPr b="0" lang="de-DE" sz="2400" strike="noStrike" u="none">
                <a:solidFill>
                  <a:srgbClr val="1e347b"/>
                </a:solidFill>
                <a:uFillTx/>
                <a:latin typeface="SourceCodePro"/>
              </a:rPr>
              <a:t>this</a:t>
            </a:r>
            <a:r>
              <a:rPr b="0" lang="de-DE" sz="2400" strike="noStrike" u="none">
                <a:solidFill>
                  <a:srgbClr val="93a1a1"/>
                </a:solidFill>
                <a:uFillTx/>
                <a:latin typeface="SourceCodePro"/>
              </a:rPr>
              <a:t>.</a:t>
            </a:r>
            <a:r>
              <a:rPr b="0" lang="de-DE" sz="2400" strike="noStrike" u="none">
                <a:solidFill>
                  <a:srgbClr val="48484c"/>
                </a:solidFill>
                <a:uFillTx/>
                <a:latin typeface="SourceCodePro"/>
              </a:rPr>
              <a:t>route</a:t>
            </a:r>
            <a:r>
              <a:rPr b="0" lang="de-DE" sz="2400" strike="noStrike" u="none">
                <a:solidFill>
                  <a:srgbClr val="93a1a1"/>
                </a:solidFill>
                <a:uFillTx/>
                <a:latin typeface="SourceCodePro"/>
              </a:rPr>
              <a:t>.</a:t>
            </a:r>
            <a:r>
              <a:rPr b="0" lang="de-DE" sz="2400" strike="noStrike" u="none">
                <a:solidFill>
                  <a:srgbClr val="1e347b"/>
                </a:solidFill>
                <a:uFillTx/>
                <a:latin typeface="SourceCodePro"/>
              </a:rPr>
              <a:t>params</a:t>
            </a:r>
            <a:endParaRPr b="0" lang="de-DE" sz="2400" strike="noStrike" u="none">
              <a:solidFill>
                <a:srgbClr val="000000"/>
              </a:solidFill>
              <a:uFillTx/>
              <a:latin typeface="Arial"/>
            </a:endParaRPr>
          </a:p>
          <a:p>
            <a:pPr marL="457200" indent="0" defTabSz="914400">
              <a:lnSpc>
                <a:spcPct val="90000"/>
              </a:lnSpc>
              <a:spcBef>
                <a:spcPts val="499"/>
              </a:spcBef>
              <a:buNone/>
              <a:tabLst>
                <a:tab algn="l" pos="0"/>
              </a:tabLst>
            </a:pPr>
            <a:r>
              <a:rPr b="0" lang="de-DE" sz="2400" strike="noStrike" u="none">
                <a:solidFill>
                  <a:srgbClr val="93a1a1"/>
                </a:solidFill>
                <a:uFillTx/>
                <a:latin typeface="SourceCodePro"/>
              </a:rPr>
              <a:t>	</a:t>
            </a:r>
            <a:r>
              <a:rPr b="0" lang="de-DE" sz="2400" strike="noStrike" u="none">
                <a:solidFill>
                  <a:srgbClr val="93a1a1"/>
                </a:solidFill>
                <a:uFillTx/>
                <a:latin typeface="SourceCodePro"/>
              </a:rPr>
              <a:t>	</a:t>
            </a:r>
            <a:r>
              <a:rPr b="0" lang="de-DE" sz="2400" strike="noStrike" u="none">
                <a:solidFill>
                  <a:srgbClr val="93a1a1"/>
                </a:solidFill>
                <a:uFillTx/>
                <a:latin typeface="SourceCodePro"/>
              </a:rPr>
              <a:t>.</a:t>
            </a:r>
            <a:r>
              <a:rPr b="0" lang="de-DE" sz="2400" strike="noStrike" u="none">
                <a:solidFill>
                  <a:srgbClr val="48484c"/>
                </a:solidFill>
                <a:uFillTx/>
                <a:latin typeface="SourceCodePro"/>
              </a:rPr>
              <a:t>subscribe</a:t>
            </a:r>
            <a:r>
              <a:rPr b="0" lang="de-DE" sz="2400" strike="noStrike" u="none">
                <a:solidFill>
                  <a:srgbClr val="93a1a1"/>
                </a:solidFill>
                <a:uFillTx/>
                <a:latin typeface="SourceCodePro"/>
              </a:rPr>
              <a:t>(</a:t>
            </a:r>
            <a:r>
              <a:rPr b="0" lang="de-DE" sz="2400" strike="noStrike" u="none">
                <a:solidFill>
                  <a:srgbClr val="1e347b"/>
                </a:solidFill>
                <a:uFillTx/>
                <a:latin typeface="SourceCodePro"/>
              </a:rPr>
              <a:t>params</a:t>
            </a:r>
            <a:r>
              <a:rPr b="0" lang="de-DE" sz="2400" strike="noStrike" u="none">
                <a:solidFill>
                  <a:srgbClr val="48484c"/>
                </a:solidFill>
                <a:uFillTx/>
                <a:latin typeface="SourceCodePro"/>
              </a:rPr>
              <a:t> </a:t>
            </a:r>
            <a:r>
              <a:rPr b="0" lang="de-DE" sz="2400" strike="noStrike" u="none">
                <a:solidFill>
                  <a:srgbClr val="93a1a1"/>
                </a:solidFill>
                <a:uFillTx/>
                <a:latin typeface="SourceCodePro"/>
              </a:rPr>
              <a:t>=&gt;</a:t>
            </a:r>
            <a:r>
              <a:rPr b="0" lang="de-DE" sz="2400" strike="noStrike" u="none">
                <a:solidFill>
                  <a:srgbClr val="48484c"/>
                </a:solidFill>
                <a:uFillTx/>
                <a:latin typeface="SourceCodePro"/>
              </a:rPr>
              <a:t> console</a:t>
            </a:r>
            <a:r>
              <a:rPr b="0" lang="de-DE" sz="2400" strike="noStrike" u="none">
                <a:solidFill>
                  <a:srgbClr val="93a1a1"/>
                </a:solidFill>
                <a:uFillTx/>
                <a:latin typeface="SourceCodePro"/>
              </a:rPr>
              <a:t>.</a:t>
            </a:r>
            <a:r>
              <a:rPr b="0" lang="de-DE" sz="2400" strike="noStrike" u="none">
                <a:solidFill>
                  <a:srgbClr val="48484c"/>
                </a:solidFill>
                <a:uFillTx/>
                <a:latin typeface="SourceCodePro"/>
              </a:rPr>
              <a:t>log</a:t>
            </a:r>
            <a:r>
              <a:rPr b="0" lang="de-DE" sz="2400" strike="noStrike" u="none">
                <a:solidFill>
                  <a:srgbClr val="93a1a1"/>
                </a:solidFill>
                <a:uFillTx/>
                <a:latin typeface="SourceCodePro"/>
              </a:rPr>
              <a:t>(</a:t>
            </a:r>
            <a:r>
              <a:rPr b="0" lang="de-DE" sz="2400" strike="noStrike" u="none">
                <a:solidFill>
                  <a:srgbClr val="1e347b"/>
                </a:solidFill>
                <a:uFillTx/>
                <a:latin typeface="SourceCodePro"/>
              </a:rPr>
              <a:t>params</a:t>
            </a:r>
            <a:r>
              <a:rPr b="0" lang="de-DE" sz="2400" strike="noStrike" u="none">
                <a:solidFill>
                  <a:srgbClr val="93a1a1"/>
                </a:solidFill>
                <a:uFillTx/>
                <a:latin typeface="SourceCodePro"/>
              </a:rPr>
              <a:t>[</a:t>
            </a:r>
            <a:r>
              <a:rPr b="0" lang="de-DE" sz="2400" strike="noStrike" u="none">
                <a:solidFill>
                  <a:srgbClr val="dd1144"/>
                </a:solidFill>
                <a:uFillTx/>
                <a:latin typeface="SourceCodePro"/>
              </a:rPr>
              <a:t>'id'</a:t>
            </a:r>
            <a:r>
              <a:rPr b="0" lang="de-DE" sz="2400" strike="noStrike" u="none">
                <a:solidFill>
                  <a:srgbClr val="93a1a1"/>
                </a:solidFill>
                <a:uFillTx/>
                <a:latin typeface="SourceCodePro"/>
              </a:rPr>
              <a:t>]));</a:t>
            </a:r>
            <a:endParaRPr b="0" lang="de-DE" sz="2400" strike="noStrike" u="none">
              <a:solidFill>
                <a:srgbClr val="000000"/>
              </a:solidFill>
              <a:uFillTx/>
              <a:latin typeface="Arial"/>
            </a:endParaRPr>
          </a:p>
          <a:p>
            <a:pPr marL="457200" indent="0" defTabSz="914400">
              <a:lnSpc>
                <a:spcPct val="90000"/>
              </a:lnSpc>
              <a:spcBef>
                <a:spcPts val="499"/>
              </a:spcBef>
              <a:buNone/>
              <a:tabLst>
                <a:tab algn="l" pos="0"/>
              </a:tabLst>
            </a:pPr>
            <a:r>
              <a:rPr b="0" lang="de-DE" sz="2400" strike="noStrike" u="none">
                <a:solidFill>
                  <a:srgbClr val="93a1a1"/>
                </a:solidFill>
                <a:uFillTx/>
                <a:latin typeface="SourceCodePro"/>
              </a:rPr>
              <a:t>}</a:t>
            </a:r>
            <a:endParaRPr b="0" lang="de-DE" sz="2400" strike="noStrike" u="none">
              <a:solidFill>
                <a:srgbClr val="000000"/>
              </a:solidFill>
              <a:uFillTx/>
              <a:latin typeface="Arial"/>
            </a:endParaRPr>
          </a:p>
          <a:p>
            <a:pPr marL="457200" indent="0" defTabSz="914400">
              <a:lnSpc>
                <a:spcPct val="90000"/>
              </a:lnSpc>
              <a:spcBef>
                <a:spcPts val="499"/>
              </a:spcBef>
              <a:buNone/>
              <a:tabLst>
                <a:tab algn="l" pos="0"/>
              </a:tabLst>
            </a:pPr>
            <a:r>
              <a:rPr b="0" lang="de-DE" sz="2400" strike="noStrike" u="none">
                <a:solidFill>
                  <a:srgbClr val="48484c"/>
                </a:solidFill>
                <a:uFillTx/>
                <a:latin typeface="SourceCodePro"/>
              </a:rPr>
              <a:t> </a:t>
            </a:r>
            <a:endParaRPr b="0" lang="de-DE" sz="2400" strike="noStrike" u="none">
              <a:solidFill>
                <a:srgbClr val="000000"/>
              </a:solidFill>
              <a:uFillTx/>
              <a:latin typeface="Arial"/>
            </a:endParaRPr>
          </a:p>
          <a:p>
            <a:pPr marL="457200" indent="0" defTabSz="914400">
              <a:lnSpc>
                <a:spcPct val="90000"/>
              </a:lnSpc>
              <a:spcBef>
                <a:spcPts val="499"/>
              </a:spcBef>
              <a:buNone/>
              <a:tabLst>
                <a:tab algn="l" pos="0"/>
              </a:tabLst>
            </a:pPr>
            <a:r>
              <a:rPr b="0" lang="de-DE" sz="2400" strike="noStrike" u="none">
                <a:solidFill>
                  <a:srgbClr val="48484c"/>
                </a:solidFill>
                <a:uFillTx/>
                <a:latin typeface="SourceCodePro"/>
              </a:rPr>
              <a:t>ngOnDestroy</a:t>
            </a:r>
            <a:r>
              <a:rPr b="0" lang="de-DE" sz="2400" strike="noStrike" u="none">
                <a:solidFill>
                  <a:srgbClr val="93a1a1"/>
                </a:solidFill>
                <a:uFillTx/>
                <a:latin typeface="SourceCodePro"/>
              </a:rPr>
              <a:t>()</a:t>
            </a:r>
            <a:r>
              <a:rPr b="0" lang="de-DE" sz="2400" strike="noStrike" u="none">
                <a:solidFill>
                  <a:srgbClr val="48484c"/>
                </a:solidFill>
                <a:uFillTx/>
                <a:latin typeface="SourceCodePro"/>
              </a:rPr>
              <a:t> </a:t>
            </a:r>
            <a:r>
              <a:rPr b="0" lang="de-DE" sz="2400" strike="noStrike" u="none">
                <a:solidFill>
                  <a:srgbClr val="93a1a1"/>
                </a:solidFill>
                <a:uFillTx/>
                <a:latin typeface="SourceCodePro"/>
              </a:rPr>
              <a:t>{</a:t>
            </a:r>
            <a:r>
              <a:rPr b="0" lang="de-DE" sz="2400" strike="noStrike" u="none">
                <a:solidFill>
                  <a:srgbClr val="48484c"/>
                </a:solidFill>
                <a:uFillTx/>
                <a:latin typeface="SourceCodePro"/>
              </a:rPr>
              <a:t> </a:t>
            </a:r>
            <a:r>
              <a:rPr b="0" lang="de-DE" sz="2400" strike="noStrike" u="none">
                <a:solidFill>
                  <a:srgbClr val="1e347b"/>
                </a:solidFill>
                <a:uFillTx/>
                <a:latin typeface="SourceCodePro"/>
              </a:rPr>
              <a:t>this</a:t>
            </a:r>
            <a:r>
              <a:rPr b="0" lang="de-DE" sz="2400" strike="noStrike" u="none">
                <a:solidFill>
                  <a:srgbClr val="93a1a1"/>
                </a:solidFill>
                <a:uFillTx/>
                <a:latin typeface="SourceCodePro"/>
              </a:rPr>
              <a:t>.</a:t>
            </a:r>
            <a:r>
              <a:rPr b="0" lang="de-DE" sz="2400" strike="noStrike" u="none">
                <a:solidFill>
                  <a:srgbClr val="48484c"/>
                </a:solidFill>
                <a:uFillTx/>
                <a:latin typeface="SourceCodePro"/>
              </a:rPr>
              <a:t>subscription</a:t>
            </a:r>
            <a:r>
              <a:rPr b="0" lang="de-DE" sz="2400" strike="noStrike" u="none">
                <a:solidFill>
                  <a:srgbClr val="93a1a1"/>
                </a:solidFill>
                <a:uFillTx/>
                <a:latin typeface="SourceCodePro"/>
              </a:rPr>
              <a:t>.</a:t>
            </a:r>
            <a:r>
              <a:rPr b="0" lang="de-DE" sz="2400" strike="noStrike" u="none">
                <a:solidFill>
                  <a:srgbClr val="48484c"/>
                </a:solidFill>
                <a:uFillTx/>
                <a:latin typeface="SourceCodePro"/>
              </a:rPr>
              <a:t>unsubscribe</a:t>
            </a:r>
            <a:r>
              <a:rPr b="0" lang="de-DE" sz="2400" strike="noStrike" u="none">
                <a:solidFill>
                  <a:srgbClr val="93a1a1"/>
                </a:solidFill>
                <a:uFillTx/>
                <a:latin typeface="SourceCodePro"/>
              </a:rPr>
              <a:t>();</a:t>
            </a:r>
            <a:r>
              <a:rPr b="0" lang="de-DE" sz="2400" strike="noStrike" u="none">
                <a:solidFill>
                  <a:srgbClr val="48484c"/>
                </a:solidFill>
                <a:uFillTx/>
                <a:latin typeface="SourceCodePro"/>
              </a:rPr>
              <a:t> </a:t>
            </a:r>
            <a:r>
              <a:rPr b="0" lang="de-DE" sz="2400" strike="noStrike" u="none">
                <a:solidFill>
                  <a:srgbClr val="93a1a1"/>
                </a:solidFill>
                <a:uFillTx/>
                <a:latin typeface="SourceCodePro"/>
              </a:rPr>
              <a:t>}</a:t>
            </a:r>
            <a:endParaRPr b="0" lang="de-DE" sz="2400" strike="noStrike" u="none">
              <a:solidFill>
                <a:srgbClr val="000000"/>
              </a:solidFill>
              <a:uFillTx/>
              <a:latin typeface="Arial"/>
            </a:endParaRPr>
          </a:p>
          <a:p>
            <a:pPr marL="457200" indent="0" defTabSz="914400">
              <a:lnSpc>
                <a:spcPct val="90000"/>
              </a:lnSpc>
              <a:spcBef>
                <a:spcPts val="1001"/>
              </a:spcBef>
              <a:buNone/>
              <a:tabLst>
                <a:tab algn="l" pos="0"/>
              </a:tabLst>
            </a:pPr>
            <a:r>
              <a:rPr b="0" lang="de-DE" sz="2800" strike="noStrike" u="none">
                <a:solidFill>
                  <a:srgbClr val="93a1a1"/>
                </a:solidFill>
                <a:uFillTx/>
                <a:latin typeface="SourceCodePro"/>
              </a:rPr>
              <a:t>}</a:t>
            </a:r>
            <a:endParaRPr b="0" lang="de-DE" sz="2800" strike="noStrike" u="none">
              <a:solidFill>
                <a:srgbClr val="000000"/>
              </a:solidFill>
              <a:uFillTx/>
              <a:latin typeface="Arial"/>
            </a:endParaRPr>
          </a:p>
          <a:p>
            <a:pPr marL="457200" indent="0" defTabSz="914400">
              <a:lnSpc>
                <a:spcPct val="90000"/>
              </a:lnSpc>
              <a:spcBef>
                <a:spcPts val="1001"/>
              </a:spcBef>
              <a:buNone/>
              <a:tabLst>
                <a:tab algn="l" pos="0"/>
              </a:tabLst>
            </a:pPr>
            <a:endParaRPr b="0" lang="de-DE" sz="2800" strike="noStrike" u="none">
              <a:solidFill>
                <a:srgbClr val="000000"/>
              </a:solidFill>
              <a:uFillTx/>
              <a:latin typeface="Arial"/>
            </a:endParaRPr>
          </a:p>
        </p:txBody>
      </p:sp>
      <p:cxnSp>
        <p:nvCxnSpPr>
          <p:cNvPr id="1042" name="Gerade Verbindung mit Pfeil 4"/>
          <p:cNvCxnSpPr/>
          <p:nvPr/>
        </p:nvCxnSpPr>
        <p:spPr>
          <a:xfrm flipH="1">
            <a:off x="6990840" y="3429000"/>
            <a:ext cx="579960" cy="889200"/>
          </a:xfrm>
          <a:prstGeom prst="straightConnector1">
            <a:avLst/>
          </a:prstGeom>
          <a:ln w="0">
            <a:solidFill>
              <a:srgbClr val="1d9a78"/>
            </a:solidFill>
            <a:tailEnd len="med" type="triangle" w="med"/>
          </a:ln>
        </p:spPr>
      </p:cxnSp>
      <p:sp>
        <p:nvSpPr>
          <p:cNvPr id="1043" name="Textfeld 7"/>
          <p:cNvSpPr/>
          <p:nvPr/>
        </p:nvSpPr>
        <p:spPr>
          <a:xfrm>
            <a:off x="7424280" y="3244320"/>
            <a:ext cx="2574360" cy="3639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wrap="none" lIns="90000" rIns="90000" tIns="45000" bIns="45000" anchor="t">
            <a:spAutoFit/>
          </a:bodyPr>
          <a:p>
            <a:pPr defTabSz="914400">
              <a:lnSpc>
                <a:spcPct val="100000"/>
              </a:lnSpc>
            </a:pPr>
            <a:r>
              <a:rPr b="0" lang="de-DE" sz="1800" strike="noStrike" u="none">
                <a:solidFill>
                  <a:schemeClr val="dk1"/>
                </a:solidFill>
                <a:uFillTx/>
                <a:latin typeface="Calibri"/>
              </a:rPr>
              <a:t>Zugriff auf Pfadparameter</a:t>
            </a:r>
            <a:endParaRPr b="0" lang="de-DE" sz="1800" strike="noStrike" u="none">
              <a:solidFill>
                <a:srgbClr val="000000"/>
              </a:solidFill>
              <a:uFillTx/>
              <a:latin typeface="Arial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208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44" name="PlaceHolder 1"/>
          <p:cNvSpPr>
            <a:spLocks noGrp="1"/>
          </p:cNvSpPr>
          <p:nvPr>
            <p:ph type="title"/>
          </p:nvPr>
        </p:nvSpPr>
        <p:spPr>
          <a:xfrm>
            <a:off x="838080" y="365040"/>
            <a:ext cx="10514520" cy="132444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ctr">
            <a:noAutofit/>
          </a:bodyPr>
          <a:p>
            <a:pPr indent="0" defTabSz="914400">
              <a:lnSpc>
                <a:spcPct val="90000"/>
              </a:lnSpc>
              <a:buNone/>
              <a:tabLst>
                <a:tab algn="l" pos="0"/>
              </a:tabLst>
            </a:pPr>
            <a:r>
              <a:rPr b="0" lang="de-DE" sz="4400" strike="noStrike" u="none">
                <a:solidFill>
                  <a:schemeClr val="dk1"/>
                </a:solidFill>
                <a:uFillTx/>
                <a:latin typeface="Calibri Light"/>
              </a:rPr>
              <a:t>Stream Fetisch – Weiterverarbeitung von Routeparameter </a:t>
            </a:r>
            <a:endParaRPr b="0" lang="de-DE" sz="4400" strike="noStrike" u="none">
              <a:solidFill>
                <a:srgbClr val="000000"/>
              </a:solidFill>
              <a:uFillTx/>
              <a:latin typeface="Arial"/>
            </a:endParaRPr>
          </a:p>
        </p:txBody>
      </p:sp>
      <p:sp>
        <p:nvSpPr>
          <p:cNvPr id="1045" name="PlaceHolder 2"/>
          <p:cNvSpPr>
            <a:spLocks noGrp="1"/>
          </p:cNvSpPr>
          <p:nvPr>
            <p:ph/>
          </p:nvPr>
        </p:nvSpPr>
        <p:spPr>
          <a:xfrm>
            <a:off x="838080" y="1825560"/>
            <a:ext cx="10514520" cy="435024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t">
            <a:noAutofit/>
          </a:bodyPr>
          <a:p>
            <a:pPr indent="0" defTabSz="914400">
              <a:lnSpc>
                <a:spcPct val="90000"/>
              </a:lnSpc>
              <a:spcBef>
                <a:spcPts val="1001"/>
              </a:spcBef>
              <a:buNone/>
              <a:tabLst>
                <a:tab algn="l" pos="0"/>
              </a:tabLst>
            </a:pPr>
            <a:r>
              <a:rPr b="0" lang="de-DE" sz="2800" strike="noStrike" u="none">
                <a:solidFill>
                  <a:srgbClr val="48484c"/>
                </a:solidFill>
                <a:uFillTx/>
                <a:latin typeface="SourceCodePro"/>
              </a:rPr>
              <a:t>ngOnInit</a:t>
            </a:r>
            <a:r>
              <a:rPr b="0" lang="de-DE" sz="2800" strike="noStrike" u="none">
                <a:solidFill>
                  <a:srgbClr val="93a1a1"/>
                </a:solidFill>
                <a:uFillTx/>
                <a:latin typeface="SourceCodePro"/>
              </a:rPr>
              <a:t>()</a:t>
            </a:r>
            <a:r>
              <a:rPr b="0" lang="de-DE" sz="2800" strike="noStrike" u="none">
                <a:solidFill>
                  <a:srgbClr val="48484c"/>
                </a:solidFill>
                <a:uFillTx/>
                <a:latin typeface="SourceCodePro"/>
              </a:rPr>
              <a:t> </a:t>
            </a:r>
            <a:r>
              <a:rPr b="0" lang="de-DE" sz="2800" strike="noStrike" u="none">
                <a:solidFill>
                  <a:srgbClr val="93a1a1"/>
                </a:solidFill>
                <a:uFillTx/>
                <a:latin typeface="SourceCodePro"/>
              </a:rPr>
              <a:t>{</a:t>
            </a:r>
            <a:endParaRPr b="0" lang="de-DE" sz="2800" strike="noStrike" u="none">
              <a:solidFill>
                <a:srgbClr val="000000"/>
              </a:solidFill>
              <a:uFillTx/>
              <a:latin typeface="Arial"/>
            </a:endParaRPr>
          </a:p>
          <a:p>
            <a:pPr marL="457200" indent="0" defTabSz="914400">
              <a:lnSpc>
                <a:spcPct val="90000"/>
              </a:lnSpc>
              <a:spcBef>
                <a:spcPts val="499"/>
              </a:spcBef>
              <a:buNone/>
              <a:tabLst>
                <a:tab algn="l" pos="0"/>
              </a:tabLst>
            </a:pPr>
            <a:r>
              <a:rPr b="0" lang="de-DE" sz="2800" strike="noStrike" u="none">
                <a:solidFill>
                  <a:srgbClr val="1e347b"/>
                </a:solidFill>
                <a:uFillTx/>
                <a:latin typeface="SourceCodePro"/>
              </a:rPr>
              <a:t>this</a:t>
            </a:r>
            <a:r>
              <a:rPr b="0" lang="de-DE" sz="2800" strike="noStrike" u="none">
                <a:solidFill>
                  <a:srgbClr val="93a1a1"/>
                </a:solidFill>
                <a:uFillTx/>
                <a:latin typeface="SourceCodePro"/>
              </a:rPr>
              <a:t>.</a:t>
            </a:r>
            <a:r>
              <a:rPr b="0" lang="de-DE" sz="2800" strike="noStrike" u="none">
                <a:solidFill>
                  <a:srgbClr val="48484c"/>
                </a:solidFill>
                <a:uFillTx/>
                <a:latin typeface="SourceCodePro"/>
              </a:rPr>
              <a:t>subscription </a:t>
            </a:r>
            <a:r>
              <a:rPr b="0" lang="de-DE" sz="2800" strike="noStrike" u="none">
                <a:solidFill>
                  <a:srgbClr val="93a1a1"/>
                </a:solidFill>
                <a:uFillTx/>
                <a:latin typeface="SourceCodePro"/>
              </a:rPr>
              <a:t>=</a:t>
            </a:r>
            <a:r>
              <a:rPr b="0" lang="de-DE" sz="2800" strike="noStrike" u="none">
                <a:solidFill>
                  <a:srgbClr val="48484c"/>
                </a:solidFill>
                <a:uFillTx/>
                <a:latin typeface="SourceCodePro"/>
              </a:rPr>
              <a:t> </a:t>
            </a:r>
            <a:r>
              <a:rPr b="0" lang="de-DE" sz="2800" strike="noStrike" u="none">
                <a:solidFill>
                  <a:srgbClr val="1e347b"/>
                </a:solidFill>
                <a:uFillTx/>
                <a:latin typeface="SourceCodePro"/>
              </a:rPr>
              <a:t>this</a:t>
            </a:r>
            <a:r>
              <a:rPr b="0" lang="de-DE" sz="2800" strike="noStrike" u="none">
                <a:solidFill>
                  <a:srgbClr val="93a1a1"/>
                </a:solidFill>
                <a:uFillTx/>
                <a:latin typeface="SourceCodePro"/>
              </a:rPr>
              <a:t>.</a:t>
            </a:r>
            <a:r>
              <a:rPr b="0" lang="de-DE" sz="2800" strike="noStrike" u="none">
                <a:solidFill>
                  <a:srgbClr val="48484c"/>
                </a:solidFill>
                <a:uFillTx/>
                <a:latin typeface="SourceCodePro"/>
              </a:rPr>
              <a:t>route</a:t>
            </a:r>
            <a:r>
              <a:rPr b="0" lang="de-DE" sz="2800" strike="noStrike" u="none">
                <a:solidFill>
                  <a:srgbClr val="93a1a1"/>
                </a:solidFill>
                <a:uFillTx/>
                <a:latin typeface="SourceCodePro"/>
              </a:rPr>
              <a:t>.</a:t>
            </a:r>
            <a:r>
              <a:rPr b="0" lang="de-DE" sz="2800" strike="noStrike" u="none">
                <a:solidFill>
                  <a:srgbClr val="1e347b"/>
                </a:solidFill>
                <a:uFillTx/>
                <a:latin typeface="SourceCodePro"/>
              </a:rPr>
              <a:t>params</a:t>
            </a:r>
            <a:endParaRPr b="0" lang="de-DE" sz="2800" strike="noStrike" u="none">
              <a:solidFill>
                <a:srgbClr val="000000"/>
              </a:solidFill>
              <a:uFillTx/>
              <a:latin typeface="Arial"/>
            </a:endParaRPr>
          </a:p>
          <a:p>
            <a:pPr marL="457200" indent="0" defTabSz="914400">
              <a:lnSpc>
                <a:spcPct val="90000"/>
              </a:lnSpc>
              <a:spcBef>
                <a:spcPts val="499"/>
              </a:spcBef>
              <a:buNone/>
              <a:tabLst>
                <a:tab algn="l" pos="0"/>
              </a:tabLst>
            </a:pPr>
            <a:r>
              <a:rPr b="0" lang="de-DE" sz="2800" strike="noStrike" u="none">
                <a:solidFill>
                  <a:srgbClr val="93a1a1"/>
                </a:solidFill>
                <a:uFillTx/>
                <a:latin typeface="SourceCodePro"/>
              </a:rPr>
              <a:t>.</a:t>
            </a:r>
            <a:r>
              <a:rPr b="0" lang="de-DE" sz="2800" strike="noStrike" u="none">
                <a:solidFill>
                  <a:srgbClr val="48484c"/>
                </a:solidFill>
                <a:uFillTx/>
                <a:latin typeface="SourceCodePro"/>
              </a:rPr>
              <a:t>map</a:t>
            </a:r>
            <a:r>
              <a:rPr b="0" lang="de-DE" sz="2800" strike="noStrike" u="none">
                <a:solidFill>
                  <a:srgbClr val="93a1a1"/>
                </a:solidFill>
                <a:uFillTx/>
                <a:latin typeface="SourceCodePro"/>
              </a:rPr>
              <a:t>(</a:t>
            </a:r>
            <a:r>
              <a:rPr b="0" lang="de-DE" sz="2800" strike="noStrike" u="none">
                <a:solidFill>
                  <a:srgbClr val="1e347b"/>
                </a:solidFill>
                <a:uFillTx/>
                <a:latin typeface="SourceCodePro"/>
              </a:rPr>
              <a:t>params</a:t>
            </a:r>
            <a:r>
              <a:rPr b="0" lang="de-DE" sz="2800" strike="noStrike" u="none">
                <a:solidFill>
                  <a:srgbClr val="48484c"/>
                </a:solidFill>
                <a:uFillTx/>
                <a:latin typeface="SourceCodePro"/>
              </a:rPr>
              <a:t> </a:t>
            </a:r>
            <a:r>
              <a:rPr b="0" lang="de-DE" sz="2800" strike="noStrike" u="none">
                <a:solidFill>
                  <a:srgbClr val="93a1a1"/>
                </a:solidFill>
                <a:uFillTx/>
                <a:latin typeface="SourceCodePro"/>
              </a:rPr>
              <a:t>=&gt;</a:t>
            </a:r>
            <a:r>
              <a:rPr b="0" lang="de-DE" sz="2800" strike="noStrike" u="none">
                <a:solidFill>
                  <a:srgbClr val="48484c"/>
                </a:solidFill>
                <a:uFillTx/>
                <a:latin typeface="SourceCodePro"/>
              </a:rPr>
              <a:t> parseInt</a:t>
            </a:r>
            <a:r>
              <a:rPr b="0" lang="de-DE" sz="2800" strike="noStrike" u="none">
                <a:solidFill>
                  <a:srgbClr val="93a1a1"/>
                </a:solidFill>
                <a:uFillTx/>
                <a:latin typeface="SourceCodePro"/>
              </a:rPr>
              <a:t>(</a:t>
            </a:r>
            <a:r>
              <a:rPr b="0" lang="de-DE" sz="2800" strike="noStrike" u="none">
                <a:solidFill>
                  <a:srgbClr val="1e347b"/>
                </a:solidFill>
                <a:uFillTx/>
                <a:latin typeface="SourceCodePro"/>
              </a:rPr>
              <a:t>params</a:t>
            </a:r>
            <a:r>
              <a:rPr b="0" lang="de-DE" sz="2800" strike="noStrike" u="none">
                <a:solidFill>
                  <a:srgbClr val="93a1a1"/>
                </a:solidFill>
                <a:uFillTx/>
                <a:latin typeface="SourceCodePro"/>
              </a:rPr>
              <a:t>[</a:t>
            </a:r>
            <a:r>
              <a:rPr b="0" lang="de-DE" sz="2800" strike="noStrike" u="none">
                <a:solidFill>
                  <a:srgbClr val="dd1144"/>
                </a:solidFill>
                <a:uFillTx/>
                <a:latin typeface="SourceCodePro"/>
              </a:rPr>
              <a:t>'id'</a:t>
            </a:r>
            <a:r>
              <a:rPr b="0" lang="de-DE" sz="2800" strike="noStrike" u="none">
                <a:solidFill>
                  <a:srgbClr val="93a1a1"/>
                </a:solidFill>
                <a:uFillTx/>
                <a:latin typeface="SourceCodePro"/>
              </a:rPr>
              <a:t>]))</a:t>
            </a:r>
            <a:endParaRPr b="0" lang="de-DE" sz="2800" strike="noStrike" u="none">
              <a:solidFill>
                <a:srgbClr val="000000"/>
              </a:solidFill>
              <a:uFillTx/>
              <a:latin typeface="Arial"/>
            </a:endParaRPr>
          </a:p>
          <a:p>
            <a:pPr marL="457200" indent="0" defTabSz="914400">
              <a:lnSpc>
                <a:spcPct val="90000"/>
              </a:lnSpc>
              <a:spcBef>
                <a:spcPts val="499"/>
              </a:spcBef>
              <a:buNone/>
              <a:tabLst>
                <a:tab algn="l" pos="0"/>
              </a:tabLst>
            </a:pPr>
            <a:r>
              <a:rPr b="0" lang="de-DE" sz="2800" strike="noStrike" u="none">
                <a:solidFill>
                  <a:srgbClr val="93a1a1"/>
                </a:solidFill>
                <a:uFillTx/>
                <a:latin typeface="SourceCodePro"/>
              </a:rPr>
              <a:t>.</a:t>
            </a:r>
            <a:r>
              <a:rPr b="0" lang="de-DE" sz="2800" strike="noStrike" u="none">
                <a:solidFill>
                  <a:srgbClr val="48484c"/>
                </a:solidFill>
                <a:uFillTx/>
                <a:latin typeface="SourceCodePro"/>
              </a:rPr>
              <a:t>switchMap</a:t>
            </a:r>
            <a:r>
              <a:rPr b="0" lang="de-DE" sz="2800" strike="noStrike" u="none">
                <a:solidFill>
                  <a:srgbClr val="93a1a1"/>
                </a:solidFill>
                <a:uFillTx/>
                <a:latin typeface="SourceCodePro"/>
              </a:rPr>
              <a:t>(</a:t>
            </a:r>
            <a:r>
              <a:rPr b="0" lang="de-DE" sz="2800" strike="noStrike" u="none">
                <a:solidFill>
                  <a:srgbClr val="48484c"/>
                </a:solidFill>
                <a:uFillTx/>
                <a:latin typeface="SourceCodePro"/>
              </a:rPr>
              <a:t>id </a:t>
            </a:r>
            <a:r>
              <a:rPr b="0" lang="de-DE" sz="2800" strike="noStrike" u="none">
                <a:solidFill>
                  <a:srgbClr val="93a1a1"/>
                </a:solidFill>
                <a:uFillTx/>
                <a:latin typeface="SourceCodePro"/>
              </a:rPr>
              <a:t>=&gt;</a:t>
            </a:r>
            <a:r>
              <a:rPr b="0" lang="de-DE" sz="2800" strike="noStrike" u="none">
                <a:solidFill>
                  <a:srgbClr val="48484c"/>
                </a:solidFill>
                <a:uFillTx/>
                <a:latin typeface="SourceCodePro"/>
              </a:rPr>
              <a:t> </a:t>
            </a:r>
            <a:r>
              <a:rPr b="0" lang="de-DE" sz="2800" strike="noStrike" u="none">
                <a:solidFill>
                  <a:srgbClr val="1e347b"/>
                </a:solidFill>
                <a:uFillTx/>
                <a:latin typeface="SourceCodePro"/>
              </a:rPr>
              <a:t>this</a:t>
            </a:r>
            <a:r>
              <a:rPr b="0" lang="de-DE" sz="2800" strike="noStrike" u="none">
                <a:solidFill>
                  <a:srgbClr val="93a1a1"/>
                </a:solidFill>
                <a:uFillTx/>
                <a:latin typeface="SourceCodePro"/>
              </a:rPr>
              <a:t>.</a:t>
            </a:r>
            <a:r>
              <a:rPr b="0" lang="de-DE" sz="2800" strike="noStrike" u="none">
                <a:solidFill>
                  <a:srgbClr val="48484c"/>
                </a:solidFill>
                <a:uFillTx/>
                <a:latin typeface="SourceCodePro"/>
              </a:rPr>
              <a:t>service</a:t>
            </a:r>
            <a:r>
              <a:rPr b="0" lang="de-DE" sz="2800" strike="noStrike" u="none">
                <a:solidFill>
                  <a:srgbClr val="93a1a1"/>
                </a:solidFill>
                <a:uFillTx/>
                <a:latin typeface="SourceCodePro"/>
              </a:rPr>
              <a:t>.</a:t>
            </a:r>
            <a:r>
              <a:rPr b="0" lang="de-DE" sz="2800" strike="noStrike" u="none">
                <a:solidFill>
                  <a:srgbClr val="48484c"/>
                </a:solidFill>
                <a:uFillTx/>
                <a:latin typeface="SourceCodePro"/>
              </a:rPr>
              <a:t>getById</a:t>
            </a:r>
            <a:r>
              <a:rPr b="0" lang="de-DE" sz="2800" strike="noStrike" u="none">
                <a:solidFill>
                  <a:srgbClr val="93a1a1"/>
                </a:solidFill>
                <a:uFillTx/>
                <a:latin typeface="SourceCodePro"/>
              </a:rPr>
              <a:t>(</a:t>
            </a:r>
            <a:r>
              <a:rPr b="0" lang="de-DE" sz="2800" strike="noStrike" u="none">
                <a:solidFill>
                  <a:srgbClr val="48484c"/>
                </a:solidFill>
                <a:uFillTx/>
                <a:latin typeface="SourceCodePro"/>
              </a:rPr>
              <a:t>id</a:t>
            </a:r>
            <a:r>
              <a:rPr b="0" lang="de-DE" sz="2800" strike="noStrike" u="none">
                <a:solidFill>
                  <a:srgbClr val="93a1a1"/>
                </a:solidFill>
                <a:uFillTx/>
                <a:latin typeface="SourceCodePro"/>
              </a:rPr>
              <a:t>))</a:t>
            </a:r>
            <a:endParaRPr b="0" lang="de-DE" sz="2800" strike="noStrike" u="none">
              <a:solidFill>
                <a:srgbClr val="000000"/>
              </a:solidFill>
              <a:uFillTx/>
              <a:latin typeface="Arial"/>
            </a:endParaRPr>
          </a:p>
          <a:p>
            <a:pPr marL="457200" indent="0" defTabSz="914400">
              <a:lnSpc>
                <a:spcPct val="90000"/>
              </a:lnSpc>
              <a:spcBef>
                <a:spcPts val="499"/>
              </a:spcBef>
              <a:buNone/>
              <a:tabLst>
                <a:tab algn="l" pos="0"/>
              </a:tabLst>
            </a:pPr>
            <a:r>
              <a:rPr b="0" lang="de-DE" sz="2800" strike="noStrike" u="none">
                <a:solidFill>
                  <a:srgbClr val="93a1a1"/>
                </a:solidFill>
                <a:uFillTx/>
                <a:latin typeface="SourceCodePro"/>
              </a:rPr>
              <a:t>.</a:t>
            </a:r>
            <a:r>
              <a:rPr b="0" lang="de-DE" sz="2800" strike="noStrike" u="none">
                <a:solidFill>
                  <a:srgbClr val="48484c"/>
                </a:solidFill>
                <a:uFillTx/>
                <a:latin typeface="SourceCodePro"/>
              </a:rPr>
              <a:t>subscribe</a:t>
            </a:r>
            <a:r>
              <a:rPr b="0" lang="de-DE" sz="2800" strike="noStrike" u="none">
                <a:solidFill>
                  <a:srgbClr val="93a1a1"/>
                </a:solidFill>
                <a:uFillTx/>
                <a:latin typeface="SourceCodePro"/>
              </a:rPr>
              <a:t>(</a:t>
            </a:r>
            <a:r>
              <a:rPr b="0" lang="de-DE" sz="2800" strike="noStrike" u="none">
                <a:solidFill>
                  <a:srgbClr val="48484c"/>
                </a:solidFill>
                <a:uFillTx/>
                <a:latin typeface="SourceCodePro"/>
              </a:rPr>
              <a:t>theObject </a:t>
            </a:r>
            <a:r>
              <a:rPr b="0" lang="de-DE" sz="2800" strike="noStrike" u="none">
                <a:solidFill>
                  <a:srgbClr val="93a1a1"/>
                </a:solidFill>
                <a:uFillTx/>
                <a:latin typeface="SourceCodePro"/>
              </a:rPr>
              <a:t>=&gt;</a:t>
            </a:r>
            <a:r>
              <a:rPr b="0" lang="de-DE" sz="2800" strike="noStrike" u="none">
                <a:solidFill>
                  <a:srgbClr val="48484c"/>
                </a:solidFill>
                <a:uFillTx/>
                <a:latin typeface="SourceCodePro"/>
              </a:rPr>
              <a:t> </a:t>
            </a:r>
            <a:r>
              <a:rPr b="0" lang="de-DE" sz="2800" strike="noStrike" u="none">
                <a:solidFill>
                  <a:srgbClr val="1e347b"/>
                </a:solidFill>
                <a:uFillTx/>
                <a:latin typeface="SourceCodePro"/>
              </a:rPr>
              <a:t>this</a:t>
            </a:r>
            <a:r>
              <a:rPr b="0" lang="de-DE" sz="2800" strike="noStrike" u="none">
                <a:solidFill>
                  <a:srgbClr val="93a1a1"/>
                </a:solidFill>
                <a:uFillTx/>
                <a:latin typeface="SourceCodePro"/>
              </a:rPr>
              <a:t>.</a:t>
            </a:r>
            <a:r>
              <a:rPr b="0" lang="de-DE" sz="2800" strike="noStrike" u="none">
                <a:solidFill>
                  <a:srgbClr val="48484c"/>
                </a:solidFill>
                <a:uFillTx/>
                <a:latin typeface="SourceCodePro"/>
              </a:rPr>
              <a:t>theObject </a:t>
            </a:r>
            <a:r>
              <a:rPr b="0" lang="de-DE" sz="2800" strike="noStrike" u="none">
                <a:solidFill>
                  <a:srgbClr val="93a1a1"/>
                </a:solidFill>
                <a:uFillTx/>
                <a:latin typeface="SourceCodePro"/>
              </a:rPr>
              <a:t>=</a:t>
            </a:r>
            <a:r>
              <a:rPr b="0" lang="de-DE" sz="2800" strike="noStrike" u="none">
                <a:solidFill>
                  <a:srgbClr val="48484c"/>
                </a:solidFill>
                <a:uFillTx/>
                <a:latin typeface="SourceCodePro"/>
              </a:rPr>
              <a:t> theObject</a:t>
            </a:r>
            <a:r>
              <a:rPr b="0" lang="de-DE" sz="2800" strike="noStrike" u="none">
                <a:solidFill>
                  <a:srgbClr val="93a1a1"/>
                </a:solidFill>
                <a:uFillTx/>
                <a:latin typeface="SourceCodePro"/>
              </a:rPr>
              <a:t>);</a:t>
            </a:r>
            <a:endParaRPr b="0" lang="de-DE" sz="2800" strike="noStrike" u="none">
              <a:solidFill>
                <a:srgbClr val="000000"/>
              </a:solidFill>
              <a:uFillTx/>
              <a:latin typeface="Arial"/>
            </a:endParaRPr>
          </a:p>
          <a:p>
            <a:pPr marL="457200" indent="0" defTabSz="914400">
              <a:lnSpc>
                <a:spcPct val="90000"/>
              </a:lnSpc>
              <a:spcBef>
                <a:spcPts val="1001"/>
              </a:spcBef>
              <a:buNone/>
              <a:tabLst>
                <a:tab algn="l" pos="0"/>
              </a:tabLst>
            </a:pPr>
            <a:r>
              <a:rPr b="0" lang="de-DE" sz="2800" strike="noStrike" u="none">
                <a:solidFill>
                  <a:srgbClr val="93a1a1"/>
                </a:solidFill>
                <a:uFillTx/>
                <a:latin typeface="SourceCodePro"/>
              </a:rPr>
              <a:t>}</a:t>
            </a:r>
            <a:endParaRPr b="0" lang="de-DE" sz="2800" strike="noStrike" u="none">
              <a:solidFill>
                <a:srgbClr val="000000"/>
              </a:solidFill>
              <a:uFillTx/>
              <a:latin typeface="Arial"/>
            </a:endParaRPr>
          </a:p>
          <a:p>
            <a:pPr marL="457200" indent="0" defTabSz="914400">
              <a:lnSpc>
                <a:spcPct val="90000"/>
              </a:lnSpc>
              <a:spcBef>
                <a:spcPts val="1001"/>
              </a:spcBef>
              <a:buNone/>
              <a:tabLst>
                <a:tab algn="l" pos="0"/>
              </a:tabLst>
            </a:pPr>
            <a:endParaRPr b="0" lang="de-DE" sz="2800" strike="noStrike" u="none">
              <a:solidFill>
                <a:srgbClr val="000000"/>
              </a:solidFill>
              <a:uFillTx/>
              <a:latin typeface="Arial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209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46" name="PlaceHolder 1"/>
          <p:cNvSpPr>
            <a:spLocks noGrp="1"/>
          </p:cNvSpPr>
          <p:nvPr>
            <p:ph type="title"/>
          </p:nvPr>
        </p:nvSpPr>
        <p:spPr>
          <a:xfrm>
            <a:off x="838080" y="365040"/>
            <a:ext cx="10514520" cy="132444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ctr">
            <a:noAutofit/>
          </a:bodyPr>
          <a:p>
            <a:pPr indent="0" defTabSz="914400">
              <a:lnSpc>
                <a:spcPct val="90000"/>
              </a:lnSpc>
              <a:buNone/>
              <a:tabLst>
                <a:tab algn="l" pos="0"/>
              </a:tabLst>
            </a:pPr>
            <a:r>
              <a:rPr b="0" lang="de-DE" sz="4400" strike="noStrike" u="none">
                <a:solidFill>
                  <a:schemeClr val="dk1"/>
                </a:solidFill>
                <a:uFillTx/>
                <a:latin typeface="Calibri Light"/>
              </a:rPr>
              <a:t>Navigation im html</a:t>
            </a:r>
            <a:endParaRPr b="0" lang="de-DE" sz="4400" strike="noStrike" u="none">
              <a:solidFill>
                <a:srgbClr val="000000"/>
              </a:solidFill>
              <a:uFillTx/>
              <a:latin typeface="Arial"/>
            </a:endParaRPr>
          </a:p>
        </p:txBody>
      </p:sp>
      <p:sp>
        <p:nvSpPr>
          <p:cNvPr id="1047" name="PlaceHolder 2"/>
          <p:cNvSpPr>
            <a:spLocks noGrp="1"/>
          </p:cNvSpPr>
          <p:nvPr>
            <p:ph/>
          </p:nvPr>
        </p:nvSpPr>
        <p:spPr>
          <a:xfrm>
            <a:off x="838080" y="1825560"/>
            <a:ext cx="10514520" cy="435024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t">
            <a:noAutofit/>
          </a:bodyPr>
          <a:p>
            <a:pPr marL="228600" indent="-228600" defTabSz="914400">
              <a:lnSpc>
                <a:spcPct val="90000"/>
              </a:lnSpc>
              <a:spcBef>
                <a:spcPts val="1001"/>
              </a:spcBef>
              <a:buClr>
                <a:srgbClr val="1e347b"/>
              </a:buClr>
              <a:buFont typeface="Calibri Light"/>
              <a:buAutoNum type="arabicPeriod"/>
            </a:pPr>
            <a:r>
              <a:rPr b="0" lang="de-DE" sz="2800" strike="noStrike" u="none">
                <a:solidFill>
                  <a:srgbClr val="1e347b"/>
                </a:solidFill>
                <a:uFillTx/>
                <a:latin typeface="SourceCodePro"/>
              </a:rPr>
              <a:t>&lt;a</a:t>
            </a:r>
            <a:r>
              <a:rPr b="0" lang="de-DE" sz="2800" strike="noStrike" u="none">
                <a:solidFill>
                  <a:srgbClr val="48484c"/>
                </a:solidFill>
                <a:uFillTx/>
                <a:latin typeface="SourceCodePro"/>
              </a:rPr>
              <a:t> [</a:t>
            </a:r>
            <a:r>
              <a:rPr b="0" lang="de-DE" sz="2800" strike="noStrike" u="none">
                <a:solidFill>
                  <a:srgbClr val="008080"/>
                </a:solidFill>
                <a:uFillTx/>
                <a:latin typeface="SourceCodePro"/>
              </a:rPr>
              <a:t>routerLink</a:t>
            </a:r>
            <a:r>
              <a:rPr b="0" lang="de-DE" sz="2800" strike="noStrike" u="none">
                <a:solidFill>
                  <a:srgbClr val="48484c"/>
                </a:solidFill>
                <a:uFillTx/>
                <a:latin typeface="SourceCodePro"/>
              </a:rPr>
              <a:t>]</a:t>
            </a:r>
            <a:r>
              <a:rPr b="0" lang="de-DE" sz="2800" strike="noStrike" u="none">
                <a:solidFill>
                  <a:srgbClr val="93a1a1"/>
                </a:solidFill>
                <a:uFillTx/>
                <a:latin typeface="SourceCodePro"/>
              </a:rPr>
              <a:t>=</a:t>
            </a:r>
            <a:r>
              <a:rPr b="0" lang="de-DE" sz="2800" strike="noStrike" u="none">
                <a:solidFill>
                  <a:srgbClr val="dd1144"/>
                </a:solidFill>
                <a:uFillTx/>
                <a:latin typeface="SourceCodePro"/>
              </a:rPr>
              <a:t>"['/artist']"</a:t>
            </a:r>
            <a:r>
              <a:rPr b="0" lang="de-DE" sz="2800" strike="noStrike" u="none">
                <a:solidFill>
                  <a:srgbClr val="1e347b"/>
                </a:solidFill>
                <a:uFillTx/>
                <a:latin typeface="SourceCodePro"/>
              </a:rPr>
              <a:t>&gt;</a:t>
            </a:r>
            <a:r>
              <a:rPr b="0" lang="de-DE" sz="2800" strike="noStrike" u="none">
                <a:solidFill>
                  <a:srgbClr val="48484c"/>
                </a:solidFill>
                <a:uFillTx/>
                <a:latin typeface="SourceCodePro"/>
              </a:rPr>
              <a:t>Artists</a:t>
            </a:r>
            <a:r>
              <a:rPr b="0" lang="de-DE" sz="2800" strike="noStrike" u="none">
                <a:solidFill>
                  <a:srgbClr val="1e347b"/>
                </a:solidFill>
                <a:uFillTx/>
                <a:latin typeface="SourceCodePro"/>
              </a:rPr>
              <a:t>&lt;/a&gt;</a:t>
            </a:r>
            <a:endParaRPr b="0" lang="de-DE" sz="2800" strike="noStrike" u="none">
              <a:solidFill>
                <a:srgbClr val="000000"/>
              </a:solidFill>
              <a:uFillTx/>
              <a:latin typeface="Arial"/>
            </a:endParaRPr>
          </a:p>
          <a:p>
            <a:pPr marL="228600" indent="-228600" defTabSz="914400">
              <a:lnSpc>
                <a:spcPct val="90000"/>
              </a:lnSpc>
              <a:spcBef>
                <a:spcPts val="1001"/>
              </a:spcBef>
              <a:buClr>
                <a:srgbClr val="1e347b"/>
              </a:buClr>
              <a:buFont typeface="Calibri Light"/>
              <a:buAutoNum type="arabicPeriod"/>
            </a:pPr>
            <a:r>
              <a:rPr b="0" lang="de-DE" sz="2800" strike="noStrike" u="none">
                <a:solidFill>
                  <a:srgbClr val="1e347b"/>
                </a:solidFill>
                <a:uFillTx/>
                <a:latin typeface="SourceCodePro"/>
              </a:rPr>
              <a:t>&lt;a</a:t>
            </a:r>
            <a:r>
              <a:rPr b="0" lang="de-DE" sz="2800" strike="noStrike" u="none">
                <a:solidFill>
                  <a:srgbClr val="48484c"/>
                </a:solidFill>
                <a:uFillTx/>
                <a:latin typeface="SourceCodePro"/>
              </a:rPr>
              <a:t> [</a:t>
            </a:r>
            <a:r>
              <a:rPr b="0" lang="de-DE" sz="2800" strike="noStrike" u="none">
                <a:solidFill>
                  <a:srgbClr val="008080"/>
                </a:solidFill>
                <a:uFillTx/>
                <a:latin typeface="SourceCodePro"/>
              </a:rPr>
              <a:t>routerLink</a:t>
            </a:r>
            <a:r>
              <a:rPr b="0" lang="de-DE" sz="2800" strike="noStrike" u="none">
                <a:solidFill>
                  <a:srgbClr val="48484c"/>
                </a:solidFill>
                <a:uFillTx/>
                <a:latin typeface="SourceCodePro"/>
              </a:rPr>
              <a:t>]</a:t>
            </a:r>
            <a:r>
              <a:rPr b="0" lang="de-DE" sz="2800" strike="noStrike" u="none">
                <a:solidFill>
                  <a:srgbClr val="93a1a1"/>
                </a:solidFill>
                <a:uFillTx/>
                <a:latin typeface="SourceCodePro"/>
              </a:rPr>
              <a:t>=</a:t>
            </a:r>
            <a:r>
              <a:rPr b="0" lang="de-DE" sz="2800" strike="noStrike" u="none">
                <a:solidFill>
                  <a:srgbClr val="dd1144"/>
                </a:solidFill>
                <a:uFillTx/>
                <a:latin typeface="SourceCodePro"/>
              </a:rPr>
              <a:t>"['/artist', artist.id]"</a:t>
            </a:r>
            <a:r>
              <a:rPr b="0" lang="de-DE" sz="2800" strike="noStrike" u="none">
                <a:solidFill>
                  <a:srgbClr val="1e347b"/>
                </a:solidFill>
                <a:uFillTx/>
                <a:latin typeface="SourceCodePro"/>
              </a:rPr>
              <a:t>&gt;</a:t>
            </a:r>
            <a:r>
              <a:rPr b="0" lang="de-DE" sz="2800" strike="noStrike" u="none">
                <a:solidFill>
                  <a:srgbClr val="48484c"/>
                </a:solidFill>
                <a:uFillTx/>
                <a:latin typeface="SourceCodePro"/>
              </a:rPr>
              <a:t>Some Artist</a:t>
            </a:r>
            <a:r>
              <a:rPr b="0" lang="de-DE" sz="2800" strike="noStrike" u="none">
                <a:solidFill>
                  <a:srgbClr val="1e347b"/>
                </a:solidFill>
                <a:uFillTx/>
                <a:latin typeface="SourceCodePro"/>
              </a:rPr>
              <a:t>&lt;/a&gt;</a:t>
            </a:r>
            <a:endParaRPr b="0" lang="de-DE" sz="2800" strike="noStrike" u="none">
              <a:solidFill>
                <a:srgbClr val="000000"/>
              </a:solidFill>
              <a:uFillTx/>
              <a:latin typeface="Arial"/>
            </a:endParaRPr>
          </a:p>
          <a:p>
            <a:pPr marL="228600" indent="-228600" defTabSz="914400">
              <a:lnSpc>
                <a:spcPct val="90000"/>
              </a:lnSpc>
              <a:spcBef>
                <a:spcPts val="1001"/>
              </a:spcBef>
              <a:buClr>
                <a:srgbClr val="1e347b"/>
              </a:buClr>
              <a:buFont typeface="Calibri Light"/>
              <a:buAutoNum type="arabicPeriod"/>
            </a:pPr>
            <a:r>
              <a:rPr b="0" lang="de-DE" sz="2800" strike="noStrike" u="none">
                <a:solidFill>
                  <a:srgbClr val="1e347b"/>
                </a:solidFill>
                <a:uFillTx/>
                <a:latin typeface="SourceCodePro"/>
              </a:rPr>
              <a:t>&lt;a</a:t>
            </a:r>
            <a:r>
              <a:rPr b="0" lang="de-DE" sz="2800" strike="noStrike" u="none">
                <a:solidFill>
                  <a:srgbClr val="48484c"/>
                </a:solidFill>
                <a:uFillTx/>
                <a:latin typeface="SourceCodePro"/>
              </a:rPr>
              <a:t> [</a:t>
            </a:r>
            <a:r>
              <a:rPr b="0" lang="de-DE" sz="2800" strike="noStrike" u="none">
                <a:solidFill>
                  <a:srgbClr val="008080"/>
                </a:solidFill>
                <a:uFillTx/>
                <a:latin typeface="SourceCodePro"/>
              </a:rPr>
              <a:t>routerLink</a:t>
            </a:r>
            <a:r>
              <a:rPr b="0" lang="de-DE" sz="2800" strike="noStrike" u="none">
                <a:solidFill>
                  <a:srgbClr val="48484c"/>
                </a:solidFill>
                <a:uFillTx/>
                <a:latin typeface="SourceCodePro"/>
              </a:rPr>
              <a:t>]</a:t>
            </a:r>
            <a:r>
              <a:rPr b="0" lang="de-DE" sz="2800" strike="noStrike" u="none">
                <a:solidFill>
                  <a:srgbClr val="93a1a1"/>
                </a:solidFill>
                <a:uFillTx/>
                <a:latin typeface="SourceCodePro"/>
              </a:rPr>
              <a:t>=</a:t>
            </a:r>
            <a:r>
              <a:rPr b="0" lang="de-DE" sz="2800" strike="noStrike" u="none">
                <a:solidFill>
                  <a:srgbClr val="dd1144"/>
                </a:solidFill>
                <a:uFillTx/>
                <a:latin typeface="SourceCodePro"/>
              </a:rPr>
              <a:t>"[artist.id]"</a:t>
            </a:r>
            <a:r>
              <a:rPr b="0" lang="de-DE" sz="2800" strike="noStrike" u="none">
                <a:solidFill>
                  <a:srgbClr val="1e347b"/>
                </a:solidFill>
                <a:uFillTx/>
                <a:latin typeface="SourceCodePro"/>
              </a:rPr>
              <a:t>&gt;</a:t>
            </a:r>
            <a:r>
              <a:rPr b="0" lang="de-DE" sz="2800" strike="noStrike" u="none">
                <a:solidFill>
                  <a:srgbClr val="48484c"/>
                </a:solidFill>
                <a:uFillTx/>
                <a:latin typeface="SourceCodePro"/>
              </a:rPr>
              <a:t>Artist with ID</a:t>
            </a:r>
            <a:r>
              <a:rPr b="0" lang="de-DE" sz="2800" strike="noStrike" u="none">
                <a:solidFill>
                  <a:srgbClr val="1e347b"/>
                </a:solidFill>
                <a:uFillTx/>
                <a:latin typeface="SourceCodePro"/>
              </a:rPr>
              <a:t>&lt;/a&gt;</a:t>
            </a:r>
            <a:endParaRPr b="0" lang="de-DE" sz="2800" strike="noStrike" u="none">
              <a:solidFill>
                <a:srgbClr val="000000"/>
              </a:solidFill>
              <a:uFillTx/>
              <a:latin typeface="Arial"/>
            </a:endParaRPr>
          </a:p>
          <a:p>
            <a:pPr indent="0" defTabSz="914400">
              <a:lnSpc>
                <a:spcPct val="90000"/>
              </a:lnSpc>
              <a:spcBef>
                <a:spcPts val="1001"/>
              </a:spcBef>
              <a:buNone/>
              <a:tabLst>
                <a:tab algn="l" pos="0"/>
              </a:tabLst>
            </a:pPr>
            <a:endParaRPr b="0" lang="de-DE" sz="2800" strike="noStrike" u="none">
              <a:solidFill>
                <a:srgbClr val="000000"/>
              </a:solidFill>
              <a:uFillTx/>
              <a:latin typeface="Arial"/>
            </a:endParaRPr>
          </a:p>
          <a:p>
            <a:pPr indent="0" defTabSz="914400">
              <a:lnSpc>
                <a:spcPct val="90000"/>
              </a:lnSpc>
              <a:spcBef>
                <a:spcPts val="1001"/>
              </a:spcBef>
              <a:buNone/>
              <a:tabLst>
                <a:tab algn="l" pos="0"/>
              </a:tabLst>
            </a:pPr>
            <a:endParaRPr b="0" lang="de-DE" sz="2800" strike="noStrike" u="none">
              <a:solidFill>
                <a:srgbClr val="000000"/>
              </a:solidFill>
              <a:uFillTx/>
              <a:latin typeface="Arial"/>
            </a:endParaRPr>
          </a:p>
          <a:p>
            <a:pPr marL="228600" indent="-228600" defTabSz="914400">
              <a:lnSpc>
                <a:spcPct val="90000"/>
              </a:lnSpc>
              <a:spcBef>
                <a:spcPts val="1001"/>
              </a:spcBef>
              <a:buClr>
                <a:srgbClr val="000000"/>
              </a:buClr>
              <a:buFont typeface="Arial"/>
              <a:buChar char="•"/>
              <a:tabLst>
                <a:tab algn="l" pos="0"/>
              </a:tabLst>
            </a:pPr>
            <a:r>
              <a:rPr b="0" lang="de-DE" sz="2800" strike="noStrike" u="none">
                <a:solidFill>
                  <a:schemeClr val="dk1"/>
                </a:solidFill>
                <a:uFillTx/>
                <a:latin typeface="Calibri"/>
              </a:rPr>
              <a:t>Absolute Links mit führendem Slash (1,2)</a:t>
            </a:r>
            <a:endParaRPr b="0" lang="de-DE" sz="2800" strike="noStrike" u="none">
              <a:solidFill>
                <a:srgbClr val="000000"/>
              </a:solidFill>
              <a:uFillTx/>
              <a:latin typeface="Arial"/>
            </a:endParaRPr>
          </a:p>
          <a:p>
            <a:pPr marL="228600" indent="-228600" defTabSz="914400">
              <a:lnSpc>
                <a:spcPct val="90000"/>
              </a:lnSpc>
              <a:spcBef>
                <a:spcPts val="1001"/>
              </a:spcBef>
              <a:buClr>
                <a:srgbClr val="000000"/>
              </a:buClr>
              <a:buFont typeface="Arial"/>
              <a:buChar char="•"/>
              <a:tabLst>
                <a:tab algn="l" pos="0"/>
              </a:tabLst>
            </a:pPr>
            <a:r>
              <a:rPr b="0" lang="de-DE" sz="2800" strike="noStrike" u="none">
                <a:solidFill>
                  <a:schemeClr val="dk1"/>
                </a:solidFill>
                <a:uFillTx/>
                <a:latin typeface="Calibri"/>
              </a:rPr>
              <a:t>Zur aktuellen Route relative Links ohne führenden Slash (3)</a:t>
            </a:r>
            <a:endParaRPr b="0" lang="de-DE" sz="2800" strike="noStrike" u="none">
              <a:solidFill>
                <a:srgbClr val="000000"/>
              </a:solidFill>
              <a:uFillTx/>
              <a:latin typeface="Arial"/>
            </a:endParaRPr>
          </a:p>
          <a:p>
            <a:pPr indent="0" defTabSz="914400">
              <a:lnSpc>
                <a:spcPct val="90000"/>
              </a:lnSpc>
              <a:spcBef>
                <a:spcPts val="1001"/>
              </a:spcBef>
              <a:buNone/>
              <a:tabLst>
                <a:tab algn="l" pos="0"/>
              </a:tabLst>
            </a:pPr>
            <a:endParaRPr b="0" lang="de-DE" sz="2800" strike="noStrike" u="none">
              <a:solidFill>
                <a:srgbClr val="000000"/>
              </a:solidFill>
              <a:uFillTx/>
              <a:latin typeface="Arial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210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48" name="PlaceHolder 1"/>
          <p:cNvSpPr>
            <a:spLocks noGrp="1"/>
          </p:cNvSpPr>
          <p:nvPr>
            <p:ph type="title"/>
          </p:nvPr>
        </p:nvSpPr>
        <p:spPr>
          <a:xfrm>
            <a:off x="838080" y="365040"/>
            <a:ext cx="10514520" cy="132444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ctr">
            <a:noAutofit/>
          </a:bodyPr>
          <a:p>
            <a:pPr indent="0" defTabSz="914400">
              <a:lnSpc>
                <a:spcPct val="90000"/>
              </a:lnSpc>
              <a:buNone/>
              <a:tabLst>
                <a:tab algn="l" pos="0"/>
              </a:tabLst>
            </a:pPr>
            <a:r>
              <a:rPr b="0" lang="de-DE" sz="4400" strike="noStrike" u="none">
                <a:solidFill>
                  <a:schemeClr val="dk1"/>
                </a:solidFill>
                <a:uFillTx/>
                <a:latin typeface="Calibri Light"/>
              </a:rPr>
              <a:t>Navigation im Code – Component Klasse</a:t>
            </a:r>
            <a:endParaRPr b="0" lang="de-DE" sz="4400" strike="noStrike" u="none">
              <a:solidFill>
                <a:srgbClr val="000000"/>
              </a:solidFill>
              <a:uFillTx/>
              <a:latin typeface="Arial"/>
            </a:endParaRPr>
          </a:p>
        </p:txBody>
      </p:sp>
      <p:sp>
        <p:nvSpPr>
          <p:cNvPr id="1049" name="PlaceHolder 2"/>
          <p:cNvSpPr>
            <a:spLocks noGrp="1"/>
          </p:cNvSpPr>
          <p:nvPr>
            <p:ph/>
          </p:nvPr>
        </p:nvSpPr>
        <p:spPr>
          <a:xfrm>
            <a:off x="838080" y="1825560"/>
            <a:ext cx="10514520" cy="435024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t">
            <a:noAutofit/>
          </a:bodyPr>
          <a:p>
            <a:pPr indent="0" defTabSz="914400">
              <a:lnSpc>
                <a:spcPct val="90000"/>
              </a:lnSpc>
              <a:spcBef>
                <a:spcPts val="1001"/>
              </a:spcBef>
              <a:buNone/>
              <a:tabLst>
                <a:tab algn="l" pos="0"/>
              </a:tabLst>
            </a:pPr>
            <a:r>
              <a:rPr b="0" lang="de-DE" sz="2800" strike="noStrike" u="none">
                <a:solidFill>
                  <a:srgbClr val="48484c"/>
                </a:solidFill>
                <a:uFillTx/>
                <a:latin typeface="SourceCodePro"/>
              </a:rPr>
              <a:t>constructor</a:t>
            </a:r>
            <a:r>
              <a:rPr b="0" lang="de-DE" sz="2800" strike="noStrike" u="none">
                <a:solidFill>
                  <a:srgbClr val="93a1a1"/>
                </a:solidFill>
                <a:uFillTx/>
                <a:latin typeface="SourceCodePro"/>
              </a:rPr>
              <a:t>(</a:t>
            </a:r>
            <a:r>
              <a:rPr b="0" lang="de-DE" sz="2800" strike="noStrike" u="none">
                <a:solidFill>
                  <a:srgbClr val="1e347b"/>
                </a:solidFill>
                <a:uFillTx/>
                <a:latin typeface="SourceCodePro"/>
              </a:rPr>
              <a:t>private</a:t>
            </a:r>
            <a:r>
              <a:rPr b="0" lang="de-DE" sz="2800" strike="noStrike" u="none">
                <a:solidFill>
                  <a:srgbClr val="48484c"/>
                </a:solidFill>
                <a:uFillTx/>
                <a:latin typeface="SourceCodePro"/>
              </a:rPr>
              <a:t> router</a:t>
            </a:r>
            <a:r>
              <a:rPr b="0" lang="de-DE" sz="2800" strike="noStrike" u="none">
                <a:solidFill>
                  <a:srgbClr val="93a1a1"/>
                </a:solidFill>
                <a:uFillTx/>
                <a:latin typeface="SourceCodePro"/>
              </a:rPr>
              <a:t>:</a:t>
            </a:r>
            <a:r>
              <a:rPr b="0" lang="de-DE" sz="2800" strike="noStrike" u="none">
                <a:solidFill>
                  <a:srgbClr val="48484c"/>
                </a:solidFill>
                <a:uFillTx/>
                <a:latin typeface="SourceCodePro"/>
              </a:rPr>
              <a:t> </a:t>
            </a:r>
            <a:r>
              <a:rPr b="0" lang="de-DE" sz="2800" strike="noStrike" u="none">
                <a:solidFill>
                  <a:srgbClr val="008080"/>
                </a:solidFill>
                <a:uFillTx/>
                <a:latin typeface="SourceCodePro"/>
              </a:rPr>
              <a:t>Router</a:t>
            </a:r>
            <a:r>
              <a:rPr b="0" lang="de-DE" sz="2800" strike="noStrike" u="none">
                <a:solidFill>
                  <a:srgbClr val="93a1a1"/>
                </a:solidFill>
                <a:uFillTx/>
                <a:latin typeface="SourceCodePro"/>
              </a:rPr>
              <a:t>)</a:t>
            </a:r>
            <a:r>
              <a:rPr b="0" lang="de-DE" sz="2800" strike="noStrike" u="none">
                <a:solidFill>
                  <a:srgbClr val="48484c"/>
                </a:solidFill>
                <a:uFillTx/>
                <a:latin typeface="SourceCodePro"/>
              </a:rPr>
              <a:t> </a:t>
            </a:r>
            <a:r>
              <a:rPr b="0" lang="de-DE" sz="2800" strike="noStrike" u="none">
                <a:solidFill>
                  <a:srgbClr val="93a1a1"/>
                </a:solidFill>
                <a:uFillTx/>
                <a:latin typeface="SourceCodePro"/>
              </a:rPr>
              <a:t>{}</a:t>
            </a:r>
            <a:endParaRPr b="0" lang="de-DE" sz="2800" strike="noStrike" u="none">
              <a:solidFill>
                <a:srgbClr val="000000"/>
              </a:solidFill>
              <a:uFillTx/>
              <a:latin typeface="Arial"/>
            </a:endParaRPr>
          </a:p>
          <a:p>
            <a:pPr indent="0" defTabSz="914400">
              <a:lnSpc>
                <a:spcPct val="90000"/>
              </a:lnSpc>
              <a:spcBef>
                <a:spcPts val="1001"/>
              </a:spcBef>
              <a:buNone/>
              <a:tabLst>
                <a:tab algn="l" pos="0"/>
              </a:tabLst>
            </a:pPr>
            <a:endParaRPr b="0" lang="de-DE" sz="2800" strike="noStrike" u="none">
              <a:solidFill>
                <a:srgbClr val="000000"/>
              </a:solidFill>
              <a:uFillTx/>
              <a:latin typeface="Arial"/>
            </a:endParaRPr>
          </a:p>
          <a:p>
            <a:pPr indent="0" defTabSz="914400">
              <a:lnSpc>
                <a:spcPct val="90000"/>
              </a:lnSpc>
              <a:spcBef>
                <a:spcPts val="1001"/>
              </a:spcBef>
              <a:buNone/>
              <a:tabLst>
                <a:tab algn="l" pos="0"/>
              </a:tabLst>
            </a:pPr>
            <a:r>
              <a:rPr b="0" lang="de-DE" sz="2800" strike="noStrike" u="none">
                <a:solidFill>
                  <a:srgbClr val="48484c"/>
                </a:solidFill>
                <a:uFillTx/>
                <a:latin typeface="SourceCodePro"/>
              </a:rPr>
              <a:t>save</a:t>
            </a:r>
            <a:r>
              <a:rPr b="0" lang="de-DE" sz="2800" strike="noStrike" u="none">
                <a:solidFill>
                  <a:srgbClr val="93a1a1"/>
                </a:solidFill>
                <a:uFillTx/>
                <a:latin typeface="SourceCodePro"/>
              </a:rPr>
              <a:t>()</a:t>
            </a:r>
            <a:r>
              <a:rPr b="0" lang="de-DE" sz="2800" strike="noStrike" u="none">
                <a:solidFill>
                  <a:srgbClr val="48484c"/>
                </a:solidFill>
                <a:uFillTx/>
                <a:latin typeface="SourceCodePro"/>
              </a:rPr>
              <a:t> </a:t>
            </a:r>
            <a:r>
              <a:rPr b="0" lang="de-DE" sz="2800" strike="noStrike" u="none">
                <a:solidFill>
                  <a:srgbClr val="93a1a1"/>
                </a:solidFill>
                <a:uFillTx/>
                <a:latin typeface="SourceCodePro"/>
              </a:rPr>
              <a:t>{</a:t>
            </a:r>
            <a:endParaRPr b="0" lang="de-DE" sz="2800" strike="noStrike" u="none">
              <a:solidFill>
                <a:srgbClr val="000000"/>
              </a:solidFill>
              <a:uFillTx/>
              <a:latin typeface="Arial"/>
            </a:endParaRPr>
          </a:p>
          <a:p>
            <a:pPr marL="457200" indent="0" defTabSz="914400">
              <a:lnSpc>
                <a:spcPct val="90000"/>
              </a:lnSpc>
              <a:spcBef>
                <a:spcPts val="499"/>
              </a:spcBef>
              <a:buNone/>
              <a:tabLst>
                <a:tab algn="l" pos="0"/>
              </a:tabLst>
            </a:pPr>
            <a:r>
              <a:rPr b="0" lang="de-DE" sz="2400" strike="noStrike" u="none">
                <a:solidFill>
                  <a:srgbClr val="93a1a1"/>
                </a:solidFill>
                <a:uFillTx/>
                <a:latin typeface="SourceCodePro"/>
              </a:rPr>
              <a:t>// Navigate back to list</a:t>
            </a:r>
            <a:endParaRPr b="0" lang="de-DE" sz="2400" strike="noStrike" u="none">
              <a:solidFill>
                <a:srgbClr val="000000"/>
              </a:solidFill>
              <a:uFillTx/>
              <a:latin typeface="Arial"/>
            </a:endParaRPr>
          </a:p>
          <a:p>
            <a:pPr marL="457200" indent="0" defTabSz="914400">
              <a:lnSpc>
                <a:spcPct val="90000"/>
              </a:lnSpc>
              <a:spcBef>
                <a:spcPts val="499"/>
              </a:spcBef>
              <a:buNone/>
              <a:tabLst>
                <a:tab algn="l" pos="0"/>
              </a:tabLst>
            </a:pPr>
            <a:r>
              <a:rPr b="0" lang="de-DE" sz="2400" strike="noStrike" u="none">
                <a:solidFill>
                  <a:srgbClr val="1e347b"/>
                </a:solidFill>
                <a:uFillTx/>
                <a:latin typeface="SourceCodePro"/>
              </a:rPr>
              <a:t>this</a:t>
            </a:r>
            <a:r>
              <a:rPr b="0" lang="de-DE" sz="2400" strike="noStrike" u="none">
                <a:solidFill>
                  <a:srgbClr val="93a1a1"/>
                </a:solidFill>
                <a:uFillTx/>
                <a:latin typeface="SourceCodePro"/>
              </a:rPr>
              <a:t>.</a:t>
            </a:r>
            <a:r>
              <a:rPr b="0" lang="de-DE" sz="2400" strike="noStrike" u="none">
                <a:solidFill>
                  <a:srgbClr val="48484c"/>
                </a:solidFill>
                <a:uFillTx/>
                <a:latin typeface="SourceCodePro"/>
              </a:rPr>
              <a:t>router</a:t>
            </a:r>
            <a:r>
              <a:rPr b="0" lang="de-DE" sz="2400" strike="noStrike" u="none">
                <a:solidFill>
                  <a:srgbClr val="93a1a1"/>
                </a:solidFill>
                <a:uFillTx/>
                <a:latin typeface="SourceCodePro"/>
              </a:rPr>
              <a:t>.</a:t>
            </a:r>
            <a:r>
              <a:rPr b="0" lang="de-DE" sz="2400" strike="noStrike" u="none">
                <a:solidFill>
                  <a:srgbClr val="48484c"/>
                </a:solidFill>
                <a:uFillTx/>
                <a:latin typeface="SourceCodePro"/>
              </a:rPr>
              <a:t>navigate</a:t>
            </a:r>
            <a:r>
              <a:rPr b="0" lang="de-DE" sz="2400" strike="noStrike" u="none">
                <a:solidFill>
                  <a:srgbClr val="93a1a1"/>
                </a:solidFill>
                <a:uFillTx/>
                <a:latin typeface="SourceCodePro"/>
              </a:rPr>
              <a:t>([</a:t>
            </a:r>
            <a:r>
              <a:rPr b="0" lang="de-DE" sz="2400" strike="noStrike" u="none">
                <a:solidFill>
                  <a:srgbClr val="dd1144"/>
                </a:solidFill>
                <a:uFillTx/>
                <a:latin typeface="SourceCodePro"/>
              </a:rPr>
              <a:t>"artist"</a:t>
            </a:r>
            <a:r>
              <a:rPr b="0" lang="de-DE" sz="2400" strike="noStrike" u="none">
                <a:solidFill>
                  <a:srgbClr val="93a1a1"/>
                </a:solidFill>
                <a:uFillTx/>
                <a:latin typeface="SourceCodePro"/>
              </a:rPr>
              <a:t>]);</a:t>
            </a:r>
            <a:endParaRPr b="0" lang="de-DE" sz="2400" strike="noStrike" u="none">
              <a:solidFill>
                <a:srgbClr val="000000"/>
              </a:solidFill>
              <a:uFillTx/>
              <a:latin typeface="Arial"/>
            </a:endParaRPr>
          </a:p>
          <a:p>
            <a:pPr marL="457200" indent="0" defTabSz="914400">
              <a:lnSpc>
                <a:spcPct val="90000"/>
              </a:lnSpc>
              <a:spcBef>
                <a:spcPts val="1001"/>
              </a:spcBef>
              <a:buNone/>
              <a:tabLst>
                <a:tab algn="l" pos="0"/>
              </a:tabLst>
            </a:pPr>
            <a:r>
              <a:rPr b="0" lang="de-DE" sz="2800" strike="noStrike" u="none">
                <a:solidFill>
                  <a:srgbClr val="93a1a1"/>
                </a:solidFill>
                <a:uFillTx/>
                <a:latin typeface="SourceCodePro"/>
              </a:rPr>
              <a:t>}</a:t>
            </a:r>
            <a:endParaRPr b="0" lang="de-DE" sz="2800" strike="noStrike" u="none">
              <a:solidFill>
                <a:srgbClr val="000000"/>
              </a:solidFill>
              <a:uFillTx/>
              <a:latin typeface="Arial"/>
            </a:endParaRPr>
          </a:p>
          <a:p>
            <a:pPr marL="457200" indent="0" defTabSz="914400">
              <a:lnSpc>
                <a:spcPct val="90000"/>
              </a:lnSpc>
              <a:spcBef>
                <a:spcPts val="1001"/>
              </a:spcBef>
              <a:buNone/>
              <a:tabLst>
                <a:tab algn="l" pos="0"/>
              </a:tabLst>
            </a:pPr>
            <a:endParaRPr b="0" lang="de-DE" sz="2800" strike="noStrike" u="none">
              <a:solidFill>
                <a:srgbClr val="000000"/>
              </a:solidFill>
              <a:uFillTx/>
              <a:latin typeface="Arial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211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bg>
      <p:bgPr>
        <a:solidFill>
          <a:schemeClr val="lt1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 useBgFill="1">
        <p:nvSpPr>
          <p:cNvPr id="1050" name="Rectangle 7">
            <a:extLst>
              <a:ext uri="{C183D7F6-B498-43B3-948B-1728B52AA6E4}">
                <adec:decorative xmlns:adec="http://schemas.microsoft.com/office/drawing/2017/decorative" val="1"/>
              </a:ext>
            </a:extLst>
          </p:cNvPr>
          <p:cNvSpPr/>
          <p:nvPr/>
        </p:nvSpPr>
        <p:spPr>
          <a:xfrm>
            <a:off x="0" y="0"/>
            <a:ext cx="12190680" cy="6856920"/>
          </a:xfrm>
          <a:prstGeom prst="rect">
            <a:avLst/>
          </a:prstGeom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 algn="ctr" defTabSz="914400">
              <a:lnSpc>
                <a:spcPct val="100000"/>
              </a:lnSpc>
            </a:pPr>
            <a:endParaRPr b="0" lang="en-US" sz="1800" strike="noStrike" u="none">
              <a:solidFill>
                <a:schemeClr val="lt1"/>
              </a:solidFill>
              <a:uFillTx/>
              <a:latin typeface="Calibri"/>
            </a:endParaRPr>
          </a:p>
        </p:txBody>
      </p:sp>
      <p:sp>
        <p:nvSpPr>
          <p:cNvPr id="1051" name="Rectangle 9">
            <a:extLst>
              <a:ext uri="{C183D7F6-B498-43B3-948B-1728B52AA6E4}">
                <adec:decorative xmlns:adec="http://schemas.microsoft.com/office/drawing/2017/decorative" val="1"/>
              </a:ext>
            </a:extLst>
          </p:cNvPr>
          <p:cNvSpPr/>
          <p:nvPr/>
        </p:nvSpPr>
        <p:spPr>
          <a:xfrm>
            <a:off x="360" y="0"/>
            <a:ext cx="12190680" cy="6856920"/>
          </a:xfrm>
          <a:prstGeom prst="rect">
            <a:avLst/>
          </a:prstGeom>
          <a:solidFill>
            <a:schemeClr val="bg1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 algn="ctr" defTabSz="914400">
              <a:lnSpc>
                <a:spcPct val="100000"/>
              </a:lnSpc>
            </a:pPr>
            <a:endParaRPr b="0" lang="en-US" sz="800" strike="noStrike" u="none">
              <a:solidFill>
                <a:schemeClr val="lt1"/>
              </a:solidFill>
              <a:uFillTx/>
              <a:latin typeface="Calibri"/>
            </a:endParaRPr>
          </a:p>
        </p:txBody>
      </p:sp>
      <p:sp>
        <p:nvSpPr>
          <p:cNvPr id="1052" name="PlaceHolder 1"/>
          <p:cNvSpPr>
            <a:spLocks noGrp="1"/>
          </p:cNvSpPr>
          <p:nvPr>
            <p:ph type="title"/>
          </p:nvPr>
        </p:nvSpPr>
        <p:spPr>
          <a:xfrm>
            <a:off x="1179360" y="1280520"/>
            <a:ext cx="9832320" cy="132444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b">
            <a:normAutofit/>
          </a:bodyPr>
          <a:p>
            <a:pPr indent="0" algn="ctr" defTabSz="914400">
              <a:lnSpc>
                <a:spcPct val="90000"/>
              </a:lnSpc>
              <a:buNone/>
              <a:tabLst>
                <a:tab algn="l" pos="0"/>
              </a:tabLst>
            </a:pPr>
            <a:r>
              <a:rPr b="0" lang="de-DE" sz="3600" strike="noStrike" u="none">
                <a:solidFill>
                  <a:schemeClr val="dk2"/>
                </a:solidFill>
                <a:uFillTx/>
                <a:latin typeface="Calibri Light"/>
              </a:rPr>
              <a:t>Übung 20: Routing mit Parametern</a:t>
            </a:r>
            <a:endParaRPr b="0" lang="de-DE" sz="3600" strike="noStrike" u="none">
              <a:solidFill>
                <a:srgbClr val="000000"/>
              </a:solidFill>
              <a:uFillTx/>
              <a:latin typeface="Arial"/>
            </a:endParaRPr>
          </a:p>
        </p:txBody>
      </p:sp>
      <p:grpSp>
        <p:nvGrpSpPr>
          <p:cNvPr id="1053" name="Group 11">
            <a:extLst>
              <a:ext uri="{C183D7F6-B498-43B3-948B-1728B52AA6E4}">
                <adec:decorative xmlns:adec="http://schemas.microsoft.com/office/drawing/2017/decorative" val="1"/>
              </a:ext>
            </a:extLst>
          </p:cNvPr>
          <p:cNvGrpSpPr/>
          <p:nvPr/>
        </p:nvGrpSpPr>
        <p:grpSpPr>
          <a:xfrm>
            <a:off x="8289720" y="0"/>
            <a:ext cx="3901320" cy="2381760"/>
            <a:chOff x="8289720" y="0"/>
            <a:chExt cx="3901320" cy="2381760"/>
          </a:xfrm>
        </p:grpSpPr>
        <p:sp>
          <p:nvSpPr>
            <p:cNvPr id="1054" name="Freeform: Shape 12">
              <a:extLs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/>
            <p:nvPr/>
          </p:nvSpPr>
          <p:spPr>
            <a:xfrm>
              <a:off x="8289720" y="0"/>
              <a:ext cx="3900960" cy="2381760"/>
            </a:xfrm>
            <a:custGeom>
              <a:avLst/>
              <a:gdLst>
                <a:gd name="textAreaLeft" fmla="*/ 0 w 3900960"/>
                <a:gd name="textAreaRight" fmla="*/ 3902040 w 3900960"/>
                <a:gd name="textAreaTop" fmla="*/ 0 h 2381760"/>
                <a:gd name="textAreaBottom" fmla="*/ 2382840 h 2381760"/>
              </a:gdLst>
              <a:ahLst/>
              <a:rect l="textAreaLeft" t="textAreaTop" r="textAreaRight" b="textAreaBottom"/>
              <a:pathLst>
                <a:path w="5324985" h="3251912">
                  <a:moveTo>
                    <a:pt x="0" y="0"/>
                  </a:moveTo>
                  <a:lnTo>
                    <a:pt x="36826" y="0"/>
                  </a:lnTo>
                  <a:lnTo>
                    <a:pt x="45003" y="152909"/>
                  </a:lnTo>
                  <a:cubicBezTo>
                    <a:pt x="50351" y="205154"/>
                    <a:pt x="58290" y="257123"/>
                    <a:pt x="68956" y="308600"/>
                  </a:cubicBezTo>
                  <a:cubicBezTo>
                    <a:pt x="91393" y="411324"/>
                    <a:pt x="123882" y="511847"/>
                    <a:pt x="167774" y="607968"/>
                  </a:cubicBezTo>
                  <a:cubicBezTo>
                    <a:pt x="178195" y="632173"/>
                    <a:pt x="190333" y="655798"/>
                    <a:pt x="201857" y="679539"/>
                  </a:cubicBezTo>
                  <a:cubicBezTo>
                    <a:pt x="214363" y="702933"/>
                    <a:pt x="226255" y="726557"/>
                    <a:pt x="239741" y="749488"/>
                  </a:cubicBezTo>
                  <a:cubicBezTo>
                    <a:pt x="265488" y="795812"/>
                    <a:pt x="294176" y="840746"/>
                    <a:pt x="323724" y="885101"/>
                  </a:cubicBezTo>
                  <a:cubicBezTo>
                    <a:pt x="353149" y="929572"/>
                    <a:pt x="384657" y="972885"/>
                    <a:pt x="416412" y="1016081"/>
                  </a:cubicBezTo>
                  <a:cubicBezTo>
                    <a:pt x="448655" y="1058931"/>
                    <a:pt x="482127" y="1101202"/>
                    <a:pt x="515719" y="1143356"/>
                  </a:cubicBezTo>
                  <a:cubicBezTo>
                    <a:pt x="583027" y="1227782"/>
                    <a:pt x="653402" y="1310470"/>
                    <a:pt x="722427" y="1395127"/>
                  </a:cubicBezTo>
                  <a:cubicBezTo>
                    <a:pt x="757123" y="1437282"/>
                    <a:pt x="791697" y="1479783"/>
                    <a:pt x="825780" y="1522749"/>
                  </a:cubicBezTo>
                  <a:cubicBezTo>
                    <a:pt x="859742" y="1565367"/>
                    <a:pt x="893457" y="1610649"/>
                    <a:pt x="926314" y="1651992"/>
                  </a:cubicBezTo>
                  <a:cubicBezTo>
                    <a:pt x="958927" y="1694379"/>
                    <a:pt x="993132" y="1735492"/>
                    <a:pt x="1026848" y="1776836"/>
                  </a:cubicBezTo>
                  <a:cubicBezTo>
                    <a:pt x="1061545" y="1817485"/>
                    <a:pt x="1095996" y="1858133"/>
                    <a:pt x="1131918" y="1897393"/>
                  </a:cubicBezTo>
                  <a:cubicBezTo>
                    <a:pt x="1203273" y="1976376"/>
                    <a:pt x="1277447" y="2052463"/>
                    <a:pt x="1354688" y="2124728"/>
                  </a:cubicBezTo>
                  <a:cubicBezTo>
                    <a:pt x="1509411" y="2268911"/>
                    <a:pt x="1676396" y="2397575"/>
                    <a:pt x="1855027" y="2504236"/>
                  </a:cubicBezTo>
                  <a:cubicBezTo>
                    <a:pt x="1944528" y="2557277"/>
                    <a:pt x="2036357" y="2605917"/>
                    <a:pt x="2131618" y="2646913"/>
                  </a:cubicBezTo>
                  <a:cubicBezTo>
                    <a:pt x="2226267" y="2689068"/>
                    <a:pt x="2323981" y="2724622"/>
                    <a:pt x="2423534" y="2754732"/>
                  </a:cubicBezTo>
                  <a:cubicBezTo>
                    <a:pt x="2523087" y="2784958"/>
                    <a:pt x="2624602" y="2809394"/>
                    <a:pt x="2727588" y="2829197"/>
                  </a:cubicBezTo>
                  <a:cubicBezTo>
                    <a:pt x="2830698" y="2848653"/>
                    <a:pt x="2935522" y="2861971"/>
                    <a:pt x="3041083" y="2870890"/>
                  </a:cubicBezTo>
                  <a:cubicBezTo>
                    <a:pt x="3146644" y="2879922"/>
                    <a:pt x="3253307" y="2883860"/>
                    <a:pt x="3360340" y="2883976"/>
                  </a:cubicBezTo>
                  <a:cubicBezTo>
                    <a:pt x="3387067" y="2883976"/>
                    <a:pt x="3414162" y="2884439"/>
                    <a:pt x="3439663" y="2883396"/>
                  </a:cubicBezTo>
                  <a:lnTo>
                    <a:pt x="3478529" y="2882471"/>
                  </a:lnTo>
                  <a:lnTo>
                    <a:pt x="3517271" y="2880616"/>
                  </a:lnTo>
                  <a:cubicBezTo>
                    <a:pt x="3568887" y="2878417"/>
                    <a:pt x="3620257" y="2873552"/>
                    <a:pt x="3671260" y="2867878"/>
                  </a:cubicBezTo>
                  <a:cubicBezTo>
                    <a:pt x="3875515" y="2844253"/>
                    <a:pt x="4074253" y="2792486"/>
                    <a:pt x="4265268" y="2716283"/>
                  </a:cubicBezTo>
                  <a:cubicBezTo>
                    <a:pt x="4361020" y="2678529"/>
                    <a:pt x="4454444" y="2633710"/>
                    <a:pt x="4546395" y="2584724"/>
                  </a:cubicBezTo>
                  <a:cubicBezTo>
                    <a:pt x="4638470" y="2535967"/>
                    <a:pt x="4728827" y="2481885"/>
                    <a:pt x="4817837" y="2424674"/>
                  </a:cubicBezTo>
                  <a:cubicBezTo>
                    <a:pt x="4906846" y="2367348"/>
                    <a:pt x="4994385" y="2306317"/>
                    <a:pt x="5081677" y="2243548"/>
                  </a:cubicBezTo>
                  <a:cubicBezTo>
                    <a:pt x="5125201" y="2212164"/>
                    <a:pt x="5168603" y="2179969"/>
                    <a:pt x="5211881" y="2147658"/>
                  </a:cubicBezTo>
                  <a:lnTo>
                    <a:pt x="5324985" y="2062128"/>
                  </a:lnTo>
                  <a:lnTo>
                    <a:pt x="5324985" y="2514993"/>
                  </a:lnTo>
                  <a:lnTo>
                    <a:pt x="5314867" y="2522881"/>
                  </a:lnTo>
                  <a:cubicBezTo>
                    <a:pt x="5225490" y="2591325"/>
                    <a:pt x="5133783" y="2658379"/>
                    <a:pt x="5038276" y="2722421"/>
                  </a:cubicBezTo>
                  <a:cubicBezTo>
                    <a:pt x="4942892" y="2786348"/>
                    <a:pt x="4844810" y="2848422"/>
                    <a:pt x="4741701" y="2904937"/>
                  </a:cubicBezTo>
                  <a:cubicBezTo>
                    <a:pt x="4638592" y="2961337"/>
                    <a:pt x="4531929" y="3013683"/>
                    <a:pt x="4420728" y="3058848"/>
                  </a:cubicBezTo>
                  <a:cubicBezTo>
                    <a:pt x="4199063" y="3150338"/>
                    <a:pt x="3959621" y="3211485"/>
                    <a:pt x="3717481" y="3237079"/>
                  </a:cubicBezTo>
                  <a:cubicBezTo>
                    <a:pt x="3656914" y="3243101"/>
                    <a:pt x="3596227" y="3247966"/>
                    <a:pt x="3535661" y="3249934"/>
                  </a:cubicBezTo>
                  <a:lnTo>
                    <a:pt x="3490175" y="3251555"/>
                  </a:lnTo>
                  <a:lnTo>
                    <a:pt x="3444813" y="3251787"/>
                  </a:lnTo>
                  <a:cubicBezTo>
                    <a:pt x="3414162" y="3252250"/>
                    <a:pt x="3385105" y="3251324"/>
                    <a:pt x="3355681" y="3250745"/>
                  </a:cubicBezTo>
                  <a:cubicBezTo>
                    <a:pt x="3296954" y="3250050"/>
                    <a:pt x="3237860" y="3246692"/>
                    <a:pt x="3179011" y="3243795"/>
                  </a:cubicBezTo>
                  <a:cubicBezTo>
                    <a:pt x="3120039" y="3239164"/>
                    <a:pt x="3061067" y="3234878"/>
                    <a:pt x="3002217" y="3227814"/>
                  </a:cubicBezTo>
                  <a:cubicBezTo>
                    <a:pt x="2884397" y="3214496"/>
                    <a:pt x="2766699" y="3196314"/>
                    <a:pt x="2650103" y="3170836"/>
                  </a:cubicBezTo>
                  <a:cubicBezTo>
                    <a:pt x="2533510" y="3145358"/>
                    <a:pt x="2418263" y="3112583"/>
                    <a:pt x="2305836" y="3072514"/>
                  </a:cubicBezTo>
                  <a:cubicBezTo>
                    <a:pt x="2193410" y="3032328"/>
                    <a:pt x="2083926" y="2984383"/>
                    <a:pt x="1978611" y="2929952"/>
                  </a:cubicBezTo>
                  <a:cubicBezTo>
                    <a:pt x="1873663" y="2874711"/>
                    <a:pt x="1772884" y="2812985"/>
                    <a:pt x="1678235" y="2744424"/>
                  </a:cubicBezTo>
                  <a:cubicBezTo>
                    <a:pt x="1488201" y="2608001"/>
                    <a:pt x="1321708" y="2448068"/>
                    <a:pt x="1175688" y="2277018"/>
                  </a:cubicBezTo>
                  <a:cubicBezTo>
                    <a:pt x="1102985" y="2191086"/>
                    <a:pt x="1035309" y="2102377"/>
                    <a:pt x="971310" y="2012044"/>
                  </a:cubicBezTo>
                  <a:cubicBezTo>
                    <a:pt x="907188" y="1921714"/>
                    <a:pt x="847358" y="1829413"/>
                    <a:pt x="790717" y="1735723"/>
                  </a:cubicBezTo>
                  <a:cubicBezTo>
                    <a:pt x="761782" y="1688357"/>
                    <a:pt x="735300" y="1644002"/>
                    <a:pt x="706488" y="1598604"/>
                  </a:cubicBezTo>
                  <a:cubicBezTo>
                    <a:pt x="677922" y="1553555"/>
                    <a:pt x="648866" y="1508505"/>
                    <a:pt x="618951" y="1463802"/>
                  </a:cubicBezTo>
                  <a:lnTo>
                    <a:pt x="436273" y="1195355"/>
                  </a:lnTo>
                  <a:cubicBezTo>
                    <a:pt x="405990" y="1150189"/>
                    <a:pt x="376075" y="1104792"/>
                    <a:pt x="346896" y="1058816"/>
                  </a:cubicBezTo>
                  <a:cubicBezTo>
                    <a:pt x="317716" y="1012838"/>
                    <a:pt x="288782" y="966747"/>
                    <a:pt x="261809" y="919264"/>
                  </a:cubicBezTo>
                  <a:cubicBezTo>
                    <a:pt x="207742" y="824764"/>
                    <a:pt x="158088" y="727485"/>
                    <a:pt x="118487" y="626498"/>
                  </a:cubicBezTo>
                  <a:cubicBezTo>
                    <a:pt x="78151" y="525859"/>
                    <a:pt x="48237" y="421515"/>
                    <a:pt x="28130" y="315781"/>
                  </a:cubicBezTo>
                  <a:cubicBezTo>
                    <a:pt x="18506" y="262914"/>
                    <a:pt x="11425" y="209642"/>
                    <a:pt x="6751" y="156195"/>
                  </a:cubicBezTo>
                  <a:close/>
                </a:path>
              </a:pathLst>
            </a:custGeom>
            <a:gradFill rotWithShape="0">
              <a:gsLst>
                <a:gs pos="2000">
                  <a:srgbClr val="ffffff">
                    <a:alpha val="10000"/>
                  </a:srgbClr>
                </a:gs>
                <a:gs pos="16000">
                  <a:srgbClr val="f19d19">
                    <a:alpha val="10000"/>
                  </a:srgbClr>
                </a:gs>
                <a:gs pos="85000">
                  <a:srgbClr val="1d9a78">
                    <a:alpha val="10000"/>
                  </a:srgbClr>
                </a:gs>
                <a:gs pos="100000">
                  <a:srgbClr val="ffffff">
                    <a:alpha val="10000"/>
                  </a:srgbClr>
                </a:gs>
              </a:gsLst>
              <a:lin ang="12000000"/>
            </a:gra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/>
          </p:style>
          <p:txBody>
            <a:bodyPr lIns="90000" rIns="90000" tIns="45000" bIns="45000" anchor="ctr">
              <a:noAutofit/>
            </a:bodyPr>
            <a:p>
              <a:pPr algn="ctr" defTabSz="914400">
                <a:lnSpc>
                  <a:spcPct val="100000"/>
                </a:lnSpc>
              </a:pPr>
              <a:endParaRPr b="0" lang="en-US" sz="1800" strike="noStrike" u="none">
                <a:solidFill>
                  <a:schemeClr val="lt1"/>
                </a:solidFill>
                <a:uFillTx/>
                <a:latin typeface="Calibri"/>
              </a:endParaRPr>
            </a:p>
          </p:txBody>
        </p:sp>
        <p:sp>
          <p:nvSpPr>
            <p:cNvPr id="1055" name="Freeform: Shape 13">
              <a:extLs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/>
            <p:nvPr/>
          </p:nvSpPr>
          <p:spPr>
            <a:xfrm>
              <a:off x="8326080" y="0"/>
              <a:ext cx="3864960" cy="2183040"/>
            </a:xfrm>
            <a:custGeom>
              <a:avLst/>
              <a:gdLst>
                <a:gd name="textAreaLeft" fmla="*/ 0 w 3864960"/>
                <a:gd name="textAreaRight" fmla="*/ 3866040 w 3864960"/>
                <a:gd name="textAreaTop" fmla="*/ 0 h 2183040"/>
                <a:gd name="textAreaBottom" fmla="*/ 2184120 h 2183040"/>
              </a:gdLst>
              <a:ahLst/>
              <a:rect l="textAreaLeft" t="textAreaTop" r="textAreaRight" b="textAreaBottom"/>
              <a:pathLst>
                <a:path w="5275533" h="2980757">
                  <a:moveTo>
                    <a:pt x="0" y="0"/>
                  </a:moveTo>
                  <a:lnTo>
                    <a:pt x="201166" y="0"/>
                  </a:lnTo>
                  <a:lnTo>
                    <a:pt x="206734" y="89286"/>
                  </a:lnTo>
                  <a:cubicBezTo>
                    <a:pt x="212220" y="135755"/>
                    <a:pt x="220465" y="181731"/>
                    <a:pt x="232051" y="226897"/>
                  </a:cubicBezTo>
                  <a:cubicBezTo>
                    <a:pt x="254855" y="317344"/>
                    <a:pt x="290287" y="403854"/>
                    <a:pt x="332707" y="487120"/>
                  </a:cubicBezTo>
                  <a:cubicBezTo>
                    <a:pt x="354163" y="528696"/>
                    <a:pt x="377948" y="569461"/>
                    <a:pt x="402959" y="609647"/>
                  </a:cubicBezTo>
                  <a:cubicBezTo>
                    <a:pt x="428337" y="649717"/>
                    <a:pt x="455433" y="689209"/>
                    <a:pt x="483631" y="728236"/>
                  </a:cubicBezTo>
                  <a:cubicBezTo>
                    <a:pt x="540764" y="806061"/>
                    <a:pt x="604271" y="881569"/>
                    <a:pt x="669986" y="957424"/>
                  </a:cubicBezTo>
                  <a:cubicBezTo>
                    <a:pt x="735701" y="1033395"/>
                    <a:pt x="804359" y="1109366"/>
                    <a:pt x="871667" y="1188348"/>
                  </a:cubicBezTo>
                  <a:cubicBezTo>
                    <a:pt x="905383" y="1227723"/>
                    <a:pt x="938731" y="1268025"/>
                    <a:pt x="971956" y="1308905"/>
                  </a:cubicBezTo>
                  <a:lnTo>
                    <a:pt x="1020139" y="1368084"/>
                  </a:lnTo>
                  <a:cubicBezTo>
                    <a:pt x="1035954" y="1386962"/>
                    <a:pt x="1051035" y="1406302"/>
                    <a:pt x="1067340" y="1424715"/>
                  </a:cubicBezTo>
                  <a:cubicBezTo>
                    <a:pt x="1194602" y="1574573"/>
                    <a:pt x="1332652" y="1712503"/>
                    <a:pt x="1472909" y="1843252"/>
                  </a:cubicBezTo>
                  <a:cubicBezTo>
                    <a:pt x="1543406" y="1908337"/>
                    <a:pt x="1615128" y="1971221"/>
                    <a:pt x="1688567" y="2031559"/>
                  </a:cubicBezTo>
                  <a:cubicBezTo>
                    <a:pt x="1762006" y="2091895"/>
                    <a:pt x="1836793" y="2150263"/>
                    <a:pt x="1914401" y="2205156"/>
                  </a:cubicBezTo>
                  <a:cubicBezTo>
                    <a:pt x="2069003" y="2315176"/>
                    <a:pt x="2235742" y="2413498"/>
                    <a:pt x="2418909" y="2479741"/>
                  </a:cubicBezTo>
                  <a:cubicBezTo>
                    <a:pt x="2510249" y="2512863"/>
                    <a:pt x="2604898" y="2538225"/>
                    <a:pt x="2701141" y="2557333"/>
                  </a:cubicBezTo>
                  <a:cubicBezTo>
                    <a:pt x="2725293" y="2561850"/>
                    <a:pt x="2749201" y="2567062"/>
                    <a:pt x="2773475" y="2570999"/>
                  </a:cubicBezTo>
                  <a:lnTo>
                    <a:pt x="2846424" y="2582465"/>
                  </a:lnTo>
                  <a:cubicBezTo>
                    <a:pt x="2895343" y="2588602"/>
                    <a:pt x="2944261" y="2595088"/>
                    <a:pt x="2993669" y="2598909"/>
                  </a:cubicBezTo>
                  <a:cubicBezTo>
                    <a:pt x="3018313" y="2601110"/>
                    <a:pt x="3042956" y="2603195"/>
                    <a:pt x="3067721" y="2604237"/>
                  </a:cubicBezTo>
                  <a:cubicBezTo>
                    <a:pt x="3092487" y="2605394"/>
                    <a:pt x="3117130" y="2607247"/>
                    <a:pt x="3142019" y="2607943"/>
                  </a:cubicBezTo>
                  <a:lnTo>
                    <a:pt x="3216561" y="2609564"/>
                  </a:lnTo>
                  <a:cubicBezTo>
                    <a:pt x="3241326" y="2610142"/>
                    <a:pt x="3266337" y="2609333"/>
                    <a:pt x="3291225" y="2609217"/>
                  </a:cubicBezTo>
                  <a:lnTo>
                    <a:pt x="3328619" y="2608869"/>
                  </a:lnTo>
                  <a:cubicBezTo>
                    <a:pt x="3340757" y="2608522"/>
                    <a:pt x="3352649" y="2607827"/>
                    <a:pt x="3364665" y="2607363"/>
                  </a:cubicBezTo>
                  <a:cubicBezTo>
                    <a:pt x="3376679" y="2606784"/>
                    <a:pt x="3388695" y="2606438"/>
                    <a:pt x="3400587" y="2605627"/>
                  </a:cubicBezTo>
                  <a:lnTo>
                    <a:pt x="3436387" y="2602847"/>
                  </a:lnTo>
                  <a:cubicBezTo>
                    <a:pt x="3484079" y="2599257"/>
                    <a:pt x="3531404" y="2593235"/>
                    <a:pt x="3578361" y="2586286"/>
                  </a:cubicBezTo>
                  <a:cubicBezTo>
                    <a:pt x="3766310" y="2556871"/>
                    <a:pt x="3947025" y="2499314"/>
                    <a:pt x="4119159" y="2418594"/>
                  </a:cubicBezTo>
                  <a:cubicBezTo>
                    <a:pt x="4291907" y="2338801"/>
                    <a:pt x="4456317" y="2236657"/>
                    <a:pt x="4618765" y="2124668"/>
                  </a:cubicBezTo>
                  <a:cubicBezTo>
                    <a:pt x="4659346" y="2096759"/>
                    <a:pt x="4699682" y="2067575"/>
                    <a:pt x="4739895" y="2038275"/>
                  </a:cubicBezTo>
                  <a:cubicBezTo>
                    <a:pt x="4780355" y="2008976"/>
                    <a:pt x="4820691" y="1979212"/>
                    <a:pt x="4861027" y="1948986"/>
                  </a:cubicBezTo>
                  <a:lnTo>
                    <a:pt x="5106354" y="1763690"/>
                  </a:lnTo>
                  <a:lnTo>
                    <a:pt x="5275533" y="1641017"/>
                  </a:lnTo>
                  <a:lnTo>
                    <a:pt x="5275533" y="2257481"/>
                  </a:lnTo>
                  <a:lnTo>
                    <a:pt x="5168881" y="2332084"/>
                  </a:lnTo>
                  <a:cubicBezTo>
                    <a:pt x="5125235" y="2362079"/>
                    <a:pt x="5081099" y="2391958"/>
                    <a:pt x="5036225" y="2421489"/>
                  </a:cubicBezTo>
                  <a:cubicBezTo>
                    <a:pt x="4991231" y="2450790"/>
                    <a:pt x="4945867" y="2479857"/>
                    <a:pt x="4899401" y="2508347"/>
                  </a:cubicBezTo>
                  <a:cubicBezTo>
                    <a:pt x="4806959" y="2565440"/>
                    <a:pt x="4711574" y="2620798"/>
                    <a:pt x="4612145" y="2671407"/>
                  </a:cubicBezTo>
                  <a:cubicBezTo>
                    <a:pt x="4512836" y="2722247"/>
                    <a:pt x="4410095" y="2769496"/>
                    <a:pt x="4303187" y="2810030"/>
                  </a:cubicBezTo>
                  <a:cubicBezTo>
                    <a:pt x="4090349" y="2892256"/>
                    <a:pt x="3861694" y="2947728"/>
                    <a:pt x="3630835" y="2969500"/>
                  </a:cubicBezTo>
                  <a:cubicBezTo>
                    <a:pt x="3573089" y="2974712"/>
                    <a:pt x="3515343" y="2978649"/>
                    <a:pt x="3457719" y="2979808"/>
                  </a:cubicBezTo>
                  <a:lnTo>
                    <a:pt x="3414441" y="2980733"/>
                  </a:lnTo>
                  <a:cubicBezTo>
                    <a:pt x="3400097" y="2980850"/>
                    <a:pt x="3385630" y="2980502"/>
                    <a:pt x="3371285" y="2980502"/>
                  </a:cubicBezTo>
                  <a:lnTo>
                    <a:pt x="3328252" y="2980039"/>
                  </a:lnTo>
                  <a:lnTo>
                    <a:pt x="3286445" y="2978534"/>
                  </a:lnTo>
                  <a:cubicBezTo>
                    <a:pt x="3175121" y="2975174"/>
                    <a:pt x="3063553" y="2966837"/>
                    <a:pt x="2952475" y="2953402"/>
                  </a:cubicBezTo>
                  <a:cubicBezTo>
                    <a:pt x="2841275" y="2940664"/>
                    <a:pt x="2730319" y="2922365"/>
                    <a:pt x="2620591" y="2898046"/>
                  </a:cubicBezTo>
                  <a:cubicBezTo>
                    <a:pt x="2510984" y="2873494"/>
                    <a:pt x="2402235" y="2844426"/>
                    <a:pt x="2294591" y="2811305"/>
                  </a:cubicBezTo>
                  <a:cubicBezTo>
                    <a:pt x="2079669" y="2744483"/>
                    <a:pt x="1867198" y="2661331"/>
                    <a:pt x="1670544" y="2550501"/>
                  </a:cubicBezTo>
                  <a:cubicBezTo>
                    <a:pt x="1473767" y="2439903"/>
                    <a:pt x="1298079" y="2299657"/>
                    <a:pt x="1144703" y="2144472"/>
                  </a:cubicBezTo>
                  <a:cubicBezTo>
                    <a:pt x="1067586" y="2066996"/>
                    <a:pt x="997458" y="1984539"/>
                    <a:pt x="931497" y="1900114"/>
                  </a:cubicBezTo>
                  <a:cubicBezTo>
                    <a:pt x="865906" y="1815342"/>
                    <a:pt x="803500" y="1729295"/>
                    <a:pt x="745265" y="1641395"/>
                  </a:cubicBezTo>
                  <a:cubicBezTo>
                    <a:pt x="730307" y="1619623"/>
                    <a:pt x="716207" y="1597503"/>
                    <a:pt x="701741" y="1575500"/>
                  </a:cubicBezTo>
                  <a:lnTo>
                    <a:pt x="660178" y="1511573"/>
                  </a:lnTo>
                  <a:cubicBezTo>
                    <a:pt x="633574" y="1470229"/>
                    <a:pt x="605989" y="1429232"/>
                    <a:pt x="578158" y="1387656"/>
                  </a:cubicBezTo>
                  <a:lnTo>
                    <a:pt x="408230" y="1134497"/>
                  </a:lnTo>
                  <a:cubicBezTo>
                    <a:pt x="351220" y="1048219"/>
                    <a:pt x="294945" y="959392"/>
                    <a:pt x="242349" y="866860"/>
                  </a:cubicBezTo>
                  <a:cubicBezTo>
                    <a:pt x="216112" y="820536"/>
                    <a:pt x="190734" y="773402"/>
                    <a:pt x="167562" y="724994"/>
                  </a:cubicBezTo>
                  <a:cubicBezTo>
                    <a:pt x="144513" y="676469"/>
                    <a:pt x="123057" y="627019"/>
                    <a:pt x="104054" y="576525"/>
                  </a:cubicBezTo>
                  <a:cubicBezTo>
                    <a:pt x="85418" y="525917"/>
                    <a:pt x="68867" y="474613"/>
                    <a:pt x="55381" y="422499"/>
                  </a:cubicBezTo>
                  <a:cubicBezTo>
                    <a:pt x="49006" y="396442"/>
                    <a:pt x="42508" y="370269"/>
                    <a:pt x="37236" y="343980"/>
                  </a:cubicBezTo>
                  <a:lnTo>
                    <a:pt x="29267" y="304604"/>
                  </a:lnTo>
                  <a:lnTo>
                    <a:pt x="22646" y="265113"/>
                  </a:lnTo>
                  <a:cubicBezTo>
                    <a:pt x="14003" y="212420"/>
                    <a:pt x="7872" y="159582"/>
                    <a:pt x="3903" y="106787"/>
                  </a:cubicBezTo>
                  <a:close/>
                </a:path>
              </a:pathLst>
            </a:custGeom>
            <a:gradFill rotWithShape="0">
              <a:gsLst>
                <a:gs pos="2000">
                  <a:srgbClr val="ffffff">
                    <a:alpha val="10000"/>
                  </a:srgbClr>
                </a:gs>
                <a:gs pos="16000">
                  <a:srgbClr val="f19d19">
                    <a:alpha val="10000"/>
                  </a:srgbClr>
                </a:gs>
                <a:gs pos="85000">
                  <a:srgbClr val="1d9a78">
                    <a:alpha val="10000"/>
                  </a:srgbClr>
                </a:gs>
                <a:gs pos="100000">
                  <a:srgbClr val="ffffff">
                    <a:alpha val="10000"/>
                  </a:srgbClr>
                </a:gs>
              </a:gsLst>
              <a:lin ang="12000000"/>
            </a:gra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/>
          </p:style>
          <p:txBody>
            <a:bodyPr lIns="90000" rIns="90000" tIns="45000" bIns="45000" anchor="ctr">
              <a:noAutofit/>
            </a:bodyPr>
            <a:p>
              <a:pPr algn="ctr" defTabSz="914400">
                <a:lnSpc>
                  <a:spcPct val="100000"/>
                </a:lnSpc>
              </a:pPr>
              <a:endParaRPr b="0" lang="en-US" sz="1800" strike="noStrike" u="none">
                <a:solidFill>
                  <a:schemeClr val="lt1"/>
                </a:solidFill>
                <a:uFillTx/>
                <a:latin typeface="Calibri"/>
              </a:endParaRPr>
            </a:p>
          </p:txBody>
        </p:sp>
        <p:sp>
          <p:nvSpPr>
            <p:cNvPr id="1056" name="Freeform: Shape 14">
              <a:extLs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/>
            <p:nvPr/>
          </p:nvSpPr>
          <p:spPr>
            <a:xfrm>
              <a:off x="8329680" y="0"/>
              <a:ext cx="3861360" cy="2144520"/>
            </a:xfrm>
            <a:custGeom>
              <a:avLst/>
              <a:gdLst>
                <a:gd name="textAreaLeft" fmla="*/ 0 w 3861360"/>
                <a:gd name="textAreaRight" fmla="*/ 3862440 w 3861360"/>
                <a:gd name="textAreaTop" fmla="*/ 0 h 2144520"/>
                <a:gd name="textAreaBottom" fmla="*/ 2145600 h 2144520"/>
              </a:gdLst>
              <a:ahLst/>
              <a:rect l="textAreaLeft" t="textAreaTop" r="textAreaRight" b="textAreaBottom"/>
              <a:pathLst>
                <a:path w="5270786" h="2927775">
                  <a:moveTo>
                    <a:pt x="0" y="0"/>
                  </a:moveTo>
                  <a:lnTo>
                    <a:pt x="613805" y="0"/>
                  </a:lnTo>
                  <a:lnTo>
                    <a:pt x="618487" y="85404"/>
                  </a:lnTo>
                  <a:cubicBezTo>
                    <a:pt x="650052" y="360109"/>
                    <a:pt x="792650" y="556543"/>
                    <a:pt x="1054084" y="895200"/>
                  </a:cubicBezTo>
                  <a:cubicBezTo>
                    <a:pt x="1126174" y="988542"/>
                    <a:pt x="1200716" y="1085128"/>
                    <a:pt x="1276976" y="1191325"/>
                  </a:cubicBezTo>
                  <a:cubicBezTo>
                    <a:pt x="1859704" y="2002688"/>
                    <a:pt x="2485223" y="2348843"/>
                    <a:pt x="3368450" y="2348843"/>
                  </a:cubicBezTo>
                  <a:cubicBezTo>
                    <a:pt x="3948114" y="2348843"/>
                    <a:pt x="4373422" y="2066846"/>
                    <a:pt x="4956151" y="1636730"/>
                  </a:cubicBezTo>
                  <a:cubicBezTo>
                    <a:pt x="5021253" y="1588668"/>
                    <a:pt x="5086356" y="1541186"/>
                    <a:pt x="5149372" y="1495325"/>
                  </a:cubicBezTo>
                  <a:lnTo>
                    <a:pt x="5270786" y="1406110"/>
                  </a:lnTo>
                  <a:lnTo>
                    <a:pt x="5270786" y="2138641"/>
                  </a:lnTo>
                  <a:lnTo>
                    <a:pt x="5112925" y="2253730"/>
                  </a:lnTo>
                  <a:cubicBezTo>
                    <a:pt x="4598179" y="2621786"/>
                    <a:pt x="4074961" y="2927775"/>
                    <a:pt x="3368327" y="2927775"/>
                  </a:cubicBezTo>
                  <a:cubicBezTo>
                    <a:pt x="2170746" y="2927775"/>
                    <a:pt x="1393203" y="2384512"/>
                    <a:pt x="769646" y="1516288"/>
                  </a:cubicBezTo>
                  <a:cubicBezTo>
                    <a:pt x="418850" y="1027932"/>
                    <a:pt x="48120" y="683401"/>
                    <a:pt x="3149" y="85252"/>
                  </a:cubicBezTo>
                  <a:close/>
                </a:path>
              </a:pathLst>
            </a:custGeom>
            <a:gradFill rotWithShape="0">
              <a:gsLst>
                <a:gs pos="2000">
                  <a:srgbClr val="ffffff">
                    <a:alpha val="10000"/>
                  </a:srgbClr>
                </a:gs>
                <a:gs pos="16000">
                  <a:srgbClr val="f19d19">
                    <a:alpha val="10000"/>
                  </a:srgbClr>
                </a:gs>
                <a:gs pos="85000">
                  <a:srgbClr val="1d9a78">
                    <a:alpha val="10000"/>
                  </a:srgbClr>
                </a:gs>
                <a:gs pos="100000">
                  <a:srgbClr val="ffffff">
                    <a:alpha val="10000"/>
                  </a:srgbClr>
                </a:gs>
              </a:gsLst>
              <a:lin ang="12000000"/>
            </a:gra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/>
          </p:style>
          <p:txBody>
            <a:bodyPr lIns="90000" rIns="90000" tIns="45000" bIns="45000" anchor="ctr">
              <a:noAutofit/>
            </a:bodyPr>
            <a:p>
              <a:pPr algn="ctr" defTabSz="914400">
                <a:lnSpc>
                  <a:spcPct val="100000"/>
                </a:lnSpc>
              </a:pPr>
              <a:endParaRPr b="0" lang="en-US" sz="1800" strike="noStrike" u="none">
                <a:solidFill>
                  <a:schemeClr val="lt1"/>
                </a:solidFill>
                <a:uFillTx/>
                <a:latin typeface="Calibri"/>
              </a:endParaRPr>
            </a:p>
          </p:txBody>
        </p:sp>
        <p:sp>
          <p:nvSpPr>
            <p:cNvPr id="1057" name="Freeform: Shape 15">
              <a:extLs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/>
            <p:nvPr/>
          </p:nvSpPr>
          <p:spPr>
            <a:xfrm>
              <a:off x="8329680" y="0"/>
              <a:ext cx="3861360" cy="2144520"/>
            </a:xfrm>
            <a:custGeom>
              <a:avLst/>
              <a:gdLst>
                <a:gd name="textAreaLeft" fmla="*/ 0 w 3861360"/>
                <a:gd name="textAreaRight" fmla="*/ 3862440 w 3861360"/>
                <a:gd name="textAreaTop" fmla="*/ 0 h 2144520"/>
                <a:gd name="textAreaBottom" fmla="*/ 2145600 h 2144520"/>
              </a:gdLst>
              <a:ahLst/>
              <a:rect l="textAreaLeft" t="textAreaTop" r="textAreaRight" b="textAreaBottom"/>
              <a:pathLst>
                <a:path w="5270786" h="2927775">
                  <a:moveTo>
                    <a:pt x="0" y="0"/>
                  </a:moveTo>
                  <a:lnTo>
                    <a:pt x="736294" y="0"/>
                  </a:lnTo>
                  <a:lnTo>
                    <a:pt x="740298" y="72745"/>
                  </a:lnTo>
                  <a:cubicBezTo>
                    <a:pt x="768839" y="319371"/>
                    <a:pt x="898885" y="497858"/>
                    <a:pt x="1153024" y="826989"/>
                  </a:cubicBezTo>
                  <a:cubicBezTo>
                    <a:pt x="1225727" y="921142"/>
                    <a:pt x="1300882" y="1018537"/>
                    <a:pt x="1378368" y="1126356"/>
                  </a:cubicBezTo>
                  <a:cubicBezTo>
                    <a:pt x="1652384" y="1507833"/>
                    <a:pt x="1933512" y="1779060"/>
                    <a:pt x="2238056" y="1955322"/>
                  </a:cubicBezTo>
                  <a:cubicBezTo>
                    <a:pt x="2560868" y="2142238"/>
                    <a:pt x="2930637" y="2233033"/>
                    <a:pt x="3368327" y="2233033"/>
                  </a:cubicBezTo>
                  <a:cubicBezTo>
                    <a:pt x="3616720" y="2233033"/>
                    <a:pt x="3847703" y="2176866"/>
                    <a:pt x="4095360" y="2056192"/>
                  </a:cubicBezTo>
                  <a:cubicBezTo>
                    <a:pt x="4349636" y="1932276"/>
                    <a:pt x="4601340" y="1751613"/>
                    <a:pt x="4880506" y="1545587"/>
                  </a:cubicBezTo>
                  <a:cubicBezTo>
                    <a:pt x="4945974" y="1497295"/>
                    <a:pt x="5011199" y="1449697"/>
                    <a:pt x="5074340" y="1403721"/>
                  </a:cubicBezTo>
                  <a:lnTo>
                    <a:pt x="5270786" y="1259367"/>
                  </a:lnTo>
                  <a:lnTo>
                    <a:pt x="5270786" y="2138641"/>
                  </a:lnTo>
                  <a:lnTo>
                    <a:pt x="5112925" y="2253730"/>
                  </a:lnTo>
                  <a:cubicBezTo>
                    <a:pt x="4598179" y="2621786"/>
                    <a:pt x="4074961" y="2927775"/>
                    <a:pt x="3368327" y="2927775"/>
                  </a:cubicBezTo>
                  <a:cubicBezTo>
                    <a:pt x="2170746" y="2927775"/>
                    <a:pt x="1393203" y="2384512"/>
                    <a:pt x="769646" y="1516288"/>
                  </a:cubicBezTo>
                  <a:cubicBezTo>
                    <a:pt x="418850" y="1027932"/>
                    <a:pt x="48120" y="683401"/>
                    <a:pt x="3149" y="85252"/>
                  </a:cubicBezTo>
                  <a:close/>
                </a:path>
              </a:pathLst>
            </a:custGeom>
            <a:gradFill rotWithShape="0">
              <a:gsLst>
                <a:gs pos="2000">
                  <a:srgbClr val="ffffff">
                    <a:alpha val="10000"/>
                  </a:srgbClr>
                </a:gs>
                <a:gs pos="16000">
                  <a:srgbClr val="f19d19">
                    <a:alpha val="10000"/>
                  </a:srgbClr>
                </a:gs>
                <a:gs pos="85000">
                  <a:srgbClr val="1d9a78">
                    <a:alpha val="10000"/>
                  </a:srgbClr>
                </a:gs>
                <a:gs pos="100000">
                  <a:srgbClr val="ffffff">
                    <a:alpha val="10000"/>
                  </a:srgbClr>
                </a:gs>
              </a:gsLst>
              <a:lin ang="12000000"/>
            </a:gra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/>
          </p:style>
          <p:txBody>
            <a:bodyPr lIns="90000" rIns="90000" tIns="45000" bIns="45000" anchor="ctr">
              <a:noAutofit/>
            </a:bodyPr>
            <a:p>
              <a:pPr algn="ctr" defTabSz="914400">
                <a:lnSpc>
                  <a:spcPct val="100000"/>
                </a:lnSpc>
              </a:pPr>
              <a:endParaRPr b="0" lang="en-US" sz="1800" strike="noStrike" u="none">
                <a:solidFill>
                  <a:schemeClr val="lt1"/>
                </a:solidFill>
                <a:uFillTx/>
                <a:latin typeface="Calibri"/>
              </a:endParaRPr>
            </a:p>
          </p:txBody>
        </p:sp>
      </p:grpSp>
      <p:sp>
        <p:nvSpPr>
          <p:cNvPr id="1058" name="PlaceHolder 2"/>
          <p:cNvSpPr>
            <a:spLocks noGrp="1"/>
          </p:cNvSpPr>
          <p:nvPr>
            <p:ph/>
          </p:nvPr>
        </p:nvSpPr>
        <p:spPr>
          <a:xfrm>
            <a:off x="1179360" y="2890800"/>
            <a:ext cx="9832320" cy="269280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t">
            <a:normAutofit/>
          </a:bodyPr>
          <a:p>
            <a:pPr marL="228600" indent="-228600" defTabSz="914400">
              <a:lnSpc>
                <a:spcPct val="90000"/>
              </a:lnSpc>
              <a:spcBef>
                <a:spcPts val="1001"/>
              </a:spcBef>
              <a:buClr>
                <a:srgbClr val="44546a"/>
              </a:buClr>
              <a:buFont typeface="Arial"/>
              <a:buChar char="•"/>
            </a:pPr>
            <a:r>
              <a:rPr b="0" lang="de-DE" sz="900" strike="noStrike" u="none">
                <a:solidFill>
                  <a:schemeClr val="dk2"/>
                </a:solidFill>
                <a:uFillTx/>
                <a:latin typeface="Calibri"/>
              </a:rPr>
              <a:t>Erstelle eine Route für die Detail Ansicht</a:t>
            </a:r>
            <a:endParaRPr b="0" lang="de-DE" sz="900" strike="noStrike" u="none">
              <a:solidFill>
                <a:srgbClr val="000000"/>
              </a:solidFill>
              <a:uFillTx/>
              <a:latin typeface="Arial"/>
            </a:endParaRPr>
          </a:p>
          <a:p>
            <a:pPr lvl="1" marL="685800" indent="-228600" defTabSz="914400">
              <a:lnSpc>
                <a:spcPct val="90000"/>
              </a:lnSpc>
              <a:spcBef>
                <a:spcPts val="499"/>
              </a:spcBef>
              <a:buClr>
                <a:srgbClr val="44546a"/>
              </a:buClr>
              <a:buFont typeface="Arial"/>
              <a:buChar char="•"/>
            </a:pPr>
            <a:r>
              <a:rPr b="0" lang="de-DE" sz="900" strike="noStrike" u="none">
                <a:solidFill>
                  <a:schemeClr val="dk2"/>
                </a:solidFill>
                <a:uFillTx/>
                <a:latin typeface="Calibri"/>
              </a:rPr>
              <a:t>Konfiguriere eine Route für /customer/:id die auf die CustomerDetailComponent verweist</a:t>
            </a:r>
            <a:endParaRPr b="0" lang="de-DE" sz="900" strike="noStrike" u="none">
              <a:solidFill>
                <a:srgbClr val="000000"/>
              </a:solidFill>
              <a:uFillTx/>
              <a:latin typeface="Arial"/>
            </a:endParaRPr>
          </a:p>
          <a:p>
            <a:pPr lvl="1" marL="685800" indent="-228600" defTabSz="914400">
              <a:lnSpc>
                <a:spcPct val="90000"/>
              </a:lnSpc>
              <a:spcBef>
                <a:spcPts val="499"/>
              </a:spcBef>
              <a:buClr>
                <a:srgbClr val="44546a"/>
              </a:buClr>
              <a:buFont typeface="Arial"/>
              <a:buChar char="•"/>
            </a:pPr>
            <a:r>
              <a:rPr b="0" lang="de-DE" sz="900" strike="noStrike" u="none">
                <a:solidFill>
                  <a:schemeClr val="dk2"/>
                </a:solidFill>
                <a:uFillTx/>
                <a:latin typeface="Calibri"/>
              </a:rPr>
              <a:t>Erweitere CustomerService um eine Methode getById : Observable&lt;Customer&gt;</a:t>
            </a:r>
            <a:endParaRPr b="0" lang="de-DE" sz="900" strike="noStrike" u="none">
              <a:solidFill>
                <a:srgbClr val="000000"/>
              </a:solidFill>
              <a:uFillTx/>
              <a:latin typeface="Arial"/>
            </a:endParaRPr>
          </a:p>
          <a:p>
            <a:pPr lvl="1" marL="685800" indent="-228600" defTabSz="914400">
              <a:lnSpc>
                <a:spcPct val="90000"/>
              </a:lnSpc>
              <a:spcBef>
                <a:spcPts val="499"/>
              </a:spcBef>
              <a:buClr>
                <a:srgbClr val="44546a"/>
              </a:buClr>
              <a:buFont typeface="Arial"/>
              <a:buChar char="•"/>
            </a:pPr>
            <a:r>
              <a:rPr b="0" lang="de-DE" sz="900" strike="noStrike" u="none">
                <a:solidFill>
                  <a:schemeClr val="dk2"/>
                </a:solidFill>
                <a:uFillTx/>
                <a:latin typeface="Calibri"/>
              </a:rPr>
              <a:t>Lese in CustomerDetailsComponent den Routen-Parameter id aus</a:t>
            </a:r>
            <a:endParaRPr b="0" lang="de-DE" sz="900" strike="noStrike" u="none">
              <a:solidFill>
                <a:srgbClr val="000000"/>
              </a:solidFill>
              <a:uFillTx/>
              <a:latin typeface="Arial"/>
            </a:endParaRPr>
          </a:p>
          <a:p>
            <a:pPr lvl="1" marL="685800" indent="-228600" defTabSz="914400">
              <a:lnSpc>
                <a:spcPct val="90000"/>
              </a:lnSpc>
              <a:spcBef>
                <a:spcPts val="499"/>
              </a:spcBef>
              <a:buClr>
                <a:srgbClr val="44546a"/>
              </a:buClr>
              <a:buFont typeface="Arial"/>
              <a:buChar char="•"/>
            </a:pPr>
            <a:r>
              <a:rPr b="0" lang="de-DE" sz="900" strike="noStrike" u="none">
                <a:solidFill>
                  <a:schemeClr val="dk2"/>
                </a:solidFill>
                <a:uFillTx/>
                <a:latin typeface="Calibri"/>
              </a:rPr>
              <a:t>Hole das Customer für die Anzeige per ID vom Service</a:t>
            </a:r>
            <a:endParaRPr b="0" lang="de-DE" sz="900" strike="noStrike" u="none">
              <a:solidFill>
                <a:srgbClr val="000000"/>
              </a:solidFill>
              <a:uFillTx/>
              <a:latin typeface="Arial"/>
            </a:endParaRPr>
          </a:p>
          <a:p>
            <a:pPr marL="228600" indent="-228600" defTabSz="914400">
              <a:lnSpc>
                <a:spcPct val="90000"/>
              </a:lnSpc>
              <a:spcBef>
                <a:spcPts val="1001"/>
              </a:spcBef>
              <a:buClr>
                <a:srgbClr val="44546a"/>
              </a:buClr>
              <a:buFont typeface="Arial"/>
              <a:buChar char="•"/>
            </a:pPr>
            <a:r>
              <a:rPr b="0" lang="de-DE" sz="900" strike="noStrike" u="none">
                <a:solidFill>
                  <a:schemeClr val="dk2"/>
                </a:solidFill>
                <a:uFillTx/>
                <a:latin typeface="Calibri"/>
              </a:rPr>
              <a:t>Verlinke die Listen-Ansicht mit der Detail-Ansicht</a:t>
            </a:r>
            <a:endParaRPr b="0" lang="de-DE" sz="900" strike="noStrike" u="none">
              <a:solidFill>
                <a:srgbClr val="000000"/>
              </a:solidFill>
              <a:uFillTx/>
              <a:latin typeface="Arial"/>
            </a:endParaRPr>
          </a:p>
          <a:p>
            <a:pPr lvl="1" marL="685800" indent="-228600" defTabSz="914400">
              <a:lnSpc>
                <a:spcPct val="90000"/>
              </a:lnSpc>
              <a:spcBef>
                <a:spcPts val="499"/>
              </a:spcBef>
              <a:buClr>
                <a:srgbClr val="44546a"/>
              </a:buClr>
              <a:buFont typeface="Arial"/>
              <a:buChar char="•"/>
            </a:pPr>
            <a:r>
              <a:rPr b="0" lang="de-DE" sz="900" strike="noStrike" u="none">
                <a:solidFill>
                  <a:schemeClr val="dk2"/>
                </a:solidFill>
                <a:uFillTx/>
                <a:latin typeface="Calibri"/>
              </a:rPr>
              <a:t>Importiere das RouterModule im CustomerModule</a:t>
            </a:r>
            <a:endParaRPr b="0" lang="de-DE" sz="900" strike="noStrike" u="none">
              <a:solidFill>
                <a:srgbClr val="000000"/>
              </a:solidFill>
              <a:uFillTx/>
              <a:latin typeface="Arial"/>
            </a:endParaRPr>
          </a:p>
          <a:p>
            <a:pPr lvl="1" marL="685800" indent="-228600" defTabSz="914400">
              <a:lnSpc>
                <a:spcPct val="90000"/>
              </a:lnSpc>
              <a:spcBef>
                <a:spcPts val="499"/>
              </a:spcBef>
              <a:buClr>
                <a:srgbClr val="44546a"/>
              </a:buClr>
              <a:buFont typeface="Arial"/>
              <a:buChar char="•"/>
            </a:pPr>
            <a:r>
              <a:rPr b="0" lang="de-DE" sz="900" strike="noStrike" u="none">
                <a:solidFill>
                  <a:schemeClr val="dk2"/>
                </a:solidFill>
                <a:uFillTx/>
                <a:latin typeface="Calibri"/>
              </a:rPr>
              <a:t>Füge den Listen-Elementen einen routerLink hinzu</a:t>
            </a:r>
            <a:endParaRPr b="0" lang="de-DE" sz="900" strike="noStrike" u="none">
              <a:solidFill>
                <a:srgbClr val="000000"/>
              </a:solidFill>
              <a:uFillTx/>
              <a:latin typeface="Arial"/>
            </a:endParaRPr>
          </a:p>
          <a:p>
            <a:pPr lvl="1" marL="685800" indent="-228600" defTabSz="914400">
              <a:lnSpc>
                <a:spcPct val="90000"/>
              </a:lnSpc>
              <a:spcBef>
                <a:spcPts val="499"/>
              </a:spcBef>
              <a:buClr>
                <a:srgbClr val="44546a"/>
              </a:buClr>
              <a:buFont typeface="Arial"/>
              <a:buChar char="•"/>
            </a:pPr>
            <a:r>
              <a:rPr b="0" lang="de-DE" sz="900" strike="noStrike" u="none">
                <a:solidFill>
                  <a:schemeClr val="dk2"/>
                </a:solidFill>
                <a:uFillTx/>
                <a:latin typeface="Calibri"/>
              </a:rPr>
              <a:t>Navigiere im routerLink zur Detail-Ansicht für das Element</a:t>
            </a:r>
            <a:endParaRPr b="0" lang="de-DE" sz="900" strike="noStrike" u="none">
              <a:solidFill>
                <a:srgbClr val="000000"/>
              </a:solidFill>
              <a:uFillTx/>
              <a:latin typeface="Arial"/>
            </a:endParaRPr>
          </a:p>
          <a:p>
            <a:pPr marL="228600" indent="-228600" defTabSz="914400">
              <a:lnSpc>
                <a:spcPct val="90000"/>
              </a:lnSpc>
              <a:spcBef>
                <a:spcPts val="1001"/>
              </a:spcBef>
              <a:buClr>
                <a:srgbClr val="44546a"/>
              </a:buClr>
              <a:buFont typeface="Arial"/>
              <a:buChar char="•"/>
            </a:pPr>
            <a:r>
              <a:rPr b="0" lang="de-DE" sz="900" strike="noStrike" u="none">
                <a:solidFill>
                  <a:schemeClr val="dk2"/>
                </a:solidFill>
                <a:uFillTx/>
                <a:latin typeface="Calibri"/>
              </a:rPr>
              <a:t>Verlinke die Detail-Ansicht mit der Listen-Ansicht</a:t>
            </a:r>
            <a:endParaRPr b="0" lang="de-DE" sz="900" strike="noStrike" u="none">
              <a:solidFill>
                <a:srgbClr val="000000"/>
              </a:solidFill>
              <a:uFillTx/>
              <a:latin typeface="Arial"/>
            </a:endParaRPr>
          </a:p>
          <a:p>
            <a:pPr lvl="1" marL="685800" indent="-228600" defTabSz="914400">
              <a:lnSpc>
                <a:spcPct val="90000"/>
              </a:lnSpc>
              <a:spcBef>
                <a:spcPts val="499"/>
              </a:spcBef>
              <a:buClr>
                <a:srgbClr val="44546a"/>
              </a:buClr>
              <a:buFont typeface="Arial"/>
              <a:buChar char="•"/>
            </a:pPr>
            <a:r>
              <a:rPr b="0" lang="de-DE" sz="900" strike="noStrike" u="none">
                <a:solidFill>
                  <a:schemeClr val="dk2"/>
                </a:solidFill>
                <a:uFillTx/>
                <a:latin typeface="Calibri"/>
              </a:rPr>
              <a:t>Füge im Template von CustomerDetailsComponent einen Link zurück zur Liste ein</a:t>
            </a:r>
            <a:endParaRPr b="0" lang="de-DE" sz="900" strike="noStrike" u="none">
              <a:solidFill>
                <a:srgbClr val="000000"/>
              </a:solidFill>
              <a:uFillTx/>
              <a:latin typeface="Arial"/>
            </a:endParaRPr>
          </a:p>
          <a:p>
            <a:pPr lvl="1" marL="685800" indent="-228600" defTabSz="914400">
              <a:lnSpc>
                <a:spcPct val="90000"/>
              </a:lnSpc>
              <a:spcBef>
                <a:spcPts val="499"/>
              </a:spcBef>
              <a:buClr>
                <a:srgbClr val="44546a"/>
              </a:buClr>
              <a:buFont typeface="Arial"/>
              <a:buChar char="•"/>
            </a:pPr>
            <a:r>
              <a:rPr b="0" lang="de-DE" sz="900" strike="noStrike" u="none">
                <a:solidFill>
                  <a:schemeClr val="dk2"/>
                </a:solidFill>
                <a:uFillTx/>
                <a:latin typeface="Calibri"/>
              </a:rPr>
              <a:t>Verwende einen Button mit einem Click-Handler</a:t>
            </a:r>
            <a:endParaRPr b="0" lang="de-DE" sz="900" strike="noStrike" u="none">
              <a:solidFill>
                <a:srgbClr val="000000"/>
              </a:solidFill>
              <a:uFillTx/>
              <a:latin typeface="Arial"/>
            </a:endParaRPr>
          </a:p>
          <a:p>
            <a:pPr lvl="1" marL="685800" indent="-228600" defTabSz="914400">
              <a:lnSpc>
                <a:spcPct val="90000"/>
              </a:lnSpc>
              <a:spcBef>
                <a:spcPts val="499"/>
              </a:spcBef>
              <a:buClr>
                <a:srgbClr val="44546a"/>
              </a:buClr>
              <a:buFont typeface="Arial"/>
              <a:buChar char="•"/>
            </a:pPr>
            <a:r>
              <a:rPr b="0" lang="de-DE" sz="900" strike="noStrike" u="none">
                <a:solidFill>
                  <a:schemeClr val="dk2"/>
                </a:solidFill>
                <a:uFillTx/>
                <a:latin typeface="Calibri"/>
              </a:rPr>
              <a:t>Navigiere im Handler per router.navigate</a:t>
            </a:r>
            <a:endParaRPr b="0" lang="de-DE" sz="900" strike="noStrike" u="none">
              <a:solidFill>
                <a:srgbClr val="000000"/>
              </a:solidFill>
              <a:uFillTx/>
              <a:latin typeface="Arial"/>
            </a:endParaRPr>
          </a:p>
          <a:p>
            <a:pPr indent="0" defTabSz="914400">
              <a:lnSpc>
                <a:spcPct val="90000"/>
              </a:lnSpc>
              <a:spcBef>
                <a:spcPts val="1001"/>
              </a:spcBef>
              <a:buNone/>
              <a:tabLst>
                <a:tab algn="l" pos="0"/>
              </a:tabLst>
            </a:pPr>
            <a:endParaRPr b="0" lang="de-DE" sz="900" strike="noStrike" u="none">
              <a:solidFill>
                <a:srgbClr val="000000"/>
              </a:solidFill>
              <a:uFillTx/>
              <a:latin typeface="Arial"/>
            </a:endParaRPr>
          </a:p>
        </p:txBody>
      </p:sp>
      <p:grpSp>
        <p:nvGrpSpPr>
          <p:cNvPr id="1059" name="Group 17">
            <a:extLst>
              <a:ext uri="{C183D7F6-B498-43B3-948B-1728B52AA6E4}">
                <adec:decorative xmlns:adec="http://schemas.microsoft.com/office/drawing/2017/decorative" val="1"/>
              </a:ext>
            </a:extLst>
          </p:cNvPr>
          <p:cNvGrpSpPr/>
          <p:nvPr/>
        </p:nvGrpSpPr>
        <p:grpSpPr>
          <a:xfrm>
            <a:off x="0" y="4681800"/>
            <a:ext cx="2897640" cy="2174400"/>
            <a:chOff x="0" y="4681800"/>
            <a:chExt cx="2897640" cy="2174400"/>
          </a:xfrm>
        </p:grpSpPr>
        <p:sp>
          <p:nvSpPr>
            <p:cNvPr id="1060" name="Freeform: Shape 18">
              <a:extLs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/>
            <p:nvPr/>
          </p:nvSpPr>
          <p:spPr>
            <a:xfrm flipV="1">
              <a:off x="360" y="4850280"/>
              <a:ext cx="2884680" cy="2005920"/>
            </a:xfrm>
            <a:custGeom>
              <a:avLst/>
              <a:gdLst>
                <a:gd name="textAreaLeft" fmla="*/ 0 w 2884680"/>
                <a:gd name="textAreaRight" fmla="*/ 2885760 w 2884680"/>
                <a:gd name="textAreaTop" fmla="*/ 720 h 2005920"/>
                <a:gd name="textAreaBottom" fmla="*/ 2007720 h 2005920"/>
              </a:gdLst>
              <a:ahLst/>
              <a:rect l="textAreaLeft" t="textAreaTop" r="textAreaRight" b="textAreaBottom"/>
              <a:pathLst>
                <a:path w="3815424" h="2653659">
                  <a:moveTo>
                    <a:pt x="3203055" y="0"/>
                  </a:moveTo>
                  <a:lnTo>
                    <a:pt x="3815424" y="0"/>
                  </a:lnTo>
                  <a:lnTo>
                    <a:pt x="3801025" y="214243"/>
                  </a:lnTo>
                  <a:cubicBezTo>
                    <a:pt x="3616317" y="1584467"/>
                    <a:pt x="2091637" y="2653659"/>
                    <a:pt x="587142" y="2653659"/>
                  </a:cubicBezTo>
                  <a:cubicBezTo>
                    <a:pt x="400192" y="2653659"/>
                    <a:pt x="222112" y="2636953"/>
                    <a:pt x="53389" y="2605041"/>
                  </a:cubicBezTo>
                  <a:lnTo>
                    <a:pt x="0" y="2593136"/>
                  </a:lnTo>
                  <a:lnTo>
                    <a:pt x="0" y="1994836"/>
                  </a:lnTo>
                  <a:lnTo>
                    <a:pt x="159710" y="2035054"/>
                  </a:lnTo>
                  <a:cubicBezTo>
                    <a:pt x="295467" y="2061726"/>
                    <a:pt x="438268" y="2075152"/>
                    <a:pt x="587142" y="2075152"/>
                  </a:cubicBezTo>
                  <a:cubicBezTo>
                    <a:pt x="901731" y="2075152"/>
                    <a:pt x="1234490" y="2014697"/>
                    <a:pt x="1549283" y="1900153"/>
                  </a:cubicBezTo>
                  <a:cubicBezTo>
                    <a:pt x="1860709" y="1786959"/>
                    <a:pt x="2157231" y="1620350"/>
                    <a:pt x="2406698" y="1418450"/>
                  </a:cubicBezTo>
                  <a:cubicBezTo>
                    <a:pt x="2655859" y="1216840"/>
                    <a:pt x="2859596" y="978302"/>
                    <a:pt x="2996069" y="728678"/>
                  </a:cubicBezTo>
                  <a:cubicBezTo>
                    <a:pt x="3101178" y="536396"/>
                    <a:pt x="3167417" y="338366"/>
                    <a:pt x="3193967" y="137719"/>
                  </a:cubicBezTo>
                  <a:close/>
                </a:path>
              </a:pathLst>
            </a:custGeom>
            <a:gradFill rotWithShape="0">
              <a:gsLst>
                <a:gs pos="2000">
                  <a:srgbClr val="ffffff">
                    <a:alpha val="10000"/>
                  </a:srgbClr>
                </a:gs>
                <a:gs pos="16000">
                  <a:srgbClr val="f19d19">
                    <a:alpha val="10000"/>
                  </a:srgbClr>
                </a:gs>
                <a:gs pos="85000">
                  <a:srgbClr val="1d9a78">
                    <a:alpha val="10000"/>
                  </a:srgbClr>
                </a:gs>
                <a:gs pos="100000">
                  <a:srgbClr val="ffffff">
                    <a:alpha val="10000"/>
                  </a:srgbClr>
                </a:gs>
              </a:gsLst>
              <a:lin ang="9600000"/>
            </a:gra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/>
          </p:style>
          <p:txBody>
            <a:bodyPr lIns="90000" rIns="90000" tIns="45000" bIns="45000" anchor="ctr">
              <a:noAutofit/>
            </a:bodyPr>
            <a:p>
              <a:pPr algn="ctr" defTabSz="914400">
                <a:lnSpc>
                  <a:spcPct val="100000"/>
                </a:lnSpc>
              </a:pPr>
              <a:endParaRPr b="0" lang="en-US" sz="1800" strike="noStrike" u="none">
                <a:solidFill>
                  <a:schemeClr val="lt1"/>
                </a:solidFill>
                <a:uFillTx/>
                <a:latin typeface="Calibri"/>
              </a:endParaRPr>
            </a:p>
          </p:txBody>
        </p:sp>
        <p:sp>
          <p:nvSpPr>
            <p:cNvPr id="1061" name="Freeform: Shape 19">
              <a:extLs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/>
            <p:nvPr/>
          </p:nvSpPr>
          <p:spPr>
            <a:xfrm flipV="1">
              <a:off x="360" y="4850280"/>
              <a:ext cx="2884680" cy="2005920"/>
            </a:xfrm>
            <a:custGeom>
              <a:avLst/>
              <a:gdLst>
                <a:gd name="textAreaLeft" fmla="*/ 0 w 2884680"/>
                <a:gd name="textAreaRight" fmla="*/ 2885760 w 2884680"/>
                <a:gd name="textAreaTop" fmla="*/ 720 h 2005920"/>
                <a:gd name="textAreaBottom" fmla="*/ 2007720 h 2005920"/>
              </a:gdLst>
              <a:ahLst/>
              <a:rect l="textAreaLeft" t="textAreaTop" r="textAreaRight" b="textAreaBottom"/>
              <a:pathLst>
                <a:path w="3815424" h="2653660">
                  <a:moveTo>
                    <a:pt x="3305038" y="0"/>
                  </a:moveTo>
                  <a:lnTo>
                    <a:pt x="3815424" y="0"/>
                  </a:lnTo>
                  <a:lnTo>
                    <a:pt x="3801025" y="214244"/>
                  </a:lnTo>
                  <a:cubicBezTo>
                    <a:pt x="3616317" y="1584467"/>
                    <a:pt x="2091637" y="2653660"/>
                    <a:pt x="587142" y="2653660"/>
                  </a:cubicBezTo>
                  <a:cubicBezTo>
                    <a:pt x="400192" y="2653660"/>
                    <a:pt x="222112" y="2636954"/>
                    <a:pt x="53389" y="2605042"/>
                  </a:cubicBezTo>
                  <a:lnTo>
                    <a:pt x="0" y="2593137"/>
                  </a:lnTo>
                  <a:lnTo>
                    <a:pt x="0" y="2094444"/>
                  </a:lnTo>
                  <a:lnTo>
                    <a:pt x="137675" y="2129195"/>
                  </a:lnTo>
                  <a:cubicBezTo>
                    <a:pt x="280616" y="2157374"/>
                    <a:pt x="430766" y="2171571"/>
                    <a:pt x="587142" y="2171571"/>
                  </a:cubicBezTo>
                  <a:cubicBezTo>
                    <a:pt x="918879" y="2171571"/>
                    <a:pt x="1254904" y="2110634"/>
                    <a:pt x="1585826" y="1990112"/>
                  </a:cubicBezTo>
                  <a:cubicBezTo>
                    <a:pt x="1908071" y="1873061"/>
                    <a:pt x="2214800" y="1700666"/>
                    <a:pt x="2473046" y="1491633"/>
                  </a:cubicBezTo>
                  <a:cubicBezTo>
                    <a:pt x="2735782" y="1279031"/>
                    <a:pt x="2942276" y="1037118"/>
                    <a:pt x="3086710" y="772838"/>
                  </a:cubicBezTo>
                  <a:cubicBezTo>
                    <a:pt x="3197408" y="570216"/>
                    <a:pt x="3267226" y="361248"/>
                    <a:pt x="3295217" y="149229"/>
                  </a:cubicBezTo>
                  <a:close/>
                </a:path>
              </a:pathLst>
            </a:custGeom>
            <a:gradFill rotWithShape="0">
              <a:gsLst>
                <a:gs pos="2000">
                  <a:srgbClr val="ffffff">
                    <a:alpha val="10000"/>
                  </a:srgbClr>
                </a:gs>
                <a:gs pos="16000">
                  <a:srgbClr val="f19d19">
                    <a:alpha val="10000"/>
                  </a:srgbClr>
                </a:gs>
                <a:gs pos="85000">
                  <a:srgbClr val="1d9a78">
                    <a:alpha val="10000"/>
                  </a:srgbClr>
                </a:gs>
                <a:gs pos="100000">
                  <a:srgbClr val="ffffff">
                    <a:alpha val="10000"/>
                  </a:srgbClr>
                </a:gs>
              </a:gsLst>
              <a:lin ang="9600000"/>
            </a:gra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/>
          </p:style>
          <p:txBody>
            <a:bodyPr lIns="90000" rIns="90000" tIns="45000" bIns="45000" anchor="ctr">
              <a:noAutofit/>
            </a:bodyPr>
            <a:p>
              <a:pPr algn="ctr" defTabSz="914400">
                <a:lnSpc>
                  <a:spcPct val="100000"/>
                </a:lnSpc>
              </a:pPr>
              <a:endParaRPr b="0" lang="en-US" sz="1800" strike="noStrike" u="none">
                <a:solidFill>
                  <a:schemeClr val="lt1"/>
                </a:solidFill>
                <a:uFillTx/>
                <a:latin typeface="Calibri"/>
              </a:endParaRPr>
            </a:p>
          </p:txBody>
        </p:sp>
        <p:sp>
          <p:nvSpPr>
            <p:cNvPr id="1062" name="Freeform: Shape 20">
              <a:extLs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/>
            <p:nvPr/>
          </p:nvSpPr>
          <p:spPr>
            <a:xfrm flipV="1">
              <a:off x="0" y="4832640"/>
              <a:ext cx="2885040" cy="2022840"/>
            </a:xfrm>
            <a:custGeom>
              <a:avLst/>
              <a:gdLst>
                <a:gd name="textAreaLeft" fmla="*/ 0 w 2885040"/>
                <a:gd name="textAreaRight" fmla="*/ 2886120 w 2885040"/>
                <a:gd name="textAreaTop" fmla="*/ -720 h 2022840"/>
                <a:gd name="textAreaBottom" fmla="*/ 2023200 h 2022840"/>
              </a:gdLst>
              <a:ahLst/>
              <a:rect l="textAreaLeft" t="textAreaTop" r="textAreaRight" b="textAreaBottom"/>
              <a:pathLst>
                <a:path w="3815986" h="2675935">
                  <a:moveTo>
                    <a:pt x="3648768" y="0"/>
                  </a:moveTo>
                  <a:lnTo>
                    <a:pt x="3815986" y="0"/>
                  </a:lnTo>
                  <a:lnTo>
                    <a:pt x="3804695" y="200084"/>
                  </a:lnTo>
                  <a:cubicBezTo>
                    <a:pt x="3795228" y="285751"/>
                    <a:pt x="3781167" y="371032"/>
                    <a:pt x="3762590" y="455543"/>
                  </a:cubicBezTo>
                  <a:cubicBezTo>
                    <a:pt x="3725537" y="624467"/>
                    <a:pt x="3668784" y="790112"/>
                    <a:pt x="3592332" y="947274"/>
                  </a:cubicBezTo>
                  <a:cubicBezTo>
                    <a:pt x="3438712" y="1261596"/>
                    <a:pt x="3216091" y="1542847"/>
                    <a:pt x="2953967" y="1782349"/>
                  </a:cubicBezTo>
                  <a:cubicBezTo>
                    <a:pt x="2822599" y="1902099"/>
                    <a:pt x="2680615" y="2011341"/>
                    <a:pt x="2530669" y="2109494"/>
                  </a:cubicBezTo>
                  <a:cubicBezTo>
                    <a:pt x="2380520" y="2207551"/>
                    <a:pt x="2222510" y="2294906"/>
                    <a:pt x="2057561" y="2369245"/>
                  </a:cubicBezTo>
                  <a:cubicBezTo>
                    <a:pt x="1727252" y="2516859"/>
                    <a:pt x="1371629" y="2614434"/>
                    <a:pt x="1007330" y="2655701"/>
                  </a:cubicBezTo>
                  <a:cubicBezTo>
                    <a:pt x="916281" y="2665873"/>
                    <a:pt x="824568" y="2672188"/>
                    <a:pt x="732765" y="2674696"/>
                  </a:cubicBezTo>
                  <a:cubicBezTo>
                    <a:pt x="640963" y="2677203"/>
                    <a:pt x="549072" y="2675901"/>
                    <a:pt x="457666" y="2670839"/>
                  </a:cubicBezTo>
                  <a:cubicBezTo>
                    <a:pt x="366106" y="2665584"/>
                    <a:pt x="274572" y="2656521"/>
                    <a:pt x="183574" y="2643312"/>
                  </a:cubicBezTo>
                  <a:lnTo>
                    <a:pt x="0" y="2607798"/>
                  </a:lnTo>
                  <a:lnTo>
                    <a:pt x="0" y="2356652"/>
                  </a:lnTo>
                  <a:lnTo>
                    <a:pt x="222195" y="2396940"/>
                  </a:lnTo>
                  <a:cubicBezTo>
                    <a:pt x="304990" y="2407980"/>
                    <a:pt x="388511" y="2415283"/>
                    <a:pt x="472364" y="2419092"/>
                  </a:cubicBezTo>
                  <a:cubicBezTo>
                    <a:pt x="640376" y="2427095"/>
                    <a:pt x="808184" y="2421791"/>
                    <a:pt x="974972" y="2402122"/>
                  </a:cubicBezTo>
                  <a:cubicBezTo>
                    <a:pt x="1141658" y="2382358"/>
                    <a:pt x="1306812" y="2349286"/>
                    <a:pt x="1468292" y="2304162"/>
                  </a:cubicBezTo>
                  <a:cubicBezTo>
                    <a:pt x="1629874" y="2259231"/>
                    <a:pt x="1787475" y="2201091"/>
                    <a:pt x="1940176" y="2133695"/>
                  </a:cubicBezTo>
                  <a:cubicBezTo>
                    <a:pt x="2246498" y="2000349"/>
                    <a:pt x="2532507" y="1823520"/>
                    <a:pt x="2783403" y="1609954"/>
                  </a:cubicBezTo>
                  <a:cubicBezTo>
                    <a:pt x="2908442" y="1502833"/>
                    <a:pt x="3024295" y="1385975"/>
                    <a:pt x="3128104" y="1260439"/>
                  </a:cubicBezTo>
                  <a:cubicBezTo>
                    <a:pt x="3232116" y="1135096"/>
                    <a:pt x="3323881" y="1000689"/>
                    <a:pt x="3400639" y="859052"/>
                  </a:cubicBezTo>
                  <a:cubicBezTo>
                    <a:pt x="3477399" y="717510"/>
                    <a:pt x="3541296" y="569316"/>
                    <a:pt x="3585595" y="415336"/>
                  </a:cubicBezTo>
                  <a:cubicBezTo>
                    <a:pt x="3607796" y="338540"/>
                    <a:pt x="3624638" y="260224"/>
                    <a:pt x="3635918" y="181137"/>
                  </a:cubicBezTo>
                  <a:close/>
                </a:path>
              </a:pathLst>
            </a:custGeom>
            <a:gradFill rotWithShape="0">
              <a:gsLst>
                <a:gs pos="2000">
                  <a:srgbClr val="ffffff">
                    <a:alpha val="10000"/>
                  </a:srgbClr>
                </a:gs>
                <a:gs pos="16000">
                  <a:srgbClr val="f19d19">
                    <a:alpha val="10000"/>
                  </a:srgbClr>
                </a:gs>
                <a:gs pos="85000">
                  <a:srgbClr val="1d9a78">
                    <a:alpha val="10000"/>
                  </a:srgbClr>
                </a:gs>
                <a:gs pos="100000">
                  <a:srgbClr val="ffffff">
                    <a:alpha val="10000"/>
                  </a:srgbClr>
                </a:gs>
              </a:gsLst>
              <a:lin ang="9600000"/>
            </a:gra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/>
          </p:style>
          <p:txBody>
            <a:bodyPr lIns="90000" rIns="90000" tIns="45000" bIns="45000" anchor="ctr">
              <a:noAutofit/>
            </a:bodyPr>
            <a:p>
              <a:pPr algn="ctr" defTabSz="914400">
                <a:lnSpc>
                  <a:spcPct val="100000"/>
                </a:lnSpc>
              </a:pPr>
              <a:endParaRPr b="0" lang="en-US" sz="1800" strike="noStrike" u="none">
                <a:solidFill>
                  <a:schemeClr val="lt1"/>
                </a:solidFill>
                <a:uFillTx/>
                <a:latin typeface="Calibri"/>
              </a:endParaRPr>
            </a:p>
          </p:txBody>
        </p:sp>
        <p:sp>
          <p:nvSpPr>
            <p:cNvPr id="1063" name="Freeform: Shape 21">
              <a:extLs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/>
            <p:nvPr/>
          </p:nvSpPr>
          <p:spPr>
            <a:xfrm flipV="1">
              <a:off x="360" y="4681800"/>
              <a:ext cx="2897280" cy="2174400"/>
            </a:xfrm>
            <a:custGeom>
              <a:avLst/>
              <a:gdLst>
                <a:gd name="textAreaLeft" fmla="*/ 0 w 2897280"/>
                <a:gd name="textAreaRight" fmla="*/ 2898360 w 2897280"/>
                <a:gd name="textAreaTop" fmla="*/ 720 h 2174400"/>
                <a:gd name="textAreaBottom" fmla="*/ 2176200 h 2174400"/>
              </a:gdLst>
              <a:ahLst/>
              <a:rect l="textAreaLeft" t="textAreaTop" r="textAreaRight" b="textAreaBottom"/>
              <a:pathLst>
                <a:path w="3832270" h="2876136">
                  <a:moveTo>
                    <a:pt x="3800718" y="0"/>
                  </a:moveTo>
                  <a:lnTo>
                    <a:pt x="3832270" y="0"/>
                  </a:lnTo>
                  <a:lnTo>
                    <a:pt x="3824562" y="143769"/>
                  </a:lnTo>
                  <a:cubicBezTo>
                    <a:pt x="3797131" y="409191"/>
                    <a:pt x="3730585" y="671345"/>
                    <a:pt x="3628155" y="922055"/>
                  </a:cubicBezTo>
                  <a:cubicBezTo>
                    <a:pt x="3593858" y="1005553"/>
                    <a:pt x="3556704" y="1088280"/>
                    <a:pt x="3514853" y="1169078"/>
                  </a:cubicBezTo>
                  <a:cubicBezTo>
                    <a:pt x="3473616" y="1250166"/>
                    <a:pt x="3428194" y="1329517"/>
                    <a:pt x="3379198" y="1407037"/>
                  </a:cubicBezTo>
                  <a:cubicBezTo>
                    <a:pt x="3281106" y="1561980"/>
                    <a:pt x="3169132" y="1710174"/>
                    <a:pt x="3043787" y="1848342"/>
                  </a:cubicBezTo>
                  <a:cubicBezTo>
                    <a:pt x="2980806" y="1917184"/>
                    <a:pt x="2915071" y="1984001"/>
                    <a:pt x="2845661" y="2047444"/>
                  </a:cubicBezTo>
                  <a:cubicBezTo>
                    <a:pt x="2828411" y="2063450"/>
                    <a:pt x="2811060" y="2079263"/>
                    <a:pt x="2793197" y="2094689"/>
                  </a:cubicBezTo>
                  <a:cubicBezTo>
                    <a:pt x="2775436" y="2110213"/>
                    <a:pt x="2757982" y="2126025"/>
                    <a:pt x="2739710" y="2140969"/>
                  </a:cubicBezTo>
                  <a:cubicBezTo>
                    <a:pt x="2703576" y="2171341"/>
                    <a:pt x="2666524" y="2200749"/>
                    <a:pt x="2629166" y="2229867"/>
                  </a:cubicBezTo>
                  <a:cubicBezTo>
                    <a:pt x="2479015" y="2345569"/>
                    <a:pt x="2316821" y="2448061"/>
                    <a:pt x="2145952" y="2535994"/>
                  </a:cubicBezTo>
                  <a:cubicBezTo>
                    <a:pt x="1804312" y="2711957"/>
                    <a:pt x="1424600" y="2826982"/>
                    <a:pt x="1034987" y="2863910"/>
                  </a:cubicBezTo>
                  <a:cubicBezTo>
                    <a:pt x="937762" y="2873167"/>
                    <a:pt x="839720" y="2877096"/>
                    <a:pt x="741909" y="2875939"/>
                  </a:cubicBezTo>
                  <a:cubicBezTo>
                    <a:pt x="644097" y="2874782"/>
                    <a:pt x="546515" y="2868539"/>
                    <a:pt x="450208" y="2857451"/>
                  </a:cubicBezTo>
                  <a:cubicBezTo>
                    <a:pt x="305520" y="2840674"/>
                    <a:pt x="162095" y="2813810"/>
                    <a:pt x="22215" y="2775923"/>
                  </a:cubicBezTo>
                  <a:lnTo>
                    <a:pt x="0" y="2769256"/>
                  </a:lnTo>
                  <a:lnTo>
                    <a:pt x="0" y="2590612"/>
                  </a:lnTo>
                  <a:lnTo>
                    <a:pt x="199046" y="2627410"/>
                  </a:lnTo>
                  <a:cubicBezTo>
                    <a:pt x="288321" y="2639209"/>
                    <a:pt x="378197" y="2646537"/>
                    <a:pt x="468174" y="2649670"/>
                  </a:cubicBezTo>
                  <a:cubicBezTo>
                    <a:pt x="648333" y="2656805"/>
                    <a:pt x="826655" y="2647163"/>
                    <a:pt x="1003650" y="2622480"/>
                  </a:cubicBezTo>
                  <a:cubicBezTo>
                    <a:pt x="1091943" y="2609658"/>
                    <a:pt x="1179725" y="2593747"/>
                    <a:pt x="1266489" y="2573982"/>
                  </a:cubicBezTo>
                  <a:cubicBezTo>
                    <a:pt x="1353250" y="2553927"/>
                    <a:pt x="1439298" y="2531076"/>
                    <a:pt x="1524223" y="2504657"/>
                  </a:cubicBezTo>
                  <a:cubicBezTo>
                    <a:pt x="1609149" y="2478336"/>
                    <a:pt x="1693052" y="2448833"/>
                    <a:pt x="1775731" y="2416243"/>
                  </a:cubicBezTo>
                  <a:cubicBezTo>
                    <a:pt x="1858309" y="2383557"/>
                    <a:pt x="1939764" y="2347882"/>
                    <a:pt x="2019789" y="2309412"/>
                  </a:cubicBezTo>
                  <a:cubicBezTo>
                    <a:pt x="2179839" y="2232567"/>
                    <a:pt x="2334583" y="2144923"/>
                    <a:pt x="2482486" y="2046962"/>
                  </a:cubicBezTo>
                  <a:cubicBezTo>
                    <a:pt x="2519334" y="2022376"/>
                    <a:pt x="2556081" y="1997403"/>
                    <a:pt x="2591908" y="1971371"/>
                  </a:cubicBezTo>
                  <a:cubicBezTo>
                    <a:pt x="2610077" y="1958644"/>
                    <a:pt x="2627838" y="1945434"/>
                    <a:pt x="2645702" y="1932321"/>
                  </a:cubicBezTo>
                  <a:cubicBezTo>
                    <a:pt x="2663666" y="1919305"/>
                    <a:pt x="2681325" y="1905903"/>
                    <a:pt x="2698779" y="1892309"/>
                  </a:cubicBezTo>
                  <a:cubicBezTo>
                    <a:pt x="2768903" y="1838025"/>
                    <a:pt x="2837496" y="1781717"/>
                    <a:pt x="2903537" y="1722516"/>
                  </a:cubicBezTo>
                  <a:cubicBezTo>
                    <a:pt x="3035926" y="1604501"/>
                    <a:pt x="3158720" y="1475784"/>
                    <a:pt x="3269061" y="1337327"/>
                  </a:cubicBezTo>
                  <a:cubicBezTo>
                    <a:pt x="3324182" y="1268099"/>
                    <a:pt x="3376341" y="1196461"/>
                    <a:pt x="3424928" y="1122508"/>
                  </a:cubicBezTo>
                  <a:cubicBezTo>
                    <a:pt x="3472697" y="1048170"/>
                    <a:pt x="3517814" y="972000"/>
                    <a:pt x="3557622" y="893226"/>
                  </a:cubicBezTo>
                  <a:cubicBezTo>
                    <a:pt x="3567931" y="873654"/>
                    <a:pt x="3577526" y="853791"/>
                    <a:pt x="3587019" y="833929"/>
                  </a:cubicBezTo>
                  <a:lnTo>
                    <a:pt x="3601310" y="804040"/>
                  </a:lnTo>
                  <a:lnTo>
                    <a:pt x="3614885" y="773861"/>
                  </a:lnTo>
                  <a:cubicBezTo>
                    <a:pt x="3623766" y="753709"/>
                    <a:pt x="3632748" y="733559"/>
                    <a:pt x="3640812" y="713022"/>
                  </a:cubicBezTo>
                  <a:cubicBezTo>
                    <a:pt x="3648876" y="692485"/>
                    <a:pt x="3657756" y="672236"/>
                    <a:pt x="3665105" y="651506"/>
                  </a:cubicBezTo>
                  <a:cubicBezTo>
                    <a:pt x="3696544" y="569166"/>
                    <a:pt x="3723185" y="485089"/>
                    <a:pt x="3744110" y="399567"/>
                  </a:cubicBezTo>
                  <a:cubicBezTo>
                    <a:pt x="3765341" y="314238"/>
                    <a:pt x="3781392" y="227654"/>
                    <a:pt x="3792123" y="140444"/>
                  </a:cubicBezTo>
                  <a:close/>
                </a:path>
              </a:pathLst>
            </a:custGeom>
            <a:gradFill rotWithShape="0">
              <a:gsLst>
                <a:gs pos="2000">
                  <a:srgbClr val="ffffff">
                    <a:alpha val="10000"/>
                  </a:srgbClr>
                </a:gs>
                <a:gs pos="16000">
                  <a:srgbClr val="f19d19">
                    <a:alpha val="10000"/>
                  </a:srgbClr>
                </a:gs>
                <a:gs pos="85000">
                  <a:srgbClr val="1d9a78">
                    <a:alpha val="10000"/>
                  </a:srgbClr>
                </a:gs>
                <a:gs pos="100000">
                  <a:srgbClr val="ffffff">
                    <a:alpha val="10000"/>
                  </a:srgbClr>
                </a:gs>
              </a:gsLst>
              <a:lin ang="9600000"/>
            </a:gra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/>
          </p:style>
          <p:txBody>
            <a:bodyPr lIns="90000" rIns="90000" tIns="45000" bIns="45000" anchor="ctr">
              <a:noAutofit/>
            </a:bodyPr>
            <a:p>
              <a:pPr algn="ctr" defTabSz="914400">
                <a:lnSpc>
                  <a:spcPct val="100000"/>
                </a:lnSpc>
              </a:pPr>
              <a:endParaRPr b="0" lang="en-US" sz="1800" strike="noStrike" u="none">
                <a:solidFill>
                  <a:schemeClr val="lt1"/>
                </a:solidFill>
                <a:uFillTx/>
                <a:latin typeface="Calibri"/>
              </a:endParaRPr>
            </a:p>
          </p:txBody>
        </p:sp>
      </p:grp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212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bg>
      <p:bgPr>
        <a:solidFill>
          <a:schemeClr val="dk1">
            <a:tint val="95000"/>
          </a:schemeClr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64" name="PlaceHolder 1"/>
          <p:cNvSpPr>
            <a:spLocks noGrp="1"/>
          </p:cNvSpPr>
          <p:nvPr>
            <p:ph type="title"/>
          </p:nvPr>
        </p:nvSpPr>
        <p:spPr>
          <a:xfrm>
            <a:off x="7464600" y="1783800"/>
            <a:ext cx="4086360" cy="288792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b">
            <a:normAutofit lnSpcReduction="9999"/>
          </a:bodyPr>
          <a:p>
            <a:pPr indent="0" defTabSz="914400">
              <a:lnSpc>
                <a:spcPct val="90000"/>
              </a:lnSpc>
              <a:buNone/>
              <a:tabLst>
                <a:tab algn="l" pos="0"/>
              </a:tabLst>
            </a:pPr>
            <a:r>
              <a:rPr b="0" lang="de-DE" sz="5400" strike="noStrike" u="none">
                <a:solidFill>
                  <a:schemeClr val="lt1"/>
                </a:solidFill>
                <a:uFillTx/>
                <a:latin typeface="Calibri Light"/>
              </a:rPr>
              <a:t>Formulare und Eingabefelder </a:t>
            </a:r>
            <a:endParaRPr b="0" lang="de-DE" sz="5400" strike="noStrike" u="none">
              <a:solidFill>
                <a:srgbClr val="ffffff"/>
              </a:solidFill>
              <a:uFillTx/>
              <a:latin typeface="Arial"/>
            </a:endParaRPr>
          </a:p>
        </p:txBody>
      </p:sp>
      <p:sp>
        <p:nvSpPr>
          <p:cNvPr id="1065" name="PlaceHolder 2"/>
          <p:cNvSpPr>
            <a:spLocks noGrp="1"/>
          </p:cNvSpPr>
          <p:nvPr>
            <p:ph type="subTitle"/>
          </p:nvPr>
        </p:nvSpPr>
        <p:spPr>
          <a:xfrm>
            <a:off x="7464600" y="4750920"/>
            <a:ext cx="4086360" cy="114696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t">
            <a:normAutofit/>
          </a:bodyPr>
          <a:p>
            <a:pPr indent="0" defTabSz="914400">
              <a:lnSpc>
                <a:spcPct val="90000"/>
              </a:lnSpc>
              <a:spcBef>
                <a:spcPts val="1001"/>
              </a:spcBef>
              <a:buNone/>
              <a:tabLst>
                <a:tab algn="l" pos="0"/>
              </a:tabLst>
            </a:pPr>
            <a:r>
              <a:rPr b="0" lang="de-DE" sz="2000" strike="noStrike" u="none">
                <a:solidFill>
                  <a:schemeClr val="lt1"/>
                </a:solidFill>
                <a:uFillTx/>
                <a:latin typeface="Calibri"/>
              </a:rPr>
              <a:t>Bearbeiten von Daten</a:t>
            </a:r>
            <a:endParaRPr b="0" lang="de-DE" sz="2000" strike="noStrike" u="none">
              <a:solidFill>
                <a:srgbClr val="ffffff"/>
              </a:solidFill>
              <a:uFillTx/>
              <a:latin typeface="Arial"/>
            </a:endParaRPr>
          </a:p>
        </p:txBody>
      </p:sp>
      <p:sp>
        <p:nvSpPr>
          <p:cNvPr id="1066" name="Freeform: Shape 10">
            <a:extLst>
              <a:ext uri="{C183D7F6-B498-43B3-948B-1728B52AA6E4}">
                <adec:decorative xmlns:adec="http://schemas.microsoft.com/office/drawing/2017/decorative" val="1"/>
              </a:ext>
            </a:extLst>
          </p:cNvPr>
          <p:cNvSpPr/>
          <p:nvPr/>
        </p:nvSpPr>
        <p:spPr>
          <a:xfrm flipH="1" flipV="1">
            <a:off x="-720" y="-360"/>
            <a:ext cx="7187040" cy="6856920"/>
          </a:xfrm>
          <a:custGeom>
            <a:avLst/>
            <a:gdLst>
              <a:gd name="textAreaLeft" fmla="*/ 720 w 7187040"/>
              <a:gd name="textAreaRight" fmla="*/ 7188840 w 7187040"/>
              <a:gd name="textAreaTop" fmla="*/ -720 h 6856920"/>
              <a:gd name="textAreaBottom" fmla="*/ 6857280 h 6856920"/>
            </a:gdLst>
            <a:ahLst/>
            <a:rect l="textAreaLeft" t="textAreaTop" r="textAreaRight" b="textAreaBottom"/>
            <a:pathLst>
              <a:path w="7188051" h="6858000">
                <a:moveTo>
                  <a:pt x="7188051" y="6858000"/>
                </a:moveTo>
                <a:lnTo>
                  <a:pt x="108694" y="6858000"/>
                </a:lnTo>
                <a:lnTo>
                  <a:pt x="79127" y="6681235"/>
                </a:lnTo>
                <a:cubicBezTo>
                  <a:pt x="26981" y="6316967"/>
                  <a:pt x="0" y="5944579"/>
                  <a:pt x="0" y="5565888"/>
                </a:cubicBezTo>
                <a:cubicBezTo>
                  <a:pt x="0" y="3459953"/>
                  <a:pt x="834428" y="1548908"/>
                  <a:pt x="2190696" y="145339"/>
                </a:cubicBezTo>
                <a:lnTo>
                  <a:pt x="2339431" y="0"/>
                </a:lnTo>
                <a:lnTo>
                  <a:pt x="7188051" y="0"/>
                </a:lnTo>
                <a:close/>
              </a:path>
            </a:pathLst>
          </a:custGeom>
          <a:solidFill>
            <a:schemeClr val="tx1">
              <a:alpha val="80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 algn="ctr" defTabSz="914400">
              <a:lnSpc>
                <a:spcPct val="100000"/>
              </a:lnSpc>
            </a:pPr>
            <a:endParaRPr b="0" lang="en-US" sz="1800" strike="noStrike" u="none">
              <a:solidFill>
                <a:schemeClr val="lt1"/>
              </a:solidFill>
              <a:uFillTx/>
              <a:latin typeface="Calibri"/>
            </a:endParaRPr>
          </a:p>
        </p:txBody>
      </p:sp>
      <p:sp>
        <p:nvSpPr>
          <p:cNvPr id="1067" name="Picture 6"/>
          <p:cNvSpPr/>
          <p:nvPr/>
        </p:nvSpPr>
        <p:spPr>
          <a:xfrm>
            <a:off x="0" y="0"/>
            <a:ext cx="7027560" cy="6856920"/>
          </a:xfrm>
          <a:custGeom>
            <a:avLst/>
            <a:gdLst>
              <a:gd name="textAreaLeft" fmla="*/ 0 w 7027560"/>
              <a:gd name="textAreaRight" fmla="*/ 7028640 w 7027560"/>
              <a:gd name="textAreaTop" fmla="*/ 0 h 6856920"/>
              <a:gd name="textAreaBottom" fmla="*/ 6858000 h 6856920"/>
            </a:gdLst>
            <a:ahLst/>
            <a:rect l="textAreaLeft" t="textAreaTop" r="textAreaRight" b="textAreaBottom"/>
            <a:pathLst>
              <a:path w="7028495" h="6858000">
                <a:moveTo>
                  <a:pt x="0" y="0"/>
                </a:moveTo>
                <a:lnTo>
                  <a:pt x="6915668" y="0"/>
                </a:lnTo>
                <a:lnTo>
                  <a:pt x="6952411" y="219663"/>
                </a:lnTo>
                <a:cubicBezTo>
                  <a:pt x="7002551" y="569921"/>
                  <a:pt x="7028495" y="927986"/>
                  <a:pt x="7028495" y="1292112"/>
                </a:cubicBezTo>
                <a:cubicBezTo>
                  <a:pt x="7028495" y="3343346"/>
                  <a:pt x="6205186" y="5202289"/>
                  <a:pt x="4870994" y="6556512"/>
                </a:cubicBezTo>
                <a:lnTo>
                  <a:pt x="4556185" y="6858000"/>
                </a:lnTo>
                <a:lnTo>
                  <a:pt x="0" y="6858000"/>
                </a:lnTo>
                <a:close/>
              </a:path>
            </a:pathLst>
          </a:custGeom>
          <a:blipFill rotWithShape="0">
            <a:blip r:embed="rId1"/>
            <a:srcRect/>
            <a:stretch/>
          </a:blip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pPr>
              <a:lnSpc>
                <a:spcPct val="100000"/>
              </a:lnSpc>
            </a:pPr>
            <a:endParaRPr b="0" lang="de-DE" sz="1800" strike="noStrike" u="none">
              <a:solidFill>
                <a:srgbClr val="000000"/>
              </a:solidFill>
              <a:uFillTx/>
              <a:latin typeface="Arial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  <p:timing>
    <p:tnLst>
      <p:par>
        <p:cTn id="43" dur="indefinite" restart="never" nodeType="tmRoot">
          <p:childTnLst>
            <p:seq>
              <p:cTn id="44" dur="indefinite" nodeType="mainSeq">
                <p:childTnLst>
                  <p:par>
                    <p:cTn id="45" fill="hold">
                      <p:stCondLst>
                        <p:cond delay="0"/>
                      </p:stCondLst>
                      <p:childTnLst>
                        <p:par>
                          <p:cTn id="46" fill="hold">
                            <p:stCondLst>
                              <p:cond delay="0"/>
                            </p:stCondLst>
                            <p:childTnLst>
                              <p:par>
                                <p:cTn id="47" nodeType="withEffect" fill="hold" presetClass="entr" presetID="10">
                                  <p:stCondLst>
                                    <p:cond delay="2000"/>
                                  </p:stCondLst>
                                  <p:iterate type="lt">
                                    <p:tmAbs val="100"/>
                                  </p:iterate>
                                  <p:childTnLst>
                                    <p:set>
                                      <p:cBhvr>
                                        <p:cTn id="4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65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 additive="repl">
                                        <p:cTn id="49" dur="400"/>
                                        <p:tgtEl>
                                          <p:spTgt spid="1065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50" nodeType="withEffect" fill="hold" presetClass="entr" presetID="10">
                                  <p:stCondLst>
                                    <p:cond delay="1000"/>
                                  </p:stCondLst>
                                  <p:iterate type="lt">
                                    <p:tmAbs val="100"/>
                                  </p:iterate>
                                  <p:childTnLst>
                                    <p:set>
                                      <p:cBhvr>
                                        <p:cTn id="5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6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 additive="repl">
                                        <p:cTn id="52" dur="400"/>
                                        <p:tgtEl>
                                          <p:spTgt spid="106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13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68" name="PlaceHolder 1"/>
          <p:cNvSpPr>
            <a:spLocks noGrp="1"/>
          </p:cNvSpPr>
          <p:nvPr>
            <p:ph type="title"/>
          </p:nvPr>
        </p:nvSpPr>
        <p:spPr>
          <a:xfrm>
            <a:off x="838080" y="365040"/>
            <a:ext cx="10514520" cy="132444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ctr">
            <a:noAutofit/>
          </a:bodyPr>
          <a:p>
            <a:pPr indent="0" defTabSz="914400">
              <a:lnSpc>
                <a:spcPct val="90000"/>
              </a:lnSpc>
              <a:buNone/>
              <a:tabLst>
                <a:tab algn="l" pos="0"/>
              </a:tabLst>
            </a:pPr>
            <a:r>
              <a:rPr b="0" lang="de-DE" sz="4400" strike="noStrike" u="none">
                <a:solidFill>
                  <a:schemeClr val="dk1"/>
                </a:solidFill>
                <a:uFillTx/>
                <a:latin typeface="Calibri Light"/>
              </a:rPr>
              <a:t>Rückblick auf Standard html</a:t>
            </a:r>
            <a:endParaRPr b="0" lang="de-DE" sz="4400" strike="noStrike" u="none">
              <a:solidFill>
                <a:srgbClr val="000000"/>
              </a:solidFill>
              <a:uFillTx/>
              <a:latin typeface="Arial"/>
            </a:endParaRPr>
          </a:p>
        </p:txBody>
      </p:sp>
      <p:sp>
        <p:nvSpPr>
          <p:cNvPr id="1069" name="PlaceHolder 2"/>
          <p:cNvSpPr>
            <a:spLocks noGrp="1"/>
          </p:cNvSpPr>
          <p:nvPr>
            <p:ph/>
          </p:nvPr>
        </p:nvSpPr>
        <p:spPr>
          <a:xfrm>
            <a:off x="838080" y="1825560"/>
            <a:ext cx="10514520" cy="435024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t">
            <a:noAutofit/>
          </a:bodyPr>
          <a:p>
            <a:pPr marL="228600" indent="-228600" defTabSz="914400">
              <a:lnSpc>
                <a:spcPct val="90000"/>
              </a:lnSpc>
              <a:spcBef>
                <a:spcPts val="1001"/>
              </a:spcBef>
              <a:buClr>
                <a:srgbClr val="000000"/>
              </a:buClr>
              <a:buFont typeface="Arial"/>
              <a:buChar char="•"/>
            </a:pPr>
            <a:r>
              <a:rPr b="0" lang="de-DE" sz="2800" strike="noStrike" u="none">
                <a:solidFill>
                  <a:schemeClr val="dk1"/>
                </a:solidFill>
                <a:uFillTx/>
                <a:latin typeface="Calibri"/>
              </a:rPr>
              <a:t>Formular (form) einfacher Aufbau</a:t>
            </a:r>
            <a:endParaRPr b="0" lang="de-DE" sz="2800" strike="noStrike" u="none">
              <a:solidFill>
                <a:srgbClr val="000000"/>
              </a:solidFill>
              <a:uFillTx/>
              <a:latin typeface="Arial"/>
            </a:endParaRPr>
          </a:p>
          <a:p>
            <a:pPr lvl="1" marL="685800" indent="-228600" defTabSz="914400">
              <a:lnSpc>
                <a:spcPct val="90000"/>
              </a:lnSpc>
              <a:spcBef>
                <a:spcPts val="499"/>
              </a:spcBef>
              <a:buClr>
                <a:srgbClr val="000000"/>
              </a:buClr>
              <a:buFont typeface="Arial"/>
              <a:buChar char="•"/>
            </a:pPr>
            <a:r>
              <a:rPr b="0" lang="de-DE" sz="2400" strike="noStrike" u="none">
                <a:solidFill>
                  <a:schemeClr val="dk1"/>
                </a:solidFill>
                <a:uFillTx/>
                <a:latin typeface="Calibri"/>
              </a:rPr>
              <a:t>Mit Feldern (input, select, ..)</a:t>
            </a:r>
            <a:endParaRPr b="0" lang="de-DE" sz="2400" strike="noStrike" u="none">
              <a:solidFill>
                <a:srgbClr val="000000"/>
              </a:solidFill>
              <a:uFillTx/>
              <a:latin typeface="Arial"/>
            </a:endParaRPr>
          </a:p>
          <a:p>
            <a:pPr lvl="1" marL="685800" indent="-228600" defTabSz="914400">
              <a:lnSpc>
                <a:spcPct val="90000"/>
              </a:lnSpc>
              <a:spcBef>
                <a:spcPts val="499"/>
              </a:spcBef>
              <a:buClr>
                <a:srgbClr val="000000"/>
              </a:buClr>
              <a:buFont typeface="Arial"/>
              <a:buChar char="•"/>
            </a:pPr>
            <a:r>
              <a:rPr b="0" lang="de-DE" sz="2400" strike="noStrike" u="none">
                <a:solidFill>
                  <a:schemeClr val="dk1"/>
                </a:solidFill>
                <a:uFillTx/>
                <a:latin typeface="Calibri"/>
              </a:rPr>
              <a:t>FieldSet für visuelle Gruppierung</a:t>
            </a:r>
            <a:endParaRPr b="0" lang="de-DE" sz="2400" strike="noStrike" u="none">
              <a:solidFill>
                <a:srgbClr val="000000"/>
              </a:solidFill>
              <a:uFillTx/>
              <a:latin typeface="Arial"/>
            </a:endParaRPr>
          </a:p>
          <a:p>
            <a:pPr marL="228600" indent="-228600" defTabSz="914400">
              <a:lnSpc>
                <a:spcPct val="90000"/>
              </a:lnSpc>
              <a:spcBef>
                <a:spcPts val="1001"/>
              </a:spcBef>
              <a:buClr>
                <a:srgbClr val="000000"/>
              </a:buClr>
              <a:buFont typeface="Arial"/>
              <a:buChar char="•"/>
            </a:pPr>
            <a:r>
              <a:rPr b="0" lang="de-DE" sz="2800" strike="noStrike" u="none">
                <a:solidFill>
                  <a:schemeClr val="dk1"/>
                </a:solidFill>
                <a:uFillTx/>
                <a:latin typeface="Calibri"/>
              </a:rPr>
              <a:t>Validierung mittels HTML 5 (teilweise)</a:t>
            </a:r>
            <a:endParaRPr b="0" lang="de-DE" sz="2800" strike="noStrike" u="none">
              <a:solidFill>
                <a:srgbClr val="000000"/>
              </a:solidFill>
              <a:uFillTx/>
              <a:latin typeface="Arial"/>
            </a:endParaRPr>
          </a:p>
          <a:p>
            <a:pPr marL="228600" indent="-228600" defTabSz="914400">
              <a:lnSpc>
                <a:spcPct val="90000"/>
              </a:lnSpc>
              <a:spcBef>
                <a:spcPts val="1001"/>
              </a:spcBef>
              <a:buClr>
                <a:srgbClr val="000000"/>
              </a:buClr>
              <a:buFont typeface="Arial"/>
              <a:buChar char="•"/>
            </a:pPr>
            <a:r>
              <a:rPr b="0" lang="de-DE" sz="2800" strike="noStrike" u="none">
                <a:solidFill>
                  <a:schemeClr val="dk1"/>
                </a:solidFill>
                <a:uFillTx/>
                <a:latin typeface="Calibri"/>
              </a:rPr>
              <a:t>Posten der Daten mittels Pagereload oder AJAX</a:t>
            </a:r>
            <a:endParaRPr b="0" lang="de-DE" sz="2800" strike="noStrike" u="none">
              <a:solidFill>
                <a:srgbClr val="000000"/>
              </a:solidFill>
              <a:uFillTx/>
              <a:latin typeface="Arial"/>
            </a:endParaRPr>
          </a:p>
          <a:p>
            <a:pPr indent="0" defTabSz="914400">
              <a:lnSpc>
                <a:spcPct val="90000"/>
              </a:lnSpc>
              <a:spcBef>
                <a:spcPts val="1001"/>
              </a:spcBef>
              <a:buNone/>
              <a:tabLst>
                <a:tab algn="l" pos="0"/>
              </a:tabLst>
            </a:pPr>
            <a:endParaRPr b="0" lang="de-DE" sz="2800" strike="noStrike" u="none">
              <a:solidFill>
                <a:srgbClr val="000000"/>
              </a:solidFill>
              <a:uFillTx/>
              <a:latin typeface="Arial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214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70" name="PlaceHolder 1"/>
          <p:cNvSpPr>
            <a:spLocks noGrp="1"/>
          </p:cNvSpPr>
          <p:nvPr>
            <p:ph type="title"/>
          </p:nvPr>
        </p:nvSpPr>
        <p:spPr>
          <a:xfrm>
            <a:off x="838080" y="365040"/>
            <a:ext cx="10514520" cy="132444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ctr">
            <a:noAutofit/>
          </a:bodyPr>
          <a:p>
            <a:pPr indent="0" defTabSz="914400">
              <a:lnSpc>
                <a:spcPct val="90000"/>
              </a:lnSpc>
              <a:buNone/>
              <a:tabLst>
                <a:tab algn="l" pos="0"/>
              </a:tabLst>
            </a:pPr>
            <a:r>
              <a:rPr b="0" lang="de-DE" sz="4400" strike="noStrike" u="none">
                <a:solidFill>
                  <a:schemeClr val="dk1"/>
                </a:solidFill>
                <a:uFillTx/>
                <a:latin typeface="Calibri Light"/>
              </a:rPr>
              <a:t>Formulare inAngular</a:t>
            </a:r>
            <a:endParaRPr b="0" lang="de-DE" sz="4400" strike="noStrike" u="none">
              <a:solidFill>
                <a:srgbClr val="000000"/>
              </a:solidFill>
              <a:uFillTx/>
              <a:latin typeface="Arial"/>
            </a:endParaRPr>
          </a:p>
        </p:txBody>
      </p:sp>
      <p:graphicFrame>
        <p:nvGraphicFramePr>
          <p:cNvPr id="13" name="Diagram13"/>
          <p:cNvGraphicFramePr/>
          <p:nvPr>
            <p:extLst>
              <p:ext uri="{D42A27DB-BD31-4B8C-83A1-F6EECF244321}">
                <p14:modId xmlns:p14="http://schemas.microsoft.com/office/powerpoint/2010/main" val="4186597283"/>
              </p:ext>
            </p:extLst>
          </p:nvPr>
        </p:nvGraphicFramePr>
        <p:xfrm>
          <a:off x="838080" y="1825560"/>
          <a:ext cx="10514520" cy="4350240"/>
        </p:xfrm>
        <a:graphic>
          <a:graphicData uri="http://schemas.openxmlformats.org/drawingml/2006/diagram">
            <dgm:relIds xmlns:dgm="http://schemas.openxmlformats.org/drawingml/2006/diagram" xmlns:r="http://schemas.openxmlformats.org/officeDocument/2006/relationships" r:dm="rId1" r:lo="rId2" r:qs="rId3" r:cs="rId4"/>
          </a:graphicData>
        </a:graphic>
      </p:graphicFrame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215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71" name="PlaceHolder 1"/>
          <p:cNvSpPr>
            <a:spLocks noGrp="1"/>
          </p:cNvSpPr>
          <p:nvPr>
            <p:ph type="title"/>
          </p:nvPr>
        </p:nvSpPr>
        <p:spPr>
          <a:xfrm>
            <a:off x="838080" y="365040"/>
            <a:ext cx="10514520" cy="132444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ctr">
            <a:noAutofit/>
          </a:bodyPr>
          <a:p>
            <a:pPr indent="0" defTabSz="914400">
              <a:lnSpc>
                <a:spcPct val="90000"/>
              </a:lnSpc>
              <a:buNone/>
              <a:tabLst>
                <a:tab algn="l" pos="0"/>
              </a:tabLst>
            </a:pPr>
            <a:r>
              <a:rPr b="0" lang="de-DE" sz="4400" strike="noStrike" u="none">
                <a:solidFill>
                  <a:schemeClr val="dk1"/>
                </a:solidFill>
                <a:uFillTx/>
                <a:latin typeface="Calibri Light"/>
              </a:rPr>
              <a:t>Formulare, Gruppen, Felder</a:t>
            </a:r>
            <a:endParaRPr b="0" lang="de-DE" sz="4400" strike="noStrike" u="none">
              <a:solidFill>
                <a:srgbClr val="000000"/>
              </a:solidFill>
              <a:uFillTx/>
              <a:latin typeface="Arial"/>
            </a:endParaRPr>
          </a:p>
        </p:txBody>
      </p:sp>
      <p:sp>
        <p:nvSpPr>
          <p:cNvPr id="1072" name="PlaceHolder 2"/>
          <p:cNvSpPr>
            <a:spLocks noGrp="1"/>
          </p:cNvSpPr>
          <p:nvPr>
            <p:ph/>
          </p:nvPr>
        </p:nvSpPr>
        <p:spPr>
          <a:xfrm>
            <a:off x="838080" y="1825560"/>
            <a:ext cx="10514520" cy="435024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t">
            <a:noAutofit/>
          </a:bodyPr>
          <a:p>
            <a:pPr marL="228600" indent="-228600" defTabSz="914400">
              <a:lnSpc>
                <a:spcPct val="90000"/>
              </a:lnSpc>
              <a:spcBef>
                <a:spcPts val="1001"/>
              </a:spcBef>
              <a:buClr>
                <a:srgbClr val="000000"/>
              </a:buClr>
              <a:buFont typeface="Arial"/>
              <a:buChar char="•"/>
            </a:pPr>
            <a:r>
              <a:rPr b="0" lang="de-DE" sz="2800" strike="noStrike" u="none">
                <a:solidFill>
                  <a:schemeClr val="dk1"/>
                </a:solidFill>
                <a:uFillTx/>
                <a:latin typeface="Calibri"/>
              </a:rPr>
              <a:t>Ein Formular = Gruppe + Submit-Aktion</a:t>
            </a:r>
            <a:endParaRPr b="0" lang="de-DE" sz="2800" strike="noStrike" u="none">
              <a:solidFill>
                <a:srgbClr val="000000"/>
              </a:solidFill>
              <a:uFillTx/>
              <a:latin typeface="Arial"/>
            </a:endParaRPr>
          </a:p>
          <a:p>
            <a:pPr marL="228600" indent="-228600" defTabSz="914400">
              <a:lnSpc>
                <a:spcPct val="90000"/>
              </a:lnSpc>
              <a:spcBef>
                <a:spcPts val="1001"/>
              </a:spcBef>
              <a:buClr>
                <a:srgbClr val="000000"/>
              </a:buClr>
              <a:buFont typeface="Arial"/>
              <a:buChar char="•"/>
            </a:pPr>
            <a:r>
              <a:rPr b="0" lang="de-DE" sz="2800" strike="noStrike" u="none">
                <a:solidFill>
                  <a:schemeClr val="dk1"/>
                </a:solidFill>
                <a:uFillTx/>
                <a:latin typeface="Calibri"/>
              </a:rPr>
              <a:t>Eine Gruppe enthält Liste von Feldern </a:t>
            </a:r>
            <a:endParaRPr b="0" lang="de-DE" sz="2800" strike="noStrike" u="none">
              <a:solidFill>
                <a:srgbClr val="000000"/>
              </a:solidFill>
              <a:uFillTx/>
              <a:latin typeface="Arial"/>
            </a:endParaRPr>
          </a:p>
          <a:p>
            <a:pPr lvl="1" marL="685800" indent="-228600" defTabSz="914400">
              <a:lnSpc>
                <a:spcPct val="90000"/>
              </a:lnSpc>
              <a:spcBef>
                <a:spcPts val="499"/>
              </a:spcBef>
              <a:buClr>
                <a:srgbClr val="000000"/>
              </a:buClr>
              <a:buFont typeface="Arial"/>
              <a:buChar char="•"/>
            </a:pPr>
            <a:r>
              <a:rPr b="0" lang="de-DE" sz="2400" strike="noStrike" u="none">
                <a:solidFill>
                  <a:schemeClr val="dk1"/>
                </a:solidFill>
                <a:uFillTx/>
                <a:latin typeface="Calibri"/>
              </a:rPr>
              <a:t>Zustand abhängig von enthaltenen Feldern</a:t>
            </a:r>
            <a:endParaRPr b="0" lang="de-DE" sz="2400" strike="noStrike" u="none">
              <a:solidFill>
                <a:srgbClr val="000000"/>
              </a:solidFill>
              <a:uFillTx/>
              <a:latin typeface="Arial"/>
            </a:endParaRPr>
          </a:p>
          <a:p>
            <a:pPr lvl="1" marL="685800" indent="-228600" defTabSz="914400">
              <a:lnSpc>
                <a:spcPct val="90000"/>
              </a:lnSpc>
              <a:spcBef>
                <a:spcPts val="499"/>
              </a:spcBef>
              <a:buClr>
                <a:srgbClr val="000000"/>
              </a:buClr>
              <a:buFont typeface="Arial"/>
              <a:buChar char="•"/>
            </a:pPr>
            <a:r>
              <a:rPr b="0" lang="de-DE" sz="2400" strike="noStrike" u="none">
                <a:solidFill>
                  <a:schemeClr val="dk1"/>
                </a:solidFill>
                <a:uFillTx/>
                <a:latin typeface="Calibri"/>
              </a:rPr>
              <a:t>z.B: Gruppe invalide, falls min. 1 Feld invalide</a:t>
            </a:r>
            <a:endParaRPr b="0" lang="de-DE" sz="2400" strike="noStrike" u="none">
              <a:solidFill>
                <a:srgbClr val="000000"/>
              </a:solidFill>
              <a:uFillTx/>
              <a:latin typeface="Arial"/>
            </a:endParaRPr>
          </a:p>
          <a:p>
            <a:pPr marL="228600" indent="-228600" defTabSz="914400">
              <a:lnSpc>
                <a:spcPct val="90000"/>
              </a:lnSpc>
              <a:spcBef>
                <a:spcPts val="1001"/>
              </a:spcBef>
              <a:buClr>
                <a:srgbClr val="000000"/>
              </a:buClr>
              <a:buFont typeface="Arial"/>
              <a:buChar char="•"/>
            </a:pPr>
            <a:r>
              <a:rPr b="0" lang="de-DE" sz="2800" strike="noStrike" u="none">
                <a:solidFill>
                  <a:schemeClr val="dk1"/>
                </a:solidFill>
                <a:uFillTx/>
                <a:latin typeface="Calibri"/>
              </a:rPr>
              <a:t>Feld ist ein Wert + weitere Zustände</a:t>
            </a:r>
            <a:endParaRPr b="0" lang="de-DE" sz="2800" strike="noStrike" u="none">
              <a:solidFill>
                <a:srgbClr val="000000"/>
              </a:solidFill>
              <a:uFillTx/>
              <a:latin typeface="Arial"/>
            </a:endParaRPr>
          </a:p>
          <a:p>
            <a:pPr lvl="1" marL="685800" indent="-228600" defTabSz="914400">
              <a:lnSpc>
                <a:spcPct val="90000"/>
              </a:lnSpc>
              <a:spcBef>
                <a:spcPts val="499"/>
              </a:spcBef>
              <a:buClr>
                <a:srgbClr val="000000"/>
              </a:buClr>
              <a:buFont typeface="Arial"/>
              <a:buChar char="•"/>
            </a:pPr>
            <a:r>
              <a:rPr b="0" lang="de-DE" sz="2400" strike="noStrike" u="none">
                <a:solidFill>
                  <a:schemeClr val="dk1"/>
                </a:solidFill>
                <a:uFillTx/>
                <a:latin typeface="Calibri"/>
              </a:rPr>
              <a:t>dirty, touched</a:t>
            </a:r>
            <a:endParaRPr b="0" lang="de-DE" sz="2400" strike="noStrike" u="none">
              <a:solidFill>
                <a:srgbClr val="000000"/>
              </a:solidFill>
              <a:uFillTx/>
              <a:latin typeface="Arial"/>
            </a:endParaRPr>
          </a:p>
          <a:p>
            <a:pPr lvl="1" marL="685800" indent="-228600" defTabSz="914400">
              <a:lnSpc>
                <a:spcPct val="90000"/>
              </a:lnSpc>
              <a:spcBef>
                <a:spcPts val="499"/>
              </a:spcBef>
              <a:buClr>
                <a:srgbClr val="000000"/>
              </a:buClr>
              <a:buFont typeface="Arial"/>
              <a:buChar char="•"/>
            </a:pPr>
            <a:r>
              <a:rPr b="0" lang="de-DE" sz="2400" strike="noStrike" u="none">
                <a:solidFill>
                  <a:schemeClr val="dk1"/>
                </a:solidFill>
                <a:uFillTx/>
                <a:latin typeface="Calibri"/>
              </a:rPr>
              <a:t>valid</a:t>
            </a:r>
            <a:endParaRPr b="0" lang="de-DE" sz="2400" strike="noStrike" u="none">
              <a:solidFill>
                <a:srgbClr val="000000"/>
              </a:solidFill>
              <a:uFillTx/>
              <a:latin typeface="Arial"/>
            </a:endParaRPr>
          </a:p>
          <a:p>
            <a:pPr indent="0" defTabSz="914400">
              <a:lnSpc>
                <a:spcPct val="90000"/>
              </a:lnSpc>
              <a:spcBef>
                <a:spcPts val="1001"/>
              </a:spcBef>
              <a:buNone/>
              <a:tabLst>
                <a:tab algn="l" pos="0"/>
              </a:tabLst>
            </a:pPr>
            <a:endParaRPr b="0" lang="de-DE" sz="2800" strike="noStrike" u="none">
              <a:solidFill>
                <a:srgbClr val="000000"/>
              </a:solidFill>
              <a:uFillTx/>
              <a:latin typeface="Arial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216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73" name="PlaceHolder 1"/>
          <p:cNvSpPr>
            <a:spLocks noGrp="1"/>
          </p:cNvSpPr>
          <p:nvPr>
            <p:ph type="title"/>
          </p:nvPr>
        </p:nvSpPr>
        <p:spPr>
          <a:xfrm>
            <a:off x="838080" y="365040"/>
            <a:ext cx="10514520" cy="132444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ctr">
            <a:noAutofit/>
          </a:bodyPr>
          <a:p>
            <a:pPr indent="0" defTabSz="914400">
              <a:lnSpc>
                <a:spcPct val="90000"/>
              </a:lnSpc>
              <a:buNone/>
              <a:tabLst>
                <a:tab algn="l" pos="0"/>
              </a:tabLst>
            </a:pPr>
            <a:r>
              <a:rPr b="0" lang="de-DE" sz="4400" strike="noStrike" u="none">
                <a:solidFill>
                  <a:schemeClr val="dk1"/>
                </a:solidFill>
                <a:uFillTx/>
                <a:latin typeface="Calibri Light"/>
              </a:rPr>
              <a:t>Formulare Bauen mit ReactiveFormsModule</a:t>
            </a:r>
            <a:endParaRPr b="0" lang="de-DE" sz="4400" strike="noStrike" u="none">
              <a:solidFill>
                <a:srgbClr val="000000"/>
              </a:solidFill>
              <a:uFillTx/>
              <a:latin typeface="Arial"/>
            </a:endParaRPr>
          </a:p>
        </p:txBody>
      </p:sp>
      <p:sp>
        <p:nvSpPr>
          <p:cNvPr id="1074" name="PlaceHolder 2"/>
          <p:cNvSpPr>
            <a:spLocks noGrp="1"/>
          </p:cNvSpPr>
          <p:nvPr>
            <p:ph/>
          </p:nvPr>
        </p:nvSpPr>
        <p:spPr>
          <a:xfrm>
            <a:off x="838080" y="1825560"/>
            <a:ext cx="10514520" cy="435024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t">
            <a:normAutofit/>
          </a:bodyPr>
          <a:p>
            <a:pPr marL="228600" indent="-228600" defTabSz="914400">
              <a:lnSpc>
                <a:spcPct val="90000"/>
              </a:lnSpc>
              <a:spcBef>
                <a:spcPts val="1001"/>
              </a:spcBef>
              <a:buClr>
                <a:srgbClr val="000000"/>
              </a:buClr>
              <a:buFont typeface="Arial"/>
              <a:buChar char="•"/>
            </a:pPr>
            <a:r>
              <a:rPr b="0" lang="de-DE" sz="2800" strike="noStrike" u="none">
                <a:solidFill>
                  <a:schemeClr val="dk1"/>
                </a:solidFill>
                <a:uFillTx/>
                <a:latin typeface="Calibri"/>
              </a:rPr>
              <a:t>Model-Klassen um Formular zu beschreiben</a:t>
            </a:r>
            <a:endParaRPr b="0" lang="de-DE" sz="2800" strike="noStrike" u="none">
              <a:solidFill>
                <a:srgbClr val="000000"/>
              </a:solidFill>
              <a:uFillTx/>
              <a:latin typeface="Arial"/>
            </a:endParaRPr>
          </a:p>
          <a:p>
            <a:pPr lvl="1" marL="685800" indent="-228600" defTabSz="914400">
              <a:lnSpc>
                <a:spcPct val="90000"/>
              </a:lnSpc>
              <a:spcBef>
                <a:spcPts val="499"/>
              </a:spcBef>
              <a:buClr>
                <a:srgbClr val="000000"/>
              </a:buClr>
              <a:buFont typeface="Arial"/>
              <a:buChar char="•"/>
            </a:pPr>
            <a:r>
              <a:rPr b="0" lang="de-DE" sz="2400" strike="noStrike" u="none">
                <a:solidFill>
                  <a:schemeClr val="dk1"/>
                </a:solidFill>
                <a:uFillTx/>
                <a:latin typeface="Calibri"/>
              </a:rPr>
              <a:t>FormGroup und FormControl</a:t>
            </a:r>
            <a:endParaRPr b="0" lang="de-DE" sz="2400" strike="noStrike" u="none">
              <a:solidFill>
                <a:srgbClr val="000000"/>
              </a:solidFill>
              <a:uFillTx/>
              <a:latin typeface="Arial"/>
            </a:endParaRPr>
          </a:p>
          <a:p>
            <a:pPr lvl="1" marL="685800" indent="-228600" defTabSz="914400">
              <a:lnSpc>
                <a:spcPct val="90000"/>
              </a:lnSpc>
              <a:spcBef>
                <a:spcPts val="499"/>
              </a:spcBef>
              <a:buClr>
                <a:srgbClr val="000000"/>
              </a:buClr>
              <a:buFont typeface="Arial"/>
              <a:buChar char="•"/>
            </a:pPr>
            <a:r>
              <a:rPr b="0" lang="de-DE" sz="2400" strike="noStrike" u="none">
                <a:solidFill>
                  <a:schemeClr val="dk1"/>
                </a:solidFill>
                <a:uFillTx/>
                <a:latin typeface="Calibri"/>
              </a:rPr>
              <a:t>Gruppen bilden Baum mit Feldern als Blätter</a:t>
            </a:r>
            <a:endParaRPr b="0" lang="de-DE" sz="2400" strike="noStrike" u="none">
              <a:solidFill>
                <a:srgbClr val="000000"/>
              </a:solidFill>
              <a:uFillTx/>
              <a:latin typeface="Arial"/>
            </a:endParaRPr>
          </a:p>
          <a:p>
            <a:pPr lvl="1" marL="685800" indent="-228600" defTabSz="914400">
              <a:lnSpc>
                <a:spcPct val="90000"/>
              </a:lnSpc>
              <a:spcBef>
                <a:spcPts val="499"/>
              </a:spcBef>
              <a:buClr>
                <a:srgbClr val="000000"/>
              </a:buClr>
              <a:buFont typeface="Arial"/>
              <a:buChar char="•"/>
            </a:pPr>
            <a:r>
              <a:rPr b="0" lang="de-DE" sz="2400" strike="noStrike" u="none">
                <a:solidFill>
                  <a:schemeClr val="dk1"/>
                </a:solidFill>
                <a:uFillTx/>
                <a:latin typeface="Calibri"/>
              </a:rPr>
              <a:t>Formular selbst ist eine FormGroup</a:t>
            </a:r>
            <a:endParaRPr b="0" lang="de-DE" sz="2400" strike="noStrike" u="none">
              <a:solidFill>
                <a:srgbClr val="000000"/>
              </a:solidFill>
              <a:uFillTx/>
              <a:latin typeface="Arial"/>
            </a:endParaRPr>
          </a:p>
          <a:p>
            <a:pPr indent="0" defTabSz="914400">
              <a:lnSpc>
                <a:spcPct val="90000"/>
              </a:lnSpc>
              <a:spcBef>
                <a:spcPts val="1001"/>
              </a:spcBef>
              <a:buNone/>
              <a:tabLst>
                <a:tab algn="l" pos="0"/>
              </a:tabLst>
            </a:pPr>
            <a:endParaRPr b="0" lang="de-DE" sz="2800" strike="noStrike" u="none">
              <a:solidFill>
                <a:srgbClr val="000000"/>
              </a:solidFill>
              <a:uFillTx/>
              <a:latin typeface="Arial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217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75" name="PlaceHolder 1"/>
          <p:cNvSpPr>
            <a:spLocks noGrp="1"/>
          </p:cNvSpPr>
          <p:nvPr>
            <p:ph type="title"/>
          </p:nvPr>
        </p:nvSpPr>
        <p:spPr>
          <a:xfrm>
            <a:off x="838080" y="365040"/>
            <a:ext cx="10514520" cy="132444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ctr">
            <a:noAutofit/>
          </a:bodyPr>
          <a:p>
            <a:pPr indent="0" defTabSz="914400">
              <a:lnSpc>
                <a:spcPct val="90000"/>
              </a:lnSpc>
              <a:buNone/>
              <a:tabLst>
                <a:tab algn="l" pos="0"/>
              </a:tabLst>
            </a:pPr>
            <a:r>
              <a:rPr b="0" lang="de-DE" sz="4400" strike="noStrike" u="none">
                <a:solidFill>
                  <a:schemeClr val="dk1"/>
                </a:solidFill>
                <a:uFillTx/>
                <a:latin typeface="Calibri Light"/>
              </a:rPr>
              <a:t>HowTo</a:t>
            </a:r>
            <a:endParaRPr b="0" lang="de-DE" sz="4400" strike="noStrike" u="none">
              <a:solidFill>
                <a:srgbClr val="000000"/>
              </a:solidFill>
              <a:uFillTx/>
              <a:latin typeface="Arial"/>
            </a:endParaRPr>
          </a:p>
        </p:txBody>
      </p:sp>
      <p:sp>
        <p:nvSpPr>
          <p:cNvPr id="1076" name="PlaceHolder 2"/>
          <p:cNvSpPr>
            <a:spLocks noGrp="1"/>
          </p:cNvSpPr>
          <p:nvPr>
            <p:ph/>
          </p:nvPr>
        </p:nvSpPr>
        <p:spPr>
          <a:xfrm>
            <a:off x="213120" y="2506680"/>
            <a:ext cx="10514520" cy="435024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t">
            <a:normAutofit/>
          </a:bodyPr>
          <a:p>
            <a:pPr indent="0" defTabSz="914400">
              <a:lnSpc>
                <a:spcPct val="90000"/>
              </a:lnSpc>
              <a:spcBef>
                <a:spcPts val="1001"/>
              </a:spcBef>
              <a:buNone/>
              <a:tabLst>
                <a:tab algn="l" pos="0"/>
              </a:tabLst>
            </a:pPr>
            <a:r>
              <a:rPr b="0" lang="de-DE" sz="1900" strike="noStrike" u="none">
                <a:solidFill>
                  <a:srgbClr val="1e347b"/>
                </a:solidFill>
                <a:uFillTx/>
                <a:latin typeface="SourceCodePro"/>
              </a:rPr>
              <a:t>import</a:t>
            </a:r>
            <a:r>
              <a:rPr b="0" lang="de-DE" sz="1900" strike="noStrike" u="none">
                <a:solidFill>
                  <a:srgbClr val="48484c"/>
                </a:solidFill>
                <a:uFillTx/>
                <a:latin typeface="SourceCodePro"/>
              </a:rPr>
              <a:t> </a:t>
            </a:r>
            <a:r>
              <a:rPr b="0" lang="de-DE" sz="1900" strike="noStrike" u="none">
                <a:solidFill>
                  <a:srgbClr val="93a1a1"/>
                </a:solidFill>
                <a:uFillTx/>
                <a:latin typeface="SourceCodePro"/>
              </a:rPr>
              <a:t>{</a:t>
            </a:r>
            <a:r>
              <a:rPr b="0" lang="de-DE" sz="1900" strike="noStrike" u="none">
                <a:solidFill>
                  <a:srgbClr val="48484c"/>
                </a:solidFill>
                <a:uFillTx/>
                <a:latin typeface="SourceCodePro"/>
              </a:rPr>
              <a:t> </a:t>
            </a:r>
            <a:r>
              <a:rPr b="0" lang="de-DE" sz="1900" strike="noStrike" u="none">
                <a:solidFill>
                  <a:srgbClr val="008080"/>
                </a:solidFill>
                <a:uFillTx/>
                <a:latin typeface="SourceCodePro"/>
              </a:rPr>
              <a:t>FormGroup</a:t>
            </a:r>
            <a:r>
              <a:rPr b="0" lang="de-DE" sz="1900" strike="noStrike" u="none">
                <a:solidFill>
                  <a:srgbClr val="93a1a1"/>
                </a:solidFill>
                <a:uFillTx/>
                <a:latin typeface="SourceCodePro"/>
              </a:rPr>
              <a:t>,</a:t>
            </a:r>
            <a:r>
              <a:rPr b="0" lang="de-DE" sz="1900" strike="noStrike" u="none">
                <a:solidFill>
                  <a:srgbClr val="48484c"/>
                </a:solidFill>
                <a:uFillTx/>
                <a:latin typeface="SourceCodePro"/>
              </a:rPr>
              <a:t> </a:t>
            </a:r>
            <a:r>
              <a:rPr b="0" lang="de-DE" sz="1900" strike="noStrike" u="none">
                <a:solidFill>
                  <a:srgbClr val="008080"/>
                </a:solidFill>
                <a:uFillTx/>
                <a:latin typeface="SourceCodePro"/>
              </a:rPr>
              <a:t>FormControl</a:t>
            </a:r>
            <a:r>
              <a:rPr b="0" lang="de-DE" sz="1900" strike="noStrike" u="none">
                <a:solidFill>
                  <a:srgbClr val="48484c"/>
                </a:solidFill>
                <a:uFillTx/>
                <a:latin typeface="SourceCodePro"/>
              </a:rPr>
              <a:t> </a:t>
            </a:r>
            <a:r>
              <a:rPr b="0" lang="de-DE" sz="1900" strike="noStrike" u="none">
                <a:solidFill>
                  <a:srgbClr val="93a1a1"/>
                </a:solidFill>
                <a:uFillTx/>
                <a:latin typeface="SourceCodePro"/>
              </a:rPr>
              <a:t>}</a:t>
            </a:r>
            <a:r>
              <a:rPr b="0" lang="de-DE" sz="1900" strike="noStrike" u="none">
                <a:solidFill>
                  <a:srgbClr val="48484c"/>
                </a:solidFill>
                <a:uFillTx/>
                <a:latin typeface="SourceCodePro"/>
              </a:rPr>
              <a:t> </a:t>
            </a:r>
            <a:r>
              <a:rPr b="0" lang="de-DE" sz="1900" strike="noStrike" u="none">
                <a:solidFill>
                  <a:srgbClr val="1e347b"/>
                </a:solidFill>
                <a:uFillTx/>
                <a:latin typeface="SourceCodePro"/>
              </a:rPr>
              <a:t>from</a:t>
            </a:r>
            <a:r>
              <a:rPr b="0" lang="de-DE" sz="1900" strike="noStrike" u="none">
                <a:solidFill>
                  <a:srgbClr val="48484c"/>
                </a:solidFill>
                <a:uFillTx/>
                <a:latin typeface="SourceCodePro"/>
              </a:rPr>
              <a:t> </a:t>
            </a:r>
            <a:r>
              <a:rPr b="0" lang="de-DE" sz="1900" strike="noStrike" u="none">
                <a:solidFill>
                  <a:srgbClr val="dd1144"/>
                </a:solidFill>
                <a:uFillTx/>
                <a:latin typeface="SourceCodePro"/>
              </a:rPr>
              <a:t>"@angular/forms"</a:t>
            </a:r>
            <a:r>
              <a:rPr b="0" lang="de-DE" sz="1900" strike="noStrike" u="none">
                <a:solidFill>
                  <a:srgbClr val="93a1a1"/>
                </a:solidFill>
                <a:uFillTx/>
                <a:latin typeface="SourceCodePro"/>
              </a:rPr>
              <a:t>;</a:t>
            </a:r>
            <a:endParaRPr b="0" lang="de-DE" sz="1900" strike="noStrike" u="none">
              <a:solidFill>
                <a:srgbClr val="000000"/>
              </a:solidFill>
              <a:uFillTx/>
              <a:latin typeface="Arial"/>
            </a:endParaRPr>
          </a:p>
          <a:p>
            <a:pPr indent="0" defTabSz="914400">
              <a:lnSpc>
                <a:spcPct val="90000"/>
              </a:lnSpc>
              <a:spcBef>
                <a:spcPts val="1001"/>
              </a:spcBef>
              <a:buNone/>
              <a:tabLst>
                <a:tab algn="l" pos="0"/>
              </a:tabLst>
            </a:pPr>
            <a:r>
              <a:rPr b="0" lang="de-DE" sz="1900" strike="noStrike" u="none">
                <a:solidFill>
                  <a:srgbClr val="195f91"/>
                </a:solidFill>
                <a:uFillTx/>
                <a:latin typeface="SourceCodePro"/>
              </a:rPr>
              <a:t>@Component</a:t>
            </a:r>
            <a:r>
              <a:rPr b="0" lang="de-DE" sz="1900" strike="noStrike" u="none">
                <a:solidFill>
                  <a:srgbClr val="93a1a1"/>
                </a:solidFill>
                <a:uFillTx/>
                <a:latin typeface="SourceCodePro"/>
              </a:rPr>
              <a:t>({</a:t>
            </a:r>
            <a:r>
              <a:rPr b="0" lang="de-DE" sz="1900" strike="noStrike" u="none">
                <a:solidFill>
                  <a:srgbClr val="48484c"/>
                </a:solidFill>
                <a:uFillTx/>
                <a:latin typeface="SourceCodePro"/>
              </a:rPr>
              <a:t> </a:t>
            </a:r>
            <a:r>
              <a:rPr b="0" lang="de-DE" sz="1900" strike="noStrike" u="none">
                <a:solidFill>
                  <a:srgbClr val="93a1a1"/>
                </a:solidFill>
                <a:uFillTx/>
                <a:latin typeface="SourceCodePro"/>
              </a:rPr>
              <a:t>})</a:t>
            </a:r>
            <a:endParaRPr b="0" lang="de-DE" sz="1900" strike="noStrike" u="none">
              <a:solidFill>
                <a:srgbClr val="000000"/>
              </a:solidFill>
              <a:uFillTx/>
              <a:latin typeface="Arial"/>
            </a:endParaRPr>
          </a:p>
          <a:p>
            <a:pPr indent="0" defTabSz="914400">
              <a:lnSpc>
                <a:spcPct val="90000"/>
              </a:lnSpc>
              <a:spcBef>
                <a:spcPts val="1001"/>
              </a:spcBef>
              <a:buNone/>
              <a:tabLst>
                <a:tab algn="l" pos="0"/>
              </a:tabLst>
            </a:pPr>
            <a:r>
              <a:rPr b="0" lang="de-DE" sz="1900" strike="noStrike" u="none">
                <a:solidFill>
                  <a:srgbClr val="1e347b"/>
                </a:solidFill>
                <a:uFillTx/>
                <a:latin typeface="SourceCodePro"/>
              </a:rPr>
              <a:t>export</a:t>
            </a:r>
            <a:r>
              <a:rPr b="0" lang="de-DE" sz="1900" strike="noStrike" u="none">
                <a:solidFill>
                  <a:srgbClr val="48484c"/>
                </a:solidFill>
                <a:uFillTx/>
                <a:latin typeface="SourceCodePro"/>
              </a:rPr>
              <a:t> </a:t>
            </a:r>
            <a:r>
              <a:rPr b="0" lang="de-DE" sz="1900" strike="noStrike" u="none">
                <a:solidFill>
                  <a:srgbClr val="1e347b"/>
                </a:solidFill>
                <a:uFillTx/>
                <a:latin typeface="SourceCodePro"/>
              </a:rPr>
              <a:t>class</a:t>
            </a:r>
            <a:r>
              <a:rPr b="0" lang="de-DE" sz="1900" strike="noStrike" u="none">
                <a:solidFill>
                  <a:srgbClr val="48484c"/>
                </a:solidFill>
                <a:uFillTx/>
                <a:latin typeface="SourceCodePro"/>
              </a:rPr>
              <a:t> </a:t>
            </a:r>
            <a:r>
              <a:rPr b="0" lang="de-DE" sz="1900" strike="noStrike" u="none">
                <a:solidFill>
                  <a:srgbClr val="008080"/>
                </a:solidFill>
                <a:uFillTx/>
                <a:latin typeface="SourceCodePro"/>
              </a:rPr>
              <a:t>ReleaseFormComponent</a:t>
            </a:r>
            <a:r>
              <a:rPr b="0" lang="de-DE" sz="1900" strike="noStrike" u="none">
                <a:solidFill>
                  <a:srgbClr val="48484c"/>
                </a:solidFill>
                <a:uFillTx/>
                <a:latin typeface="SourceCodePro"/>
              </a:rPr>
              <a:t> </a:t>
            </a:r>
            <a:r>
              <a:rPr b="0" lang="de-DE" sz="1900" strike="noStrike" u="none">
                <a:solidFill>
                  <a:srgbClr val="1e347b"/>
                </a:solidFill>
                <a:uFillTx/>
                <a:latin typeface="SourceCodePro"/>
              </a:rPr>
              <a:t>implements</a:t>
            </a:r>
            <a:r>
              <a:rPr b="0" lang="de-DE" sz="1900" strike="noStrike" u="none">
                <a:solidFill>
                  <a:srgbClr val="48484c"/>
                </a:solidFill>
                <a:uFillTx/>
                <a:latin typeface="SourceCodePro"/>
              </a:rPr>
              <a:t> </a:t>
            </a:r>
            <a:r>
              <a:rPr b="0" lang="de-DE" sz="1900" strike="noStrike" u="none">
                <a:solidFill>
                  <a:srgbClr val="008080"/>
                </a:solidFill>
                <a:uFillTx/>
                <a:latin typeface="SourceCodePro"/>
              </a:rPr>
              <a:t>OnInit</a:t>
            </a:r>
            <a:r>
              <a:rPr b="0" lang="de-DE" sz="1900" strike="noStrike" u="none">
                <a:solidFill>
                  <a:srgbClr val="48484c"/>
                </a:solidFill>
                <a:uFillTx/>
                <a:latin typeface="SourceCodePro"/>
              </a:rPr>
              <a:t> </a:t>
            </a:r>
            <a:r>
              <a:rPr b="0" lang="de-DE" sz="1900" strike="noStrike" u="none">
                <a:solidFill>
                  <a:srgbClr val="93a1a1"/>
                </a:solidFill>
                <a:uFillTx/>
                <a:latin typeface="SourceCodePro"/>
              </a:rPr>
              <a:t>{</a:t>
            </a:r>
            <a:endParaRPr b="0" lang="de-DE" sz="1900" strike="noStrike" u="none">
              <a:solidFill>
                <a:srgbClr val="000000"/>
              </a:solidFill>
              <a:uFillTx/>
              <a:latin typeface="Arial"/>
            </a:endParaRPr>
          </a:p>
          <a:p>
            <a:pPr marL="457200" indent="0" defTabSz="914400">
              <a:lnSpc>
                <a:spcPct val="90000"/>
              </a:lnSpc>
              <a:spcBef>
                <a:spcPts val="499"/>
              </a:spcBef>
              <a:buNone/>
              <a:tabLst>
                <a:tab algn="l" pos="0"/>
              </a:tabLst>
            </a:pPr>
            <a:r>
              <a:rPr b="0" lang="de-DE" sz="1800" strike="noStrike" u="none">
                <a:solidFill>
                  <a:srgbClr val="1e347b"/>
                </a:solidFill>
                <a:uFillTx/>
                <a:latin typeface="SourceCodePro"/>
              </a:rPr>
              <a:t>public</a:t>
            </a:r>
            <a:r>
              <a:rPr b="0" lang="de-DE" sz="1800" strike="noStrike" u="none">
                <a:solidFill>
                  <a:srgbClr val="48484c"/>
                </a:solidFill>
                <a:uFillTx/>
                <a:latin typeface="SourceCodePro"/>
              </a:rPr>
              <a:t> form</a:t>
            </a:r>
            <a:r>
              <a:rPr b="0" lang="de-DE" sz="1800" strike="noStrike" u="none">
                <a:solidFill>
                  <a:srgbClr val="93a1a1"/>
                </a:solidFill>
                <a:uFillTx/>
                <a:latin typeface="SourceCodePro"/>
              </a:rPr>
              <a:t>:</a:t>
            </a:r>
            <a:r>
              <a:rPr b="0" lang="de-DE" sz="1800" strike="noStrike" u="none">
                <a:solidFill>
                  <a:srgbClr val="48484c"/>
                </a:solidFill>
                <a:uFillTx/>
                <a:latin typeface="SourceCodePro"/>
              </a:rPr>
              <a:t> </a:t>
            </a:r>
            <a:r>
              <a:rPr b="0" lang="de-DE" sz="1800" strike="noStrike" u="none">
                <a:solidFill>
                  <a:srgbClr val="008080"/>
                </a:solidFill>
                <a:uFillTx/>
                <a:latin typeface="SourceCodePro"/>
              </a:rPr>
              <a:t>FormGroup</a:t>
            </a:r>
            <a:r>
              <a:rPr b="0" lang="de-DE" sz="1800" strike="noStrike" u="none">
                <a:solidFill>
                  <a:srgbClr val="93a1a1"/>
                </a:solidFill>
                <a:uFillTx/>
                <a:latin typeface="SourceCodePro"/>
              </a:rPr>
              <a:t>;</a:t>
            </a:r>
            <a:endParaRPr b="0" lang="de-DE" sz="1800" strike="noStrike" u="none">
              <a:solidFill>
                <a:srgbClr val="000000"/>
              </a:solidFill>
              <a:uFillTx/>
              <a:latin typeface="Arial"/>
            </a:endParaRPr>
          </a:p>
          <a:p>
            <a:pPr marL="457200" indent="0" defTabSz="914400">
              <a:lnSpc>
                <a:spcPct val="90000"/>
              </a:lnSpc>
              <a:spcBef>
                <a:spcPts val="499"/>
              </a:spcBef>
              <a:buNone/>
              <a:tabLst>
                <a:tab algn="l" pos="0"/>
              </a:tabLst>
            </a:pPr>
            <a:r>
              <a:rPr b="0" lang="de-DE" sz="1800" strike="noStrike" u="none">
                <a:solidFill>
                  <a:srgbClr val="195f91"/>
                </a:solidFill>
                <a:uFillTx/>
                <a:latin typeface="SourceCodePro"/>
              </a:rPr>
              <a:t>@Input</a:t>
            </a:r>
            <a:r>
              <a:rPr b="0" lang="de-DE" sz="1800" strike="noStrike" u="none">
                <a:solidFill>
                  <a:srgbClr val="93a1a1"/>
                </a:solidFill>
                <a:uFillTx/>
                <a:latin typeface="SourceCodePro"/>
              </a:rPr>
              <a:t>()</a:t>
            </a:r>
            <a:r>
              <a:rPr b="0" lang="de-DE" sz="1800" strike="noStrike" u="none">
                <a:solidFill>
                  <a:srgbClr val="48484c"/>
                </a:solidFill>
                <a:uFillTx/>
                <a:latin typeface="SourceCodePro"/>
              </a:rPr>
              <a:t> release</a:t>
            </a:r>
            <a:r>
              <a:rPr b="0" lang="de-DE" sz="1800" strike="noStrike" u="none">
                <a:solidFill>
                  <a:srgbClr val="93a1a1"/>
                </a:solidFill>
                <a:uFillTx/>
                <a:latin typeface="SourceCodePro"/>
              </a:rPr>
              <a:t>:</a:t>
            </a:r>
            <a:r>
              <a:rPr b="0" lang="de-DE" sz="1800" strike="noStrike" u="none">
                <a:solidFill>
                  <a:srgbClr val="48484c"/>
                </a:solidFill>
                <a:uFillTx/>
                <a:latin typeface="SourceCodePro"/>
              </a:rPr>
              <a:t> </a:t>
            </a:r>
            <a:r>
              <a:rPr b="0" lang="de-DE" sz="1800" strike="noStrike" u="none">
                <a:solidFill>
                  <a:srgbClr val="008080"/>
                </a:solidFill>
                <a:uFillTx/>
                <a:latin typeface="SourceCodePro"/>
              </a:rPr>
              <a:t>Release</a:t>
            </a:r>
            <a:r>
              <a:rPr b="0" lang="de-DE" sz="1800" strike="noStrike" u="none">
                <a:solidFill>
                  <a:srgbClr val="93a1a1"/>
                </a:solidFill>
                <a:uFillTx/>
                <a:latin typeface="SourceCodePro"/>
              </a:rPr>
              <a:t>;</a:t>
            </a:r>
            <a:endParaRPr b="0" lang="de-DE" sz="1800" strike="noStrike" u="none">
              <a:solidFill>
                <a:srgbClr val="000000"/>
              </a:solidFill>
              <a:uFillTx/>
              <a:latin typeface="Arial"/>
            </a:endParaRPr>
          </a:p>
          <a:p>
            <a:pPr marL="457200" indent="0" defTabSz="914400">
              <a:lnSpc>
                <a:spcPct val="90000"/>
              </a:lnSpc>
              <a:spcBef>
                <a:spcPts val="499"/>
              </a:spcBef>
              <a:buNone/>
              <a:tabLst>
                <a:tab algn="l" pos="0"/>
              </a:tabLst>
            </a:pPr>
            <a:r>
              <a:rPr b="0" lang="de-DE" sz="1800" strike="noStrike" u="none">
                <a:solidFill>
                  <a:srgbClr val="48484c"/>
                </a:solidFill>
                <a:uFillTx/>
                <a:latin typeface="SourceCodePro"/>
              </a:rPr>
              <a:t> </a:t>
            </a:r>
            <a:endParaRPr b="0" lang="de-DE" sz="1800" strike="noStrike" u="none">
              <a:solidFill>
                <a:srgbClr val="000000"/>
              </a:solidFill>
              <a:uFillTx/>
              <a:latin typeface="Arial"/>
            </a:endParaRPr>
          </a:p>
          <a:p>
            <a:pPr marL="457200" indent="0" defTabSz="914400">
              <a:lnSpc>
                <a:spcPct val="90000"/>
              </a:lnSpc>
              <a:spcBef>
                <a:spcPts val="499"/>
              </a:spcBef>
              <a:buNone/>
              <a:tabLst>
                <a:tab algn="l" pos="0"/>
              </a:tabLst>
            </a:pPr>
            <a:r>
              <a:rPr b="0" lang="de-DE" sz="1800" strike="noStrike" u="none">
                <a:solidFill>
                  <a:srgbClr val="48484c"/>
                </a:solidFill>
                <a:uFillTx/>
                <a:latin typeface="SourceCodePro"/>
              </a:rPr>
              <a:t>ngOnInit</a:t>
            </a:r>
            <a:r>
              <a:rPr b="0" lang="de-DE" sz="1800" strike="noStrike" u="none">
                <a:solidFill>
                  <a:srgbClr val="93a1a1"/>
                </a:solidFill>
                <a:uFillTx/>
                <a:latin typeface="SourceCodePro"/>
              </a:rPr>
              <a:t>()</a:t>
            </a:r>
            <a:r>
              <a:rPr b="0" lang="de-DE" sz="1800" strike="noStrike" u="none">
                <a:solidFill>
                  <a:srgbClr val="48484c"/>
                </a:solidFill>
                <a:uFillTx/>
                <a:latin typeface="SourceCodePro"/>
              </a:rPr>
              <a:t> </a:t>
            </a:r>
            <a:r>
              <a:rPr b="0" lang="de-DE" sz="1800" strike="noStrike" u="none">
                <a:solidFill>
                  <a:srgbClr val="93a1a1"/>
                </a:solidFill>
                <a:uFillTx/>
                <a:latin typeface="SourceCodePro"/>
              </a:rPr>
              <a:t>{</a:t>
            </a:r>
            <a:endParaRPr b="0" lang="de-DE" sz="1800" strike="noStrike" u="none">
              <a:solidFill>
                <a:srgbClr val="000000"/>
              </a:solidFill>
              <a:uFillTx/>
              <a:latin typeface="Arial"/>
            </a:endParaRPr>
          </a:p>
          <a:p>
            <a:pPr marL="457200" indent="0" defTabSz="914400">
              <a:lnSpc>
                <a:spcPct val="90000"/>
              </a:lnSpc>
              <a:spcBef>
                <a:spcPts val="499"/>
              </a:spcBef>
              <a:buNone/>
              <a:tabLst>
                <a:tab algn="l" pos="0"/>
              </a:tabLst>
            </a:pPr>
            <a:r>
              <a:rPr b="0" lang="de-DE" sz="1800" strike="noStrike" u="none">
                <a:solidFill>
                  <a:srgbClr val="333333"/>
                </a:solidFill>
                <a:uFillTx/>
                <a:latin typeface="SourceCodePro"/>
              </a:rPr>
              <a:t>	</a:t>
            </a:r>
            <a:r>
              <a:rPr b="0" lang="de-DE" sz="1800" strike="noStrike" u="none">
                <a:solidFill>
                  <a:srgbClr val="1e347b"/>
                </a:solidFill>
                <a:uFillTx/>
                <a:latin typeface="SourceCodePro"/>
              </a:rPr>
              <a:t>this</a:t>
            </a:r>
            <a:r>
              <a:rPr b="0" lang="de-DE" sz="1800" strike="noStrike" u="none">
                <a:solidFill>
                  <a:srgbClr val="93a1a1"/>
                </a:solidFill>
                <a:uFillTx/>
                <a:latin typeface="SourceCodePro"/>
              </a:rPr>
              <a:t>.</a:t>
            </a:r>
            <a:r>
              <a:rPr b="0" lang="de-DE" sz="1800" strike="noStrike" u="none">
                <a:solidFill>
                  <a:srgbClr val="48484c"/>
                </a:solidFill>
                <a:uFillTx/>
                <a:latin typeface="SourceCodePro"/>
              </a:rPr>
              <a:t>form </a:t>
            </a:r>
            <a:r>
              <a:rPr b="0" lang="de-DE" sz="1800" strike="noStrike" u="none">
                <a:solidFill>
                  <a:srgbClr val="93a1a1"/>
                </a:solidFill>
                <a:uFillTx/>
                <a:latin typeface="SourceCodePro"/>
              </a:rPr>
              <a:t>=</a:t>
            </a:r>
            <a:r>
              <a:rPr b="0" lang="de-DE" sz="1800" strike="noStrike" u="none">
                <a:solidFill>
                  <a:srgbClr val="48484c"/>
                </a:solidFill>
                <a:uFillTx/>
                <a:latin typeface="SourceCodePro"/>
              </a:rPr>
              <a:t> </a:t>
            </a:r>
            <a:r>
              <a:rPr b="0" lang="de-DE" sz="1800" strike="noStrike" u="none">
                <a:solidFill>
                  <a:srgbClr val="1e347b"/>
                </a:solidFill>
                <a:uFillTx/>
                <a:latin typeface="SourceCodePro"/>
              </a:rPr>
              <a:t>new</a:t>
            </a:r>
            <a:r>
              <a:rPr b="0" lang="de-DE" sz="1800" strike="noStrike" u="none">
                <a:solidFill>
                  <a:srgbClr val="48484c"/>
                </a:solidFill>
                <a:uFillTx/>
                <a:latin typeface="SourceCodePro"/>
              </a:rPr>
              <a:t> </a:t>
            </a:r>
            <a:r>
              <a:rPr b="0" lang="de-DE" sz="1800" strike="noStrike" u="none">
                <a:solidFill>
                  <a:srgbClr val="008080"/>
                </a:solidFill>
                <a:uFillTx/>
                <a:latin typeface="SourceCodePro"/>
              </a:rPr>
              <a:t>FormGroup</a:t>
            </a:r>
            <a:r>
              <a:rPr b="0" lang="de-DE" sz="1800" strike="noStrike" u="none">
                <a:solidFill>
                  <a:srgbClr val="93a1a1"/>
                </a:solidFill>
                <a:uFillTx/>
                <a:latin typeface="SourceCodePro"/>
              </a:rPr>
              <a:t>({</a:t>
            </a:r>
            <a:endParaRPr b="0" lang="de-DE" sz="1800" strike="noStrike" u="none">
              <a:solidFill>
                <a:srgbClr val="000000"/>
              </a:solidFill>
              <a:uFillTx/>
              <a:latin typeface="Arial"/>
            </a:endParaRPr>
          </a:p>
          <a:p>
            <a:pPr marL="1371600" indent="0" defTabSz="914400">
              <a:lnSpc>
                <a:spcPct val="90000"/>
              </a:lnSpc>
              <a:spcBef>
                <a:spcPts val="499"/>
              </a:spcBef>
              <a:buNone/>
              <a:tabLst>
                <a:tab algn="l" pos="0"/>
              </a:tabLst>
            </a:pPr>
            <a:r>
              <a:rPr b="0" lang="de-DE" sz="1800" strike="noStrike" u="none">
                <a:solidFill>
                  <a:srgbClr val="48484c"/>
                </a:solidFill>
                <a:uFillTx/>
                <a:latin typeface="SourceCodePro"/>
              </a:rPr>
              <a:t>name</a:t>
            </a:r>
            <a:r>
              <a:rPr b="0" lang="de-DE" sz="1800" strike="noStrike" u="none">
                <a:solidFill>
                  <a:srgbClr val="93a1a1"/>
                </a:solidFill>
                <a:uFillTx/>
                <a:latin typeface="SourceCodePro"/>
              </a:rPr>
              <a:t>:</a:t>
            </a:r>
            <a:r>
              <a:rPr b="0" lang="de-DE" sz="1800" strike="noStrike" u="none">
                <a:solidFill>
                  <a:srgbClr val="48484c"/>
                </a:solidFill>
                <a:uFillTx/>
                <a:latin typeface="SourceCodePro"/>
              </a:rPr>
              <a:t> </a:t>
            </a:r>
            <a:r>
              <a:rPr b="0" lang="de-DE" sz="1800" strike="noStrike" u="none">
                <a:solidFill>
                  <a:srgbClr val="1e347b"/>
                </a:solidFill>
                <a:uFillTx/>
                <a:latin typeface="SourceCodePro"/>
              </a:rPr>
              <a:t>new</a:t>
            </a:r>
            <a:r>
              <a:rPr b="0" lang="de-DE" sz="1800" strike="noStrike" u="none">
                <a:solidFill>
                  <a:srgbClr val="48484c"/>
                </a:solidFill>
                <a:uFillTx/>
                <a:latin typeface="SourceCodePro"/>
              </a:rPr>
              <a:t> </a:t>
            </a:r>
            <a:r>
              <a:rPr b="0" lang="de-DE" sz="1800" strike="noStrike" u="none">
                <a:solidFill>
                  <a:srgbClr val="008080"/>
                </a:solidFill>
                <a:uFillTx/>
                <a:latin typeface="SourceCodePro"/>
              </a:rPr>
              <a:t>FormControl</a:t>
            </a:r>
            <a:r>
              <a:rPr b="0" lang="de-DE" sz="1800" strike="noStrike" u="none">
                <a:solidFill>
                  <a:srgbClr val="93a1a1"/>
                </a:solidFill>
                <a:uFillTx/>
                <a:latin typeface="SourceCodePro"/>
              </a:rPr>
              <a:t>(</a:t>
            </a:r>
            <a:r>
              <a:rPr b="0" lang="de-DE" sz="1800" strike="noStrike" u="none">
                <a:solidFill>
                  <a:srgbClr val="1e347b"/>
                </a:solidFill>
                <a:uFillTx/>
                <a:latin typeface="SourceCodePro"/>
              </a:rPr>
              <a:t>this</a:t>
            </a:r>
            <a:r>
              <a:rPr b="0" lang="de-DE" sz="1800" strike="noStrike" u="none">
                <a:solidFill>
                  <a:srgbClr val="93a1a1"/>
                </a:solidFill>
                <a:uFillTx/>
                <a:latin typeface="SourceCodePro"/>
              </a:rPr>
              <a:t>.</a:t>
            </a:r>
            <a:r>
              <a:rPr b="0" lang="de-DE" sz="1800" strike="noStrike" u="none">
                <a:solidFill>
                  <a:srgbClr val="48484c"/>
                </a:solidFill>
                <a:uFillTx/>
                <a:latin typeface="SourceCodePro"/>
              </a:rPr>
              <a:t>release</a:t>
            </a:r>
            <a:r>
              <a:rPr b="0" lang="de-DE" sz="1800" strike="noStrike" u="none">
                <a:solidFill>
                  <a:srgbClr val="93a1a1"/>
                </a:solidFill>
                <a:uFillTx/>
                <a:latin typeface="SourceCodePro"/>
              </a:rPr>
              <a:t>.</a:t>
            </a:r>
            <a:r>
              <a:rPr b="0" lang="de-DE" sz="1800" strike="noStrike" u="none">
                <a:solidFill>
                  <a:srgbClr val="48484c"/>
                </a:solidFill>
                <a:uFillTx/>
                <a:latin typeface="SourceCodePro"/>
              </a:rPr>
              <a:t>name</a:t>
            </a:r>
            <a:r>
              <a:rPr b="0" lang="de-DE" sz="1800" strike="noStrike" u="none">
                <a:solidFill>
                  <a:srgbClr val="93a1a1"/>
                </a:solidFill>
                <a:uFillTx/>
                <a:latin typeface="SourceCodePro"/>
              </a:rPr>
              <a:t>),</a:t>
            </a:r>
            <a:endParaRPr b="0" lang="de-DE" sz="1800" strike="noStrike" u="none">
              <a:solidFill>
                <a:srgbClr val="000000"/>
              </a:solidFill>
              <a:uFillTx/>
              <a:latin typeface="Arial"/>
            </a:endParaRPr>
          </a:p>
          <a:p>
            <a:pPr marL="1371600" indent="0" defTabSz="914400">
              <a:lnSpc>
                <a:spcPct val="90000"/>
              </a:lnSpc>
              <a:spcBef>
                <a:spcPts val="499"/>
              </a:spcBef>
              <a:buNone/>
              <a:tabLst>
                <a:tab algn="l" pos="0"/>
              </a:tabLst>
            </a:pPr>
            <a:r>
              <a:rPr b="0" lang="de-DE" sz="1800" strike="noStrike" u="none">
                <a:solidFill>
                  <a:srgbClr val="48484c"/>
                </a:solidFill>
                <a:uFillTx/>
                <a:latin typeface="SourceCodePro"/>
              </a:rPr>
              <a:t>date</a:t>
            </a:r>
            <a:r>
              <a:rPr b="0" lang="de-DE" sz="1800" strike="noStrike" u="none">
                <a:solidFill>
                  <a:srgbClr val="93a1a1"/>
                </a:solidFill>
                <a:uFillTx/>
                <a:latin typeface="SourceCodePro"/>
              </a:rPr>
              <a:t>:</a:t>
            </a:r>
            <a:r>
              <a:rPr b="0" lang="de-DE" sz="1800" strike="noStrike" u="none">
                <a:solidFill>
                  <a:srgbClr val="48484c"/>
                </a:solidFill>
                <a:uFillTx/>
                <a:latin typeface="SourceCodePro"/>
              </a:rPr>
              <a:t> </a:t>
            </a:r>
            <a:r>
              <a:rPr b="0" lang="de-DE" sz="1800" strike="noStrike" u="none">
                <a:solidFill>
                  <a:srgbClr val="1e347b"/>
                </a:solidFill>
                <a:uFillTx/>
                <a:latin typeface="SourceCodePro"/>
              </a:rPr>
              <a:t>new</a:t>
            </a:r>
            <a:r>
              <a:rPr b="0" lang="de-DE" sz="1800" strike="noStrike" u="none">
                <a:solidFill>
                  <a:srgbClr val="48484c"/>
                </a:solidFill>
                <a:uFillTx/>
                <a:latin typeface="SourceCodePro"/>
              </a:rPr>
              <a:t> </a:t>
            </a:r>
            <a:r>
              <a:rPr b="0" lang="de-DE" sz="1800" strike="noStrike" u="none">
                <a:solidFill>
                  <a:srgbClr val="008080"/>
                </a:solidFill>
                <a:uFillTx/>
                <a:latin typeface="SourceCodePro"/>
              </a:rPr>
              <a:t>FormControl</a:t>
            </a:r>
            <a:r>
              <a:rPr b="0" lang="de-DE" sz="1800" strike="noStrike" u="none">
                <a:solidFill>
                  <a:srgbClr val="93a1a1"/>
                </a:solidFill>
                <a:uFillTx/>
                <a:latin typeface="SourceCodePro"/>
              </a:rPr>
              <a:t>(</a:t>
            </a:r>
            <a:r>
              <a:rPr b="0" lang="de-DE" sz="1800" strike="noStrike" u="none">
                <a:solidFill>
                  <a:srgbClr val="1e347b"/>
                </a:solidFill>
                <a:uFillTx/>
                <a:latin typeface="SourceCodePro"/>
              </a:rPr>
              <a:t>this</a:t>
            </a:r>
            <a:r>
              <a:rPr b="0" lang="de-DE" sz="1800" strike="noStrike" u="none">
                <a:solidFill>
                  <a:srgbClr val="93a1a1"/>
                </a:solidFill>
                <a:uFillTx/>
                <a:latin typeface="SourceCodePro"/>
              </a:rPr>
              <a:t>.</a:t>
            </a:r>
            <a:r>
              <a:rPr b="0" lang="de-DE" sz="1800" strike="noStrike" u="none">
                <a:solidFill>
                  <a:srgbClr val="48484c"/>
                </a:solidFill>
                <a:uFillTx/>
                <a:latin typeface="SourceCodePro"/>
              </a:rPr>
              <a:t>release</a:t>
            </a:r>
            <a:r>
              <a:rPr b="0" lang="de-DE" sz="1800" strike="noStrike" u="none">
                <a:solidFill>
                  <a:srgbClr val="93a1a1"/>
                </a:solidFill>
                <a:uFillTx/>
                <a:latin typeface="SourceCodePro"/>
              </a:rPr>
              <a:t>.</a:t>
            </a:r>
            <a:r>
              <a:rPr b="0" lang="de-DE" sz="1800" strike="noStrike" u="none">
                <a:solidFill>
                  <a:srgbClr val="48484c"/>
                </a:solidFill>
                <a:uFillTx/>
                <a:latin typeface="SourceCodePro"/>
              </a:rPr>
              <a:t>date</a:t>
            </a:r>
            <a:r>
              <a:rPr b="0" lang="de-DE" sz="1800" strike="noStrike" u="none">
                <a:solidFill>
                  <a:srgbClr val="93a1a1"/>
                </a:solidFill>
                <a:uFillTx/>
                <a:latin typeface="SourceCodePro"/>
              </a:rPr>
              <a:t>)</a:t>
            </a:r>
            <a:endParaRPr b="0" lang="de-DE" sz="1800" strike="noStrike" u="none">
              <a:solidFill>
                <a:srgbClr val="000000"/>
              </a:solidFill>
              <a:uFillTx/>
              <a:latin typeface="Arial"/>
            </a:endParaRPr>
          </a:p>
          <a:p>
            <a:pPr marL="914400" indent="0" defTabSz="914400">
              <a:lnSpc>
                <a:spcPct val="90000"/>
              </a:lnSpc>
              <a:spcBef>
                <a:spcPts val="499"/>
              </a:spcBef>
              <a:buNone/>
              <a:tabLst>
                <a:tab algn="l" pos="0"/>
              </a:tabLst>
            </a:pPr>
            <a:r>
              <a:rPr b="0" lang="de-DE" sz="1800" strike="noStrike" u="none">
                <a:solidFill>
                  <a:srgbClr val="93a1a1"/>
                </a:solidFill>
                <a:uFillTx/>
                <a:latin typeface="SourceCodePro"/>
              </a:rPr>
              <a:t>});</a:t>
            </a:r>
            <a:endParaRPr b="0" lang="de-DE" sz="1800" strike="noStrike" u="none">
              <a:solidFill>
                <a:srgbClr val="000000"/>
              </a:solidFill>
              <a:uFillTx/>
              <a:latin typeface="Arial"/>
            </a:endParaRPr>
          </a:p>
          <a:p>
            <a:pPr marL="457200" indent="0" defTabSz="914400">
              <a:lnSpc>
                <a:spcPct val="90000"/>
              </a:lnSpc>
              <a:spcBef>
                <a:spcPts val="499"/>
              </a:spcBef>
              <a:buNone/>
              <a:tabLst>
                <a:tab algn="l" pos="0"/>
              </a:tabLst>
            </a:pPr>
            <a:r>
              <a:rPr b="0" lang="de-DE" sz="1800" strike="noStrike" u="none">
                <a:solidFill>
                  <a:srgbClr val="93a1a1"/>
                </a:solidFill>
                <a:uFillTx/>
                <a:latin typeface="SourceCodePro"/>
              </a:rPr>
              <a:t>}</a:t>
            </a:r>
            <a:endParaRPr b="0" lang="de-DE" sz="1800" strike="noStrike" u="none">
              <a:solidFill>
                <a:srgbClr val="000000"/>
              </a:solidFill>
              <a:uFillTx/>
              <a:latin typeface="Arial"/>
            </a:endParaRPr>
          </a:p>
          <a:p>
            <a:pPr marL="457200" indent="0" defTabSz="914400">
              <a:lnSpc>
                <a:spcPct val="90000"/>
              </a:lnSpc>
              <a:spcBef>
                <a:spcPts val="1001"/>
              </a:spcBef>
              <a:buNone/>
              <a:tabLst>
                <a:tab algn="l" pos="0"/>
              </a:tabLst>
            </a:pPr>
            <a:r>
              <a:rPr b="0" lang="de-DE" sz="1900" strike="noStrike" u="none">
                <a:solidFill>
                  <a:srgbClr val="93a1a1"/>
                </a:solidFill>
                <a:uFillTx/>
                <a:latin typeface="SourceCodePro"/>
              </a:rPr>
              <a:t>}</a:t>
            </a:r>
            <a:endParaRPr b="0" lang="de-DE" sz="1900" strike="noStrike" u="none">
              <a:solidFill>
                <a:srgbClr val="000000"/>
              </a:solidFill>
              <a:uFillTx/>
              <a:latin typeface="Arial"/>
            </a:endParaRPr>
          </a:p>
          <a:p>
            <a:pPr marL="457200" indent="0" defTabSz="914400">
              <a:lnSpc>
                <a:spcPct val="90000"/>
              </a:lnSpc>
              <a:spcBef>
                <a:spcPts val="1001"/>
              </a:spcBef>
              <a:buNone/>
              <a:tabLst>
                <a:tab algn="l" pos="0"/>
              </a:tabLst>
            </a:pPr>
            <a:endParaRPr b="0" lang="de-DE" sz="2800" strike="noStrike" u="none">
              <a:solidFill>
                <a:srgbClr val="000000"/>
              </a:solidFill>
              <a:uFillTx/>
              <a:latin typeface="Arial"/>
            </a:endParaRPr>
          </a:p>
        </p:txBody>
      </p:sp>
      <p:sp>
        <p:nvSpPr>
          <p:cNvPr id="1077" name="Rechteck 3"/>
          <p:cNvSpPr/>
          <p:nvPr/>
        </p:nvSpPr>
        <p:spPr>
          <a:xfrm>
            <a:off x="6219360" y="4184640"/>
            <a:ext cx="6094800" cy="31071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spAutoFit/>
          </a:bodyPr>
          <a:p>
            <a:pPr defTabSz="914400">
              <a:lnSpc>
                <a:spcPct val="100000"/>
              </a:lnSpc>
            </a:pPr>
            <a:r>
              <a:rPr b="0" lang="de-DE" sz="1800" strike="noStrike" u="none">
                <a:solidFill>
                  <a:srgbClr val="1e347b"/>
                </a:solidFill>
                <a:uFillTx/>
                <a:latin typeface="SourceCodePro"/>
              </a:rPr>
              <a:t>&lt;form</a:t>
            </a:r>
            <a:r>
              <a:rPr b="0" lang="de-DE" sz="1800" strike="noStrike" u="none">
                <a:solidFill>
                  <a:srgbClr val="48484c"/>
                </a:solidFill>
                <a:uFillTx/>
                <a:latin typeface="SourceCodePro"/>
              </a:rPr>
              <a:t> [</a:t>
            </a:r>
            <a:r>
              <a:rPr b="0" lang="de-DE" sz="1800" strike="noStrike" u="none">
                <a:solidFill>
                  <a:srgbClr val="008080"/>
                </a:solidFill>
                <a:uFillTx/>
                <a:latin typeface="SourceCodePro"/>
              </a:rPr>
              <a:t>formGroup</a:t>
            </a:r>
            <a:r>
              <a:rPr b="0" lang="de-DE" sz="1800" strike="noStrike" u="none">
                <a:solidFill>
                  <a:srgbClr val="48484c"/>
                </a:solidFill>
                <a:uFillTx/>
                <a:latin typeface="SourceCodePro"/>
              </a:rPr>
              <a:t>]</a:t>
            </a:r>
            <a:r>
              <a:rPr b="0" lang="de-DE" sz="1800" strike="noStrike" u="none">
                <a:solidFill>
                  <a:srgbClr val="93a1a1"/>
                </a:solidFill>
                <a:uFillTx/>
                <a:latin typeface="SourceCodePro"/>
              </a:rPr>
              <a:t>=</a:t>
            </a:r>
            <a:r>
              <a:rPr b="0" lang="de-DE" sz="1800" strike="noStrike" u="none">
                <a:solidFill>
                  <a:srgbClr val="dd1144"/>
                </a:solidFill>
                <a:uFillTx/>
                <a:latin typeface="SourceCodePro"/>
              </a:rPr>
              <a:t>"form"</a:t>
            </a:r>
            <a:r>
              <a:rPr b="0" lang="de-DE" sz="1800" strike="noStrike" u="none">
                <a:solidFill>
                  <a:srgbClr val="48484c"/>
                </a:solidFill>
                <a:uFillTx/>
                <a:latin typeface="SourceCodePro"/>
              </a:rPr>
              <a:t> (</a:t>
            </a:r>
            <a:r>
              <a:rPr b="0" lang="de-DE" sz="1800" strike="noStrike" u="none">
                <a:solidFill>
                  <a:srgbClr val="008080"/>
                </a:solidFill>
                <a:uFillTx/>
                <a:latin typeface="SourceCodePro"/>
              </a:rPr>
              <a:t>ngSubmit</a:t>
            </a:r>
            <a:r>
              <a:rPr b="0" lang="de-DE" sz="1800" strike="noStrike" u="none">
                <a:solidFill>
                  <a:srgbClr val="48484c"/>
                </a:solidFill>
                <a:uFillTx/>
                <a:latin typeface="SourceCodePro"/>
              </a:rPr>
              <a:t>)</a:t>
            </a:r>
            <a:r>
              <a:rPr b="0" lang="de-DE" sz="1800" strike="noStrike" u="none">
                <a:solidFill>
                  <a:srgbClr val="93a1a1"/>
                </a:solidFill>
                <a:uFillTx/>
                <a:latin typeface="SourceCodePro"/>
              </a:rPr>
              <a:t>=</a:t>
            </a:r>
            <a:r>
              <a:rPr b="0" lang="de-DE" sz="1800" strike="noStrike" u="none">
                <a:solidFill>
                  <a:srgbClr val="dd1144"/>
                </a:solidFill>
                <a:uFillTx/>
                <a:latin typeface="SourceCodePro"/>
              </a:rPr>
              <a:t>"onSubmit()"</a:t>
            </a:r>
            <a:r>
              <a:rPr b="0" lang="de-DE" sz="1800" strike="noStrike" u="none">
                <a:solidFill>
                  <a:srgbClr val="1e347b"/>
                </a:solidFill>
                <a:uFillTx/>
                <a:latin typeface="SourceCodePro"/>
              </a:rPr>
              <a:t>&gt;</a:t>
            </a:r>
            <a:endParaRPr b="0" lang="de-DE" sz="1800" strike="noStrike" u="none">
              <a:solidFill>
                <a:srgbClr val="000000"/>
              </a:solidFill>
              <a:uFillTx/>
              <a:latin typeface="Arial"/>
            </a:endParaRPr>
          </a:p>
          <a:p>
            <a:pPr marL="457200" defTabSz="914400">
              <a:lnSpc>
                <a:spcPct val="100000"/>
              </a:lnSpc>
            </a:pPr>
            <a:r>
              <a:rPr b="0" lang="de-DE" sz="1800" strike="noStrike" u="none">
                <a:solidFill>
                  <a:srgbClr val="1e347b"/>
                </a:solidFill>
                <a:uFillTx/>
                <a:latin typeface="SourceCodePro"/>
              </a:rPr>
              <a:t>&lt;label&gt;</a:t>
            </a:r>
            <a:r>
              <a:rPr b="0" lang="de-DE" sz="1800" strike="noStrike" u="none">
                <a:solidFill>
                  <a:srgbClr val="48484c"/>
                </a:solidFill>
                <a:uFillTx/>
                <a:latin typeface="SourceCodePro"/>
              </a:rPr>
              <a:t>Name:</a:t>
            </a:r>
            <a:r>
              <a:rPr b="0" lang="de-DE" sz="1800" strike="noStrike" u="none">
                <a:solidFill>
                  <a:srgbClr val="1e347b"/>
                </a:solidFill>
                <a:uFillTx/>
                <a:latin typeface="SourceCodePro"/>
              </a:rPr>
              <a:t>&lt;/label&gt;</a:t>
            </a:r>
            <a:endParaRPr b="0" lang="de-DE" sz="1800" strike="noStrike" u="none">
              <a:solidFill>
                <a:srgbClr val="000000"/>
              </a:solidFill>
              <a:uFillTx/>
              <a:latin typeface="Arial"/>
            </a:endParaRPr>
          </a:p>
          <a:p>
            <a:pPr marL="457200" defTabSz="914400">
              <a:lnSpc>
                <a:spcPct val="100000"/>
              </a:lnSpc>
            </a:pPr>
            <a:r>
              <a:rPr b="0" lang="de-DE" sz="1800" strike="noStrike" u="none">
                <a:solidFill>
                  <a:srgbClr val="1e347b"/>
                </a:solidFill>
                <a:uFillTx/>
                <a:latin typeface="SourceCodePro"/>
              </a:rPr>
              <a:t>&lt;input</a:t>
            </a:r>
            <a:r>
              <a:rPr b="0" lang="de-DE" sz="1800" strike="noStrike" u="none">
                <a:solidFill>
                  <a:srgbClr val="48484c"/>
                </a:solidFill>
                <a:uFillTx/>
                <a:latin typeface="SourceCodePro"/>
              </a:rPr>
              <a:t> </a:t>
            </a:r>
            <a:r>
              <a:rPr b="0" lang="de-DE" sz="1800" strike="noStrike" u="none">
                <a:solidFill>
                  <a:srgbClr val="008080"/>
                </a:solidFill>
                <a:uFillTx/>
                <a:latin typeface="SourceCodePro"/>
              </a:rPr>
              <a:t>type</a:t>
            </a:r>
            <a:r>
              <a:rPr b="0" lang="de-DE" sz="1800" strike="noStrike" u="none">
                <a:solidFill>
                  <a:srgbClr val="93a1a1"/>
                </a:solidFill>
                <a:uFillTx/>
                <a:latin typeface="SourceCodePro"/>
              </a:rPr>
              <a:t>=</a:t>
            </a:r>
            <a:r>
              <a:rPr b="0" lang="de-DE" sz="1800" strike="noStrike" u="none">
                <a:solidFill>
                  <a:srgbClr val="dd1144"/>
                </a:solidFill>
                <a:uFillTx/>
                <a:latin typeface="SourceCodePro"/>
              </a:rPr>
              <a:t>"text"</a:t>
            </a:r>
            <a:r>
              <a:rPr b="0" lang="de-DE" sz="1800" strike="noStrike" u="none">
                <a:solidFill>
                  <a:srgbClr val="48484c"/>
                </a:solidFill>
                <a:uFillTx/>
                <a:latin typeface="SourceCodePro"/>
              </a:rPr>
              <a:t> [</a:t>
            </a:r>
            <a:r>
              <a:rPr b="0" lang="de-DE" sz="1800" strike="noStrike" u="none">
                <a:solidFill>
                  <a:srgbClr val="008080"/>
                </a:solidFill>
                <a:uFillTx/>
                <a:latin typeface="SourceCodePro"/>
              </a:rPr>
              <a:t>formControl</a:t>
            </a:r>
            <a:r>
              <a:rPr b="0" lang="de-DE" sz="1800" strike="noStrike" u="none">
                <a:solidFill>
                  <a:srgbClr val="48484c"/>
                </a:solidFill>
                <a:uFillTx/>
                <a:latin typeface="SourceCodePro"/>
              </a:rPr>
              <a:t>]</a:t>
            </a:r>
            <a:r>
              <a:rPr b="0" lang="de-DE" sz="1800" strike="noStrike" u="none">
                <a:solidFill>
                  <a:srgbClr val="93a1a1"/>
                </a:solidFill>
                <a:uFillTx/>
                <a:latin typeface="SourceCodePro"/>
              </a:rPr>
              <a:t>=</a:t>
            </a:r>
            <a:r>
              <a:rPr b="0" lang="de-DE" sz="1800" strike="noStrike" u="none">
                <a:solidFill>
                  <a:srgbClr val="dd1144"/>
                </a:solidFill>
                <a:uFillTx/>
                <a:latin typeface="SourceCodePro"/>
              </a:rPr>
              <a:t>"form.controls.name"</a:t>
            </a:r>
            <a:r>
              <a:rPr b="0" lang="de-DE" sz="1800" strike="noStrike" u="none">
                <a:solidFill>
                  <a:srgbClr val="1e347b"/>
                </a:solidFill>
                <a:uFillTx/>
                <a:latin typeface="SourceCodePro"/>
              </a:rPr>
              <a:t>&gt;</a:t>
            </a:r>
            <a:endParaRPr b="0" lang="de-DE" sz="1800" strike="noStrike" u="none">
              <a:solidFill>
                <a:srgbClr val="000000"/>
              </a:solidFill>
              <a:uFillTx/>
              <a:latin typeface="Arial"/>
            </a:endParaRPr>
          </a:p>
          <a:p>
            <a:pPr marL="457200" defTabSz="914400">
              <a:lnSpc>
                <a:spcPct val="100000"/>
              </a:lnSpc>
            </a:pPr>
            <a:r>
              <a:rPr b="0" lang="de-DE" sz="1800" strike="noStrike" u="none">
                <a:solidFill>
                  <a:srgbClr val="1e347b"/>
                </a:solidFill>
                <a:uFillTx/>
                <a:latin typeface="SourceCodePro"/>
              </a:rPr>
              <a:t>&lt;label&gt;</a:t>
            </a:r>
            <a:r>
              <a:rPr b="0" lang="de-DE" sz="1800" strike="noStrike" u="none">
                <a:solidFill>
                  <a:srgbClr val="48484c"/>
                </a:solidFill>
                <a:uFillTx/>
                <a:latin typeface="SourceCodePro"/>
              </a:rPr>
              <a:t>Date:</a:t>
            </a:r>
            <a:r>
              <a:rPr b="0" lang="de-DE" sz="1800" strike="noStrike" u="none">
                <a:solidFill>
                  <a:srgbClr val="1e347b"/>
                </a:solidFill>
                <a:uFillTx/>
                <a:latin typeface="SourceCodePro"/>
              </a:rPr>
              <a:t>&lt;/label&gt;</a:t>
            </a:r>
            <a:endParaRPr b="0" lang="de-DE" sz="1800" strike="noStrike" u="none">
              <a:solidFill>
                <a:srgbClr val="000000"/>
              </a:solidFill>
              <a:uFillTx/>
              <a:latin typeface="Arial"/>
            </a:endParaRPr>
          </a:p>
          <a:p>
            <a:pPr marL="457200" defTabSz="914400">
              <a:lnSpc>
                <a:spcPct val="100000"/>
              </a:lnSpc>
            </a:pPr>
            <a:r>
              <a:rPr b="0" lang="de-DE" sz="1800" strike="noStrike" u="none">
                <a:solidFill>
                  <a:srgbClr val="1e347b"/>
                </a:solidFill>
                <a:uFillTx/>
                <a:latin typeface="SourceCodePro"/>
              </a:rPr>
              <a:t>&lt;input</a:t>
            </a:r>
            <a:r>
              <a:rPr b="0" lang="de-DE" sz="1800" strike="noStrike" u="none">
                <a:solidFill>
                  <a:srgbClr val="48484c"/>
                </a:solidFill>
                <a:uFillTx/>
                <a:latin typeface="SourceCodePro"/>
              </a:rPr>
              <a:t> </a:t>
            </a:r>
            <a:r>
              <a:rPr b="0" lang="de-DE" sz="1800" strike="noStrike" u="none">
                <a:solidFill>
                  <a:srgbClr val="008080"/>
                </a:solidFill>
                <a:uFillTx/>
                <a:latin typeface="SourceCodePro"/>
              </a:rPr>
              <a:t>type</a:t>
            </a:r>
            <a:r>
              <a:rPr b="0" lang="de-DE" sz="1800" strike="noStrike" u="none">
                <a:solidFill>
                  <a:srgbClr val="93a1a1"/>
                </a:solidFill>
                <a:uFillTx/>
                <a:latin typeface="SourceCodePro"/>
              </a:rPr>
              <a:t>=</a:t>
            </a:r>
            <a:r>
              <a:rPr b="0" lang="de-DE" sz="1800" strike="noStrike" u="none">
                <a:solidFill>
                  <a:srgbClr val="dd1144"/>
                </a:solidFill>
                <a:uFillTx/>
                <a:latin typeface="SourceCodePro"/>
              </a:rPr>
              <a:t>"date"</a:t>
            </a:r>
            <a:r>
              <a:rPr b="0" lang="de-DE" sz="1800" strike="noStrike" u="none">
                <a:solidFill>
                  <a:srgbClr val="48484c"/>
                </a:solidFill>
                <a:uFillTx/>
                <a:latin typeface="SourceCodePro"/>
              </a:rPr>
              <a:t> </a:t>
            </a:r>
            <a:r>
              <a:rPr b="0" lang="de-DE" sz="1800" strike="noStrike" u="none">
                <a:solidFill>
                  <a:srgbClr val="008080"/>
                </a:solidFill>
                <a:uFillTx/>
                <a:latin typeface="SourceCodePro"/>
              </a:rPr>
              <a:t>formControlName</a:t>
            </a:r>
            <a:r>
              <a:rPr b="0" lang="de-DE" sz="1800" strike="noStrike" u="none">
                <a:solidFill>
                  <a:srgbClr val="93a1a1"/>
                </a:solidFill>
                <a:uFillTx/>
                <a:latin typeface="SourceCodePro"/>
              </a:rPr>
              <a:t>=</a:t>
            </a:r>
            <a:r>
              <a:rPr b="0" lang="de-DE" sz="1800" strike="noStrike" u="none">
                <a:solidFill>
                  <a:srgbClr val="dd1144"/>
                </a:solidFill>
                <a:uFillTx/>
                <a:latin typeface="SourceCodePro"/>
              </a:rPr>
              <a:t>"date"</a:t>
            </a:r>
            <a:r>
              <a:rPr b="0" lang="de-DE" sz="1800" strike="noStrike" u="none">
                <a:solidFill>
                  <a:srgbClr val="1e347b"/>
                </a:solidFill>
                <a:uFillTx/>
                <a:latin typeface="SourceCodePro"/>
              </a:rPr>
              <a:t>&gt;</a:t>
            </a:r>
            <a:endParaRPr b="0" lang="de-DE" sz="1800" strike="noStrike" u="none">
              <a:solidFill>
                <a:srgbClr val="000000"/>
              </a:solidFill>
              <a:uFillTx/>
              <a:latin typeface="Arial"/>
            </a:endParaRPr>
          </a:p>
          <a:p>
            <a:pPr marL="457200" defTabSz="914400">
              <a:lnSpc>
                <a:spcPct val="100000"/>
              </a:lnSpc>
            </a:pPr>
            <a:r>
              <a:rPr b="0" lang="de-DE" sz="1800" strike="noStrike" u="none">
                <a:solidFill>
                  <a:srgbClr val="1e347b"/>
                </a:solidFill>
                <a:uFillTx/>
                <a:latin typeface="SourceCodePro"/>
              </a:rPr>
              <a:t>&lt;/form&gt;</a:t>
            </a:r>
            <a:endParaRPr b="0" lang="de-DE" sz="1800" strike="noStrike" u="none">
              <a:solidFill>
                <a:srgbClr val="000000"/>
              </a:solidFill>
              <a:uFillTx/>
              <a:latin typeface="Arial"/>
            </a:endParaRPr>
          </a:p>
          <a:p>
            <a:pPr marL="457200" defTabSz="914400">
              <a:lnSpc>
                <a:spcPct val="100000"/>
              </a:lnSpc>
            </a:pPr>
            <a:br>
              <a:rPr sz="1800"/>
            </a:br>
            <a:endParaRPr b="0" lang="de-DE" sz="1800" strike="noStrike" u="none">
              <a:solidFill>
                <a:srgbClr val="000000"/>
              </a:solidFill>
              <a:uFillTx/>
              <a:latin typeface="Arial"/>
            </a:endParaRPr>
          </a:p>
        </p:txBody>
      </p:sp>
      <p:cxnSp>
        <p:nvCxnSpPr>
          <p:cNvPr id="1078" name="Gerade Verbindung mit Pfeil 5"/>
          <p:cNvCxnSpPr/>
          <p:nvPr/>
        </p:nvCxnSpPr>
        <p:spPr>
          <a:xfrm flipV="1">
            <a:off x="4189680" y="4433040"/>
            <a:ext cx="3913560" cy="522000"/>
          </a:xfrm>
          <a:prstGeom prst="straightConnector1">
            <a:avLst/>
          </a:prstGeom>
          <a:ln w="0">
            <a:solidFill>
              <a:srgbClr val="b74919"/>
            </a:solidFill>
            <a:tailEnd len="med" type="triangle" w="med"/>
          </a:ln>
        </p:spPr>
      </p:cxnSp>
      <p:cxnSp>
        <p:nvCxnSpPr>
          <p:cNvPr id="1079" name="Gerader Verbinder 9"/>
          <p:cNvCxnSpPr/>
          <p:nvPr/>
        </p:nvCxnSpPr>
        <p:spPr>
          <a:xfrm>
            <a:off x="10623960" y="5555880"/>
            <a:ext cx="1080" cy="613440"/>
          </a:xfrm>
          <a:prstGeom prst="straightConnector1">
            <a:avLst/>
          </a:prstGeom>
          <a:ln w="0">
            <a:solidFill>
              <a:srgbClr val="1d9a78"/>
            </a:solidFill>
          </a:ln>
        </p:spPr>
      </p:cxnSp>
      <p:cxnSp>
        <p:nvCxnSpPr>
          <p:cNvPr id="1080" name="Gerader Verbinder 11"/>
          <p:cNvCxnSpPr/>
          <p:nvPr/>
        </p:nvCxnSpPr>
        <p:spPr>
          <a:xfrm flipH="1" flipV="1">
            <a:off x="1937160" y="6051960"/>
            <a:ext cx="8679960" cy="124920"/>
          </a:xfrm>
          <a:prstGeom prst="straightConnector1">
            <a:avLst/>
          </a:prstGeom>
          <a:ln w="0">
            <a:solidFill>
              <a:srgbClr val="1d9a78"/>
            </a:solidFill>
          </a:ln>
        </p:spPr>
      </p:cxnSp>
      <p:cxnSp>
        <p:nvCxnSpPr>
          <p:cNvPr id="1081" name="Gerade Verbindung mit Pfeil 13"/>
          <p:cNvCxnSpPr/>
          <p:nvPr/>
        </p:nvCxnSpPr>
        <p:spPr>
          <a:xfrm flipV="1">
            <a:off x="1937160" y="5796360"/>
            <a:ext cx="1080" cy="225720"/>
          </a:xfrm>
          <a:prstGeom prst="straightConnector1">
            <a:avLst/>
          </a:prstGeom>
          <a:ln w="0">
            <a:solidFill>
              <a:srgbClr val="1d9a78"/>
            </a:solidFill>
            <a:tailEnd len="med" type="triangle" w="med"/>
          </a:ln>
        </p:spPr>
      </p:cxn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218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bg>
      <p:bgPr>
        <a:solidFill>
          <a:schemeClr val="lt1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 useBgFill="1">
        <p:nvSpPr>
          <p:cNvPr id="1082" name="Rectangle 7">
            <a:extLst>
              <a:ext uri="{C183D7F6-B498-43B3-948B-1728B52AA6E4}">
                <adec:decorative xmlns:adec="http://schemas.microsoft.com/office/drawing/2017/decorative" val="1"/>
              </a:ext>
            </a:extLst>
          </p:cNvPr>
          <p:cNvSpPr/>
          <p:nvPr/>
        </p:nvSpPr>
        <p:spPr>
          <a:xfrm>
            <a:off x="0" y="0"/>
            <a:ext cx="12190680" cy="6856920"/>
          </a:xfrm>
          <a:prstGeom prst="rect">
            <a:avLst/>
          </a:prstGeom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 algn="ctr" defTabSz="914400">
              <a:lnSpc>
                <a:spcPct val="100000"/>
              </a:lnSpc>
            </a:pPr>
            <a:endParaRPr b="0" lang="en-US" sz="1800" strike="noStrike" u="none">
              <a:solidFill>
                <a:schemeClr val="lt1"/>
              </a:solidFill>
              <a:uFillTx/>
              <a:latin typeface="Calibri"/>
            </a:endParaRPr>
          </a:p>
        </p:txBody>
      </p:sp>
      <p:sp>
        <p:nvSpPr>
          <p:cNvPr id="1083" name="Rectangle 9">
            <a:extLst>
              <a:ext uri="{C183D7F6-B498-43B3-948B-1728B52AA6E4}">
                <adec:decorative xmlns:adec="http://schemas.microsoft.com/office/drawing/2017/decorative" val="1"/>
              </a:ext>
            </a:extLst>
          </p:cNvPr>
          <p:cNvSpPr/>
          <p:nvPr/>
        </p:nvSpPr>
        <p:spPr>
          <a:xfrm>
            <a:off x="360" y="0"/>
            <a:ext cx="12190680" cy="6856920"/>
          </a:xfrm>
          <a:prstGeom prst="rect">
            <a:avLst/>
          </a:prstGeom>
          <a:solidFill>
            <a:schemeClr val="bg1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 algn="ctr" defTabSz="914400">
              <a:lnSpc>
                <a:spcPct val="100000"/>
              </a:lnSpc>
            </a:pPr>
            <a:endParaRPr b="0" lang="en-US" sz="800" strike="noStrike" u="none">
              <a:solidFill>
                <a:schemeClr val="lt1"/>
              </a:solidFill>
              <a:uFillTx/>
              <a:latin typeface="Calibri"/>
            </a:endParaRPr>
          </a:p>
        </p:txBody>
      </p:sp>
      <p:sp>
        <p:nvSpPr>
          <p:cNvPr id="1084" name="PlaceHolder 1"/>
          <p:cNvSpPr>
            <a:spLocks noGrp="1"/>
          </p:cNvSpPr>
          <p:nvPr>
            <p:ph type="title"/>
          </p:nvPr>
        </p:nvSpPr>
        <p:spPr>
          <a:xfrm>
            <a:off x="1179360" y="1280520"/>
            <a:ext cx="9832320" cy="132444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b">
            <a:normAutofit/>
          </a:bodyPr>
          <a:p>
            <a:pPr indent="0" algn="ctr" defTabSz="914400">
              <a:lnSpc>
                <a:spcPct val="90000"/>
              </a:lnSpc>
              <a:buNone/>
              <a:tabLst>
                <a:tab algn="l" pos="0"/>
              </a:tabLst>
            </a:pPr>
            <a:r>
              <a:rPr b="0" lang="de-DE" sz="3600" strike="noStrike" u="none">
                <a:solidFill>
                  <a:schemeClr val="dk2"/>
                </a:solidFill>
                <a:uFillTx/>
                <a:latin typeface="Calibri Light"/>
              </a:rPr>
              <a:t>Übung 21: FormBuilder</a:t>
            </a:r>
            <a:endParaRPr b="0" lang="de-DE" sz="3600" strike="noStrike" u="none">
              <a:solidFill>
                <a:srgbClr val="000000"/>
              </a:solidFill>
              <a:uFillTx/>
              <a:latin typeface="Arial"/>
            </a:endParaRPr>
          </a:p>
        </p:txBody>
      </p:sp>
      <p:grpSp>
        <p:nvGrpSpPr>
          <p:cNvPr id="1085" name="Group 11">
            <a:extLst>
              <a:ext uri="{C183D7F6-B498-43B3-948B-1728B52AA6E4}">
                <adec:decorative xmlns:adec="http://schemas.microsoft.com/office/drawing/2017/decorative" val="1"/>
              </a:ext>
            </a:extLst>
          </p:cNvPr>
          <p:cNvGrpSpPr/>
          <p:nvPr/>
        </p:nvGrpSpPr>
        <p:grpSpPr>
          <a:xfrm>
            <a:off x="8289720" y="0"/>
            <a:ext cx="3901320" cy="2381760"/>
            <a:chOff x="8289720" y="0"/>
            <a:chExt cx="3901320" cy="2381760"/>
          </a:xfrm>
        </p:grpSpPr>
        <p:sp>
          <p:nvSpPr>
            <p:cNvPr id="1086" name="Freeform: Shape 12">
              <a:extLs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/>
            <p:nvPr/>
          </p:nvSpPr>
          <p:spPr>
            <a:xfrm>
              <a:off x="8289720" y="0"/>
              <a:ext cx="3900960" cy="2381760"/>
            </a:xfrm>
            <a:custGeom>
              <a:avLst/>
              <a:gdLst>
                <a:gd name="textAreaLeft" fmla="*/ 0 w 3900960"/>
                <a:gd name="textAreaRight" fmla="*/ 3902040 w 3900960"/>
                <a:gd name="textAreaTop" fmla="*/ 0 h 2381760"/>
                <a:gd name="textAreaBottom" fmla="*/ 2382840 h 2381760"/>
              </a:gdLst>
              <a:ahLst/>
              <a:rect l="textAreaLeft" t="textAreaTop" r="textAreaRight" b="textAreaBottom"/>
              <a:pathLst>
                <a:path w="5324985" h="3251912">
                  <a:moveTo>
                    <a:pt x="0" y="0"/>
                  </a:moveTo>
                  <a:lnTo>
                    <a:pt x="36826" y="0"/>
                  </a:lnTo>
                  <a:lnTo>
                    <a:pt x="45003" y="152909"/>
                  </a:lnTo>
                  <a:cubicBezTo>
                    <a:pt x="50351" y="205154"/>
                    <a:pt x="58290" y="257123"/>
                    <a:pt x="68956" y="308600"/>
                  </a:cubicBezTo>
                  <a:cubicBezTo>
                    <a:pt x="91393" y="411324"/>
                    <a:pt x="123882" y="511847"/>
                    <a:pt x="167774" y="607968"/>
                  </a:cubicBezTo>
                  <a:cubicBezTo>
                    <a:pt x="178195" y="632173"/>
                    <a:pt x="190333" y="655798"/>
                    <a:pt x="201857" y="679539"/>
                  </a:cubicBezTo>
                  <a:cubicBezTo>
                    <a:pt x="214363" y="702933"/>
                    <a:pt x="226255" y="726557"/>
                    <a:pt x="239741" y="749488"/>
                  </a:cubicBezTo>
                  <a:cubicBezTo>
                    <a:pt x="265488" y="795812"/>
                    <a:pt x="294176" y="840746"/>
                    <a:pt x="323724" y="885101"/>
                  </a:cubicBezTo>
                  <a:cubicBezTo>
                    <a:pt x="353149" y="929572"/>
                    <a:pt x="384657" y="972885"/>
                    <a:pt x="416412" y="1016081"/>
                  </a:cubicBezTo>
                  <a:cubicBezTo>
                    <a:pt x="448655" y="1058931"/>
                    <a:pt x="482127" y="1101202"/>
                    <a:pt x="515719" y="1143356"/>
                  </a:cubicBezTo>
                  <a:cubicBezTo>
                    <a:pt x="583027" y="1227782"/>
                    <a:pt x="653402" y="1310470"/>
                    <a:pt x="722427" y="1395127"/>
                  </a:cubicBezTo>
                  <a:cubicBezTo>
                    <a:pt x="757123" y="1437282"/>
                    <a:pt x="791697" y="1479783"/>
                    <a:pt x="825780" y="1522749"/>
                  </a:cubicBezTo>
                  <a:cubicBezTo>
                    <a:pt x="859742" y="1565367"/>
                    <a:pt x="893457" y="1610649"/>
                    <a:pt x="926314" y="1651992"/>
                  </a:cubicBezTo>
                  <a:cubicBezTo>
                    <a:pt x="958927" y="1694379"/>
                    <a:pt x="993132" y="1735492"/>
                    <a:pt x="1026848" y="1776836"/>
                  </a:cubicBezTo>
                  <a:cubicBezTo>
                    <a:pt x="1061545" y="1817485"/>
                    <a:pt x="1095996" y="1858133"/>
                    <a:pt x="1131918" y="1897393"/>
                  </a:cubicBezTo>
                  <a:cubicBezTo>
                    <a:pt x="1203273" y="1976376"/>
                    <a:pt x="1277447" y="2052463"/>
                    <a:pt x="1354688" y="2124728"/>
                  </a:cubicBezTo>
                  <a:cubicBezTo>
                    <a:pt x="1509411" y="2268911"/>
                    <a:pt x="1676396" y="2397575"/>
                    <a:pt x="1855027" y="2504236"/>
                  </a:cubicBezTo>
                  <a:cubicBezTo>
                    <a:pt x="1944528" y="2557277"/>
                    <a:pt x="2036357" y="2605917"/>
                    <a:pt x="2131618" y="2646913"/>
                  </a:cubicBezTo>
                  <a:cubicBezTo>
                    <a:pt x="2226267" y="2689068"/>
                    <a:pt x="2323981" y="2724622"/>
                    <a:pt x="2423534" y="2754732"/>
                  </a:cubicBezTo>
                  <a:cubicBezTo>
                    <a:pt x="2523087" y="2784958"/>
                    <a:pt x="2624602" y="2809394"/>
                    <a:pt x="2727588" y="2829197"/>
                  </a:cubicBezTo>
                  <a:cubicBezTo>
                    <a:pt x="2830698" y="2848653"/>
                    <a:pt x="2935522" y="2861971"/>
                    <a:pt x="3041083" y="2870890"/>
                  </a:cubicBezTo>
                  <a:cubicBezTo>
                    <a:pt x="3146644" y="2879922"/>
                    <a:pt x="3253307" y="2883860"/>
                    <a:pt x="3360340" y="2883976"/>
                  </a:cubicBezTo>
                  <a:cubicBezTo>
                    <a:pt x="3387067" y="2883976"/>
                    <a:pt x="3414162" y="2884439"/>
                    <a:pt x="3439663" y="2883396"/>
                  </a:cubicBezTo>
                  <a:lnTo>
                    <a:pt x="3478529" y="2882471"/>
                  </a:lnTo>
                  <a:lnTo>
                    <a:pt x="3517271" y="2880616"/>
                  </a:lnTo>
                  <a:cubicBezTo>
                    <a:pt x="3568887" y="2878417"/>
                    <a:pt x="3620257" y="2873552"/>
                    <a:pt x="3671260" y="2867878"/>
                  </a:cubicBezTo>
                  <a:cubicBezTo>
                    <a:pt x="3875515" y="2844253"/>
                    <a:pt x="4074253" y="2792486"/>
                    <a:pt x="4265268" y="2716283"/>
                  </a:cubicBezTo>
                  <a:cubicBezTo>
                    <a:pt x="4361020" y="2678529"/>
                    <a:pt x="4454444" y="2633710"/>
                    <a:pt x="4546395" y="2584724"/>
                  </a:cubicBezTo>
                  <a:cubicBezTo>
                    <a:pt x="4638470" y="2535967"/>
                    <a:pt x="4728827" y="2481885"/>
                    <a:pt x="4817837" y="2424674"/>
                  </a:cubicBezTo>
                  <a:cubicBezTo>
                    <a:pt x="4906846" y="2367348"/>
                    <a:pt x="4994385" y="2306317"/>
                    <a:pt x="5081677" y="2243548"/>
                  </a:cubicBezTo>
                  <a:cubicBezTo>
                    <a:pt x="5125201" y="2212164"/>
                    <a:pt x="5168603" y="2179969"/>
                    <a:pt x="5211881" y="2147658"/>
                  </a:cubicBezTo>
                  <a:lnTo>
                    <a:pt x="5324985" y="2062128"/>
                  </a:lnTo>
                  <a:lnTo>
                    <a:pt x="5324985" y="2514993"/>
                  </a:lnTo>
                  <a:lnTo>
                    <a:pt x="5314867" y="2522881"/>
                  </a:lnTo>
                  <a:cubicBezTo>
                    <a:pt x="5225490" y="2591325"/>
                    <a:pt x="5133783" y="2658379"/>
                    <a:pt x="5038276" y="2722421"/>
                  </a:cubicBezTo>
                  <a:cubicBezTo>
                    <a:pt x="4942892" y="2786348"/>
                    <a:pt x="4844810" y="2848422"/>
                    <a:pt x="4741701" y="2904937"/>
                  </a:cubicBezTo>
                  <a:cubicBezTo>
                    <a:pt x="4638592" y="2961337"/>
                    <a:pt x="4531929" y="3013683"/>
                    <a:pt x="4420728" y="3058848"/>
                  </a:cubicBezTo>
                  <a:cubicBezTo>
                    <a:pt x="4199063" y="3150338"/>
                    <a:pt x="3959621" y="3211485"/>
                    <a:pt x="3717481" y="3237079"/>
                  </a:cubicBezTo>
                  <a:cubicBezTo>
                    <a:pt x="3656914" y="3243101"/>
                    <a:pt x="3596227" y="3247966"/>
                    <a:pt x="3535661" y="3249934"/>
                  </a:cubicBezTo>
                  <a:lnTo>
                    <a:pt x="3490175" y="3251555"/>
                  </a:lnTo>
                  <a:lnTo>
                    <a:pt x="3444813" y="3251787"/>
                  </a:lnTo>
                  <a:cubicBezTo>
                    <a:pt x="3414162" y="3252250"/>
                    <a:pt x="3385105" y="3251324"/>
                    <a:pt x="3355681" y="3250745"/>
                  </a:cubicBezTo>
                  <a:cubicBezTo>
                    <a:pt x="3296954" y="3250050"/>
                    <a:pt x="3237860" y="3246692"/>
                    <a:pt x="3179011" y="3243795"/>
                  </a:cubicBezTo>
                  <a:cubicBezTo>
                    <a:pt x="3120039" y="3239164"/>
                    <a:pt x="3061067" y="3234878"/>
                    <a:pt x="3002217" y="3227814"/>
                  </a:cubicBezTo>
                  <a:cubicBezTo>
                    <a:pt x="2884397" y="3214496"/>
                    <a:pt x="2766699" y="3196314"/>
                    <a:pt x="2650103" y="3170836"/>
                  </a:cubicBezTo>
                  <a:cubicBezTo>
                    <a:pt x="2533510" y="3145358"/>
                    <a:pt x="2418263" y="3112583"/>
                    <a:pt x="2305836" y="3072514"/>
                  </a:cubicBezTo>
                  <a:cubicBezTo>
                    <a:pt x="2193410" y="3032328"/>
                    <a:pt x="2083926" y="2984383"/>
                    <a:pt x="1978611" y="2929952"/>
                  </a:cubicBezTo>
                  <a:cubicBezTo>
                    <a:pt x="1873663" y="2874711"/>
                    <a:pt x="1772884" y="2812985"/>
                    <a:pt x="1678235" y="2744424"/>
                  </a:cubicBezTo>
                  <a:cubicBezTo>
                    <a:pt x="1488201" y="2608001"/>
                    <a:pt x="1321708" y="2448068"/>
                    <a:pt x="1175688" y="2277018"/>
                  </a:cubicBezTo>
                  <a:cubicBezTo>
                    <a:pt x="1102985" y="2191086"/>
                    <a:pt x="1035309" y="2102377"/>
                    <a:pt x="971310" y="2012044"/>
                  </a:cubicBezTo>
                  <a:cubicBezTo>
                    <a:pt x="907188" y="1921714"/>
                    <a:pt x="847358" y="1829413"/>
                    <a:pt x="790717" y="1735723"/>
                  </a:cubicBezTo>
                  <a:cubicBezTo>
                    <a:pt x="761782" y="1688357"/>
                    <a:pt x="735300" y="1644002"/>
                    <a:pt x="706488" y="1598604"/>
                  </a:cubicBezTo>
                  <a:cubicBezTo>
                    <a:pt x="677922" y="1553555"/>
                    <a:pt x="648866" y="1508505"/>
                    <a:pt x="618951" y="1463802"/>
                  </a:cubicBezTo>
                  <a:lnTo>
                    <a:pt x="436273" y="1195355"/>
                  </a:lnTo>
                  <a:cubicBezTo>
                    <a:pt x="405990" y="1150189"/>
                    <a:pt x="376075" y="1104792"/>
                    <a:pt x="346896" y="1058816"/>
                  </a:cubicBezTo>
                  <a:cubicBezTo>
                    <a:pt x="317716" y="1012838"/>
                    <a:pt x="288782" y="966747"/>
                    <a:pt x="261809" y="919264"/>
                  </a:cubicBezTo>
                  <a:cubicBezTo>
                    <a:pt x="207742" y="824764"/>
                    <a:pt x="158088" y="727485"/>
                    <a:pt x="118487" y="626498"/>
                  </a:cubicBezTo>
                  <a:cubicBezTo>
                    <a:pt x="78151" y="525859"/>
                    <a:pt x="48237" y="421515"/>
                    <a:pt x="28130" y="315781"/>
                  </a:cubicBezTo>
                  <a:cubicBezTo>
                    <a:pt x="18506" y="262914"/>
                    <a:pt x="11425" y="209642"/>
                    <a:pt x="6751" y="156195"/>
                  </a:cubicBezTo>
                  <a:close/>
                </a:path>
              </a:pathLst>
            </a:custGeom>
            <a:gradFill rotWithShape="0">
              <a:gsLst>
                <a:gs pos="2000">
                  <a:srgbClr val="ffffff">
                    <a:alpha val="10000"/>
                  </a:srgbClr>
                </a:gs>
                <a:gs pos="16000">
                  <a:srgbClr val="f19d19">
                    <a:alpha val="10000"/>
                  </a:srgbClr>
                </a:gs>
                <a:gs pos="85000">
                  <a:srgbClr val="1d9a78">
                    <a:alpha val="10000"/>
                  </a:srgbClr>
                </a:gs>
                <a:gs pos="100000">
                  <a:srgbClr val="ffffff">
                    <a:alpha val="10000"/>
                  </a:srgbClr>
                </a:gs>
              </a:gsLst>
              <a:lin ang="12000000"/>
            </a:gra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/>
          </p:style>
          <p:txBody>
            <a:bodyPr lIns="90000" rIns="90000" tIns="45000" bIns="45000" anchor="ctr">
              <a:noAutofit/>
            </a:bodyPr>
            <a:p>
              <a:pPr algn="ctr" defTabSz="914400">
                <a:lnSpc>
                  <a:spcPct val="100000"/>
                </a:lnSpc>
              </a:pPr>
              <a:endParaRPr b="0" lang="en-US" sz="1800" strike="noStrike" u="none">
                <a:solidFill>
                  <a:schemeClr val="lt1"/>
                </a:solidFill>
                <a:uFillTx/>
                <a:latin typeface="Calibri"/>
              </a:endParaRPr>
            </a:p>
          </p:txBody>
        </p:sp>
        <p:sp>
          <p:nvSpPr>
            <p:cNvPr id="1087" name="Freeform: Shape 13">
              <a:extLs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/>
            <p:nvPr/>
          </p:nvSpPr>
          <p:spPr>
            <a:xfrm>
              <a:off x="8326080" y="0"/>
              <a:ext cx="3864960" cy="2183040"/>
            </a:xfrm>
            <a:custGeom>
              <a:avLst/>
              <a:gdLst>
                <a:gd name="textAreaLeft" fmla="*/ 0 w 3864960"/>
                <a:gd name="textAreaRight" fmla="*/ 3866040 w 3864960"/>
                <a:gd name="textAreaTop" fmla="*/ 0 h 2183040"/>
                <a:gd name="textAreaBottom" fmla="*/ 2184120 h 2183040"/>
              </a:gdLst>
              <a:ahLst/>
              <a:rect l="textAreaLeft" t="textAreaTop" r="textAreaRight" b="textAreaBottom"/>
              <a:pathLst>
                <a:path w="5275533" h="2980757">
                  <a:moveTo>
                    <a:pt x="0" y="0"/>
                  </a:moveTo>
                  <a:lnTo>
                    <a:pt x="201166" y="0"/>
                  </a:lnTo>
                  <a:lnTo>
                    <a:pt x="206734" y="89286"/>
                  </a:lnTo>
                  <a:cubicBezTo>
                    <a:pt x="212220" y="135755"/>
                    <a:pt x="220465" y="181731"/>
                    <a:pt x="232051" y="226897"/>
                  </a:cubicBezTo>
                  <a:cubicBezTo>
                    <a:pt x="254855" y="317344"/>
                    <a:pt x="290287" y="403854"/>
                    <a:pt x="332707" y="487120"/>
                  </a:cubicBezTo>
                  <a:cubicBezTo>
                    <a:pt x="354163" y="528696"/>
                    <a:pt x="377948" y="569461"/>
                    <a:pt x="402959" y="609647"/>
                  </a:cubicBezTo>
                  <a:cubicBezTo>
                    <a:pt x="428337" y="649717"/>
                    <a:pt x="455433" y="689209"/>
                    <a:pt x="483631" y="728236"/>
                  </a:cubicBezTo>
                  <a:cubicBezTo>
                    <a:pt x="540764" y="806061"/>
                    <a:pt x="604271" y="881569"/>
                    <a:pt x="669986" y="957424"/>
                  </a:cubicBezTo>
                  <a:cubicBezTo>
                    <a:pt x="735701" y="1033395"/>
                    <a:pt x="804359" y="1109366"/>
                    <a:pt x="871667" y="1188348"/>
                  </a:cubicBezTo>
                  <a:cubicBezTo>
                    <a:pt x="905383" y="1227723"/>
                    <a:pt x="938731" y="1268025"/>
                    <a:pt x="971956" y="1308905"/>
                  </a:cubicBezTo>
                  <a:lnTo>
                    <a:pt x="1020139" y="1368084"/>
                  </a:lnTo>
                  <a:cubicBezTo>
                    <a:pt x="1035954" y="1386962"/>
                    <a:pt x="1051035" y="1406302"/>
                    <a:pt x="1067340" y="1424715"/>
                  </a:cubicBezTo>
                  <a:cubicBezTo>
                    <a:pt x="1194602" y="1574573"/>
                    <a:pt x="1332652" y="1712503"/>
                    <a:pt x="1472909" y="1843252"/>
                  </a:cubicBezTo>
                  <a:cubicBezTo>
                    <a:pt x="1543406" y="1908337"/>
                    <a:pt x="1615128" y="1971221"/>
                    <a:pt x="1688567" y="2031559"/>
                  </a:cubicBezTo>
                  <a:cubicBezTo>
                    <a:pt x="1762006" y="2091895"/>
                    <a:pt x="1836793" y="2150263"/>
                    <a:pt x="1914401" y="2205156"/>
                  </a:cubicBezTo>
                  <a:cubicBezTo>
                    <a:pt x="2069003" y="2315176"/>
                    <a:pt x="2235742" y="2413498"/>
                    <a:pt x="2418909" y="2479741"/>
                  </a:cubicBezTo>
                  <a:cubicBezTo>
                    <a:pt x="2510249" y="2512863"/>
                    <a:pt x="2604898" y="2538225"/>
                    <a:pt x="2701141" y="2557333"/>
                  </a:cubicBezTo>
                  <a:cubicBezTo>
                    <a:pt x="2725293" y="2561850"/>
                    <a:pt x="2749201" y="2567062"/>
                    <a:pt x="2773475" y="2570999"/>
                  </a:cubicBezTo>
                  <a:lnTo>
                    <a:pt x="2846424" y="2582465"/>
                  </a:lnTo>
                  <a:cubicBezTo>
                    <a:pt x="2895343" y="2588602"/>
                    <a:pt x="2944261" y="2595088"/>
                    <a:pt x="2993669" y="2598909"/>
                  </a:cubicBezTo>
                  <a:cubicBezTo>
                    <a:pt x="3018313" y="2601110"/>
                    <a:pt x="3042956" y="2603195"/>
                    <a:pt x="3067721" y="2604237"/>
                  </a:cubicBezTo>
                  <a:cubicBezTo>
                    <a:pt x="3092487" y="2605394"/>
                    <a:pt x="3117130" y="2607247"/>
                    <a:pt x="3142019" y="2607943"/>
                  </a:cubicBezTo>
                  <a:lnTo>
                    <a:pt x="3216561" y="2609564"/>
                  </a:lnTo>
                  <a:cubicBezTo>
                    <a:pt x="3241326" y="2610142"/>
                    <a:pt x="3266337" y="2609333"/>
                    <a:pt x="3291225" y="2609217"/>
                  </a:cubicBezTo>
                  <a:lnTo>
                    <a:pt x="3328619" y="2608869"/>
                  </a:lnTo>
                  <a:cubicBezTo>
                    <a:pt x="3340757" y="2608522"/>
                    <a:pt x="3352649" y="2607827"/>
                    <a:pt x="3364665" y="2607363"/>
                  </a:cubicBezTo>
                  <a:cubicBezTo>
                    <a:pt x="3376679" y="2606784"/>
                    <a:pt x="3388695" y="2606438"/>
                    <a:pt x="3400587" y="2605627"/>
                  </a:cubicBezTo>
                  <a:lnTo>
                    <a:pt x="3436387" y="2602847"/>
                  </a:lnTo>
                  <a:cubicBezTo>
                    <a:pt x="3484079" y="2599257"/>
                    <a:pt x="3531404" y="2593235"/>
                    <a:pt x="3578361" y="2586286"/>
                  </a:cubicBezTo>
                  <a:cubicBezTo>
                    <a:pt x="3766310" y="2556871"/>
                    <a:pt x="3947025" y="2499314"/>
                    <a:pt x="4119159" y="2418594"/>
                  </a:cubicBezTo>
                  <a:cubicBezTo>
                    <a:pt x="4291907" y="2338801"/>
                    <a:pt x="4456317" y="2236657"/>
                    <a:pt x="4618765" y="2124668"/>
                  </a:cubicBezTo>
                  <a:cubicBezTo>
                    <a:pt x="4659346" y="2096759"/>
                    <a:pt x="4699682" y="2067575"/>
                    <a:pt x="4739895" y="2038275"/>
                  </a:cubicBezTo>
                  <a:cubicBezTo>
                    <a:pt x="4780355" y="2008976"/>
                    <a:pt x="4820691" y="1979212"/>
                    <a:pt x="4861027" y="1948986"/>
                  </a:cubicBezTo>
                  <a:lnTo>
                    <a:pt x="5106354" y="1763690"/>
                  </a:lnTo>
                  <a:lnTo>
                    <a:pt x="5275533" y="1641017"/>
                  </a:lnTo>
                  <a:lnTo>
                    <a:pt x="5275533" y="2257481"/>
                  </a:lnTo>
                  <a:lnTo>
                    <a:pt x="5168881" y="2332084"/>
                  </a:lnTo>
                  <a:cubicBezTo>
                    <a:pt x="5125235" y="2362079"/>
                    <a:pt x="5081099" y="2391958"/>
                    <a:pt x="5036225" y="2421489"/>
                  </a:cubicBezTo>
                  <a:cubicBezTo>
                    <a:pt x="4991231" y="2450790"/>
                    <a:pt x="4945867" y="2479857"/>
                    <a:pt x="4899401" y="2508347"/>
                  </a:cubicBezTo>
                  <a:cubicBezTo>
                    <a:pt x="4806959" y="2565440"/>
                    <a:pt x="4711574" y="2620798"/>
                    <a:pt x="4612145" y="2671407"/>
                  </a:cubicBezTo>
                  <a:cubicBezTo>
                    <a:pt x="4512836" y="2722247"/>
                    <a:pt x="4410095" y="2769496"/>
                    <a:pt x="4303187" y="2810030"/>
                  </a:cubicBezTo>
                  <a:cubicBezTo>
                    <a:pt x="4090349" y="2892256"/>
                    <a:pt x="3861694" y="2947728"/>
                    <a:pt x="3630835" y="2969500"/>
                  </a:cubicBezTo>
                  <a:cubicBezTo>
                    <a:pt x="3573089" y="2974712"/>
                    <a:pt x="3515343" y="2978649"/>
                    <a:pt x="3457719" y="2979808"/>
                  </a:cubicBezTo>
                  <a:lnTo>
                    <a:pt x="3414441" y="2980733"/>
                  </a:lnTo>
                  <a:cubicBezTo>
                    <a:pt x="3400097" y="2980850"/>
                    <a:pt x="3385630" y="2980502"/>
                    <a:pt x="3371285" y="2980502"/>
                  </a:cubicBezTo>
                  <a:lnTo>
                    <a:pt x="3328252" y="2980039"/>
                  </a:lnTo>
                  <a:lnTo>
                    <a:pt x="3286445" y="2978534"/>
                  </a:lnTo>
                  <a:cubicBezTo>
                    <a:pt x="3175121" y="2975174"/>
                    <a:pt x="3063553" y="2966837"/>
                    <a:pt x="2952475" y="2953402"/>
                  </a:cubicBezTo>
                  <a:cubicBezTo>
                    <a:pt x="2841275" y="2940664"/>
                    <a:pt x="2730319" y="2922365"/>
                    <a:pt x="2620591" y="2898046"/>
                  </a:cubicBezTo>
                  <a:cubicBezTo>
                    <a:pt x="2510984" y="2873494"/>
                    <a:pt x="2402235" y="2844426"/>
                    <a:pt x="2294591" y="2811305"/>
                  </a:cubicBezTo>
                  <a:cubicBezTo>
                    <a:pt x="2079669" y="2744483"/>
                    <a:pt x="1867198" y="2661331"/>
                    <a:pt x="1670544" y="2550501"/>
                  </a:cubicBezTo>
                  <a:cubicBezTo>
                    <a:pt x="1473767" y="2439903"/>
                    <a:pt x="1298079" y="2299657"/>
                    <a:pt x="1144703" y="2144472"/>
                  </a:cubicBezTo>
                  <a:cubicBezTo>
                    <a:pt x="1067586" y="2066996"/>
                    <a:pt x="997458" y="1984539"/>
                    <a:pt x="931497" y="1900114"/>
                  </a:cubicBezTo>
                  <a:cubicBezTo>
                    <a:pt x="865906" y="1815342"/>
                    <a:pt x="803500" y="1729295"/>
                    <a:pt x="745265" y="1641395"/>
                  </a:cubicBezTo>
                  <a:cubicBezTo>
                    <a:pt x="730307" y="1619623"/>
                    <a:pt x="716207" y="1597503"/>
                    <a:pt x="701741" y="1575500"/>
                  </a:cubicBezTo>
                  <a:lnTo>
                    <a:pt x="660178" y="1511573"/>
                  </a:lnTo>
                  <a:cubicBezTo>
                    <a:pt x="633574" y="1470229"/>
                    <a:pt x="605989" y="1429232"/>
                    <a:pt x="578158" y="1387656"/>
                  </a:cubicBezTo>
                  <a:lnTo>
                    <a:pt x="408230" y="1134497"/>
                  </a:lnTo>
                  <a:cubicBezTo>
                    <a:pt x="351220" y="1048219"/>
                    <a:pt x="294945" y="959392"/>
                    <a:pt x="242349" y="866860"/>
                  </a:cubicBezTo>
                  <a:cubicBezTo>
                    <a:pt x="216112" y="820536"/>
                    <a:pt x="190734" y="773402"/>
                    <a:pt x="167562" y="724994"/>
                  </a:cubicBezTo>
                  <a:cubicBezTo>
                    <a:pt x="144513" y="676469"/>
                    <a:pt x="123057" y="627019"/>
                    <a:pt x="104054" y="576525"/>
                  </a:cubicBezTo>
                  <a:cubicBezTo>
                    <a:pt x="85418" y="525917"/>
                    <a:pt x="68867" y="474613"/>
                    <a:pt x="55381" y="422499"/>
                  </a:cubicBezTo>
                  <a:cubicBezTo>
                    <a:pt x="49006" y="396442"/>
                    <a:pt x="42508" y="370269"/>
                    <a:pt x="37236" y="343980"/>
                  </a:cubicBezTo>
                  <a:lnTo>
                    <a:pt x="29267" y="304604"/>
                  </a:lnTo>
                  <a:lnTo>
                    <a:pt x="22646" y="265113"/>
                  </a:lnTo>
                  <a:cubicBezTo>
                    <a:pt x="14003" y="212420"/>
                    <a:pt x="7872" y="159582"/>
                    <a:pt x="3903" y="106787"/>
                  </a:cubicBezTo>
                  <a:close/>
                </a:path>
              </a:pathLst>
            </a:custGeom>
            <a:gradFill rotWithShape="0">
              <a:gsLst>
                <a:gs pos="2000">
                  <a:srgbClr val="ffffff">
                    <a:alpha val="10000"/>
                  </a:srgbClr>
                </a:gs>
                <a:gs pos="16000">
                  <a:srgbClr val="f19d19">
                    <a:alpha val="10000"/>
                  </a:srgbClr>
                </a:gs>
                <a:gs pos="85000">
                  <a:srgbClr val="1d9a78">
                    <a:alpha val="10000"/>
                  </a:srgbClr>
                </a:gs>
                <a:gs pos="100000">
                  <a:srgbClr val="ffffff">
                    <a:alpha val="10000"/>
                  </a:srgbClr>
                </a:gs>
              </a:gsLst>
              <a:lin ang="12000000"/>
            </a:gra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/>
          </p:style>
          <p:txBody>
            <a:bodyPr lIns="90000" rIns="90000" tIns="45000" bIns="45000" anchor="ctr">
              <a:noAutofit/>
            </a:bodyPr>
            <a:p>
              <a:pPr algn="ctr" defTabSz="914400">
                <a:lnSpc>
                  <a:spcPct val="100000"/>
                </a:lnSpc>
              </a:pPr>
              <a:endParaRPr b="0" lang="en-US" sz="1800" strike="noStrike" u="none">
                <a:solidFill>
                  <a:schemeClr val="lt1"/>
                </a:solidFill>
                <a:uFillTx/>
                <a:latin typeface="Calibri"/>
              </a:endParaRPr>
            </a:p>
          </p:txBody>
        </p:sp>
        <p:sp>
          <p:nvSpPr>
            <p:cNvPr id="1088" name="Freeform: Shape 14">
              <a:extLs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/>
            <p:nvPr/>
          </p:nvSpPr>
          <p:spPr>
            <a:xfrm>
              <a:off x="8329680" y="0"/>
              <a:ext cx="3861360" cy="2144520"/>
            </a:xfrm>
            <a:custGeom>
              <a:avLst/>
              <a:gdLst>
                <a:gd name="textAreaLeft" fmla="*/ 0 w 3861360"/>
                <a:gd name="textAreaRight" fmla="*/ 3862440 w 3861360"/>
                <a:gd name="textAreaTop" fmla="*/ 0 h 2144520"/>
                <a:gd name="textAreaBottom" fmla="*/ 2145600 h 2144520"/>
              </a:gdLst>
              <a:ahLst/>
              <a:rect l="textAreaLeft" t="textAreaTop" r="textAreaRight" b="textAreaBottom"/>
              <a:pathLst>
                <a:path w="5270786" h="2927775">
                  <a:moveTo>
                    <a:pt x="0" y="0"/>
                  </a:moveTo>
                  <a:lnTo>
                    <a:pt x="613805" y="0"/>
                  </a:lnTo>
                  <a:lnTo>
                    <a:pt x="618487" y="85404"/>
                  </a:lnTo>
                  <a:cubicBezTo>
                    <a:pt x="650052" y="360109"/>
                    <a:pt x="792650" y="556543"/>
                    <a:pt x="1054084" y="895200"/>
                  </a:cubicBezTo>
                  <a:cubicBezTo>
                    <a:pt x="1126174" y="988542"/>
                    <a:pt x="1200716" y="1085128"/>
                    <a:pt x="1276976" y="1191325"/>
                  </a:cubicBezTo>
                  <a:cubicBezTo>
                    <a:pt x="1859704" y="2002688"/>
                    <a:pt x="2485223" y="2348843"/>
                    <a:pt x="3368450" y="2348843"/>
                  </a:cubicBezTo>
                  <a:cubicBezTo>
                    <a:pt x="3948114" y="2348843"/>
                    <a:pt x="4373422" y="2066846"/>
                    <a:pt x="4956151" y="1636730"/>
                  </a:cubicBezTo>
                  <a:cubicBezTo>
                    <a:pt x="5021253" y="1588668"/>
                    <a:pt x="5086356" y="1541186"/>
                    <a:pt x="5149372" y="1495325"/>
                  </a:cubicBezTo>
                  <a:lnTo>
                    <a:pt x="5270786" y="1406110"/>
                  </a:lnTo>
                  <a:lnTo>
                    <a:pt x="5270786" y="2138641"/>
                  </a:lnTo>
                  <a:lnTo>
                    <a:pt x="5112925" y="2253730"/>
                  </a:lnTo>
                  <a:cubicBezTo>
                    <a:pt x="4598179" y="2621786"/>
                    <a:pt x="4074961" y="2927775"/>
                    <a:pt x="3368327" y="2927775"/>
                  </a:cubicBezTo>
                  <a:cubicBezTo>
                    <a:pt x="2170746" y="2927775"/>
                    <a:pt x="1393203" y="2384512"/>
                    <a:pt x="769646" y="1516288"/>
                  </a:cubicBezTo>
                  <a:cubicBezTo>
                    <a:pt x="418850" y="1027932"/>
                    <a:pt x="48120" y="683401"/>
                    <a:pt x="3149" y="85252"/>
                  </a:cubicBezTo>
                  <a:close/>
                </a:path>
              </a:pathLst>
            </a:custGeom>
            <a:gradFill rotWithShape="0">
              <a:gsLst>
                <a:gs pos="2000">
                  <a:srgbClr val="ffffff">
                    <a:alpha val="10000"/>
                  </a:srgbClr>
                </a:gs>
                <a:gs pos="16000">
                  <a:srgbClr val="f19d19">
                    <a:alpha val="10000"/>
                  </a:srgbClr>
                </a:gs>
                <a:gs pos="85000">
                  <a:srgbClr val="1d9a78">
                    <a:alpha val="10000"/>
                  </a:srgbClr>
                </a:gs>
                <a:gs pos="100000">
                  <a:srgbClr val="ffffff">
                    <a:alpha val="10000"/>
                  </a:srgbClr>
                </a:gs>
              </a:gsLst>
              <a:lin ang="12000000"/>
            </a:gra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/>
          </p:style>
          <p:txBody>
            <a:bodyPr lIns="90000" rIns="90000" tIns="45000" bIns="45000" anchor="ctr">
              <a:noAutofit/>
            </a:bodyPr>
            <a:p>
              <a:pPr algn="ctr" defTabSz="914400">
                <a:lnSpc>
                  <a:spcPct val="100000"/>
                </a:lnSpc>
              </a:pPr>
              <a:endParaRPr b="0" lang="en-US" sz="1800" strike="noStrike" u="none">
                <a:solidFill>
                  <a:schemeClr val="lt1"/>
                </a:solidFill>
                <a:uFillTx/>
                <a:latin typeface="Calibri"/>
              </a:endParaRPr>
            </a:p>
          </p:txBody>
        </p:sp>
        <p:sp>
          <p:nvSpPr>
            <p:cNvPr id="1089" name="Freeform: Shape 15">
              <a:extLs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/>
            <p:nvPr/>
          </p:nvSpPr>
          <p:spPr>
            <a:xfrm>
              <a:off x="8329680" y="0"/>
              <a:ext cx="3861360" cy="2144520"/>
            </a:xfrm>
            <a:custGeom>
              <a:avLst/>
              <a:gdLst>
                <a:gd name="textAreaLeft" fmla="*/ 0 w 3861360"/>
                <a:gd name="textAreaRight" fmla="*/ 3862440 w 3861360"/>
                <a:gd name="textAreaTop" fmla="*/ 0 h 2144520"/>
                <a:gd name="textAreaBottom" fmla="*/ 2145600 h 2144520"/>
              </a:gdLst>
              <a:ahLst/>
              <a:rect l="textAreaLeft" t="textAreaTop" r="textAreaRight" b="textAreaBottom"/>
              <a:pathLst>
                <a:path w="5270786" h="2927775">
                  <a:moveTo>
                    <a:pt x="0" y="0"/>
                  </a:moveTo>
                  <a:lnTo>
                    <a:pt x="736294" y="0"/>
                  </a:lnTo>
                  <a:lnTo>
                    <a:pt x="740298" y="72745"/>
                  </a:lnTo>
                  <a:cubicBezTo>
                    <a:pt x="768839" y="319371"/>
                    <a:pt x="898885" y="497858"/>
                    <a:pt x="1153024" y="826989"/>
                  </a:cubicBezTo>
                  <a:cubicBezTo>
                    <a:pt x="1225727" y="921142"/>
                    <a:pt x="1300882" y="1018537"/>
                    <a:pt x="1378368" y="1126356"/>
                  </a:cubicBezTo>
                  <a:cubicBezTo>
                    <a:pt x="1652384" y="1507833"/>
                    <a:pt x="1933512" y="1779060"/>
                    <a:pt x="2238056" y="1955322"/>
                  </a:cubicBezTo>
                  <a:cubicBezTo>
                    <a:pt x="2560868" y="2142238"/>
                    <a:pt x="2930637" y="2233033"/>
                    <a:pt x="3368327" y="2233033"/>
                  </a:cubicBezTo>
                  <a:cubicBezTo>
                    <a:pt x="3616720" y="2233033"/>
                    <a:pt x="3847703" y="2176866"/>
                    <a:pt x="4095360" y="2056192"/>
                  </a:cubicBezTo>
                  <a:cubicBezTo>
                    <a:pt x="4349636" y="1932276"/>
                    <a:pt x="4601340" y="1751613"/>
                    <a:pt x="4880506" y="1545587"/>
                  </a:cubicBezTo>
                  <a:cubicBezTo>
                    <a:pt x="4945974" y="1497295"/>
                    <a:pt x="5011199" y="1449697"/>
                    <a:pt x="5074340" y="1403721"/>
                  </a:cubicBezTo>
                  <a:lnTo>
                    <a:pt x="5270786" y="1259367"/>
                  </a:lnTo>
                  <a:lnTo>
                    <a:pt x="5270786" y="2138641"/>
                  </a:lnTo>
                  <a:lnTo>
                    <a:pt x="5112925" y="2253730"/>
                  </a:lnTo>
                  <a:cubicBezTo>
                    <a:pt x="4598179" y="2621786"/>
                    <a:pt x="4074961" y="2927775"/>
                    <a:pt x="3368327" y="2927775"/>
                  </a:cubicBezTo>
                  <a:cubicBezTo>
                    <a:pt x="2170746" y="2927775"/>
                    <a:pt x="1393203" y="2384512"/>
                    <a:pt x="769646" y="1516288"/>
                  </a:cubicBezTo>
                  <a:cubicBezTo>
                    <a:pt x="418850" y="1027932"/>
                    <a:pt x="48120" y="683401"/>
                    <a:pt x="3149" y="85252"/>
                  </a:cubicBezTo>
                  <a:close/>
                </a:path>
              </a:pathLst>
            </a:custGeom>
            <a:gradFill rotWithShape="0">
              <a:gsLst>
                <a:gs pos="2000">
                  <a:srgbClr val="ffffff">
                    <a:alpha val="10000"/>
                  </a:srgbClr>
                </a:gs>
                <a:gs pos="16000">
                  <a:srgbClr val="f19d19">
                    <a:alpha val="10000"/>
                  </a:srgbClr>
                </a:gs>
                <a:gs pos="85000">
                  <a:srgbClr val="1d9a78">
                    <a:alpha val="10000"/>
                  </a:srgbClr>
                </a:gs>
                <a:gs pos="100000">
                  <a:srgbClr val="ffffff">
                    <a:alpha val="10000"/>
                  </a:srgbClr>
                </a:gs>
              </a:gsLst>
              <a:lin ang="12000000"/>
            </a:gra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/>
          </p:style>
          <p:txBody>
            <a:bodyPr lIns="90000" rIns="90000" tIns="45000" bIns="45000" anchor="ctr">
              <a:noAutofit/>
            </a:bodyPr>
            <a:p>
              <a:pPr algn="ctr" defTabSz="914400">
                <a:lnSpc>
                  <a:spcPct val="100000"/>
                </a:lnSpc>
              </a:pPr>
              <a:endParaRPr b="0" lang="en-US" sz="1800" strike="noStrike" u="none">
                <a:solidFill>
                  <a:schemeClr val="lt1"/>
                </a:solidFill>
                <a:uFillTx/>
                <a:latin typeface="Calibri"/>
              </a:endParaRPr>
            </a:p>
          </p:txBody>
        </p:sp>
      </p:grpSp>
      <p:sp>
        <p:nvSpPr>
          <p:cNvPr id="1090" name="PlaceHolder 2"/>
          <p:cNvSpPr>
            <a:spLocks noGrp="1"/>
          </p:cNvSpPr>
          <p:nvPr>
            <p:ph/>
          </p:nvPr>
        </p:nvSpPr>
        <p:spPr>
          <a:xfrm>
            <a:off x="1179360" y="2890800"/>
            <a:ext cx="9832320" cy="269280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t">
            <a:normAutofit/>
          </a:bodyPr>
          <a:p>
            <a:pPr marL="228600" indent="-228600" defTabSz="914400">
              <a:lnSpc>
                <a:spcPct val="90000"/>
              </a:lnSpc>
              <a:spcBef>
                <a:spcPts val="1001"/>
              </a:spcBef>
              <a:buClr>
                <a:srgbClr val="44546a"/>
              </a:buClr>
              <a:buFont typeface="Arial"/>
              <a:buChar char="•"/>
            </a:pPr>
            <a:r>
              <a:rPr b="0" lang="de-DE" sz="1100" strike="noStrike" u="none">
                <a:solidFill>
                  <a:schemeClr val="dk2"/>
                </a:solidFill>
                <a:uFillTx/>
                <a:latin typeface="Calibri"/>
              </a:rPr>
              <a:t>Bereite die Anwendung für die Verwendung der Forms-API vor</a:t>
            </a:r>
            <a:endParaRPr b="0" lang="de-DE" sz="1100" strike="noStrike" u="none">
              <a:solidFill>
                <a:srgbClr val="000000"/>
              </a:solidFill>
              <a:uFillTx/>
              <a:latin typeface="Arial"/>
            </a:endParaRPr>
          </a:p>
          <a:p>
            <a:pPr lvl="1" marL="685800" indent="-228600" defTabSz="914400">
              <a:lnSpc>
                <a:spcPct val="90000"/>
              </a:lnSpc>
              <a:spcBef>
                <a:spcPts val="499"/>
              </a:spcBef>
              <a:buClr>
                <a:srgbClr val="44546a"/>
              </a:buClr>
              <a:buFont typeface="Arial"/>
              <a:buChar char="•"/>
            </a:pPr>
            <a:r>
              <a:rPr b="0" lang="de-DE" sz="1100" strike="noStrike" u="none">
                <a:solidFill>
                  <a:schemeClr val="dk2"/>
                </a:solidFill>
                <a:uFillTx/>
                <a:latin typeface="Calibri"/>
              </a:rPr>
              <a:t>Importiere ReactiveFormsModule in CustomerModule</a:t>
            </a:r>
            <a:endParaRPr b="0" lang="de-DE" sz="1100" strike="noStrike" u="none">
              <a:solidFill>
                <a:srgbClr val="000000"/>
              </a:solidFill>
              <a:uFillTx/>
              <a:latin typeface="Arial"/>
            </a:endParaRPr>
          </a:p>
          <a:p>
            <a:pPr marL="228600" indent="-228600" defTabSz="914400">
              <a:lnSpc>
                <a:spcPct val="90000"/>
              </a:lnSpc>
              <a:spcBef>
                <a:spcPts val="1001"/>
              </a:spcBef>
              <a:buClr>
                <a:srgbClr val="44546a"/>
              </a:buClr>
              <a:buFont typeface="Arial"/>
              <a:buChar char="•"/>
            </a:pPr>
            <a:r>
              <a:rPr b="0" lang="de-DE" sz="1100" strike="noStrike" u="none">
                <a:solidFill>
                  <a:schemeClr val="dk2"/>
                </a:solidFill>
                <a:uFillTx/>
                <a:latin typeface="Calibri"/>
              </a:rPr>
              <a:t>Implementiere in CustomerDetailsComponent ein Formular</a:t>
            </a:r>
            <a:endParaRPr b="0" lang="de-DE" sz="1100" strike="noStrike" u="none">
              <a:solidFill>
                <a:srgbClr val="000000"/>
              </a:solidFill>
              <a:uFillTx/>
              <a:latin typeface="Arial"/>
            </a:endParaRPr>
          </a:p>
          <a:p>
            <a:pPr lvl="1" marL="685800" indent="-228600" defTabSz="914400">
              <a:lnSpc>
                <a:spcPct val="90000"/>
              </a:lnSpc>
              <a:spcBef>
                <a:spcPts val="499"/>
              </a:spcBef>
              <a:buClr>
                <a:srgbClr val="44546a"/>
              </a:buClr>
              <a:buFont typeface="Arial"/>
              <a:buChar char="•"/>
            </a:pPr>
            <a:r>
              <a:rPr b="0" lang="de-DE" sz="1100" strike="noStrike" u="none">
                <a:solidFill>
                  <a:schemeClr val="dk2"/>
                </a:solidFill>
                <a:uFillTx/>
                <a:latin typeface="Calibri"/>
              </a:rPr>
              <a:t>Verwende in ngOnInit die Forms-API und speicher das Formular in einem Feld</a:t>
            </a:r>
            <a:endParaRPr b="0" lang="de-DE" sz="1100" strike="noStrike" u="none">
              <a:solidFill>
                <a:srgbClr val="000000"/>
              </a:solidFill>
              <a:uFillTx/>
              <a:latin typeface="Arial"/>
            </a:endParaRPr>
          </a:p>
          <a:p>
            <a:pPr lvl="1" marL="685800" indent="-228600" defTabSz="914400">
              <a:lnSpc>
                <a:spcPct val="90000"/>
              </a:lnSpc>
              <a:spcBef>
                <a:spcPts val="499"/>
              </a:spcBef>
              <a:buClr>
                <a:srgbClr val="44546a"/>
              </a:buClr>
              <a:buFont typeface="Arial"/>
              <a:buChar char="•"/>
            </a:pPr>
            <a:r>
              <a:rPr b="0" lang="de-DE" sz="1100" strike="noStrike" u="none">
                <a:solidFill>
                  <a:schemeClr val="dk2"/>
                </a:solidFill>
                <a:uFillTx/>
                <a:latin typeface="Calibri"/>
              </a:rPr>
              <a:t>Erstelle für jedes Feld in Customer (außer ID und image) ein FormControl</a:t>
            </a:r>
            <a:endParaRPr b="0" lang="de-DE" sz="1100" strike="noStrike" u="none">
              <a:solidFill>
                <a:srgbClr val="000000"/>
              </a:solidFill>
              <a:uFillTx/>
              <a:latin typeface="Arial"/>
            </a:endParaRPr>
          </a:p>
          <a:p>
            <a:pPr lvl="1" marL="685800" indent="-228600" defTabSz="914400">
              <a:lnSpc>
                <a:spcPct val="90000"/>
              </a:lnSpc>
              <a:spcBef>
                <a:spcPts val="499"/>
              </a:spcBef>
              <a:buClr>
                <a:srgbClr val="44546a"/>
              </a:buClr>
              <a:buFont typeface="Arial"/>
              <a:buChar char="•"/>
            </a:pPr>
            <a:r>
              <a:rPr b="0" lang="de-DE" sz="1100" strike="noStrike" u="none">
                <a:solidFill>
                  <a:schemeClr val="dk2"/>
                </a:solidFill>
                <a:uFillTx/>
                <a:latin typeface="Calibri"/>
              </a:rPr>
              <a:t>Initialisiere die Felder mit den vom Service geholten Daten</a:t>
            </a:r>
            <a:endParaRPr b="0" lang="de-DE" sz="1100" strike="noStrike" u="none">
              <a:solidFill>
                <a:srgbClr val="000000"/>
              </a:solidFill>
              <a:uFillTx/>
              <a:latin typeface="Arial"/>
            </a:endParaRPr>
          </a:p>
          <a:p>
            <a:pPr lvl="1" marL="685800" indent="-228600" defTabSz="914400">
              <a:lnSpc>
                <a:spcPct val="90000"/>
              </a:lnSpc>
              <a:spcBef>
                <a:spcPts val="499"/>
              </a:spcBef>
              <a:buClr>
                <a:srgbClr val="44546a"/>
              </a:buClr>
              <a:buFont typeface="Arial"/>
              <a:buChar char="•"/>
            </a:pPr>
            <a:r>
              <a:rPr b="0" lang="de-DE" sz="1100" strike="noStrike" u="none">
                <a:solidFill>
                  <a:schemeClr val="dk2"/>
                </a:solidFill>
                <a:uFillTx/>
                <a:latin typeface="Calibri"/>
              </a:rPr>
              <a:t>Implementiere ein passendes Template mit einem Label und passendem Input pro FormControl</a:t>
            </a:r>
            <a:endParaRPr b="0" lang="de-DE" sz="1100" strike="noStrike" u="none">
              <a:solidFill>
                <a:srgbClr val="000000"/>
              </a:solidFill>
              <a:uFillTx/>
              <a:latin typeface="Arial"/>
            </a:endParaRPr>
          </a:p>
          <a:p>
            <a:pPr lvl="1" marL="685800" indent="-228600" defTabSz="914400">
              <a:lnSpc>
                <a:spcPct val="90000"/>
              </a:lnSpc>
              <a:spcBef>
                <a:spcPts val="499"/>
              </a:spcBef>
              <a:buClr>
                <a:srgbClr val="44546a"/>
              </a:buClr>
              <a:buFont typeface="Arial"/>
              <a:buChar char="•"/>
            </a:pPr>
            <a:r>
              <a:rPr b="0" lang="de-DE" sz="1100" strike="noStrike" u="none">
                <a:solidFill>
                  <a:schemeClr val="dk2"/>
                </a:solidFill>
                <a:uFillTx/>
                <a:latin typeface="Calibri"/>
              </a:rPr>
              <a:t>Tip: </a:t>
            </a:r>
            <a:r>
              <a:rPr b="0" i="1" lang="de-DE" sz="1100" strike="noStrike" u="none">
                <a:solidFill>
                  <a:schemeClr val="dk2"/>
                </a:solidFill>
                <a:uFillTx/>
                <a:latin typeface="Calibri"/>
              </a:rPr>
              <a:t>&lt;input type="date"&gt; </a:t>
            </a:r>
            <a:r>
              <a:rPr b="0" lang="de-DE" sz="1100" strike="noStrike" u="none">
                <a:solidFill>
                  <a:schemeClr val="dk2"/>
                </a:solidFill>
                <a:uFillTx/>
                <a:latin typeface="Calibri"/>
              </a:rPr>
              <a:t>für lastOrderDate, Daten-Mapping erforderlich</a:t>
            </a:r>
            <a:br>
              <a:rPr sz="1100"/>
            </a:br>
            <a:r>
              <a:rPr b="0" i="1" lang="de-DE" sz="1100" strike="noStrike" u="none">
                <a:solidFill>
                  <a:schemeClr val="dk2"/>
                </a:solidFill>
                <a:uFillTx/>
                <a:latin typeface="Calibri"/>
              </a:rPr>
              <a:t>customer.lastOrderDate.toIsoString().substr(0, 10) </a:t>
            </a:r>
            <a:r>
              <a:rPr b="0" lang="de-DE" sz="1100" strike="noStrike" u="none">
                <a:solidFill>
                  <a:schemeClr val="dk2"/>
                </a:solidFill>
                <a:uFillTx/>
                <a:latin typeface="Calibri"/>
              </a:rPr>
              <a:t>und </a:t>
            </a:r>
            <a:r>
              <a:rPr b="0" i="1" lang="de-DE" sz="1100" strike="noStrike" u="none">
                <a:solidFill>
                  <a:schemeClr val="dk2"/>
                </a:solidFill>
                <a:uFillTx/>
                <a:latin typeface="Calibri"/>
              </a:rPr>
              <a:t>new Date(inputValue)</a:t>
            </a:r>
            <a:endParaRPr b="0" lang="de-DE" sz="1100" strike="noStrike" u="none">
              <a:solidFill>
                <a:srgbClr val="000000"/>
              </a:solidFill>
              <a:uFillTx/>
              <a:latin typeface="Arial"/>
            </a:endParaRPr>
          </a:p>
          <a:p>
            <a:pPr marL="228600" indent="-228600" defTabSz="914400">
              <a:lnSpc>
                <a:spcPct val="90000"/>
              </a:lnSpc>
              <a:spcBef>
                <a:spcPts val="1001"/>
              </a:spcBef>
              <a:buClr>
                <a:srgbClr val="44546a"/>
              </a:buClr>
              <a:buFont typeface="Arial"/>
              <a:buChar char="•"/>
            </a:pPr>
            <a:r>
              <a:rPr b="0" lang="de-DE" sz="1100" strike="noStrike" u="none">
                <a:solidFill>
                  <a:schemeClr val="dk2"/>
                </a:solidFill>
                <a:uFillTx/>
                <a:latin typeface="Calibri"/>
              </a:rPr>
              <a:t>Implementiere das Speichern der geänderten Daten</a:t>
            </a:r>
            <a:endParaRPr b="0" lang="de-DE" sz="1100" strike="noStrike" u="none">
              <a:solidFill>
                <a:srgbClr val="000000"/>
              </a:solidFill>
              <a:uFillTx/>
              <a:latin typeface="Arial"/>
            </a:endParaRPr>
          </a:p>
          <a:p>
            <a:pPr lvl="1" marL="685800" indent="-228600" defTabSz="914400">
              <a:lnSpc>
                <a:spcPct val="90000"/>
              </a:lnSpc>
              <a:spcBef>
                <a:spcPts val="499"/>
              </a:spcBef>
              <a:buClr>
                <a:srgbClr val="44546a"/>
              </a:buClr>
              <a:buFont typeface="Arial"/>
              <a:buChar char="•"/>
            </a:pPr>
            <a:r>
              <a:rPr b="0" lang="de-DE" sz="1100" strike="noStrike" u="none">
                <a:solidFill>
                  <a:schemeClr val="dk2"/>
                </a:solidFill>
                <a:uFillTx/>
                <a:latin typeface="Calibri"/>
              </a:rPr>
              <a:t>Verwende das ngSubmit-Event am Formular und einen Submit-Button zum Speichern</a:t>
            </a:r>
            <a:endParaRPr b="0" lang="de-DE" sz="1100" strike="noStrike" u="none">
              <a:solidFill>
                <a:srgbClr val="000000"/>
              </a:solidFill>
              <a:uFillTx/>
              <a:latin typeface="Arial"/>
            </a:endParaRPr>
          </a:p>
          <a:p>
            <a:pPr lvl="1" marL="685800" indent="-228600" defTabSz="914400">
              <a:lnSpc>
                <a:spcPct val="90000"/>
              </a:lnSpc>
              <a:spcBef>
                <a:spcPts val="499"/>
              </a:spcBef>
              <a:buClr>
                <a:srgbClr val="44546a"/>
              </a:buClr>
              <a:buFont typeface="Arial"/>
              <a:buChar char="•"/>
            </a:pPr>
            <a:r>
              <a:rPr b="0" lang="de-DE" sz="1100" strike="noStrike" u="none">
                <a:solidFill>
                  <a:schemeClr val="dk2"/>
                </a:solidFill>
                <a:uFillTx/>
                <a:latin typeface="Calibri"/>
              </a:rPr>
              <a:t>Übernehme die geänderten Daten in das Domain-Objekt (Tip: Object.assign)</a:t>
            </a:r>
            <a:endParaRPr b="0" lang="de-DE" sz="1100" strike="noStrike" u="none">
              <a:solidFill>
                <a:srgbClr val="000000"/>
              </a:solidFill>
              <a:uFillTx/>
              <a:latin typeface="Arial"/>
            </a:endParaRPr>
          </a:p>
          <a:p>
            <a:pPr indent="0" defTabSz="914400">
              <a:lnSpc>
                <a:spcPct val="90000"/>
              </a:lnSpc>
              <a:spcBef>
                <a:spcPts val="1001"/>
              </a:spcBef>
              <a:buNone/>
              <a:tabLst>
                <a:tab algn="l" pos="0"/>
              </a:tabLst>
            </a:pPr>
            <a:endParaRPr b="0" lang="de-DE" sz="1100" strike="noStrike" u="none">
              <a:solidFill>
                <a:srgbClr val="000000"/>
              </a:solidFill>
              <a:uFillTx/>
              <a:latin typeface="Arial"/>
            </a:endParaRPr>
          </a:p>
        </p:txBody>
      </p:sp>
      <p:grpSp>
        <p:nvGrpSpPr>
          <p:cNvPr id="1091" name="Group 17">
            <a:extLst>
              <a:ext uri="{C183D7F6-B498-43B3-948B-1728B52AA6E4}">
                <adec:decorative xmlns:adec="http://schemas.microsoft.com/office/drawing/2017/decorative" val="1"/>
              </a:ext>
            </a:extLst>
          </p:cNvPr>
          <p:cNvGrpSpPr/>
          <p:nvPr/>
        </p:nvGrpSpPr>
        <p:grpSpPr>
          <a:xfrm>
            <a:off x="0" y="4681800"/>
            <a:ext cx="2897640" cy="2174400"/>
            <a:chOff x="0" y="4681800"/>
            <a:chExt cx="2897640" cy="2174400"/>
          </a:xfrm>
        </p:grpSpPr>
        <p:sp>
          <p:nvSpPr>
            <p:cNvPr id="1092" name="Freeform: Shape 18">
              <a:extLs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/>
            <p:nvPr/>
          </p:nvSpPr>
          <p:spPr>
            <a:xfrm flipV="1">
              <a:off x="360" y="4850280"/>
              <a:ext cx="2884680" cy="2005920"/>
            </a:xfrm>
            <a:custGeom>
              <a:avLst/>
              <a:gdLst>
                <a:gd name="textAreaLeft" fmla="*/ 0 w 2884680"/>
                <a:gd name="textAreaRight" fmla="*/ 2885760 w 2884680"/>
                <a:gd name="textAreaTop" fmla="*/ 720 h 2005920"/>
                <a:gd name="textAreaBottom" fmla="*/ 2007720 h 2005920"/>
              </a:gdLst>
              <a:ahLst/>
              <a:rect l="textAreaLeft" t="textAreaTop" r="textAreaRight" b="textAreaBottom"/>
              <a:pathLst>
                <a:path w="3815424" h="2653659">
                  <a:moveTo>
                    <a:pt x="3203055" y="0"/>
                  </a:moveTo>
                  <a:lnTo>
                    <a:pt x="3815424" y="0"/>
                  </a:lnTo>
                  <a:lnTo>
                    <a:pt x="3801025" y="214243"/>
                  </a:lnTo>
                  <a:cubicBezTo>
                    <a:pt x="3616317" y="1584467"/>
                    <a:pt x="2091637" y="2653659"/>
                    <a:pt x="587142" y="2653659"/>
                  </a:cubicBezTo>
                  <a:cubicBezTo>
                    <a:pt x="400192" y="2653659"/>
                    <a:pt x="222112" y="2636953"/>
                    <a:pt x="53389" y="2605041"/>
                  </a:cubicBezTo>
                  <a:lnTo>
                    <a:pt x="0" y="2593136"/>
                  </a:lnTo>
                  <a:lnTo>
                    <a:pt x="0" y="1994836"/>
                  </a:lnTo>
                  <a:lnTo>
                    <a:pt x="159710" y="2035054"/>
                  </a:lnTo>
                  <a:cubicBezTo>
                    <a:pt x="295467" y="2061726"/>
                    <a:pt x="438268" y="2075152"/>
                    <a:pt x="587142" y="2075152"/>
                  </a:cubicBezTo>
                  <a:cubicBezTo>
                    <a:pt x="901731" y="2075152"/>
                    <a:pt x="1234490" y="2014697"/>
                    <a:pt x="1549283" y="1900153"/>
                  </a:cubicBezTo>
                  <a:cubicBezTo>
                    <a:pt x="1860709" y="1786959"/>
                    <a:pt x="2157231" y="1620350"/>
                    <a:pt x="2406698" y="1418450"/>
                  </a:cubicBezTo>
                  <a:cubicBezTo>
                    <a:pt x="2655859" y="1216840"/>
                    <a:pt x="2859596" y="978302"/>
                    <a:pt x="2996069" y="728678"/>
                  </a:cubicBezTo>
                  <a:cubicBezTo>
                    <a:pt x="3101178" y="536396"/>
                    <a:pt x="3167417" y="338366"/>
                    <a:pt x="3193967" y="137719"/>
                  </a:cubicBezTo>
                  <a:close/>
                </a:path>
              </a:pathLst>
            </a:custGeom>
            <a:gradFill rotWithShape="0">
              <a:gsLst>
                <a:gs pos="2000">
                  <a:srgbClr val="ffffff">
                    <a:alpha val="10000"/>
                  </a:srgbClr>
                </a:gs>
                <a:gs pos="16000">
                  <a:srgbClr val="f19d19">
                    <a:alpha val="10000"/>
                  </a:srgbClr>
                </a:gs>
                <a:gs pos="85000">
                  <a:srgbClr val="1d9a78">
                    <a:alpha val="10000"/>
                  </a:srgbClr>
                </a:gs>
                <a:gs pos="100000">
                  <a:srgbClr val="ffffff">
                    <a:alpha val="10000"/>
                  </a:srgbClr>
                </a:gs>
              </a:gsLst>
              <a:lin ang="9600000"/>
            </a:gra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/>
          </p:style>
          <p:txBody>
            <a:bodyPr lIns="90000" rIns="90000" tIns="45000" bIns="45000" anchor="ctr">
              <a:noAutofit/>
            </a:bodyPr>
            <a:p>
              <a:pPr algn="ctr" defTabSz="914400">
                <a:lnSpc>
                  <a:spcPct val="100000"/>
                </a:lnSpc>
              </a:pPr>
              <a:endParaRPr b="0" lang="en-US" sz="1800" strike="noStrike" u="none">
                <a:solidFill>
                  <a:schemeClr val="lt1"/>
                </a:solidFill>
                <a:uFillTx/>
                <a:latin typeface="Calibri"/>
              </a:endParaRPr>
            </a:p>
          </p:txBody>
        </p:sp>
        <p:sp>
          <p:nvSpPr>
            <p:cNvPr id="1093" name="Freeform: Shape 19">
              <a:extLs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/>
            <p:nvPr/>
          </p:nvSpPr>
          <p:spPr>
            <a:xfrm flipV="1">
              <a:off x="360" y="4850280"/>
              <a:ext cx="2884680" cy="2005920"/>
            </a:xfrm>
            <a:custGeom>
              <a:avLst/>
              <a:gdLst>
                <a:gd name="textAreaLeft" fmla="*/ 0 w 2884680"/>
                <a:gd name="textAreaRight" fmla="*/ 2885760 w 2884680"/>
                <a:gd name="textAreaTop" fmla="*/ 720 h 2005920"/>
                <a:gd name="textAreaBottom" fmla="*/ 2007720 h 2005920"/>
              </a:gdLst>
              <a:ahLst/>
              <a:rect l="textAreaLeft" t="textAreaTop" r="textAreaRight" b="textAreaBottom"/>
              <a:pathLst>
                <a:path w="3815424" h="2653660">
                  <a:moveTo>
                    <a:pt x="3305038" y="0"/>
                  </a:moveTo>
                  <a:lnTo>
                    <a:pt x="3815424" y="0"/>
                  </a:lnTo>
                  <a:lnTo>
                    <a:pt x="3801025" y="214244"/>
                  </a:lnTo>
                  <a:cubicBezTo>
                    <a:pt x="3616317" y="1584467"/>
                    <a:pt x="2091637" y="2653660"/>
                    <a:pt x="587142" y="2653660"/>
                  </a:cubicBezTo>
                  <a:cubicBezTo>
                    <a:pt x="400192" y="2653660"/>
                    <a:pt x="222112" y="2636954"/>
                    <a:pt x="53389" y="2605042"/>
                  </a:cubicBezTo>
                  <a:lnTo>
                    <a:pt x="0" y="2593137"/>
                  </a:lnTo>
                  <a:lnTo>
                    <a:pt x="0" y="2094444"/>
                  </a:lnTo>
                  <a:lnTo>
                    <a:pt x="137675" y="2129195"/>
                  </a:lnTo>
                  <a:cubicBezTo>
                    <a:pt x="280616" y="2157374"/>
                    <a:pt x="430766" y="2171571"/>
                    <a:pt x="587142" y="2171571"/>
                  </a:cubicBezTo>
                  <a:cubicBezTo>
                    <a:pt x="918879" y="2171571"/>
                    <a:pt x="1254904" y="2110634"/>
                    <a:pt x="1585826" y="1990112"/>
                  </a:cubicBezTo>
                  <a:cubicBezTo>
                    <a:pt x="1908071" y="1873061"/>
                    <a:pt x="2214800" y="1700666"/>
                    <a:pt x="2473046" y="1491633"/>
                  </a:cubicBezTo>
                  <a:cubicBezTo>
                    <a:pt x="2735782" y="1279031"/>
                    <a:pt x="2942276" y="1037118"/>
                    <a:pt x="3086710" y="772838"/>
                  </a:cubicBezTo>
                  <a:cubicBezTo>
                    <a:pt x="3197408" y="570216"/>
                    <a:pt x="3267226" y="361248"/>
                    <a:pt x="3295217" y="149229"/>
                  </a:cubicBezTo>
                  <a:close/>
                </a:path>
              </a:pathLst>
            </a:custGeom>
            <a:gradFill rotWithShape="0">
              <a:gsLst>
                <a:gs pos="2000">
                  <a:srgbClr val="ffffff">
                    <a:alpha val="10000"/>
                  </a:srgbClr>
                </a:gs>
                <a:gs pos="16000">
                  <a:srgbClr val="f19d19">
                    <a:alpha val="10000"/>
                  </a:srgbClr>
                </a:gs>
                <a:gs pos="85000">
                  <a:srgbClr val="1d9a78">
                    <a:alpha val="10000"/>
                  </a:srgbClr>
                </a:gs>
                <a:gs pos="100000">
                  <a:srgbClr val="ffffff">
                    <a:alpha val="10000"/>
                  </a:srgbClr>
                </a:gs>
              </a:gsLst>
              <a:lin ang="9600000"/>
            </a:gra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/>
          </p:style>
          <p:txBody>
            <a:bodyPr lIns="90000" rIns="90000" tIns="45000" bIns="45000" anchor="ctr">
              <a:noAutofit/>
            </a:bodyPr>
            <a:p>
              <a:pPr algn="ctr" defTabSz="914400">
                <a:lnSpc>
                  <a:spcPct val="100000"/>
                </a:lnSpc>
              </a:pPr>
              <a:endParaRPr b="0" lang="en-US" sz="1800" strike="noStrike" u="none">
                <a:solidFill>
                  <a:schemeClr val="lt1"/>
                </a:solidFill>
                <a:uFillTx/>
                <a:latin typeface="Calibri"/>
              </a:endParaRPr>
            </a:p>
          </p:txBody>
        </p:sp>
        <p:sp>
          <p:nvSpPr>
            <p:cNvPr id="1094" name="Freeform: Shape 20">
              <a:extLs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/>
            <p:nvPr/>
          </p:nvSpPr>
          <p:spPr>
            <a:xfrm flipV="1">
              <a:off x="0" y="4832640"/>
              <a:ext cx="2885040" cy="2022840"/>
            </a:xfrm>
            <a:custGeom>
              <a:avLst/>
              <a:gdLst>
                <a:gd name="textAreaLeft" fmla="*/ 0 w 2885040"/>
                <a:gd name="textAreaRight" fmla="*/ 2886120 w 2885040"/>
                <a:gd name="textAreaTop" fmla="*/ -720 h 2022840"/>
                <a:gd name="textAreaBottom" fmla="*/ 2023200 h 2022840"/>
              </a:gdLst>
              <a:ahLst/>
              <a:rect l="textAreaLeft" t="textAreaTop" r="textAreaRight" b="textAreaBottom"/>
              <a:pathLst>
                <a:path w="3815986" h="2675935">
                  <a:moveTo>
                    <a:pt x="3648768" y="0"/>
                  </a:moveTo>
                  <a:lnTo>
                    <a:pt x="3815986" y="0"/>
                  </a:lnTo>
                  <a:lnTo>
                    <a:pt x="3804695" y="200084"/>
                  </a:lnTo>
                  <a:cubicBezTo>
                    <a:pt x="3795228" y="285751"/>
                    <a:pt x="3781167" y="371032"/>
                    <a:pt x="3762590" y="455543"/>
                  </a:cubicBezTo>
                  <a:cubicBezTo>
                    <a:pt x="3725537" y="624467"/>
                    <a:pt x="3668784" y="790112"/>
                    <a:pt x="3592332" y="947274"/>
                  </a:cubicBezTo>
                  <a:cubicBezTo>
                    <a:pt x="3438712" y="1261596"/>
                    <a:pt x="3216091" y="1542847"/>
                    <a:pt x="2953967" y="1782349"/>
                  </a:cubicBezTo>
                  <a:cubicBezTo>
                    <a:pt x="2822599" y="1902099"/>
                    <a:pt x="2680615" y="2011341"/>
                    <a:pt x="2530669" y="2109494"/>
                  </a:cubicBezTo>
                  <a:cubicBezTo>
                    <a:pt x="2380520" y="2207551"/>
                    <a:pt x="2222510" y="2294906"/>
                    <a:pt x="2057561" y="2369245"/>
                  </a:cubicBezTo>
                  <a:cubicBezTo>
                    <a:pt x="1727252" y="2516859"/>
                    <a:pt x="1371629" y="2614434"/>
                    <a:pt x="1007330" y="2655701"/>
                  </a:cubicBezTo>
                  <a:cubicBezTo>
                    <a:pt x="916281" y="2665873"/>
                    <a:pt x="824568" y="2672188"/>
                    <a:pt x="732765" y="2674696"/>
                  </a:cubicBezTo>
                  <a:cubicBezTo>
                    <a:pt x="640963" y="2677203"/>
                    <a:pt x="549072" y="2675901"/>
                    <a:pt x="457666" y="2670839"/>
                  </a:cubicBezTo>
                  <a:cubicBezTo>
                    <a:pt x="366106" y="2665584"/>
                    <a:pt x="274572" y="2656521"/>
                    <a:pt x="183574" y="2643312"/>
                  </a:cubicBezTo>
                  <a:lnTo>
                    <a:pt x="0" y="2607798"/>
                  </a:lnTo>
                  <a:lnTo>
                    <a:pt x="0" y="2356652"/>
                  </a:lnTo>
                  <a:lnTo>
                    <a:pt x="222195" y="2396940"/>
                  </a:lnTo>
                  <a:cubicBezTo>
                    <a:pt x="304990" y="2407980"/>
                    <a:pt x="388511" y="2415283"/>
                    <a:pt x="472364" y="2419092"/>
                  </a:cubicBezTo>
                  <a:cubicBezTo>
                    <a:pt x="640376" y="2427095"/>
                    <a:pt x="808184" y="2421791"/>
                    <a:pt x="974972" y="2402122"/>
                  </a:cubicBezTo>
                  <a:cubicBezTo>
                    <a:pt x="1141658" y="2382358"/>
                    <a:pt x="1306812" y="2349286"/>
                    <a:pt x="1468292" y="2304162"/>
                  </a:cubicBezTo>
                  <a:cubicBezTo>
                    <a:pt x="1629874" y="2259231"/>
                    <a:pt x="1787475" y="2201091"/>
                    <a:pt x="1940176" y="2133695"/>
                  </a:cubicBezTo>
                  <a:cubicBezTo>
                    <a:pt x="2246498" y="2000349"/>
                    <a:pt x="2532507" y="1823520"/>
                    <a:pt x="2783403" y="1609954"/>
                  </a:cubicBezTo>
                  <a:cubicBezTo>
                    <a:pt x="2908442" y="1502833"/>
                    <a:pt x="3024295" y="1385975"/>
                    <a:pt x="3128104" y="1260439"/>
                  </a:cubicBezTo>
                  <a:cubicBezTo>
                    <a:pt x="3232116" y="1135096"/>
                    <a:pt x="3323881" y="1000689"/>
                    <a:pt x="3400639" y="859052"/>
                  </a:cubicBezTo>
                  <a:cubicBezTo>
                    <a:pt x="3477399" y="717510"/>
                    <a:pt x="3541296" y="569316"/>
                    <a:pt x="3585595" y="415336"/>
                  </a:cubicBezTo>
                  <a:cubicBezTo>
                    <a:pt x="3607796" y="338540"/>
                    <a:pt x="3624638" y="260224"/>
                    <a:pt x="3635918" y="181137"/>
                  </a:cubicBezTo>
                  <a:close/>
                </a:path>
              </a:pathLst>
            </a:custGeom>
            <a:gradFill rotWithShape="0">
              <a:gsLst>
                <a:gs pos="2000">
                  <a:srgbClr val="ffffff">
                    <a:alpha val="10000"/>
                  </a:srgbClr>
                </a:gs>
                <a:gs pos="16000">
                  <a:srgbClr val="f19d19">
                    <a:alpha val="10000"/>
                  </a:srgbClr>
                </a:gs>
                <a:gs pos="85000">
                  <a:srgbClr val="1d9a78">
                    <a:alpha val="10000"/>
                  </a:srgbClr>
                </a:gs>
                <a:gs pos="100000">
                  <a:srgbClr val="ffffff">
                    <a:alpha val="10000"/>
                  </a:srgbClr>
                </a:gs>
              </a:gsLst>
              <a:lin ang="9600000"/>
            </a:gra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/>
          </p:style>
          <p:txBody>
            <a:bodyPr lIns="90000" rIns="90000" tIns="45000" bIns="45000" anchor="ctr">
              <a:noAutofit/>
            </a:bodyPr>
            <a:p>
              <a:pPr algn="ctr" defTabSz="914400">
                <a:lnSpc>
                  <a:spcPct val="100000"/>
                </a:lnSpc>
              </a:pPr>
              <a:endParaRPr b="0" lang="en-US" sz="1800" strike="noStrike" u="none">
                <a:solidFill>
                  <a:schemeClr val="lt1"/>
                </a:solidFill>
                <a:uFillTx/>
                <a:latin typeface="Calibri"/>
              </a:endParaRPr>
            </a:p>
          </p:txBody>
        </p:sp>
        <p:sp>
          <p:nvSpPr>
            <p:cNvPr id="1095" name="Freeform: Shape 21">
              <a:extLs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/>
            <p:nvPr/>
          </p:nvSpPr>
          <p:spPr>
            <a:xfrm flipV="1">
              <a:off x="360" y="4681800"/>
              <a:ext cx="2897280" cy="2174400"/>
            </a:xfrm>
            <a:custGeom>
              <a:avLst/>
              <a:gdLst>
                <a:gd name="textAreaLeft" fmla="*/ 0 w 2897280"/>
                <a:gd name="textAreaRight" fmla="*/ 2898360 w 2897280"/>
                <a:gd name="textAreaTop" fmla="*/ 720 h 2174400"/>
                <a:gd name="textAreaBottom" fmla="*/ 2176200 h 2174400"/>
              </a:gdLst>
              <a:ahLst/>
              <a:rect l="textAreaLeft" t="textAreaTop" r="textAreaRight" b="textAreaBottom"/>
              <a:pathLst>
                <a:path w="3832270" h="2876136">
                  <a:moveTo>
                    <a:pt x="3800718" y="0"/>
                  </a:moveTo>
                  <a:lnTo>
                    <a:pt x="3832270" y="0"/>
                  </a:lnTo>
                  <a:lnTo>
                    <a:pt x="3824562" y="143769"/>
                  </a:lnTo>
                  <a:cubicBezTo>
                    <a:pt x="3797131" y="409191"/>
                    <a:pt x="3730585" y="671345"/>
                    <a:pt x="3628155" y="922055"/>
                  </a:cubicBezTo>
                  <a:cubicBezTo>
                    <a:pt x="3593858" y="1005553"/>
                    <a:pt x="3556704" y="1088280"/>
                    <a:pt x="3514853" y="1169078"/>
                  </a:cubicBezTo>
                  <a:cubicBezTo>
                    <a:pt x="3473616" y="1250166"/>
                    <a:pt x="3428194" y="1329517"/>
                    <a:pt x="3379198" y="1407037"/>
                  </a:cubicBezTo>
                  <a:cubicBezTo>
                    <a:pt x="3281106" y="1561980"/>
                    <a:pt x="3169132" y="1710174"/>
                    <a:pt x="3043787" y="1848342"/>
                  </a:cubicBezTo>
                  <a:cubicBezTo>
                    <a:pt x="2980806" y="1917184"/>
                    <a:pt x="2915071" y="1984001"/>
                    <a:pt x="2845661" y="2047444"/>
                  </a:cubicBezTo>
                  <a:cubicBezTo>
                    <a:pt x="2828411" y="2063450"/>
                    <a:pt x="2811060" y="2079263"/>
                    <a:pt x="2793197" y="2094689"/>
                  </a:cubicBezTo>
                  <a:cubicBezTo>
                    <a:pt x="2775436" y="2110213"/>
                    <a:pt x="2757982" y="2126025"/>
                    <a:pt x="2739710" y="2140969"/>
                  </a:cubicBezTo>
                  <a:cubicBezTo>
                    <a:pt x="2703576" y="2171341"/>
                    <a:pt x="2666524" y="2200749"/>
                    <a:pt x="2629166" y="2229867"/>
                  </a:cubicBezTo>
                  <a:cubicBezTo>
                    <a:pt x="2479015" y="2345569"/>
                    <a:pt x="2316821" y="2448061"/>
                    <a:pt x="2145952" y="2535994"/>
                  </a:cubicBezTo>
                  <a:cubicBezTo>
                    <a:pt x="1804312" y="2711957"/>
                    <a:pt x="1424600" y="2826982"/>
                    <a:pt x="1034987" y="2863910"/>
                  </a:cubicBezTo>
                  <a:cubicBezTo>
                    <a:pt x="937762" y="2873167"/>
                    <a:pt x="839720" y="2877096"/>
                    <a:pt x="741909" y="2875939"/>
                  </a:cubicBezTo>
                  <a:cubicBezTo>
                    <a:pt x="644097" y="2874782"/>
                    <a:pt x="546515" y="2868539"/>
                    <a:pt x="450208" y="2857451"/>
                  </a:cubicBezTo>
                  <a:cubicBezTo>
                    <a:pt x="305520" y="2840674"/>
                    <a:pt x="162095" y="2813810"/>
                    <a:pt x="22215" y="2775923"/>
                  </a:cubicBezTo>
                  <a:lnTo>
                    <a:pt x="0" y="2769256"/>
                  </a:lnTo>
                  <a:lnTo>
                    <a:pt x="0" y="2590612"/>
                  </a:lnTo>
                  <a:lnTo>
                    <a:pt x="199046" y="2627410"/>
                  </a:lnTo>
                  <a:cubicBezTo>
                    <a:pt x="288321" y="2639209"/>
                    <a:pt x="378197" y="2646537"/>
                    <a:pt x="468174" y="2649670"/>
                  </a:cubicBezTo>
                  <a:cubicBezTo>
                    <a:pt x="648333" y="2656805"/>
                    <a:pt x="826655" y="2647163"/>
                    <a:pt x="1003650" y="2622480"/>
                  </a:cubicBezTo>
                  <a:cubicBezTo>
                    <a:pt x="1091943" y="2609658"/>
                    <a:pt x="1179725" y="2593747"/>
                    <a:pt x="1266489" y="2573982"/>
                  </a:cubicBezTo>
                  <a:cubicBezTo>
                    <a:pt x="1353250" y="2553927"/>
                    <a:pt x="1439298" y="2531076"/>
                    <a:pt x="1524223" y="2504657"/>
                  </a:cubicBezTo>
                  <a:cubicBezTo>
                    <a:pt x="1609149" y="2478336"/>
                    <a:pt x="1693052" y="2448833"/>
                    <a:pt x="1775731" y="2416243"/>
                  </a:cubicBezTo>
                  <a:cubicBezTo>
                    <a:pt x="1858309" y="2383557"/>
                    <a:pt x="1939764" y="2347882"/>
                    <a:pt x="2019789" y="2309412"/>
                  </a:cubicBezTo>
                  <a:cubicBezTo>
                    <a:pt x="2179839" y="2232567"/>
                    <a:pt x="2334583" y="2144923"/>
                    <a:pt x="2482486" y="2046962"/>
                  </a:cubicBezTo>
                  <a:cubicBezTo>
                    <a:pt x="2519334" y="2022376"/>
                    <a:pt x="2556081" y="1997403"/>
                    <a:pt x="2591908" y="1971371"/>
                  </a:cubicBezTo>
                  <a:cubicBezTo>
                    <a:pt x="2610077" y="1958644"/>
                    <a:pt x="2627838" y="1945434"/>
                    <a:pt x="2645702" y="1932321"/>
                  </a:cubicBezTo>
                  <a:cubicBezTo>
                    <a:pt x="2663666" y="1919305"/>
                    <a:pt x="2681325" y="1905903"/>
                    <a:pt x="2698779" y="1892309"/>
                  </a:cubicBezTo>
                  <a:cubicBezTo>
                    <a:pt x="2768903" y="1838025"/>
                    <a:pt x="2837496" y="1781717"/>
                    <a:pt x="2903537" y="1722516"/>
                  </a:cubicBezTo>
                  <a:cubicBezTo>
                    <a:pt x="3035926" y="1604501"/>
                    <a:pt x="3158720" y="1475784"/>
                    <a:pt x="3269061" y="1337327"/>
                  </a:cubicBezTo>
                  <a:cubicBezTo>
                    <a:pt x="3324182" y="1268099"/>
                    <a:pt x="3376341" y="1196461"/>
                    <a:pt x="3424928" y="1122508"/>
                  </a:cubicBezTo>
                  <a:cubicBezTo>
                    <a:pt x="3472697" y="1048170"/>
                    <a:pt x="3517814" y="972000"/>
                    <a:pt x="3557622" y="893226"/>
                  </a:cubicBezTo>
                  <a:cubicBezTo>
                    <a:pt x="3567931" y="873654"/>
                    <a:pt x="3577526" y="853791"/>
                    <a:pt x="3587019" y="833929"/>
                  </a:cubicBezTo>
                  <a:lnTo>
                    <a:pt x="3601310" y="804040"/>
                  </a:lnTo>
                  <a:lnTo>
                    <a:pt x="3614885" y="773861"/>
                  </a:lnTo>
                  <a:cubicBezTo>
                    <a:pt x="3623766" y="753709"/>
                    <a:pt x="3632748" y="733559"/>
                    <a:pt x="3640812" y="713022"/>
                  </a:cubicBezTo>
                  <a:cubicBezTo>
                    <a:pt x="3648876" y="692485"/>
                    <a:pt x="3657756" y="672236"/>
                    <a:pt x="3665105" y="651506"/>
                  </a:cubicBezTo>
                  <a:cubicBezTo>
                    <a:pt x="3696544" y="569166"/>
                    <a:pt x="3723185" y="485089"/>
                    <a:pt x="3744110" y="399567"/>
                  </a:cubicBezTo>
                  <a:cubicBezTo>
                    <a:pt x="3765341" y="314238"/>
                    <a:pt x="3781392" y="227654"/>
                    <a:pt x="3792123" y="140444"/>
                  </a:cubicBezTo>
                  <a:close/>
                </a:path>
              </a:pathLst>
            </a:custGeom>
            <a:gradFill rotWithShape="0">
              <a:gsLst>
                <a:gs pos="2000">
                  <a:srgbClr val="ffffff">
                    <a:alpha val="10000"/>
                  </a:srgbClr>
                </a:gs>
                <a:gs pos="16000">
                  <a:srgbClr val="f19d19">
                    <a:alpha val="10000"/>
                  </a:srgbClr>
                </a:gs>
                <a:gs pos="85000">
                  <a:srgbClr val="1d9a78">
                    <a:alpha val="10000"/>
                  </a:srgbClr>
                </a:gs>
                <a:gs pos="100000">
                  <a:srgbClr val="ffffff">
                    <a:alpha val="10000"/>
                  </a:srgbClr>
                </a:gs>
              </a:gsLst>
              <a:lin ang="9600000"/>
            </a:gra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/>
          </p:style>
          <p:txBody>
            <a:bodyPr lIns="90000" rIns="90000" tIns="45000" bIns="45000" anchor="ctr">
              <a:noAutofit/>
            </a:bodyPr>
            <a:p>
              <a:pPr algn="ctr" defTabSz="914400">
                <a:lnSpc>
                  <a:spcPct val="100000"/>
                </a:lnSpc>
              </a:pPr>
              <a:endParaRPr b="0" lang="en-US" sz="1800" strike="noStrike" u="none">
                <a:solidFill>
                  <a:schemeClr val="lt1"/>
                </a:solidFill>
                <a:uFillTx/>
                <a:latin typeface="Calibri"/>
              </a:endParaRPr>
            </a:p>
          </p:txBody>
        </p:sp>
      </p:grp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219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bg>
      <p:bgPr>
        <a:solidFill>
          <a:srgbClr val="000000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96" name="Rectangle 9">
            <a:extLst>
              <a:ext uri="{C183D7F6-B498-43B3-948B-1728B52AA6E4}">
                <adec:decorative xmlns:adec="http://schemas.microsoft.com/office/drawing/2017/decorative" val="1"/>
              </a:ext>
            </a:extLst>
          </p:cNvPr>
          <p:cNvSpPr/>
          <p:nvPr/>
        </p:nvSpPr>
        <p:spPr>
          <a:xfrm>
            <a:off x="0" y="0"/>
            <a:ext cx="12191040" cy="6856920"/>
          </a:xfrm>
          <a:prstGeom prst="rect">
            <a:avLst/>
          </a:prstGeom>
          <a:solidFill>
            <a:srgbClr val="000000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 algn="ctr" defTabSz="914400">
              <a:lnSpc>
                <a:spcPct val="100000"/>
              </a:lnSpc>
            </a:pPr>
            <a:endParaRPr b="0" lang="en-US" sz="1800" strike="noStrike" u="none">
              <a:solidFill>
                <a:schemeClr val="lt1"/>
              </a:solidFill>
              <a:uFillTx/>
              <a:latin typeface="Calibri"/>
            </a:endParaRPr>
          </a:p>
        </p:txBody>
      </p:sp>
      <p:pic>
        <p:nvPicPr>
          <p:cNvPr id="1097" name="Picture 5" descr="Lupe vor klarem Hintergrund"/>
          <p:cNvPicPr/>
          <p:nvPr/>
        </p:nvPicPr>
        <p:blipFill>
          <a:blip r:embed="rId1">
            <a:alphaModFix amt="50000"/>
          </a:blip>
          <a:srcRect l="0" t="0" r="0" b="15729"/>
          <a:stretch/>
        </p:blipFill>
        <p:spPr>
          <a:xfrm>
            <a:off x="0" y="0"/>
            <a:ext cx="12191040" cy="6856920"/>
          </a:xfrm>
          <a:prstGeom prst="rect">
            <a:avLst/>
          </a:prstGeom>
          <a:noFill/>
          <a:ln w="0">
            <a:noFill/>
          </a:ln>
        </p:spPr>
      </p:pic>
      <p:sp>
        <p:nvSpPr>
          <p:cNvPr id="1098" name="PlaceHolder 1"/>
          <p:cNvSpPr>
            <a:spLocks noGrp="1"/>
          </p:cNvSpPr>
          <p:nvPr>
            <p:ph type="title"/>
          </p:nvPr>
        </p:nvSpPr>
        <p:spPr>
          <a:xfrm>
            <a:off x="1523880" y="1122480"/>
            <a:ext cx="9142920" cy="289944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b">
            <a:normAutofit/>
          </a:bodyPr>
          <a:p>
            <a:pPr indent="0" algn="ctr" defTabSz="914400">
              <a:lnSpc>
                <a:spcPct val="90000"/>
              </a:lnSpc>
              <a:buNone/>
              <a:tabLst>
                <a:tab algn="l" pos="0"/>
              </a:tabLst>
            </a:pPr>
            <a:r>
              <a:rPr b="0" lang="en-US" sz="6000" strike="noStrike" u="none">
                <a:solidFill>
                  <a:srgbClr val="ffffff"/>
                </a:solidFill>
                <a:uFillTx/>
                <a:latin typeface="Calibri Light"/>
              </a:rPr>
              <a:t>Validierung</a:t>
            </a:r>
            <a:endParaRPr b="0" lang="de-DE" sz="6000" strike="noStrike" u="none">
              <a:solidFill>
                <a:srgbClr val="ffffff"/>
              </a:solidFill>
              <a:uFillTx/>
              <a:latin typeface="Arial"/>
            </a:endParaRPr>
          </a:p>
        </p:txBody>
      </p:sp>
      <p:sp>
        <p:nvSpPr>
          <p:cNvPr id="1099" name="PlaceHolder 2"/>
          <p:cNvSpPr>
            <a:spLocks noGrp="1"/>
          </p:cNvSpPr>
          <p:nvPr>
            <p:ph/>
          </p:nvPr>
        </p:nvSpPr>
        <p:spPr>
          <a:xfrm>
            <a:off x="1523880" y="4159440"/>
            <a:ext cx="9142920" cy="109728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t">
            <a:normAutofit/>
          </a:bodyPr>
          <a:p>
            <a:pPr indent="0" algn="ctr" defTabSz="914400">
              <a:lnSpc>
                <a:spcPct val="90000"/>
              </a:lnSpc>
              <a:spcBef>
                <a:spcPts val="1001"/>
              </a:spcBef>
              <a:buNone/>
              <a:tabLst>
                <a:tab algn="l" pos="0"/>
              </a:tabLst>
            </a:pPr>
            <a:r>
              <a:rPr b="0" lang="en-US" sz="2400" strike="noStrike" u="none">
                <a:solidFill>
                  <a:srgbClr val="ffffff"/>
                </a:solidFill>
                <a:uFillTx/>
                <a:latin typeface="Calibri"/>
              </a:rPr>
              <a:t>Prüfen der Formulareingaben</a:t>
            </a:r>
            <a:endParaRPr b="0" lang="de-DE" sz="2400" strike="noStrike" u="none">
              <a:solidFill>
                <a:srgbClr val="ffffff"/>
              </a:solidFill>
              <a:uFillTx/>
              <a:latin typeface="Arial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220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00" name="PlaceHolder 1"/>
          <p:cNvSpPr>
            <a:spLocks noGrp="1"/>
          </p:cNvSpPr>
          <p:nvPr>
            <p:ph type="title"/>
          </p:nvPr>
        </p:nvSpPr>
        <p:spPr>
          <a:xfrm>
            <a:off x="838080" y="365040"/>
            <a:ext cx="10514520" cy="132444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ctr">
            <a:noAutofit/>
          </a:bodyPr>
          <a:p>
            <a:pPr indent="0" algn="ctr">
              <a:buNone/>
            </a:pPr>
            <a:endParaRPr b="0" lang="de-DE" sz="1800" strike="noStrike" u="none">
              <a:solidFill>
                <a:srgbClr val="000000"/>
              </a:solidFill>
              <a:uFillTx/>
              <a:latin typeface="Arial"/>
            </a:endParaRPr>
          </a:p>
        </p:txBody>
      </p:sp>
      <p:sp>
        <p:nvSpPr>
          <p:cNvPr id="1101" name="PlaceHolder 2"/>
          <p:cNvSpPr>
            <a:spLocks noGrp="1"/>
          </p:cNvSpPr>
          <p:nvPr>
            <p:ph/>
          </p:nvPr>
        </p:nvSpPr>
        <p:spPr>
          <a:xfrm>
            <a:off x="838080" y="1825560"/>
            <a:ext cx="10514520" cy="435024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t">
            <a:noAutofit/>
          </a:bodyPr>
          <a:p>
            <a:pPr marL="228600" indent="-228600" defTabSz="914400">
              <a:lnSpc>
                <a:spcPct val="90000"/>
              </a:lnSpc>
              <a:spcBef>
                <a:spcPts val="1001"/>
              </a:spcBef>
              <a:buClr>
                <a:srgbClr val="000000"/>
              </a:buClr>
              <a:buFont typeface="Arial"/>
              <a:buChar char="•"/>
            </a:pPr>
            <a:r>
              <a:rPr b="0" lang="de-DE" sz="2800" strike="noStrike" u="none">
                <a:solidFill>
                  <a:schemeClr val="dk1"/>
                </a:solidFill>
                <a:uFillTx/>
                <a:latin typeface="Calibri"/>
              </a:rPr>
              <a:t>2-fache Validierung ist nicht redundant</a:t>
            </a:r>
            <a:endParaRPr b="0" lang="de-DE" sz="2800" strike="noStrike" u="none">
              <a:solidFill>
                <a:srgbClr val="000000"/>
              </a:solidFill>
              <a:uFillTx/>
              <a:latin typeface="Arial"/>
            </a:endParaRPr>
          </a:p>
          <a:p>
            <a:pPr lvl="1" marL="685800" indent="-228600" defTabSz="914400">
              <a:lnSpc>
                <a:spcPct val="90000"/>
              </a:lnSpc>
              <a:spcBef>
                <a:spcPts val="499"/>
              </a:spcBef>
              <a:buClr>
                <a:srgbClr val="000000"/>
              </a:buClr>
              <a:buFont typeface="Arial"/>
              <a:buChar char="•"/>
            </a:pPr>
            <a:r>
              <a:rPr b="0" lang="de-DE" sz="2400" strike="noStrike" u="none">
                <a:solidFill>
                  <a:schemeClr val="dk1"/>
                </a:solidFill>
                <a:uFillTx/>
                <a:latin typeface="Calibri"/>
              </a:rPr>
              <a:t>Client-seitig Validierung für User Experience</a:t>
            </a:r>
            <a:endParaRPr b="0" lang="de-DE" sz="2400" strike="noStrike" u="none">
              <a:solidFill>
                <a:srgbClr val="000000"/>
              </a:solidFill>
              <a:uFillTx/>
              <a:latin typeface="Arial"/>
            </a:endParaRPr>
          </a:p>
          <a:p>
            <a:pPr lvl="1" marL="685800" indent="-228600" defTabSz="914400">
              <a:lnSpc>
                <a:spcPct val="90000"/>
              </a:lnSpc>
              <a:spcBef>
                <a:spcPts val="499"/>
              </a:spcBef>
              <a:buClr>
                <a:srgbClr val="000000"/>
              </a:buClr>
              <a:buFont typeface="Arial"/>
              <a:buChar char="•"/>
            </a:pPr>
            <a:r>
              <a:rPr b="0" lang="de-DE" sz="2400" strike="noStrike" u="none">
                <a:solidFill>
                  <a:schemeClr val="dk1"/>
                </a:solidFill>
                <a:uFillTx/>
                <a:latin typeface="Calibri"/>
              </a:rPr>
              <a:t>Server-seitig Validierung für Sicherheit</a:t>
            </a:r>
            <a:endParaRPr b="0" lang="de-DE" sz="2400" strike="noStrike" u="none">
              <a:solidFill>
                <a:srgbClr val="000000"/>
              </a:solidFill>
              <a:uFillTx/>
              <a:latin typeface="Arial"/>
            </a:endParaRPr>
          </a:p>
          <a:p>
            <a:pPr marL="228600" indent="-228600" defTabSz="914400">
              <a:lnSpc>
                <a:spcPct val="90000"/>
              </a:lnSpc>
              <a:spcBef>
                <a:spcPts val="1001"/>
              </a:spcBef>
              <a:buClr>
                <a:srgbClr val="000000"/>
              </a:buClr>
              <a:buFont typeface="Arial"/>
              <a:buChar char="•"/>
            </a:pPr>
            <a:r>
              <a:rPr b="0" lang="de-DE" sz="2800" strike="noStrike" u="none">
                <a:solidFill>
                  <a:schemeClr val="dk1"/>
                </a:solidFill>
                <a:uFillTx/>
                <a:latin typeface="Calibri"/>
              </a:rPr>
              <a:t>Validatoren</a:t>
            </a:r>
            <a:endParaRPr b="0" lang="de-DE" sz="2800" strike="noStrike" u="none">
              <a:solidFill>
                <a:srgbClr val="000000"/>
              </a:solidFill>
              <a:uFillTx/>
              <a:latin typeface="Arial"/>
            </a:endParaRPr>
          </a:p>
          <a:p>
            <a:pPr lvl="1" marL="685800" indent="-228600" defTabSz="914400">
              <a:lnSpc>
                <a:spcPct val="90000"/>
              </a:lnSpc>
              <a:spcBef>
                <a:spcPts val="499"/>
              </a:spcBef>
              <a:buClr>
                <a:srgbClr val="000000"/>
              </a:buClr>
              <a:buFont typeface="Arial"/>
              <a:buChar char="•"/>
            </a:pPr>
            <a:r>
              <a:rPr b="0" lang="de-DE" sz="2400" strike="noStrike" u="none">
                <a:solidFill>
                  <a:schemeClr val="dk1"/>
                </a:solidFill>
                <a:uFillTx/>
                <a:latin typeface="Calibri"/>
              </a:rPr>
              <a:t>Build-in</a:t>
            </a:r>
            <a:endParaRPr b="0" lang="de-DE" sz="2400" strike="noStrike" u="none">
              <a:solidFill>
                <a:srgbClr val="000000"/>
              </a:solidFill>
              <a:uFillTx/>
              <a:latin typeface="Arial"/>
            </a:endParaRPr>
          </a:p>
          <a:p>
            <a:pPr lvl="1" marL="685800" indent="-228600" defTabSz="914400">
              <a:lnSpc>
                <a:spcPct val="90000"/>
              </a:lnSpc>
              <a:spcBef>
                <a:spcPts val="499"/>
              </a:spcBef>
              <a:buClr>
                <a:srgbClr val="000000"/>
              </a:buClr>
              <a:buFont typeface="Arial"/>
              <a:buChar char="•"/>
            </a:pPr>
            <a:r>
              <a:rPr b="0" lang="de-DE" sz="2400" strike="noStrike" u="none">
                <a:solidFill>
                  <a:schemeClr val="dk1"/>
                </a:solidFill>
                <a:uFillTx/>
                <a:latin typeface="Calibri"/>
              </a:rPr>
              <a:t>Custom</a:t>
            </a:r>
            <a:endParaRPr b="0" lang="de-DE" sz="2400" strike="noStrike" u="none">
              <a:solidFill>
                <a:srgbClr val="000000"/>
              </a:solidFill>
              <a:uFillTx/>
              <a:latin typeface="Arial"/>
            </a:endParaRPr>
          </a:p>
          <a:p>
            <a:pPr marL="228600" indent="-228600" defTabSz="914400">
              <a:lnSpc>
                <a:spcPct val="90000"/>
              </a:lnSpc>
              <a:spcBef>
                <a:spcPts val="1001"/>
              </a:spcBef>
              <a:buClr>
                <a:srgbClr val="000000"/>
              </a:buClr>
              <a:buFont typeface="Arial"/>
              <a:buChar char="•"/>
            </a:pPr>
            <a:r>
              <a:rPr b="0" lang="de-DE" sz="2800" strike="noStrike" u="none">
                <a:solidFill>
                  <a:schemeClr val="dk1"/>
                </a:solidFill>
                <a:uFillTx/>
                <a:latin typeface="Calibri"/>
              </a:rPr>
              <a:t>Verwendung</a:t>
            </a:r>
            <a:endParaRPr b="0" lang="de-DE" sz="2800" strike="noStrike" u="none">
              <a:solidFill>
                <a:srgbClr val="000000"/>
              </a:solidFill>
              <a:uFillTx/>
              <a:latin typeface="Arial"/>
            </a:endParaRPr>
          </a:p>
          <a:p>
            <a:pPr lvl="1" marL="685800" indent="-228600" defTabSz="914400">
              <a:lnSpc>
                <a:spcPct val="90000"/>
              </a:lnSpc>
              <a:spcBef>
                <a:spcPts val="499"/>
              </a:spcBef>
              <a:buClr>
                <a:srgbClr val="000000"/>
              </a:buClr>
              <a:buFont typeface="Arial"/>
              <a:buChar char="•"/>
            </a:pPr>
            <a:r>
              <a:rPr b="0" lang="de-DE" sz="2400" strike="noStrike" u="none">
                <a:solidFill>
                  <a:schemeClr val="dk1"/>
                </a:solidFill>
                <a:uFillTx/>
                <a:latin typeface="Calibri"/>
              </a:rPr>
              <a:t>Mittels Attributierung bzw. Direktive</a:t>
            </a:r>
            <a:endParaRPr b="0" lang="de-DE" sz="2400" strike="noStrike" u="none">
              <a:solidFill>
                <a:srgbClr val="000000"/>
              </a:solidFill>
              <a:uFillTx/>
              <a:latin typeface="Arial"/>
            </a:endParaRPr>
          </a:p>
          <a:p>
            <a:pPr lvl="1" marL="685800" indent="-228600" defTabSz="914400">
              <a:lnSpc>
                <a:spcPct val="90000"/>
              </a:lnSpc>
              <a:spcBef>
                <a:spcPts val="499"/>
              </a:spcBef>
              <a:buClr>
                <a:srgbClr val="000000"/>
              </a:buClr>
              <a:buFont typeface="Arial"/>
              <a:buChar char="•"/>
            </a:pPr>
            <a:r>
              <a:rPr b="0" lang="de-DE" sz="2400" strike="noStrike" u="none">
                <a:solidFill>
                  <a:schemeClr val="dk1"/>
                </a:solidFill>
                <a:uFillTx/>
                <a:latin typeface="Calibri"/>
              </a:rPr>
              <a:t>Mit Hilfe der Forms API</a:t>
            </a:r>
            <a:endParaRPr b="0" lang="de-DE" sz="2400" strike="noStrike" u="none">
              <a:solidFill>
                <a:srgbClr val="000000"/>
              </a:solidFill>
              <a:uFillTx/>
              <a:latin typeface="Arial"/>
            </a:endParaRPr>
          </a:p>
          <a:p>
            <a:pPr indent="0" defTabSz="914400">
              <a:lnSpc>
                <a:spcPct val="90000"/>
              </a:lnSpc>
              <a:spcBef>
                <a:spcPts val="1001"/>
              </a:spcBef>
              <a:buNone/>
              <a:tabLst>
                <a:tab algn="l" pos="0"/>
              </a:tabLst>
            </a:pPr>
            <a:endParaRPr b="0" lang="de-DE" sz="2800" strike="noStrike" u="none">
              <a:solidFill>
                <a:srgbClr val="000000"/>
              </a:solidFill>
              <a:uFillTx/>
              <a:latin typeface="Arial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221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02" name="PlaceHolder 1"/>
          <p:cNvSpPr>
            <a:spLocks noGrp="1"/>
          </p:cNvSpPr>
          <p:nvPr>
            <p:ph type="title"/>
          </p:nvPr>
        </p:nvSpPr>
        <p:spPr>
          <a:xfrm>
            <a:off x="838080" y="365040"/>
            <a:ext cx="10514520" cy="132444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ctr">
            <a:noAutofit/>
          </a:bodyPr>
          <a:p>
            <a:pPr indent="0" defTabSz="914400">
              <a:lnSpc>
                <a:spcPct val="90000"/>
              </a:lnSpc>
              <a:buNone/>
              <a:tabLst>
                <a:tab algn="l" pos="0"/>
              </a:tabLst>
            </a:pPr>
            <a:r>
              <a:rPr b="0" lang="de-DE" sz="4400" strike="noStrike" u="none">
                <a:solidFill>
                  <a:schemeClr val="dk1"/>
                </a:solidFill>
                <a:uFillTx/>
                <a:latin typeface="Calibri Light"/>
              </a:rPr>
              <a:t>Verwendung</a:t>
            </a:r>
            <a:endParaRPr b="0" lang="de-DE" sz="4400" strike="noStrike" u="none">
              <a:solidFill>
                <a:srgbClr val="000000"/>
              </a:solidFill>
              <a:uFillTx/>
              <a:latin typeface="Arial"/>
            </a:endParaRPr>
          </a:p>
        </p:txBody>
      </p:sp>
      <p:sp>
        <p:nvSpPr>
          <p:cNvPr id="1103" name="PlaceHolder 2"/>
          <p:cNvSpPr>
            <a:spLocks noGrp="1"/>
          </p:cNvSpPr>
          <p:nvPr>
            <p:ph/>
          </p:nvPr>
        </p:nvSpPr>
        <p:spPr>
          <a:xfrm>
            <a:off x="838080" y="1825560"/>
            <a:ext cx="10514520" cy="435024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t">
            <a:noAutofit/>
          </a:bodyPr>
          <a:p>
            <a:pPr indent="0" defTabSz="914400">
              <a:lnSpc>
                <a:spcPct val="90000"/>
              </a:lnSpc>
              <a:spcBef>
                <a:spcPts val="1001"/>
              </a:spcBef>
              <a:buNone/>
              <a:tabLst>
                <a:tab algn="l" pos="0"/>
              </a:tabLst>
            </a:pPr>
            <a:r>
              <a:rPr b="0" lang="de-DE" sz="2800" strike="noStrike" u="none">
                <a:solidFill>
                  <a:srgbClr val="1e347b"/>
                </a:solidFill>
                <a:uFillTx/>
                <a:latin typeface="SourceCodePro"/>
              </a:rPr>
              <a:t>this</a:t>
            </a:r>
            <a:r>
              <a:rPr b="0" lang="de-DE" sz="2800" strike="noStrike" u="none">
                <a:solidFill>
                  <a:srgbClr val="93a1a1"/>
                </a:solidFill>
                <a:uFillTx/>
                <a:latin typeface="SourceCodePro"/>
              </a:rPr>
              <a:t>.</a:t>
            </a:r>
            <a:r>
              <a:rPr b="0" lang="de-DE" sz="2800" strike="noStrike" u="none">
                <a:solidFill>
                  <a:srgbClr val="48484c"/>
                </a:solidFill>
                <a:uFillTx/>
                <a:latin typeface="SourceCodePro"/>
              </a:rPr>
              <a:t>form </a:t>
            </a:r>
            <a:r>
              <a:rPr b="0" lang="de-DE" sz="2800" strike="noStrike" u="none">
                <a:solidFill>
                  <a:srgbClr val="93a1a1"/>
                </a:solidFill>
                <a:uFillTx/>
                <a:latin typeface="SourceCodePro"/>
              </a:rPr>
              <a:t>=</a:t>
            </a:r>
            <a:r>
              <a:rPr b="0" lang="de-DE" sz="2800" strike="noStrike" u="none">
                <a:solidFill>
                  <a:srgbClr val="48484c"/>
                </a:solidFill>
                <a:uFillTx/>
                <a:latin typeface="SourceCodePro"/>
              </a:rPr>
              <a:t> </a:t>
            </a:r>
            <a:r>
              <a:rPr b="0" lang="de-DE" sz="2800" strike="noStrike" u="none">
                <a:solidFill>
                  <a:srgbClr val="1e347b"/>
                </a:solidFill>
                <a:uFillTx/>
                <a:latin typeface="SourceCodePro"/>
              </a:rPr>
              <a:t>new</a:t>
            </a:r>
            <a:r>
              <a:rPr b="0" lang="de-DE" sz="2800" strike="noStrike" u="none">
                <a:solidFill>
                  <a:srgbClr val="48484c"/>
                </a:solidFill>
                <a:uFillTx/>
                <a:latin typeface="SourceCodePro"/>
              </a:rPr>
              <a:t> </a:t>
            </a:r>
            <a:r>
              <a:rPr b="0" lang="de-DE" sz="2800" strike="noStrike" u="none">
                <a:solidFill>
                  <a:srgbClr val="008080"/>
                </a:solidFill>
                <a:uFillTx/>
                <a:latin typeface="SourceCodePro"/>
              </a:rPr>
              <a:t>FormGroup</a:t>
            </a:r>
            <a:r>
              <a:rPr b="0" lang="de-DE" sz="2800" strike="noStrike" u="none">
                <a:solidFill>
                  <a:srgbClr val="93a1a1"/>
                </a:solidFill>
                <a:uFillTx/>
                <a:latin typeface="SourceCodePro"/>
              </a:rPr>
              <a:t>({</a:t>
            </a:r>
            <a:endParaRPr b="0" lang="de-DE" sz="2800" strike="noStrike" u="none">
              <a:solidFill>
                <a:srgbClr val="000000"/>
              </a:solidFill>
              <a:uFillTx/>
              <a:latin typeface="Arial"/>
            </a:endParaRPr>
          </a:p>
          <a:p>
            <a:pPr indent="0" defTabSz="914400">
              <a:lnSpc>
                <a:spcPct val="90000"/>
              </a:lnSpc>
              <a:spcBef>
                <a:spcPts val="1001"/>
              </a:spcBef>
              <a:buNone/>
              <a:tabLst>
                <a:tab algn="l" pos="0"/>
              </a:tabLst>
            </a:pPr>
            <a:r>
              <a:rPr b="0" lang="de-DE" sz="2800" strike="noStrike" u="none">
                <a:solidFill>
                  <a:srgbClr val="48484c"/>
                </a:solidFill>
                <a:uFillTx/>
                <a:latin typeface="SourceCodePro"/>
              </a:rPr>
              <a:t>	</a:t>
            </a:r>
            <a:r>
              <a:rPr b="0" lang="de-DE" sz="2800" strike="noStrike" u="none">
                <a:solidFill>
                  <a:srgbClr val="48484c"/>
                </a:solidFill>
                <a:uFillTx/>
                <a:latin typeface="SourceCodePro"/>
              </a:rPr>
              <a:t>name</a:t>
            </a:r>
            <a:r>
              <a:rPr b="0" lang="de-DE" sz="2800" strike="noStrike" u="none">
                <a:solidFill>
                  <a:srgbClr val="93a1a1"/>
                </a:solidFill>
                <a:uFillTx/>
                <a:latin typeface="SourceCodePro"/>
              </a:rPr>
              <a:t>:</a:t>
            </a:r>
            <a:r>
              <a:rPr b="0" lang="de-DE" sz="2800" strike="noStrike" u="none">
                <a:solidFill>
                  <a:srgbClr val="48484c"/>
                </a:solidFill>
                <a:uFillTx/>
                <a:latin typeface="SourceCodePro"/>
              </a:rPr>
              <a:t> </a:t>
            </a:r>
            <a:r>
              <a:rPr b="0" lang="de-DE" sz="2800" strike="noStrike" u="none">
                <a:solidFill>
                  <a:srgbClr val="1e347b"/>
                </a:solidFill>
                <a:uFillTx/>
                <a:latin typeface="SourceCodePro"/>
              </a:rPr>
              <a:t>new</a:t>
            </a:r>
            <a:r>
              <a:rPr b="0" lang="de-DE" sz="2800" strike="noStrike" u="none">
                <a:solidFill>
                  <a:srgbClr val="48484c"/>
                </a:solidFill>
                <a:uFillTx/>
                <a:latin typeface="SourceCodePro"/>
              </a:rPr>
              <a:t> </a:t>
            </a:r>
            <a:r>
              <a:rPr b="0" lang="de-DE" sz="2800" strike="noStrike" u="none">
                <a:solidFill>
                  <a:srgbClr val="008080"/>
                </a:solidFill>
                <a:uFillTx/>
                <a:latin typeface="SourceCodePro"/>
              </a:rPr>
              <a:t>FormControl</a:t>
            </a:r>
            <a:r>
              <a:rPr b="0" lang="de-DE" sz="2800" strike="noStrike" u="none">
                <a:solidFill>
                  <a:srgbClr val="93a1a1"/>
                </a:solidFill>
                <a:uFillTx/>
                <a:latin typeface="SourceCodePro"/>
              </a:rPr>
              <a:t>(</a:t>
            </a:r>
            <a:r>
              <a:rPr b="0" lang="de-DE" sz="2800" strike="noStrike" u="none">
                <a:solidFill>
                  <a:srgbClr val="dd1144"/>
                </a:solidFill>
                <a:uFillTx/>
                <a:latin typeface="SourceCodePro"/>
              </a:rPr>
              <a:t>''</a:t>
            </a:r>
            <a:r>
              <a:rPr b="0" lang="de-DE" sz="2800" strike="noStrike" u="none">
                <a:solidFill>
                  <a:srgbClr val="93a1a1"/>
                </a:solidFill>
                <a:uFillTx/>
                <a:latin typeface="SourceCodePro"/>
              </a:rPr>
              <a:t>,</a:t>
            </a:r>
            <a:r>
              <a:rPr b="0" lang="de-DE" sz="2800" strike="noStrike" u="none">
                <a:solidFill>
                  <a:srgbClr val="48484c"/>
                </a:solidFill>
                <a:uFillTx/>
                <a:latin typeface="SourceCodePro"/>
              </a:rPr>
              <a:t> </a:t>
            </a:r>
            <a:r>
              <a:rPr b="0" lang="de-DE" sz="2800" strike="noStrike" u="none">
                <a:solidFill>
                  <a:srgbClr val="008080"/>
                </a:solidFill>
                <a:uFillTx/>
                <a:latin typeface="SourceCodePro"/>
              </a:rPr>
              <a:t>Validators</a:t>
            </a:r>
            <a:r>
              <a:rPr b="0" lang="de-DE" sz="2800" strike="noStrike" u="none">
                <a:solidFill>
                  <a:srgbClr val="93a1a1"/>
                </a:solidFill>
                <a:uFillTx/>
                <a:latin typeface="SourceCodePro"/>
              </a:rPr>
              <a:t>.</a:t>
            </a:r>
            <a:r>
              <a:rPr b="0" lang="de-DE" sz="2800" strike="noStrike" u="none">
                <a:solidFill>
                  <a:srgbClr val="48484c"/>
                </a:solidFill>
                <a:uFillTx/>
                <a:latin typeface="SourceCodePro"/>
              </a:rPr>
              <a:t>required</a:t>
            </a:r>
            <a:r>
              <a:rPr b="0" lang="de-DE" sz="2800" strike="noStrike" u="none">
                <a:solidFill>
                  <a:srgbClr val="93a1a1"/>
                </a:solidFill>
                <a:uFillTx/>
                <a:latin typeface="SourceCodePro"/>
              </a:rPr>
              <a:t>)),</a:t>
            </a:r>
            <a:endParaRPr b="0" lang="de-DE" sz="2800" strike="noStrike" u="none">
              <a:solidFill>
                <a:srgbClr val="000000"/>
              </a:solidFill>
              <a:uFillTx/>
              <a:latin typeface="Arial"/>
            </a:endParaRPr>
          </a:p>
          <a:p>
            <a:pPr indent="0" defTabSz="914400">
              <a:lnSpc>
                <a:spcPct val="90000"/>
              </a:lnSpc>
              <a:spcBef>
                <a:spcPts val="1001"/>
              </a:spcBef>
              <a:buNone/>
              <a:tabLst>
                <a:tab algn="l" pos="0"/>
              </a:tabLst>
            </a:pPr>
            <a:r>
              <a:rPr b="0" lang="de-DE" sz="2800" strike="noStrike" u="none">
                <a:solidFill>
                  <a:srgbClr val="48484c"/>
                </a:solidFill>
                <a:uFillTx/>
                <a:latin typeface="SourceCodePro"/>
              </a:rPr>
              <a:t>	</a:t>
            </a:r>
            <a:r>
              <a:rPr b="0" lang="de-DE" sz="2800" strike="noStrike" u="none">
                <a:solidFill>
                  <a:srgbClr val="48484c"/>
                </a:solidFill>
                <a:uFillTx/>
                <a:latin typeface="SourceCodePro"/>
              </a:rPr>
              <a:t>city</a:t>
            </a:r>
            <a:r>
              <a:rPr b="0" lang="de-DE" sz="2800" strike="noStrike" u="none">
                <a:solidFill>
                  <a:srgbClr val="93a1a1"/>
                </a:solidFill>
                <a:uFillTx/>
                <a:latin typeface="SourceCodePro"/>
              </a:rPr>
              <a:t>:</a:t>
            </a:r>
            <a:r>
              <a:rPr b="0" lang="de-DE" sz="2800" strike="noStrike" u="none">
                <a:solidFill>
                  <a:srgbClr val="48484c"/>
                </a:solidFill>
                <a:uFillTx/>
                <a:latin typeface="SourceCodePro"/>
              </a:rPr>
              <a:t> </a:t>
            </a:r>
            <a:r>
              <a:rPr b="0" lang="de-DE" sz="2800" strike="noStrike" u="none">
                <a:solidFill>
                  <a:srgbClr val="1e347b"/>
                </a:solidFill>
                <a:uFillTx/>
                <a:latin typeface="SourceCodePro"/>
              </a:rPr>
              <a:t>new</a:t>
            </a:r>
            <a:r>
              <a:rPr b="0" lang="de-DE" sz="2800" strike="noStrike" u="none">
                <a:solidFill>
                  <a:srgbClr val="48484c"/>
                </a:solidFill>
                <a:uFillTx/>
                <a:latin typeface="SourceCodePro"/>
              </a:rPr>
              <a:t> </a:t>
            </a:r>
            <a:r>
              <a:rPr b="0" lang="de-DE" sz="2800" strike="noStrike" u="none">
                <a:solidFill>
                  <a:srgbClr val="008080"/>
                </a:solidFill>
                <a:uFillTx/>
                <a:latin typeface="SourceCodePro"/>
              </a:rPr>
              <a:t>FormControl</a:t>
            </a:r>
            <a:r>
              <a:rPr b="0" lang="de-DE" sz="2800" strike="noStrike" u="none">
                <a:solidFill>
                  <a:srgbClr val="93a1a1"/>
                </a:solidFill>
                <a:uFillTx/>
                <a:latin typeface="SourceCodePro"/>
              </a:rPr>
              <a:t>(</a:t>
            </a:r>
            <a:r>
              <a:rPr b="0" lang="de-DE" sz="2800" strike="noStrike" u="none">
                <a:solidFill>
                  <a:srgbClr val="dd1144"/>
                </a:solidFill>
                <a:uFillTx/>
                <a:latin typeface="SourceCodePro"/>
              </a:rPr>
              <a:t>''</a:t>
            </a:r>
            <a:r>
              <a:rPr b="0" lang="de-DE" sz="2800" strike="noStrike" u="none">
                <a:solidFill>
                  <a:srgbClr val="93a1a1"/>
                </a:solidFill>
                <a:uFillTx/>
                <a:latin typeface="SourceCodePro"/>
              </a:rPr>
              <a:t>,</a:t>
            </a:r>
            <a:r>
              <a:rPr b="0" lang="de-DE" sz="2800" strike="noStrike" u="none">
                <a:solidFill>
                  <a:srgbClr val="48484c"/>
                </a:solidFill>
                <a:uFillTx/>
                <a:latin typeface="SourceCodePro"/>
              </a:rPr>
              <a:t> </a:t>
            </a:r>
            <a:r>
              <a:rPr b="0" lang="de-DE" sz="2800" strike="noStrike" u="none">
                <a:solidFill>
                  <a:srgbClr val="008080"/>
                </a:solidFill>
                <a:uFillTx/>
                <a:latin typeface="SourceCodePro"/>
              </a:rPr>
              <a:t>Validators</a:t>
            </a:r>
            <a:r>
              <a:rPr b="0" lang="de-DE" sz="2800" strike="noStrike" u="none">
                <a:solidFill>
                  <a:srgbClr val="93a1a1"/>
                </a:solidFill>
                <a:uFillTx/>
                <a:latin typeface="SourceCodePro"/>
              </a:rPr>
              <a:t>.</a:t>
            </a:r>
            <a:r>
              <a:rPr b="0" lang="de-DE" sz="2800" strike="noStrike" u="none">
                <a:solidFill>
                  <a:srgbClr val="48484c"/>
                </a:solidFill>
                <a:uFillTx/>
                <a:latin typeface="SourceCodePro"/>
              </a:rPr>
              <a:t>maxLength</a:t>
            </a:r>
            <a:r>
              <a:rPr b="0" lang="de-DE" sz="2800" strike="noStrike" u="none">
                <a:solidFill>
                  <a:srgbClr val="93a1a1"/>
                </a:solidFill>
                <a:uFillTx/>
                <a:latin typeface="SourceCodePro"/>
              </a:rPr>
              <a:t>(</a:t>
            </a:r>
            <a:r>
              <a:rPr b="0" lang="de-DE" sz="2800" strike="noStrike" u="none">
                <a:solidFill>
                  <a:srgbClr val="195f91"/>
                </a:solidFill>
                <a:uFillTx/>
                <a:latin typeface="SourceCodePro"/>
              </a:rPr>
              <a:t>10</a:t>
            </a:r>
            <a:r>
              <a:rPr b="0" lang="de-DE" sz="2800" strike="noStrike" u="none">
                <a:solidFill>
                  <a:srgbClr val="93a1a1"/>
                </a:solidFill>
                <a:uFillTx/>
                <a:latin typeface="SourceCodePro"/>
              </a:rPr>
              <a:t>)),</a:t>
            </a:r>
            <a:endParaRPr b="0" lang="de-DE" sz="2800" strike="noStrike" u="none">
              <a:solidFill>
                <a:srgbClr val="000000"/>
              </a:solidFill>
              <a:uFillTx/>
              <a:latin typeface="Arial"/>
            </a:endParaRPr>
          </a:p>
          <a:p>
            <a:pPr indent="0" defTabSz="914400">
              <a:lnSpc>
                <a:spcPct val="90000"/>
              </a:lnSpc>
              <a:spcBef>
                <a:spcPts val="1001"/>
              </a:spcBef>
              <a:buNone/>
              <a:tabLst>
                <a:tab algn="l" pos="0"/>
              </a:tabLst>
            </a:pPr>
            <a:r>
              <a:rPr b="0" lang="de-DE" sz="2800" strike="noStrike" u="none">
                <a:solidFill>
                  <a:srgbClr val="48484c"/>
                </a:solidFill>
                <a:uFillTx/>
                <a:latin typeface="SourceCodePro"/>
              </a:rPr>
              <a:t>	</a:t>
            </a:r>
            <a:r>
              <a:rPr b="0" lang="de-DE" sz="2800" strike="noStrike" u="none">
                <a:solidFill>
                  <a:srgbClr val="48484c"/>
                </a:solidFill>
                <a:uFillTx/>
                <a:latin typeface="SourceCodePro"/>
              </a:rPr>
              <a:t>zip</a:t>
            </a:r>
            <a:r>
              <a:rPr b="0" lang="de-DE" sz="2800" strike="noStrike" u="none">
                <a:solidFill>
                  <a:srgbClr val="93a1a1"/>
                </a:solidFill>
                <a:uFillTx/>
                <a:latin typeface="SourceCodePro"/>
              </a:rPr>
              <a:t>:</a:t>
            </a:r>
            <a:r>
              <a:rPr b="0" lang="de-DE" sz="2800" strike="noStrike" u="none">
                <a:solidFill>
                  <a:srgbClr val="48484c"/>
                </a:solidFill>
                <a:uFillTx/>
                <a:latin typeface="SourceCodePro"/>
              </a:rPr>
              <a:t> </a:t>
            </a:r>
            <a:r>
              <a:rPr b="0" lang="de-DE" sz="2800" strike="noStrike" u="none">
                <a:solidFill>
                  <a:srgbClr val="1e347b"/>
                </a:solidFill>
                <a:uFillTx/>
                <a:latin typeface="SourceCodePro"/>
              </a:rPr>
              <a:t>new</a:t>
            </a:r>
            <a:r>
              <a:rPr b="0" lang="de-DE" sz="2800" strike="noStrike" u="none">
                <a:solidFill>
                  <a:srgbClr val="48484c"/>
                </a:solidFill>
                <a:uFillTx/>
                <a:latin typeface="SourceCodePro"/>
              </a:rPr>
              <a:t> </a:t>
            </a:r>
            <a:r>
              <a:rPr b="0" lang="de-DE" sz="2800" strike="noStrike" u="none">
                <a:solidFill>
                  <a:srgbClr val="008080"/>
                </a:solidFill>
                <a:uFillTx/>
                <a:latin typeface="SourceCodePro"/>
              </a:rPr>
              <a:t>FormControl</a:t>
            </a:r>
            <a:r>
              <a:rPr b="0" lang="de-DE" sz="2800" strike="noStrike" u="none">
                <a:solidFill>
                  <a:srgbClr val="93a1a1"/>
                </a:solidFill>
                <a:uFillTx/>
                <a:latin typeface="SourceCodePro"/>
              </a:rPr>
              <a:t>(</a:t>
            </a:r>
            <a:r>
              <a:rPr b="0" lang="de-DE" sz="2800" strike="noStrike" u="none">
                <a:solidFill>
                  <a:srgbClr val="dd1144"/>
                </a:solidFill>
                <a:uFillTx/>
                <a:latin typeface="SourceCodePro"/>
              </a:rPr>
              <a:t>''</a:t>
            </a:r>
            <a:r>
              <a:rPr b="0" lang="de-DE" sz="2800" strike="noStrike" u="none">
                <a:solidFill>
                  <a:srgbClr val="93a1a1"/>
                </a:solidFill>
                <a:uFillTx/>
                <a:latin typeface="SourceCodePro"/>
              </a:rPr>
              <a:t>,</a:t>
            </a:r>
            <a:r>
              <a:rPr b="0" lang="de-DE" sz="2800" strike="noStrike" u="none">
                <a:solidFill>
                  <a:srgbClr val="48484c"/>
                </a:solidFill>
                <a:uFillTx/>
                <a:latin typeface="SourceCodePro"/>
              </a:rPr>
              <a:t> </a:t>
            </a:r>
            <a:r>
              <a:rPr b="0" lang="de-DE" sz="2800" strike="noStrike" u="none">
                <a:solidFill>
                  <a:srgbClr val="008080"/>
                </a:solidFill>
                <a:uFillTx/>
                <a:latin typeface="SourceCodePro"/>
              </a:rPr>
              <a:t>Validators</a:t>
            </a:r>
            <a:r>
              <a:rPr b="0" lang="de-DE" sz="2800" strike="noStrike" u="none">
                <a:solidFill>
                  <a:srgbClr val="93a1a1"/>
                </a:solidFill>
                <a:uFillTx/>
                <a:latin typeface="SourceCodePro"/>
              </a:rPr>
              <a:t>.</a:t>
            </a:r>
            <a:r>
              <a:rPr b="0" lang="de-DE" sz="2800" strike="noStrike" u="none">
                <a:solidFill>
                  <a:srgbClr val="48484c"/>
                </a:solidFill>
                <a:uFillTx/>
                <a:latin typeface="SourceCodePro"/>
              </a:rPr>
              <a:t>pattern</a:t>
            </a:r>
            <a:r>
              <a:rPr b="0" lang="de-DE" sz="2800" strike="noStrike" u="none">
                <a:solidFill>
                  <a:srgbClr val="93a1a1"/>
                </a:solidFill>
                <a:uFillTx/>
                <a:latin typeface="SourceCodePro"/>
              </a:rPr>
              <a:t>(</a:t>
            </a:r>
            <a:r>
              <a:rPr b="0" lang="de-DE" sz="2800" strike="noStrike" u="none">
                <a:solidFill>
                  <a:srgbClr val="dd1144"/>
                </a:solidFill>
                <a:uFillTx/>
                <a:latin typeface="SourceCodePro"/>
              </a:rPr>
              <a:t>'[0-9]{5}'</a:t>
            </a:r>
            <a:r>
              <a:rPr b="0" lang="de-DE" sz="2800" strike="noStrike" u="none">
                <a:solidFill>
                  <a:srgbClr val="93a1a1"/>
                </a:solidFill>
                <a:uFillTx/>
                <a:latin typeface="SourceCodePro"/>
              </a:rPr>
              <a:t>)),</a:t>
            </a:r>
            <a:endParaRPr b="0" lang="de-DE" sz="2800" strike="noStrike" u="none">
              <a:solidFill>
                <a:srgbClr val="000000"/>
              </a:solidFill>
              <a:uFillTx/>
              <a:latin typeface="Arial"/>
            </a:endParaRPr>
          </a:p>
          <a:p>
            <a:pPr indent="0" defTabSz="914400">
              <a:lnSpc>
                <a:spcPct val="90000"/>
              </a:lnSpc>
              <a:spcBef>
                <a:spcPts val="1001"/>
              </a:spcBef>
              <a:buNone/>
              <a:tabLst>
                <a:tab algn="l" pos="0"/>
              </a:tabLst>
            </a:pPr>
            <a:r>
              <a:rPr b="0" lang="de-DE" sz="2800" strike="noStrike" u="none">
                <a:solidFill>
                  <a:srgbClr val="48484c"/>
                </a:solidFill>
                <a:uFillTx/>
                <a:latin typeface="SourceCodePro"/>
              </a:rPr>
              <a:t>	</a:t>
            </a:r>
            <a:r>
              <a:rPr b="0" lang="de-DE" sz="2800" strike="noStrike" u="none">
                <a:solidFill>
                  <a:srgbClr val="48484c"/>
                </a:solidFill>
                <a:uFillTx/>
                <a:latin typeface="SourceCodePro"/>
              </a:rPr>
              <a:t>street</a:t>
            </a:r>
            <a:r>
              <a:rPr b="0" lang="de-DE" sz="2800" strike="noStrike" u="none">
                <a:solidFill>
                  <a:srgbClr val="93a1a1"/>
                </a:solidFill>
                <a:uFillTx/>
                <a:latin typeface="SourceCodePro"/>
              </a:rPr>
              <a:t>:</a:t>
            </a:r>
            <a:r>
              <a:rPr b="0" lang="de-DE" sz="2800" strike="noStrike" u="none">
                <a:solidFill>
                  <a:srgbClr val="48484c"/>
                </a:solidFill>
                <a:uFillTx/>
                <a:latin typeface="SourceCodePro"/>
              </a:rPr>
              <a:t> </a:t>
            </a:r>
            <a:r>
              <a:rPr b="0" lang="de-DE" sz="2800" strike="noStrike" u="none">
                <a:solidFill>
                  <a:srgbClr val="1e347b"/>
                </a:solidFill>
                <a:uFillTx/>
                <a:latin typeface="SourceCodePro"/>
              </a:rPr>
              <a:t>new</a:t>
            </a:r>
            <a:r>
              <a:rPr b="0" lang="de-DE" sz="2800" strike="noStrike" u="none">
                <a:solidFill>
                  <a:srgbClr val="48484c"/>
                </a:solidFill>
                <a:uFillTx/>
                <a:latin typeface="SourceCodePro"/>
              </a:rPr>
              <a:t> </a:t>
            </a:r>
            <a:r>
              <a:rPr b="0" lang="de-DE" sz="2800" strike="noStrike" u="none">
                <a:solidFill>
                  <a:srgbClr val="008080"/>
                </a:solidFill>
                <a:uFillTx/>
                <a:latin typeface="SourceCodePro"/>
              </a:rPr>
              <a:t>FormControl</a:t>
            </a:r>
            <a:r>
              <a:rPr b="0" lang="de-DE" sz="2800" strike="noStrike" u="none">
                <a:solidFill>
                  <a:srgbClr val="93a1a1"/>
                </a:solidFill>
                <a:uFillTx/>
                <a:latin typeface="SourceCodePro"/>
              </a:rPr>
              <a:t>(</a:t>
            </a:r>
            <a:r>
              <a:rPr b="0" lang="de-DE" sz="2800" strike="noStrike" u="none">
                <a:solidFill>
                  <a:srgbClr val="dd1144"/>
                </a:solidFill>
                <a:uFillTx/>
                <a:latin typeface="SourceCodePro"/>
              </a:rPr>
              <a:t>''</a:t>
            </a:r>
            <a:r>
              <a:rPr b="0" lang="de-DE" sz="2800" strike="noStrike" u="none">
                <a:solidFill>
                  <a:srgbClr val="93a1a1"/>
                </a:solidFill>
                <a:uFillTx/>
                <a:latin typeface="SourceCodePro"/>
              </a:rPr>
              <a:t>,</a:t>
            </a:r>
            <a:r>
              <a:rPr b="0" lang="de-DE" sz="2800" strike="noStrike" u="none">
                <a:solidFill>
                  <a:srgbClr val="48484c"/>
                </a:solidFill>
                <a:uFillTx/>
                <a:latin typeface="SourceCodePro"/>
              </a:rPr>
              <a:t> </a:t>
            </a:r>
            <a:r>
              <a:rPr b="0" lang="de-DE" sz="2800" strike="noStrike" u="none">
                <a:solidFill>
                  <a:srgbClr val="008080"/>
                </a:solidFill>
                <a:uFillTx/>
                <a:latin typeface="SourceCodePro"/>
              </a:rPr>
              <a:t>Validators</a:t>
            </a:r>
            <a:r>
              <a:rPr b="0" lang="de-DE" sz="2800" strike="noStrike" u="none">
                <a:solidFill>
                  <a:srgbClr val="93a1a1"/>
                </a:solidFill>
                <a:uFillTx/>
                <a:latin typeface="SourceCodePro"/>
              </a:rPr>
              <a:t>.</a:t>
            </a:r>
            <a:r>
              <a:rPr b="0" lang="de-DE" sz="2800" strike="noStrike" u="none">
                <a:solidFill>
                  <a:srgbClr val="48484c"/>
                </a:solidFill>
                <a:uFillTx/>
                <a:latin typeface="SourceCodePro"/>
              </a:rPr>
              <a:t>compose</a:t>
            </a:r>
            <a:r>
              <a:rPr b="0" lang="de-DE" sz="2800" strike="noStrike" u="none">
                <a:solidFill>
                  <a:srgbClr val="93a1a1"/>
                </a:solidFill>
                <a:uFillTx/>
                <a:latin typeface="SourceCodePro"/>
              </a:rPr>
              <a:t>([</a:t>
            </a:r>
            <a:endParaRPr b="0" lang="de-DE" sz="2800" strike="noStrike" u="none">
              <a:solidFill>
                <a:srgbClr val="000000"/>
              </a:solidFill>
              <a:uFillTx/>
              <a:latin typeface="Arial"/>
            </a:endParaRPr>
          </a:p>
          <a:p>
            <a:pPr indent="0" defTabSz="914400">
              <a:lnSpc>
                <a:spcPct val="90000"/>
              </a:lnSpc>
              <a:spcBef>
                <a:spcPts val="1001"/>
              </a:spcBef>
              <a:buNone/>
              <a:tabLst>
                <a:tab algn="l" pos="0"/>
              </a:tabLst>
            </a:pPr>
            <a:r>
              <a:rPr b="0" lang="de-DE" sz="2800" strike="noStrike" u="none">
                <a:solidFill>
                  <a:srgbClr val="008080"/>
                </a:solidFill>
                <a:uFillTx/>
                <a:latin typeface="SourceCodePro"/>
              </a:rPr>
              <a:t>	</a:t>
            </a:r>
            <a:r>
              <a:rPr b="0" lang="de-DE" sz="2800" strike="noStrike" u="none">
                <a:solidFill>
                  <a:srgbClr val="008080"/>
                </a:solidFill>
                <a:uFillTx/>
                <a:latin typeface="SourceCodePro"/>
              </a:rPr>
              <a:t>	</a:t>
            </a:r>
            <a:r>
              <a:rPr b="0" lang="de-DE" sz="2800" strike="noStrike" u="none">
                <a:solidFill>
                  <a:srgbClr val="008080"/>
                </a:solidFill>
                <a:uFillTx/>
                <a:latin typeface="SourceCodePro"/>
              </a:rPr>
              <a:t>Validators</a:t>
            </a:r>
            <a:r>
              <a:rPr b="0" lang="de-DE" sz="2800" strike="noStrike" u="none">
                <a:solidFill>
                  <a:srgbClr val="93a1a1"/>
                </a:solidFill>
                <a:uFillTx/>
                <a:latin typeface="SourceCodePro"/>
              </a:rPr>
              <a:t>.</a:t>
            </a:r>
            <a:r>
              <a:rPr b="0" lang="de-DE" sz="2800" strike="noStrike" u="none">
                <a:solidFill>
                  <a:srgbClr val="48484c"/>
                </a:solidFill>
                <a:uFillTx/>
                <a:latin typeface="SourceCodePro"/>
              </a:rPr>
              <a:t>required</a:t>
            </a:r>
            <a:r>
              <a:rPr b="0" lang="de-DE" sz="2800" strike="noStrike" u="none">
                <a:solidFill>
                  <a:srgbClr val="93a1a1"/>
                </a:solidFill>
                <a:uFillTx/>
                <a:latin typeface="SourceCodePro"/>
              </a:rPr>
              <a:t>,</a:t>
            </a:r>
            <a:r>
              <a:rPr b="0" lang="de-DE" sz="2800" strike="noStrike" u="none">
                <a:solidFill>
                  <a:srgbClr val="48484c"/>
                </a:solidFill>
                <a:uFillTx/>
                <a:latin typeface="SourceCodePro"/>
              </a:rPr>
              <a:t> </a:t>
            </a:r>
            <a:r>
              <a:rPr b="0" lang="de-DE" sz="2800" strike="noStrike" u="none">
                <a:solidFill>
                  <a:srgbClr val="008080"/>
                </a:solidFill>
                <a:uFillTx/>
                <a:latin typeface="SourceCodePro"/>
              </a:rPr>
              <a:t>Validators</a:t>
            </a:r>
            <a:r>
              <a:rPr b="0" lang="de-DE" sz="2800" strike="noStrike" u="none">
                <a:solidFill>
                  <a:srgbClr val="93a1a1"/>
                </a:solidFill>
                <a:uFillTx/>
                <a:latin typeface="SourceCodePro"/>
              </a:rPr>
              <a:t>.</a:t>
            </a:r>
            <a:r>
              <a:rPr b="0" lang="de-DE" sz="2800" strike="noStrike" u="none">
                <a:solidFill>
                  <a:srgbClr val="48484c"/>
                </a:solidFill>
                <a:uFillTx/>
                <a:latin typeface="SourceCodePro"/>
              </a:rPr>
              <a:t>minLength</a:t>
            </a:r>
            <a:r>
              <a:rPr b="0" lang="de-DE" sz="2800" strike="noStrike" u="none">
                <a:solidFill>
                  <a:srgbClr val="93a1a1"/>
                </a:solidFill>
                <a:uFillTx/>
                <a:latin typeface="SourceCodePro"/>
              </a:rPr>
              <a:t>(</a:t>
            </a:r>
            <a:r>
              <a:rPr b="0" lang="de-DE" sz="2800" strike="noStrike" u="none">
                <a:solidFill>
                  <a:srgbClr val="195f91"/>
                </a:solidFill>
                <a:uFillTx/>
                <a:latin typeface="SourceCodePro"/>
              </a:rPr>
              <a:t>3</a:t>
            </a:r>
            <a:r>
              <a:rPr b="0" lang="de-DE" sz="2800" strike="noStrike" u="none">
                <a:solidFill>
                  <a:srgbClr val="93a1a1"/>
                </a:solidFill>
                <a:uFillTx/>
                <a:latin typeface="SourceCodePro"/>
              </a:rPr>
              <a:t>)</a:t>
            </a:r>
            <a:endParaRPr b="0" lang="de-DE" sz="2800" strike="noStrike" u="none">
              <a:solidFill>
                <a:srgbClr val="000000"/>
              </a:solidFill>
              <a:uFillTx/>
              <a:latin typeface="Arial"/>
            </a:endParaRPr>
          </a:p>
          <a:p>
            <a:pPr indent="0" defTabSz="914400">
              <a:lnSpc>
                <a:spcPct val="90000"/>
              </a:lnSpc>
              <a:spcBef>
                <a:spcPts val="1001"/>
              </a:spcBef>
              <a:buNone/>
              <a:tabLst>
                <a:tab algn="l" pos="0"/>
              </a:tabLst>
            </a:pPr>
            <a:r>
              <a:rPr b="0" lang="de-DE" sz="2800" strike="noStrike" u="none">
                <a:solidFill>
                  <a:srgbClr val="93a1a1"/>
                </a:solidFill>
                <a:uFillTx/>
                <a:latin typeface="SourceCodePro"/>
              </a:rPr>
              <a:t>]))</a:t>
            </a:r>
            <a:endParaRPr b="0" lang="de-DE" sz="2800" strike="noStrike" u="none">
              <a:solidFill>
                <a:srgbClr val="000000"/>
              </a:solidFill>
              <a:uFillTx/>
              <a:latin typeface="Arial"/>
            </a:endParaRPr>
          </a:p>
          <a:p>
            <a:pPr indent="0" defTabSz="914400">
              <a:lnSpc>
                <a:spcPct val="90000"/>
              </a:lnSpc>
              <a:spcBef>
                <a:spcPts val="1001"/>
              </a:spcBef>
              <a:buNone/>
              <a:tabLst>
                <a:tab algn="l" pos="0"/>
              </a:tabLst>
            </a:pPr>
            <a:endParaRPr b="0" lang="de-DE" sz="2800" strike="noStrike" u="none">
              <a:solidFill>
                <a:srgbClr val="000000"/>
              </a:solidFill>
              <a:uFillTx/>
              <a:latin typeface="Arial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222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04" name="PlaceHolder 1"/>
          <p:cNvSpPr>
            <a:spLocks noGrp="1"/>
          </p:cNvSpPr>
          <p:nvPr>
            <p:ph type="title"/>
          </p:nvPr>
        </p:nvSpPr>
        <p:spPr>
          <a:xfrm>
            <a:off x="838080" y="365040"/>
            <a:ext cx="10514520" cy="132444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ctr">
            <a:noAutofit/>
          </a:bodyPr>
          <a:p>
            <a:pPr indent="0" defTabSz="914400">
              <a:lnSpc>
                <a:spcPct val="90000"/>
              </a:lnSpc>
              <a:buNone/>
              <a:tabLst>
                <a:tab algn="l" pos="0"/>
              </a:tabLst>
            </a:pPr>
            <a:r>
              <a:rPr b="0" lang="de-DE" sz="4400" strike="noStrike" u="none">
                <a:solidFill>
                  <a:schemeClr val="dk1"/>
                </a:solidFill>
                <a:uFillTx/>
                <a:latin typeface="Calibri Light"/>
              </a:rPr>
              <a:t>Validierungsfehler</a:t>
            </a:r>
            <a:endParaRPr b="0" lang="de-DE" sz="4400" strike="noStrike" u="none">
              <a:solidFill>
                <a:srgbClr val="000000"/>
              </a:solidFill>
              <a:uFillTx/>
              <a:latin typeface="Arial"/>
            </a:endParaRPr>
          </a:p>
        </p:txBody>
      </p:sp>
      <p:sp>
        <p:nvSpPr>
          <p:cNvPr id="1105" name="PlaceHolder 2"/>
          <p:cNvSpPr>
            <a:spLocks noGrp="1"/>
          </p:cNvSpPr>
          <p:nvPr>
            <p:ph/>
          </p:nvPr>
        </p:nvSpPr>
        <p:spPr>
          <a:xfrm>
            <a:off x="838080" y="1825560"/>
            <a:ext cx="10514520" cy="435024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t">
            <a:normAutofit/>
          </a:bodyPr>
          <a:p>
            <a:pPr marL="228600" indent="-228600" defTabSz="914400">
              <a:lnSpc>
                <a:spcPct val="90000"/>
              </a:lnSpc>
              <a:spcBef>
                <a:spcPts val="1001"/>
              </a:spcBef>
              <a:buClr>
                <a:srgbClr val="333333"/>
              </a:buClr>
              <a:buFont typeface="Arial"/>
              <a:buChar char="•"/>
            </a:pPr>
            <a:r>
              <a:rPr b="0" lang="de-DE" sz="2800" strike="noStrike" u="none">
                <a:solidFill>
                  <a:srgbClr val="333333"/>
                </a:solidFill>
                <a:uFillTx/>
                <a:latin typeface="Aller"/>
              </a:rPr>
              <a:t>Zustand pro Feld / Gruppe / Formular</a:t>
            </a:r>
            <a:endParaRPr b="0" lang="de-DE" sz="2800" strike="noStrike" u="none">
              <a:solidFill>
                <a:srgbClr val="000000"/>
              </a:solidFill>
              <a:uFillTx/>
              <a:latin typeface="Arial"/>
            </a:endParaRPr>
          </a:p>
          <a:p>
            <a:pPr lvl="1" marL="743040" indent="-285840" defTabSz="914400">
              <a:lnSpc>
                <a:spcPct val="90000"/>
              </a:lnSpc>
              <a:spcBef>
                <a:spcPts val="499"/>
              </a:spcBef>
              <a:buClr>
                <a:srgbClr val="333333"/>
              </a:buClr>
              <a:buFont typeface="Arial"/>
              <a:buChar char="•"/>
            </a:pPr>
            <a:r>
              <a:rPr b="0" lang="de-DE" sz="2400" strike="noStrike" u="none">
                <a:solidFill>
                  <a:srgbClr val="333333"/>
                </a:solidFill>
                <a:uFillTx/>
                <a:latin typeface="Aller"/>
              </a:rPr>
              <a:t>untouched, touched</a:t>
            </a:r>
            <a:endParaRPr b="0" lang="de-DE" sz="2400" strike="noStrike" u="none">
              <a:solidFill>
                <a:srgbClr val="000000"/>
              </a:solidFill>
              <a:uFillTx/>
              <a:latin typeface="Arial"/>
            </a:endParaRPr>
          </a:p>
          <a:p>
            <a:pPr lvl="1" marL="743040" indent="-285840" defTabSz="914400">
              <a:lnSpc>
                <a:spcPct val="90000"/>
              </a:lnSpc>
              <a:spcBef>
                <a:spcPts val="499"/>
              </a:spcBef>
              <a:buClr>
                <a:srgbClr val="333333"/>
              </a:buClr>
              <a:buFont typeface="Arial"/>
              <a:buChar char="•"/>
            </a:pPr>
            <a:r>
              <a:rPr b="0" lang="de-DE" sz="2400" strike="noStrike" u="none">
                <a:solidFill>
                  <a:srgbClr val="333333"/>
                </a:solidFill>
                <a:uFillTx/>
                <a:latin typeface="Aller"/>
              </a:rPr>
              <a:t>pristine, dirty</a:t>
            </a:r>
            <a:endParaRPr b="0" lang="de-DE" sz="2400" strike="noStrike" u="none">
              <a:solidFill>
                <a:srgbClr val="000000"/>
              </a:solidFill>
              <a:uFillTx/>
              <a:latin typeface="Arial"/>
            </a:endParaRPr>
          </a:p>
          <a:p>
            <a:pPr lvl="1" marL="743040" indent="-285840" defTabSz="914400">
              <a:lnSpc>
                <a:spcPct val="90000"/>
              </a:lnSpc>
              <a:spcBef>
                <a:spcPts val="499"/>
              </a:spcBef>
              <a:buClr>
                <a:srgbClr val="333333"/>
              </a:buClr>
              <a:buFont typeface="Arial"/>
              <a:buChar char="•"/>
            </a:pPr>
            <a:r>
              <a:rPr b="0" lang="de-DE" sz="2400" strike="noStrike" u="none">
                <a:solidFill>
                  <a:srgbClr val="333333"/>
                </a:solidFill>
                <a:uFillTx/>
                <a:latin typeface="Aller"/>
              </a:rPr>
              <a:t>valid, errors</a:t>
            </a:r>
            <a:endParaRPr b="0" lang="de-DE" sz="2400" strike="noStrike" u="none">
              <a:solidFill>
                <a:srgbClr val="000000"/>
              </a:solidFill>
              <a:uFillTx/>
              <a:latin typeface="Arial"/>
            </a:endParaRPr>
          </a:p>
          <a:p>
            <a:pPr lvl="1" marL="743040" indent="-285840" defTabSz="914400">
              <a:lnSpc>
                <a:spcPct val="90000"/>
              </a:lnSpc>
              <a:spcBef>
                <a:spcPts val="499"/>
              </a:spcBef>
              <a:buClr>
                <a:srgbClr val="333333"/>
              </a:buClr>
              <a:buFont typeface="Arial"/>
              <a:buChar char="•"/>
            </a:pPr>
            <a:r>
              <a:rPr b="0" lang="de-DE" sz="2400" strike="noStrike" u="none">
                <a:solidFill>
                  <a:srgbClr val="333333"/>
                </a:solidFill>
                <a:uFillTx/>
                <a:latin typeface="Aller"/>
              </a:rPr>
              <a:t>Value</a:t>
            </a:r>
            <a:endParaRPr b="0" lang="de-DE" sz="2400" strike="noStrike" u="none">
              <a:solidFill>
                <a:srgbClr val="000000"/>
              </a:solidFill>
              <a:uFillTx/>
              <a:latin typeface="Arial"/>
            </a:endParaRPr>
          </a:p>
          <a:p>
            <a:pPr marL="285840" indent="-285840" defTabSz="914400">
              <a:lnSpc>
                <a:spcPct val="90000"/>
              </a:lnSpc>
              <a:spcBef>
                <a:spcPts val="1001"/>
              </a:spcBef>
              <a:buClr>
                <a:srgbClr val="333333"/>
              </a:buClr>
              <a:buFont typeface="Arial"/>
              <a:buChar char="•"/>
            </a:pPr>
            <a:r>
              <a:rPr b="0" lang="de-DE" sz="2800" strike="noStrike" u="none">
                <a:solidFill>
                  <a:srgbClr val="333333"/>
                </a:solidFill>
                <a:uFillTx/>
                <a:latin typeface="Aller"/>
              </a:rPr>
              <a:t>Zusammenspiel mit CSS Klassen</a:t>
            </a:r>
            <a:endParaRPr b="0" lang="de-DE" sz="2800" strike="noStrike" u="none">
              <a:solidFill>
                <a:srgbClr val="000000"/>
              </a:solidFill>
              <a:uFillTx/>
              <a:latin typeface="Arial"/>
            </a:endParaRPr>
          </a:p>
          <a:p>
            <a:pPr lvl="1" marL="685800" indent="-228600" defTabSz="914400">
              <a:lnSpc>
                <a:spcPct val="90000"/>
              </a:lnSpc>
              <a:spcBef>
                <a:spcPts val="499"/>
              </a:spcBef>
              <a:buClr>
                <a:srgbClr val="000000"/>
              </a:buClr>
              <a:buFont typeface="Arial"/>
              <a:buChar char="•"/>
            </a:pPr>
            <a:r>
              <a:rPr b="0" lang="de-DE" sz="2400" strike="noStrike" u="none">
                <a:solidFill>
                  <a:schemeClr val="dk1"/>
                </a:solidFill>
                <a:uFillTx/>
                <a:latin typeface="Calibri"/>
              </a:rPr>
              <a:t>Angular setzt CSS-Klassen an Formular und Feldern</a:t>
            </a:r>
            <a:endParaRPr b="0" lang="de-DE" sz="2400" strike="noStrike" u="none">
              <a:solidFill>
                <a:srgbClr val="000000"/>
              </a:solidFill>
              <a:uFillTx/>
              <a:latin typeface="Arial"/>
            </a:endParaRPr>
          </a:p>
          <a:p>
            <a:pPr lvl="1" marL="685800" indent="-228600" defTabSz="914400">
              <a:lnSpc>
                <a:spcPct val="90000"/>
              </a:lnSpc>
              <a:spcBef>
                <a:spcPts val="499"/>
              </a:spcBef>
              <a:buClr>
                <a:srgbClr val="000000"/>
              </a:buClr>
              <a:buFont typeface="Arial"/>
              <a:buChar char="•"/>
            </a:pPr>
            <a:r>
              <a:rPr b="0" lang="de-DE" sz="2400" strike="noStrike" u="none">
                <a:solidFill>
                  <a:schemeClr val="dk1"/>
                </a:solidFill>
                <a:uFillTx/>
                <a:latin typeface="Calibri"/>
              </a:rPr>
              <a:t>ng-valid, ng-invalid, ng-pristine, ng-dirty</a:t>
            </a:r>
            <a:endParaRPr b="0" lang="de-DE" sz="2400" strike="noStrike" u="none">
              <a:solidFill>
                <a:srgbClr val="000000"/>
              </a:solidFill>
              <a:uFillTx/>
              <a:latin typeface="Arial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223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06" name="PlaceHolder 1"/>
          <p:cNvSpPr>
            <a:spLocks noGrp="1"/>
          </p:cNvSpPr>
          <p:nvPr>
            <p:ph type="title"/>
          </p:nvPr>
        </p:nvSpPr>
        <p:spPr>
          <a:xfrm>
            <a:off x="838080" y="365040"/>
            <a:ext cx="10514520" cy="132444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ctr">
            <a:noAutofit/>
          </a:bodyPr>
          <a:p>
            <a:pPr indent="0" defTabSz="914400">
              <a:lnSpc>
                <a:spcPct val="90000"/>
              </a:lnSpc>
              <a:buNone/>
              <a:tabLst>
                <a:tab algn="l" pos="0"/>
              </a:tabLst>
            </a:pPr>
            <a:r>
              <a:rPr b="0" lang="de-DE" sz="4400" strike="noStrike" u="none">
                <a:solidFill>
                  <a:schemeClr val="dk1"/>
                </a:solidFill>
                <a:uFillTx/>
                <a:latin typeface="Calibri Light"/>
              </a:rPr>
              <a:t>Zugriff auf Fehlerzustand</a:t>
            </a:r>
            <a:endParaRPr b="0" lang="de-DE" sz="4400" strike="noStrike" u="none">
              <a:solidFill>
                <a:srgbClr val="000000"/>
              </a:solidFill>
              <a:uFillTx/>
              <a:latin typeface="Arial"/>
            </a:endParaRPr>
          </a:p>
        </p:txBody>
      </p:sp>
      <p:sp>
        <p:nvSpPr>
          <p:cNvPr id="1107" name="PlaceHolder 2"/>
          <p:cNvSpPr>
            <a:spLocks noGrp="1"/>
          </p:cNvSpPr>
          <p:nvPr>
            <p:ph/>
          </p:nvPr>
        </p:nvSpPr>
        <p:spPr>
          <a:xfrm>
            <a:off x="838080" y="1825560"/>
            <a:ext cx="10514520" cy="435024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t">
            <a:noAutofit/>
          </a:bodyPr>
          <a:p>
            <a:pPr indent="0" defTabSz="914400">
              <a:lnSpc>
                <a:spcPct val="90000"/>
              </a:lnSpc>
              <a:spcBef>
                <a:spcPts val="1001"/>
              </a:spcBef>
              <a:buNone/>
              <a:tabLst>
                <a:tab algn="l" pos="0"/>
              </a:tabLst>
            </a:pPr>
            <a:r>
              <a:rPr b="0" lang="de-DE" sz="2800" strike="noStrike" u="none">
                <a:solidFill>
                  <a:srgbClr val="1e347b"/>
                </a:solidFill>
                <a:uFillTx/>
                <a:latin typeface="SourceCodePro"/>
              </a:rPr>
              <a:t>&lt;div</a:t>
            </a:r>
            <a:r>
              <a:rPr b="0" lang="de-DE" sz="2800" strike="noStrike" u="none">
                <a:solidFill>
                  <a:srgbClr val="48484c"/>
                </a:solidFill>
                <a:uFillTx/>
                <a:latin typeface="SourceCodePro"/>
              </a:rPr>
              <a:t> </a:t>
            </a:r>
            <a:r>
              <a:rPr b="0" lang="de-DE" sz="2800" strike="noStrike" u="none">
                <a:solidFill>
                  <a:srgbClr val="008080"/>
                </a:solidFill>
                <a:uFillTx/>
                <a:latin typeface="SourceCodePro"/>
              </a:rPr>
              <a:t>class</a:t>
            </a:r>
            <a:r>
              <a:rPr b="0" lang="de-DE" sz="2800" strike="noStrike" u="none">
                <a:solidFill>
                  <a:srgbClr val="93a1a1"/>
                </a:solidFill>
                <a:uFillTx/>
                <a:latin typeface="SourceCodePro"/>
              </a:rPr>
              <a:t>=</a:t>
            </a:r>
            <a:r>
              <a:rPr b="0" lang="de-DE" sz="2800" strike="noStrike" u="none">
                <a:solidFill>
                  <a:srgbClr val="dd1144"/>
                </a:solidFill>
                <a:uFillTx/>
                <a:latin typeface="SourceCodePro"/>
              </a:rPr>
              <a:t>"form-group"</a:t>
            </a:r>
            <a:endParaRPr b="0" lang="de-DE" sz="2800" strike="noStrike" u="none">
              <a:solidFill>
                <a:srgbClr val="000000"/>
              </a:solidFill>
              <a:uFillTx/>
              <a:latin typeface="Arial"/>
            </a:endParaRPr>
          </a:p>
          <a:p>
            <a:pPr indent="0" defTabSz="914400">
              <a:lnSpc>
                <a:spcPct val="90000"/>
              </a:lnSpc>
              <a:spcBef>
                <a:spcPts val="1001"/>
              </a:spcBef>
              <a:buNone/>
              <a:tabLst>
                <a:tab algn="l" pos="0"/>
              </a:tabLst>
            </a:pPr>
            <a:r>
              <a:rPr b="0" lang="de-DE" sz="2800" strike="noStrike" u="none">
                <a:solidFill>
                  <a:srgbClr val="48484c"/>
                </a:solidFill>
                <a:uFillTx/>
                <a:latin typeface="SourceCodePro"/>
              </a:rPr>
              <a:t>	</a:t>
            </a:r>
            <a:r>
              <a:rPr b="0" lang="de-DE" sz="2800" strike="noStrike" u="none">
                <a:solidFill>
                  <a:srgbClr val="48484c"/>
                </a:solidFill>
                <a:uFillTx/>
                <a:latin typeface="SourceCodePro"/>
              </a:rPr>
              <a:t>[</a:t>
            </a:r>
            <a:r>
              <a:rPr b="0" lang="de-DE" sz="2800" strike="noStrike" u="none">
                <a:solidFill>
                  <a:srgbClr val="008080"/>
                </a:solidFill>
                <a:uFillTx/>
                <a:latin typeface="SourceCodePro"/>
              </a:rPr>
              <a:t>class</a:t>
            </a:r>
            <a:r>
              <a:rPr b="0" lang="de-DE" sz="2800" strike="noStrike" u="none">
                <a:solidFill>
                  <a:srgbClr val="48484c"/>
                </a:solidFill>
                <a:uFillTx/>
                <a:latin typeface="SourceCodePro"/>
              </a:rPr>
              <a:t>.</a:t>
            </a:r>
            <a:r>
              <a:rPr b="0" lang="de-DE" sz="2800" strike="noStrike" u="none">
                <a:solidFill>
                  <a:srgbClr val="008080"/>
                </a:solidFill>
                <a:uFillTx/>
                <a:latin typeface="SourceCodePro"/>
              </a:rPr>
              <a:t>has-error</a:t>
            </a:r>
            <a:r>
              <a:rPr b="0" lang="de-DE" sz="2800" strike="noStrike" u="none">
                <a:solidFill>
                  <a:srgbClr val="48484c"/>
                </a:solidFill>
                <a:uFillTx/>
                <a:latin typeface="SourceCodePro"/>
              </a:rPr>
              <a:t>]</a:t>
            </a:r>
            <a:r>
              <a:rPr b="0" lang="de-DE" sz="2800" strike="noStrike" u="none">
                <a:solidFill>
                  <a:srgbClr val="93a1a1"/>
                </a:solidFill>
                <a:uFillTx/>
                <a:latin typeface="SourceCodePro"/>
              </a:rPr>
              <a:t>=</a:t>
            </a:r>
            <a:r>
              <a:rPr b="0" lang="de-DE" sz="2800" strike="noStrike" u="none">
                <a:solidFill>
                  <a:srgbClr val="dd1144"/>
                </a:solidFill>
                <a:uFillTx/>
                <a:latin typeface="SourceCodePro"/>
              </a:rPr>
              <a:t>"form.controls.</a:t>
            </a:r>
            <a:r>
              <a:rPr b="0" lang="de-DE" sz="3200" strike="noStrike" u="none">
                <a:solidFill>
                  <a:srgbClr val="dd1144"/>
                </a:solidFill>
                <a:uFillTx/>
                <a:latin typeface="SourceCodePro"/>
              </a:rPr>
              <a:t>email</a:t>
            </a:r>
            <a:r>
              <a:rPr b="0" lang="de-DE" sz="2800" strike="noStrike" u="none">
                <a:solidFill>
                  <a:srgbClr val="dd1144"/>
                </a:solidFill>
                <a:uFillTx/>
                <a:latin typeface="SourceCodePro"/>
              </a:rPr>
              <a:t>.dirty &amp;&amp; </a:t>
            </a:r>
            <a:r>
              <a:rPr b="0" lang="de-DE" sz="2800" strike="noStrike" u="none">
                <a:solidFill>
                  <a:srgbClr val="dd1144"/>
                </a:solidFill>
                <a:uFillTx/>
                <a:latin typeface="SourceCodePro"/>
              </a:rPr>
              <a:t>	</a:t>
            </a:r>
            <a:r>
              <a:rPr b="0" lang="de-DE" sz="2800" strike="noStrike" u="none">
                <a:solidFill>
                  <a:srgbClr val="dd1144"/>
                </a:solidFill>
                <a:uFillTx/>
                <a:latin typeface="SourceCodePro"/>
              </a:rPr>
              <a:t>!form.controls.</a:t>
            </a:r>
            <a:r>
              <a:rPr b="0" lang="de-DE" sz="3600" strike="noStrike" u="none">
                <a:solidFill>
                  <a:srgbClr val="dd1144"/>
                </a:solidFill>
                <a:uFillTx/>
                <a:latin typeface="SourceCodePro"/>
              </a:rPr>
              <a:t>email</a:t>
            </a:r>
            <a:r>
              <a:rPr b="0" lang="de-DE" sz="2800" strike="noStrike" u="none">
                <a:solidFill>
                  <a:srgbClr val="dd1144"/>
                </a:solidFill>
                <a:uFillTx/>
                <a:latin typeface="SourceCodePro"/>
              </a:rPr>
              <a:t>.valid"</a:t>
            </a:r>
            <a:endParaRPr b="0" lang="de-DE" sz="2800" strike="noStrike" u="none">
              <a:solidFill>
                <a:srgbClr val="000000"/>
              </a:solidFill>
              <a:uFillTx/>
              <a:latin typeface="Arial"/>
            </a:endParaRPr>
          </a:p>
          <a:p>
            <a:pPr indent="0" defTabSz="914400">
              <a:lnSpc>
                <a:spcPct val="90000"/>
              </a:lnSpc>
              <a:spcBef>
                <a:spcPts val="1001"/>
              </a:spcBef>
              <a:buNone/>
              <a:tabLst>
                <a:tab algn="l" pos="0"/>
              </a:tabLst>
            </a:pPr>
            <a:r>
              <a:rPr b="0" lang="de-DE" sz="2800" strike="noStrike" u="none">
                <a:solidFill>
                  <a:srgbClr val="48484c"/>
                </a:solidFill>
                <a:uFillTx/>
                <a:latin typeface="SourceCodePro"/>
              </a:rPr>
              <a:t>	</a:t>
            </a:r>
            <a:r>
              <a:rPr b="0" lang="de-DE" sz="2800" strike="noStrike" u="none">
                <a:solidFill>
                  <a:srgbClr val="48484c"/>
                </a:solidFill>
                <a:uFillTx/>
                <a:latin typeface="SourceCodePro"/>
              </a:rPr>
              <a:t>[</a:t>
            </a:r>
            <a:r>
              <a:rPr b="0" lang="de-DE" sz="2800" strike="noStrike" u="none">
                <a:solidFill>
                  <a:srgbClr val="008080"/>
                </a:solidFill>
                <a:uFillTx/>
                <a:latin typeface="SourceCodePro"/>
              </a:rPr>
              <a:t>class</a:t>
            </a:r>
            <a:r>
              <a:rPr b="0" lang="de-DE" sz="2800" strike="noStrike" u="none">
                <a:solidFill>
                  <a:srgbClr val="48484c"/>
                </a:solidFill>
                <a:uFillTx/>
                <a:latin typeface="SourceCodePro"/>
              </a:rPr>
              <a:t>.</a:t>
            </a:r>
            <a:r>
              <a:rPr b="0" lang="de-DE" sz="2800" strike="noStrike" u="none">
                <a:solidFill>
                  <a:srgbClr val="008080"/>
                </a:solidFill>
                <a:uFillTx/>
                <a:latin typeface="SourceCodePro"/>
              </a:rPr>
              <a:t>has-warning</a:t>
            </a:r>
            <a:r>
              <a:rPr b="0" lang="de-DE" sz="2800" strike="noStrike" u="none">
                <a:solidFill>
                  <a:srgbClr val="48484c"/>
                </a:solidFill>
                <a:uFillTx/>
                <a:latin typeface="SourceCodePro"/>
              </a:rPr>
              <a:t>]</a:t>
            </a:r>
            <a:r>
              <a:rPr b="0" lang="de-DE" sz="2800" strike="noStrike" u="none">
                <a:solidFill>
                  <a:srgbClr val="93a1a1"/>
                </a:solidFill>
                <a:uFillTx/>
                <a:latin typeface="SourceCodePro"/>
              </a:rPr>
              <a:t>=</a:t>
            </a:r>
            <a:r>
              <a:rPr b="0" lang="de-DE" sz="2800" strike="noStrike" u="none">
                <a:solidFill>
                  <a:srgbClr val="dd1144"/>
                </a:solidFill>
                <a:uFillTx/>
                <a:latin typeface="SourceCodePro"/>
              </a:rPr>
              <a:t>"form.controls.</a:t>
            </a:r>
            <a:r>
              <a:rPr b="0" lang="de-DE" sz="3200" strike="noStrike" u="none">
                <a:solidFill>
                  <a:srgbClr val="dd1144"/>
                </a:solidFill>
                <a:uFillTx/>
                <a:latin typeface="SourceCodePro"/>
              </a:rPr>
              <a:t>email</a:t>
            </a:r>
            <a:r>
              <a:rPr b="0" lang="de-DE" sz="2800" strike="noStrike" u="none">
                <a:solidFill>
                  <a:srgbClr val="dd1144"/>
                </a:solidFill>
                <a:uFillTx/>
                <a:latin typeface="SourceCodePro"/>
              </a:rPr>
              <a:t>.pristine &amp;&amp; </a:t>
            </a:r>
            <a:r>
              <a:rPr b="0" lang="de-DE" sz="2800" strike="noStrike" u="none">
                <a:solidFill>
                  <a:srgbClr val="dd1144"/>
                </a:solidFill>
                <a:uFillTx/>
                <a:latin typeface="SourceCodePro"/>
              </a:rPr>
              <a:t>	</a:t>
            </a:r>
            <a:r>
              <a:rPr b="0" lang="de-DE" sz="2800" strike="noStrike" u="none">
                <a:solidFill>
                  <a:srgbClr val="dd1144"/>
                </a:solidFill>
                <a:uFillTx/>
                <a:latin typeface="SourceCodePro"/>
              </a:rPr>
              <a:t>!form.controls.</a:t>
            </a:r>
            <a:r>
              <a:rPr b="0" lang="de-DE" sz="3200" strike="noStrike" u="none">
                <a:solidFill>
                  <a:srgbClr val="dd1144"/>
                </a:solidFill>
                <a:uFillTx/>
                <a:latin typeface="SourceCodePro"/>
              </a:rPr>
              <a:t>email</a:t>
            </a:r>
            <a:r>
              <a:rPr b="0" lang="de-DE" sz="2800" strike="noStrike" u="none">
                <a:solidFill>
                  <a:srgbClr val="dd1144"/>
                </a:solidFill>
                <a:uFillTx/>
                <a:latin typeface="SourceCodePro"/>
              </a:rPr>
              <a:t>.valid"</a:t>
            </a:r>
            <a:r>
              <a:rPr b="0" lang="de-DE" sz="2800" strike="noStrike" u="none">
                <a:solidFill>
                  <a:srgbClr val="1e347b"/>
                </a:solidFill>
                <a:uFillTx/>
                <a:latin typeface="SourceCodePro"/>
              </a:rPr>
              <a:t>&gt;</a:t>
            </a:r>
            <a:endParaRPr b="0" lang="de-DE" sz="2800" strike="noStrike" u="none">
              <a:solidFill>
                <a:srgbClr val="000000"/>
              </a:solidFill>
              <a:uFillTx/>
              <a:latin typeface="Arial"/>
            </a:endParaRPr>
          </a:p>
          <a:p>
            <a:pPr indent="0" defTabSz="914400">
              <a:lnSpc>
                <a:spcPct val="90000"/>
              </a:lnSpc>
              <a:spcBef>
                <a:spcPts val="1001"/>
              </a:spcBef>
              <a:buNone/>
              <a:tabLst>
                <a:tab algn="l" pos="0"/>
              </a:tabLst>
            </a:pPr>
            <a:r>
              <a:rPr b="0" lang="de-DE" sz="2800" strike="noStrike" u="none">
                <a:solidFill>
                  <a:srgbClr val="1e347b"/>
                </a:solidFill>
                <a:uFillTx/>
                <a:latin typeface="SourceCodePro"/>
              </a:rPr>
              <a:t>	</a:t>
            </a:r>
            <a:r>
              <a:rPr b="0" lang="de-DE" sz="2800" strike="noStrike" u="none">
                <a:solidFill>
                  <a:srgbClr val="1e347b"/>
                </a:solidFill>
                <a:uFillTx/>
                <a:latin typeface="SourceCodePro"/>
              </a:rPr>
              <a:t>&lt;input</a:t>
            </a:r>
            <a:r>
              <a:rPr b="0" lang="de-DE" sz="2800" strike="noStrike" u="none">
                <a:solidFill>
                  <a:srgbClr val="48484c"/>
                </a:solidFill>
                <a:uFillTx/>
                <a:latin typeface="SourceCodePro"/>
              </a:rPr>
              <a:t> </a:t>
            </a:r>
            <a:r>
              <a:rPr b="0" lang="de-DE" sz="2800" strike="noStrike" u="none">
                <a:solidFill>
                  <a:srgbClr val="008080"/>
                </a:solidFill>
                <a:uFillTx/>
                <a:latin typeface="SourceCodePro"/>
              </a:rPr>
              <a:t>type</a:t>
            </a:r>
            <a:r>
              <a:rPr b="0" lang="de-DE" sz="2800" strike="noStrike" u="none">
                <a:solidFill>
                  <a:srgbClr val="93a1a1"/>
                </a:solidFill>
                <a:uFillTx/>
                <a:latin typeface="SourceCodePro"/>
              </a:rPr>
              <a:t>=</a:t>
            </a:r>
            <a:r>
              <a:rPr b="0" lang="de-DE" sz="2800" strike="noStrike" u="none">
                <a:solidFill>
                  <a:srgbClr val="dd1144"/>
                </a:solidFill>
                <a:uFillTx/>
                <a:latin typeface="SourceCodePro"/>
              </a:rPr>
              <a:t>"email"</a:t>
            </a:r>
            <a:r>
              <a:rPr b="0" lang="de-DE" sz="2800" strike="noStrike" u="none">
                <a:solidFill>
                  <a:srgbClr val="48484c"/>
                </a:solidFill>
                <a:uFillTx/>
                <a:latin typeface="SourceCodePro"/>
              </a:rPr>
              <a:t> </a:t>
            </a:r>
            <a:r>
              <a:rPr b="0" lang="de-DE" sz="2800" strike="noStrike" u="none">
                <a:solidFill>
                  <a:srgbClr val="008080"/>
                </a:solidFill>
                <a:uFillTx/>
                <a:latin typeface="SourceCodePro"/>
              </a:rPr>
              <a:t>class</a:t>
            </a:r>
            <a:r>
              <a:rPr b="0" lang="de-DE" sz="2800" strike="noStrike" u="none">
                <a:solidFill>
                  <a:srgbClr val="93a1a1"/>
                </a:solidFill>
                <a:uFillTx/>
                <a:latin typeface="SourceCodePro"/>
              </a:rPr>
              <a:t>=</a:t>
            </a:r>
            <a:r>
              <a:rPr b="0" lang="de-DE" sz="2800" strike="noStrike" u="none">
                <a:solidFill>
                  <a:srgbClr val="dd1144"/>
                </a:solidFill>
                <a:uFillTx/>
                <a:latin typeface="SourceCodePro"/>
              </a:rPr>
              <a:t>"form-control"</a:t>
            </a:r>
            <a:r>
              <a:rPr b="0" lang="de-DE" sz="2800" strike="noStrike" u="none">
                <a:solidFill>
                  <a:srgbClr val="48484c"/>
                </a:solidFill>
                <a:uFillTx/>
                <a:latin typeface="SourceCodePro"/>
              </a:rPr>
              <a:t> </a:t>
            </a:r>
            <a:r>
              <a:rPr b="0" lang="de-DE" sz="2800" strike="noStrike" u="none">
                <a:solidFill>
                  <a:srgbClr val="48484c"/>
                </a:solidFill>
                <a:uFillTx/>
                <a:latin typeface="SourceCodePro"/>
              </a:rPr>
              <a:t>	</a:t>
            </a:r>
            <a:r>
              <a:rPr b="0" lang="de-DE" sz="2800" strike="noStrike" u="none">
                <a:solidFill>
                  <a:srgbClr val="48484c"/>
                </a:solidFill>
                <a:uFillTx/>
                <a:latin typeface="SourceCodePro"/>
              </a:rPr>
              <a:t>	</a:t>
            </a:r>
            <a:r>
              <a:rPr b="0" lang="de-DE" sz="2800" strike="noStrike" u="none">
                <a:solidFill>
                  <a:srgbClr val="48484c"/>
                </a:solidFill>
                <a:uFillTx/>
                <a:latin typeface="SourceCodePro"/>
              </a:rPr>
              <a:t>	</a:t>
            </a:r>
            <a:r>
              <a:rPr b="0" lang="de-DE" sz="2800" strike="noStrike" u="none">
                <a:solidFill>
                  <a:srgbClr val="008080"/>
                </a:solidFill>
                <a:uFillTx/>
                <a:latin typeface="SourceCodePro"/>
              </a:rPr>
              <a:t>formControlName</a:t>
            </a:r>
            <a:r>
              <a:rPr b="0" lang="de-DE" sz="2800" strike="noStrike" u="none">
                <a:solidFill>
                  <a:srgbClr val="93a1a1"/>
                </a:solidFill>
                <a:uFillTx/>
                <a:latin typeface="SourceCodePro"/>
              </a:rPr>
              <a:t>=</a:t>
            </a:r>
            <a:r>
              <a:rPr b="0" lang="de-DE" sz="2800" strike="noStrike" u="none">
                <a:solidFill>
                  <a:srgbClr val="dd1144"/>
                </a:solidFill>
                <a:uFillTx/>
                <a:latin typeface="SourceCodePro"/>
              </a:rPr>
              <a:t>"</a:t>
            </a:r>
            <a:r>
              <a:rPr b="0" lang="de-DE" sz="3200" strike="noStrike" u="none">
                <a:solidFill>
                  <a:srgbClr val="dd1144"/>
                </a:solidFill>
                <a:uFillTx/>
                <a:latin typeface="SourceCodePro"/>
              </a:rPr>
              <a:t>email</a:t>
            </a:r>
            <a:r>
              <a:rPr b="0" lang="de-DE" sz="2800" strike="noStrike" u="none">
                <a:solidFill>
                  <a:srgbClr val="dd1144"/>
                </a:solidFill>
                <a:uFillTx/>
                <a:latin typeface="SourceCodePro"/>
              </a:rPr>
              <a:t>"</a:t>
            </a:r>
            <a:r>
              <a:rPr b="0" lang="de-DE" sz="2800" strike="noStrike" u="none">
                <a:solidFill>
                  <a:srgbClr val="1e347b"/>
                </a:solidFill>
                <a:uFillTx/>
                <a:latin typeface="SourceCodePro"/>
              </a:rPr>
              <a:t>&gt;</a:t>
            </a:r>
            <a:endParaRPr b="0" lang="de-DE" sz="2800" strike="noStrike" u="none">
              <a:solidFill>
                <a:srgbClr val="000000"/>
              </a:solidFill>
              <a:uFillTx/>
              <a:latin typeface="Arial"/>
            </a:endParaRPr>
          </a:p>
          <a:p>
            <a:pPr indent="0" defTabSz="914400">
              <a:lnSpc>
                <a:spcPct val="90000"/>
              </a:lnSpc>
              <a:spcBef>
                <a:spcPts val="1001"/>
              </a:spcBef>
              <a:buNone/>
              <a:tabLst>
                <a:tab algn="l" pos="0"/>
              </a:tabLst>
            </a:pPr>
            <a:r>
              <a:rPr b="0" lang="de-DE" sz="2800" strike="noStrike" u="none">
                <a:solidFill>
                  <a:srgbClr val="1e347b"/>
                </a:solidFill>
                <a:uFillTx/>
                <a:latin typeface="SourceCodePro"/>
              </a:rPr>
              <a:t>&lt;/div&gt;</a:t>
            </a:r>
            <a:endParaRPr b="0" lang="de-DE" sz="2800" strike="noStrike" u="none">
              <a:solidFill>
                <a:srgbClr val="000000"/>
              </a:solidFill>
              <a:uFillTx/>
              <a:latin typeface="Arial"/>
            </a:endParaRPr>
          </a:p>
          <a:p>
            <a:pPr indent="0" defTabSz="914400">
              <a:lnSpc>
                <a:spcPct val="90000"/>
              </a:lnSpc>
              <a:spcBef>
                <a:spcPts val="1001"/>
              </a:spcBef>
              <a:buNone/>
              <a:tabLst>
                <a:tab algn="l" pos="0"/>
              </a:tabLst>
            </a:pPr>
            <a:endParaRPr b="0" lang="de-DE" sz="2800" strike="noStrike" u="none">
              <a:solidFill>
                <a:srgbClr val="000000"/>
              </a:solidFill>
              <a:uFillTx/>
              <a:latin typeface="Arial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224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08" name="PlaceHolder 1"/>
          <p:cNvSpPr>
            <a:spLocks noGrp="1"/>
          </p:cNvSpPr>
          <p:nvPr>
            <p:ph type="title"/>
          </p:nvPr>
        </p:nvSpPr>
        <p:spPr>
          <a:xfrm>
            <a:off x="838080" y="365040"/>
            <a:ext cx="10514520" cy="132444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ctr">
            <a:noAutofit/>
          </a:bodyPr>
          <a:p>
            <a:pPr indent="0" defTabSz="914400">
              <a:lnSpc>
                <a:spcPct val="90000"/>
              </a:lnSpc>
              <a:buNone/>
              <a:tabLst>
                <a:tab algn="l" pos="0"/>
              </a:tabLst>
            </a:pPr>
            <a:r>
              <a:rPr b="0" lang="de-DE" sz="4400" strike="noStrike" u="none">
                <a:solidFill>
                  <a:schemeClr val="dk1"/>
                </a:solidFill>
                <a:uFillTx/>
                <a:latin typeface="Calibri Light"/>
              </a:rPr>
              <a:t>ErrorsMap</a:t>
            </a:r>
            <a:endParaRPr b="0" lang="de-DE" sz="4400" strike="noStrike" u="none">
              <a:solidFill>
                <a:srgbClr val="000000"/>
              </a:solidFill>
              <a:uFillTx/>
              <a:latin typeface="Arial"/>
            </a:endParaRPr>
          </a:p>
        </p:txBody>
      </p:sp>
      <p:sp>
        <p:nvSpPr>
          <p:cNvPr id="1109" name="PlaceHolder 2"/>
          <p:cNvSpPr>
            <a:spLocks noGrp="1"/>
          </p:cNvSpPr>
          <p:nvPr>
            <p:ph/>
          </p:nvPr>
        </p:nvSpPr>
        <p:spPr>
          <a:xfrm>
            <a:off x="838080" y="1825560"/>
            <a:ext cx="10514520" cy="435024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t">
            <a:noAutofit/>
          </a:bodyPr>
          <a:p>
            <a:pPr indent="0" defTabSz="914400">
              <a:lnSpc>
                <a:spcPct val="90000"/>
              </a:lnSpc>
              <a:spcBef>
                <a:spcPts val="1001"/>
              </a:spcBef>
              <a:buNone/>
              <a:tabLst>
                <a:tab algn="l" pos="0"/>
              </a:tabLst>
            </a:pPr>
            <a:r>
              <a:rPr b="0" lang="de-DE" sz="2800" strike="noStrike" u="none">
                <a:solidFill>
                  <a:srgbClr val="1e347b"/>
                </a:solidFill>
                <a:uFillTx/>
                <a:latin typeface="SourceCodePro"/>
              </a:rPr>
              <a:t>&lt;div</a:t>
            </a:r>
            <a:r>
              <a:rPr b="0" lang="de-DE" sz="2800" strike="noStrike" u="none">
                <a:solidFill>
                  <a:srgbClr val="48484c"/>
                </a:solidFill>
                <a:uFillTx/>
                <a:latin typeface="SourceCodePro"/>
              </a:rPr>
              <a:t> [</a:t>
            </a:r>
            <a:r>
              <a:rPr b="0" lang="de-DE" sz="2800" strike="noStrike" u="none">
                <a:solidFill>
                  <a:srgbClr val="008080"/>
                </a:solidFill>
                <a:uFillTx/>
                <a:latin typeface="SourceCodePro"/>
              </a:rPr>
              <a:t>hidden</a:t>
            </a:r>
            <a:r>
              <a:rPr b="0" lang="de-DE" sz="2800" strike="noStrike" u="none">
                <a:solidFill>
                  <a:srgbClr val="48484c"/>
                </a:solidFill>
                <a:uFillTx/>
                <a:latin typeface="SourceCodePro"/>
              </a:rPr>
              <a:t>]</a:t>
            </a:r>
            <a:r>
              <a:rPr b="0" lang="de-DE" sz="2800" strike="noStrike" u="none">
                <a:solidFill>
                  <a:srgbClr val="93a1a1"/>
                </a:solidFill>
                <a:uFillTx/>
                <a:latin typeface="SourceCodePro"/>
              </a:rPr>
              <a:t>=</a:t>
            </a:r>
            <a:r>
              <a:rPr b="0" lang="de-DE" sz="2800" strike="noStrike" u="none">
                <a:solidFill>
                  <a:srgbClr val="dd1144"/>
                </a:solidFill>
                <a:uFillTx/>
                <a:latin typeface="SourceCodePro"/>
              </a:rPr>
              <a:t>"!form.controls.password.dirty"</a:t>
            </a:r>
            <a:r>
              <a:rPr b="0" lang="de-DE" sz="2800" strike="noStrike" u="none">
                <a:solidFill>
                  <a:srgbClr val="1e347b"/>
                </a:solidFill>
                <a:uFillTx/>
                <a:latin typeface="SourceCodePro"/>
              </a:rPr>
              <a:t>&gt;</a:t>
            </a:r>
            <a:endParaRPr b="0" lang="de-DE" sz="2800" strike="noStrike" u="none">
              <a:solidFill>
                <a:srgbClr val="000000"/>
              </a:solidFill>
              <a:uFillTx/>
              <a:latin typeface="Arial"/>
            </a:endParaRPr>
          </a:p>
          <a:p>
            <a:pPr marL="457200" indent="0" defTabSz="914400">
              <a:lnSpc>
                <a:spcPct val="90000"/>
              </a:lnSpc>
              <a:spcBef>
                <a:spcPts val="499"/>
              </a:spcBef>
              <a:buNone/>
              <a:tabLst>
                <a:tab algn="l" pos="0"/>
              </a:tabLst>
            </a:pPr>
            <a:r>
              <a:rPr b="0" lang="de-DE" sz="2400" strike="noStrike" u="none">
                <a:solidFill>
                  <a:srgbClr val="1e347b"/>
                </a:solidFill>
                <a:uFillTx/>
                <a:latin typeface="SourceCodePro"/>
              </a:rPr>
              <a:t>&lt;div</a:t>
            </a:r>
            <a:r>
              <a:rPr b="0" lang="de-DE" sz="2400" strike="noStrike" u="none">
                <a:solidFill>
                  <a:srgbClr val="48484c"/>
                </a:solidFill>
                <a:uFillTx/>
                <a:latin typeface="SourceCodePro"/>
              </a:rPr>
              <a:t> [</a:t>
            </a:r>
            <a:r>
              <a:rPr b="0" lang="de-DE" sz="2400" strike="noStrike" u="none">
                <a:solidFill>
                  <a:srgbClr val="008080"/>
                </a:solidFill>
                <a:uFillTx/>
                <a:latin typeface="SourceCodePro"/>
              </a:rPr>
              <a:t>hidden</a:t>
            </a:r>
            <a:r>
              <a:rPr b="0" lang="de-DE" sz="2400" strike="noStrike" u="none">
                <a:solidFill>
                  <a:srgbClr val="48484c"/>
                </a:solidFill>
                <a:uFillTx/>
                <a:latin typeface="SourceCodePro"/>
              </a:rPr>
              <a:t>]</a:t>
            </a:r>
            <a:r>
              <a:rPr b="0" lang="de-DE" sz="2400" strike="noStrike" u="none">
                <a:solidFill>
                  <a:srgbClr val="93a1a1"/>
                </a:solidFill>
                <a:uFillTx/>
                <a:latin typeface="SourceCodePro"/>
              </a:rPr>
              <a:t>=</a:t>
            </a:r>
            <a:r>
              <a:rPr b="0" lang="de-DE" sz="2400" strike="noStrike" u="none">
                <a:solidFill>
                  <a:srgbClr val="dd1144"/>
                </a:solidFill>
                <a:uFillTx/>
                <a:latin typeface="SourceCodePro"/>
              </a:rPr>
              <a:t>"!form.controls.password.errors?.required"</a:t>
            </a:r>
            <a:r>
              <a:rPr b="0" lang="de-DE" sz="2400" strike="noStrike" u="none">
                <a:solidFill>
                  <a:srgbClr val="1e347b"/>
                </a:solidFill>
                <a:uFillTx/>
                <a:latin typeface="SourceCodePro"/>
              </a:rPr>
              <a:t>&gt;</a:t>
            </a:r>
            <a:endParaRPr b="0" lang="de-DE" sz="2400" strike="noStrike" u="none">
              <a:solidFill>
                <a:srgbClr val="000000"/>
              </a:solidFill>
              <a:uFillTx/>
              <a:latin typeface="Arial"/>
            </a:endParaRPr>
          </a:p>
          <a:p>
            <a:pPr marL="457200" indent="0" defTabSz="914400">
              <a:lnSpc>
                <a:spcPct val="90000"/>
              </a:lnSpc>
              <a:spcBef>
                <a:spcPts val="499"/>
              </a:spcBef>
              <a:buNone/>
              <a:tabLst>
                <a:tab algn="l" pos="0"/>
              </a:tabLst>
            </a:pPr>
            <a:r>
              <a:rPr b="0" lang="de-DE" sz="2400" strike="noStrike" u="none">
                <a:solidFill>
                  <a:srgbClr val="48484c"/>
                </a:solidFill>
                <a:uFillTx/>
                <a:latin typeface="SourceCodePro"/>
              </a:rPr>
              <a:t>Password ist Pflichtfeld</a:t>
            </a:r>
            <a:endParaRPr b="0" lang="de-DE" sz="2400" strike="noStrike" u="none">
              <a:solidFill>
                <a:srgbClr val="000000"/>
              </a:solidFill>
              <a:uFillTx/>
              <a:latin typeface="Arial"/>
            </a:endParaRPr>
          </a:p>
          <a:p>
            <a:pPr marL="457200" indent="0" defTabSz="914400">
              <a:lnSpc>
                <a:spcPct val="90000"/>
              </a:lnSpc>
              <a:spcBef>
                <a:spcPts val="499"/>
              </a:spcBef>
              <a:buNone/>
              <a:tabLst>
                <a:tab algn="l" pos="0"/>
              </a:tabLst>
            </a:pPr>
            <a:r>
              <a:rPr b="0" lang="de-DE" sz="2400" strike="noStrike" u="none">
                <a:solidFill>
                  <a:srgbClr val="1e347b"/>
                </a:solidFill>
                <a:uFillTx/>
                <a:latin typeface="SourceCodePro"/>
              </a:rPr>
              <a:t>&lt;/div&gt;</a:t>
            </a:r>
            <a:endParaRPr b="0" lang="de-DE" sz="2400" strike="noStrike" u="none">
              <a:solidFill>
                <a:srgbClr val="000000"/>
              </a:solidFill>
              <a:uFillTx/>
              <a:latin typeface="Arial"/>
            </a:endParaRPr>
          </a:p>
          <a:p>
            <a:pPr marL="457200" indent="0" defTabSz="914400">
              <a:lnSpc>
                <a:spcPct val="90000"/>
              </a:lnSpc>
              <a:spcBef>
                <a:spcPts val="499"/>
              </a:spcBef>
              <a:buNone/>
              <a:tabLst>
                <a:tab algn="l" pos="0"/>
              </a:tabLst>
            </a:pPr>
            <a:r>
              <a:rPr b="0" lang="de-DE" sz="2400" strike="noStrike" u="none">
                <a:solidFill>
                  <a:srgbClr val="1e347b"/>
                </a:solidFill>
                <a:uFillTx/>
                <a:latin typeface="SourceCodePro"/>
              </a:rPr>
              <a:t>&lt;div</a:t>
            </a:r>
            <a:r>
              <a:rPr b="0" lang="de-DE" sz="2400" strike="noStrike" u="none">
                <a:solidFill>
                  <a:srgbClr val="48484c"/>
                </a:solidFill>
                <a:uFillTx/>
                <a:latin typeface="SourceCodePro"/>
              </a:rPr>
              <a:t> [</a:t>
            </a:r>
            <a:r>
              <a:rPr b="0" lang="de-DE" sz="2400" strike="noStrike" u="none">
                <a:solidFill>
                  <a:srgbClr val="008080"/>
                </a:solidFill>
                <a:uFillTx/>
                <a:latin typeface="SourceCodePro"/>
              </a:rPr>
              <a:t>hidden</a:t>
            </a:r>
            <a:r>
              <a:rPr b="0" lang="de-DE" sz="2400" strike="noStrike" u="none">
                <a:solidFill>
                  <a:srgbClr val="48484c"/>
                </a:solidFill>
                <a:uFillTx/>
                <a:latin typeface="SourceCodePro"/>
              </a:rPr>
              <a:t>]</a:t>
            </a:r>
            <a:r>
              <a:rPr b="0" lang="de-DE" sz="2400" strike="noStrike" u="none">
                <a:solidFill>
                  <a:srgbClr val="93a1a1"/>
                </a:solidFill>
                <a:uFillTx/>
                <a:latin typeface="SourceCodePro"/>
              </a:rPr>
              <a:t>=</a:t>
            </a:r>
            <a:r>
              <a:rPr b="0" lang="de-DE" sz="2400" strike="noStrike" u="none">
                <a:solidFill>
                  <a:srgbClr val="dd1144"/>
                </a:solidFill>
                <a:uFillTx/>
                <a:latin typeface="SourceCodePro"/>
              </a:rPr>
              <a:t>"!form.controls.password.errors?.complex"</a:t>
            </a:r>
            <a:r>
              <a:rPr b="0" lang="de-DE" sz="2400" strike="noStrike" u="none">
                <a:solidFill>
                  <a:srgbClr val="1e347b"/>
                </a:solidFill>
                <a:uFillTx/>
                <a:latin typeface="SourceCodePro"/>
              </a:rPr>
              <a:t>&gt;</a:t>
            </a:r>
            <a:endParaRPr b="0" lang="de-DE" sz="2400" strike="noStrike" u="none">
              <a:solidFill>
                <a:srgbClr val="000000"/>
              </a:solidFill>
              <a:uFillTx/>
              <a:latin typeface="Arial"/>
            </a:endParaRPr>
          </a:p>
          <a:p>
            <a:pPr marL="457200" indent="0" defTabSz="914400">
              <a:lnSpc>
                <a:spcPct val="90000"/>
              </a:lnSpc>
              <a:spcBef>
                <a:spcPts val="499"/>
              </a:spcBef>
              <a:buNone/>
              <a:tabLst>
                <a:tab algn="l" pos="0"/>
              </a:tabLst>
            </a:pPr>
            <a:r>
              <a:rPr b="0" lang="de-DE" sz="2400" strike="noStrike" u="none">
                <a:solidFill>
                  <a:srgbClr val="48484c"/>
                </a:solidFill>
                <a:uFillTx/>
                <a:latin typeface="SourceCodePro"/>
              </a:rPr>
              <a:t>Password muss aus 8 Zeichen und mind. 1 Sonderzeichen und Großbuchstaben bestehen.</a:t>
            </a:r>
            <a:endParaRPr b="0" lang="de-DE" sz="2400" strike="noStrike" u="none">
              <a:solidFill>
                <a:srgbClr val="000000"/>
              </a:solidFill>
              <a:uFillTx/>
              <a:latin typeface="Arial"/>
            </a:endParaRPr>
          </a:p>
          <a:p>
            <a:pPr marL="457200" indent="0" defTabSz="914400">
              <a:lnSpc>
                <a:spcPct val="90000"/>
              </a:lnSpc>
              <a:spcBef>
                <a:spcPts val="499"/>
              </a:spcBef>
              <a:buNone/>
              <a:tabLst>
                <a:tab algn="l" pos="0"/>
              </a:tabLst>
            </a:pPr>
            <a:r>
              <a:rPr b="0" lang="de-DE" sz="2400" strike="noStrike" u="none">
                <a:solidFill>
                  <a:srgbClr val="1e347b"/>
                </a:solidFill>
                <a:uFillTx/>
                <a:latin typeface="SourceCodePro"/>
              </a:rPr>
              <a:t>&lt;/div&gt;</a:t>
            </a:r>
            <a:endParaRPr b="0" lang="de-DE" sz="2400" strike="noStrike" u="none">
              <a:solidFill>
                <a:srgbClr val="000000"/>
              </a:solidFill>
              <a:uFillTx/>
              <a:latin typeface="Arial"/>
            </a:endParaRPr>
          </a:p>
          <a:p>
            <a:pPr marL="457200" indent="0" defTabSz="914400">
              <a:lnSpc>
                <a:spcPct val="90000"/>
              </a:lnSpc>
              <a:spcBef>
                <a:spcPts val="1001"/>
              </a:spcBef>
              <a:buNone/>
              <a:tabLst>
                <a:tab algn="l" pos="0"/>
              </a:tabLst>
            </a:pPr>
            <a:r>
              <a:rPr b="0" lang="de-DE" sz="2800" strike="noStrike" u="none">
                <a:solidFill>
                  <a:srgbClr val="1e347b"/>
                </a:solidFill>
                <a:uFillTx/>
                <a:latin typeface="SourceCodePro"/>
              </a:rPr>
              <a:t>&lt;/div&gt;</a:t>
            </a:r>
            <a:endParaRPr b="0" lang="de-DE" sz="2800" strike="noStrike" u="none">
              <a:solidFill>
                <a:srgbClr val="000000"/>
              </a:solidFill>
              <a:uFillTx/>
              <a:latin typeface="Arial"/>
            </a:endParaRPr>
          </a:p>
          <a:p>
            <a:pPr marL="457200" indent="0" defTabSz="914400">
              <a:lnSpc>
                <a:spcPct val="90000"/>
              </a:lnSpc>
              <a:spcBef>
                <a:spcPts val="1001"/>
              </a:spcBef>
              <a:buNone/>
              <a:tabLst>
                <a:tab algn="l" pos="0"/>
              </a:tabLst>
            </a:pPr>
            <a:endParaRPr b="0" lang="de-DE" sz="2800" strike="noStrike" u="none">
              <a:solidFill>
                <a:srgbClr val="000000"/>
              </a:solidFill>
              <a:uFillTx/>
              <a:latin typeface="Arial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225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bg>
      <p:bgPr>
        <a:solidFill>
          <a:schemeClr val="lt1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 useBgFill="1">
        <p:nvSpPr>
          <p:cNvPr id="1110" name="Rectangle 7">
            <a:extLst>
              <a:ext uri="{C183D7F6-B498-43B3-948B-1728B52AA6E4}">
                <adec:decorative xmlns:adec="http://schemas.microsoft.com/office/drawing/2017/decorative" val="1"/>
              </a:ext>
            </a:extLst>
          </p:cNvPr>
          <p:cNvSpPr/>
          <p:nvPr/>
        </p:nvSpPr>
        <p:spPr>
          <a:xfrm>
            <a:off x="0" y="0"/>
            <a:ext cx="12190680" cy="6856920"/>
          </a:xfrm>
          <a:prstGeom prst="rect">
            <a:avLst/>
          </a:prstGeom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 algn="ctr" defTabSz="914400">
              <a:lnSpc>
                <a:spcPct val="100000"/>
              </a:lnSpc>
            </a:pPr>
            <a:endParaRPr b="0" lang="en-US" sz="1800" strike="noStrike" u="none">
              <a:solidFill>
                <a:schemeClr val="lt1"/>
              </a:solidFill>
              <a:uFillTx/>
              <a:latin typeface="Calibri"/>
            </a:endParaRPr>
          </a:p>
        </p:txBody>
      </p:sp>
      <p:sp>
        <p:nvSpPr>
          <p:cNvPr id="1111" name="Rectangle 9">
            <a:extLst>
              <a:ext uri="{C183D7F6-B498-43B3-948B-1728B52AA6E4}">
                <adec:decorative xmlns:adec="http://schemas.microsoft.com/office/drawing/2017/decorative" val="1"/>
              </a:ext>
            </a:extLst>
          </p:cNvPr>
          <p:cNvSpPr/>
          <p:nvPr/>
        </p:nvSpPr>
        <p:spPr>
          <a:xfrm>
            <a:off x="360" y="0"/>
            <a:ext cx="12190680" cy="6856920"/>
          </a:xfrm>
          <a:prstGeom prst="rect">
            <a:avLst/>
          </a:prstGeom>
          <a:solidFill>
            <a:schemeClr val="bg1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 algn="ctr" defTabSz="914400">
              <a:lnSpc>
                <a:spcPct val="100000"/>
              </a:lnSpc>
            </a:pPr>
            <a:endParaRPr b="0" lang="en-US" sz="800" strike="noStrike" u="none">
              <a:solidFill>
                <a:schemeClr val="lt1"/>
              </a:solidFill>
              <a:uFillTx/>
              <a:latin typeface="Calibri"/>
            </a:endParaRPr>
          </a:p>
        </p:txBody>
      </p:sp>
      <p:sp>
        <p:nvSpPr>
          <p:cNvPr id="1112" name="PlaceHolder 1"/>
          <p:cNvSpPr>
            <a:spLocks noGrp="1"/>
          </p:cNvSpPr>
          <p:nvPr>
            <p:ph type="title"/>
          </p:nvPr>
        </p:nvSpPr>
        <p:spPr>
          <a:xfrm>
            <a:off x="1179360" y="1280520"/>
            <a:ext cx="9832320" cy="132444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b">
            <a:normAutofit/>
          </a:bodyPr>
          <a:p>
            <a:pPr indent="0" algn="ctr" defTabSz="914400">
              <a:lnSpc>
                <a:spcPct val="90000"/>
              </a:lnSpc>
              <a:buNone/>
              <a:tabLst>
                <a:tab algn="l" pos="0"/>
              </a:tabLst>
            </a:pPr>
            <a:r>
              <a:rPr b="0" lang="de-DE" sz="3600" strike="noStrike" u="none">
                <a:solidFill>
                  <a:schemeClr val="dk2"/>
                </a:solidFill>
                <a:uFillTx/>
                <a:latin typeface="Calibri Light"/>
              </a:rPr>
              <a:t>Übung 22: Validierung</a:t>
            </a:r>
            <a:endParaRPr b="0" lang="de-DE" sz="3600" strike="noStrike" u="none">
              <a:solidFill>
                <a:srgbClr val="000000"/>
              </a:solidFill>
              <a:uFillTx/>
              <a:latin typeface="Arial"/>
            </a:endParaRPr>
          </a:p>
        </p:txBody>
      </p:sp>
      <p:grpSp>
        <p:nvGrpSpPr>
          <p:cNvPr id="1113" name="Group 11">
            <a:extLst>
              <a:ext uri="{C183D7F6-B498-43B3-948B-1728B52AA6E4}">
                <adec:decorative xmlns:adec="http://schemas.microsoft.com/office/drawing/2017/decorative" val="1"/>
              </a:ext>
            </a:extLst>
          </p:cNvPr>
          <p:cNvGrpSpPr/>
          <p:nvPr/>
        </p:nvGrpSpPr>
        <p:grpSpPr>
          <a:xfrm>
            <a:off x="8289720" y="0"/>
            <a:ext cx="3901320" cy="2381760"/>
            <a:chOff x="8289720" y="0"/>
            <a:chExt cx="3901320" cy="2381760"/>
          </a:xfrm>
        </p:grpSpPr>
        <p:sp>
          <p:nvSpPr>
            <p:cNvPr id="1114" name="Freeform: Shape 12">
              <a:extLs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/>
            <p:nvPr/>
          </p:nvSpPr>
          <p:spPr>
            <a:xfrm>
              <a:off x="8289720" y="0"/>
              <a:ext cx="3900960" cy="2381760"/>
            </a:xfrm>
            <a:custGeom>
              <a:avLst/>
              <a:gdLst>
                <a:gd name="textAreaLeft" fmla="*/ 0 w 3900960"/>
                <a:gd name="textAreaRight" fmla="*/ 3902040 w 3900960"/>
                <a:gd name="textAreaTop" fmla="*/ 0 h 2381760"/>
                <a:gd name="textAreaBottom" fmla="*/ 2382840 h 2381760"/>
              </a:gdLst>
              <a:ahLst/>
              <a:rect l="textAreaLeft" t="textAreaTop" r="textAreaRight" b="textAreaBottom"/>
              <a:pathLst>
                <a:path w="5324985" h="3251912">
                  <a:moveTo>
                    <a:pt x="0" y="0"/>
                  </a:moveTo>
                  <a:lnTo>
                    <a:pt x="36826" y="0"/>
                  </a:lnTo>
                  <a:lnTo>
                    <a:pt x="45003" y="152909"/>
                  </a:lnTo>
                  <a:cubicBezTo>
                    <a:pt x="50351" y="205154"/>
                    <a:pt x="58290" y="257123"/>
                    <a:pt x="68956" y="308600"/>
                  </a:cubicBezTo>
                  <a:cubicBezTo>
                    <a:pt x="91393" y="411324"/>
                    <a:pt x="123882" y="511847"/>
                    <a:pt x="167774" y="607968"/>
                  </a:cubicBezTo>
                  <a:cubicBezTo>
                    <a:pt x="178195" y="632173"/>
                    <a:pt x="190333" y="655798"/>
                    <a:pt x="201857" y="679539"/>
                  </a:cubicBezTo>
                  <a:cubicBezTo>
                    <a:pt x="214363" y="702933"/>
                    <a:pt x="226255" y="726557"/>
                    <a:pt x="239741" y="749488"/>
                  </a:cubicBezTo>
                  <a:cubicBezTo>
                    <a:pt x="265488" y="795812"/>
                    <a:pt x="294176" y="840746"/>
                    <a:pt x="323724" y="885101"/>
                  </a:cubicBezTo>
                  <a:cubicBezTo>
                    <a:pt x="353149" y="929572"/>
                    <a:pt x="384657" y="972885"/>
                    <a:pt x="416412" y="1016081"/>
                  </a:cubicBezTo>
                  <a:cubicBezTo>
                    <a:pt x="448655" y="1058931"/>
                    <a:pt x="482127" y="1101202"/>
                    <a:pt x="515719" y="1143356"/>
                  </a:cubicBezTo>
                  <a:cubicBezTo>
                    <a:pt x="583027" y="1227782"/>
                    <a:pt x="653402" y="1310470"/>
                    <a:pt x="722427" y="1395127"/>
                  </a:cubicBezTo>
                  <a:cubicBezTo>
                    <a:pt x="757123" y="1437282"/>
                    <a:pt x="791697" y="1479783"/>
                    <a:pt x="825780" y="1522749"/>
                  </a:cubicBezTo>
                  <a:cubicBezTo>
                    <a:pt x="859742" y="1565367"/>
                    <a:pt x="893457" y="1610649"/>
                    <a:pt x="926314" y="1651992"/>
                  </a:cubicBezTo>
                  <a:cubicBezTo>
                    <a:pt x="958927" y="1694379"/>
                    <a:pt x="993132" y="1735492"/>
                    <a:pt x="1026848" y="1776836"/>
                  </a:cubicBezTo>
                  <a:cubicBezTo>
                    <a:pt x="1061545" y="1817485"/>
                    <a:pt x="1095996" y="1858133"/>
                    <a:pt x="1131918" y="1897393"/>
                  </a:cubicBezTo>
                  <a:cubicBezTo>
                    <a:pt x="1203273" y="1976376"/>
                    <a:pt x="1277447" y="2052463"/>
                    <a:pt x="1354688" y="2124728"/>
                  </a:cubicBezTo>
                  <a:cubicBezTo>
                    <a:pt x="1509411" y="2268911"/>
                    <a:pt x="1676396" y="2397575"/>
                    <a:pt x="1855027" y="2504236"/>
                  </a:cubicBezTo>
                  <a:cubicBezTo>
                    <a:pt x="1944528" y="2557277"/>
                    <a:pt x="2036357" y="2605917"/>
                    <a:pt x="2131618" y="2646913"/>
                  </a:cubicBezTo>
                  <a:cubicBezTo>
                    <a:pt x="2226267" y="2689068"/>
                    <a:pt x="2323981" y="2724622"/>
                    <a:pt x="2423534" y="2754732"/>
                  </a:cubicBezTo>
                  <a:cubicBezTo>
                    <a:pt x="2523087" y="2784958"/>
                    <a:pt x="2624602" y="2809394"/>
                    <a:pt x="2727588" y="2829197"/>
                  </a:cubicBezTo>
                  <a:cubicBezTo>
                    <a:pt x="2830698" y="2848653"/>
                    <a:pt x="2935522" y="2861971"/>
                    <a:pt x="3041083" y="2870890"/>
                  </a:cubicBezTo>
                  <a:cubicBezTo>
                    <a:pt x="3146644" y="2879922"/>
                    <a:pt x="3253307" y="2883860"/>
                    <a:pt x="3360340" y="2883976"/>
                  </a:cubicBezTo>
                  <a:cubicBezTo>
                    <a:pt x="3387067" y="2883976"/>
                    <a:pt x="3414162" y="2884439"/>
                    <a:pt x="3439663" y="2883396"/>
                  </a:cubicBezTo>
                  <a:lnTo>
                    <a:pt x="3478529" y="2882471"/>
                  </a:lnTo>
                  <a:lnTo>
                    <a:pt x="3517271" y="2880616"/>
                  </a:lnTo>
                  <a:cubicBezTo>
                    <a:pt x="3568887" y="2878417"/>
                    <a:pt x="3620257" y="2873552"/>
                    <a:pt x="3671260" y="2867878"/>
                  </a:cubicBezTo>
                  <a:cubicBezTo>
                    <a:pt x="3875515" y="2844253"/>
                    <a:pt x="4074253" y="2792486"/>
                    <a:pt x="4265268" y="2716283"/>
                  </a:cubicBezTo>
                  <a:cubicBezTo>
                    <a:pt x="4361020" y="2678529"/>
                    <a:pt x="4454444" y="2633710"/>
                    <a:pt x="4546395" y="2584724"/>
                  </a:cubicBezTo>
                  <a:cubicBezTo>
                    <a:pt x="4638470" y="2535967"/>
                    <a:pt x="4728827" y="2481885"/>
                    <a:pt x="4817837" y="2424674"/>
                  </a:cubicBezTo>
                  <a:cubicBezTo>
                    <a:pt x="4906846" y="2367348"/>
                    <a:pt x="4994385" y="2306317"/>
                    <a:pt x="5081677" y="2243548"/>
                  </a:cubicBezTo>
                  <a:cubicBezTo>
                    <a:pt x="5125201" y="2212164"/>
                    <a:pt x="5168603" y="2179969"/>
                    <a:pt x="5211881" y="2147658"/>
                  </a:cubicBezTo>
                  <a:lnTo>
                    <a:pt x="5324985" y="2062128"/>
                  </a:lnTo>
                  <a:lnTo>
                    <a:pt x="5324985" y="2514993"/>
                  </a:lnTo>
                  <a:lnTo>
                    <a:pt x="5314867" y="2522881"/>
                  </a:lnTo>
                  <a:cubicBezTo>
                    <a:pt x="5225490" y="2591325"/>
                    <a:pt x="5133783" y="2658379"/>
                    <a:pt x="5038276" y="2722421"/>
                  </a:cubicBezTo>
                  <a:cubicBezTo>
                    <a:pt x="4942892" y="2786348"/>
                    <a:pt x="4844810" y="2848422"/>
                    <a:pt x="4741701" y="2904937"/>
                  </a:cubicBezTo>
                  <a:cubicBezTo>
                    <a:pt x="4638592" y="2961337"/>
                    <a:pt x="4531929" y="3013683"/>
                    <a:pt x="4420728" y="3058848"/>
                  </a:cubicBezTo>
                  <a:cubicBezTo>
                    <a:pt x="4199063" y="3150338"/>
                    <a:pt x="3959621" y="3211485"/>
                    <a:pt x="3717481" y="3237079"/>
                  </a:cubicBezTo>
                  <a:cubicBezTo>
                    <a:pt x="3656914" y="3243101"/>
                    <a:pt x="3596227" y="3247966"/>
                    <a:pt x="3535661" y="3249934"/>
                  </a:cubicBezTo>
                  <a:lnTo>
                    <a:pt x="3490175" y="3251555"/>
                  </a:lnTo>
                  <a:lnTo>
                    <a:pt x="3444813" y="3251787"/>
                  </a:lnTo>
                  <a:cubicBezTo>
                    <a:pt x="3414162" y="3252250"/>
                    <a:pt x="3385105" y="3251324"/>
                    <a:pt x="3355681" y="3250745"/>
                  </a:cubicBezTo>
                  <a:cubicBezTo>
                    <a:pt x="3296954" y="3250050"/>
                    <a:pt x="3237860" y="3246692"/>
                    <a:pt x="3179011" y="3243795"/>
                  </a:cubicBezTo>
                  <a:cubicBezTo>
                    <a:pt x="3120039" y="3239164"/>
                    <a:pt x="3061067" y="3234878"/>
                    <a:pt x="3002217" y="3227814"/>
                  </a:cubicBezTo>
                  <a:cubicBezTo>
                    <a:pt x="2884397" y="3214496"/>
                    <a:pt x="2766699" y="3196314"/>
                    <a:pt x="2650103" y="3170836"/>
                  </a:cubicBezTo>
                  <a:cubicBezTo>
                    <a:pt x="2533510" y="3145358"/>
                    <a:pt x="2418263" y="3112583"/>
                    <a:pt x="2305836" y="3072514"/>
                  </a:cubicBezTo>
                  <a:cubicBezTo>
                    <a:pt x="2193410" y="3032328"/>
                    <a:pt x="2083926" y="2984383"/>
                    <a:pt x="1978611" y="2929952"/>
                  </a:cubicBezTo>
                  <a:cubicBezTo>
                    <a:pt x="1873663" y="2874711"/>
                    <a:pt x="1772884" y="2812985"/>
                    <a:pt x="1678235" y="2744424"/>
                  </a:cubicBezTo>
                  <a:cubicBezTo>
                    <a:pt x="1488201" y="2608001"/>
                    <a:pt x="1321708" y="2448068"/>
                    <a:pt x="1175688" y="2277018"/>
                  </a:cubicBezTo>
                  <a:cubicBezTo>
                    <a:pt x="1102985" y="2191086"/>
                    <a:pt x="1035309" y="2102377"/>
                    <a:pt x="971310" y="2012044"/>
                  </a:cubicBezTo>
                  <a:cubicBezTo>
                    <a:pt x="907188" y="1921714"/>
                    <a:pt x="847358" y="1829413"/>
                    <a:pt x="790717" y="1735723"/>
                  </a:cubicBezTo>
                  <a:cubicBezTo>
                    <a:pt x="761782" y="1688357"/>
                    <a:pt x="735300" y="1644002"/>
                    <a:pt x="706488" y="1598604"/>
                  </a:cubicBezTo>
                  <a:cubicBezTo>
                    <a:pt x="677922" y="1553555"/>
                    <a:pt x="648866" y="1508505"/>
                    <a:pt x="618951" y="1463802"/>
                  </a:cubicBezTo>
                  <a:lnTo>
                    <a:pt x="436273" y="1195355"/>
                  </a:lnTo>
                  <a:cubicBezTo>
                    <a:pt x="405990" y="1150189"/>
                    <a:pt x="376075" y="1104792"/>
                    <a:pt x="346896" y="1058816"/>
                  </a:cubicBezTo>
                  <a:cubicBezTo>
                    <a:pt x="317716" y="1012838"/>
                    <a:pt x="288782" y="966747"/>
                    <a:pt x="261809" y="919264"/>
                  </a:cubicBezTo>
                  <a:cubicBezTo>
                    <a:pt x="207742" y="824764"/>
                    <a:pt x="158088" y="727485"/>
                    <a:pt x="118487" y="626498"/>
                  </a:cubicBezTo>
                  <a:cubicBezTo>
                    <a:pt x="78151" y="525859"/>
                    <a:pt x="48237" y="421515"/>
                    <a:pt x="28130" y="315781"/>
                  </a:cubicBezTo>
                  <a:cubicBezTo>
                    <a:pt x="18506" y="262914"/>
                    <a:pt x="11425" y="209642"/>
                    <a:pt x="6751" y="156195"/>
                  </a:cubicBezTo>
                  <a:close/>
                </a:path>
              </a:pathLst>
            </a:custGeom>
            <a:gradFill rotWithShape="0">
              <a:gsLst>
                <a:gs pos="2000">
                  <a:srgbClr val="ffffff">
                    <a:alpha val="10000"/>
                  </a:srgbClr>
                </a:gs>
                <a:gs pos="16000">
                  <a:srgbClr val="f19d19">
                    <a:alpha val="10000"/>
                  </a:srgbClr>
                </a:gs>
                <a:gs pos="85000">
                  <a:srgbClr val="1d9a78">
                    <a:alpha val="10000"/>
                  </a:srgbClr>
                </a:gs>
                <a:gs pos="100000">
                  <a:srgbClr val="ffffff">
                    <a:alpha val="10000"/>
                  </a:srgbClr>
                </a:gs>
              </a:gsLst>
              <a:lin ang="12000000"/>
            </a:gra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/>
          </p:style>
          <p:txBody>
            <a:bodyPr lIns="90000" rIns="90000" tIns="45000" bIns="45000" anchor="ctr">
              <a:noAutofit/>
            </a:bodyPr>
            <a:p>
              <a:pPr algn="ctr" defTabSz="914400">
                <a:lnSpc>
                  <a:spcPct val="100000"/>
                </a:lnSpc>
              </a:pPr>
              <a:endParaRPr b="0" lang="en-US" sz="1800" strike="noStrike" u="none">
                <a:solidFill>
                  <a:schemeClr val="lt1"/>
                </a:solidFill>
                <a:uFillTx/>
                <a:latin typeface="Calibri"/>
              </a:endParaRPr>
            </a:p>
          </p:txBody>
        </p:sp>
        <p:sp>
          <p:nvSpPr>
            <p:cNvPr id="1115" name="Freeform: Shape 13">
              <a:extLs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/>
            <p:nvPr/>
          </p:nvSpPr>
          <p:spPr>
            <a:xfrm>
              <a:off x="8326080" y="0"/>
              <a:ext cx="3864960" cy="2183040"/>
            </a:xfrm>
            <a:custGeom>
              <a:avLst/>
              <a:gdLst>
                <a:gd name="textAreaLeft" fmla="*/ 0 w 3864960"/>
                <a:gd name="textAreaRight" fmla="*/ 3866040 w 3864960"/>
                <a:gd name="textAreaTop" fmla="*/ 0 h 2183040"/>
                <a:gd name="textAreaBottom" fmla="*/ 2184120 h 2183040"/>
              </a:gdLst>
              <a:ahLst/>
              <a:rect l="textAreaLeft" t="textAreaTop" r="textAreaRight" b="textAreaBottom"/>
              <a:pathLst>
                <a:path w="5275533" h="2980757">
                  <a:moveTo>
                    <a:pt x="0" y="0"/>
                  </a:moveTo>
                  <a:lnTo>
                    <a:pt x="201166" y="0"/>
                  </a:lnTo>
                  <a:lnTo>
                    <a:pt x="206734" y="89286"/>
                  </a:lnTo>
                  <a:cubicBezTo>
                    <a:pt x="212220" y="135755"/>
                    <a:pt x="220465" y="181731"/>
                    <a:pt x="232051" y="226897"/>
                  </a:cubicBezTo>
                  <a:cubicBezTo>
                    <a:pt x="254855" y="317344"/>
                    <a:pt x="290287" y="403854"/>
                    <a:pt x="332707" y="487120"/>
                  </a:cubicBezTo>
                  <a:cubicBezTo>
                    <a:pt x="354163" y="528696"/>
                    <a:pt x="377948" y="569461"/>
                    <a:pt x="402959" y="609647"/>
                  </a:cubicBezTo>
                  <a:cubicBezTo>
                    <a:pt x="428337" y="649717"/>
                    <a:pt x="455433" y="689209"/>
                    <a:pt x="483631" y="728236"/>
                  </a:cubicBezTo>
                  <a:cubicBezTo>
                    <a:pt x="540764" y="806061"/>
                    <a:pt x="604271" y="881569"/>
                    <a:pt x="669986" y="957424"/>
                  </a:cubicBezTo>
                  <a:cubicBezTo>
                    <a:pt x="735701" y="1033395"/>
                    <a:pt x="804359" y="1109366"/>
                    <a:pt x="871667" y="1188348"/>
                  </a:cubicBezTo>
                  <a:cubicBezTo>
                    <a:pt x="905383" y="1227723"/>
                    <a:pt x="938731" y="1268025"/>
                    <a:pt x="971956" y="1308905"/>
                  </a:cubicBezTo>
                  <a:lnTo>
                    <a:pt x="1020139" y="1368084"/>
                  </a:lnTo>
                  <a:cubicBezTo>
                    <a:pt x="1035954" y="1386962"/>
                    <a:pt x="1051035" y="1406302"/>
                    <a:pt x="1067340" y="1424715"/>
                  </a:cubicBezTo>
                  <a:cubicBezTo>
                    <a:pt x="1194602" y="1574573"/>
                    <a:pt x="1332652" y="1712503"/>
                    <a:pt x="1472909" y="1843252"/>
                  </a:cubicBezTo>
                  <a:cubicBezTo>
                    <a:pt x="1543406" y="1908337"/>
                    <a:pt x="1615128" y="1971221"/>
                    <a:pt x="1688567" y="2031559"/>
                  </a:cubicBezTo>
                  <a:cubicBezTo>
                    <a:pt x="1762006" y="2091895"/>
                    <a:pt x="1836793" y="2150263"/>
                    <a:pt x="1914401" y="2205156"/>
                  </a:cubicBezTo>
                  <a:cubicBezTo>
                    <a:pt x="2069003" y="2315176"/>
                    <a:pt x="2235742" y="2413498"/>
                    <a:pt x="2418909" y="2479741"/>
                  </a:cubicBezTo>
                  <a:cubicBezTo>
                    <a:pt x="2510249" y="2512863"/>
                    <a:pt x="2604898" y="2538225"/>
                    <a:pt x="2701141" y="2557333"/>
                  </a:cubicBezTo>
                  <a:cubicBezTo>
                    <a:pt x="2725293" y="2561850"/>
                    <a:pt x="2749201" y="2567062"/>
                    <a:pt x="2773475" y="2570999"/>
                  </a:cubicBezTo>
                  <a:lnTo>
                    <a:pt x="2846424" y="2582465"/>
                  </a:lnTo>
                  <a:cubicBezTo>
                    <a:pt x="2895343" y="2588602"/>
                    <a:pt x="2944261" y="2595088"/>
                    <a:pt x="2993669" y="2598909"/>
                  </a:cubicBezTo>
                  <a:cubicBezTo>
                    <a:pt x="3018313" y="2601110"/>
                    <a:pt x="3042956" y="2603195"/>
                    <a:pt x="3067721" y="2604237"/>
                  </a:cubicBezTo>
                  <a:cubicBezTo>
                    <a:pt x="3092487" y="2605394"/>
                    <a:pt x="3117130" y="2607247"/>
                    <a:pt x="3142019" y="2607943"/>
                  </a:cubicBezTo>
                  <a:lnTo>
                    <a:pt x="3216561" y="2609564"/>
                  </a:lnTo>
                  <a:cubicBezTo>
                    <a:pt x="3241326" y="2610142"/>
                    <a:pt x="3266337" y="2609333"/>
                    <a:pt x="3291225" y="2609217"/>
                  </a:cubicBezTo>
                  <a:lnTo>
                    <a:pt x="3328619" y="2608869"/>
                  </a:lnTo>
                  <a:cubicBezTo>
                    <a:pt x="3340757" y="2608522"/>
                    <a:pt x="3352649" y="2607827"/>
                    <a:pt x="3364665" y="2607363"/>
                  </a:cubicBezTo>
                  <a:cubicBezTo>
                    <a:pt x="3376679" y="2606784"/>
                    <a:pt x="3388695" y="2606438"/>
                    <a:pt x="3400587" y="2605627"/>
                  </a:cubicBezTo>
                  <a:lnTo>
                    <a:pt x="3436387" y="2602847"/>
                  </a:lnTo>
                  <a:cubicBezTo>
                    <a:pt x="3484079" y="2599257"/>
                    <a:pt x="3531404" y="2593235"/>
                    <a:pt x="3578361" y="2586286"/>
                  </a:cubicBezTo>
                  <a:cubicBezTo>
                    <a:pt x="3766310" y="2556871"/>
                    <a:pt x="3947025" y="2499314"/>
                    <a:pt x="4119159" y="2418594"/>
                  </a:cubicBezTo>
                  <a:cubicBezTo>
                    <a:pt x="4291907" y="2338801"/>
                    <a:pt x="4456317" y="2236657"/>
                    <a:pt x="4618765" y="2124668"/>
                  </a:cubicBezTo>
                  <a:cubicBezTo>
                    <a:pt x="4659346" y="2096759"/>
                    <a:pt x="4699682" y="2067575"/>
                    <a:pt x="4739895" y="2038275"/>
                  </a:cubicBezTo>
                  <a:cubicBezTo>
                    <a:pt x="4780355" y="2008976"/>
                    <a:pt x="4820691" y="1979212"/>
                    <a:pt x="4861027" y="1948986"/>
                  </a:cubicBezTo>
                  <a:lnTo>
                    <a:pt x="5106354" y="1763690"/>
                  </a:lnTo>
                  <a:lnTo>
                    <a:pt x="5275533" y="1641017"/>
                  </a:lnTo>
                  <a:lnTo>
                    <a:pt x="5275533" y="2257481"/>
                  </a:lnTo>
                  <a:lnTo>
                    <a:pt x="5168881" y="2332084"/>
                  </a:lnTo>
                  <a:cubicBezTo>
                    <a:pt x="5125235" y="2362079"/>
                    <a:pt x="5081099" y="2391958"/>
                    <a:pt x="5036225" y="2421489"/>
                  </a:cubicBezTo>
                  <a:cubicBezTo>
                    <a:pt x="4991231" y="2450790"/>
                    <a:pt x="4945867" y="2479857"/>
                    <a:pt x="4899401" y="2508347"/>
                  </a:cubicBezTo>
                  <a:cubicBezTo>
                    <a:pt x="4806959" y="2565440"/>
                    <a:pt x="4711574" y="2620798"/>
                    <a:pt x="4612145" y="2671407"/>
                  </a:cubicBezTo>
                  <a:cubicBezTo>
                    <a:pt x="4512836" y="2722247"/>
                    <a:pt x="4410095" y="2769496"/>
                    <a:pt x="4303187" y="2810030"/>
                  </a:cubicBezTo>
                  <a:cubicBezTo>
                    <a:pt x="4090349" y="2892256"/>
                    <a:pt x="3861694" y="2947728"/>
                    <a:pt x="3630835" y="2969500"/>
                  </a:cubicBezTo>
                  <a:cubicBezTo>
                    <a:pt x="3573089" y="2974712"/>
                    <a:pt x="3515343" y="2978649"/>
                    <a:pt x="3457719" y="2979808"/>
                  </a:cubicBezTo>
                  <a:lnTo>
                    <a:pt x="3414441" y="2980733"/>
                  </a:lnTo>
                  <a:cubicBezTo>
                    <a:pt x="3400097" y="2980850"/>
                    <a:pt x="3385630" y="2980502"/>
                    <a:pt x="3371285" y="2980502"/>
                  </a:cubicBezTo>
                  <a:lnTo>
                    <a:pt x="3328252" y="2980039"/>
                  </a:lnTo>
                  <a:lnTo>
                    <a:pt x="3286445" y="2978534"/>
                  </a:lnTo>
                  <a:cubicBezTo>
                    <a:pt x="3175121" y="2975174"/>
                    <a:pt x="3063553" y="2966837"/>
                    <a:pt x="2952475" y="2953402"/>
                  </a:cubicBezTo>
                  <a:cubicBezTo>
                    <a:pt x="2841275" y="2940664"/>
                    <a:pt x="2730319" y="2922365"/>
                    <a:pt x="2620591" y="2898046"/>
                  </a:cubicBezTo>
                  <a:cubicBezTo>
                    <a:pt x="2510984" y="2873494"/>
                    <a:pt x="2402235" y="2844426"/>
                    <a:pt x="2294591" y="2811305"/>
                  </a:cubicBezTo>
                  <a:cubicBezTo>
                    <a:pt x="2079669" y="2744483"/>
                    <a:pt x="1867198" y="2661331"/>
                    <a:pt x="1670544" y="2550501"/>
                  </a:cubicBezTo>
                  <a:cubicBezTo>
                    <a:pt x="1473767" y="2439903"/>
                    <a:pt x="1298079" y="2299657"/>
                    <a:pt x="1144703" y="2144472"/>
                  </a:cubicBezTo>
                  <a:cubicBezTo>
                    <a:pt x="1067586" y="2066996"/>
                    <a:pt x="997458" y="1984539"/>
                    <a:pt x="931497" y="1900114"/>
                  </a:cubicBezTo>
                  <a:cubicBezTo>
                    <a:pt x="865906" y="1815342"/>
                    <a:pt x="803500" y="1729295"/>
                    <a:pt x="745265" y="1641395"/>
                  </a:cubicBezTo>
                  <a:cubicBezTo>
                    <a:pt x="730307" y="1619623"/>
                    <a:pt x="716207" y="1597503"/>
                    <a:pt x="701741" y="1575500"/>
                  </a:cubicBezTo>
                  <a:lnTo>
                    <a:pt x="660178" y="1511573"/>
                  </a:lnTo>
                  <a:cubicBezTo>
                    <a:pt x="633574" y="1470229"/>
                    <a:pt x="605989" y="1429232"/>
                    <a:pt x="578158" y="1387656"/>
                  </a:cubicBezTo>
                  <a:lnTo>
                    <a:pt x="408230" y="1134497"/>
                  </a:lnTo>
                  <a:cubicBezTo>
                    <a:pt x="351220" y="1048219"/>
                    <a:pt x="294945" y="959392"/>
                    <a:pt x="242349" y="866860"/>
                  </a:cubicBezTo>
                  <a:cubicBezTo>
                    <a:pt x="216112" y="820536"/>
                    <a:pt x="190734" y="773402"/>
                    <a:pt x="167562" y="724994"/>
                  </a:cubicBezTo>
                  <a:cubicBezTo>
                    <a:pt x="144513" y="676469"/>
                    <a:pt x="123057" y="627019"/>
                    <a:pt x="104054" y="576525"/>
                  </a:cubicBezTo>
                  <a:cubicBezTo>
                    <a:pt x="85418" y="525917"/>
                    <a:pt x="68867" y="474613"/>
                    <a:pt x="55381" y="422499"/>
                  </a:cubicBezTo>
                  <a:cubicBezTo>
                    <a:pt x="49006" y="396442"/>
                    <a:pt x="42508" y="370269"/>
                    <a:pt x="37236" y="343980"/>
                  </a:cubicBezTo>
                  <a:lnTo>
                    <a:pt x="29267" y="304604"/>
                  </a:lnTo>
                  <a:lnTo>
                    <a:pt x="22646" y="265113"/>
                  </a:lnTo>
                  <a:cubicBezTo>
                    <a:pt x="14003" y="212420"/>
                    <a:pt x="7872" y="159582"/>
                    <a:pt x="3903" y="106787"/>
                  </a:cubicBezTo>
                  <a:close/>
                </a:path>
              </a:pathLst>
            </a:custGeom>
            <a:gradFill rotWithShape="0">
              <a:gsLst>
                <a:gs pos="2000">
                  <a:srgbClr val="ffffff">
                    <a:alpha val="10000"/>
                  </a:srgbClr>
                </a:gs>
                <a:gs pos="16000">
                  <a:srgbClr val="f19d19">
                    <a:alpha val="10000"/>
                  </a:srgbClr>
                </a:gs>
                <a:gs pos="85000">
                  <a:srgbClr val="1d9a78">
                    <a:alpha val="10000"/>
                  </a:srgbClr>
                </a:gs>
                <a:gs pos="100000">
                  <a:srgbClr val="ffffff">
                    <a:alpha val="10000"/>
                  </a:srgbClr>
                </a:gs>
              </a:gsLst>
              <a:lin ang="12000000"/>
            </a:gra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/>
          </p:style>
          <p:txBody>
            <a:bodyPr lIns="90000" rIns="90000" tIns="45000" bIns="45000" anchor="ctr">
              <a:noAutofit/>
            </a:bodyPr>
            <a:p>
              <a:pPr algn="ctr" defTabSz="914400">
                <a:lnSpc>
                  <a:spcPct val="100000"/>
                </a:lnSpc>
              </a:pPr>
              <a:endParaRPr b="0" lang="en-US" sz="1800" strike="noStrike" u="none">
                <a:solidFill>
                  <a:schemeClr val="lt1"/>
                </a:solidFill>
                <a:uFillTx/>
                <a:latin typeface="Calibri"/>
              </a:endParaRPr>
            </a:p>
          </p:txBody>
        </p:sp>
        <p:sp>
          <p:nvSpPr>
            <p:cNvPr id="1116" name="Freeform: Shape 14">
              <a:extLs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/>
            <p:nvPr/>
          </p:nvSpPr>
          <p:spPr>
            <a:xfrm>
              <a:off x="8329680" y="0"/>
              <a:ext cx="3861360" cy="2144520"/>
            </a:xfrm>
            <a:custGeom>
              <a:avLst/>
              <a:gdLst>
                <a:gd name="textAreaLeft" fmla="*/ 0 w 3861360"/>
                <a:gd name="textAreaRight" fmla="*/ 3862440 w 3861360"/>
                <a:gd name="textAreaTop" fmla="*/ 0 h 2144520"/>
                <a:gd name="textAreaBottom" fmla="*/ 2145600 h 2144520"/>
              </a:gdLst>
              <a:ahLst/>
              <a:rect l="textAreaLeft" t="textAreaTop" r="textAreaRight" b="textAreaBottom"/>
              <a:pathLst>
                <a:path w="5270786" h="2927775">
                  <a:moveTo>
                    <a:pt x="0" y="0"/>
                  </a:moveTo>
                  <a:lnTo>
                    <a:pt x="613805" y="0"/>
                  </a:lnTo>
                  <a:lnTo>
                    <a:pt x="618487" y="85404"/>
                  </a:lnTo>
                  <a:cubicBezTo>
                    <a:pt x="650052" y="360109"/>
                    <a:pt x="792650" y="556543"/>
                    <a:pt x="1054084" y="895200"/>
                  </a:cubicBezTo>
                  <a:cubicBezTo>
                    <a:pt x="1126174" y="988542"/>
                    <a:pt x="1200716" y="1085128"/>
                    <a:pt x="1276976" y="1191325"/>
                  </a:cubicBezTo>
                  <a:cubicBezTo>
                    <a:pt x="1859704" y="2002688"/>
                    <a:pt x="2485223" y="2348843"/>
                    <a:pt x="3368450" y="2348843"/>
                  </a:cubicBezTo>
                  <a:cubicBezTo>
                    <a:pt x="3948114" y="2348843"/>
                    <a:pt x="4373422" y="2066846"/>
                    <a:pt x="4956151" y="1636730"/>
                  </a:cubicBezTo>
                  <a:cubicBezTo>
                    <a:pt x="5021253" y="1588668"/>
                    <a:pt x="5086356" y="1541186"/>
                    <a:pt x="5149372" y="1495325"/>
                  </a:cubicBezTo>
                  <a:lnTo>
                    <a:pt x="5270786" y="1406110"/>
                  </a:lnTo>
                  <a:lnTo>
                    <a:pt x="5270786" y="2138641"/>
                  </a:lnTo>
                  <a:lnTo>
                    <a:pt x="5112925" y="2253730"/>
                  </a:lnTo>
                  <a:cubicBezTo>
                    <a:pt x="4598179" y="2621786"/>
                    <a:pt x="4074961" y="2927775"/>
                    <a:pt x="3368327" y="2927775"/>
                  </a:cubicBezTo>
                  <a:cubicBezTo>
                    <a:pt x="2170746" y="2927775"/>
                    <a:pt x="1393203" y="2384512"/>
                    <a:pt x="769646" y="1516288"/>
                  </a:cubicBezTo>
                  <a:cubicBezTo>
                    <a:pt x="418850" y="1027932"/>
                    <a:pt x="48120" y="683401"/>
                    <a:pt x="3149" y="85252"/>
                  </a:cubicBezTo>
                  <a:close/>
                </a:path>
              </a:pathLst>
            </a:custGeom>
            <a:gradFill rotWithShape="0">
              <a:gsLst>
                <a:gs pos="2000">
                  <a:srgbClr val="ffffff">
                    <a:alpha val="10000"/>
                  </a:srgbClr>
                </a:gs>
                <a:gs pos="16000">
                  <a:srgbClr val="f19d19">
                    <a:alpha val="10000"/>
                  </a:srgbClr>
                </a:gs>
                <a:gs pos="85000">
                  <a:srgbClr val="1d9a78">
                    <a:alpha val="10000"/>
                  </a:srgbClr>
                </a:gs>
                <a:gs pos="100000">
                  <a:srgbClr val="ffffff">
                    <a:alpha val="10000"/>
                  </a:srgbClr>
                </a:gs>
              </a:gsLst>
              <a:lin ang="12000000"/>
            </a:gra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/>
          </p:style>
          <p:txBody>
            <a:bodyPr lIns="90000" rIns="90000" tIns="45000" bIns="45000" anchor="ctr">
              <a:noAutofit/>
            </a:bodyPr>
            <a:p>
              <a:pPr algn="ctr" defTabSz="914400">
                <a:lnSpc>
                  <a:spcPct val="100000"/>
                </a:lnSpc>
              </a:pPr>
              <a:endParaRPr b="0" lang="en-US" sz="1800" strike="noStrike" u="none">
                <a:solidFill>
                  <a:schemeClr val="lt1"/>
                </a:solidFill>
                <a:uFillTx/>
                <a:latin typeface="Calibri"/>
              </a:endParaRPr>
            </a:p>
          </p:txBody>
        </p:sp>
        <p:sp>
          <p:nvSpPr>
            <p:cNvPr id="1117" name="Freeform: Shape 15">
              <a:extLs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/>
            <p:nvPr/>
          </p:nvSpPr>
          <p:spPr>
            <a:xfrm>
              <a:off x="8329680" y="0"/>
              <a:ext cx="3861360" cy="2144520"/>
            </a:xfrm>
            <a:custGeom>
              <a:avLst/>
              <a:gdLst>
                <a:gd name="textAreaLeft" fmla="*/ 0 w 3861360"/>
                <a:gd name="textAreaRight" fmla="*/ 3862440 w 3861360"/>
                <a:gd name="textAreaTop" fmla="*/ 0 h 2144520"/>
                <a:gd name="textAreaBottom" fmla="*/ 2145600 h 2144520"/>
              </a:gdLst>
              <a:ahLst/>
              <a:rect l="textAreaLeft" t="textAreaTop" r="textAreaRight" b="textAreaBottom"/>
              <a:pathLst>
                <a:path w="5270786" h="2927775">
                  <a:moveTo>
                    <a:pt x="0" y="0"/>
                  </a:moveTo>
                  <a:lnTo>
                    <a:pt x="736294" y="0"/>
                  </a:lnTo>
                  <a:lnTo>
                    <a:pt x="740298" y="72745"/>
                  </a:lnTo>
                  <a:cubicBezTo>
                    <a:pt x="768839" y="319371"/>
                    <a:pt x="898885" y="497858"/>
                    <a:pt x="1153024" y="826989"/>
                  </a:cubicBezTo>
                  <a:cubicBezTo>
                    <a:pt x="1225727" y="921142"/>
                    <a:pt x="1300882" y="1018537"/>
                    <a:pt x="1378368" y="1126356"/>
                  </a:cubicBezTo>
                  <a:cubicBezTo>
                    <a:pt x="1652384" y="1507833"/>
                    <a:pt x="1933512" y="1779060"/>
                    <a:pt x="2238056" y="1955322"/>
                  </a:cubicBezTo>
                  <a:cubicBezTo>
                    <a:pt x="2560868" y="2142238"/>
                    <a:pt x="2930637" y="2233033"/>
                    <a:pt x="3368327" y="2233033"/>
                  </a:cubicBezTo>
                  <a:cubicBezTo>
                    <a:pt x="3616720" y="2233033"/>
                    <a:pt x="3847703" y="2176866"/>
                    <a:pt x="4095360" y="2056192"/>
                  </a:cubicBezTo>
                  <a:cubicBezTo>
                    <a:pt x="4349636" y="1932276"/>
                    <a:pt x="4601340" y="1751613"/>
                    <a:pt x="4880506" y="1545587"/>
                  </a:cubicBezTo>
                  <a:cubicBezTo>
                    <a:pt x="4945974" y="1497295"/>
                    <a:pt x="5011199" y="1449697"/>
                    <a:pt x="5074340" y="1403721"/>
                  </a:cubicBezTo>
                  <a:lnTo>
                    <a:pt x="5270786" y="1259367"/>
                  </a:lnTo>
                  <a:lnTo>
                    <a:pt x="5270786" y="2138641"/>
                  </a:lnTo>
                  <a:lnTo>
                    <a:pt x="5112925" y="2253730"/>
                  </a:lnTo>
                  <a:cubicBezTo>
                    <a:pt x="4598179" y="2621786"/>
                    <a:pt x="4074961" y="2927775"/>
                    <a:pt x="3368327" y="2927775"/>
                  </a:cubicBezTo>
                  <a:cubicBezTo>
                    <a:pt x="2170746" y="2927775"/>
                    <a:pt x="1393203" y="2384512"/>
                    <a:pt x="769646" y="1516288"/>
                  </a:cubicBezTo>
                  <a:cubicBezTo>
                    <a:pt x="418850" y="1027932"/>
                    <a:pt x="48120" y="683401"/>
                    <a:pt x="3149" y="85252"/>
                  </a:cubicBezTo>
                  <a:close/>
                </a:path>
              </a:pathLst>
            </a:custGeom>
            <a:gradFill rotWithShape="0">
              <a:gsLst>
                <a:gs pos="2000">
                  <a:srgbClr val="ffffff">
                    <a:alpha val="10000"/>
                  </a:srgbClr>
                </a:gs>
                <a:gs pos="16000">
                  <a:srgbClr val="f19d19">
                    <a:alpha val="10000"/>
                  </a:srgbClr>
                </a:gs>
                <a:gs pos="85000">
                  <a:srgbClr val="1d9a78">
                    <a:alpha val="10000"/>
                  </a:srgbClr>
                </a:gs>
                <a:gs pos="100000">
                  <a:srgbClr val="ffffff">
                    <a:alpha val="10000"/>
                  </a:srgbClr>
                </a:gs>
              </a:gsLst>
              <a:lin ang="12000000"/>
            </a:gra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/>
          </p:style>
          <p:txBody>
            <a:bodyPr lIns="90000" rIns="90000" tIns="45000" bIns="45000" anchor="ctr">
              <a:noAutofit/>
            </a:bodyPr>
            <a:p>
              <a:pPr algn="ctr" defTabSz="914400">
                <a:lnSpc>
                  <a:spcPct val="100000"/>
                </a:lnSpc>
              </a:pPr>
              <a:endParaRPr b="0" lang="en-US" sz="1800" strike="noStrike" u="none">
                <a:solidFill>
                  <a:schemeClr val="lt1"/>
                </a:solidFill>
                <a:uFillTx/>
                <a:latin typeface="Calibri"/>
              </a:endParaRPr>
            </a:p>
          </p:txBody>
        </p:sp>
      </p:grpSp>
      <p:sp>
        <p:nvSpPr>
          <p:cNvPr id="1118" name="PlaceHolder 2"/>
          <p:cNvSpPr>
            <a:spLocks noGrp="1"/>
          </p:cNvSpPr>
          <p:nvPr>
            <p:ph/>
          </p:nvPr>
        </p:nvSpPr>
        <p:spPr>
          <a:xfrm>
            <a:off x="1179360" y="2890800"/>
            <a:ext cx="9832320" cy="269280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t">
            <a:normAutofit/>
          </a:bodyPr>
          <a:p>
            <a:pPr marL="228600" indent="-228600" defTabSz="914400">
              <a:lnSpc>
                <a:spcPct val="90000"/>
              </a:lnSpc>
              <a:spcBef>
                <a:spcPts val="1001"/>
              </a:spcBef>
              <a:buClr>
                <a:srgbClr val="44546a"/>
              </a:buClr>
              <a:buFont typeface="Arial"/>
              <a:buChar char="•"/>
            </a:pPr>
            <a:r>
              <a:rPr b="0" lang="de-DE" sz="1800" strike="noStrike" u="none">
                <a:solidFill>
                  <a:schemeClr val="dk2"/>
                </a:solidFill>
                <a:uFillTx/>
                <a:latin typeface="Calibri"/>
              </a:rPr>
              <a:t>Validiere in CustomerDetailComponent</a:t>
            </a:r>
            <a:endParaRPr b="0" lang="de-DE" sz="1800" strike="noStrike" u="none">
              <a:solidFill>
                <a:srgbClr val="000000"/>
              </a:solidFill>
              <a:uFillTx/>
              <a:latin typeface="Arial"/>
            </a:endParaRPr>
          </a:p>
          <a:p>
            <a:pPr lvl="1" marL="685800" indent="-228600" defTabSz="914400">
              <a:lnSpc>
                <a:spcPct val="90000"/>
              </a:lnSpc>
              <a:spcBef>
                <a:spcPts val="499"/>
              </a:spcBef>
              <a:buClr>
                <a:srgbClr val="44546a"/>
              </a:buClr>
              <a:buFont typeface="Arial"/>
              <a:buChar char="•"/>
            </a:pPr>
            <a:r>
              <a:rPr b="0" lang="de-DE" sz="1800" strike="noStrike" u="none">
                <a:solidFill>
                  <a:schemeClr val="dk2"/>
                </a:solidFill>
                <a:uFillTx/>
                <a:latin typeface="Calibri"/>
              </a:rPr>
              <a:t>First- und lastname required</a:t>
            </a:r>
            <a:endParaRPr b="0" lang="de-DE" sz="1800" strike="noStrike" u="none">
              <a:solidFill>
                <a:srgbClr val="000000"/>
              </a:solidFill>
              <a:uFillTx/>
              <a:latin typeface="Arial"/>
            </a:endParaRPr>
          </a:p>
          <a:p>
            <a:pPr lvl="1" marL="685800" indent="-228600" defTabSz="914400">
              <a:lnSpc>
                <a:spcPct val="90000"/>
              </a:lnSpc>
              <a:spcBef>
                <a:spcPts val="499"/>
              </a:spcBef>
              <a:buClr>
                <a:srgbClr val="44546a"/>
              </a:buClr>
              <a:buFont typeface="Arial"/>
              <a:buChar char="•"/>
            </a:pPr>
            <a:r>
              <a:rPr b="0" lang="de-DE" sz="1800" strike="noStrike" u="none">
                <a:solidFill>
                  <a:schemeClr val="dk2"/>
                </a:solidFill>
                <a:uFillTx/>
                <a:latin typeface="Calibri"/>
              </a:rPr>
              <a:t>Zip als string aber nur zahlen</a:t>
            </a:r>
            <a:endParaRPr b="0" lang="de-DE" sz="1800" strike="noStrike" u="none">
              <a:solidFill>
                <a:srgbClr val="000000"/>
              </a:solidFill>
              <a:uFillTx/>
              <a:latin typeface="Arial"/>
            </a:endParaRPr>
          </a:p>
          <a:p>
            <a:pPr marL="228600" indent="-228600" defTabSz="914400">
              <a:lnSpc>
                <a:spcPct val="90000"/>
              </a:lnSpc>
              <a:spcBef>
                <a:spcPts val="1001"/>
              </a:spcBef>
              <a:buClr>
                <a:srgbClr val="44546a"/>
              </a:buClr>
              <a:buFont typeface="Arial"/>
              <a:buChar char="•"/>
            </a:pPr>
            <a:r>
              <a:rPr b="0" lang="de-DE" sz="1800" strike="noStrike" u="none">
                <a:solidFill>
                  <a:schemeClr val="dk2"/>
                </a:solidFill>
                <a:uFillTx/>
                <a:latin typeface="Calibri"/>
              </a:rPr>
              <a:t>Gib für jedes invalide Feld eine Fehlermeldung aus</a:t>
            </a:r>
            <a:endParaRPr b="0" lang="de-DE" sz="1800" strike="noStrike" u="none">
              <a:solidFill>
                <a:srgbClr val="000000"/>
              </a:solidFill>
              <a:uFillTx/>
              <a:latin typeface="Arial"/>
            </a:endParaRPr>
          </a:p>
          <a:p>
            <a:pPr marL="228600" indent="-228600" defTabSz="914400">
              <a:lnSpc>
                <a:spcPct val="90000"/>
              </a:lnSpc>
              <a:spcBef>
                <a:spcPts val="1001"/>
              </a:spcBef>
              <a:buClr>
                <a:srgbClr val="44546a"/>
              </a:buClr>
              <a:buFont typeface="Arial"/>
              <a:buChar char="•"/>
            </a:pPr>
            <a:r>
              <a:rPr b="0" lang="de-DE" sz="1800" strike="noStrike" u="none">
                <a:solidFill>
                  <a:schemeClr val="dk2"/>
                </a:solidFill>
                <a:uFillTx/>
                <a:latin typeface="Calibri"/>
              </a:rPr>
              <a:t>Verhindere das Absenden des invaliden Formulares</a:t>
            </a:r>
            <a:endParaRPr b="0" lang="de-DE" sz="1800" strike="noStrike" u="none">
              <a:solidFill>
                <a:srgbClr val="000000"/>
              </a:solidFill>
              <a:uFillTx/>
              <a:latin typeface="Arial"/>
            </a:endParaRPr>
          </a:p>
          <a:p>
            <a:pPr lvl="1" marL="685800" indent="-228600" defTabSz="914400">
              <a:lnSpc>
                <a:spcPct val="90000"/>
              </a:lnSpc>
              <a:spcBef>
                <a:spcPts val="499"/>
              </a:spcBef>
              <a:buClr>
                <a:srgbClr val="44546a"/>
              </a:buClr>
              <a:buFont typeface="Arial"/>
              <a:buChar char="•"/>
            </a:pPr>
            <a:r>
              <a:rPr b="0" lang="de-DE" sz="1800" strike="noStrike" u="none">
                <a:solidFill>
                  <a:schemeClr val="dk2"/>
                </a:solidFill>
                <a:uFillTx/>
                <a:latin typeface="Calibri"/>
              </a:rPr>
              <a:t>Tip: [disabled] an Submit-Button</a:t>
            </a:r>
            <a:endParaRPr b="0" lang="de-DE" sz="1800" strike="noStrike" u="none">
              <a:solidFill>
                <a:srgbClr val="000000"/>
              </a:solidFill>
              <a:uFillTx/>
              <a:latin typeface="Arial"/>
            </a:endParaRPr>
          </a:p>
          <a:p>
            <a:pPr indent="0" defTabSz="914400">
              <a:lnSpc>
                <a:spcPct val="90000"/>
              </a:lnSpc>
              <a:spcBef>
                <a:spcPts val="1001"/>
              </a:spcBef>
              <a:buNone/>
              <a:tabLst>
                <a:tab algn="l" pos="0"/>
              </a:tabLst>
            </a:pPr>
            <a:endParaRPr b="0" lang="de-DE" sz="1800" strike="noStrike" u="none">
              <a:solidFill>
                <a:srgbClr val="000000"/>
              </a:solidFill>
              <a:uFillTx/>
              <a:latin typeface="Arial"/>
            </a:endParaRPr>
          </a:p>
        </p:txBody>
      </p:sp>
      <p:grpSp>
        <p:nvGrpSpPr>
          <p:cNvPr id="1119" name="Group 17">
            <a:extLst>
              <a:ext uri="{C183D7F6-B498-43B3-948B-1728B52AA6E4}">
                <adec:decorative xmlns:adec="http://schemas.microsoft.com/office/drawing/2017/decorative" val="1"/>
              </a:ext>
            </a:extLst>
          </p:cNvPr>
          <p:cNvGrpSpPr/>
          <p:nvPr/>
        </p:nvGrpSpPr>
        <p:grpSpPr>
          <a:xfrm>
            <a:off x="0" y="4681800"/>
            <a:ext cx="2897640" cy="2174400"/>
            <a:chOff x="0" y="4681800"/>
            <a:chExt cx="2897640" cy="2174400"/>
          </a:xfrm>
        </p:grpSpPr>
        <p:sp>
          <p:nvSpPr>
            <p:cNvPr id="1120" name="Freeform: Shape 18">
              <a:extLs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/>
            <p:nvPr/>
          </p:nvSpPr>
          <p:spPr>
            <a:xfrm flipV="1">
              <a:off x="360" y="4850280"/>
              <a:ext cx="2884680" cy="2005920"/>
            </a:xfrm>
            <a:custGeom>
              <a:avLst/>
              <a:gdLst>
                <a:gd name="textAreaLeft" fmla="*/ 0 w 2884680"/>
                <a:gd name="textAreaRight" fmla="*/ 2885760 w 2884680"/>
                <a:gd name="textAreaTop" fmla="*/ 720 h 2005920"/>
                <a:gd name="textAreaBottom" fmla="*/ 2007720 h 2005920"/>
              </a:gdLst>
              <a:ahLst/>
              <a:rect l="textAreaLeft" t="textAreaTop" r="textAreaRight" b="textAreaBottom"/>
              <a:pathLst>
                <a:path w="3815424" h="2653659">
                  <a:moveTo>
                    <a:pt x="3203055" y="0"/>
                  </a:moveTo>
                  <a:lnTo>
                    <a:pt x="3815424" y="0"/>
                  </a:lnTo>
                  <a:lnTo>
                    <a:pt x="3801025" y="214243"/>
                  </a:lnTo>
                  <a:cubicBezTo>
                    <a:pt x="3616317" y="1584467"/>
                    <a:pt x="2091637" y="2653659"/>
                    <a:pt x="587142" y="2653659"/>
                  </a:cubicBezTo>
                  <a:cubicBezTo>
                    <a:pt x="400192" y="2653659"/>
                    <a:pt x="222112" y="2636953"/>
                    <a:pt x="53389" y="2605041"/>
                  </a:cubicBezTo>
                  <a:lnTo>
                    <a:pt x="0" y="2593136"/>
                  </a:lnTo>
                  <a:lnTo>
                    <a:pt x="0" y="1994836"/>
                  </a:lnTo>
                  <a:lnTo>
                    <a:pt x="159710" y="2035054"/>
                  </a:lnTo>
                  <a:cubicBezTo>
                    <a:pt x="295467" y="2061726"/>
                    <a:pt x="438268" y="2075152"/>
                    <a:pt x="587142" y="2075152"/>
                  </a:cubicBezTo>
                  <a:cubicBezTo>
                    <a:pt x="901731" y="2075152"/>
                    <a:pt x="1234490" y="2014697"/>
                    <a:pt x="1549283" y="1900153"/>
                  </a:cubicBezTo>
                  <a:cubicBezTo>
                    <a:pt x="1860709" y="1786959"/>
                    <a:pt x="2157231" y="1620350"/>
                    <a:pt x="2406698" y="1418450"/>
                  </a:cubicBezTo>
                  <a:cubicBezTo>
                    <a:pt x="2655859" y="1216840"/>
                    <a:pt x="2859596" y="978302"/>
                    <a:pt x="2996069" y="728678"/>
                  </a:cubicBezTo>
                  <a:cubicBezTo>
                    <a:pt x="3101178" y="536396"/>
                    <a:pt x="3167417" y="338366"/>
                    <a:pt x="3193967" y="137719"/>
                  </a:cubicBezTo>
                  <a:close/>
                </a:path>
              </a:pathLst>
            </a:custGeom>
            <a:gradFill rotWithShape="0">
              <a:gsLst>
                <a:gs pos="2000">
                  <a:srgbClr val="ffffff">
                    <a:alpha val="10000"/>
                  </a:srgbClr>
                </a:gs>
                <a:gs pos="16000">
                  <a:srgbClr val="f19d19">
                    <a:alpha val="10000"/>
                  </a:srgbClr>
                </a:gs>
                <a:gs pos="85000">
                  <a:srgbClr val="1d9a78">
                    <a:alpha val="10000"/>
                  </a:srgbClr>
                </a:gs>
                <a:gs pos="100000">
                  <a:srgbClr val="ffffff">
                    <a:alpha val="10000"/>
                  </a:srgbClr>
                </a:gs>
              </a:gsLst>
              <a:lin ang="9600000"/>
            </a:gra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/>
          </p:style>
          <p:txBody>
            <a:bodyPr lIns="90000" rIns="90000" tIns="45000" bIns="45000" anchor="ctr">
              <a:noAutofit/>
            </a:bodyPr>
            <a:p>
              <a:pPr algn="ctr" defTabSz="914400">
                <a:lnSpc>
                  <a:spcPct val="100000"/>
                </a:lnSpc>
              </a:pPr>
              <a:endParaRPr b="0" lang="en-US" sz="1800" strike="noStrike" u="none">
                <a:solidFill>
                  <a:schemeClr val="lt1"/>
                </a:solidFill>
                <a:uFillTx/>
                <a:latin typeface="Calibri"/>
              </a:endParaRPr>
            </a:p>
          </p:txBody>
        </p:sp>
        <p:sp>
          <p:nvSpPr>
            <p:cNvPr id="1121" name="Freeform: Shape 19">
              <a:extLs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/>
            <p:nvPr/>
          </p:nvSpPr>
          <p:spPr>
            <a:xfrm flipV="1">
              <a:off x="360" y="4850280"/>
              <a:ext cx="2884680" cy="2005920"/>
            </a:xfrm>
            <a:custGeom>
              <a:avLst/>
              <a:gdLst>
                <a:gd name="textAreaLeft" fmla="*/ 0 w 2884680"/>
                <a:gd name="textAreaRight" fmla="*/ 2885760 w 2884680"/>
                <a:gd name="textAreaTop" fmla="*/ 720 h 2005920"/>
                <a:gd name="textAreaBottom" fmla="*/ 2007720 h 2005920"/>
              </a:gdLst>
              <a:ahLst/>
              <a:rect l="textAreaLeft" t="textAreaTop" r="textAreaRight" b="textAreaBottom"/>
              <a:pathLst>
                <a:path w="3815424" h="2653660">
                  <a:moveTo>
                    <a:pt x="3305038" y="0"/>
                  </a:moveTo>
                  <a:lnTo>
                    <a:pt x="3815424" y="0"/>
                  </a:lnTo>
                  <a:lnTo>
                    <a:pt x="3801025" y="214244"/>
                  </a:lnTo>
                  <a:cubicBezTo>
                    <a:pt x="3616317" y="1584467"/>
                    <a:pt x="2091637" y="2653660"/>
                    <a:pt x="587142" y="2653660"/>
                  </a:cubicBezTo>
                  <a:cubicBezTo>
                    <a:pt x="400192" y="2653660"/>
                    <a:pt x="222112" y="2636954"/>
                    <a:pt x="53389" y="2605042"/>
                  </a:cubicBezTo>
                  <a:lnTo>
                    <a:pt x="0" y="2593137"/>
                  </a:lnTo>
                  <a:lnTo>
                    <a:pt x="0" y="2094444"/>
                  </a:lnTo>
                  <a:lnTo>
                    <a:pt x="137675" y="2129195"/>
                  </a:lnTo>
                  <a:cubicBezTo>
                    <a:pt x="280616" y="2157374"/>
                    <a:pt x="430766" y="2171571"/>
                    <a:pt x="587142" y="2171571"/>
                  </a:cubicBezTo>
                  <a:cubicBezTo>
                    <a:pt x="918879" y="2171571"/>
                    <a:pt x="1254904" y="2110634"/>
                    <a:pt x="1585826" y="1990112"/>
                  </a:cubicBezTo>
                  <a:cubicBezTo>
                    <a:pt x="1908071" y="1873061"/>
                    <a:pt x="2214800" y="1700666"/>
                    <a:pt x="2473046" y="1491633"/>
                  </a:cubicBezTo>
                  <a:cubicBezTo>
                    <a:pt x="2735782" y="1279031"/>
                    <a:pt x="2942276" y="1037118"/>
                    <a:pt x="3086710" y="772838"/>
                  </a:cubicBezTo>
                  <a:cubicBezTo>
                    <a:pt x="3197408" y="570216"/>
                    <a:pt x="3267226" y="361248"/>
                    <a:pt x="3295217" y="149229"/>
                  </a:cubicBezTo>
                  <a:close/>
                </a:path>
              </a:pathLst>
            </a:custGeom>
            <a:gradFill rotWithShape="0">
              <a:gsLst>
                <a:gs pos="2000">
                  <a:srgbClr val="ffffff">
                    <a:alpha val="10000"/>
                  </a:srgbClr>
                </a:gs>
                <a:gs pos="16000">
                  <a:srgbClr val="f19d19">
                    <a:alpha val="10000"/>
                  </a:srgbClr>
                </a:gs>
                <a:gs pos="85000">
                  <a:srgbClr val="1d9a78">
                    <a:alpha val="10000"/>
                  </a:srgbClr>
                </a:gs>
                <a:gs pos="100000">
                  <a:srgbClr val="ffffff">
                    <a:alpha val="10000"/>
                  </a:srgbClr>
                </a:gs>
              </a:gsLst>
              <a:lin ang="9600000"/>
            </a:gra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/>
          </p:style>
          <p:txBody>
            <a:bodyPr lIns="90000" rIns="90000" tIns="45000" bIns="45000" anchor="ctr">
              <a:noAutofit/>
            </a:bodyPr>
            <a:p>
              <a:pPr algn="ctr" defTabSz="914400">
                <a:lnSpc>
                  <a:spcPct val="100000"/>
                </a:lnSpc>
              </a:pPr>
              <a:endParaRPr b="0" lang="en-US" sz="1800" strike="noStrike" u="none">
                <a:solidFill>
                  <a:schemeClr val="lt1"/>
                </a:solidFill>
                <a:uFillTx/>
                <a:latin typeface="Calibri"/>
              </a:endParaRPr>
            </a:p>
          </p:txBody>
        </p:sp>
        <p:sp>
          <p:nvSpPr>
            <p:cNvPr id="1122" name="Freeform: Shape 20">
              <a:extLs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/>
            <p:nvPr/>
          </p:nvSpPr>
          <p:spPr>
            <a:xfrm flipV="1">
              <a:off x="0" y="4832640"/>
              <a:ext cx="2885040" cy="2022840"/>
            </a:xfrm>
            <a:custGeom>
              <a:avLst/>
              <a:gdLst>
                <a:gd name="textAreaLeft" fmla="*/ 0 w 2885040"/>
                <a:gd name="textAreaRight" fmla="*/ 2886120 w 2885040"/>
                <a:gd name="textAreaTop" fmla="*/ -720 h 2022840"/>
                <a:gd name="textAreaBottom" fmla="*/ 2023200 h 2022840"/>
              </a:gdLst>
              <a:ahLst/>
              <a:rect l="textAreaLeft" t="textAreaTop" r="textAreaRight" b="textAreaBottom"/>
              <a:pathLst>
                <a:path w="3815986" h="2675935">
                  <a:moveTo>
                    <a:pt x="3648768" y="0"/>
                  </a:moveTo>
                  <a:lnTo>
                    <a:pt x="3815986" y="0"/>
                  </a:lnTo>
                  <a:lnTo>
                    <a:pt x="3804695" y="200084"/>
                  </a:lnTo>
                  <a:cubicBezTo>
                    <a:pt x="3795228" y="285751"/>
                    <a:pt x="3781167" y="371032"/>
                    <a:pt x="3762590" y="455543"/>
                  </a:cubicBezTo>
                  <a:cubicBezTo>
                    <a:pt x="3725537" y="624467"/>
                    <a:pt x="3668784" y="790112"/>
                    <a:pt x="3592332" y="947274"/>
                  </a:cubicBezTo>
                  <a:cubicBezTo>
                    <a:pt x="3438712" y="1261596"/>
                    <a:pt x="3216091" y="1542847"/>
                    <a:pt x="2953967" y="1782349"/>
                  </a:cubicBezTo>
                  <a:cubicBezTo>
                    <a:pt x="2822599" y="1902099"/>
                    <a:pt x="2680615" y="2011341"/>
                    <a:pt x="2530669" y="2109494"/>
                  </a:cubicBezTo>
                  <a:cubicBezTo>
                    <a:pt x="2380520" y="2207551"/>
                    <a:pt x="2222510" y="2294906"/>
                    <a:pt x="2057561" y="2369245"/>
                  </a:cubicBezTo>
                  <a:cubicBezTo>
                    <a:pt x="1727252" y="2516859"/>
                    <a:pt x="1371629" y="2614434"/>
                    <a:pt x="1007330" y="2655701"/>
                  </a:cubicBezTo>
                  <a:cubicBezTo>
                    <a:pt x="916281" y="2665873"/>
                    <a:pt x="824568" y="2672188"/>
                    <a:pt x="732765" y="2674696"/>
                  </a:cubicBezTo>
                  <a:cubicBezTo>
                    <a:pt x="640963" y="2677203"/>
                    <a:pt x="549072" y="2675901"/>
                    <a:pt x="457666" y="2670839"/>
                  </a:cubicBezTo>
                  <a:cubicBezTo>
                    <a:pt x="366106" y="2665584"/>
                    <a:pt x="274572" y="2656521"/>
                    <a:pt x="183574" y="2643312"/>
                  </a:cubicBezTo>
                  <a:lnTo>
                    <a:pt x="0" y="2607798"/>
                  </a:lnTo>
                  <a:lnTo>
                    <a:pt x="0" y="2356652"/>
                  </a:lnTo>
                  <a:lnTo>
                    <a:pt x="222195" y="2396940"/>
                  </a:lnTo>
                  <a:cubicBezTo>
                    <a:pt x="304990" y="2407980"/>
                    <a:pt x="388511" y="2415283"/>
                    <a:pt x="472364" y="2419092"/>
                  </a:cubicBezTo>
                  <a:cubicBezTo>
                    <a:pt x="640376" y="2427095"/>
                    <a:pt x="808184" y="2421791"/>
                    <a:pt x="974972" y="2402122"/>
                  </a:cubicBezTo>
                  <a:cubicBezTo>
                    <a:pt x="1141658" y="2382358"/>
                    <a:pt x="1306812" y="2349286"/>
                    <a:pt x="1468292" y="2304162"/>
                  </a:cubicBezTo>
                  <a:cubicBezTo>
                    <a:pt x="1629874" y="2259231"/>
                    <a:pt x="1787475" y="2201091"/>
                    <a:pt x="1940176" y="2133695"/>
                  </a:cubicBezTo>
                  <a:cubicBezTo>
                    <a:pt x="2246498" y="2000349"/>
                    <a:pt x="2532507" y="1823520"/>
                    <a:pt x="2783403" y="1609954"/>
                  </a:cubicBezTo>
                  <a:cubicBezTo>
                    <a:pt x="2908442" y="1502833"/>
                    <a:pt x="3024295" y="1385975"/>
                    <a:pt x="3128104" y="1260439"/>
                  </a:cubicBezTo>
                  <a:cubicBezTo>
                    <a:pt x="3232116" y="1135096"/>
                    <a:pt x="3323881" y="1000689"/>
                    <a:pt x="3400639" y="859052"/>
                  </a:cubicBezTo>
                  <a:cubicBezTo>
                    <a:pt x="3477399" y="717510"/>
                    <a:pt x="3541296" y="569316"/>
                    <a:pt x="3585595" y="415336"/>
                  </a:cubicBezTo>
                  <a:cubicBezTo>
                    <a:pt x="3607796" y="338540"/>
                    <a:pt x="3624638" y="260224"/>
                    <a:pt x="3635918" y="181137"/>
                  </a:cubicBezTo>
                  <a:close/>
                </a:path>
              </a:pathLst>
            </a:custGeom>
            <a:gradFill rotWithShape="0">
              <a:gsLst>
                <a:gs pos="2000">
                  <a:srgbClr val="ffffff">
                    <a:alpha val="10000"/>
                  </a:srgbClr>
                </a:gs>
                <a:gs pos="16000">
                  <a:srgbClr val="f19d19">
                    <a:alpha val="10000"/>
                  </a:srgbClr>
                </a:gs>
                <a:gs pos="85000">
                  <a:srgbClr val="1d9a78">
                    <a:alpha val="10000"/>
                  </a:srgbClr>
                </a:gs>
                <a:gs pos="100000">
                  <a:srgbClr val="ffffff">
                    <a:alpha val="10000"/>
                  </a:srgbClr>
                </a:gs>
              </a:gsLst>
              <a:lin ang="9600000"/>
            </a:gra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/>
          </p:style>
          <p:txBody>
            <a:bodyPr lIns="90000" rIns="90000" tIns="45000" bIns="45000" anchor="ctr">
              <a:noAutofit/>
            </a:bodyPr>
            <a:p>
              <a:pPr algn="ctr" defTabSz="914400">
                <a:lnSpc>
                  <a:spcPct val="100000"/>
                </a:lnSpc>
              </a:pPr>
              <a:endParaRPr b="0" lang="en-US" sz="1800" strike="noStrike" u="none">
                <a:solidFill>
                  <a:schemeClr val="lt1"/>
                </a:solidFill>
                <a:uFillTx/>
                <a:latin typeface="Calibri"/>
              </a:endParaRPr>
            </a:p>
          </p:txBody>
        </p:sp>
        <p:sp>
          <p:nvSpPr>
            <p:cNvPr id="1123" name="Freeform: Shape 21">
              <a:extLs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/>
            <p:nvPr/>
          </p:nvSpPr>
          <p:spPr>
            <a:xfrm flipV="1">
              <a:off x="360" y="4681800"/>
              <a:ext cx="2897280" cy="2174400"/>
            </a:xfrm>
            <a:custGeom>
              <a:avLst/>
              <a:gdLst>
                <a:gd name="textAreaLeft" fmla="*/ 0 w 2897280"/>
                <a:gd name="textAreaRight" fmla="*/ 2898360 w 2897280"/>
                <a:gd name="textAreaTop" fmla="*/ 720 h 2174400"/>
                <a:gd name="textAreaBottom" fmla="*/ 2176200 h 2174400"/>
              </a:gdLst>
              <a:ahLst/>
              <a:rect l="textAreaLeft" t="textAreaTop" r="textAreaRight" b="textAreaBottom"/>
              <a:pathLst>
                <a:path w="3832270" h="2876136">
                  <a:moveTo>
                    <a:pt x="3800718" y="0"/>
                  </a:moveTo>
                  <a:lnTo>
                    <a:pt x="3832270" y="0"/>
                  </a:lnTo>
                  <a:lnTo>
                    <a:pt x="3824562" y="143769"/>
                  </a:lnTo>
                  <a:cubicBezTo>
                    <a:pt x="3797131" y="409191"/>
                    <a:pt x="3730585" y="671345"/>
                    <a:pt x="3628155" y="922055"/>
                  </a:cubicBezTo>
                  <a:cubicBezTo>
                    <a:pt x="3593858" y="1005553"/>
                    <a:pt x="3556704" y="1088280"/>
                    <a:pt x="3514853" y="1169078"/>
                  </a:cubicBezTo>
                  <a:cubicBezTo>
                    <a:pt x="3473616" y="1250166"/>
                    <a:pt x="3428194" y="1329517"/>
                    <a:pt x="3379198" y="1407037"/>
                  </a:cubicBezTo>
                  <a:cubicBezTo>
                    <a:pt x="3281106" y="1561980"/>
                    <a:pt x="3169132" y="1710174"/>
                    <a:pt x="3043787" y="1848342"/>
                  </a:cubicBezTo>
                  <a:cubicBezTo>
                    <a:pt x="2980806" y="1917184"/>
                    <a:pt x="2915071" y="1984001"/>
                    <a:pt x="2845661" y="2047444"/>
                  </a:cubicBezTo>
                  <a:cubicBezTo>
                    <a:pt x="2828411" y="2063450"/>
                    <a:pt x="2811060" y="2079263"/>
                    <a:pt x="2793197" y="2094689"/>
                  </a:cubicBezTo>
                  <a:cubicBezTo>
                    <a:pt x="2775436" y="2110213"/>
                    <a:pt x="2757982" y="2126025"/>
                    <a:pt x="2739710" y="2140969"/>
                  </a:cubicBezTo>
                  <a:cubicBezTo>
                    <a:pt x="2703576" y="2171341"/>
                    <a:pt x="2666524" y="2200749"/>
                    <a:pt x="2629166" y="2229867"/>
                  </a:cubicBezTo>
                  <a:cubicBezTo>
                    <a:pt x="2479015" y="2345569"/>
                    <a:pt x="2316821" y="2448061"/>
                    <a:pt x="2145952" y="2535994"/>
                  </a:cubicBezTo>
                  <a:cubicBezTo>
                    <a:pt x="1804312" y="2711957"/>
                    <a:pt x="1424600" y="2826982"/>
                    <a:pt x="1034987" y="2863910"/>
                  </a:cubicBezTo>
                  <a:cubicBezTo>
                    <a:pt x="937762" y="2873167"/>
                    <a:pt x="839720" y="2877096"/>
                    <a:pt x="741909" y="2875939"/>
                  </a:cubicBezTo>
                  <a:cubicBezTo>
                    <a:pt x="644097" y="2874782"/>
                    <a:pt x="546515" y="2868539"/>
                    <a:pt x="450208" y="2857451"/>
                  </a:cubicBezTo>
                  <a:cubicBezTo>
                    <a:pt x="305520" y="2840674"/>
                    <a:pt x="162095" y="2813810"/>
                    <a:pt x="22215" y="2775923"/>
                  </a:cubicBezTo>
                  <a:lnTo>
                    <a:pt x="0" y="2769256"/>
                  </a:lnTo>
                  <a:lnTo>
                    <a:pt x="0" y="2590612"/>
                  </a:lnTo>
                  <a:lnTo>
                    <a:pt x="199046" y="2627410"/>
                  </a:lnTo>
                  <a:cubicBezTo>
                    <a:pt x="288321" y="2639209"/>
                    <a:pt x="378197" y="2646537"/>
                    <a:pt x="468174" y="2649670"/>
                  </a:cubicBezTo>
                  <a:cubicBezTo>
                    <a:pt x="648333" y="2656805"/>
                    <a:pt x="826655" y="2647163"/>
                    <a:pt x="1003650" y="2622480"/>
                  </a:cubicBezTo>
                  <a:cubicBezTo>
                    <a:pt x="1091943" y="2609658"/>
                    <a:pt x="1179725" y="2593747"/>
                    <a:pt x="1266489" y="2573982"/>
                  </a:cubicBezTo>
                  <a:cubicBezTo>
                    <a:pt x="1353250" y="2553927"/>
                    <a:pt x="1439298" y="2531076"/>
                    <a:pt x="1524223" y="2504657"/>
                  </a:cubicBezTo>
                  <a:cubicBezTo>
                    <a:pt x="1609149" y="2478336"/>
                    <a:pt x="1693052" y="2448833"/>
                    <a:pt x="1775731" y="2416243"/>
                  </a:cubicBezTo>
                  <a:cubicBezTo>
                    <a:pt x="1858309" y="2383557"/>
                    <a:pt x="1939764" y="2347882"/>
                    <a:pt x="2019789" y="2309412"/>
                  </a:cubicBezTo>
                  <a:cubicBezTo>
                    <a:pt x="2179839" y="2232567"/>
                    <a:pt x="2334583" y="2144923"/>
                    <a:pt x="2482486" y="2046962"/>
                  </a:cubicBezTo>
                  <a:cubicBezTo>
                    <a:pt x="2519334" y="2022376"/>
                    <a:pt x="2556081" y="1997403"/>
                    <a:pt x="2591908" y="1971371"/>
                  </a:cubicBezTo>
                  <a:cubicBezTo>
                    <a:pt x="2610077" y="1958644"/>
                    <a:pt x="2627838" y="1945434"/>
                    <a:pt x="2645702" y="1932321"/>
                  </a:cubicBezTo>
                  <a:cubicBezTo>
                    <a:pt x="2663666" y="1919305"/>
                    <a:pt x="2681325" y="1905903"/>
                    <a:pt x="2698779" y="1892309"/>
                  </a:cubicBezTo>
                  <a:cubicBezTo>
                    <a:pt x="2768903" y="1838025"/>
                    <a:pt x="2837496" y="1781717"/>
                    <a:pt x="2903537" y="1722516"/>
                  </a:cubicBezTo>
                  <a:cubicBezTo>
                    <a:pt x="3035926" y="1604501"/>
                    <a:pt x="3158720" y="1475784"/>
                    <a:pt x="3269061" y="1337327"/>
                  </a:cubicBezTo>
                  <a:cubicBezTo>
                    <a:pt x="3324182" y="1268099"/>
                    <a:pt x="3376341" y="1196461"/>
                    <a:pt x="3424928" y="1122508"/>
                  </a:cubicBezTo>
                  <a:cubicBezTo>
                    <a:pt x="3472697" y="1048170"/>
                    <a:pt x="3517814" y="972000"/>
                    <a:pt x="3557622" y="893226"/>
                  </a:cubicBezTo>
                  <a:cubicBezTo>
                    <a:pt x="3567931" y="873654"/>
                    <a:pt x="3577526" y="853791"/>
                    <a:pt x="3587019" y="833929"/>
                  </a:cubicBezTo>
                  <a:lnTo>
                    <a:pt x="3601310" y="804040"/>
                  </a:lnTo>
                  <a:lnTo>
                    <a:pt x="3614885" y="773861"/>
                  </a:lnTo>
                  <a:cubicBezTo>
                    <a:pt x="3623766" y="753709"/>
                    <a:pt x="3632748" y="733559"/>
                    <a:pt x="3640812" y="713022"/>
                  </a:cubicBezTo>
                  <a:cubicBezTo>
                    <a:pt x="3648876" y="692485"/>
                    <a:pt x="3657756" y="672236"/>
                    <a:pt x="3665105" y="651506"/>
                  </a:cubicBezTo>
                  <a:cubicBezTo>
                    <a:pt x="3696544" y="569166"/>
                    <a:pt x="3723185" y="485089"/>
                    <a:pt x="3744110" y="399567"/>
                  </a:cubicBezTo>
                  <a:cubicBezTo>
                    <a:pt x="3765341" y="314238"/>
                    <a:pt x="3781392" y="227654"/>
                    <a:pt x="3792123" y="140444"/>
                  </a:cubicBezTo>
                  <a:close/>
                </a:path>
              </a:pathLst>
            </a:custGeom>
            <a:gradFill rotWithShape="0">
              <a:gsLst>
                <a:gs pos="2000">
                  <a:srgbClr val="ffffff">
                    <a:alpha val="10000"/>
                  </a:srgbClr>
                </a:gs>
                <a:gs pos="16000">
                  <a:srgbClr val="f19d19">
                    <a:alpha val="10000"/>
                  </a:srgbClr>
                </a:gs>
                <a:gs pos="85000">
                  <a:srgbClr val="1d9a78">
                    <a:alpha val="10000"/>
                  </a:srgbClr>
                </a:gs>
                <a:gs pos="100000">
                  <a:srgbClr val="ffffff">
                    <a:alpha val="10000"/>
                  </a:srgbClr>
                </a:gs>
              </a:gsLst>
              <a:lin ang="9600000"/>
            </a:gra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/>
          </p:style>
          <p:txBody>
            <a:bodyPr lIns="90000" rIns="90000" tIns="45000" bIns="45000" anchor="ctr">
              <a:noAutofit/>
            </a:bodyPr>
            <a:p>
              <a:pPr algn="ctr" defTabSz="914400">
                <a:lnSpc>
                  <a:spcPct val="100000"/>
                </a:lnSpc>
              </a:pPr>
              <a:endParaRPr b="0" lang="en-US" sz="1800" strike="noStrike" u="none">
                <a:solidFill>
                  <a:schemeClr val="lt1"/>
                </a:solidFill>
                <a:uFillTx/>
                <a:latin typeface="Calibri"/>
              </a:endParaRPr>
            </a:p>
          </p:txBody>
        </p:sp>
      </p:grp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226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bg>
      <p:bgPr>
        <a:solidFill>
          <a:schemeClr val="lt1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 useBgFill="1">
        <p:nvSpPr>
          <p:cNvPr id="1124" name="Rectangle 10">
            <a:extLst>
              <a:ext uri="{C183D7F6-B498-43B3-948B-1728B52AA6E4}">
                <adec:decorative xmlns:adec="http://schemas.microsoft.com/office/drawing/2017/decorative" val="1"/>
              </a:ext>
            </a:extLst>
          </p:cNvPr>
          <p:cNvSpPr/>
          <p:nvPr/>
        </p:nvSpPr>
        <p:spPr>
          <a:xfrm>
            <a:off x="0" y="0"/>
            <a:ext cx="12190680" cy="6856920"/>
          </a:xfrm>
          <a:prstGeom prst="rect">
            <a:avLst/>
          </a:prstGeom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 algn="ctr" defTabSz="914400">
              <a:lnSpc>
                <a:spcPct val="100000"/>
              </a:lnSpc>
            </a:pPr>
            <a:endParaRPr b="0" lang="en-US" sz="1800" strike="noStrike" u="none">
              <a:solidFill>
                <a:schemeClr val="lt1"/>
              </a:solidFill>
              <a:uFillTx/>
              <a:latin typeface="Calibri"/>
            </a:endParaRPr>
          </a:p>
        </p:txBody>
      </p:sp>
      <p:sp>
        <p:nvSpPr>
          <p:cNvPr id="1125" name="PlaceHolder 1"/>
          <p:cNvSpPr>
            <a:spLocks noGrp="1"/>
          </p:cNvSpPr>
          <p:nvPr>
            <p:ph type="title"/>
          </p:nvPr>
        </p:nvSpPr>
        <p:spPr>
          <a:xfrm>
            <a:off x="804600" y="5116680"/>
            <a:ext cx="10591200" cy="99972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t">
            <a:normAutofit/>
          </a:bodyPr>
          <a:p>
            <a:pPr indent="0" defTabSz="914400">
              <a:lnSpc>
                <a:spcPct val="90000"/>
              </a:lnSpc>
              <a:buNone/>
              <a:tabLst>
                <a:tab algn="l" pos="0"/>
              </a:tabLst>
            </a:pPr>
            <a:r>
              <a:rPr b="0" lang="en-US" sz="4000" strike="noStrike" u="none">
                <a:solidFill>
                  <a:schemeClr val="dk2"/>
                </a:solidFill>
                <a:uFillTx/>
                <a:latin typeface="Calibri Light"/>
              </a:rPr>
              <a:t>Kind Komponenten</a:t>
            </a:r>
            <a:endParaRPr b="0" lang="de-DE" sz="4000" strike="noStrike" u="none">
              <a:solidFill>
                <a:srgbClr val="000000"/>
              </a:solidFill>
              <a:uFillTx/>
              <a:latin typeface="Arial"/>
            </a:endParaRPr>
          </a:p>
        </p:txBody>
      </p:sp>
      <p:pic>
        <p:nvPicPr>
          <p:cNvPr id="1126" name="Picture 6" descr="Gelbe und orangefarbene Steckdose"/>
          <p:cNvPicPr/>
          <p:nvPr/>
        </p:nvPicPr>
        <p:blipFill>
          <a:blip r:embed="rId1"/>
          <a:srcRect l="0" t="25789" r="0" b="22586"/>
          <a:stretch/>
        </p:blipFill>
        <p:spPr>
          <a:xfrm>
            <a:off x="0" y="0"/>
            <a:ext cx="12191040" cy="4200480"/>
          </a:xfrm>
          <a:prstGeom prst="rect">
            <a:avLst/>
          </a:prstGeom>
          <a:noFill/>
          <a:ln w="0">
            <a:noFill/>
          </a:ln>
        </p:spPr>
      </p:pic>
      <p:grpSp>
        <p:nvGrpSpPr>
          <p:cNvPr id="1127" name="Group 12">
            <a:extLst>
              <a:ext uri="{C183D7F6-B498-43B3-948B-1728B52AA6E4}">
                <adec:decorative xmlns:adec="http://schemas.microsoft.com/office/drawing/2017/decorative" val="1"/>
              </a:ext>
            </a:extLst>
          </p:cNvPr>
          <p:cNvGrpSpPr/>
          <p:nvPr/>
        </p:nvGrpSpPr>
        <p:grpSpPr>
          <a:xfrm>
            <a:off x="0" y="2941920"/>
            <a:ext cx="12187800" cy="1827720"/>
            <a:chOff x="0" y="2941920"/>
            <a:chExt cx="12187800" cy="1827720"/>
          </a:xfrm>
        </p:grpSpPr>
        <p:sp useBgFill="1">
          <p:nvSpPr>
            <p:cNvPr id="1128" name="Freeform: Shape 13">
              <a:extLs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/>
            <p:nvPr/>
          </p:nvSpPr>
          <p:spPr>
            <a:xfrm>
              <a:off x="0" y="3569040"/>
              <a:ext cx="12187800" cy="1200600"/>
            </a:xfrm>
            <a:custGeom>
              <a:avLst/>
              <a:gdLst>
                <a:gd name="textAreaLeft" fmla="*/ 0 w 12187800"/>
                <a:gd name="textAreaRight" fmla="*/ 12188880 w 12187800"/>
                <a:gd name="textAreaTop" fmla="*/ 0 h 1200600"/>
                <a:gd name="textAreaBottom" fmla="*/ 1201680 h 1200600"/>
              </a:gdLst>
              <a:ahLst/>
              <a:rect l="textAreaLeft" t="textAreaTop" r="textAreaRight" b="textAreaBottom"/>
              <a:pathLst>
                <a:path w="9182100" h="1019102">
                  <a:moveTo>
                    <a:pt x="0" y="1019102"/>
                  </a:moveTo>
                  <a:lnTo>
                    <a:pt x="9182100" y="1019102"/>
                  </a:lnTo>
                  <a:lnTo>
                    <a:pt x="9182100" y="273009"/>
                  </a:lnTo>
                  <a:cubicBezTo>
                    <a:pt x="9143429" y="275485"/>
                    <a:pt x="9104662" y="277200"/>
                    <a:pt x="9065895" y="278343"/>
                  </a:cubicBezTo>
                  <a:cubicBezTo>
                    <a:pt x="8798243" y="285201"/>
                    <a:pt x="8529066" y="277009"/>
                    <a:pt x="8261890" y="257769"/>
                  </a:cubicBezTo>
                  <a:cubicBezTo>
                    <a:pt x="8187024" y="251863"/>
                    <a:pt x="8112443" y="245386"/>
                    <a:pt x="8038624" y="235956"/>
                  </a:cubicBezTo>
                  <a:cubicBezTo>
                    <a:pt x="7980140" y="228051"/>
                    <a:pt x="7920228" y="219002"/>
                    <a:pt x="7862221" y="213097"/>
                  </a:cubicBezTo>
                  <a:cubicBezTo>
                    <a:pt x="7322439" y="159280"/>
                    <a:pt x="6780943" y="130991"/>
                    <a:pt x="6238780" y="126419"/>
                  </a:cubicBezTo>
                  <a:cubicBezTo>
                    <a:pt x="6102477" y="126324"/>
                    <a:pt x="5964745" y="128800"/>
                    <a:pt x="5828729" y="142421"/>
                  </a:cubicBezTo>
                  <a:cubicBezTo>
                    <a:pt x="5624703" y="162328"/>
                    <a:pt x="5429441" y="202048"/>
                    <a:pt x="5227606" y="219764"/>
                  </a:cubicBezTo>
                  <a:cubicBezTo>
                    <a:pt x="4950238" y="245767"/>
                    <a:pt x="4670393" y="228527"/>
                    <a:pt x="4394359" y="190713"/>
                  </a:cubicBezTo>
                  <a:cubicBezTo>
                    <a:pt x="4193381" y="163090"/>
                    <a:pt x="3988880" y="147755"/>
                    <a:pt x="3789236" y="107655"/>
                  </a:cubicBezTo>
                  <a:cubicBezTo>
                    <a:pt x="3660743" y="85271"/>
                    <a:pt x="3520249" y="51648"/>
                    <a:pt x="3391567" y="30502"/>
                  </a:cubicBezTo>
                  <a:cubicBezTo>
                    <a:pt x="2990469" y="-28553"/>
                    <a:pt x="2579370" y="5928"/>
                    <a:pt x="2180177" y="67745"/>
                  </a:cubicBezTo>
                  <a:cubicBezTo>
                    <a:pt x="1965198" y="103273"/>
                    <a:pt x="1751648" y="146136"/>
                    <a:pt x="1543336" y="209953"/>
                  </a:cubicBezTo>
                  <a:cubicBezTo>
                    <a:pt x="1456087" y="238528"/>
                    <a:pt x="1365885" y="264627"/>
                    <a:pt x="1276731" y="286439"/>
                  </a:cubicBezTo>
                  <a:cubicBezTo>
                    <a:pt x="1001173" y="335398"/>
                    <a:pt x="716471" y="346923"/>
                    <a:pt x="441293" y="292345"/>
                  </a:cubicBezTo>
                  <a:cubicBezTo>
                    <a:pt x="285655" y="263198"/>
                    <a:pt x="143923" y="198237"/>
                    <a:pt x="0" y="135563"/>
                  </a:cubicBezTo>
                  <a:lnTo>
                    <a:pt x="0" y="1019102"/>
                  </a:lnTo>
                  <a:close/>
                </a:path>
              </a:pathLst>
            </a:custGeom>
            <a:ln w="9525">
              <a:noFill/>
            </a:ln>
          </p:spPr>
          <p:style>
            <a:lnRef idx="0"/>
            <a:fillRef idx="0"/>
            <a:effectRef idx="0"/>
            <a:fontRef idx="minor"/>
          </p:style>
          <p:txBody>
            <a:bodyPr lIns="90000" rIns="90000" tIns="45000" bIns="45000" anchor="ctr">
              <a:noAutofit/>
            </a:bodyPr>
            <a:p>
              <a:pPr defTabSz="914400">
                <a:lnSpc>
                  <a:spcPct val="100000"/>
                </a:lnSpc>
              </a:pPr>
              <a:endParaRPr b="0" lang="en-US" sz="1800" strike="noStrike" u="none">
                <a:solidFill>
                  <a:schemeClr val="dk1"/>
                </a:solidFill>
                <a:uFillTx/>
                <a:latin typeface="Calibri"/>
              </a:endParaRPr>
            </a:p>
          </p:txBody>
        </p:sp>
        <p:sp>
          <p:nvSpPr>
            <p:cNvPr id="1129" name="Freeform: Shape 14">
              <a:extLs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/>
            <p:nvPr/>
          </p:nvSpPr>
          <p:spPr>
            <a:xfrm>
              <a:off x="0" y="2941920"/>
              <a:ext cx="12187800" cy="1098720"/>
            </a:xfrm>
            <a:custGeom>
              <a:avLst/>
              <a:gdLst>
                <a:gd name="textAreaLeft" fmla="*/ 0 w 12187800"/>
                <a:gd name="textAreaRight" fmla="*/ 12188880 w 12187800"/>
                <a:gd name="textAreaTop" fmla="*/ 0 h 1098720"/>
                <a:gd name="textAreaBottom" fmla="*/ 1099800 h 1098720"/>
              </a:gdLst>
              <a:ahLst/>
              <a:rect l="textAreaLeft" t="textAreaTop" r="textAreaRight" b="textAreaBottom"/>
              <a:pathLst>
                <a:path w="9182100" h="932744">
                  <a:moveTo>
                    <a:pt x="9182100" y="396420"/>
                  </a:moveTo>
                  <a:cubicBezTo>
                    <a:pt x="9156097" y="395182"/>
                    <a:pt x="9129999" y="393753"/>
                    <a:pt x="9103805" y="392229"/>
                  </a:cubicBezTo>
                  <a:cubicBezTo>
                    <a:pt x="8974169" y="384419"/>
                    <a:pt x="8843105" y="372989"/>
                    <a:pt x="8712422" y="359749"/>
                  </a:cubicBezTo>
                  <a:cubicBezTo>
                    <a:pt x="8581739" y="346319"/>
                    <a:pt x="8451056" y="331269"/>
                    <a:pt x="8322755" y="313362"/>
                  </a:cubicBezTo>
                  <a:cubicBezTo>
                    <a:pt x="8258747" y="304695"/>
                    <a:pt x="8195120" y="294979"/>
                    <a:pt x="8134826" y="283930"/>
                  </a:cubicBezTo>
                  <a:cubicBezTo>
                    <a:pt x="8119872" y="281168"/>
                    <a:pt x="8105013" y="278501"/>
                    <a:pt x="8090916" y="275643"/>
                  </a:cubicBezTo>
                  <a:lnTo>
                    <a:pt x="8069485" y="271262"/>
                  </a:lnTo>
                  <a:lnTo>
                    <a:pt x="8041862" y="266595"/>
                  </a:lnTo>
                  <a:cubicBezTo>
                    <a:pt x="8023574" y="263547"/>
                    <a:pt x="8004524" y="260213"/>
                    <a:pt x="7986903" y="257546"/>
                  </a:cubicBezTo>
                  <a:lnTo>
                    <a:pt x="7934230" y="249640"/>
                  </a:lnTo>
                  <a:cubicBezTo>
                    <a:pt x="7864221" y="239258"/>
                    <a:pt x="7795832" y="230209"/>
                    <a:pt x="7727537" y="221922"/>
                  </a:cubicBezTo>
                  <a:lnTo>
                    <a:pt x="7625239" y="209730"/>
                  </a:lnTo>
                  <a:lnTo>
                    <a:pt x="7523227" y="198110"/>
                  </a:lnTo>
                  <a:cubicBezTo>
                    <a:pt x="7387209" y="183060"/>
                    <a:pt x="7251573" y="170392"/>
                    <a:pt x="7115651" y="158010"/>
                  </a:cubicBezTo>
                  <a:cubicBezTo>
                    <a:pt x="6979730" y="146580"/>
                    <a:pt x="6843522" y="135721"/>
                    <a:pt x="6706839" y="126958"/>
                  </a:cubicBezTo>
                  <a:lnTo>
                    <a:pt x="6604064" y="120862"/>
                  </a:lnTo>
                  <a:cubicBezTo>
                    <a:pt x="6569869" y="118767"/>
                    <a:pt x="6535484" y="116862"/>
                    <a:pt x="6501003" y="115338"/>
                  </a:cubicBezTo>
                  <a:lnTo>
                    <a:pt x="6397467" y="110385"/>
                  </a:lnTo>
                  <a:lnTo>
                    <a:pt x="6293168" y="106860"/>
                  </a:lnTo>
                  <a:cubicBezTo>
                    <a:pt x="6222969" y="105146"/>
                    <a:pt x="6152769" y="103527"/>
                    <a:pt x="6079712" y="103908"/>
                  </a:cubicBezTo>
                  <a:cubicBezTo>
                    <a:pt x="6061710" y="103908"/>
                    <a:pt x="6043708" y="103812"/>
                    <a:pt x="6024563" y="104479"/>
                  </a:cubicBezTo>
                  <a:cubicBezTo>
                    <a:pt x="6005703" y="104955"/>
                    <a:pt x="5986844" y="105527"/>
                    <a:pt x="5968080" y="106479"/>
                  </a:cubicBezTo>
                  <a:cubicBezTo>
                    <a:pt x="5930456" y="108003"/>
                    <a:pt x="5893023" y="110385"/>
                    <a:pt x="5855875" y="113242"/>
                  </a:cubicBezTo>
                  <a:cubicBezTo>
                    <a:pt x="5706904" y="124577"/>
                    <a:pt x="5565934" y="145151"/>
                    <a:pt x="5439251" y="160105"/>
                  </a:cubicBezTo>
                  <a:cubicBezTo>
                    <a:pt x="5311902" y="175536"/>
                    <a:pt x="5194745" y="184680"/>
                    <a:pt x="5075396" y="186585"/>
                  </a:cubicBezTo>
                  <a:cubicBezTo>
                    <a:pt x="4956429" y="188490"/>
                    <a:pt x="4835748" y="182775"/>
                    <a:pt x="4712780" y="171249"/>
                  </a:cubicBezTo>
                  <a:lnTo>
                    <a:pt x="4666679" y="166773"/>
                  </a:lnTo>
                  <a:lnTo>
                    <a:pt x="4620292" y="161629"/>
                  </a:lnTo>
                  <a:cubicBezTo>
                    <a:pt x="4604862" y="160010"/>
                    <a:pt x="4589336" y="157914"/>
                    <a:pt x="4573810" y="156009"/>
                  </a:cubicBezTo>
                  <a:lnTo>
                    <a:pt x="4550569" y="153057"/>
                  </a:lnTo>
                  <a:lnTo>
                    <a:pt x="4538948" y="151628"/>
                  </a:lnTo>
                  <a:lnTo>
                    <a:pt x="4526566" y="149913"/>
                  </a:lnTo>
                  <a:lnTo>
                    <a:pt x="4327779" y="122862"/>
                  </a:lnTo>
                  <a:lnTo>
                    <a:pt x="3929729" y="68189"/>
                  </a:lnTo>
                  <a:lnTo>
                    <a:pt x="3729133" y="41900"/>
                  </a:lnTo>
                  <a:lnTo>
                    <a:pt x="3628930" y="28946"/>
                  </a:lnTo>
                  <a:lnTo>
                    <a:pt x="3573399" y="22278"/>
                  </a:lnTo>
                  <a:cubicBezTo>
                    <a:pt x="3554445" y="19992"/>
                    <a:pt x="3535585" y="17992"/>
                    <a:pt x="3516916" y="16468"/>
                  </a:cubicBezTo>
                  <a:cubicBezTo>
                    <a:pt x="3366611" y="2752"/>
                    <a:pt x="3219736" y="-2010"/>
                    <a:pt x="3074670" y="752"/>
                  </a:cubicBezTo>
                  <a:cubicBezTo>
                    <a:pt x="3002280" y="2181"/>
                    <a:pt x="2930176" y="4467"/>
                    <a:pt x="2858738" y="8753"/>
                  </a:cubicBezTo>
                  <a:cubicBezTo>
                    <a:pt x="2787206" y="13039"/>
                    <a:pt x="2716149" y="18754"/>
                    <a:pt x="2645474" y="25326"/>
                  </a:cubicBezTo>
                  <a:cubicBezTo>
                    <a:pt x="2362581" y="52473"/>
                    <a:pt x="2085975" y="97145"/>
                    <a:pt x="1810798" y="158010"/>
                  </a:cubicBezTo>
                  <a:cubicBezTo>
                    <a:pt x="1741837" y="173345"/>
                    <a:pt x="1673066" y="189442"/>
                    <a:pt x="1602772" y="208111"/>
                  </a:cubicBezTo>
                  <a:lnTo>
                    <a:pt x="1548860" y="222780"/>
                  </a:lnTo>
                  <a:lnTo>
                    <a:pt x="1501331" y="236115"/>
                  </a:lnTo>
                  <a:cubicBezTo>
                    <a:pt x="1471327" y="244497"/>
                    <a:pt x="1441228" y="253450"/>
                    <a:pt x="1411224" y="260880"/>
                  </a:cubicBezTo>
                  <a:cubicBezTo>
                    <a:pt x="1291209" y="293074"/>
                    <a:pt x="1170813" y="318982"/>
                    <a:pt x="1050893" y="338032"/>
                  </a:cubicBezTo>
                  <a:cubicBezTo>
                    <a:pt x="990790" y="347557"/>
                    <a:pt x="931069" y="354796"/>
                    <a:pt x="871252" y="360511"/>
                  </a:cubicBezTo>
                  <a:cubicBezTo>
                    <a:pt x="841438" y="362702"/>
                    <a:pt x="811530" y="365559"/>
                    <a:pt x="781812" y="366512"/>
                  </a:cubicBezTo>
                  <a:cubicBezTo>
                    <a:pt x="751904" y="368512"/>
                    <a:pt x="722376" y="368893"/>
                    <a:pt x="692563" y="369655"/>
                  </a:cubicBezTo>
                  <a:cubicBezTo>
                    <a:pt x="633222" y="370036"/>
                    <a:pt x="574167" y="368131"/>
                    <a:pt x="515017" y="363940"/>
                  </a:cubicBezTo>
                  <a:cubicBezTo>
                    <a:pt x="455867" y="359749"/>
                    <a:pt x="397097" y="351748"/>
                    <a:pt x="337661" y="341937"/>
                  </a:cubicBezTo>
                  <a:cubicBezTo>
                    <a:pt x="278225" y="331936"/>
                    <a:pt x="218599" y="318696"/>
                    <a:pt x="156972" y="303456"/>
                  </a:cubicBezTo>
                  <a:cubicBezTo>
                    <a:pt x="106680" y="290883"/>
                    <a:pt x="55150" y="276405"/>
                    <a:pt x="0" y="261642"/>
                  </a:cubicBezTo>
                  <a:lnTo>
                    <a:pt x="0" y="713412"/>
                  </a:lnTo>
                  <a:cubicBezTo>
                    <a:pt x="3048" y="714841"/>
                    <a:pt x="6096" y="716270"/>
                    <a:pt x="9144" y="717699"/>
                  </a:cubicBezTo>
                  <a:cubicBezTo>
                    <a:pt x="74295" y="747798"/>
                    <a:pt x="142875" y="775896"/>
                    <a:pt x="213360" y="801042"/>
                  </a:cubicBezTo>
                  <a:cubicBezTo>
                    <a:pt x="354521" y="851715"/>
                    <a:pt x="503873" y="887244"/>
                    <a:pt x="653510" y="908199"/>
                  </a:cubicBezTo>
                  <a:cubicBezTo>
                    <a:pt x="803338" y="928773"/>
                    <a:pt x="953929" y="935631"/>
                    <a:pt x="1101947" y="930773"/>
                  </a:cubicBezTo>
                  <a:cubicBezTo>
                    <a:pt x="1250252" y="926582"/>
                    <a:pt x="1396365" y="911437"/>
                    <a:pt x="1540002" y="889434"/>
                  </a:cubicBezTo>
                  <a:cubicBezTo>
                    <a:pt x="1576197" y="884386"/>
                    <a:pt x="1611535" y="877433"/>
                    <a:pt x="1647158" y="871242"/>
                  </a:cubicBezTo>
                  <a:lnTo>
                    <a:pt x="1698117" y="862193"/>
                  </a:lnTo>
                  <a:lnTo>
                    <a:pt x="1742789" y="854668"/>
                  </a:lnTo>
                  <a:cubicBezTo>
                    <a:pt x="1804035" y="845048"/>
                    <a:pt x="1867472" y="835428"/>
                    <a:pt x="1931003" y="826950"/>
                  </a:cubicBezTo>
                  <a:cubicBezTo>
                    <a:pt x="2058353" y="810282"/>
                    <a:pt x="2186750" y="795327"/>
                    <a:pt x="2314861" y="783897"/>
                  </a:cubicBezTo>
                  <a:cubicBezTo>
                    <a:pt x="2378964" y="778087"/>
                    <a:pt x="2442972" y="772467"/>
                    <a:pt x="2506885" y="768086"/>
                  </a:cubicBezTo>
                  <a:cubicBezTo>
                    <a:pt x="2538794" y="765990"/>
                    <a:pt x="2570798" y="763800"/>
                    <a:pt x="2602611" y="762085"/>
                  </a:cubicBezTo>
                  <a:cubicBezTo>
                    <a:pt x="2634520" y="760180"/>
                    <a:pt x="2666333" y="758370"/>
                    <a:pt x="2698052" y="756846"/>
                  </a:cubicBezTo>
                  <a:cubicBezTo>
                    <a:pt x="2761583" y="753894"/>
                    <a:pt x="2825020" y="751703"/>
                    <a:pt x="2887980" y="750846"/>
                  </a:cubicBezTo>
                  <a:cubicBezTo>
                    <a:pt x="2951036" y="749417"/>
                    <a:pt x="3013615" y="749322"/>
                    <a:pt x="3075813" y="750179"/>
                  </a:cubicBezTo>
                  <a:cubicBezTo>
                    <a:pt x="3106865" y="750846"/>
                    <a:pt x="3137916" y="751417"/>
                    <a:pt x="3168587" y="752751"/>
                  </a:cubicBezTo>
                  <a:cubicBezTo>
                    <a:pt x="3199448" y="753703"/>
                    <a:pt x="3229928" y="755227"/>
                    <a:pt x="3260408" y="756656"/>
                  </a:cubicBezTo>
                  <a:cubicBezTo>
                    <a:pt x="3320987" y="760466"/>
                    <a:pt x="3381470" y="764562"/>
                    <a:pt x="3440049" y="771610"/>
                  </a:cubicBezTo>
                  <a:cubicBezTo>
                    <a:pt x="3454908" y="773039"/>
                    <a:pt x="3469386" y="775039"/>
                    <a:pt x="3483864" y="776849"/>
                  </a:cubicBezTo>
                  <a:lnTo>
                    <a:pt x="3528536" y="782469"/>
                  </a:lnTo>
                  <a:lnTo>
                    <a:pt x="3628549" y="796089"/>
                  </a:lnTo>
                  <a:lnTo>
                    <a:pt x="3828574" y="823140"/>
                  </a:lnTo>
                  <a:cubicBezTo>
                    <a:pt x="3962019" y="840190"/>
                    <a:pt x="4095750" y="858573"/>
                    <a:pt x="4231196" y="874099"/>
                  </a:cubicBezTo>
                  <a:lnTo>
                    <a:pt x="4433126" y="897435"/>
                  </a:lnTo>
                  <a:lnTo>
                    <a:pt x="4485990" y="903246"/>
                  </a:lnTo>
                  <a:cubicBezTo>
                    <a:pt x="4503897" y="905151"/>
                    <a:pt x="4521708" y="907341"/>
                    <a:pt x="4539806" y="908961"/>
                  </a:cubicBezTo>
                  <a:lnTo>
                    <a:pt x="4593908" y="914199"/>
                  </a:lnTo>
                  <a:lnTo>
                    <a:pt x="4648296" y="918771"/>
                  </a:lnTo>
                  <a:cubicBezTo>
                    <a:pt x="4793456" y="930392"/>
                    <a:pt x="4942237" y="935631"/>
                    <a:pt x="5092446" y="931154"/>
                  </a:cubicBezTo>
                  <a:cubicBezTo>
                    <a:pt x="5242274" y="927249"/>
                    <a:pt x="5393627" y="911437"/>
                    <a:pt x="5533168" y="891816"/>
                  </a:cubicBezTo>
                  <a:cubicBezTo>
                    <a:pt x="5673471" y="872289"/>
                    <a:pt x="5798820" y="851906"/>
                    <a:pt x="5918169" y="840666"/>
                  </a:cubicBezTo>
                  <a:cubicBezTo>
                    <a:pt x="5948077" y="837809"/>
                    <a:pt x="5977795" y="835237"/>
                    <a:pt x="6007323" y="833237"/>
                  </a:cubicBezTo>
                  <a:cubicBezTo>
                    <a:pt x="6022086" y="832094"/>
                    <a:pt x="6036945" y="831332"/>
                    <a:pt x="6051709" y="830570"/>
                  </a:cubicBezTo>
                  <a:lnTo>
                    <a:pt x="6097429" y="828379"/>
                  </a:lnTo>
                  <a:cubicBezTo>
                    <a:pt x="6158960" y="825236"/>
                    <a:pt x="6223445" y="823807"/>
                    <a:pt x="6287834" y="822569"/>
                  </a:cubicBezTo>
                  <a:cubicBezTo>
                    <a:pt x="6417374" y="820664"/>
                    <a:pt x="6549485" y="820188"/>
                    <a:pt x="6681597" y="821235"/>
                  </a:cubicBezTo>
                  <a:cubicBezTo>
                    <a:pt x="6813899" y="822378"/>
                    <a:pt x="6946773" y="823617"/>
                    <a:pt x="7079647" y="826569"/>
                  </a:cubicBezTo>
                  <a:cubicBezTo>
                    <a:pt x="7212520" y="828951"/>
                    <a:pt x="7345585" y="831903"/>
                    <a:pt x="7478173" y="836094"/>
                  </a:cubicBezTo>
                  <a:cubicBezTo>
                    <a:pt x="7610475" y="839714"/>
                    <a:pt x="7743539" y="844953"/>
                    <a:pt x="7871937" y="851430"/>
                  </a:cubicBezTo>
                  <a:lnTo>
                    <a:pt x="7919657" y="854097"/>
                  </a:lnTo>
                  <a:cubicBezTo>
                    <a:pt x="7935564" y="854954"/>
                    <a:pt x="7949756" y="856192"/>
                    <a:pt x="7964901" y="857240"/>
                  </a:cubicBezTo>
                  <a:lnTo>
                    <a:pt x="8015955" y="861050"/>
                  </a:lnTo>
                  <a:cubicBezTo>
                    <a:pt x="8035195" y="862383"/>
                    <a:pt x="8053769" y="863622"/>
                    <a:pt x="8072247" y="864384"/>
                  </a:cubicBezTo>
                  <a:cubicBezTo>
                    <a:pt x="8145780" y="867527"/>
                    <a:pt x="8216456" y="868479"/>
                    <a:pt x="8286750" y="868384"/>
                  </a:cubicBezTo>
                  <a:cubicBezTo>
                    <a:pt x="8427148" y="867527"/>
                    <a:pt x="8565452" y="862574"/>
                    <a:pt x="8704040" y="853716"/>
                  </a:cubicBezTo>
                  <a:cubicBezTo>
                    <a:pt x="8842534" y="844762"/>
                    <a:pt x="8980741" y="832284"/>
                    <a:pt x="9120188" y="814092"/>
                  </a:cubicBezTo>
                  <a:cubicBezTo>
                    <a:pt x="9140761" y="811425"/>
                    <a:pt x="9161336" y="808567"/>
                    <a:pt x="9181909" y="805519"/>
                  </a:cubicBezTo>
                  <a:lnTo>
                    <a:pt x="9181909" y="396420"/>
                  </a:lnTo>
                  <a:close/>
                </a:path>
              </a:pathLst>
            </a:custGeom>
            <a:solidFill>
              <a:schemeClr val="bg1">
                <a:alpha val="30000"/>
              </a:schemeClr>
            </a:solidFill>
            <a:ln w="9525">
              <a:noFill/>
            </a:ln>
          </p:spPr>
          <p:style>
            <a:lnRef idx="0"/>
            <a:fillRef idx="0"/>
            <a:effectRef idx="0"/>
            <a:fontRef idx="minor"/>
          </p:style>
          <p:txBody>
            <a:bodyPr lIns="90000" rIns="90000" tIns="45000" bIns="45000" anchor="ctr">
              <a:noAutofit/>
            </a:bodyPr>
            <a:p>
              <a:pPr defTabSz="914400">
                <a:lnSpc>
                  <a:spcPct val="100000"/>
                </a:lnSpc>
              </a:pPr>
              <a:endParaRPr b="0" lang="en-US" sz="1800" strike="noStrike" u="none">
                <a:solidFill>
                  <a:schemeClr val="dk1"/>
                </a:solidFill>
                <a:uFillTx/>
                <a:latin typeface="Calibri"/>
              </a:endParaRPr>
            </a:p>
          </p:txBody>
        </p:sp>
        <p:sp>
          <p:nvSpPr>
            <p:cNvPr id="1130" name="Freeform: Shape 15">
              <a:extLs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/>
            <p:nvPr/>
          </p:nvSpPr>
          <p:spPr>
            <a:xfrm>
              <a:off x="0" y="3456000"/>
              <a:ext cx="12187800" cy="640440"/>
            </a:xfrm>
            <a:custGeom>
              <a:avLst/>
              <a:gdLst>
                <a:gd name="textAreaLeft" fmla="*/ 0 w 12187800"/>
                <a:gd name="textAreaRight" fmla="*/ 12188880 w 12187800"/>
                <a:gd name="textAreaTop" fmla="*/ 0 h 640440"/>
                <a:gd name="textAreaBottom" fmla="*/ 641520 h 640440"/>
              </a:gdLst>
              <a:ahLst/>
              <a:rect l="textAreaLeft" t="textAreaTop" r="textAreaRight" b="textAreaBottom"/>
              <a:pathLst>
                <a:path w="9182100" h="544245">
                  <a:moveTo>
                    <a:pt x="9182100" y="154189"/>
                  </a:moveTo>
                  <a:cubicBezTo>
                    <a:pt x="9137618" y="157142"/>
                    <a:pt x="9092851" y="159904"/>
                    <a:pt x="9047702" y="162762"/>
                  </a:cubicBezTo>
                  <a:cubicBezTo>
                    <a:pt x="8917114" y="170668"/>
                    <a:pt x="8784717" y="178002"/>
                    <a:pt x="8652224" y="178287"/>
                  </a:cubicBezTo>
                  <a:cubicBezTo>
                    <a:pt x="8519732" y="178764"/>
                    <a:pt x="8387049" y="171239"/>
                    <a:pt x="8255603" y="161047"/>
                  </a:cubicBezTo>
                  <a:cubicBezTo>
                    <a:pt x="8189881" y="155904"/>
                    <a:pt x="8124539" y="149236"/>
                    <a:pt x="8060722" y="140854"/>
                  </a:cubicBezTo>
                  <a:cubicBezTo>
                    <a:pt x="8044815" y="138759"/>
                    <a:pt x="8029099" y="136473"/>
                    <a:pt x="8013478" y="134187"/>
                  </a:cubicBezTo>
                  <a:lnTo>
                    <a:pt x="7990428" y="130567"/>
                  </a:lnTo>
                  <a:lnTo>
                    <a:pt x="7964139" y="126853"/>
                  </a:lnTo>
                  <a:cubicBezTo>
                    <a:pt x="7946708" y="124376"/>
                    <a:pt x="7928896" y="121709"/>
                    <a:pt x="7911656" y="119518"/>
                  </a:cubicBezTo>
                  <a:lnTo>
                    <a:pt x="7860220" y="113232"/>
                  </a:lnTo>
                  <a:cubicBezTo>
                    <a:pt x="7723728" y="96277"/>
                    <a:pt x="7589044" y="83038"/>
                    <a:pt x="7453884" y="70369"/>
                  </a:cubicBezTo>
                  <a:cubicBezTo>
                    <a:pt x="7318915" y="57701"/>
                    <a:pt x="7184041" y="46366"/>
                    <a:pt x="7048976" y="36556"/>
                  </a:cubicBezTo>
                  <a:cubicBezTo>
                    <a:pt x="6981444" y="31793"/>
                    <a:pt x="6913912" y="26840"/>
                    <a:pt x="6846285" y="22649"/>
                  </a:cubicBezTo>
                  <a:cubicBezTo>
                    <a:pt x="6778657" y="18553"/>
                    <a:pt x="6710934" y="14934"/>
                    <a:pt x="6643212" y="11600"/>
                  </a:cubicBezTo>
                  <a:lnTo>
                    <a:pt x="6541485" y="7314"/>
                  </a:lnTo>
                  <a:cubicBezTo>
                    <a:pt x="6507576" y="5790"/>
                    <a:pt x="6473667" y="4647"/>
                    <a:pt x="6439567" y="3885"/>
                  </a:cubicBezTo>
                  <a:lnTo>
                    <a:pt x="6337459" y="1313"/>
                  </a:lnTo>
                  <a:lnTo>
                    <a:pt x="6234970" y="75"/>
                  </a:lnTo>
                  <a:cubicBezTo>
                    <a:pt x="6166295" y="-116"/>
                    <a:pt x="6097715" y="-116"/>
                    <a:pt x="6027802" y="2265"/>
                  </a:cubicBezTo>
                  <a:cubicBezTo>
                    <a:pt x="5993320" y="3123"/>
                    <a:pt x="5957412" y="4456"/>
                    <a:pt x="5921978" y="6552"/>
                  </a:cubicBezTo>
                  <a:cubicBezTo>
                    <a:pt x="5886546" y="8552"/>
                    <a:pt x="5851112" y="11124"/>
                    <a:pt x="5815965" y="14362"/>
                  </a:cubicBezTo>
                  <a:cubicBezTo>
                    <a:pt x="5674995" y="27126"/>
                    <a:pt x="5538597" y="48938"/>
                    <a:pt x="5408390" y="67036"/>
                  </a:cubicBezTo>
                  <a:cubicBezTo>
                    <a:pt x="5277993" y="85514"/>
                    <a:pt x="5151692" y="99039"/>
                    <a:pt x="5023866" y="103992"/>
                  </a:cubicBezTo>
                  <a:cubicBezTo>
                    <a:pt x="4960049" y="106660"/>
                    <a:pt x="4895946" y="107231"/>
                    <a:pt x="4831556" y="106374"/>
                  </a:cubicBezTo>
                  <a:cubicBezTo>
                    <a:pt x="4767167" y="105231"/>
                    <a:pt x="4702588" y="102468"/>
                    <a:pt x="4637723" y="98754"/>
                  </a:cubicBezTo>
                  <a:cubicBezTo>
                    <a:pt x="4572762" y="95230"/>
                    <a:pt x="4507992" y="88848"/>
                    <a:pt x="4442460" y="83038"/>
                  </a:cubicBezTo>
                  <a:cubicBezTo>
                    <a:pt x="4408837" y="80752"/>
                    <a:pt x="4375214" y="79228"/>
                    <a:pt x="4341686" y="77227"/>
                  </a:cubicBezTo>
                  <a:cubicBezTo>
                    <a:pt x="4308158" y="75227"/>
                    <a:pt x="4274534" y="73417"/>
                    <a:pt x="4241006" y="71989"/>
                  </a:cubicBezTo>
                  <a:cubicBezTo>
                    <a:pt x="4106895" y="65131"/>
                    <a:pt x="3971925" y="59797"/>
                    <a:pt x="3836956" y="54177"/>
                  </a:cubicBezTo>
                  <a:lnTo>
                    <a:pt x="3634549" y="45414"/>
                  </a:lnTo>
                  <a:lnTo>
                    <a:pt x="3533394" y="40461"/>
                  </a:lnTo>
                  <a:lnTo>
                    <a:pt x="3481959" y="37889"/>
                  </a:lnTo>
                  <a:cubicBezTo>
                    <a:pt x="3464719" y="37127"/>
                    <a:pt x="3447479" y="36079"/>
                    <a:pt x="3430238" y="35889"/>
                  </a:cubicBezTo>
                  <a:cubicBezTo>
                    <a:pt x="3292602" y="31126"/>
                    <a:pt x="3156299" y="33603"/>
                    <a:pt x="3020473" y="37603"/>
                  </a:cubicBezTo>
                  <a:cubicBezTo>
                    <a:pt x="2884741" y="41985"/>
                    <a:pt x="2749487" y="48843"/>
                    <a:pt x="2614422" y="56844"/>
                  </a:cubicBezTo>
                  <a:lnTo>
                    <a:pt x="2208657" y="81609"/>
                  </a:lnTo>
                  <a:cubicBezTo>
                    <a:pt x="2073116" y="89991"/>
                    <a:pt x="1937195" y="97515"/>
                    <a:pt x="1800606" y="107612"/>
                  </a:cubicBezTo>
                  <a:cubicBezTo>
                    <a:pt x="1732217" y="112184"/>
                    <a:pt x="1663827" y="117804"/>
                    <a:pt x="1594676" y="124948"/>
                  </a:cubicBezTo>
                  <a:lnTo>
                    <a:pt x="1491996" y="136568"/>
                  </a:lnTo>
                  <a:lnTo>
                    <a:pt x="1442942" y="141902"/>
                  </a:lnTo>
                  <a:lnTo>
                    <a:pt x="1418463" y="144664"/>
                  </a:lnTo>
                  <a:lnTo>
                    <a:pt x="1393984" y="146855"/>
                  </a:lnTo>
                  <a:cubicBezTo>
                    <a:pt x="1263491" y="159142"/>
                    <a:pt x="1134142" y="166667"/>
                    <a:pt x="1006697" y="169810"/>
                  </a:cubicBezTo>
                  <a:cubicBezTo>
                    <a:pt x="942975" y="172001"/>
                    <a:pt x="879729" y="171239"/>
                    <a:pt x="816864" y="170953"/>
                  </a:cubicBezTo>
                  <a:lnTo>
                    <a:pt x="769906" y="169715"/>
                  </a:lnTo>
                  <a:cubicBezTo>
                    <a:pt x="754285" y="169525"/>
                    <a:pt x="738569" y="169048"/>
                    <a:pt x="723043" y="168096"/>
                  </a:cubicBezTo>
                  <a:lnTo>
                    <a:pt x="676370" y="166286"/>
                  </a:lnTo>
                  <a:cubicBezTo>
                    <a:pt x="660845" y="165238"/>
                    <a:pt x="645414" y="164095"/>
                    <a:pt x="629888" y="163333"/>
                  </a:cubicBezTo>
                  <a:cubicBezTo>
                    <a:pt x="568071" y="159047"/>
                    <a:pt x="506540" y="154094"/>
                    <a:pt x="445484" y="146093"/>
                  </a:cubicBezTo>
                  <a:cubicBezTo>
                    <a:pt x="384524" y="137997"/>
                    <a:pt x="323850" y="128091"/>
                    <a:pt x="263366" y="115232"/>
                  </a:cubicBezTo>
                  <a:cubicBezTo>
                    <a:pt x="202787" y="102850"/>
                    <a:pt x="142589" y="87419"/>
                    <a:pt x="81439" y="70369"/>
                  </a:cubicBezTo>
                  <a:cubicBezTo>
                    <a:pt x="66199" y="66178"/>
                    <a:pt x="50864" y="61702"/>
                    <a:pt x="35338" y="57034"/>
                  </a:cubicBezTo>
                  <a:lnTo>
                    <a:pt x="0" y="46652"/>
                  </a:lnTo>
                  <a:lnTo>
                    <a:pt x="0" y="426795"/>
                  </a:lnTo>
                  <a:cubicBezTo>
                    <a:pt x="58198" y="446416"/>
                    <a:pt x="117920" y="464323"/>
                    <a:pt x="178594" y="479658"/>
                  </a:cubicBezTo>
                  <a:cubicBezTo>
                    <a:pt x="319850" y="514901"/>
                    <a:pt x="465582" y="537094"/>
                    <a:pt x="610457" y="542619"/>
                  </a:cubicBezTo>
                  <a:cubicBezTo>
                    <a:pt x="682943" y="545953"/>
                    <a:pt x="755142" y="543762"/>
                    <a:pt x="826865" y="539666"/>
                  </a:cubicBezTo>
                  <a:cubicBezTo>
                    <a:pt x="898398" y="534523"/>
                    <a:pt x="969645" y="526903"/>
                    <a:pt x="1039654" y="515187"/>
                  </a:cubicBezTo>
                  <a:cubicBezTo>
                    <a:pt x="1180052" y="492517"/>
                    <a:pt x="1316736" y="457751"/>
                    <a:pt x="1449705" y="415270"/>
                  </a:cubicBezTo>
                  <a:cubicBezTo>
                    <a:pt x="1483138" y="405364"/>
                    <a:pt x="1515809" y="393172"/>
                    <a:pt x="1548765" y="382123"/>
                  </a:cubicBezTo>
                  <a:lnTo>
                    <a:pt x="1642872" y="349261"/>
                  </a:lnTo>
                  <a:cubicBezTo>
                    <a:pt x="1705261" y="328211"/>
                    <a:pt x="1768983" y="308208"/>
                    <a:pt x="1832991" y="289158"/>
                  </a:cubicBezTo>
                  <a:cubicBezTo>
                    <a:pt x="1961198" y="251821"/>
                    <a:pt x="2091404" y="219435"/>
                    <a:pt x="2222754" y="193623"/>
                  </a:cubicBezTo>
                  <a:cubicBezTo>
                    <a:pt x="2354199" y="168382"/>
                    <a:pt x="2486882" y="149332"/>
                    <a:pt x="2620137" y="138378"/>
                  </a:cubicBezTo>
                  <a:cubicBezTo>
                    <a:pt x="2753392" y="127424"/>
                    <a:pt x="2887123" y="122947"/>
                    <a:pt x="3020473" y="127234"/>
                  </a:cubicBezTo>
                  <a:cubicBezTo>
                    <a:pt x="3087148" y="129043"/>
                    <a:pt x="3153632" y="133711"/>
                    <a:pt x="3219736" y="139807"/>
                  </a:cubicBezTo>
                  <a:cubicBezTo>
                    <a:pt x="3252788" y="143426"/>
                    <a:pt x="3285839" y="146760"/>
                    <a:pt x="3318605" y="151713"/>
                  </a:cubicBezTo>
                  <a:lnTo>
                    <a:pt x="3367754" y="158666"/>
                  </a:lnTo>
                  <a:cubicBezTo>
                    <a:pt x="3384042" y="161238"/>
                    <a:pt x="3400330" y="164000"/>
                    <a:pt x="3416618" y="166858"/>
                  </a:cubicBezTo>
                  <a:cubicBezTo>
                    <a:pt x="3432905" y="169525"/>
                    <a:pt x="3449003" y="172954"/>
                    <a:pt x="3465195" y="176097"/>
                  </a:cubicBezTo>
                  <a:cubicBezTo>
                    <a:pt x="3481483" y="179431"/>
                    <a:pt x="3497199" y="182288"/>
                    <a:pt x="3513868" y="185908"/>
                  </a:cubicBezTo>
                  <a:lnTo>
                    <a:pt x="3612737" y="207625"/>
                  </a:lnTo>
                  <a:lnTo>
                    <a:pt x="3810381" y="252106"/>
                  </a:lnTo>
                  <a:cubicBezTo>
                    <a:pt x="3942112" y="282015"/>
                    <a:pt x="4073843" y="312590"/>
                    <a:pt x="4206621" y="339736"/>
                  </a:cubicBezTo>
                  <a:cubicBezTo>
                    <a:pt x="4239768" y="346785"/>
                    <a:pt x="4272915" y="353452"/>
                    <a:pt x="4306062" y="359834"/>
                  </a:cubicBezTo>
                  <a:cubicBezTo>
                    <a:pt x="4339209" y="366216"/>
                    <a:pt x="4372356" y="372979"/>
                    <a:pt x="4405503" y="378979"/>
                  </a:cubicBezTo>
                  <a:cubicBezTo>
                    <a:pt x="4473416" y="389266"/>
                    <a:pt x="4542378" y="398410"/>
                    <a:pt x="4611529" y="405745"/>
                  </a:cubicBezTo>
                  <a:cubicBezTo>
                    <a:pt x="4749832" y="420794"/>
                    <a:pt x="4890326" y="428795"/>
                    <a:pt x="5031677" y="427462"/>
                  </a:cubicBezTo>
                  <a:cubicBezTo>
                    <a:pt x="5102352" y="426985"/>
                    <a:pt x="5173028" y="423747"/>
                    <a:pt x="5243227" y="418699"/>
                  </a:cubicBezTo>
                  <a:cubicBezTo>
                    <a:pt x="5313427" y="413650"/>
                    <a:pt x="5382959" y="406030"/>
                    <a:pt x="5451062" y="398029"/>
                  </a:cubicBezTo>
                  <a:cubicBezTo>
                    <a:pt x="5587651" y="381551"/>
                    <a:pt x="5717381" y="362501"/>
                    <a:pt x="5844635" y="353071"/>
                  </a:cubicBezTo>
                  <a:cubicBezTo>
                    <a:pt x="5876544" y="350690"/>
                    <a:pt x="5908262" y="348404"/>
                    <a:pt x="5939981" y="346975"/>
                  </a:cubicBezTo>
                  <a:cubicBezTo>
                    <a:pt x="5971794" y="345356"/>
                    <a:pt x="6003036" y="344308"/>
                    <a:pt x="6035898" y="344118"/>
                  </a:cubicBezTo>
                  <a:cubicBezTo>
                    <a:pt x="6100477" y="343070"/>
                    <a:pt x="6166390" y="343356"/>
                    <a:pt x="6232303" y="343642"/>
                  </a:cubicBezTo>
                  <a:cubicBezTo>
                    <a:pt x="6364415" y="344880"/>
                    <a:pt x="6497669" y="347833"/>
                    <a:pt x="6630924" y="351071"/>
                  </a:cubicBezTo>
                  <a:lnTo>
                    <a:pt x="6831140" y="356596"/>
                  </a:lnTo>
                  <a:lnTo>
                    <a:pt x="7031545" y="362501"/>
                  </a:lnTo>
                  <a:cubicBezTo>
                    <a:pt x="7165086" y="367454"/>
                    <a:pt x="7298818" y="371835"/>
                    <a:pt x="7432262" y="378408"/>
                  </a:cubicBezTo>
                  <a:cubicBezTo>
                    <a:pt x="7565518" y="384790"/>
                    <a:pt x="7699153" y="392124"/>
                    <a:pt x="7830312" y="402506"/>
                  </a:cubicBezTo>
                  <a:lnTo>
                    <a:pt x="7879270" y="406792"/>
                  </a:lnTo>
                  <a:lnTo>
                    <a:pt x="7926895" y="411745"/>
                  </a:lnTo>
                  <a:lnTo>
                    <a:pt x="7977569" y="417175"/>
                  </a:lnTo>
                  <a:cubicBezTo>
                    <a:pt x="7995380" y="418984"/>
                    <a:pt x="8013097" y="420699"/>
                    <a:pt x="8030623" y="422127"/>
                  </a:cubicBezTo>
                  <a:cubicBezTo>
                    <a:pt x="8100632" y="427843"/>
                    <a:pt x="8169402" y="431748"/>
                    <a:pt x="8237982" y="435177"/>
                  </a:cubicBezTo>
                  <a:cubicBezTo>
                    <a:pt x="8375047" y="442035"/>
                    <a:pt x="8511254" y="444511"/>
                    <a:pt x="8647748" y="449464"/>
                  </a:cubicBezTo>
                  <a:cubicBezTo>
                    <a:pt x="8715946" y="451750"/>
                    <a:pt x="8784336" y="454513"/>
                    <a:pt x="8852821" y="456132"/>
                  </a:cubicBezTo>
                  <a:cubicBezTo>
                    <a:pt x="8887111" y="456989"/>
                    <a:pt x="8921401" y="457751"/>
                    <a:pt x="8955786" y="458132"/>
                  </a:cubicBezTo>
                  <a:cubicBezTo>
                    <a:pt x="8990171" y="458323"/>
                    <a:pt x="9024651" y="458227"/>
                    <a:pt x="9059227" y="457751"/>
                  </a:cubicBezTo>
                  <a:cubicBezTo>
                    <a:pt x="9099995" y="456989"/>
                    <a:pt x="9140857" y="455275"/>
                    <a:pt x="9182005" y="452512"/>
                  </a:cubicBezTo>
                  <a:lnTo>
                    <a:pt x="9182005" y="154189"/>
                  </a:lnTo>
                  <a:close/>
                </a:path>
              </a:pathLst>
            </a:custGeom>
            <a:solidFill>
              <a:schemeClr val="bg1">
                <a:alpha val="30000"/>
              </a:schemeClr>
            </a:solidFill>
            <a:ln w="9525">
              <a:noFill/>
            </a:ln>
          </p:spPr>
          <p:style>
            <a:lnRef idx="0"/>
            <a:fillRef idx="0"/>
            <a:effectRef idx="0"/>
            <a:fontRef idx="minor"/>
          </p:style>
          <p:txBody>
            <a:bodyPr lIns="90000" rIns="90000" tIns="45000" bIns="45000" anchor="ctr">
              <a:noAutofit/>
            </a:bodyPr>
            <a:p>
              <a:pPr defTabSz="914400">
                <a:lnSpc>
                  <a:spcPct val="100000"/>
                </a:lnSpc>
              </a:pPr>
              <a:endParaRPr b="0" lang="en-US" sz="1800" strike="noStrike" u="none">
                <a:solidFill>
                  <a:schemeClr val="dk1"/>
                </a:solidFill>
                <a:uFillTx/>
                <a:latin typeface="Calibri"/>
              </a:endParaRPr>
            </a:p>
          </p:txBody>
        </p:sp>
        <p:sp>
          <p:nvSpPr>
            <p:cNvPr id="1131" name="Freeform: Shape 16">
              <a:extLs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/>
            <p:nvPr/>
          </p:nvSpPr>
          <p:spPr>
            <a:xfrm>
              <a:off x="0" y="3153600"/>
              <a:ext cx="12187800" cy="901440"/>
            </a:xfrm>
            <a:custGeom>
              <a:avLst/>
              <a:gdLst>
                <a:gd name="textAreaLeft" fmla="*/ 0 w 12187800"/>
                <a:gd name="textAreaRight" fmla="*/ 12188880 w 12187800"/>
                <a:gd name="textAreaTop" fmla="*/ 0 h 901440"/>
                <a:gd name="textAreaBottom" fmla="*/ 902520 h 901440"/>
              </a:gdLst>
              <a:ahLst/>
              <a:rect l="textAreaLeft" t="textAreaTop" r="textAreaRight" b="textAreaBottom"/>
              <a:pathLst>
                <a:path w="9182100" h="765639">
                  <a:moveTo>
                    <a:pt x="9182100" y="351088"/>
                  </a:moveTo>
                  <a:cubicBezTo>
                    <a:pt x="9180862" y="351088"/>
                    <a:pt x="9179719" y="350993"/>
                    <a:pt x="9178480" y="350993"/>
                  </a:cubicBezTo>
                  <a:cubicBezTo>
                    <a:pt x="9047607" y="346421"/>
                    <a:pt x="8915591" y="337944"/>
                    <a:pt x="8783955" y="327561"/>
                  </a:cubicBezTo>
                  <a:cubicBezTo>
                    <a:pt x="8652320" y="316894"/>
                    <a:pt x="8520589" y="304416"/>
                    <a:pt x="8390763" y="288795"/>
                  </a:cubicBezTo>
                  <a:cubicBezTo>
                    <a:pt x="8325898" y="281175"/>
                    <a:pt x="8261509" y="272602"/>
                    <a:pt x="8199502" y="262601"/>
                  </a:cubicBezTo>
                  <a:cubicBezTo>
                    <a:pt x="8184070" y="260029"/>
                    <a:pt x="8168831" y="257553"/>
                    <a:pt x="8153972" y="254886"/>
                  </a:cubicBezTo>
                  <a:lnTo>
                    <a:pt x="8131588" y="250790"/>
                  </a:lnTo>
                  <a:lnTo>
                    <a:pt x="8104632" y="246504"/>
                  </a:lnTo>
                  <a:cubicBezTo>
                    <a:pt x="8086725" y="243741"/>
                    <a:pt x="8068247" y="240598"/>
                    <a:pt x="8050911" y="238217"/>
                  </a:cubicBezTo>
                  <a:lnTo>
                    <a:pt x="7998810" y="230978"/>
                  </a:lnTo>
                  <a:cubicBezTo>
                    <a:pt x="7860697" y="212023"/>
                    <a:pt x="7725633" y="198021"/>
                    <a:pt x="7589902" y="183925"/>
                  </a:cubicBezTo>
                  <a:cubicBezTo>
                    <a:pt x="7454360" y="170304"/>
                    <a:pt x="7319010" y="158779"/>
                    <a:pt x="7183469" y="147634"/>
                  </a:cubicBezTo>
                  <a:cubicBezTo>
                    <a:pt x="7047929" y="137252"/>
                    <a:pt x="6912198" y="127632"/>
                    <a:pt x="6775990" y="119821"/>
                  </a:cubicBezTo>
                  <a:cubicBezTo>
                    <a:pt x="6639592" y="112582"/>
                    <a:pt x="6503194" y="105439"/>
                    <a:pt x="6364795" y="102391"/>
                  </a:cubicBezTo>
                  <a:cubicBezTo>
                    <a:pt x="6295263" y="101057"/>
                    <a:pt x="6225826" y="99819"/>
                    <a:pt x="6154293" y="100581"/>
                  </a:cubicBezTo>
                  <a:cubicBezTo>
                    <a:pt x="6136577" y="100581"/>
                    <a:pt x="6118860" y="100581"/>
                    <a:pt x="6100287" y="101343"/>
                  </a:cubicBezTo>
                  <a:cubicBezTo>
                    <a:pt x="6081903" y="101819"/>
                    <a:pt x="6063615" y="102486"/>
                    <a:pt x="6045327" y="103438"/>
                  </a:cubicBezTo>
                  <a:cubicBezTo>
                    <a:pt x="6008656" y="104962"/>
                    <a:pt x="5972175" y="107439"/>
                    <a:pt x="5935980" y="110296"/>
                  </a:cubicBezTo>
                  <a:cubicBezTo>
                    <a:pt x="5790724" y="121631"/>
                    <a:pt x="5651659" y="142110"/>
                    <a:pt x="5523357" y="157635"/>
                  </a:cubicBezTo>
                  <a:cubicBezTo>
                    <a:pt x="5394484" y="173542"/>
                    <a:pt x="5273040" y="183543"/>
                    <a:pt x="5149882" y="185639"/>
                  </a:cubicBezTo>
                  <a:cubicBezTo>
                    <a:pt x="5027010" y="187925"/>
                    <a:pt x="4902803" y="182210"/>
                    <a:pt x="4777073" y="170685"/>
                  </a:cubicBezTo>
                  <a:lnTo>
                    <a:pt x="4729925" y="166208"/>
                  </a:lnTo>
                  <a:lnTo>
                    <a:pt x="4682585" y="161064"/>
                  </a:lnTo>
                  <a:cubicBezTo>
                    <a:pt x="4666869" y="159445"/>
                    <a:pt x="4650963" y="157350"/>
                    <a:pt x="4635151" y="155445"/>
                  </a:cubicBezTo>
                  <a:lnTo>
                    <a:pt x="4611434" y="152492"/>
                  </a:lnTo>
                  <a:cubicBezTo>
                    <a:pt x="4603623" y="151539"/>
                    <a:pt x="4595622" y="150587"/>
                    <a:pt x="4587145" y="149349"/>
                  </a:cubicBezTo>
                  <a:lnTo>
                    <a:pt x="4387977" y="122774"/>
                  </a:lnTo>
                  <a:lnTo>
                    <a:pt x="3989356" y="68577"/>
                  </a:lnTo>
                  <a:lnTo>
                    <a:pt x="3789140" y="42192"/>
                  </a:lnTo>
                  <a:lnTo>
                    <a:pt x="3689033" y="29143"/>
                  </a:lnTo>
                  <a:lnTo>
                    <a:pt x="3634835" y="22571"/>
                  </a:lnTo>
                  <a:cubicBezTo>
                    <a:pt x="3616452" y="20285"/>
                    <a:pt x="3598069" y="18380"/>
                    <a:pt x="3579876" y="16856"/>
                  </a:cubicBezTo>
                  <a:cubicBezTo>
                    <a:pt x="3433667" y="3140"/>
                    <a:pt x="3289840" y="-1622"/>
                    <a:pt x="3147441" y="473"/>
                  </a:cubicBezTo>
                  <a:cubicBezTo>
                    <a:pt x="3005138" y="2283"/>
                    <a:pt x="2864263" y="10188"/>
                    <a:pt x="2724722" y="22857"/>
                  </a:cubicBezTo>
                  <a:cubicBezTo>
                    <a:pt x="2445353" y="48098"/>
                    <a:pt x="2171129" y="90198"/>
                    <a:pt x="1898428" y="147730"/>
                  </a:cubicBezTo>
                  <a:cubicBezTo>
                    <a:pt x="1830134" y="162208"/>
                    <a:pt x="1762030" y="177448"/>
                    <a:pt x="1692878" y="195069"/>
                  </a:cubicBezTo>
                  <a:lnTo>
                    <a:pt x="1640205" y="208785"/>
                  </a:lnTo>
                  <a:lnTo>
                    <a:pt x="1592294" y="221643"/>
                  </a:lnTo>
                  <a:cubicBezTo>
                    <a:pt x="1561624" y="229740"/>
                    <a:pt x="1530858" y="238503"/>
                    <a:pt x="1500092" y="245551"/>
                  </a:cubicBezTo>
                  <a:cubicBezTo>
                    <a:pt x="1377125" y="276412"/>
                    <a:pt x="1253490" y="300987"/>
                    <a:pt x="1130046" y="318227"/>
                  </a:cubicBezTo>
                  <a:cubicBezTo>
                    <a:pt x="1068229" y="326895"/>
                    <a:pt x="1006602" y="333086"/>
                    <a:pt x="944880" y="337658"/>
                  </a:cubicBezTo>
                  <a:cubicBezTo>
                    <a:pt x="914114" y="339277"/>
                    <a:pt x="883253" y="341563"/>
                    <a:pt x="852583" y="341944"/>
                  </a:cubicBezTo>
                  <a:cubicBezTo>
                    <a:pt x="821817" y="343278"/>
                    <a:pt x="791147" y="342992"/>
                    <a:pt x="760476" y="343087"/>
                  </a:cubicBezTo>
                  <a:cubicBezTo>
                    <a:pt x="699230" y="342135"/>
                    <a:pt x="638175" y="338706"/>
                    <a:pt x="577215" y="332800"/>
                  </a:cubicBezTo>
                  <a:cubicBezTo>
                    <a:pt x="516255" y="326895"/>
                    <a:pt x="455771" y="317179"/>
                    <a:pt x="394907" y="305463"/>
                  </a:cubicBezTo>
                  <a:cubicBezTo>
                    <a:pt x="334137" y="293557"/>
                    <a:pt x="273368" y="278412"/>
                    <a:pt x="211265" y="261363"/>
                  </a:cubicBezTo>
                  <a:cubicBezTo>
                    <a:pt x="149066" y="244123"/>
                    <a:pt x="85820" y="224310"/>
                    <a:pt x="17526" y="204880"/>
                  </a:cubicBezTo>
                  <a:cubicBezTo>
                    <a:pt x="11716" y="203165"/>
                    <a:pt x="5906" y="201546"/>
                    <a:pt x="0" y="199927"/>
                  </a:cubicBezTo>
                  <a:lnTo>
                    <a:pt x="0" y="526920"/>
                  </a:lnTo>
                  <a:cubicBezTo>
                    <a:pt x="32576" y="541874"/>
                    <a:pt x="66104" y="557114"/>
                    <a:pt x="100298" y="571973"/>
                  </a:cubicBezTo>
                  <a:cubicBezTo>
                    <a:pt x="164973" y="600167"/>
                    <a:pt x="232410" y="626456"/>
                    <a:pt x="301562" y="649697"/>
                  </a:cubicBezTo>
                  <a:cubicBezTo>
                    <a:pt x="439865" y="696655"/>
                    <a:pt x="585216" y="728754"/>
                    <a:pt x="731044" y="746947"/>
                  </a:cubicBezTo>
                  <a:cubicBezTo>
                    <a:pt x="876967" y="764664"/>
                    <a:pt x="1023652" y="769426"/>
                    <a:pt x="1168241" y="762759"/>
                  </a:cubicBezTo>
                  <a:cubicBezTo>
                    <a:pt x="1313021" y="756663"/>
                    <a:pt x="1455896" y="740185"/>
                    <a:pt x="1596581" y="716944"/>
                  </a:cubicBezTo>
                  <a:cubicBezTo>
                    <a:pt x="1632014" y="711610"/>
                    <a:pt x="1666685" y="704371"/>
                    <a:pt x="1701641" y="697894"/>
                  </a:cubicBezTo>
                  <a:lnTo>
                    <a:pt x="1752124" y="688273"/>
                  </a:lnTo>
                  <a:lnTo>
                    <a:pt x="1797939" y="679891"/>
                  </a:lnTo>
                  <a:cubicBezTo>
                    <a:pt x="1860328" y="669128"/>
                    <a:pt x="1924431" y="658746"/>
                    <a:pt x="1988630" y="649316"/>
                  </a:cubicBezTo>
                  <a:cubicBezTo>
                    <a:pt x="2117217" y="630838"/>
                    <a:pt x="2246852" y="614645"/>
                    <a:pt x="2376297" y="601691"/>
                  </a:cubicBezTo>
                  <a:cubicBezTo>
                    <a:pt x="2441067" y="595214"/>
                    <a:pt x="2505742" y="589118"/>
                    <a:pt x="2570416" y="584165"/>
                  </a:cubicBezTo>
                  <a:cubicBezTo>
                    <a:pt x="2635091" y="579402"/>
                    <a:pt x="2699671" y="574831"/>
                    <a:pt x="2764155" y="571497"/>
                  </a:cubicBezTo>
                  <a:cubicBezTo>
                    <a:pt x="2828639" y="568068"/>
                    <a:pt x="2892933" y="565401"/>
                    <a:pt x="2956941" y="564163"/>
                  </a:cubicBezTo>
                  <a:cubicBezTo>
                    <a:pt x="3021045" y="562353"/>
                    <a:pt x="3084766" y="561972"/>
                    <a:pt x="3148298" y="562639"/>
                  </a:cubicBezTo>
                  <a:cubicBezTo>
                    <a:pt x="3211735" y="563305"/>
                    <a:pt x="3274695" y="565591"/>
                    <a:pt x="3337274" y="568544"/>
                  </a:cubicBezTo>
                  <a:cubicBezTo>
                    <a:pt x="3399568" y="572259"/>
                    <a:pt x="3461671" y="576259"/>
                    <a:pt x="3522345" y="583308"/>
                  </a:cubicBezTo>
                  <a:cubicBezTo>
                    <a:pt x="3537680" y="584737"/>
                    <a:pt x="3552730" y="586737"/>
                    <a:pt x="3567779" y="588642"/>
                  </a:cubicBezTo>
                  <a:lnTo>
                    <a:pt x="3613785" y="594357"/>
                  </a:lnTo>
                  <a:lnTo>
                    <a:pt x="3713798" y="607882"/>
                  </a:lnTo>
                  <a:lnTo>
                    <a:pt x="3913823" y="634838"/>
                  </a:lnTo>
                  <a:cubicBezTo>
                    <a:pt x="4047268" y="652078"/>
                    <a:pt x="4180904" y="670366"/>
                    <a:pt x="4315873" y="686273"/>
                  </a:cubicBezTo>
                  <a:lnTo>
                    <a:pt x="4517422" y="710086"/>
                  </a:lnTo>
                  <a:cubicBezTo>
                    <a:pt x="4586573" y="717896"/>
                    <a:pt x="4657916" y="725992"/>
                    <a:pt x="4728972" y="731422"/>
                  </a:cubicBezTo>
                  <a:cubicBezTo>
                    <a:pt x="4871371" y="743042"/>
                    <a:pt x="5016627" y="748376"/>
                    <a:pt x="5162931" y="744185"/>
                  </a:cubicBezTo>
                  <a:cubicBezTo>
                    <a:pt x="5308949" y="740566"/>
                    <a:pt x="5456111" y="725611"/>
                    <a:pt x="5594033" y="706466"/>
                  </a:cubicBezTo>
                  <a:cubicBezTo>
                    <a:pt x="5732621" y="687511"/>
                    <a:pt x="5859876" y="667033"/>
                    <a:pt x="5982939" y="655793"/>
                  </a:cubicBezTo>
                  <a:cubicBezTo>
                    <a:pt x="6013799" y="652936"/>
                    <a:pt x="6044375" y="650364"/>
                    <a:pt x="6075045" y="648459"/>
                  </a:cubicBezTo>
                  <a:cubicBezTo>
                    <a:pt x="6105906" y="646363"/>
                    <a:pt x="6135529" y="645125"/>
                    <a:pt x="6167819" y="643887"/>
                  </a:cubicBezTo>
                  <a:cubicBezTo>
                    <a:pt x="6230779" y="641125"/>
                    <a:pt x="6295930" y="640077"/>
                    <a:pt x="6361081" y="639124"/>
                  </a:cubicBezTo>
                  <a:cubicBezTo>
                    <a:pt x="6491955" y="637981"/>
                    <a:pt x="6624638" y="638553"/>
                    <a:pt x="6757321" y="640458"/>
                  </a:cubicBezTo>
                  <a:cubicBezTo>
                    <a:pt x="6890195" y="642553"/>
                    <a:pt x="7023449" y="645030"/>
                    <a:pt x="7156704" y="649030"/>
                  </a:cubicBezTo>
                  <a:cubicBezTo>
                    <a:pt x="7289959" y="652650"/>
                    <a:pt x="7423404" y="656841"/>
                    <a:pt x="7556373" y="662365"/>
                  </a:cubicBezTo>
                  <a:cubicBezTo>
                    <a:pt x="7689152" y="667509"/>
                    <a:pt x="7822502" y="673986"/>
                    <a:pt x="7952328" y="682177"/>
                  </a:cubicBezTo>
                  <a:lnTo>
                    <a:pt x="8000714" y="685511"/>
                  </a:lnTo>
                  <a:cubicBezTo>
                    <a:pt x="8016811" y="686654"/>
                    <a:pt x="8031670" y="688178"/>
                    <a:pt x="8047196" y="689416"/>
                  </a:cubicBezTo>
                  <a:lnTo>
                    <a:pt x="8097965" y="693893"/>
                  </a:lnTo>
                  <a:cubicBezTo>
                    <a:pt x="8116539" y="695417"/>
                    <a:pt x="8134731" y="696846"/>
                    <a:pt x="8152733" y="697894"/>
                  </a:cubicBezTo>
                  <a:cubicBezTo>
                    <a:pt x="8224647" y="701989"/>
                    <a:pt x="8294465" y="704085"/>
                    <a:pt x="8363903" y="705133"/>
                  </a:cubicBezTo>
                  <a:cubicBezTo>
                    <a:pt x="8502777" y="706657"/>
                    <a:pt x="8640223" y="704180"/>
                    <a:pt x="8777764" y="698084"/>
                  </a:cubicBezTo>
                  <a:cubicBezTo>
                    <a:pt x="8912352" y="692083"/>
                    <a:pt x="9046845" y="682749"/>
                    <a:pt x="9182005" y="668366"/>
                  </a:cubicBezTo>
                  <a:lnTo>
                    <a:pt x="9182005" y="351088"/>
                  </a:lnTo>
                  <a:close/>
                </a:path>
              </a:pathLst>
            </a:custGeom>
            <a:solidFill>
              <a:schemeClr val="bg1">
                <a:alpha val="30000"/>
              </a:schemeClr>
            </a:solidFill>
            <a:ln w="9525">
              <a:noFill/>
            </a:ln>
          </p:spPr>
          <p:style>
            <a:lnRef idx="0"/>
            <a:fillRef idx="0"/>
            <a:effectRef idx="0"/>
            <a:fontRef idx="minor"/>
          </p:style>
          <p:txBody>
            <a:bodyPr lIns="90000" rIns="90000" tIns="45000" bIns="45000" anchor="ctr">
              <a:noAutofit/>
            </a:bodyPr>
            <a:p>
              <a:pPr defTabSz="914400">
                <a:lnSpc>
                  <a:spcPct val="100000"/>
                </a:lnSpc>
              </a:pPr>
              <a:endParaRPr b="0" lang="en-US" sz="1800" strike="noStrike" u="none">
                <a:solidFill>
                  <a:schemeClr val="dk1"/>
                </a:solidFill>
                <a:uFillTx/>
                <a:latin typeface="Calibri"/>
              </a:endParaRPr>
            </a:p>
          </p:txBody>
        </p:sp>
      </p:grpSp>
      <p:sp>
        <p:nvSpPr>
          <p:cNvPr id="1132" name="PlaceHolder 2"/>
          <p:cNvSpPr>
            <a:spLocks noGrp="1"/>
          </p:cNvSpPr>
          <p:nvPr>
            <p:ph/>
          </p:nvPr>
        </p:nvSpPr>
        <p:spPr>
          <a:xfrm>
            <a:off x="804600" y="4580640"/>
            <a:ext cx="9415800" cy="48312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b">
            <a:normAutofit/>
          </a:bodyPr>
          <a:p>
            <a:pPr indent="0" defTabSz="914400">
              <a:lnSpc>
                <a:spcPct val="90000"/>
              </a:lnSpc>
              <a:spcBef>
                <a:spcPts val="1001"/>
              </a:spcBef>
              <a:buNone/>
              <a:tabLst>
                <a:tab algn="l" pos="0"/>
              </a:tabLst>
            </a:pPr>
            <a:r>
              <a:rPr b="0" lang="en-US" sz="2000" strike="noStrike" u="none">
                <a:solidFill>
                  <a:schemeClr val="dk2"/>
                </a:solidFill>
                <a:uFillTx/>
                <a:latin typeface="Calibri"/>
              </a:rPr>
              <a:t>Modulare wiederverwendbare Komponenten</a:t>
            </a:r>
            <a:endParaRPr b="0" lang="de-DE" sz="2000" strike="noStrike" u="none">
              <a:solidFill>
                <a:srgbClr val="000000"/>
              </a:solidFill>
              <a:uFillTx/>
              <a:latin typeface="Arial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227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33" name="PlaceHolder 1"/>
          <p:cNvSpPr>
            <a:spLocks noGrp="1"/>
          </p:cNvSpPr>
          <p:nvPr>
            <p:ph type="title"/>
          </p:nvPr>
        </p:nvSpPr>
        <p:spPr>
          <a:xfrm>
            <a:off x="838080" y="365040"/>
            <a:ext cx="10514520" cy="132444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ctr">
            <a:noAutofit/>
          </a:bodyPr>
          <a:p>
            <a:pPr indent="0" defTabSz="914400">
              <a:lnSpc>
                <a:spcPct val="90000"/>
              </a:lnSpc>
              <a:buNone/>
              <a:tabLst>
                <a:tab algn="l" pos="0"/>
              </a:tabLst>
            </a:pPr>
            <a:r>
              <a:rPr b="0" lang="de-DE" sz="4400" strike="noStrike" u="none">
                <a:solidFill>
                  <a:schemeClr val="dk1"/>
                </a:solidFill>
                <a:uFillTx/>
                <a:latin typeface="Calibri Light"/>
              </a:rPr>
              <a:t>Best Practice</a:t>
            </a:r>
            <a:endParaRPr b="0" lang="de-DE" sz="4400" strike="noStrike" u="none">
              <a:solidFill>
                <a:srgbClr val="000000"/>
              </a:solidFill>
              <a:uFillTx/>
              <a:latin typeface="Arial"/>
            </a:endParaRPr>
          </a:p>
        </p:txBody>
      </p:sp>
      <p:sp>
        <p:nvSpPr>
          <p:cNvPr id="1134" name="PlaceHolder 2"/>
          <p:cNvSpPr>
            <a:spLocks noGrp="1"/>
          </p:cNvSpPr>
          <p:nvPr>
            <p:ph/>
          </p:nvPr>
        </p:nvSpPr>
        <p:spPr>
          <a:xfrm>
            <a:off x="838080" y="1825560"/>
            <a:ext cx="10514520" cy="435024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t">
            <a:noAutofit/>
          </a:bodyPr>
          <a:p>
            <a:pPr marL="228600" indent="-228600" defTabSz="914400">
              <a:lnSpc>
                <a:spcPct val="90000"/>
              </a:lnSpc>
              <a:spcBef>
                <a:spcPts val="1001"/>
              </a:spcBef>
              <a:buClr>
                <a:srgbClr val="000000"/>
              </a:buClr>
              <a:buFont typeface="Arial"/>
              <a:buChar char="•"/>
            </a:pPr>
            <a:r>
              <a:rPr b="0" lang="de-DE" sz="2800" strike="noStrike" u="none">
                <a:solidFill>
                  <a:schemeClr val="dk1"/>
                </a:solidFill>
                <a:uFillTx/>
                <a:latin typeface="Calibri"/>
              </a:rPr>
              <a:t>Smarte Komponenten und einfache (dumme) Komponenten</a:t>
            </a:r>
            <a:endParaRPr b="0" lang="de-DE" sz="2800" strike="noStrike" u="none">
              <a:solidFill>
                <a:srgbClr val="000000"/>
              </a:solidFill>
              <a:uFillTx/>
              <a:latin typeface="Arial"/>
            </a:endParaRPr>
          </a:p>
          <a:p>
            <a:pPr lvl="1" marL="685800" indent="-228600" defTabSz="914400">
              <a:lnSpc>
                <a:spcPct val="90000"/>
              </a:lnSpc>
              <a:spcBef>
                <a:spcPts val="499"/>
              </a:spcBef>
              <a:buClr>
                <a:srgbClr val="000000"/>
              </a:buClr>
              <a:buFont typeface="Arial"/>
              <a:buChar char="•"/>
            </a:pPr>
            <a:r>
              <a:rPr b="0" lang="de-DE" sz="2400" strike="noStrike" u="none">
                <a:solidFill>
                  <a:schemeClr val="dk1"/>
                </a:solidFill>
                <a:uFillTx/>
                <a:latin typeface="Calibri"/>
              </a:rPr>
              <a:t>Smarte Komponenten wissen etwas über Umgebung </a:t>
            </a:r>
            <a:endParaRPr b="0" lang="de-DE" sz="2400" strike="noStrike" u="none">
              <a:solidFill>
                <a:srgbClr val="000000"/>
              </a:solidFill>
              <a:uFillTx/>
              <a:latin typeface="Arial"/>
            </a:endParaRPr>
          </a:p>
          <a:p>
            <a:pPr lvl="2" marL="1143000" indent="-228600" defTabSz="914400">
              <a:lnSpc>
                <a:spcPct val="90000"/>
              </a:lnSpc>
              <a:spcBef>
                <a:spcPts val="499"/>
              </a:spcBef>
              <a:buClr>
                <a:srgbClr val="000000"/>
              </a:buClr>
              <a:buFont typeface="Arial"/>
              <a:buChar char="•"/>
            </a:pPr>
            <a:r>
              <a:rPr b="0" lang="de-DE" sz="2000" strike="noStrike" u="none">
                <a:solidFill>
                  <a:schemeClr val="dk1"/>
                </a:solidFill>
                <a:uFillTx/>
                <a:latin typeface="Calibri"/>
              </a:rPr>
              <a:t>z.B. Abhängigkeiten von Services</a:t>
            </a:r>
            <a:endParaRPr b="0" lang="de-DE" sz="2000" strike="noStrike" u="none">
              <a:solidFill>
                <a:srgbClr val="000000"/>
              </a:solidFill>
              <a:uFillTx/>
              <a:latin typeface="Arial"/>
            </a:endParaRPr>
          </a:p>
          <a:p>
            <a:pPr lvl="1" marL="685800" indent="-228600" defTabSz="914400">
              <a:lnSpc>
                <a:spcPct val="90000"/>
              </a:lnSpc>
              <a:spcBef>
                <a:spcPts val="499"/>
              </a:spcBef>
              <a:buClr>
                <a:srgbClr val="000000"/>
              </a:buClr>
              <a:buFont typeface="Arial"/>
              <a:buChar char="•"/>
            </a:pPr>
            <a:r>
              <a:rPr b="0" lang="de-DE" sz="2400" strike="noStrike" u="none">
                <a:solidFill>
                  <a:schemeClr val="dk1"/>
                </a:solidFill>
                <a:uFillTx/>
                <a:latin typeface="Calibri"/>
              </a:rPr>
              <a:t>Dumme Komponenten haben nur Inputs und Outputs </a:t>
            </a:r>
            <a:endParaRPr b="0" lang="de-DE" sz="2400" strike="noStrike" u="none">
              <a:solidFill>
                <a:srgbClr val="000000"/>
              </a:solidFill>
              <a:uFillTx/>
              <a:latin typeface="Arial"/>
            </a:endParaRPr>
          </a:p>
          <a:p>
            <a:pPr lvl="2" marL="1143000" indent="-228600" defTabSz="914400">
              <a:lnSpc>
                <a:spcPct val="90000"/>
              </a:lnSpc>
              <a:spcBef>
                <a:spcPts val="499"/>
              </a:spcBef>
              <a:buClr>
                <a:srgbClr val="000000"/>
              </a:buClr>
              <a:buFont typeface="Arial"/>
              <a:buChar char="•"/>
            </a:pPr>
            <a:r>
              <a:rPr b="0" lang="de-DE" sz="2000" strike="noStrike" u="none">
                <a:solidFill>
                  <a:schemeClr val="dk1"/>
                </a:solidFill>
                <a:uFillTx/>
                <a:latin typeface="Calibri"/>
              </a:rPr>
              <a:t>z.B. keine Abhängigkeiten von Services</a:t>
            </a:r>
            <a:endParaRPr b="0" lang="de-DE" sz="2000" strike="noStrike" u="none">
              <a:solidFill>
                <a:srgbClr val="000000"/>
              </a:solidFill>
              <a:uFillTx/>
              <a:latin typeface="Arial"/>
            </a:endParaRPr>
          </a:p>
          <a:p>
            <a:pPr marL="228600" indent="-228600" defTabSz="914400">
              <a:lnSpc>
                <a:spcPct val="90000"/>
              </a:lnSpc>
              <a:spcBef>
                <a:spcPts val="1001"/>
              </a:spcBef>
              <a:buClr>
                <a:srgbClr val="000000"/>
              </a:buClr>
              <a:buFont typeface="Arial"/>
              <a:buChar char="•"/>
            </a:pPr>
            <a:r>
              <a:rPr b="0" lang="de-DE" sz="2800" strike="noStrike" u="none">
                <a:solidFill>
                  <a:schemeClr val="dk1"/>
                </a:solidFill>
                <a:uFillTx/>
                <a:latin typeface="Calibri"/>
              </a:rPr>
              <a:t>Bessere Wiederverwendbarkeit bei dummen Komponenten</a:t>
            </a:r>
            <a:endParaRPr b="0" lang="de-DE" sz="2800" strike="noStrike" u="none">
              <a:solidFill>
                <a:srgbClr val="000000"/>
              </a:solidFill>
              <a:uFillTx/>
              <a:latin typeface="Arial"/>
            </a:endParaRPr>
          </a:p>
          <a:p>
            <a:pPr indent="0" defTabSz="914400">
              <a:lnSpc>
                <a:spcPct val="90000"/>
              </a:lnSpc>
              <a:spcBef>
                <a:spcPts val="1001"/>
              </a:spcBef>
              <a:buNone/>
              <a:tabLst>
                <a:tab algn="l" pos="0"/>
              </a:tabLst>
            </a:pPr>
            <a:endParaRPr b="0" lang="de-DE" sz="2800" strike="noStrike" u="none">
              <a:solidFill>
                <a:srgbClr val="000000"/>
              </a:solidFill>
              <a:uFillTx/>
              <a:latin typeface="Arial"/>
            </a:endParaRPr>
          </a:p>
          <a:p>
            <a:pPr marL="228600" indent="-228600" defTabSz="914400">
              <a:lnSpc>
                <a:spcPct val="90000"/>
              </a:lnSpc>
              <a:spcBef>
                <a:spcPts val="1001"/>
              </a:spcBef>
              <a:buClr>
                <a:srgbClr val="000000"/>
              </a:buClr>
              <a:buFont typeface="Arial"/>
              <a:buChar char="•"/>
              <a:tabLst>
                <a:tab algn="l" pos="0"/>
              </a:tabLst>
            </a:pPr>
            <a:r>
              <a:rPr b="0" lang="de-DE" sz="2800" strike="noStrike" u="none">
                <a:solidFill>
                  <a:schemeClr val="dk1"/>
                </a:solidFill>
                <a:uFillTx/>
                <a:latin typeface="Calibri"/>
              </a:rPr>
              <a:t>In unserer Beispielanwendung Formular aus Detailkomponente auslagern. </a:t>
            </a:r>
            <a:r>
              <a:rPr b="0" lang="de-DE" sz="2800" strike="noStrike" u="none">
                <a:solidFill>
                  <a:schemeClr val="dk1"/>
                </a:solidFill>
                <a:uFillTx/>
                <a:latin typeface="Wingdings"/>
              </a:rPr>
              <a:t></a:t>
            </a:r>
            <a:r>
              <a:rPr b="0" lang="de-DE" sz="2800" strike="noStrike" u="none">
                <a:solidFill>
                  <a:schemeClr val="dk1"/>
                </a:solidFill>
                <a:uFillTx/>
                <a:latin typeface="Calibri"/>
              </a:rPr>
              <a:t> </a:t>
            </a:r>
            <a:r>
              <a:rPr b="1" lang="de-DE" sz="2800" strike="noStrike" u="none">
                <a:solidFill>
                  <a:schemeClr val="dk1"/>
                </a:solidFill>
                <a:uFillTx/>
                <a:latin typeface="Calibri"/>
              </a:rPr>
              <a:t>Wie läuft die Interaktion topDown und bottomUp</a:t>
            </a:r>
            <a:endParaRPr b="0" lang="de-DE" sz="2800" strike="noStrike" u="none">
              <a:solidFill>
                <a:srgbClr val="000000"/>
              </a:solidFill>
              <a:uFillTx/>
              <a:latin typeface="Arial"/>
            </a:endParaRPr>
          </a:p>
          <a:p>
            <a:pPr indent="0" defTabSz="914400">
              <a:lnSpc>
                <a:spcPct val="90000"/>
              </a:lnSpc>
              <a:spcBef>
                <a:spcPts val="1001"/>
              </a:spcBef>
              <a:buNone/>
              <a:tabLst>
                <a:tab algn="l" pos="0"/>
              </a:tabLst>
            </a:pPr>
            <a:endParaRPr b="0" lang="de-DE" sz="2800" strike="noStrike" u="none">
              <a:solidFill>
                <a:srgbClr val="000000"/>
              </a:solidFill>
              <a:uFillTx/>
              <a:latin typeface="Arial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228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35" name="PlaceHolder 1"/>
          <p:cNvSpPr>
            <a:spLocks noGrp="1"/>
          </p:cNvSpPr>
          <p:nvPr>
            <p:ph type="title"/>
          </p:nvPr>
        </p:nvSpPr>
        <p:spPr>
          <a:xfrm>
            <a:off x="838080" y="365040"/>
            <a:ext cx="10514520" cy="132444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ctr">
            <a:noAutofit/>
          </a:bodyPr>
          <a:p>
            <a:pPr indent="0" defTabSz="914400">
              <a:lnSpc>
                <a:spcPct val="90000"/>
              </a:lnSpc>
              <a:buNone/>
              <a:tabLst>
                <a:tab algn="l" pos="0"/>
              </a:tabLst>
            </a:pPr>
            <a:r>
              <a:rPr b="0" lang="de-DE" sz="4400" strike="noStrike" u="none">
                <a:solidFill>
                  <a:schemeClr val="dk1"/>
                </a:solidFill>
                <a:uFillTx/>
                <a:latin typeface="Calibri Light"/>
              </a:rPr>
              <a:t>Rückblick: Input Output</a:t>
            </a:r>
            <a:endParaRPr b="0" lang="de-DE" sz="4400" strike="noStrike" u="none">
              <a:solidFill>
                <a:srgbClr val="000000"/>
              </a:solidFill>
              <a:uFillTx/>
              <a:latin typeface="Arial"/>
            </a:endParaRPr>
          </a:p>
        </p:txBody>
      </p:sp>
      <p:sp>
        <p:nvSpPr>
          <p:cNvPr id="1136" name="PlaceHolder 2"/>
          <p:cNvSpPr>
            <a:spLocks noGrp="1"/>
          </p:cNvSpPr>
          <p:nvPr>
            <p:ph/>
          </p:nvPr>
        </p:nvSpPr>
        <p:spPr>
          <a:xfrm>
            <a:off x="838080" y="1825560"/>
            <a:ext cx="10514520" cy="435024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t">
            <a:noAutofit/>
          </a:bodyPr>
          <a:p>
            <a:pPr marL="228600" indent="-228600" defTabSz="914400">
              <a:lnSpc>
                <a:spcPct val="90000"/>
              </a:lnSpc>
              <a:spcBef>
                <a:spcPts val="1001"/>
              </a:spcBef>
              <a:buClr>
                <a:srgbClr val="000000"/>
              </a:buClr>
              <a:buFont typeface="Arial"/>
              <a:buChar char="•"/>
            </a:pPr>
            <a:r>
              <a:rPr b="0" lang="de-DE" sz="2800" strike="noStrike" u="none">
                <a:solidFill>
                  <a:schemeClr val="dk1"/>
                </a:solidFill>
                <a:uFillTx/>
                <a:latin typeface="Calibri"/>
              </a:rPr>
              <a:t>Vater zu Kind über Property-Binding</a:t>
            </a:r>
            <a:endParaRPr b="0" lang="de-DE" sz="2800" strike="noStrike" u="none">
              <a:solidFill>
                <a:srgbClr val="000000"/>
              </a:solidFill>
              <a:uFillTx/>
              <a:latin typeface="Arial"/>
            </a:endParaRPr>
          </a:p>
          <a:p>
            <a:pPr lvl="1" marL="685800" indent="-228600" defTabSz="914400">
              <a:lnSpc>
                <a:spcPct val="90000"/>
              </a:lnSpc>
              <a:spcBef>
                <a:spcPts val="499"/>
              </a:spcBef>
              <a:buClr>
                <a:srgbClr val="000000"/>
              </a:buClr>
              <a:buFont typeface="Arial"/>
              <a:buChar char="•"/>
            </a:pPr>
            <a:r>
              <a:rPr b="0" lang="de-DE" sz="2400" strike="noStrike" u="none">
                <a:solidFill>
                  <a:schemeClr val="dk1"/>
                </a:solidFill>
                <a:uFillTx/>
                <a:latin typeface="Calibri"/>
              </a:rPr>
              <a:t>Daten von oben nach unten übergeben</a:t>
            </a:r>
            <a:endParaRPr b="0" lang="de-DE" sz="2400" strike="noStrike" u="none">
              <a:solidFill>
                <a:srgbClr val="000000"/>
              </a:solidFill>
              <a:uFillTx/>
              <a:latin typeface="Arial"/>
            </a:endParaRPr>
          </a:p>
          <a:p>
            <a:pPr lvl="1" marL="685800" indent="-228600" defTabSz="914400">
              <a:lnSpc>
                <a:spcPct val="90000"/>
              </a:lnSpc>
              <a:spcBef>
                <a:spcPts val="499"/>
              </a:spcBef>
              <a:buClr>
                <a:srgbClr val="000000"/>
              </a:buClr>
              <a:buFont typeface="Arial"/>
              <a:buChar char="•"/>
            </a:pPr>
            <a:r>
              <a:rPr b="0" lang="de-DE" sz="2400" strike="noStrike" u="none">
                <a:solidFill>
                  <a:schemeClr val="dk1"/>
                </a:solidFill>
                <a:uFillTx/>
                <a:latin typeface="Calibri"/>
              </a:rPr>
              <a:t>Kind: ngOnChanges Lifecycle Hook für Updates von eigenem @Input()</a:t>
            </a:r>
            <a:endParaRPr b="0" lang="de-DE" sz="2400" strike="noStrike" u="none">
              <a:solidFill>
                <a:srgbClr val="000000"/>
              </a:solidFill>
              <a:uFillTx/>
              <a:latin typeface="Arial"/>
            </a:endParaRPr>
          </a:p>
          <a:p>
            <a:pPr marL="228600" indent="-228600" defTabSz="914400">
              <a:lnSpc>
                <a:spcPct val="90000"/>
              </a:lnSpc>
              <a:spcBef>
                <a:spcPts val="1001"/>
              </a:spcBef>
              <a:buClr>
                <a:srgbClr val="000000"/>
              </a:buClr>
              <a:buFont typeface="Arial"/>
              <a:buChar char="•"/>
            </a:pPr>
            <a:r>
              <a:rPr b="0" lang="de-DE" sz="2800" strike="noStrike" u="none">
                <a:solidFill>
                  <a:schemeClr val="dk1"/>
                </a:solidFill>
                <a:uFillTx/>
                <a:latin typeface="Calibri"/>
              </a:rPr>
              <a:t>Kind zu Vater über Event-Binding</a:t>
            </a:r>
            <a:endParaRPr b="0" lang="de-DE" sz="2800" strike="noStrike" u="none">
              <a:solidFill>
                <a:srgbClr val="000000"/>
              </a:solidFill>
              <a:uFillTx/>
              <a:latin typeface="Arial"/>
            </a:endParaRPr>
          </a:p>
          <a:p>
            <a:pPr lvl="1" marL="685800" indent="-228600" defTabSz="914400">
              <a:lnSpc>
                <a:spcPct val="90000"/>
              </a:lnSpc>
              <a:spcBef>
                <a:spcPts val="499"/>
              </a:spcBef>
              <a:buClr>
                <a:srgbClr val="000000"/>
              </a:buClr>
              <a:buFont typeface="Arial"/>
              <a:buChar char="•"/>
            </a:pPr>
            <a:r>
              <a:rPr b="0" lang="de-DE" sz="2400" strike="noStrike" u="none">
                <a:solidFill>
                  <a:schemeClr val="dk1"/>
                </a:solidFill>
                <a:uFillTx/>
                <a:latin typeface="Calibri"/>
              </a:rPr>
              <a:t>Events von unten nach oben reichen</a:t>
            </a:r>
            <a:endParaRPr b="0" lang="de-DE" sz="2400" strike="noStrike" u="none">
              <a:solidFill>
                <a:srgbClr val="000000"/>
              </a:solidFill>
              <a:uFillTx/>
              <a:latin typeface="Arial"/>
            </a:endParaRPr>
          </a:p>
          <a:p>
            <a:pPr indent="0" defTabSz="914400">
              <a:lnSpc>
                <a:spcPct val="90000"/>
              </a:lnSpc>
              <a:spcBef>
                <a:spcPts val="1001"/>
              </a:spcBef>
              <a:buNone/>
              <a:tabLst>
                <a:tab algn="l" pos="0"/>
              </a:tabLst>
            </a:pPr>
            <a:endParaRPr b="0" lang="de-DE" sz="2800" strike="noStrike" u="none">
              <a:solidFill>
                <a:srgbClr val="000000"/>
              </a:solidFill>
              <a:uFillTx/>
              <a:latin typeface="Arial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229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37" name="PlaceHolder 1"/>
          <p:cNvSpPr>
            <a:spLocks noGrp="1"/>
          </p:cNvSpPr>
          <p:nvPr>
            <p:ph type="title"/>
          </p:nvPr>
        </p:nvSpPr>
        <p:spPr>
          <a:xfrm>
            <a:off x="838080" y="365040"/>
            <a:ext cx="10514520" cy="132444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ctr">
            <a:noAutofit/>
          </a:bodyPr>
          <a:p>
            <a:pPr indent="0" defTabSz="914400">
              <a:lnSpc>
                <a:spcPct val="90000"/>
              </a:lnSpc>
              <a:buNone/>
              <a:tabLst>
                <a:tab algn="l" pos="0"/>
              </a:tabLst>
            </a:pPr>
            <a:r>
              <a:rPr b="0" lang="de-DE" sz="4400" strike="noStrike" u="none">
                <a:solidFill>
                  <a:schemeClr val="dk1"/>
                </a:solidFill>
                <a:uFillTx/>
                <a:latin typeface="Calibri Light"/>
              </a:rPr>
              <a:t>@ViewChild</a:t>
            </a:r>
            <a:endParaRPr b="0" lang="de-DE" sz="4400" strike="noStrike" u="none">
              <a:solidFill>
                <a:srgbClr val="000000"/>
              </a:solidFill>
              <a:uFillTx/>
              <a:latin typeface="Arial"/>
            </a:endParaRPr>
          </a:p>
        </p:txBody>
      </p:sp>
      <p:sp>
        <p:nvSpPr>
          <p:cNvPr id="1138" name="PlaceHolder 2"/>
          <p:cNvSpPr>
            <a:spLocks noGrp="1"/>
          </p:cNvSpPr>
          <p:nvPr>
            <p:ph/>
          </p:nvPr>
        </p:nvSpPr>
        <p:spPr>
          <a:xfrm>
            <a:off x="838080" y="1825560"/>
            <a:ext cx="10514520" cy="435024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t">
            <a:noAutofit/>
          </a:bodyPr>
          <a:p>
            <a:pPr marL="228600" indent="-228600" defTabSz="914400">
              <a:lnSpc>
                <a:spcPct val="90000"/>
              </a:lnSpc>
              <a:spcBef>
                <a:spcPts val="1001"/>
              </a:spcBef>
              <a:buClr>
                <a:srgbClr val="000000"/>
              </a:buClr>
              <a:buFont typeface="Arial"/>
              <a:buChar char="•"/>
            </a:pPr>
            <a:r>
              <a:rPr b="0" lang="de-DE" sz="2800" strike="noStrike" u="none">
                <a:solidFill>
                  <a:schemeClr val="dk1"/>
                </a:solidFill>
                <a:uFillTx/>
                <a:latin typeface="Calibri"/>
              </a:rPr>
              <a:t>Injection von Kindkomponente zur einfacheren Interaktion</a:t>
            </a:r>
            <a:endParaRPr b="0" lang="de-DE" sz="2800" strike="noStrike" u="none">
              <a:solidFill>
                <a:srgbClr val="000000"/>
              </a:solidFill>
              <a:uFillTx/>
              <a:latin typeface="Arial"/>
            </a:endParaRPr>
          </a:p>
          <a:p>
            <a:pPr indent="0" defTabSz="914400">
              <a:lnSpc>
                <a:spcPct val="90000"/>
              </a:lnSpc>
              <a:spcBef>
                <a:spcPts val="1001"/>
              </a:spcBef>
              <a:buNone/>
              <a:tabLst>
                <a:tab algn="l" pos="0"/>
              </a:tabLst>
            </a:pPr>
            <a:endParaRPr b="0" lang="de-DE" sz="2800" strike="noStrike" u="none">
              <a:solidFill>
                <a:srgbClr val="000000"/>
              </a:solidFill>
              <a:uFillTx/>
              <a:latin typeface="Arial"/>
            </a:endParaRPr>
          </a:p>
          <a:p>
            <a:pPr indent="0" defTabSz="914400">
              <a:lnSpc>
                <a:spcPct val="90000"/>
              </a:lnSpc>
              <a:spcBef>
                <a:spcPts val="1001"/>
              </a:spcBef>
              <a:buNone/>
              <a:tabLst>
                <a:tab algn="l" pos="0"/>
              </a:tabLst>
            </a:pPr>
            <a:r>
              <a:rPr b="0" lang="de-DE" sz="2800" strike="noStrike" u="none">
                <a:solidFill>
                  <a:srgbClr val="1e347b"/>
                </a:solidFill>
                <a:uFillTx/>
                <a:latin typeface="SourceCodePro"/>
              </a:rPr>
              <a:t>export</a:t>
            </a:r>
            <a:r>
              <a:rPr b="0" lang="de-DE" sz="2800" strike="noStrike" u="none">
                <a:solidFill>
                  <a:srgbClr val="48484c"/>
                </a:solidFill>
                <a:uFillTx/>
                <a:latin typeface="SourceCodePro"/>
              </a:rPr>
              <a:t> </a:t>
            </a:r>
            <a:r>
              <a:rPr b="0" lang="de-DE" sz="2800" strike="noStrike" u="none">
                <a:solidFill>
                  <a:srgbClr val="1e347b"/>
                </a:solidFill>
                <a:uFillTx/>
                <a:latin typeface="SourceCodePro"/>
              </a:rPr>
              <a:t>class</a:t>
            </a:r>
            <a:r>
              <a:rPr b="0" lang="de-DE" sz="2800" strike="noStrike" u="none">
                <a:solidFill>
                  <a:srgbClr val="48484c"/>
                </a:solidFill>
                <a:uFillTx/>
                <a:latin typeface="SourceCodePro"/>
              </a:rPr>
              <a:t> </a:t>
            </a:r>
            <a:r>
              <a:rPr b="0" lang="de-DE" sz="2800" strike="noStrike" u="none">
                <a:solidFill>
                  <a:srgbClr val="008080"/>
                </a:solidFill>
                <a:uFillTx/>
                <a:latin typeface="SourceCodePro"/>
              </a:rPr>
              <a:t>ParentComponent</a:t>
            </a:r>
            <a:r>
              <a:rPr b="0" lang="de-DE" sz="2800" strike="noStrike" u="none">
                <a:solidFill>
                  <a:srgbClr val="48484c"/>
                </a:solidFill>
                <a:uFillTx/>
                <a:latin typeface="SourceCodePro"/>
              </a:rPr>
              <a:t> </a:t>
            </a:r>
            <a:r>
              <a:rPr b="0" lang="de-DE" sz="2800" strike="noStrike" u="none">
                <a:solidFill>
                  <a:srgbClr val="93a1a1"/>
                </a:solidFill>
                <a:uFillTx/>
                <a:latin typeface="SourceCodePro"/>
              </a:rPr>
              <a:t>{</a:t>
            </a:r>
            <a:endParaRPr b="0" lang="de-DE" sz="2800" strike="noStrike" u="none">
              <a:solidFill>
                <a:srgbClr val="000000"/>
              </a:solidFill>
              <a:uFillTx/>
              <a:latin typeface="Arial"/>
            </a:endParaRPr>
          </a:p>
          <a:p>
            <a:pPr marL="457200" indent="0" defTabSz="914400">
              <a:lnSpc>
                <a:spcPct val="90000"/>
              </a:lnSpc>
              <a:spcBef>
                <a:spcPts val="499"/>
              </a:spcBef>
              <a:buNone/>
              <a:tabLst>
                <a:tab algn="l" pos="0"/>
              </a:tabLst>
            </a:pPr>
            <a:r>
              <a:rPr b="0" lang="de-DE" sz="2400" strike="noStrike" u="none">
                <a:solidFill>
                  <a:srgbClr val="195f91"/>
                </a:solidFill>
                <a:uFillTx/>
                <a:latin typeface="SourceCodePro"/>
              </a:rPr>
              <a:t>@ViewChild</a:t>
            </a:r>
            <a:r>
              <a:rPr b="0" lang="de-DE" sz="2400" strike="noStrike" u="none">
                <a:solidFill>
                  <a:srgbClr val="93a1a1"/>
                </a:solidFill>
                <a:uFillTx/>
                <a:latin typeface="SourceCodePro"/>
              </a:rPr>
              <a:t>(</a:t>
            </a:r>
            <a:r>
              <a:rPr b="0" lang="de-DE" sz="2400" strike="noStrike" u="none">
                <a:solidFill>
                  <a:srgbClr val="008080"/>
                </a:solidFill>
                <a:uFillTx/>
                <a:latin typeface="SourceCodePro"/>
              </a:rPr>
              <a:t>ListComponent</a:t>
            </a:r>
            <a:r>
              <a:rPr b="0" lang="de-DE" sz="2400" strike="noStrike" u="none">
                <a:solidFill>
                  <a:srgbClr val="93a1a1"/>
                </a:solidFill>
                <a:uFillTx/>
                <a:latin typeface="SourceCodePro"/>
              </a:rPr>
              <a:t>)</a:t>
            </a:r>
            <a:endParaRPr b="0" lang="de-DE" sz="2400" strike="noStrike" u="none">
              <a:solidFill>
                <a:srgbClr val="000000"/>
              </a:solidFill>
              <a:uFillTx/>
              <a:latin typeface="Arial"/>
            </a:endParaRPr>
          </a:p>
          <a:p>
            <a:pPr marL="457200" indent="0" defTabSz="914400">
              <a:lnSpc>
                <a:spcPct val="90000"/>
              </a:lnSpc>
              <a:spcBef>
                <a:spcPts val="499"/>
              </a:spcBef>
              <a:buNone/>
              <a:tabLst>
                <a:tab algn="l" pos="0"/>
              </a:tabLst>
            </a:pPr>
            <a:r>
              <a:rPr b="0" lang="de-DE" sz="2400" strike="noStrike" u="none">
                <a:solidFill>
                  <a:srgbClr val="1e347b"/>
                </a:solidFill>
                <a:uFillTx/>
                <a:latin typeface="SourceCodePro"/>
              </a:rPr>
              <a:t>private</a:t>
            </a:r>
            <a:r>
              <a:rPr b="0" lang="de-DE" sz="2400" strike="noStrike" u="none">
                <a:solidFill>
                  <a:srgbClr val="48484c"/>
                </a:solidFill>
                <a:uFillTx/>
                <a:latin typeface="SourceCodePro"/>
              </a:rPr>
              <a:t> listComponent</a:t>
            </a:r>
            <a:r>
              <a:rPr b="0" lang="de-DE" sz="2400" strike="noStrike" u="none">
                <a:solidFill>
                  <a:srgbClr val="93a1a1"/>
                </a:solidFill>
                <a:uFillTx/>
                <a:latin typeface="SourceCodePro"/>
              </a:rPr>
              <a:t>:</a:t>
            </a:r>
            <a:r>
              <a:rPr b="0" lang="de-DE" sz="2400" strike="noStrike" u="none">
                <a:solidFill>
                  <a:srgbClr val="48484c"/>
                </a:solidFill>
                <a:uFillTx/>
                <a:latin typeface="SourceCodePro"/>
              </a:rPr>
              <a:t> </a:t>
            </a:r>
            <a:r>
              <a:rPr b="0" lang="de-DE" sz="2400" strike="noStrike" u="none">
                <a:solidFill>
                  <a:srgbClr val="008080"/>
                </a:solidFill>
                <a:uFillTx/>
                <a:latin typeface="SourceCodePro"/>
              </a:rPr>
              <a:t>ListComponent</a:t>
            </a:r>
            <a:r>
              <a:rPr b="0" lang="de-DE" sz="2400" strike="noStrike" u="none">
                <a:solidFill>
                  <a:srgbClr val="93a1a1"/>
                </a:solidFill>
                <a:uFillTx/>
                <a:latin typeface="SourceCodePro"/>
              </a:rPr>
              <a:t>;</a:t>
            </a:r>
            <a:endParaRPr b="0" lang="de-DE" sz="2400" strike="noStrike" u="none">
              <a:solidFill>
                <a:srgbClr val="000000"/>
              </a:solidFill>
              <a:uFillTx/>
              <a:latin typeface="Arial"/>
            </a:endParaRPr>
          </a:p>
          <a:p>
            <a:pPr marL="457200" indent="0" defTabSz="914400">
              <a:lnSpc>
                <a:spcPct val="90000"/>
              </a:lnSpc>
              <a:spcBef>
                <a:spcPts val="1001"/>
              </a:spcBef>
              <a:buNone/>
              <a:tabLst>
                <a:tab algn="l" pos="0"/>
              </a:tabLst>
            </a:pPr>
            <a:endParaRPr b="0" lang="de-DE" sz="2800" strike="noStrike" u="none">
              <a:solidFill>
                <a:srgbClr val="000000"/>
              </a:solidFill>
              <a:uFillTx/>
              <a:latin typeface="Arial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230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39" name="PlaceHolder 1"/>
          <p:cNvSpPr>
            <a:spLocks noGrp="1"/>
          </p:cNvSpPr>
          <p:nvPr>
            <p:ph type="title"/>
          </p:nvPr>
        </p:nvSpPr>
        <p:spPr>
          <a:xfrm>
            <a:off x="838080" y="365040"/>
            <a:ext cx="10514520" cy="132444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ctr">
            <a:noAutofit/>
          </a:bodyPr>
          <a:p>
            <a:pPr indent="0" defTabSz="914400">
              <a:lnSpc>
                <a:spcPct val="90000"/>
              </a:lnSpc>
              <a:buNone/>
              <a:tabLst>
                <a:tab algn="l" pos="0"/>
              </a:tabLst>
            </a:pPr>
            <a:r>
              <a:rPr b="0" lang="de-DE" sz="4400" strike="noStrike" u="none">
                <a:solidFill>
                  <a:schemeClr val="dk1"/>
                </a:solidFill>
                <a:uFillTx/>
                <a:latin typeface="Calibri Light"/>
              </a:rPr>
              <a:t>Kommunikation über ThirdParty</a:t>
            </a:r>
            <a:endParaRPr b="0" lang="de-DE" sz="4400" strike="noStrike" u="none">
              <a:solidFill>
                <a:srgbClr val="000000"/>
              </a:solidFill>
              <a:uFillTx/>
              <a:latin typeface="Arial"/>
            </a:endParaRPr>
          </a:p>
        </p:txBody>
      </p:sp>
      <p:sp>
        <p:nvSpPr>
          <p:cNvPr id="1140" name="PlaceHolder 2"/>
          <p:cNvSpPr>
            <a:spLocks noGrp="1"/>
          </p:cNvSpPr>
          <p:nvPr>
            <p:ph/>
          </p:nvPr>
        </p:nvSpPr>
        <p:spPr>
          <a:xfrm>
            <a:off x="838080" y="1825560"/>
            <a:ext cx="10514520" cy="435024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t">
            <a:noAutofit/>
          </a:bodyPr>
          <a:p>
            <a:pPr marL="228600" indent="-228600" defTabSz="914400">
              <a:lnSpc>
                <a:spcPct val="90000"/>
              </a:lnSpc>
              <a:spcBef>
                <a:spcPts val="1001"/>
              </a:spcBef>
              <a:buClr>
                <a:srgbClr val="000000"/>
              </a:buClr>
              <a:buFont typeface="Arial"/>
              <a:buChar char="•"/>
            </a:pPr>
            <a:r>
              <a:rPr b="0" lang="de-DE" sz="2800" strike="noStrike" u="none">
                <a:solidFill>
                  <a:schemeClr val="dk1"/>
                </a:solidFill>
                <a:uFillTx/>
                <a:latin typeface="Calibri"/>
              </a:rPr>
              <a:t>Kommunikationskanal</a:t>
            </a:r>
            <a:endParaRPr b="0" lang="de-DE" sz="2800" strike="noStrike" u="none">
              <a:solidFill>
                <a:srgbClr val="000000"/>
              </a:solidFill>
              <a:uFillTx/>
              <a:latin typeface="Arial"/>
            </a:endParaRPr>
          </a:p>
          <a:p>
            <a:pPr lvl="1" marL="685800" indent="-228600" defTabSz="914400">
              <a:lnSpc>
                <a:spcPct val="90000"/>
              </a:lnSpc>
              <a:spcBef>
                <a:spcPts val="499"/>
              </a:spcBef>
              <a:buClr>
                <a:srgbClr val="000000"/>
              </a:buClr>
              <a:buFont typeface="Arial"/>
              <a:buChar char="•"/>
            </a:pPr>
            <a:r>
              <a:rPr b="0" lang="de-DE" sz="2400" strike="noStrike" u="none">
                <a:solidFill>
                  <a:schemeClr val="dk1"/>
                </a:solidFill>
                <a:uFillTx/>
                <a:latin typeface="Calibri"/>
              </a:rPr>
              <a:t>Service stellt Observables bereit </a:t>
            </a:r>
            <a:endParaRPr b="0" lang="de-DE" sz="2400" strike="noStrike" u="none">
              <a:solidFill>
                <a:srgbClr val="000000"/>
              </a:solidFill>
              <a:uFillTx/>
              <a:latin typeface="Arial"/>
            </a:endParaRPr>
          </a:p>
          <a:p>
            <a:pPr marL="228600" indent="-228600" defTabSz="914400">
              <a:lnSpc>
                <a:spcPct val="90000"/>
              </a:lnSpc>
              <a:spcBef>
                <a:spcPts val="1001"/>
              </a:spcBef>
              <a:buClr>
                <a:srgbClr val="000000"/>
              </a:buClr>
              <a:buFont typeface="Arial"/>
              <a:buChar char="•"/>
            </a:pPr>
            <a:r>
              <a:rPr b="0" lang="de-DE" sz="2800" strike="noStrike" u="none">
                <a:solidFill>
                  <a:schemeClr val="dk1"/>
                </a:solidFill>
                <a:uFillTx/>
                <a:latin typeface="Calibri"/>
              </a:rPr>
              <a:t>Auch andere Kommunikationsstrukturen möglich z.B. 1:n</a:t>
            </a:r>
            <a:endParaRPr b="0" lang="de-DE" sz="2800" strike="noStrike" u="none">
              <a:solidFill>
                <a:srgbClr val="000000"/>
              </a:solidFill>
              <a:uFillTx/>
              <a:latin typeface="Arial"/>
            </a:endParaRPr>
          </a:p>
          <a:p>
            <a:pPr marL="228600" indent="-228600" defTabSz="914400">
              <a:lnSpc>
                <a:spcPct val="90000"/>
              </a:lnSpc>
              <a:spcBef>
                <a:spcPts val="1001"/>
              </a:spcBef>
              <a:buClr>
                <a:srgbClr val="000000"/>
              </a:buClr>
              <a:buFont typeface="Arial"/>
              <a:buChar char="•"/>
            </a:pPr>
            <a:r>
              <a:rPr b="0" lang="de-DE" sz="2800" strike="noStrike" u="none">
                <a:solidFill>
                  <a:schemeClr val="dk1"/>
                </a:solidFill>
                <a:uFillTx/>
                <a:latin typeface="Calibri"/>
              </a:rPr>
              <a:t>Vaterkomponente kann als Provider vom Service dienen (Scoped Service Instanziierung)</a:t>
            </a:r>
            <a:endParaRPr b="0" lang="de-DE" sz="2800" strike="noStrike" u="none">
              <a:solidFill>
                <a:srgbClr val="000000"/>
              </a:solidFill>
              <a:uFillTx/>
              <a:latin typeface="Arial"/>
            </a:endParaRPr>
          </a:p>
          <a:p>
            <a:pPr indent="0" defTabSz="914400">
              <a:lnSpc>
                <a:spcPct val="90000"/>
              </a:lnSpc>
              <a:spcBef>
                <a:spcPts val="1001"/>
              </a:spcBef>
              <a:buNone/>
              <a:tabLst>
                <a:tab algn="l" pos="0"/>
              </a:tabLst>
            </a:pPr>
            <a:endParaRPr b="0" lang="de-DE" sz="2800" strike="noStrike" u="none">
              <a:solidFill>
                <a:srgbClr val="000000"/>
              </a:solidFill>
              <a:uFillTx/>
              <a:latin typeface="Arial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231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41" name="PlaceHolder 1"/>
          <p:cNvSpPr>
            <a:spLocks noGrp="1"/>
          </p:cNvSpPr>
          <p:nvPr>
            <p:ph type="title"/>
          </p:nvPr>
        </p:nvSpPr>
        <p:spPr>
          <a:xfrm>
            <a:off x="838080" y="365040"/>
            <a:ext cx="10514520" cy="132444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ctr">
            <a:noAutofit/>
          </a:bodyPr>
          <a:p>
            <a:pPr indent="0" defTabSz="914400">
              <a:lnSpc>
                <a:spcPct val="90000"/>
              </a:lnSpc>
              <a:buNone/>
              <a:tabLst>
                <a:tab algn="l" pos="0"/>
              </a:tabLst>
            </a:pPr>
            <a:r>
              <a:rPr b="0" lang="de-DE" sz="4400" strike="noStrike" u="none">
                <a:solidFill>
                  <a:schemeClr val="dk1"/>
                </a:solidFill>
                <a:uFillTx/>
                <a:latin typeface="Calibri Light"/>
              </a:rPr>
              <a:t>Beispiel Event Emitter</a:t>
            </a:r>
            <a:endParaRPr b="0" lang="de-DE" sz="4400" strike="noStrike" u="none">
              <a:solidFill>
                <a:srgbClr val="000000"/>
              </a:solidFill>
              <a:uFillTx/>
              <a:latin typeface="Arial"/>
            </a:endParaRPr>
          </a:p>
        </p:txBody>
      </p:sp>
      <p:sp>
        <p:nvSpPr>
          <p:cNvPr id="1142" name="PlaceHolder 2"/>
          <p:cNvSpPr>
            <a:spLocks noGrp="1"/>
          </p:cNvSpPr>
          <p:nvPr>
            <p:ph/>
          </p:nvPr>
        </p:nvSpPr>
        <p:spPr>
          <a:xfrm>
            <a:off x="838080" y="1825560"/>
            <a:ext cx="5180400" cy="435024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t">
            <a:normAutofit fontScale="62500" lnSpcReduction="19999"/>
          </a:bodyPr>
          <a:p>
            <a:pPr indent="0" defTabSz="914400">
              <a:lnSpc>
                <a:spcPct val="90000"/>
              </a:lnSpc>
              <a:spcBef>
                <a:spcPts val="1001"/>
              </a:spcBef>
              <a:buNone/>
              <a:tabLst>
                <a:tab algn="l" pos="0"/>
              </a:tabLst>
            </a:pPr>
            <a:r>
              <a:rPr b="0" lang="de-DE" sz="2600" strike="noStrike" u="none">
                <a:solidFill>
                  <a:srgbClr val="195f91"/>
                </a:solidFill>
                <a:uFillTx/>
                <a:latin typeface="SourceCodePro"/>
              </a:rPr>
              <a:t>@Component</a:t>
            </a:r>
            <a:r>
              <a:rPr b="0" lang="de-DE" sz="2600" strike="noStrike" u="none">
                <a:solidFill>
                  <a:srgbClr val="93a1a1"/>
                </a:solidFill>
                <a:uFillTx/>
                <a:latin typeface="SourceCodePro"/>
              </a:rPr>
              <a:t>({})</a:t>
            </a:r>
            <a:endParaRPr b="0" lang="de-DE" sz="2600" strike="noStrike" u="none">
              <a:solidFill>
                <a:srgbClr val="000000"/>
              </a:solidFill>
              <a:uFillTx/>
              <a:latin typeface="Arial"/>
            </a:endParaRPr>
          </a:p>
          <a:p>
            <a:pPr indent="0" defTabSz="914400">
              <a:lnSpc>
                <a:spcPct val="90000"/>
              </a:lnSpc>
              <a:spcBef>
                <a:spcPts val="1001"/>
              </a:spcBef>
              <a:buNone/>
              <a:tabLst>
                <a:tab algn="l" pos="0"/>
              </a:tabLst>
            </a:pPr>
            <a:r>
              <a:rPr b="0" lang="de-DE" sz="2600" strike="noStrike" u="none">
                <a:solidFill>
                  <a:srgbClr val="1e347b"/>
                </a:solidFill>
                <a:uFillTx/>
                <a:latin typeface="SourceCodePro"/>
              </a:rPr>
              <a:t>class</a:t>
            </a:r>
            <a:r>
              <a:rPr b="0" lang="de-DE" sz="2600" strike="noStrike" u="none">
                <a:solidFill>
                  <a:srgbClr val="48484c"/>
                </a:solidFill>
                <a:uFillTx/>
                <a:latin typeface="SourceCodePro"/>
              </a:rPr>
              <a:t> </a:t>
            </a:r>
            <a:r>
              <a:rPr b="0" lang="de-DE" sz="2600" strike="noStrike" u="none">
                <a:solidFill>
                  <a:srgbClr val="008080"/>
                </a:solidFill>
                <a:uFillTx/>
                <a:latin typeface="SourceCodePro"/>
              </a:rPr>
              <a:t>ListComponent</a:t>
            </a:r>
            <a:r>
              <a:rPr b="0" lang="de-DE" sz="2600" strike="noStrike" u="none">
                <a:solidFill>
                  <a:srgbClr val="48484c"/>
                </a:solidFill>
                <a:uFillTx/>
                <a:latin typeface="SourceCodePro"/>
              </a:rPr>
              <a:t> </a:t>
            </a:r>
            <a:r>
              <a:rPr b="0" lang="de-DE" sz="2600" strike="noStrike" u="none">
                <a:solidFill>
                  <a:srgbClr val="93a1a1"/>
                </a:solidFill>
                <a:uFillTx/>
                <a:latin typeface="SourceCodePro"/>
              </a:rPr>
              <a:t>{</a:t>
            </a:r>
            <a:endParaRPr b="0" lang="de-DE" sz="2600" strike="noStrike" u="none">
              <a:solidFill>
                <a:srgbClr val="000000"/>
              </a:solidFill>
              <a:uFillTx/>
              <a:latin typeface="Arial"/>
            </a:endParaRPr>
          </a:p>
          <a:p>
            <a:pPr indent="0" defTabSz="914400">
              <a:lnSpc>
                <a:spcPct val="90000"/>
              </a:lnSpc>
              <a:spcBef>
                <a:spcPts val="1001"/>
              </a:spcBef>
              <a:buNone/>
              <a:tabLst>
                <a:tab algn="l" pos="0"/>
              </a:tabLst>
            </a:pPr>
            <a:r>
              <a:rPr b="0" lang="de-DE" sz="2600" strike="noStrike" u="none">
                <a:solidFill>
                  <a:srgbClr val="48484c"/>
                </a:solidFill>
                <a:uFillTx/>
                <a:latin typeface="SourceCodePro"/>
              </a:rPr>
              <a:t>constructor</a:t>
            </a:r>
            <a:r>
              <a:rPr b="0" lang="de-DE" sz="2600" strike="noStrike" u="none">
                <a:solidFill>
                  <a:srgbClr val="93a1a1"/>
                </a:solidFill>
                <a:uFillTx/>
                <a:latin typeface="SourceCodePro"/>
              </a:rPr>
              <a:t>(</a:t>
            </a:r>
            <a:r>
              <a:rPr b="0" lang="de-DE" sz="2600" strike="noStrike" u="none">
                <a:solidFill>
                  <a:srgbClr val="1e347b"/>
                </a:solidFill>
                <a:uFillTx/>
                <a:latin typeface="SourceCodePro"/>
              </a:rPr>
              <a:t>private</a:t>
            </a:r>
            <a:r>
              <a:rPr b="0" lang="de-DE" sz="2600" strike="noStrike" u="none">
                <a:solidFill>
                  <a:srgbClr val="48484c"/>
                </a:solidFill>
                <a:uFillTx/>
                <a:latin typeface="SourceCodePro"/>
              </a:rPr>
              <a:t> com</a:t>
            </a:r>
            <a:r>
              <a:rPr b="0" lang="de-DE" sz="2600" strike="noStrike" u="none">
                <a:solidFill>
                  <a:srgbClr val="93a1a1"/>
                </a:solidFill>
                <a:uFillTx/>
                <a:latin typeface="SourceCodePro"/>
              </a:rPr>
              <a:t>:</a:t>
            </a:r>
            <a:r>
              <a:rPr b="0" lang="de-DE" sz="2600" strike="noStrike" u="none">
                <a:solidFill>
                  <a:srgbClr val="48484c"/>
                </a:solidFill>
                <a:uFillTx/>
                <a:latin typeface="SourceCodePro"/>
              </a:rPr>
              <a:t> </a:t>
            </a:r>
            <a:r>
              <a:rPr b="0" lang="de-DE" sz="2600" strike="noStrike" u="none">
                <a:solidFill>
                  <a:srgbClr val="008080"/>
                </a:solidFill>
                <a:uFillTx/>
                <a:latin typeface="SourceCodePro"/>
              </a:rPr>
              <a:t>Communication</a:t>
            </a:r>
            <a:r>
              <a:rPr b="0" lang="de-DE" sz="2600" strike="noStrike" u="none">
                <a:solidFill>
                  <a:srgbClr val="93a1a1"/>
                </a:solidFill>
                <a:uFillTx/>
                <a:latin typeface="SourceCodePro"/>
              </a:rPr>
              <a:t>)</a:t>
            </a:r>
            <a:r>
              <a:rPr b="0" lang="de-DE" sz="2600" strike="noStrike" u="none">
                <a:solidFill>
                  <a:srgbClr val="48484c"/>
                </a:solidFill>
                <a:uFillTx/>
                <a:latin typeface="SourceCodePro"/>
              </a:rPr>
              <a:t> </a:t>
            </a:r>
            <a:r>
              <a:rPr b="0" lang="de-DE" sz="2600" strike="noStrike" u="none">
                <a:solidFill>
                  <a:srgbClr val="93a1a1"/>
                </a:solidFill>
                <a:uFillTx/>
                <a:latin typeface="SourceCodePro"/>
              </a:rPr>
              <a:t>{</a:t>
            </a:r>
            <a:endParaRPr b="0" lang="de-DE" sz="2600" strike="noStrike" u="none">
              <a:solidFill>
                <a:srgbClr val="000000"/>
              </a:solidFill>
              <a:uFillTx/>
              <a:latin typeface="Arial"/>
            </a:endParaRPr>
          </a:p>
          <a:p>
            <a:pPr marL="457200" indent="0" defTabSz="914400">
              <a:lnSpc>
                <a:spcPct val="90000"/>
              </a:lnSpc>
              <a:spcBef>
                <a:spcPts val="499"/>
              </a:spcBef>
              <a:buNone/>
              <a:tabLst>
                <a:tab algn="l" pos="0"/>
              </a:tabLst>
            </a:pPr>
            <a:r>
              <a:rPr b="0" lang="de-DE" sz="2200" strike="noStrike" u="none">
                <a:solidFill>
                  <a:srgbClr val="1e347b"/>
                </a:solidFill>
                <a:uFillTx/>
                <a:latin typeface="SourceCodePro"/>
              </a:rPr>
              <a:t>this</a:t>
            </a:r>
            <a:r>
              <a:rPr b="0" lang="de-DE" sz="2200" strike="noStrike" u="none">
                <a:solidFill>
                  <a:srgbClr val="93a1a1"/>
                </a:solidFill>
                <a:uFillTx/>
                <a:latin typeface="SourceCodePro"/>
              </a:rPr>
              <a:t>.</a:t>
            </a:r>
            <a:r>
              <a:rPr b="0" lang="de-DE" sz="2200" strike="noStrike" u="none">
                <a:solidFill>
                  <a:srgbClr val="48484c"/>
                </a:solidFill>
                <a:uFillTx/>
                <a:latin typeface="SourceCodePro"/>
              </a:rPr>
              <a:t>subscription </a:t>
            </a:r>
            <a:r>
              <a:rPr b="0" lang="de-DE" sz="2200" strike="noStrike" u="none">
                <a:solidFill>
                  <a:srgbClr val="93a1a1"/>
                </a:solidFill>
                <a:uFillTx/>
                <a:latin typeface="SourceCodePro"/>
              </a:rPr>
              <a:t>=</a:t>
            </a:r>
            <a:r>
              <a:rPr b="0" lang="de-DE" sz="2200" strike="noStrike" u="none">
                <a:solidFill>
                  <a:srgbClr val="48484c"/>
                </a:solidFill>
                <a:uFillTx/>
                <a:latin typeface="SourceCodePro"/>
              </a:rPr>
              <a:t> </a:t>
            </a:r>
            <a:r>
              <a:rPr b="0" lang="de-DE" sz="2200" strike="noStrike" u="none">
                <a:solidFill>
                  <a:srgbClr val="48484c"/>
                </a:solidFill>
                <a:uFillTx/>
                <a:latin typeface="SourceCodePro"/>
              </a:rPr>
              <a:t>	</a:t>
            </a:r>
            <a:r>
              <a:rPr b="0" lang="de-DE" sz="2200" strike="noStrike" u="none">
                <a:solidFill>
                  <a:srgbClr val="48484c"/>
                </a:solidFill>
                <a:uFillTx/>
                <a:latin typeface="SourceCodePro"/>
              </a:rPr>
              <a:t>com</a:t>
            </a:r>
            <a:r>
              <a:rPr b="0" lang="de-DE" sz="2200" strike="noStrike" u="none">
                <a:solidFill>
                  <a:srgbClr val="93a1a1"/>
                </a:solidFill>
                <a:uFillTx/>
                <a:latin typeface="SourceCodePro"/>
              </a:rPr>
              <a:t>.</a:t>
            </a:r>
            <a:r>
              <a:rPr b="0" lang="de-DE" sz="2200" strike="noStrike" u="none">
                <a:solidFill>
                  <a:srgbClr val="48484c"/>
                </a:solidFill>
                <a:uFillTx/>
                <a:latin typeface="SourceCodePro"/>
              </a:rPr>
              <a:t>detailToList</a:t>
            </a:r>
            <a:r>
              <a:rPr b="0" lang="de-DE" sz="2200" strike="noStrike" u="none">
                <a:solidFill>
                  <a:srgbClr val="93a1a1"/>
                </a:solidFill>
                <a:uFillTx/>
                <a:latin typeface="SourceCodePro"/>
              </a:rPr>
              <a:t>.</a:t>
            </a:r>
            <a:r>
              <a:rPr b="0" lang="de-DE" sz="2200" strike="noStrike" u="none">
                <a:solidFill>
                  <a:srgbClr val="48484c"/>
                </a:solidFill>
                <a:uFillTx/>
                <a:latin typeface="SourceCodePro"/>
              </a:rPr>
              <a:t>subscribe</a:t>
            </a:r>
            <a:r>
              <a:rPr b="0" lang="de-DE" sz="2200" strike="noStrike" u="none">
                <a:solidFill>
                  <a:srgbClr val="93a1a1"/>
                </a:solidFill>
                <a:uFillTx/>
                <a:latin typeface="SourceCodePro"/>
              </a:rPr>
              <a:t>(</a:t>
            </a:r>
            <a:endParaRPr b="0" lang="de-DE" sz="2200" strike="noStrike" u="none">
              <a:solidFill>
                <a:srgbClr val="000000"/>
              </a:solidFill>
              <a:uFillTx/>
              <a:latin typeface="Arial"/>
            </a:endParaRPr>
          </a:p>
          <a:p>
            <a:pPr marL="457200" indent="0" defTabSz="914400">
              <a:lnSpc>
                <a:spcPct val="90000"/>
              </a:lnSpc>
              <a:spcBef>
                <a:spcPts val="499"/>
              </a:spcBef>
              <a:buNone/>
              <a:tabLst>
                <a:tab algn="l" pos="0"/>
              </a:tabLst>
            </a:pPr>
            <a:r>
              <a:rPr b="0" lang="de-DE" sz="2200" strike="noStrike" u="none">
                <a:solidFill>
                  <a:srgbClr val="93a1a1"/>
                </a:solidFill>
                <a:uFillTx/>
                <a:latin typeface="SourceCodePro"/>
              </a:rPr>
              <a:t>(</a:t>
            </a:r>
            <a:r>
              <a:rPr b="0" lang="de-DE" sz="2200" strike="noStrike" u="none">
                <a:solidFill>
                  <a:srgbClr val="48484c"/>
                </a:solidFill>
                <a:uFillTx/>
                <a:latin typeface="SourceCodePro"/>
              </a:rPr>
              <a:t>update</a:t>
            </a:r>
            <a:r>
              <a:rPr b="0" lang="de-DE" sz="2200" strike="noStrike" u="none">
                <a:solidFill>
                  <a:srgbClr val="93a1a1"/>
                </a:solidFill>
                <a:uFillTx/>
                <a:latin typeface="SourceCodePro"/>
              </a:rPr>
              <a:t>:</a:t>
            </a:r>
            <a:r>
              <a:rPr b="0" lang="de-DE" sz="2200" strike="noStrike" u="none">
                <a:solidFill>
                  <a:srgbClr val="48484c"/>
                </a:solidFill>
                <a:uFillTx/>
                <a:latin typeface="SourceCodePro"/>
              </a:rPr>
              <a:t> </a:t>
            </a:r>
            <a:r>
              <a:rPr b="0" lang="de-DE" sz="2200" strike="noStrike" u="none">
                <a:solidFill>
                  <a:srgbClr val="008080"/>
                </a:solidFill>
                <a:uFillTx/>
                <a:latin typeface="SourceCodePro"/>
              </a:rPr>
              <a:t>DetailUpdate</a:t>
            </a:r>
            <a:r>
              <a:rPr b="0" lang="de-DE" sz="2200" strike="noStrike" u="none">
                <a:solidFill>
                  <a:srgbClr val="93a1a1"/>
                </a:solidFill>
                <a:uFillTx/>
                <a:latin typeface="SourceCodePro"/>
              </a:rPr>
              <a:t>)</a:t>
            </a:r>
            <a:r>
              <a:rPr b="0" lang="de-DE" sz="2200" strike="noStrike" u="none">
                <a:solidFill>
                  <a:srgbClr val="48484c"/>
                </a:solidFill>
                <a:uFillTx/>
                <a:latin typeface="SourceCodePro"/>
              </a:rPr>
              <a:t> </a:t>
            </a:r>
            <a:r>
              <a:rPr b="0" lang="de-DE" sz="2200" strike="noStrike" u="none">
                <a:solidFill>
                  <a:srgbClr val="93a1a1"/>
                </a:solidFill>
                <a:uFillTx/>
                <a:latin typeface="SourceCodePro"/>
              </a:rPr>
              <a:t>=&gt;</a:t>
            </a:r>
            <a:r>
              <a:rPr b="0" lang="de-DE" sz="2200" strike="noStrike" u="none">
                <a:solidFill>
                  <a:srgbClr val="48484c"/>
                </a:solidFill>
                <a:uFillTx/>
                <a:latin typeface="SourceCodePro"/>
              </a:rPr>
              <a:t> </a:t>
            </a:r>
            <a:r>
              <a:rPr b="0" lang="de-DE" sz="2200" strike="noStrike" u="none">
                <a:solidFill>
                  <a:srgbClr val="93a1a1"/>
                </a:solidFill>
                <a:uFillTx/>
                <a:latin typeface="SourceCodePro"/>
              </a:rPr>
              <a:t>{</a:t>
            </a:r>
            <a:r>
              <a:rPr b="0" lang="de-DE" sz="2200" strike="noStrike" u="none">
                <a:solidFill>
                  <a:srgbClr val="48484c"/>
                </a:solidFill>
                <a:uFillTx/>
                <a:latin typeface="SourceCodePro"/>
              </a:rPr>
              <a:t> console</a:t>
            </a:r>
            <a:r>
              <a:rPr b="0" lang="de-DE" sz="2200" strike="noStrike" u="none">
                <a:solidFill>
                  <a:srgbClr val="93a1a1"/>
                </a:solidFill>
                <a:uFillTx/>
                <a:latin typeface="SourceCodePro"/>
              </a:rPr>
              <a:t>.</a:t>
            </a:r>
            <a:r>
              <a:rPr b="0" lang="de-DE" sz="2200" strike="noStrike" u="none">
                <a:solidFill>
                  <a:srgbClr val="48484c"/>
                </a:solidFill>
                <a:uFillTx/>
                <a:latin typeface="SourceCodePro"/>
              </a:rPr>
              <a:t>log</a:t>
            </a:r>
            <a:r>
              <a:rPr b="0" lang="de-DE" sz="2200" strike="noStrike" u="none">
                <a:solidFill>
                  <a:srgbClr val="93a1a1"/>
                </a:solidFill>
                <a:uFillTx/>
                <a:latin typeface="SourceCodePro"/>
              </a:rPr>
              <a:t>(</a:t>
            </a:r>
            <a:r>
              <a:rPr b="0" lang="de-DE" sz="2200" strike="noStrike" u="none">
                <a:solidFill>
                  <a:srgbClr val="dd1144"/>
                </a:solidFill>
                <a:uFillTx/>
                <a:latin typeface="SourceCodePro"/>
              </a:rPr>
              <a:t>"update received"</a:t>
            </a:r>
            <a:r>
              <a:rPr b="0" lang="de-DE" sz="2200" strike="noStrike" u="none">
                <a:solidFill>
                  <a:srgbClr val="93a1a1"/>
                </a:solidFill>
                <a:uFillTx/>
                <a:latin typeface="SourceCodePro"/>
              </a:rPr>
              <a:t>);</a:t>
            </a:r>
            <a:r>
              <a:rPr b="0" lang="de-DE" sz="2200" strike="noStrike" u="none">
                <a:solidFill>
                  <a:srgbClr val="48484c"/>
                </a:solidFill>
                <a:uFillTx/>
                <a:latin typeface="SourceCodePro"/>
              </a:rPr>
              <a:t> </a:t>
            </a:r>
            <a:r>
              <a:rPr b="0" lang="de-DE" sz="2200" strike="noStrike" u="none">
                <a:solidFill>
                  <a:srgbClr val="93a1a1"/>
                </a:solidFill>
                <a:uFillTx/>
                <a:latin typeface="SourceCodePro"/>
              </a:rPr>
              <a:t>}</a:t>
            </a:r>
            <a:endParaRPr b="0" lang="de-DE" sz="2200" strike="noStrike" u="none">
              <a:solidFill>
                <a:srgbClr val="000000"/>
              </a:solidFill>
              <a:uFillTx/>
              <a:latin typeface="Arial"/>
            </a:endParaRPr>
          </a:p>
          <a:p>
            <a:pPr marL="457200" indent="0" defTabSz="914400">
              <a:lnSpc>
                <a:spcPct val="90000"/>
              </a:lnSpc>
              <a:spcBef>
                <a:spcPts val="499"/>
              </a:spcBef>
              <a:buNone/>
              <a:tabLst>
                <a:tab algn="l" pos="0"/>
              </a:tabLst>
            </a:pPr>
            <a:r>
              <a:rPr b="0" lang="de-DE" sz="2200" strike="noStrike" u="none">
                <a:solidFill>
                  <a:srgbClr val="93a1a1"/>
                </a:solidFill>
                <a:uFillTx/>
                <a:latin typeface="SourceCodePro"/>
              </a:rPr>
              <a:t>);</a:t>
            </a:r>
            <a:endParaRPr b="0" lang="de-DE" sz="2200" strike="noStrike" u="none">
              <a:solidFill>
                <a:srgbClr val="000000"/>
              </a:solidFill>
              <a:uFillTx/>
              <a:latin typeface="Arial"/>
            </a:endParaRPr>
          </a:p>
          <a:p>
            <a:pPr marL="457200" indent="0" defTabSz="914400">
              <a:lnSpc>
                <a:spcPct val="90000"/>
              </a:lnSpc>
              <a:spcBef>
                <a:spcPts val="1001"/>
              </a:spcBef>
              <a:buNone/>
              <a:tabLst>
                <a:tab algn="l" pos="0"/>
              </a:tabLst>
            </a:pPr>
            <a:r>
              <a:rPr b="0" lang="de-DE" sz="2600" strike="noStrike" u="none">
                <a:solidFill>
                  <a:srgbClr val="93a1a1"/>
                </a:solidFill>
                <a:uFillTx/>
                <a:latin typeface="SourceCodePro"/>
              </a:rPr>
              <a:t>}</a:t>
            </a:r>
            <a:endParaRPr b="0" lang="de-DE" sz="2600" strike="noStrike" u="none">
              <a:solidFill>
                <a:srgbClr val="000000"/>
              </a:solidFill>
              <a:uFillTx/>
              <a:latin typeface="Arial"/>
            </a:endParaRPr>
          </a:p>
          <a:p>
            <a:pPr marL="457200" indent="0" defTabSz="914400">
              <a:lnSpc>
                <a:spcPct val="90000"/>
              </a:lnSpc>
              <a:spcBef>
                <a:spcPts val="1001"/>
              </a:spcBef>
              <a:buNone/>
              <a:tabLst>
                <a:tab algn="l" pos="0"/>
              </a:tabLst>
            </a:pPr>
            <a:r>
              <a:rPr b="0" lang="de-DE" sz="2600" strike="noStrike" u="none">
                <a:solidFill>
                  <a:srgbClr val="48484c"/>
                </a:solidFill>
                <a:uFillTx/>
                <a:latin typeface="SourceCodePro"/>
              </a:rPr>
              <a:t>doSomething</a:t>
            </a:r>
            <a:r>
              <a:rPr b="0" lang="de-DE" sz="2600" strike="noStrike" u="none">
                <a:solidFill>
                  <a:srgbClr val="93a1a1"/>
                </a:solidFill>
                <a:uFillTx/>
                <a:latin typeface="SourceCodePro"/>
              </a:rPr>
              <a:t>()</a:t>
            </a:r>
            <a:r>
              <a:rPr b="0" lang="de-DE" sz="2600" strike="noStrike" u="none">
                <a:solidFill>
                  <a:srgbClr val="48484c"/>
                </a:solidFill>
                <a:uFillTx/>
                <a:latin typeface="SourceCodePro"/>
              </a:rPr>
              <a:t> </a:t>
            </a:r>
            <a:r>
              <a:rPr b="0" lang="de-DE" sz="2600" strike="noStrike" u="none">
                <a:solidFill>
                  <a:srgbClr val="93a1a1"/>
                </a:solidFill>
                <a:uFillTx/>
                <a:latin typeface="SourceCodePro"/>
              </a:rPr>
              <a:t>{</a:t>
            </a:r>
            <a:r>
              <a:rPr b="0" lang="de-DE" sz="2600" strike="noStrike" u="none">
                <a:solidFill>
                  <a:srgbClr val="48484c"/>
                </a:solidFill>
                <a:uFillTx/>
                <a:latin typeface="SourceCodePro"/>
              </a:rPr>
              <a:t> </a:t>
            </a:r>
            <a:endParaRPr b="0" lang="de-DE" sz="2600" strike="noStrike" u="none">
              <a:solidFill>
                <a:srgbClr val="000000"/>
              </a:solidFill>
              <a:uFillTx/>
              <a:latin typeface="Arial"/>
            </a:endParaRPr>
          </a:p>
          <a:p>
            <a:pPr marL="457200" indent="0" defTabSz="914400">
              <a:lnSpc>
                <a:spcPct val="90000"/>
              </a:lnSpc>
              <a:spcBef>
                <a:spcPts val="499"/>
              </a:spcBef>
              <a:buNone/>
              <a:tabLst>
                <a:tab algn="l" pos="0"/>
              </a:tabLst>
            </a:pPr>
            <a:r>
              <a:rPr b="0" lang="de-DE" sz="2100" strike="noStrike" u="none">
                <a:solidFill>
                  <a:srgbClr val="1e347b"/>
                </a:solidFill>
                <a:uFillTx/>
                <a:latin typeface="SourceCodePro"/>
              </a:rPr>
              <a:t>this</a:t>
            </a:r>
            <a:r>
              <a:rPr b="0" lang="de-DE" sz="2100" strike="noStrike" u="none">
                <a:solidFill>
                  <a:srgbClr val="93a1a1"/>
                </a:solidFill>
                <a:uFillTx/>
                <a:latin typeface="SourceCodePro"/>
              </a:rPr>
              <a:t>.</a:t>
            </a:r>
            <a:r>
              <a:rPr b="0" lang="de-DE" sz="2100" strike="noStrike" u="none">
                <a:solidFill>
                  <a:srgbClr val="48484c"/>
                </a:solidFill>
                <a:uFillTx/>
                <a:latin typeface="SourceCodePro"/>
              </a:rPr>
              <a:t>com</a:t>
            </a:r>
            <a:r>
              <a:rPr b="0" lang="de-DE" sz="2100" strike="noStrike" u="none">
                <a:solidFill>
                  <a:srgbClr val="93a1a1"/>
                </a:solidFill>
                <a:uFillTx/>
                <a:latin typeface="SourceCodePro"/>
              </a:rPr>
              <a:t>.</a:t>
            </a:r>
            <a:r>
              <a:rPr b="0" lang="de-DE" sz="2100" strike="noStrike" u="none">
                <a:solidFill>
                  <a:srgbClr val="48484c"/>
                </a:solidFill>
                <a:uFillTx/>
                <a:latin typeface="SourceCodePro"/>
              </a:rPr>
              <a:t>listToDetail</a:t>
            </a:r>
            <a:r>
              <a:rPr b="0" lang="de-DE" sz="2100" strike="noStrike" u="none">
                <a:solidFill>
                  <a:srgbClr val="93a1a1"/>
                </a:solidFill>
                <a:uFillTx/>
                <a:latin typeface="SourceCodePro"/>
              </a:rPr>
              <a:t>.</a:t>
            </a:r>
            <a:r>
              <a:rPr b="0" lang="de-DE" sz="2100" strike="noStrike" u="none">
                <a:solidFill>
                  <a:srgbClr val="48484c"/>
                </a:solidFill>
                <a:uFillTx/>
                <a:latin typeface="SourceCodePro"/>
              </a:rPr>
              <a:t>emit</a:t>
            </a:r>
            <a:r>
              <a:rPr b="0" lang="de-DE" sz="2100" strike="noStrike" u="none">
                <a:solidFill>
                  <a:srgbClr val="93a1a1"/>
                </a:solidFill>
                <a:uFillTx/>
                <a:latin typeface="SourceCodePro"/>
              </a:rPr>
              <a:t>(</a:t>
            </a:r>
            <a:r>
              <a:rPr b="0" lang="de-DE" sz="2100" strike="noStrike" u="none">
                <a:solidFill>
                  <a:srgbClr val="1e347b"/>
                </a:solidFill>
                <a:uFillTx/>
                <a:latin typeface="SourceCodePro"/>
              </a:rPr>
              <a:t>new</a:t>
            </a:r>
            <a:r>
              <a:rPr b="0" lang="de-DE" sz="2100" strike="noStrike" u="none">
                <a:solidFill>
                  <a:srgbClr val="48484c"/>
                </a:solidFill>
                <a:uFillTx/>
                <a:latin typeface="SourceCodePro"/>
              </a:rPr>
              <a:t> </a:t>
            </a:r>
            <a:r>
              <a:rPr b="0" lang="de-DE" sz="2100" strike="noStrike" u="none">
                <a:solidFill>
                  <a:srgbClr val="008080"/>
                </a:solidFill>
                <a:uFillTx/>
                <a:latin typeface="SourceCodePro"/>
              </a:rPr>
              <a:t>ListUpdate</a:t>
            </a:r>
            <a:r>
              <a:rPr b="0" lang="de-DE" sz="2100" strike="noStrike" u="none">
                <a:solidFill>
                  <a:srgbClr val="93a1a1"/>
                </a:solidFill>
                <a:uFillTx/>
                <a:latin typeface="SourceCodePro"/>
              </a:rPr>
              <a:t>());</a:t>
            </a:r>
            <a:endParaRPr b="0" lang="de-DE" sz="2100" strike="noStrike" u="none">
              <a:solidFill>
                <a:srgbClr val="000000"/>
              </a:solidFill>
              <a:uFillTx/>
              <a:latin typeface="Arial"/>
            </a:endParaRPr>
          </a:p>
          <a:p>
            <a:pPr marL="457200" indent="0" defTabSz="914400">
              <a:lnSpc>
                <a:spcPct val="90000"/>
              </a:lnSpc>
              <a:spcBef>
                <a:spcPts val="1001"/>
              </a:spcBef>
              <a:buNone/>
              <a:tabLst>
                <a:tab algn="l" pos="0"/>
              </a:tabLst>
            </a:pPr>
            <a:r>
              <a:rPr b="0" lang="de-DE" sz="2800" strike="noStrike" u="none">
                <a:solidFill>
                  <a:srgbClr val="93a1a1"/>
                </a:solidFill>
                <a:uFillTx/>
                <a:latin typeface="SourceCodePro"/>
              </a:rPr>
              <a:t>}</a:t>
            </a:r>
            <a:endParaRPr b="0" lang="de-DE" sz="2800" strike="noStrike" u="none">
              <a:solidFill>
                <a:srgbClr val="000000"/>
              </a:solidFill>
              <a:uFillTx/>
              <a:latin typeface="Arial"/>
            </a:endParaRPr>
          </a:p>
          <a:p>
            <a:pPr marL="457200" indent="0" defTabSz="914400">
              <a:lnSpc>
                <a:spcPct val="90000"/>
              </a:lnSpc>
              <a:spcBef>
                <a:spcPts val="1001"/>
              </a:spcBef>
              <a:buNone/>
              <a:tabLst>
                <a:tab algn="l" pos="0"/>
              </a:tabLst>
            </a:pPr>
            <a:r>
              <a:rPr b="0" lang="de-DE" sz="2500" strike="noStrike" u="none">
                <a:solidFill>
                  <a:srgbClr val="48484c"/>
                </a:solidFill>
                <a:uFillTx/>
                <a:latin typeface="SourceCodePro"/>
              </a:rPr>
              <a:t>ngOnDestroy</a:t>
            </a:r>
            <a:r>
              <a:rPr b="0" lang="de-DE" sz="2500" strike="noStrike" u="none">
                <a:solidFill>
                  <a:srgbClr val="93a1a1"/>
                </a:solidFill>
                <a:uFillTx/>
                <a:latin typeface="SourceCodePro"/>
              </a:rPr>
              <a:t>()</a:t>
            </a:r>
            <a:r>
              <a:rPr b="0" lang="de-DE" sz="2500" strike="noStrike" u="none">
                <a:solidFill>
                  <a:srgbClr val="48484c"/>
                </a:solidFill>
                <a:uFillTx/>
                <a:latin typeface="SourceCodePro"/>
              </a:rPr>
              <a:t> </a:t>
            </a:r>
            <a:r>
              <a:rPr b="0" lang="de-DE" sz="2500" strike="noStrike" u="none">
                <a:solidFill>
                  <a:srgbClr val="93a1a1"/>
                </a:solidFill>
                <a:uFillTx/>
                <a:latin typeface="SourceCodePro"/>
              </a:rPr>
              <a:t>{</a:t>
            </a:r>
            <a:r>
              <a:rPr b="0" lang="de-DE" sz="2500" strike="noStrike" u="none">
                <a:solidFill>
                  <a:srgbClr val="48484c"/>
                </a:solidFill>
                <a:uFillTx/>
                <a:latin typeface="SourceCodePro"/>
              </a:rPr>
              <a:t> </a:t>
            </a:r>
            <a:r>
              <a:rPr b="0" lang="de-DE" sz="2500" strike="noStrike" u="none">
                <a:solidFill>
                  <a:srgbClr val="48484c"/>
                </a:solidFill>
                <a:uFillTx/>
                <a:latin typeface="SourceCodePro"/>
              </a:rPr>
              <a:t>	</a:t>
            </a:r>
            <a:endParaRPr b="0" lang="de-DE" sz="2500" strike="noStrike" u="none">
              <a:solidFill>
                <a:srgbClr val="000000"/>
              </a:solidFill>
              <a:uFillTx/>
              <a:latin typeface="Arial"/>
            </a:endParaRPr>
          </a:p>
          <a:p>
            <a:pPr marL="457200" indent="0" defTabSz="914400">
              <a:lnSpc>
                <a:spcPct val="90000"/>
              </a:lnSpc>
              <a:spcBef>
                <a:spcPts val="499"/>
              </a:spcBef>
              <a:buNone/>
              <a:tabLst>
                <a:tab algn="l" pos="0"/>
              </a:tabLst>
            </a:pPr>
            <a:r>
              <a:rPr b="0" lang="de-DE" sz="2100" strike="noStrike" u="none">
                <a:solidFill>
                  <a:srgbClr val="1e347b"/>
                </a:solidFill>
                <a:uFillTx/>
                <a:latin typeface="SourceCodePro"/>
              </a:rPr>
              <a:t>this</a:t>
            </a:r>
            <a:r>
              <a:rPr b="0" lang="de-DE" sz="2100" strike="noStrike" u="none">
                <a:solidFill>
                  <a:srgbClr val="93a1a1"/>
                </a:solidFill>
                <a:uFillTx/>
                <a:latin typeface="SourceCodePro"/>
              </a:rPr>
              <a:t>.</a:t>
            </a:r>
            <a:r>
              <a:rPr b="0" lang="de-DE" sz="2100" strike="noStrike" u="none">
                <a:solidFill>
                  <a:srgbClr val="48484c"/>
                </a:solidFill>
                <a:uFillTx/>
                <a:latin typeface="SourceCodePro"/>
              </a:rPr>
              <a:t>subscription</a:t>
            </a:r>
            <a:r>
              <a:rPr b="0" lang="de-DE" sz="2100" strike="noStrike" u="none">
                <a:solidFill>
                  <a:srgbClr val="93a1a1"/>
                </a:solidFill>
                <a:uFillTx/>
                <a:latin typeface="SourceCodePro"/>
              </a:rPr>
              <a:t>.</a:t>
            </a:r>
            <a:r>
              <a:rPr b="0" lang="de-DE" sz="2100" strike="noStrike" u="none">
                <a:solidFill>
                  <a:srgbClr val="48484c"/>
                </a:solidFill>
                <a:uFillTx/>
                <a:latin typeface="SourceCodePro"/>
              </a:rPr>
              <a:t>unsubscribe</a:t>
            </a:r>
            <a:r>
              <a:rPr b="0" lang="de-DE" sz="2100" strike="noStrike" u="none">
                <a:solidFill>
                  <a:srgbClr val="93a1a1"/>
                </a:solidFill>
                <a:uFillTx/>
                <a:latin typeface="SourceCodePro"/>
              </a:rPr>
              <a:t>();</a:t>
            </a:r>
            <a:r>
              <a:rPr b="0" lang="de-DE" sz="2100" strike="noStrike" u="none">
                <a:solidFill>
                  <a:srgbClr val="48484c"/>
                </a:solidFill>
                <a:uFillTx/>
                <a:latin typeface="SourceCodePro"/>
              </a:rPr>
              <a:t> </a:t>
            </a:r>
            <a:endParaRPr b="0" lang="de-DE" sz="2100" strike="noStrike" u="none">
              <a:solidFill>
                <a:srgbClr val="000000"/>
              </a:solidFill>
              <a:uFillTx/>
              <a:latin typeface="Arial"/>
            </a:endParaRPr>
          </a:p>
          <a:p>
            <a:pPr marL="457200" indent="0" defTabSz="914400">
              <a:lnSpc>
                <a:spcPct val="90000"/>
              </a:lnSpc>
              <a:spcBef>
                <a:spcPts val="1001"/>
              </a:spcBef>
              <a:buNone/>
              <a:tabLst>
                <a:tab algn="l" pos="0"/>
              </a:tabLst>
            </a:pPr>
            <a:r>
              <a:rPr b="0" lang="de-DE" sz="2500" strike="noStrike" u="none">
                <a:solidFill>
                  <a:srgbClr val="93a1a1"/>
                </a:solidFill>
                <a:uFillTx/>
                <a:latin typeface="SourceCodePro"/>
              </a:rPr>
              <a:t>}</a:t>
            </a:r>
            <a:endParaRPr b="0" lang="de-DE" sz="2500" strike="noStrike" u="none">
              <a:solidFill>
                <a:srgbClr val="000000"/>
              </a:solidFill>
              <a:uFillTx/>
              <a:latin typeface="Arial"/>
            </a:endParaRPr>
          </a:p>
          <a:p>
            <a:pPr marL="457200" indent="0" defTabSz="914400">
              <a:lnSpc>
                <a:spcPct val="90000"/>
              </a:lnSpc>
              <a:spcBef>
                <a:spcPts val="1001"/>
              </a:spcBef>
              <a:buNone/>
              <a:tabLst>
                <a:tab algn="l" pos="0"/>
              </a:tabLst>
            </a:pPr>
            <a:r>
              <a:rPr b="0" lang="de-DE" sz="2600" strike="noStrike" u="none">
                <a:solidFill>
                  <a:srgbClr val="93a1a1"/>
                </a:solidFill>
                <a:uFillTx/>
                <a:latin typeface="SourceCodePro"/>
              </a:rPr>
              <a:t>}</a:t>
            </a:r>
            <a:endParaRPr b="0" lang="de-DE" sz="2600" strike="noStrike" u="none">
              <a:solidFill>
                <a:srgbClr val="000000"/>
              </a:solidFill>
              <a:uFillTx/>
              <a:latin typeface="Arial"/>
            </a:endParaRPr>
          </a:p>
          <a:p>
            <a:pPr marL="457200" indent="0" defTabSz="914400">
              <a:lnSpc>
                <a:spcPct val="90000"/>
              </a:lnSpc>
              <a:spcBef>
                <a:spcPts val="1001"/>
              </a:spcBef>
              <a:buNone/>
              <a:tabLst>
                <a:tab algn="l" pos="0"/>
              </a:tabLst>
            </a:pPr>
            <a:endParaRPr b="0" lang="de-DE" sz="2800" strike="noStrike" u="none">
              <a:solidFill>
                <a:srgbClr val="000000"/>
              </a:solidFill>
              <a:uFillTx/>
              <a:latin typeface="Arial"/>
            </a:endParaRPr>
          </a:p>
        </p:txBody>
      </p:sp>
      <p:sp>
        <p:nvSpPr>
          <p:cNvPr id="1143" name="PlaceHolder 3"/>
          <p:cNvSpPr>
            <a:spLocks noGrp="1"/>
          </p:cNvSpPr>
          <p:nvPr>
            <p:ph/>
          </p:nvPr>
        </p:nvSpPr>
        <p:spPr>
          <a:xfrm>
            <a:off x="6172200" y="1825560"/>
            <a:ext cx="5180400" cy="435024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t">
            <a:normAutofit fontScale="62500" lnSpcReduction="19999"/>
          </a:bodyPr>
          <a:p>
            <a:pPr indent="0" defTabSz="914400">
              <a:lnSpc>
                <a:spcPct val="90000"/>
              </a:lnSpc>
              <a:spcBef>
                <a:spcPts val="1001"/>
              </a:spcBef>
              <a:buNone/>
              <a:tabLst>
                <a:tab algn="l" pos="0"/>
              </a:tabLst>
            </a:pPr>
            <a:r>
              <a:rPr b="0" lang="de-DE" sz="4000" strike="noStrike" u="none">
                <a:solidFill>
                  <a:srgbClr val="1e347b"/>
                </a:solidFill>
                <a:uFillTx/>
                <a:latin typeface="SourceCodePro"/>
              </a:rPr>
              <a:t>class</a:t>
            </a:r>
            <a:r>
              <a:rPr b="0" lang="de-DE" sz="4000" strike="noStrike" u="none">
                <a:solidFill>
                  <a:srgbClr val="48484c"/>
                </a:solidFill>
                <a:uFillTx/>
                <a:latin typeface="SourceCodePro"/>
              </a:rPr>
              <a:t> </a:t>
            </a:r>
            <a:r>
              <a:rPr b="0" lang="de-DE" sz="4000" strike="noStrike" u="none">
                <a:solidFill>
                  <a:srgbClr val="008080"/>
                </a:solidFill>
                <a:uFillTx/>
                <a:latin typeface="SourceCodePro"/>
              </a:rPr>
              <a:t>Communication</a:t>
            </a:r>
            <a:r>
              <a:rPr b="0" lang="de-DE" sz="4000" strike="noStrike" u="none">
                <a:solidFill>
                  <a:srgbClr val="48484c"/>
                </a:solidFill>
                <a:uFillTx/>
                <a:latin typeface="SourceCodePro"/>
              </a:rPr>
              <a:t> </a:t>
            </a:r>
            <a:r>
              <a:rPr b="0" lang="de-DE" sz="4000" strike="noStrike" u="none">
                <a:solidFill>
                  <a:srgbClr val="93a1a1"/>
                </a:solidFill>
                <a:uFillTx/>
                <a:latin typeface="SourceCodePro"/>
              </a:rPr>
              <a:t>{</a:t>
            </a:r>
            <a:endParaRPr b="0" lang="de-DE" sz="4000" strike="noStrike" u="none">
              <a:solidFill>
                <a:srgbClr val="000000"/>
              </a:solidFill>
              <a:uFillTx/>
              <a:latin typeface="Arial"/>
            </a:endParaRPr>
          </a:p>
          <a:p>
            <a:pPr marL="457200" indent="0" defTabSz="914400">
              <a:lnSpc>
                <a:spcPct val="90000"/>
              </a:lnSpc>
              <a:spcBef>
                <a:spcPts val="499"/>
              </a:spcBef>
              <a:buNone/>
              <a:tabLst>
                <a:tab algn="l" pos="0"/>
              </a:tabLst>
            </a:pPr>
            <a:r>
              <a:rPr b="0" lang="de-DE" sz="3500" strike="noStrike" u="none">
                <a:solidFill>
                  <a:srgbClr val="1e347b"/>
                </a:solidFill>
                <a:uFillTx/>
                <a:latin typeface="SourceCodePro"/>
              </a:rPr>
              <a:t>public</a:t>
            </a:r>
            <a:r>
              <a:rPr b="0" lang="de-DE" sz="3500" strike="noStrike" u="none">
                <a:solidFill>
                  <a:srgbClr val="48484c"/>
                </a:solidFill>
                <a:uFillTx/>
                <a:latin typeface="SourceCodePro"/>
              </a:rPr>
              <a:t> listToDetail </a:t>
            </a:r>
            <a:r>
              <a:rPr b="0" lang="de-DE" sz="3500" strike="noStrike" u="none">
                <a:solidFill>
                  <a:srgbClr val="93a1a1"/>
                </a:solidFill>
                <a:uFillTx/>
                <a:latin typeface="SourceCodePro"/>
              </a:rPr>
              <a:t>=</a:t>
            </a:r>
            <a:r>
              <a:rPr b="0" lang="de-DE" sz="3500" strike="noStrike" u="none">
                <a:solidFill>
                  <a:srgbClr val="48484c"/>
                </a:solidFill>
                <a:uFillTx/>
                <a:latin typeface="SourceCodePro"/>
              </a:rPr>
              <a:t> </a:t>
            </a:r>
            <a:r>
              <a:rPr b="0" lang="de-DE" sz="3500" strike="noStrike" u="none">
                <a:solidFill>
                  <a:srgbClr val="1e347b"/>
                </a:solidFill>
                <a:uFillTx/>
                <a:latin typeface="SourceCodePro"/>
              </a:rPr>
              <a:t>new</a:t>
            </a:r>
            <a:r>
              <a:rPr b="0" lang="de-DE" sz="3500" strike="noStrike" u="none">
                <a:solidFill>
                  <a:srgbClr val="48484c"/>
                </a:solidFill>
                <a:uFillTx/>
                <a:latin typeface="SourceCodePro"/>
              </a:rPr>
              <a:t> </a:t>
            </a:r>
            <a:r>
              <a:rPr b="0" lang="de-DE" sz="3500" strike="noStrike" u="none">
                <a:solidFill>
                  <a:srgbClr val="008080"/>
                </a:solidFill>
                <a:uFillTx/>
                <a:latin typeface="SourceCodePro"/>
              </a:rPr>
              <a:t>EventEmitter</a:t>
            </a:r>
            <a:r>
              <a:rPr b="0" lang="de-DE" sz="3500" strike="noStrike" u="none">
                <a:solidFill>
                  <a:srgbClr val="93a1a1"/>
                </a:solidFill>
                <a:uFillTx/>
                <a:latin typeface="SourceCodePro"/>
              </a:rPr>
              <a:t>&lt;</a:t>
            </a:r>
            <a:r>
              <a:rPr b="0" lang="de-DE" sz="3500" strike="noStrike" u="none">
                <a:solidFill>
                  <a:srgbClr val="008080"/>
                </a:solidFill>
                <a:uFillTx/>
                <a:latin typeface="SourceCodePro"/>
              </a:rPr>
              <a:t>ListUpdate</a:t>
            </a:r>
            <a:r>
              <a:rPr b="0" lang="de-DE" sz="3500" strike="noStrike" u="none">
                <a:solidFill>
                  <a:srgbClr val="93a1a1"/>
                </a:solidFill>
                <a:uFillTx/>
                <a:latin typeface="SourceCodePro"/>
              </a:rPr>
              <a:t>&gt;();</a:t>
            </a:r>
            <a:endParaRPr b="0" lang="de-DE" sz="3500" strike="noStrike" u="none">
              <a:solidFill>
                <a:srgbClr val="000000"/>
              </a:solidFill>
              <a:uFillTx/>
              <a:latin typeface="Arial"/>
            </a:endParaRPr>
          </a:p>
          <a:p>
            <a:pPr marL="457200" indent="0" defTabSz="914400">
              <a:lnSpc>
                <a:spcPct val="90000"/>
              </a:lnSpc>
              <a:spcBef>
                <a:spcPts val="499"/>
              </a:spcBef>
              <a:buNone/>
              <a:tabLst>
                <a:tab algn="l" pos="0"/>
              </a:tabLst>
            </a:pPr>
            <a:r>
              <a:rPr b="0" lang="de-DE" sz="3500" strike="noStrike" u="none">
                <a:solidFill>
                  <a:srgbClr val="1e347b"/>
                </a:solidFill>
                <a:uFillTx/>
                <a:latin typeface="SourceCodePro"/>
              </a:rPr>
              <a:t>public</a:t>
            </a:r>
            <a:r>
              <a:rPr b="0" lang="de-DE" sz="3500" strike="noStrike" u="none">
                <a:solidFill>
                  <a:srgbClr val="48484c"/>
                </a:solidFill>
                <a:uFillTx/>
                <a:latin typeface="SourceCodePro"/>
              </a:rPr>
              <a:t> detailToList </a:t>
            </a:r>
            <a:r>
              <a:rPr b="0" lang="de-DE" sz="3500" strike="noStrike" u="none">
                <a:solidFill>
                  <a:srgbClr val="93a1a1"/>
                </a:solidFill>
                <a:uFillTx/>
                <a:latin typeface="SourceCodePro"/>
              </a:rPr>
              <a:t>=</a:t>
            </a:r>
            <a:r>
              <a:rPr b="0" lang="de-DE" sz="3500" strike="noStrike" u="none">
                <a:solidFill>
                  <a:srgbClr val="48484c"/>
                </a:solidFill>
                <a:uFillTx/>
                <a:latin typeface="SourceCodePro"/>
              </a:rPr>
              <a:t> </a:t>
            </a:r>
            <a:r>
              <a:rPr b="0" lang="de-DE" sz="3500" strike="noStrike" u="none">
                <a:solidFill>
                  <a:srgbClr val="1e347b"/>
                </a:solidFill>
                <a:uFillTx/>
                <a:latin typeface="SourceCodePro"/>
              </a:rPr>
              <a:t>new</a:t>
            </a:r>
            <a:r>
              <a:rPr b="0" lang="de-DE" sz="3500" strike="noStrike" u="none">
                <a:solidFill>
                  <a:srgbClr val="48484c"/>
                </a:solidFill>
                <a:uFillTx/>
                <a:latin typeface="SourceCodePro"/>
              </a:rPr>
              <a:t> </a:t>
            </a:r>
            <a:r>
              <a:rPr b="0" lang="de-DE" sz="3500" strike="noStrike" u="none">
                <a:solidFill>
                  <a:srgbClr val="008080"/>
                </a:solidFill>
                <a:uFillTx/>
                <a:latin typeface="SourceCodePro"/>
              </a:rPr>
              <a:t>EventEmitter</a:t>
            </a:r>
            <a:r>
              <a:rPr b="0" lang="de-DE" sz="3500" strike="noStrike" u="none">
                <a:solidFill>
                  <a:srgbClr val="93a1a1"/>
                </a:solidFill>
                <a:uFillTx/>
                <a:latin typeface="SourceCodePro"/>
              </a:rPr>
              <a:t>&lt;</a:t>
            </a:r>
            <a:r>
              <a:rPr b="0" lang="de-DE" sz="3500" strike="noStrike" u="none">
                <a:solidFill>
                  <a:srgbClr val="008080"/>
                </a:solidFill>
                <a:uFillTx/>
                <a:latin typeface="SourceCodePro"/>
              </a:rPr>
              <a:t>DetailUpdate</a:t>
            </a:r>
            <a:r>
              <a:rPr b="0" lang="de-DE" sz="3500" strike="noStrike" u="none">
                <a:solidFill>
                  <a:srgbClr val="93a1a1"/>
                </a:solidFill>
                <a:uFillTx/>
                <a:latin typeface="SourceCodePro"/>
              </a:rPr>
              <a:t>&gt;();</a:t>
            </a:r>
            <a:endParaRPr b="0" lang="de-DE" sz="3500" strike="noStrike" u="none">
              <a:solidFill>
                <a:srgbClr val="000000"/>
              </a:solidFill>
              <a:uFillTx/>
              <a:latin typeface="Arial"/>
            </a:endParaRPr>
          </a:p>
          <a:p>
            <a:pPr marL="457200" indent="0" defTabSz="914400">
              <a:lnSpc>
                <a:spcPct val="90000"/>
              </a:lnSpc>
              <a:spcBef>
                <a:spcPts val="1001"/>
              </a:spcBef>
              <a:buNone/>
              <a:tabLst>
                <a:tab algn="l" pos="0"/>
              </a:tabLst>
            </a:pPr>
            <a:r>
              <a:rPr b="0" lang="de-DE" sz="4000" strike="noStrike" u="none">
                <a:solidFill>
                  <a:srgbClr val="93a1a1"/>
                </a:solidFill>
                <a:uFillTx/>
                <a:latin typeface="SourceCodePro"/>
              </a:rPr>
              <a:t>}</a:t>
            </a:r>
            <a:endParaRPr b="0" lang="de-DE" sz="4000" strike="noStrike" u="none">
              <a:solidFill>
                <a:srgbClr val="000000"/>
              </a:solidFill>
              <a:uFillTx/>
              <a:latin typeface="Arial"/>
            </a:endParaRPr>
          </a:p>
          <a:p>
            <a:pPr marL="457200" indent="0" defTabSz="914400">
              <a:lnSpc>
                <a:spcPct val="90000"/>
              </a:lnSpc>
              <a:spcBef>
                <a:spcPts val="1001"/>
              </a:spcBef>
              <a:buNone/>
              <a:tabLst>
                <a:tab algn="l" pos="0"/>
              </a:tabLst>
            </a:pPr>
            <a:endParaRPr b="0" lang="de-DE" sz="2800" strike="noStrike" u="none">
              <a:solidFill>
                <a:srgbClr val="000000"/>
              </a:solidFill>
              <a:uFillTx/>
              <a:latin typeface="Arial"/>
            </a:endParaRPr>
          </a:p>
          <a:p>
            <a:pPr marL="457200" indent="0" defTabSz="914400">
              <a:lnSpc>
                <a:spcPct val="90000"/>
              </a:lnSpc>
              <a:spcBef>
                <a:spcPts val="1001"/>
              </a:spcBef>
              <a:buNone/>
              <a:tabLst>
                <a:tab algn="l" pos="0"/>
              </a:tabLst>
            </a:pPr>
            <a:r>
              <a:rPr b="0" lang="de-DE" sz="2800" strike="noStrike" u="none">
                <a:solidFill>
                  <a:srgbClr val="195f91"/>
                </a:solidFill>
                <a:uFillTx/>
                <a:latin typeface="SourceCodePro"/>
              </a:rPr>
              <a:t>@Component</a:t>
            </a:r>
            <a:r>
              <a:rPr b="0" lang="de-DE" sz="2800" strike="noStrike" u="none">
                <a:solidFill>
                  <a:srgbClr val="93a1a1"/>
                </a:solidFill>
                <a:uFillTx/>
                <a:latin typeface="SourceCodePro"/>
              </a:rPr>
              <a:t>({</a:t>
            </a:r>
            <a:endParaRPr b="0" lang="de-DE" sz="2800" strike="noStrike" u="none">
              <a:solidFill>
                <a:srgbClr val="000000"/>
              </a:solidFill>
              <a:uFillTx/>
              <a:latin typeface="Arial"/>
            </a:endParaRPr>
          </a:p>
          <a:p>
            <a:pPr marL="457200" indent="0" defTabSz="914400">
              <a:lnSpc>
                <a:spcPct val="90000"/>
              </a:lnSpc>
              <a:spcBef>
                <a:spcPts val="1001"/>
              </a:spcBef>
              <a:buNone/>
              <a:tabLst>
                <a:tab algn="l" pos="0"/>
              </a:tabLst>
            </a:pPr>
            <a:r>
              <a:rPr b="0" lang="de-DE" sz="2800" strike="noStrike" u="none">
                <a:solidFill>
                  <a:srgbClr val="1e347b"/>
                </a:solidFill>
                <a:uFillTx/>
                <a:latin typeface="SourceCodePro"/>
              </a:rPr>
              <a:t>template</a:t>
            </a:r>
            <a:r>
              <a:rPr b="0" lang="de-DE" sz="2800" strike="noStrike" u="none">
                <a:solidFill>
                  <a:srgbClr val="93a1a1"/>
                </a:solidFill>
                <a:uFillTx/>
                <a:latin typeface="SourceCodePro"/>
              </a:rPr>
              <a:t>:</a:t>
            </a:r>
            <a:r>
              <a:rPr b="0" lang="de-DE" sz="2800" strike="noStrike" u="none">
                <a:solidFill>
                  <a:srgbClr val="48484c"/>
                </a:solidFill>
                <a:uFillTx/>
                <a:latin typeface="SourceCodePro"/>
              </a:rPr>
              <a:t> </a:t>
            </a:r>
            <a:r>
              <a:rPr b="0" lang="de-DE" sz="2800" strike="noStrike" u="none">
                <a:solidFill>
                  <a:srgbClr val="dd1144"/>
                </a:solidFill>
                <a:uFillTx/>
                <a:latin typeface="SourceCodePro"/>
              </a:rPr>
              <a:t>`&lt;list&gt;&lt;/list&gt;&lt;detail&gt;&lt;/detail&gt;`</a:t>
            </a:r>
            <a:r>
              <a:rPr b="0" lang="de-DE" sz="2800" strike="noStrike" u="none">
                <a:solidFill>
                  <a:srgbClr val="93a1a1"/>
                </a:solidFill>
                <a:uFillTx/>
                <a:latin typeface="SourceCodePro"/>
              </a:rPr>
              <a:t>,</a:t>
            </a:r>
            <a:endParaRPr b="0" lang="de-DE" sz="2800" strike="noStrike" u="none">
              <a:solidFill>
                <a:srgbClr val="000000"/>
              </a:solidFill>
              <a:uFillTx/>
              <a:latin typeface="Arial"/>
            </a:endParaRPr>
          </a:p>
          <a:p>
            <a:pPr marL="457200" indent="0" defTabSz="914400">
              <a:lnSpc>
                <a:spcPct val="90000"/>
              </a:lnSpc>
              <a:spcBef>
                <a:spcPts val="1001"/>
              </a:spcBef>
              <a:buNone/>
              <a:tabLst>
                <a:tab algn="l" pos="0"/>
              </a:tabLst>
            </a:pPr>
            <a:r>
              <a:rPr b="0" lang="de-DE" sz="2800" strike="noStrike" u="none">
                <a:solidFill>
                  <a:srgbClr val="48484c"/>
                </a:solidFill>
                <a:uFillTx/>
                <a:latin typeface="SourceCodePro"/>
              </a:rPr>
              <a:t>providers</a:t>
            </a:r>
            <a:r>
              <a:rPr b="0" lang="de-DE" sz="2800" strike="noStrike" u="none">
                <a:solidFill>
                  <a:srgbClr val="93a1a1"/>
                </a:solidFill>
                <a:uFillTx/>
                <a:latin typeface="SourceCodePro"/>
              </a:rPr>
              <a:t>:</a:t>
            </a:r>
            <a:r>
              <a:rPr b="0" lang="de-DE" sz="2800" strike="noStrike" u="none">
                <a:solidFill>
                  <a:srgbClr val="48484c"/>
                </a:solidFill>
                <a:uFillTx/>
                <a:latin typeface="SourceCodePro"/>
              </a:rPr>
              <a:t> </a:t>
            </a:r>
            <a:r>
              <a:rPr b="0" lang="de-DE" sz="2800" strike="noStrike" u="none">
                <a:solidFill>
                  <a:srgbClr val="93a1a1"/>
                </a:solidFill>
                <a:uFillTx/>
                <a:latin typeface="SourceCodePro"/>
              </a:rPr>
              <a:t>[</a:t>
            </a:r>
            <a:r>
              <a:rPr b="0" lang="de-DE" sz="2800" strike="noStrike" u="none">
                <a:solidFill>
                  <a:srgbClr val="008080"/>
                </a:solidFill>
                <a:uFillTx/>
                <a:latin typeface="SourceCodePro"/>
              </a:rPr>
              <a:t>Communication</a:t>
            </a:r>
            <a:r>
              <a:rPr b="0" lang="de-DE" sz="2800" strike="noStrike" u="none">
                <a:solidFill>
                  <a:srgbClr val="93a1a1"/>
                </a:solidFill>
                <a:uFillTx/>
                <a:latin typeface="SourceCodePro"/>
              </a:rPr>
              <a:t>]</a:t>
            </a:r>
            <a:endParaRPr b="0" lang="de-DE" sz="2800" strike="noStrike" u="none">
              <a:solidFill>
                <a:srgbClr val="000000"/>
              </a:solidFill>
              <a:uFillTx/>
              <a:latin typeface="Arial"/>
            </a:endParaRPr>
          </a:p>
          <a:p>
            <a:pPr marL="457200" indent="0" defTabSz="914400">
              <a:lnSpc>
                <a:spcPct val="90000"/>
              </a:lnSpc>
              <a:spcBef>
                <a:spcPts val="1001"/>
              </a:spcBef>
              <a:buNone/>
              <a:tabLst>
                <a:tab algn="l" pos="0"/>
              </a:tabLst>
            </a:pPr>
            <a:r>
              <a:rPr b="0" lang="de-DE" sz="2800" strike="noStrike" u="none">
                <a:solidFill>
                  <a:srgbClr val="93a1a1"/>
                </a:solidFill>
                <a:uFillTx/>
                <a:latin typeface="SourceCodePro"/>
              </a:rPr>
              <a:t>})</a:t>
            </a:r>
            <a:endParaRPr b="0" lang="de-DE" sz="2800" strike="noStrike" u="none">
              <a:solidFill>
                <a:srgbClr val="000000"/>
              </a:solidFill>
              <a:uFillTx/>
              <a:latin typeface="Arial"/>
            </a:endParaRPr>
          </a:p>
          <a:p>
            <a:pPr marL="457200" indent="0" defTabSz="914400">
              <a:lnSpc>
                <a:spcPct val="90000"/>
              </a:lnSpc>
              <a:spcBef>
                <a:spcPts val="1001"/>
              </a:spcBef>
              <a:buNone/>
              <a:tabLst>
                <a:tab algn="l" pos="0"/>
              </a:tabLst>
            </a:pPr>
            <a:r>
              <a:rPr b="0" lang="de-DE" sz="2800" strike="noStrike" u="none">
                <a:solidFill>
                  <a:srgbClr val="1e347b"/>
                </a:solidFill>
                <a:uFillTx/>
                <a:latin typeface="SourceCodePro"/>
              </a:rPr>
              <a:t>class</a:t>
            </a:r>
            <a:r>
              <a:rPr b="0" lang="de-DE" sz="2800" strike="noStrike" u="none">
                <a:solidFill>
                  <a:srgbClr val="48484c"/>
                </a:solidFill>
                <a:uFillTx/>
                <a:latin typeface="SourceCodePro"/>
              </a:rPr>
              <a:t> </a:t>
            </a:r>
            <a:r>
              <a:rPr b="0" lang="de-DE" sz="2800" strike="noStrike" u="none">
                <a:solidFill>
                  <a:srgbClr val="008080"/>
                </a:solidFill>
                <a:uFillTx/>
                <a:latin typeface="SourceCodePro"/>
              </a:rPr>
              <a:t>MasterDetailComponent</a:t>
            </a:r>
            <a:r>
              <a:rPr b="0" lang="de-DE" sz="2800" strike="noStrike" u="none">
                <a:solidFill>
                  <a:srgbClr val="48484c"/>
                </a:solidFill>
                <a:uFillTx/>
                <a:latin typeface="SourceCodePro"/>
              </a:rPr>
              <a:t> </a:t>
            </a:r>
            <a:r>
              <a:rPr b="0" lang="de-DE" sz="2800" strike="noStrike" u="none">
                <a:solidFill>
                  <a:srgbClr val="93a1a1"/>
                </a:solidFill>
                <a:uFillTx/>
                <a:latin typeface="SourceCodePro"/>
              </a:rPr>
              <a:t>{}</a:t>
            </a:r>
            <a:endParaRPr b="0" lang="de-DE" sz="2800" strike="noStrike" u="none">
              <a:solidFill>
                <a:srgbClr val="000000"/>
              </a:solidFill>
              <a:uFillTx/>
              <a:latin typeface="Arial"/>
            </a:endParaRPr>
          </a:p>
          <a:p>
            <a:pPr marL="457200" indent="0" defTabSz="914400">
              <a:lnSpc>
                <a:spcPct val="90000"/>
              </a:lnSpc>
              <a:spcBef>
                <a:spcPts val="1001"/>
              </a:spcBef>
              <a:buNone/>
              <a:tabLst>
                <a:tab algn="l" pos="0"/>
              </a:tabLst>
            </a:pPr>
            <a:endParaRPr b="0" lang="de-DE" sz="2800" strike="noStrike" u="none">
              <a:solidFill>
                <a:srgbClr val="000000"/>
              </a:solidFill>
              <a:uFillTx/>
              <a:latin typeface="Arial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232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bg>
      <p:bgPr>
        <a:solidFill>
          <a:schemeClr val="lt1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 useBgFill="1">
        <p:nvSpPr>
          <p:cNvPr id="1144" name="Rectangle 10">
            <a:extLst>
              <a:ext uri="{C183D7F6-B498-43B3-948B-1728B52AA6E4}">
                <adec:decorative xmlns:adec="http://schemas.microsoft.com/office/drawing/2017/decorative" val="1"/>
              </a:ext>
            </a:extLst>
          </p:cNvPr>
          <p:cNvSpPr/>
          <p:nvPr/>
        </p:nvSpPr>
        <p:spPr>
          <a:xfrm>
            <a:off x="0" y="0"/>
            <a:ext cx="12190680" cy="6856920"/>
          </a:xfrm>
          <a:prstGeom prst="rect">
            <a:avLst/>
          </a:prstGeom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 algn="ctr" defTabSz="914400">
              <a:lnSpc>
                <a:spcPct val="100000"/>
              </a:lnSpc>
            </a:pPr>
            <a:endParaRPr b="0" lang="en-US" sz="1800" strike="noStrike" u="none">
              <a:solidFill>
                <a:schemeClr val="lt1"/>
              </a:solidFill>
              <a:uFillTx/>
              <a:latin typeface="Calibri"/>
            </a:endParaRPr>
          </a:p>
        </p:txBody>
      </p:sp>
      <p:sp>
        <p:nvSpPr>
          <p:cNvPr id="1145" name="Rectangle 12">
            <a:extLst>
              <a:ext uri="{C183D7F6-B498-43B3-948B-1728B52AA6E4}">
                <adec:decorative xmlns:adec="http://schemas.microsoft.com/office/drawing/2017/decorative" val="1"/>
              </a:ext>
            </a:extLst>
          </p:cNvPr>
          <p:cNvSpPr/>
          <p:nvPr/>
        </p:nvSpPr>
        <p:spPr>
          <a:xfrm>
            <a:off x="360" y="0"/>
            <a:ext cx="12190680" cy="6856920"/>
          </a:xfrm>
          <a:prstGeom prst="rect">
            <a:avLst/>
          </a:prstGeom>
          <a:solidFill>
            <a:schemeClr val="bg1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 algn="ctr" defTabSz="914400">
              <a:lnSpc>
                <a:spcPct val="100000"/>
              </a:lnSpc>
            </a:pPr>
            <a:endParaRPr b="0" lang="en-US" sz="800" strike="noStrike" u="none">
              <a:solidFill>
                <a:schemeClr val="lt1"/>
              </a:solidFill>
              <a:uFillTx/>
              <a:latin typeface="Calibri"/>
            </a:endParaRPr>
          </a:p>
        </p:txBody>
      </p:sp>
      <p:sp>
        <p:nvSpPr>
          <p:cNvPr id="1146" name="PlaceHolder 1"/>
          <p:cNvSpPr>
            <a:spLocks noGrp="1"/>
          </p:cNvSpPr>
          <p:nvPr>
            <p:ph type="title"/>
          </p:nvPr>
        </p:nvSpPr>
        <p:spPr>
          <a:xfrm>
            <a:off x="1179360" y="1280520"/>
            <a:ext cx="9832320" cy="132444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b">
            <a:normAutofit/>
          </a:bodyPr>
          <a:p>
            <a:pPr indent="0" algn="ctr" defTabSz="914400">
              <a:lnSpc>
                <a:spcPct val="90000"/>
              </a:lnSpc>
              <a:buNone/>
              <a:tabLst>
                <a:tab algn="l" pos="0"/>
              </a:tabLst>
            </a:pPr>
            <a:r>
              <a:rPr b="0" lang="de-DE" sz="3600" strike="noStrike" u="none">
                <a:solidFill>
                  <a:schemeClr val="dk2"/>
                </a:solidFill>
                <a:uFillTx/>
                <a:latin typeface="Calibri Light"/>
              </a:rPr>
              <a:t>Übung 23</a:t>
            </a:r>
            <a:endParaRPr b="0" lang="de-DE" sz="3600" strike="noStrike" u="none">
              <a:solidFill>
                <a:srgbClr val="000000"/>
              </a:solidFill>
              <a:uFillTx/>
              <a:latin typeface="Arial"/>
            </a:endParaRPr>
          </a:p>
        </p:txBody>
      </p:sp>
      <p:grpSp>
        <p:nvGrpSpPr>
          <p:cNvPr id="1147" name="Group 14">
            <a:extLst>
              <a:ext uri="{C183D7F6-B498-43B3-948B-1728B52AA6E4}">
                <adec:decorative xmlns:adec="http://schemas.microsoft.com/office/drawing/2017/decorative" val="1"/>
              </a:ext>
            </a:extLst>
          </p:cNvPr>
          <p:cNvGrpSpPr/>
          <p:nvPr/>
        </p:nvGrpSpPr>
        <p:grpSpPr>
          <a:xfrm>
            <a:off x="8289720" y="0"/>
            <a:ext cx="3901320" cy="2381760"/>
            <a:chOff x="8289720" y="0"/>
            <a:chExt cx="3901320" cy="2381760"/>
          </a:xfrm>
        </p:grpSpPr>
        <p:sp>
          <p:nvSpPr>
            <p:cNvPr id="1148" name="Freeform: Shape 15">
              <a:extLs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/>
            <p:nvPr/>
          </p:nvSpPr>
          <p:spPr>
            <a:xfrm>
              <a:off x="8289720" y="0"/>
              <a:ext cx="3900960" cy="2381760"/>
            </a:xfrm>
            <a:custGeom>
              <a:avLst/>
              <a:gdLst>
                <a:gd name="textAreaLeft" fmla="*/ 0 w 3900960"/>
                <a:gd name="textAreaRight" fmla="*/ 3902040 w 3900960"/>
                <a:gd name="textAreaTop" fmla="*/ 0 h 2381760"/>
                <a:gd name="textAreaBottom" fmla="*/ 2382840 h 2381760"/>
              </a:gdLst>
              <a:ahLst/>
              <a:rect l="textAreaLeft" t="textAreaTop" r="textAreaRight" b="textAreaBottom"/>
              <a:pathLst>
                <a:path w="5324985" h="3251912">
                  <a:moveTo>
                    <a:pt x="0" y="0"/>
                  </a:moveTo>
                  <a:lnTo>
                    <a:pt x="36826" y="0"/>
                  </a:lnTo>
                  <a:lnTo>
                    <a:pt x="45003" y="152909"/>
                  </a:lnTo>
                  <a:cubicBezTo>
                    <a:pt x="50351" y="205154"/>
                    <a:pt x="58290" y="257123"/>
                    <a:pt x="68956" y="308600"/>
                  </a:cubicBezTo>
                  <a:cubicBezTo>
                    <a:pt x="91393" y="411324"/>
                    <a:pt x="123882" y="511847"/>
                    <a:pt x="167774" y="607968"/>
                  </a:cubicBezTo>
                  <a:cubicBezTo>
                    <a:pt x="178195" y="632173"/>
                    <a:pt x="190333" y="655798"/>
                    <a:pt x="201857" y="679539"/>
                  </a:cubicBezTo>
                  <a:cubicBezTo>
                    <a:pt x="214363" y="702933"/>
                    <a:pt x="226255" y="726557"/>
                    <a:pt x="239741" y="749488"/>
                  </a:cubicBezTo>
                  <a:cubicBezTo>
                    <a:pt x="265488" y="795812"/>
                    <a:pt x="294176" y="840746"/>
                    <a:pt x="323724" y="885101"/>
                  </a:cubicBezTo>
                  <a:cubicBezTo>
                    <a:pt x="353149" y="929572"/>
                    <a:pt x="384657" y="972885"/>
                    <a:pt x="416412" y="1016081"/>
                  </a:cubicBezTo>
                  <a:cubicBezTo>
                    <a:pt x="448655" y="1058931"/>
                    <a:pt x="482127" y="1101202"/>
                    <a:pt x="515719" y="1143356"/>
                  </a:cubicBezTo>
                  <a:cubicBezTo>
                    <a:pt x="583027" y="1227782"/>
                    <a:pt x="653402" y="1310470"/>
                    <a:pt x="722427" y="1395127"/>
                  </a:cubicBezTo>
                  <a:cubicBezTo>
                    <a:pt x="757123" y="1437282"/>
                    <a:pt x="791697" y="1479783"/>
                    <a:pt x="825780" y="1522749"/>
                  </a:cubicBezTo>
                  <a:cubicBezTo>
                    <a:pt x="859742" y="1565367"/>
                    <a:pt x="893457" y="1610649"/>
                    <a:pt x="926314" y="1651992"/>
                  </a:cubicBezTo>
                  <a:cubicBezTo>
                    <a:pt x="958927" y="1694379"/>
                    <a:pt x="993132" y="1735492"/>
                    <a:pt x="1026848" y="1776836"/>
                  </a:cubicBezTo>
                  <a:cubicBezTo>
                    <a:pt x="1061545" y="1817485"/>
                    <a:pt x="1095996" y="1858133"/>
                    <a:pt x="1131918" y="1897393"/>
                  </a:cubicBezTo>
                  <a:cubicBezTo>
                    <a:pt x="1203273" y="1976376"/>
                    <a:pt x="1277447" y="2052463"/>
                    <a:pt x="1354688" y="2124728"/>
                  </a:cubicBezTo>
                  <a:cubicBezTo>
                    <a:pt x="1509411" y="2268911"/>
                    <a:pt x="1676396" y="2397575"/>
                    <a:pt x="1855027" y="2504236"/>
                  </a:cubicBezTo>
                  <a:cubicBezTo>
                    <a:pt x="1944528" y="2557277"/>
                    <a:pt x="2036357" y="2605917"/>
                    <a:pt x="2131618" y="2646913"/>
                  </a:cubicBezTo>
                  <a:cubicBezTo>
                    <a:pt x="2226267" y="2689068"/>
                    <a:pt x="2323981" y="2724622"/>
                    <a:pt x="2423534" y="2754732"/>
                  </a:cubicBezTo>
                  <a:cubicBezTo>
                    <a:pt x="2523087" y="2784958"/>
                    <a:pt x="2624602" y="2809394"/>
                    <a:pt x="2727588" y="2829197"/>
                  </a:cubicBezTo>
                  <a:cubicBezTo>
                    <a:pt x="2830698" y="2848653"/>
                    <a:pt x="2935522" y="2861971"/>
                    <a:pt x="3041083" y="2870890"/>
                  </a:cubicBezTo>
                  <a:cubicBezTo>
                    <a:pt x="3146644" y="2879922"/>
                    <a:pt x="3253307" y="2883860"/>
                    <a:pt x="3360340" y="2883976"/>
                  </a:cubicBezTo>
                  <a:cubicBezTo>
                    <a:pt x="3387067" y="2883976"/>
                    <a:pt x="3414162" y="2884439"/>
                    <a:pt x="3439663" y="2883396"/>
                  </a:cubicBezTo>
                  <a:lnTo>
                    <a:pt x="3478529" y="2882471"/>
                  </a:lnTo>
                  <a:lnTo>
                    <a:pt x="3517271" y="2880616"/>
                  </a:lnTo>
                  <a:cubicBezTo>
                    <a:pt x="3568887" y="2878417"/>
                    <a:pt x="3620257" y="2873552"/>
                    <a:pt x="3671260" y="2867878"/>
                  </a:cubicBezTo>
                  <a:cubicBezTo>
                    <a:pt x="3875515" y="2844253"/>
                    <a:pt x="4074253" y="2792486"/>
                    <a:pt x="4265268" y="2716283"/>
                  </a:cubicBezTo>
                  <a:cubicBezTo>
                    <a:pt x="4361020" y="2678529"/>
                    <a:pt x="4454444" y="2633710"/>
                    <a:pt x="4546395" y="2584724"/>
                  </a:cubicBezTo>
                  <a:cubicBezTo>
                    <a:pt x="4638470" y="2535967"/>
                    <a:pt x="4728827" y="2481885"/>
                    <a:pt x="4817837" y="2424674"/>
                  </a:cubicBezTo>
                  <a:cubicBezTo>
                    <a:pt x="4906846" y="2367348"/>
                    <a:pt x="4994385" y="2306317"/>
                    <a:pt x="5081677" y="2243548"/>
                  </a:cubicBezTo>
                  <a:cubicBezTo>
                    <a:pt x="5125201" y="2212164"/>
                    <a:pt x="5168603" y="2179969"/>
                    <a:pt x="5211881" y="2147658"/>
                  </a:cubicBezTo>
                  <a:lnTo>
                    <a:pt x="5324985" y="2062128"/>
                  </a:lnTo>
                  <a:lnTo>
                    <a:pt x="5324985" y="2514993"/>
                  </a:lnTo>
                  <a:lnTo>
                    <a:pt x="5314867" y="2522881"/>
                  </a:lnTo>
                  <a:cubicBezTo>
                    <a:pt x="5225490" y="2591325"/>
                    <a:pt x="5133783" y="2658379"/>
                    <a:pt x="5038276" y="2722421"/>
                  </a:cubicBezTo>
                  <a:cubicBezTo>
                    <a:pt x="4942892" y="2786348"/>
                    <a:pt x="4844810" y="2848422"/>
                    <a:pt x="4741701" y="2904937"/>
                  </a:cubicBezTo>
                  <a:cubicBezTo>
                    <a:pt x="4638592" y="2961337"/>
                    <a:pt x="4531929" y="3013683"/>
                    <a:pt x="4420728" y="3058848"/>
                  </a:cubicBezTo>
                  <a:cubicBezTo>
                    <a:pt x="4199063" y="3150338"/>
                    <a:pt x="3959621" y="3211485"/>
                    <a:pt x="3717481" y="3237079"/>
                  </a:cubicBezTo>
                  <a:cubicBezTo>
                    <a:pt x="3656914" y="3243101"/>
                    <a:pt x="3596227" y="3247966"/>
                    <a:pt x="3535661" y="3249934"/>
                  </a:cubicBezTo>
                  <a:lnTo>
                    <a:pt x="3490175" y="3251555"/>
                  </a:lnTo>
                  <a:lnTo>
                    <a:pt x="3444813" y="3251787"/>
                  </a:lnTo>
                  <a:cubicBezTo>
                    <a:pt x="3414162" y="3252250"/>
                    <a:pt x="3385105" y="3251324"/>
                    <a:pt x="3355681" y="3250745"/>
                  </a:cubicBezTo>
                  <a:cubicBezTo>
                    <a:pt x="3296954" y="3250050"/>
                    <a:pt x="3237860" y="3246692"/>
                    <a:pt x="3179011" y="3243795"/>
                  </a:cubicBezTo>
                  <a:cubicBezTo>
                    <a:pt x="3120039" y="3239164"/>
                    <a:pt x="3061067" y="3234878"/>
                    <a:pt x="3002217" y="3227814"/>
                  </a:cubicBezTo>
                  <a:cubicBezTo>
                    <a:pt x="2884397" y="3214496"/>
                    <a:pt x="2766699" y="3196314"/>
                    <a:pt x="2650103" y="3170836"/>
                  </a:cubicBezTo>
                  <a:cubicBezTo>
                    <a:pt x="2533510" y="3145358"/>
                    <a:pt x="2418263" y="3112583"/>
                    <a:pt x="2305836" y="3072514"/>
                  </a:cubicBezTo>
                  <a:cubicBezTo>
                    <a:pt x="2193410" y="3032328"/>
                    <a:pt x="2083926" y="2984383"/>
                    <a:pt x="1978611" y="2929952"/>
                  </a:cubicBezTo>
                  <a:cubicBezTo>
                    <a:pt x="1873663" y="2874711"/>
                    <a:pt x="1772884" y="2812985"/>
                    <a:pt x="1678235" y="2744424"/>
                  </a:cubicBezTo>
                  <a:cubicBezTo>
                    <a:pt x="1488201" y="2608001"/>
                    <a:pt x="1321708" y="2448068"/>
                    <a:pt x="1175688" y="2277018"/>
                  </a:cubicBezTo>
                  <a:cubicBezTo>
                    <a:pt x="1102985" y="2191086"/>
                    <a:pt x="1035309" y="2102377"/>
                    <a:pt x="971310" y="2012044"/>
                  </a:cubicBezTo>
                  <a:cubicBezTo>
                    <a:pt x="907188" y="1921714"/>
                    <a:pt x="847358" y="1829413"/>
                    <a:pt x="790717" y="1735723"/>
                  </a:cubicBezTo>
                  <a:cubicBezTo>
                    <a:pt x="761782" y="1688357"/>
                    <a:pt x="735300" y="1644002"/>
                    <a:pt x="706488" y="1598604"/>
                  </a:cubicBezTo>
                  <a:cubicBezTo>
                    <a:pt x="677922" y="1553555"/>
                    <a:pt x="648866" y="1508505"/>
                    <a:pt x="618951" y="1463802"/>
                  </a:cubicBezTo>
                  <a:lnTo>
                    <a:pt x="436273" y="1195355"/>
                  </a:lnTo>
                  <a:cubicBezTo>
                    <a:pt x="405990" y="1150189"/>
                    <a:pt x="376075" y="1104792"/>
                    <a:pt x="346896" y="1058816"/>
                  </a:cubicBezTo>
                  <a:cubicBezTo>
                    <a:pt x="317716" y="1012838"/>
                    <a:pt x="288782" y="966747"/>
                    <a:pt x="261809" y="919264"/>
                  </a:cubicBezTo>
                  <a:cubicBezTo>
                    <a:pt x="207742" y="824764"/>
                    <a:pt x="158088" y="727485"/>
                    <a:pt x="118487" y="626498"/>
                  </a:cubicBezTo>
                  <a:cubicBezTo>
                    <a:pt x="78151" y="525859"/>
                    <a:pt x="48237" y="421515"/>
                    <a:pt x="28130" y="315781"/>
                  </a:cubicBezTo>
                  <a:cubicBezTo>
                    <a:pt x="18506" y="262914"/>
                    <a:pt x="11425" y="209642"/>
                    <a:pt x="6751" y="156195"/>
                  </a:cubicBezTo>
                  <a:close/>
                </a:path>
              </a:pathLst>
            </a:custGeom>
            <a:gradFill rotWithShape="0">
              <a:gsLst>
                <a:gs pos="2000">
                  <a:srgbClr val="ffffff">
                    <a:alpha val="10000"/>
                  </a:srgbClr>
                </a:gs>
                <a:gs pos="16000">
                  <a:srgbClr val="f19d19">
                    <a:alpha val="10000"/>
                  </a:srgbClr>
                </a:gs>
                <a:gs pos="85000">
                  <a:srgbClr val="1d9a78">
                    <a:alpha val="10000"/>
                  </a:srgbClr>
                </a:gs>
                <a:gs pos="100000">
                  <a:srgbClr val="ffffff">
                    <a:alpha val="10000"/>
                  </a:srgbClr>
                </a:gs>
              </a:gsLst>
              <a:lin ang="12000000"/>
            </a:gra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/>
          </p:style>
          <p:txBody>
            <a:bodyPr lIns="90000" rIns="90000" tIns="45000" bIns="45000" anchor="ctr">
              <a:noAutofit/>
            </a:bodyPr>
            <a:p>
              <a:pPr algn="ctr" defTabSz="914400">
                <a:lnSpc>
                  <a:spcPct val="100000"/>
                </a:lnSpc>
              </a:pPr>
              <a:endParaRPr b="0" lang="en-US" sz="1800" strike="noStrike" u="none">
                <a:solidFill>
                  <a:schemeClr val="lt1"/>
                </a:solidFill>
                <a:uFillTx/>
                <a:latin typeface="Calibri"/>
              </a:endParaRPr>
            </a:p>
          </p:txBody>
        </p:sp>
        <p:sp>
          <p:nvSpPr>
            <p:cNvPr id="1149" name="Freeform: Shape 16">
              <a:extLs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/>
            <p:nvPr/>
          </p:nvSpPr>
          <p:spPr>
            <a:xfrm>
              <a:off x="8326080" y="0"/>
              <a:ext cx="3864960" cy="2183040"/>
            </a:xfrm>
            <a:custGeom>
              <a:avLst/>
              <a:gdLst>
                <a:gd name="textAreaLeft" fmla="*/ 0 w 3864960"/>
                <a:gd name="textAreaRight" fmla="*/ 3866040 w 3864960"/>
                <a:gd name="textAreaTop" fmla="*/ 0 h 2183040"/>
                <a:gd name="textAreaBottom" fmla="*/ 2184120 h 2183040"/>
              </a:gdLst>
              <a:ahLst/>
              <a:rect l="textAreaLeft" t="textAreaTop" r="textAreaRight" b="textAreaBottom"/>
              <a:pathLst>
                <a:path w="5275533" h="2980757">
                  <a:moveTo>
                    <a:pt x="0" y="0"/>
                  </a:moveTo>
                  <a:lnTo>
                    <a:pt x="201166" y="0"/>
                  </a:lnTo>
                  <a:lnTo>
                    <a:pt x="206734" y="89286"/>
                  </a:lnTo>
                  <a:cubicBezTo>
                    <a:pt x="212220" y="135755"/>
                    <a:pt x="220465" y="181731"/>
                    <a:pt x="232051" y="226897"/>
                  </a:cubicBezTo>
                  <a:cubicBezTo>
                    <a:pt x="254855" y="317344"/>
                    <a:pt x="290287" y="403854"/>
                    <a:pt x="332707" y="487120"/>
                  </a:cubicBezTo>
                  <a:cubicBezTo>
                    <a:pt x="354163" y="528696"/>
                    <a:pt x="377948" y="569461"/>
                    <a:pt x="402959" y="609647"/>
                  </a:cubicBezTo>
                  <a:cubicBezTo>
                    <a:pt x="428337" y="649717"/>
                    <a:pt x="455433" y="689209"/>
                    <a:pt x="483631" y="728236"/>
                  </a:cubicBezTo>
                  <a:cubicBezTo>
                    <a:pt x="540764" y="806061"/>
                    <a:pt x="604271" y="881569"/>
                    <a:pt x="669986" y="957424"/>
                  </a:cubicBezTo>
                  <a:cubicBezTo>
                    <a:pt x="735701" y="1033395"/>
                    <a:pt x="804359" y="1109366"/>
                    <a:pt x="871667" y="1188348"/>
                  </a:cubicBezTo>
                  <a:cubicBezTo>
                    <a:pt x="905383" y="1227723"/>
                    <a:pt x="938731" y="1268025"/>
                    <a:pt x="971956" y="1308905"/>
                  </a:cubicBezTo>
                  <a:lnTo>
                    <a:pt x="1020139" y="1368084"/>
                  </a:lnTo>
                  <a:cubicBezTo>
                    <a:pt x="1035954" y="1386962"/>
                    <a:pt x="1051035" y="1406302"/>
                    <a:pt x="1067340" y="1424715"/>
                  </a:cubicBezTo>
                  <a:cubicBezTo>
                    <a:pt x="1194602" y="1574573"/>
                    <a:pt x="1332652" y="1712503"/>
                    <a:pt x="1472909" y="1843252"/>
                  </a:cubicBezTo>
                  <a:cubicBezTo>
                    <a:pt x="1543406" y="1908337"/>
                    <a:pt x="1615128" y="1971221"/>
                    <a:pt x="1688567" y="2031559"/>
                  </a:cubicBezTo>
                  <a:cubicBezTo>
                    <a:pt x="1762006" y="2091895"/>
                    <a:pt x="1836793" y="2150263"/>
                    <a:pt x="1914401" y="2205156"/>
                  </a:cubicBezTo>
                  <a:cubicBezTo>
                    <a:pt x="2069003" y="2315176"/>
                    <a:pt x="2235742" y="2413498"/>
                    <a:pt x="2418909" y="2479741"/>
                  </a:cubicBezTo>
                  <a:cubicBezTo>
                    <a:pt x="2510249" y="2512863"/>
                    <a:pt x="2604898" y="2538225"/>
                    <a:pt x="2701141" y="2557333"/>
                  </a:cubicBezTo>
                  <a:cubicBezTo>
                    <a:pt x="2725293" y="2561850"/>
                    <a:pt x="2749201" y="2567062"/>
                    <a:pt x="2773475" y="2570999"/>
                  </a:cubicBezTo>
                  <a:lnTo>
                    <a:pt x="2846424" y="2582465"/>
                  </a:lnTo>
                  <a:cubicBezTo>
                    <a:pt x="2895343" y="2588602"/>
                    <a:pt x="2944261" y="2595088"/>
                    <a:pt x="2993669" y="2598909"/>
                  </a:cubicBezTo>
                  <a:cubicBezTo>
                    <a:pt x="3018313" y="2601110"/>
                    <a:pt x="3042956" y="2603195"/>
                    <a:pt x="3067721" y="2604237"/>
                  </a:cubicBezTo>
                  <a:cubicBezTo>
                    <a:pt x="3092487" y="2605394"/>
                    <a:pt x="3117130" y="2607247"/>
                    <a:pt x="3142019" y="2607943"/>
                  </a:cubicBezTo>
                  <a:lnTo>
                    <a:pt x="3216561" y="2609564"/>
                  </a:lnTo>
                  <a:cubicBezTo>
                    <a:pt x="3241326" y="2610142"/>
                    <a:pt x="3266337" y="2609333"/>
                    <a:pt x="3291225" y="2609217"/>
                  </a:cubicBezTo>
                  <a:lnTo>
                    <a:pt x="3328619" y="2608869"/>
                  </a:lnTo>
                  <a:cubicBezTo>
                    <a:pt x="3340757" y="2608522"/>
                    <a:pt x="3352649" y="2607827"/>
                    <a:pt x="3364665" y="2607363"/>
                  </a:cubicBezTo>
                  <a:cubicBezTo>
                    <a:pt x="3376679" y="2606784"/>
                    <a:pt x="3388695" y="2606438"/>
                    <a:pt x="3400587" y="2605627"/>
                  </a:cubicBezTo>
                  <a:lnTo>
                    <a:pt x="3436387" y="2602847"/>
                  </a:lnTo>
                  <a:cubicBezTo>
                    <a:pt x="3484079" y="2599257"/>
                    <a:pt x="3531404" y="2593235"/>
                    <a:pt x="3578361" y="2586286"/>
                  </a:cubicBezTo>
                  <a:cubicBezTo>
                    <a:pt x="3766310" y="2556871"/>
                    <a:pt x="3947025" y="2499314"/>
                    <a:pt x="4119159" y="2418594"/>
                  </a:cubicBezTo>
                  <a:cubicBezTo>
                    <a:pt x="4291907" y="2338801"/>
                    <a:pt x="4456317" y="2236657"/>
                    <a:pt x="4618765" y="2124668"/>
                  </a:cubicBezTo>
                  <a:cubicBezTo>
                    <a:pt x="4659346" y="2096759"/>
                    <a:pt x="4699682" y="2067575"/>
                    <a:pt x="4739895" y="2038275"/>
                  </a:cubicBezTo>
                  <a:cubicBezTo>
                    <a:pt x="4780355" y="2008976"/>
                    <a:pt x="4820691" y="1979212"/>
                    <a:pt x="4861027" y="1948986"/>
                  </a:cubicBezTo>
                  <a:lnTo>
                    <a:pt x="5106354" y="1763690"/>
                  </a:lnTo>
                  <a:lnTo>
                    <a:pt x="5275533" y="1641017"/>
                  </a:lnTo>
                  <a:lnTo>
                    <a:pt x="5275533" y="2257481"/>
                  </a:lnTo>
                  <a:lnTo>
                    <a:pt x="5168881" y="2332084"/>
                  </a:lnTo>
                  <a:cubicBezTo>
                    <a:pt x="5125235" y="2362079"/>
                    <a:pt x="5081099" y="2391958"/>
                    <a:pt x="5036225" y="2421489"/>
                  </a:cubicBezTo>
                  <a:cubicBezTo>
                    <a:pt x="4991231" y="2450790"/>
                    <a:pt x="4945867" y="2479857"/>
                    <a:pt x="4899401" y="2508347"/>
                  </a:cubicBezTo>
                  <a:cubicBezTo>
                    <a:pt x="4806959" y="2565440"/>
                    <a:pt x="4711574" y="2620798"/>
                    <a:pt x="4612145" y="2671407"/>
                  </a:cubicBezTo>
                  <a:cubicBezTo>
                    <a:pt x="4512836" y="2722247"/>
                    <a:pt x="4410095" y="2769496"/>
                    <a:pt x="4303187" y="2810030"/>
                  </a:cubicBezTo>
                  <a:cubicBezTo>
                    <a:pt x="4090349" y="2892256"/>
                    <a:pt x="3861694" y="2947728"/>
                    <a:pt x="3630835" y="2969500"/>
                  </a:cubicBezTo>
                  <a:cubicBezTo>
                    <a:pt x="3573089" y="2974712"/>
                    <a:pt x="3515343" y="2978649"/>
                    <a:pt x="3457719" y="2979808"/>
                  </a:cubicBezTo>
                  <a:lnTo>
                    <a:pt x="3414441" y="2980733"/>
                  </a:lnTo>
                  <a:cubicBezTo>
                    <a:pt x="3400097" y="2980850"/>
                    <a:pt x="3385630" y="2980502"/>
                    <a:pt x="3371285" y="2980502"/>
                  </a:cubicBezTo>
                  <a:lnTo>
                    <a:pt x="3328252" y="2980039"/>
                  </a:lnTo>
                  <a:lnTo>
                    <a:pt x="3286445" y="2978534"/>
                  </a:lnTo>
                  <a:cubicBezTo>
                    <a:pt x="3175121" y="2975174"/>
                    <a:pt x="3063553" y="2966837"/>
                    <a:pt x="2952475" y="2953402"/>
                  </a:cubicBezTo>
                  <a:cubicBezTo>
                    <a:pt x="2841275" y="2940664"/>
                    <a:pt x="2730319" y="2922365"/>
                    <a:pt x="2620591" y="2898046"/>
                  </a:cubicBezTo>
                  <a:cubicBezTo>
                    <a:pt x="2510984" y="2873494"/>
                    <a:pt x="2402235" y="2844426"/>
                    <a:pt x="2294591" y="2811305"/>
                  </a:cubicBezTo>
                  <a:cubicBezTo>
                    <a:pt x="2079669" y="2744483"/>
                    <a:pt x="1867198" y="2661331"/>
                    <a:pt x="1670544" y="2550501"/>
                  </a:cubicBezTo>
                  <a:cubicBezTo>
                    <a:pt x="1473767" y="2439903"/>
                    <a:pt x="1298079" y="2299657"/>
                    <a:pt x="1144703" y="2144472"/>
                  </a:cubicBezTo>
                  <a:cubicBezTo>
                    <a:pt x="1067586" y="2066996"/>
                    <a:pt x="997458" y="1984539"/>
                    <a:pt x="931497" y="1900114"/>
                  </a:cubicBezTo>
                  <a:cubicBezTo>
                    <a:pt x="865906" y="1815342"/>
                    <a:pt x="803500" y="1729295"/>
                    <a:pt x="745265" y="1641395"/>
                  </a:cubicBezTo>
                  <a:cubicBezTo>
                    <a:pt x="730307" y="1619623"/>
                    <a:pt x="716207" y="1597503"/>
                    <a:pt x="701741" y="1575500"/>
                  </a:cubicBezTo>
                  <a:lnTo>
                    <a:pt x="660178" y="1511573"/>
                  </a:lnTo>
                  <a:cubicBezTo>
                    <a:pt x="633574" y="1470229"/>
                    <a:pt x="605989" y="1429232"/>
                    <a:pt x="578158" y="1387656"/>
                  </a:cubicBezTo>
                  <a:lnTo>
                    <a:pt x="408230" y="1134497"/>
                  </a:lnTo>
                  <a:cubicBezTo>
                    <a:pt x="351220" y="1048219"/>
                    <a:pt x="294945" y="959392"/>
                    <a:pt x="242349" y="866860"/>
                  </a:cubicBezTo>
                  <a:cubicBezTo>
                    <a:pt x="216112" y="820536"/>
                    <a:pt x="190734" y="773402"/>
                    <a:pt x="167562" y="724994"/>
                  </a:cubicBezTo>
                  <a:cubicBezTo>
                    <a:pt x="144513" y="676469"/>
                    <a:pt x="123057" y="627019"/>
                    <a:pt x="104054" y="576525"/>
                  </a:cubicBezTo>
                  <a:cubicBezTo>
                    <a:pt x="85418" y="525917"/>
                    <a:pt x="68867" y="474613"/>
                    <a:pt x="55381" y="422499"/>
                  </a:cubicBezTo>
                  <a:cubicBezTo>
                    <a:pt x="49006" y="396442"/>
                    <a:pt x="42508" y="370269"/>
                    <a:pt x="37236" y="343980"/>
                  </a:cubicBezTo>
                  <a:lnTo>
                    <a:pt x="29267" y="304604"/>
                  </a:lnTo>
                  <a:lnTo>
                    <a:pt x="22646" y="265113"/>
                  </a:lnTo>
                  <a:cubicBezTo>
                    <a:pt x="14003" y="212420"/>
                    <a:pt x="7872" y="159582"/>
                    <a:pt x="3903" y="106787"/>
                  </a:cubicBezTo>
                  <a:close/>
                </a:path>
              </a:pathLst>
            </a:custGeom>
            <a:gradFill rotWithShape="0">
              <a:gsLst>
                <a:gs pos="2000">
                  <a:srgbClr val="ffffff">
                    <a:alpha val="10000"/>
                  </a:srgbClr>
                </a:gs>
                <a:gs pos="16000">
                  <a:srgbClr val="f19d19">
                    <a:alpha val="10000"/>
                  </a:srgbClr>
                </a:gs>
                <a:gs pos="85000">
                  <a:srgbClr val="1d9a78">
                    <a:alpha val="10000"/>
                  </a:srgbClr>
                </a:gs>
                <a:gs pos="100000">
                  <a:srgbClr val="ffffff">
                    <a:alpha val="10000"/>
                  </a:srgbClr>
                </a:gs>
              </a:gsLst>
              <a:lin ang="12000000"/>
            </a:gra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/>
          </p:style>
          <p:txBody>
            <a:bodyPr lIns="90000" rIns="90000" tIns="45000" bIns="45000" anchor="ctr">
              <a:noAutofit/>
            </a:bodyPr>
            <a:p>
              <a:pPr algn="ctr" defTabSz="914400">
                <a:lnSpc>
                  <a:spcPct val="100000"/>
                </a:lnSpc>
              </a:pPr>
              <a:endParaRPr b="0" lang="en-US" sz="1800" strike="noStrike" u="none">
                <a:solidFill>
                  <a:schemeClr val="lt1"/>
                </a:solidFill>
                <a:uFillTx/>
                <a:latin typeface="Calibri"/>
              </a:endParaRPr>
            </a:p>
          </p:txBody>
        </p:sp>
        <p:sp>
          <p:nvSpPr>
            <p:cNvPr id="1150" name="Freeform: Shape 17">
              <a:extLs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/>
            <p:nvPr/>
          </p:nvSpPr>
          <p:spPr>
            <a:xfrm>
              <a:off x="8329680" y="0"/>
              <a:ext cx="3861360" cy="2144520"/>
            </a:xfrm>
            <a:custGeom>
              <a:avLst/>
              <a:gdLst>
                <a:gd name="textAreaLeft" fmla="*/ 0 w 3861360"/>
                <a:gd name="textAreaRight" fmla="*/ 3862440 w 3861360"/>
                <a:gd name="textAreaTop" fmla="*/ 0 h 2144520"/>
                <a:gd name="textAreaBottom" fmla="*/ 2145600 h 2144520"/>
              </a:gdLst>
              <a:ahLst/>
              <a:rect l="textAreaLeft" t="textAreaTop" r="textAreaRight" b="textAreaBottom"/>
              <a:pathLst>
                <a:path w="5270786" h="2927775">
                  <a:moveTo>
                    <a:pt x="0" y="0"/>
                  </a:moveTo>
                  <a:lnTo>
                    <a:pt x="613805" y="0"/>
                  </a:lnTo>
                  <a:lnTo>
                    <a:pt x="618487" y="85404"/>
                  </a:lnTo>
                  <a:cubicBezTo>
                    <a:pt x="650052" y="360109"/>
                    <a:pt x="792650" y="556543"/>
                    <a:pt x="1054084" y="895200"/>
                  </a:cubicBezTo>
                  <a:cubicBezTo>
                    <a:pt x="1126174" y="988542"/>
                    <a:pt x="1200716" y="1085128"/>
                    <a:pt x="1276976" y="1191325"/>
                  </a:cubicBezTo>
                  <a:cubicBezTo>
                    <a:pt x="1859704" y="2002688"/>
                    <a:pt x="2485223" y="2348843"/>
                    <a:pt x="3368450" y="2348843"/>
                  </a:cubicBezTo>
                  <a:cubicBezTo>
                    <a:pt x="3948114" y="2348843"/>
                    <a:pt x="4373422" y="2066846"/>
                    <a:pt x="4956151" y="1636730"/>
                  </a:cubicBezTo>
                  <a:cubicBezTo>
                    <a:pt x="5021253" y="1588668"/>
                    <a:pt x="5086356" y="1541186"/>
                    <a:pt x="5149372" y="1495325"/>
                  </a:cubicBezTo>
                  <a:lnTo>
                    <a:pt x="5270786" y="1406110"/>
                  </a:lnTo>
                  <a:lnTo>
                    <a:pt x="5270786" y="2138641"/>
                  </a:lnTo>
                  <a:lnTo>
                    <a:pt x="5112925" y="2253730"/>
                  </a:lnTo>
                  <a:cubicBezTo>
                    <a:pt x="4598179" y="2621786"/>
                    <a:pt x="4074961" y="2927775"/>
                    <a:pt x="3368327" y="2927775"/>
                  </a:cubicBezTo>
                  <a:cubicBezTo>
                    <a:pt x="2170746" y="2927775"/>
                    <a:pt x="1393203" y="2384512"/>
                    <a:pt x="769646" y="1516288"/>
                  </a:cubicBezTo>
                  <a:cubicBezTo>
                    <a:pt x="418850" y="1027932"/>
                    <a:pt x="48120" y="683401"/>
                    <a:pt x="3149" y="85252"/>
                  </a:cubicBezTo>
                  <a:close/>
                </a:path>
              </a:pathLst>
            </a:custGeom>
            <a:gradFill rotWithShape="0">
              <a:gsLst>
                <a:gs pos="2000">
                  <a:srgbClr val="ffffff">
                    <a:alpha val="10000"/>
                  </a:srgbClr>
                </a:gs>
                <a:gs pos="16000">
                  <a:srgbClr val="f19d19">
                    <a:alpha val="10000"/>
                  </a:srgbClr>
                </a:gs>
                <a:gs pos="85000">
                  <a:srgbClr val="1d9a78">
                    <a:alpha val="10000"/>
                  </a:srgbClr>
                </a:gs>
                <a:gs pos="100000">
                  <a:srgbClr val="ffffff">
                    <a:alpha val="10000"/>
                  </a:srgbClr>
                </a:gs>
              </a:gsLst>
              <a:lin ang="12000000"/>
            </a:gra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/>
          </p:style>
          <p:txBody>
            <a:bodyPr lIns="90000" rIns="90000" tIns="45000" bIns="45000" anchor="ctr">
              <a:noAutofit/>
            </a:bodyPr>
            <a:p>
              <a:pPr algn="ctr" defTabSz="914400">
                <a:lnSpc>
                  <a:spcPct val="100000"/>
                </a:lnSpc>
              </a:pPr>
              <a:endParaRPr b="0" lang="en-US" sz="1800" strike="noStrike" u="none">
                <a:solidFill>
                  <a:schemeClr val="lt1"/>
                </a:solidFill>
                <a:uFillTx/>
                <a:latin typeface="Calibri"/>
              </a:endParaRPr>
            </a:p>
          </p:txBody>
        </p:sp>
        <p:sp>
          <p:nvSpPr>
            <p:cNvPr id="1151" name="Freeform: Shape 18">
              <a:extLs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/>
            <p:nvPr/>
          </p:nvSpPr>
          <p:spPr>
            <a:xfrm>
              <a:off x="8329680" y="0"/>
              <a:ext cx="3861360" cy="2144520"/>
            </a:xfrm>
            <a:custGeom>
              <a:avLst/>
              <a:gdLst>
                <a:gd name="textAreaLeft" fmla="*/ 0 w 3861360"/>
                <a:gd name="textAreaRight" fmla="*/ 3862440 w 3861360"/>
                <a:gd name="textAreaTop" fmla="*/ 0 h 2144520"/>
                <a:gd name="textAreaBottom" fmla="*/ 2145600 h 2144520"/>
              </a:gdLst>
              <a:ahLst/>
              <a:rect l="textAreaLeft" t="textAreaTop" r="textAreaRight" b="textAreaBottom"/>
              <a:pathLst>
                <a:path w="5270786" h="2927775">
                  <a:moveTo>
                    <a:pt x="0" y="0"/>
                  </a:moveTo>
                  <a:lnTo>
                    <a:pt x="736294" y="0"/>
                  </a:lnTo>
                  <a:lnTo>
                    <a:pt x="740298" y="72745"/>
                  </a:lnTo>
                  <a:cubicBezTo>
                    <a:pt x="768839" y="319371"/>
                    <a:pt x="898885" y="497858"/>
                    <a:pt x="1153024" y="826989"/>
                  </a:cubicBezTo>
                  <a:cubicBezTo>
                    <a:pt x="1225727" y="921142"/>
                    <a:pt x="1300882" y="1018537"/>
                    <a:pt x="1378368" y="1126356"/>
                  </a:cubicBezTo>
                  <a:cubicBezTo>
                    <a:pt x="1652384" y="1507833"/>
                    <a:pt x="1933512" y="1779060"/>
                    <a:pt x="2238056" y="1955322"/>
                  </a:cubicBezTo>
                  <a:cubicBezTo>
                    <a:pt x="2560868" y="2142238"/>
                    <a:pt x="2930637" y="2233033"/>
                    <a:pt x="3368327" y="2233033"/>
                  </a:cubicBezTo>
                  <a:cubicBezTo>
                    <a:pt x="3616720" y="2233033"/>
                    <a:pt x="3847703" y="2176866"/>
                    <a:pt x="4095360" y="2056192"/>
                  </a:cubicBezTo>
                  <a:cubicBezTo>
                    <a:pt x="4349636" y="1932276"/>
                    <a:pt x="4601340" y="1751613"/>
                    <a:pt x="4880506" y="1545587"/>
                  </a:cubicBezTo>
                  <a:cubicBezTo>
                    <a:pt x="4945974" y="1497295"/>
                    <a:pt x="5011199" y="1449697"/>
                    <a:pt x="5074340" y="1403721"/>
                  </a:cubicBezTo>
                  <a:lnTo>
                    <a:pt x="5270786" y="1259367"/>
                  </a:lnTo>
                  <a:lnTo>
                    <a:pt x="5270786" y="2138641"/>
                  </a:lnTo>
                  <a:lnTo>
                    <a:pt x="5112925" y="2253730"/>
                  </a:lnTo>
                  <a:cubicBezTo>
                    <a:pt x="4598179" y="2621786"/>
                    <a:pt x="4074961" y="2927775"/>
                    <a:pt x="3368327" y="2927775"/>
                  </a:cubicBezTo>
                  <a:cubicBezTo>
                    <a:pt x="2170746" y="2927775"/>
                    <a:pt x="1393203" y="2384512"/>
                    <a:pt x="769646" y="1516288"/>
                  </a:cubicBezTo>
                  <a:cubicBezTo>
                    <a:pt x="418850" y="1027932"/>
                    <a:pt x="48120" y="683401"/>
                    <a:pt x="3149" y="85252"/>
                  </a:cubicBezTo>
                  <a:close/>
                </a:path>
              </a:pathLst>
            </a:custGeom>
            <a:gradFill rotWithShape="0">
              <a:gsLst>
                <a:gs pos="2000">
                  <a:srgbClr val="ffffff">
                    <a:alpha val="10000"/>
                  </a:srgbClr>
                </a:gs>
                <a:gs pos="16000">
                  <a:srgbClr val="f19d19">
                    <a:alpha val="10000"/>
                  </a:srgbClr>
                </a:gs>
                <a:gs pos="85000">
                  <a:srgbClr val="1d9a78">
                    <a:alpha val="10000"/>
                  </a:srgbClr>
                </a:gs>
                <a:gs pos="100000">
                  <a:srgbClr val="ffffff">
                    <a:alpha val="10000"/>
                  </a:srgbClr>
                </a:gs>
              </a:gsLst>
              <a:lin ang="12000000"/>
            </a:gra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/>
          </p:style>
          <p:txBody>
            <a:bodyPr lIns="90000" rIns="90000" tIns="45000" bIns="45000" anchor="ctr">
              <a:noAutofit/>
            </a:bodyPr>
            <a:p>
              <a:pPr algn="ctr" defTabSz="914400">
                <a:lnSpc>
                  <a:spcPct val="100000"/>
                </a:lnSpc>
              </a:pPr>
              <a:endParaRPr b="0" lang="en-US" sz="1800" strike="noStrike" u="none">
                <a:solidFill>
                  <a:schemeClr val="lt1"/>
                </a:solidFill>
                <a:uFillTx/>
                <a:latin typeface="Calibri"/>
              </a:endParaRPr>
            </a:p>
          </p:txBody>
        </p:sp>
      </p:grpSp>
      <p:sp>
        <p:nvSpPr>
          <p:cNvPr id="1152" name="PlaceHolder 2"/>
          <p:cNvSpPr>
            <a:spLocks noGrp="1"/>
          </p:cNvSpPr>
          <p:nvPr>
            <p:ph/>
          </p:nvPr>
        </p:nvSpPr>
        <p:spPr>
          <a:xfrm>
            <a:off x="1179360" y="2890800"/>
            <a:ext cx="9832320" cy="269280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t">
            <a:normAutofit/>
          </a:bodyPr>
          <a:p>
            <a:pPr marL="228600" indent="-228600" defTabSz="914400">
              <a:lnSpc>
                <a:spcPct val="90000"/>
              </a:lnSpc>
              <a:spcBef>
                <a:spcPts val="1001"/>
              </a:spcBef>
              <a:buClr>
                <a:srgbClr val="44546a"/>
              </a:buClr>
              <a:buFont typeface="Arial"/>
              <a:buChar char="•"/>
            </a:pPr>
            <a:r>
              <a:rPr b="0" lang="de-DE" sz="1400" strike="noStrike" u="none">
                <a:solidFill>
                  <a:schemeClr val="dk2"/>
                </a:solidFill>
                <a:uFillTx/>
                <a:latin typeface="Calibri"/>
              </a:rPr>
              <a:t>Stelle in CustomerService eine Methode update bereit</a:t>
            </a:r>
            <a:endParaRPr b="0" lang="de-DE" sz="1400" strike="noStrike" u="none">
              <a:solidFill>
                <a:srgbClr val="000000"/>
              </a:solidFill>
              <a:uFillTx/>
              <a:latin typeface="Arial"/>
            </a:endParaRPr>
          </a:p>
          <a:p>
            <a:pPr lvl="1" marL="685800" indent="-228600" defTabSz="914400">
              <a:lnSpc>
                <a:spcPct val="90000"/>
              </a:lnSpc>
              <a:spcBef>
                <a:spcPts val="499"/>
              </a:spcBef>
              <a:buClr>
                <a:srgbClr val="44546a"/>
              </a:buClr>
              <a:buFont typeface="Arial"/>
              <a:buChar char="•"/>
            </a:pPr>
            <a:r>
              <a:rPr b="0" lang="de-DE" sz="1400" strike="noStrike" u="none">
                <a:solidFill>
                  <a:schemeClr val="dk2"/>
                </a:solidFill>
                <a:uFillTx/>
                <a:latin typeface="Calibri"/>
              </a:rPr>
              <a:t>Rufe die Methode beim Speichern des Formulares in CustomerDetailsComponent auf</a:t>
            </a:r>
            <a:endParaRPr b="0" lang="de-DE" sz="1400" strike="noStrike" u="none">
              <a:solidFill>
                <a:srgbClr val="000000"/>
              </a:solidFill>
              <a:uFillTx/>
              <a:latin typeface="Arial"/>
            </a:endParaRPr>
          </a:p>
          <a:p>
            <a:pPr lvl="1" marL="685800" indent="-228600" defTabSz="914400">
              <a:lnSpc>
                <a:spcPct val="90000"/>
              </a:lnSpc>
              <a:spcBef>
                <a:spcPts val="499"/>
              </a:spcBef>
              <a:buClr>
                <a:srgbClr val="44546a"/>
              </a:buClr>
              <a:buFont typeface="Arial"/>
              <a:buChar char="•"/>
            </a:pPr>
            <a:r>
              <a:rPr b="0" lang="de-DE" sz="1400" strike="noStrike" u="none">
                <a:solidFill>
                  <a:schemeClr val="dk2"/>
                </a:solidFill>
                <a:uFillTx/>
                <a:latin typeface="Calibri"/>
              </a:rPr>
              <a:t>Ersetze in der Methode das ursprüngliche Customer-Objekt durch das neue</a:t>
            </a:r>
            <a:endParaRPr b="0" lang="de-DE" sz="1400" strike="noStrike" u="none">
              <a:solidFill>
                <a:srgbClr val="000000"/>
              </a:solidFill>
              <a:uFillTx/>
              <a:latin typeface="Arial"/>
            </a:endParaRPr>
          </a:p>
          <a:p>
            <a:pPr lvl="1" marL="685800" indent="-228600" defTabSz="914400">
              <a:lnSpc>
                <a:spcPct val="90000"/>
              </a:lnSpc>
              <a:spcBef>
                <a:spcPts val="499"/>
              </a:spcBef>
              <a:buClr>
                <a:srgbClr val="44546a"/>
              </a:buClr>
              <a:buFont typeface="Arial"/>
              <a:buChar char="•"/>
            </a:pPr>
            <a:r>
              <a:rPr b="0" lang="de-DE" sz="1400" strike="noStrike" u="none">
                <a:solidFill>
                  <a:schemeClr val="dk2"/>
                </a:solidFill>
                <a:uFillTx/>
                <a:latin typeface="Calibri"/>
              </a:rPr>
              <a:t>Feuere einen neuen Datensatz am internen Subject</a:t>
            </a:r>
            <a:endParaRPr b="0" lang="de-DE" sz="1400" strike="noStrike" u="none">
              <a:solidFill>
                <a:srgbClr val="000000"/>
              </a:solidFill>
              <a:uFillTx/>
              <a:latin typeface="Arial"/>
            </a:endParaRPr>
          </a:p>
          <a:p>
            <a:pPr marL="228600" indent="-228600" defTabSz="914400">
              <a:lnSpc>
                <a:spcPct val="90000"/>
              </a:lnSpc>
              <a:spcBef>
                <a:spcPts val="1001"/>
              </a:spcBef>
              <a:buClr>
                <a:srgbClr val="44546a"/>
              </a:buClr>
              <a:buFont typeface="Arial"/>
              <a:buChar char="•"/>
            </a:pPr>
            <a:r>
              <a:rPr b="0" lang="de-DE" sz="1400" strike="noStrike" u="none">
                <a:solidFill>
                  <a:schemeClr val="dk2"/>
                </a:solidFill>
                <a:uFillTx/>
                <a:latin typeface="Calibri"/>
              </a:rPr>
              <a:t>Zeige in AppComponent immer den letzt aktiven Customer an</a:t>
            </a:r>
            <a:endParaRPr b="0" lang="de-DE" sz="1400" strike="noStrike" u="none">
              <a:solidFill>
                <a:srgbClr val="000000"/>
              </a:solidFill>
              <a:uFillTx/>
              <a:latin typeface="Arial"/>
            </a:endParaRPr>
          </a:p>
          <a:p>
            <a:pPr lvl="1" marL="685800" indent="-228600" defTabSz="914400">
              <a:lnSpc>
                <a:spcPct val="90000"/>
              </a:lnSpc>
              <a:spcBef>
                <a:spcPts val="499"/>
              </a:spcBef>
              <a:buClr>
                <a:srgbClr val="44546a"/>
              </a:buClr>
              <a:buFont typeface="Arial"/>
              <a:buChar char="•"/>
            </a:pPr>
            <a:r>
              <a:rPr b="0" lang="de-DE" sz="1400" strike="noStrike" u="none">
                <a:solidFill>
                  <a:schemeClr val="dk2"/>
                </a:solidFill>
                <a:uFillTx/>
                <a:latin typeface="Calibri"/>
              </a:rPr>
              <a:t>Implementiere in CustomerService die Logik (Methode getNext(): Observable&lt;Customer&gt;)</a:t>
            </a:r>
            <a:endParaRPr b="0" lang="de-DE" sz="1400" strike="noStrike" u="none">
              <a:solidFill>
                <a:srgbClr val="000000"/>
              </a:solidFill>
              <a:uFillTx/>
              <a:latin typeface="Arial"/>
            </a:endParaRPr>
          </a:p>
          <a:p>
            <a:pPr lvl="1" marL="685800" indent="-228600" defTabSz="914400">
              <a:lnSpc>
                <a:spcPct val="90000"/>
              </a:lnSpc>
              <a:spcBef>
                <a:spcPts val="499"/>
              </a:spcBef>
              <a:buClr>
                <a:srgbClr val="44546a"/>
              </a:buClr>
              <a:buFont typeface="Arial"/>
              <a:buChar char="•"/>
            </a:pPr>
            <a:r>
              <a:rPr b="0" lang="de-DE" sz="1400" strike="noStrike" u="none">
                <a:solidFill>
                  <a:schemeClr val="dk2"/>
                </a:solidFill>
                <a:uFillTx/>
                <a:latin typeface="Calibri"/>
              </a:rPr>
              <a:t>Nutze dafür das Observable von getAll</a:t>
            </a:r>
            <a:endParaRPr b="0" lang="de-DE" sz="1400" strike="noStrike" u="none">
              <a:solidFill>
                <a:srgbClr val="000000"/>
              </a:solidFill>
              <a:uFillTx/>
              <a:latin typeface="Arial"/>
            </a:endParaRPr>
          </a:p>
          <a:p>
            <a:pPr lvl="1" marL="685800" indent="-228600" defTabSz="914400">
              <a:lnSpc>
                <a:spcPct val="90000"/>
              </a:lnSpc>
              <a:spcBef>
                <a:spcPts val="499"/>
              </a:spcBef>
              <a:buClr>
                <a:srgbClr val="44546a"/>
              </a:buClr>
              <a:buFont typeface="Arial"/>
              <a:buChar char="•"/>
            </a:pPr>
            <a:r>
              <a:rPr b="0" lang="de-DE" sz="1400" strike="noStrike" u="none">
                <a:solidFill>
                  <a:schemeClr val="dk2"/>
                </a:solidFill>
                <a:uFillTx/>
                <a:latin typeface="Calibri"/>
              </a:rPr>
              <a:t>Nutze eine flache Kopie des Arrays zum Sortieren (array.slice().sort)</a:t>
            </a:r>
            <a:endParaRPr b="0" lang="de-DE" sz="1400" strike="noStrike" u="none">
              <a:solidFill>
                <a:srgbClr val="000000"/>
              </a:solidFill>
              <a:uFillTx/>
              <a:latin typeface="Arial"/>
            </a:endParaRPr>
          </a:p>
          <a:p>
            <a:pPr lvl="1" marL="685800" indent="-228600" defTabSz="914400">
              <a:lnSpc>
                <a:spcPct val="90000"/>
              </a:lnSpc>
              <a:spcBef>
                <a:spcPts val="499"/>
              </a:spcBef>
              <a:buClr>
                <a:srgbClr val="44546a"/>
              </a:buClr>
              <a:buFont typeface="Arial"/>
              <a:buChar char="•"/>
            </a:pPr>
            <a:r>
              <a:rPr b="0" lang="de-DE" sz="1400" strike="noStrike" u="none">
                <a:solidFill>
                  <a:schemeClr val="dk2"/>
                </a:solidFill>
                <a:uFillTx/>
                <a:latin typeface="Calibri"/>
              </a:rPr>
              <a:t>Hole in AppComponent das Observable von getNext und subscribe</a:t>
            </a:r>
            <a:endParaRPr b="0" lang="de-DE" sz="1400" strike="noStrike" u="none">
              <a:solidFill>
                <a:srgbClr val="000000"/>
              </a:solidFill>
              <a:uFillTx/>
              <a:latin typeface="Arial"/>
            </a:endParaRPr>
          </a:p>
          <a:p>
            <a:pPr lvl="1" marL="685800" indent="-228600" defTabSz="914400">
              <a:lnSpc>
                <a:spcPct val="90000"/>
              </a:lnSpc>
              <a:spcBef>
                <a:spcPts val="499"/>
              </a:spcBef>
              <a:buClr>
                <a:srgbClr val="44546a"/>
              </a:buClr>
              <a:buFont typeface="Arial"/>
              <a:buChar char="•"/>
            </a:pPr>
            <a:r>
              <a:rPr b="0" lang="de-DE" sz="1400" strike="noStrike" u="none">
                <a:solidFill>
                  <a:schemeClr val="dk2"/>
                </a:solidFill>
                <a:uFillTx/>
                <a:latin typeface="Calibri"/>
              </a:rPr>
              <a:t>Zeige im UI den Namen des nächsten Customer an</a:t>
            </a:r>
            <a:endParaRPr b="0" lang="de-DE" sz="1400" strike="noStrike" u="none">
              <a:solidFill>
                <a:srgbClr val="000000"/>
              </a:solidFill>
              <a:uFillTx/>
              <a:latin typeface="Arial"/>
            </a:endParaRPr>
          </a:p>
          <a:p>
            <a:pPr indent="0" defTabSz="914400">
              <a:lnSpc>
                <a:spcPct val="90000"/>
              </a:lnSpc>
              <a:spcBef>
                <a:spcPts val="1001"/>
              </a:spcBef>
              <a:buNone/>
              <a:tabLst>
                <a:tab algn="l" pos="0"/>
              </a:tabLst>
            </a:pPr>
            <a:endParaRPr b="0" lang="de-DE" sz="1400" strike="noStrike" u="none">
              <a:solidFill>
                <a:srgbClr val="000000"/>
              </a:solidFill>
              <a:uFillTx/>
              <a:latin typeface="Arial"/>
            </a:endParaRPr>
          </a:p>
        </p:txBody>
      </p:sp>
      <p:grpSp>
        <p:nvGrpSpPr>
          <p:cNvPr id="1153" name="Group 20">
            <a:extLst>
              <a:ext uri="{C183D7F6-B498-43B3-948B-1728B52AA6E4}">
                <adec:decorative xmlns:adec="http://schemas.microsoft.com/office/drawing/2017/decorative" val="1"/>
              </a:ext>
            </a:extLst>
          </p:cNvPr>
          <p:cNvGrpSpPr/>
          <p:nvPr/>
        </p:nvGrpSpPr>
        <p:grpSpPr>
          <a:xfrm>
            <a:off x="0" y="4681800"/>
            <a:ext cx="2897640" cy="2174400"/>
            <a:chOff x="0" y="4681800"/>
            <a:chExt cx="2897640" cy="2174400"/>
          </a:xfrm>
        </p:grpSpPr>
        <p:sp>
          <p:nvSpPr>
            <p:cNvPr id="1154" name="Freeform: Shape 21">
              <a:extLs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/>
            <p:nvPr/>
          </p:nvSpPr>
          <p:spPr>
            <a:xfrm flipV="1">
              <a:off x="360" y="4850280"/>
              <a:ext cx="2884680" cy="2005920"/>
            </a:xfrm>
            <a:custGeom>
              <a:avLst/>
              <a:gdLst>
                <a:gd name="textAreaLeft" fmla="*/ 0 w 2884680"/>
                <a:gd name="textAreaRight" fmla="*/ 2885760 w 2884680"/>
                <a:gd name="textAreaTop" fmla="*/ 720 h 2005920"/>
                <a:gd name="textAreaBottom" fmla="*/ 2007720 h 2005920"/>
              </a:gdLst>
              <a:ahLst/>
              <a:rect l="textAreaLeft" t="textAreaTop" r="textAreaRight" b="textAreaBottom"/>
              <a:pathLst>
                <a:path w="3815424" h="2653659">
                  <a:moveTo>
                    <a:pt x="3203055" y="0"/>
                  </a:moveTo>
                  <a:lnTo>
                    <a:pt x="3815424" y="0"/>
                  </a:lnTo>
                  <a:lnTo>
                    <a:pt x="3801025" y="214243"/>
                  </a:lnTo>
                  <a:cubicBezTo>
                    <a:pt x="3616317" y="1584467"/>
                    <a:pt x="2091637" y="2653659"/>
                    <a:pt x="587142" y="2653659"/>
                  </a:cubicBezTo>
                  <a:cubicBezTo>
                    <a:pt x="400192" y="2653659"/>
                    <a:pt x="222112" y="2636953"/>
                    <a:pt x="53389" y="2605041"/>
                  </a:cubicBezTo>
                  <a:lnTo>
                    <a:pt x="0" y="2593136"/>
                  </a:lnTo>
                  <a:lnTo>
                    <a:pt x="0" y="1994836"/>
                  </a:lnTo>
                  <a:lnTo>
                    <a:pt x="159710" y="2035054"/>
                  </a:lnTo>
                  <a:cubicBezTo>
                    <a:pt x="295467" y="2061726"/>
                    <a:pt x="438268" y="2075152"/>
                    <a:pt x="587142" y="2075152"/>
                  </a:cubicBezTo>
                  <a:cubicBezTo>
                    <a:pt x="901731" y="2075152"/>
                    <a:pt x="1234490" y="2014697"/>
                    <a:pt x="1549283" y="1900153"/>
                  </a:cubicBezTo>
                  <a:cubicBezTo>
                    <a:pt x="1860709" y="1786959"/>
                    <a:pt x="2157231" y="1620350"/>
                    <a:pt x="2406698" y="1418450"/>
                  </a:cubicBezTo>
                  <a:cubicBezTo>
                    <a:pt x="2655859" y="1216840"/>
                    <a:pt x="2859596" y="978302"/>
                    <a:pt x="2996069" y="728678"/>
                  </a:cubicBezTo>
                  <a:cubicBezTo>
                    <a:pt x="3101178" y="536396"/>
                    <a:pt x="3167417" y="338366"/>
                    <a:pt x="3193967" y="137719"/>
                  </a:cubicBezTo>
                  <a:close/>
                </a:path>
              </a:pathLst>
            </a:custGeom>
            <a:gradFill rotWithShape="0">
              <a:gsLst>
                <a:gs pos="2000">
                  <a:srgbClr val="ffffff">
                    <a:alpha val="10000"/>
                  </a:srgbClr>
                </a:gs>
                <a:gs pos="16000">
                  <a:srgbClr val="f19d19">
                    <a:alpha val="10000"/>
                  </a:srgbClr>
                </a:gs>
                <a:gs pos="85000">
                  <a:srgbClr val="1d9a78">
                    <a:alpha val="10000"/>
                  </a:srgbClr>
                </a:gs>
                <a:gs pos="100000">
                  <a:srgbClr val="ffffff">
                    <a:alpha val="10000"/>
                  </a:srgbClr>
                </a:gs>
              </a:gsLst>
              <a:lin ang="9600000"/>
            </a:gra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/>
          </p:style>
          <p:txBody>
            <a:bodyPr lIns="90000" rIns="90000" tIns="45000" bIns="45000" anchor="ctr">
              <a:noAutofit/>
            </a:bodyPr>
            <a:p>
              <a:pPr algn="ctr" defTabSz="914400">
                <a:lnSpc>
                  <a:spcPct val="100000"/>
                </a:lnSpc>
              </a:pPr>
              <a:endParaRPr b="0" lang="en-US" sz="1800" strike="noStrike" u="none">
                <a:solidFill>
                  <a:schemeClr val="lt1"/>
                </a:solidFill>
                <a:uFillTx/>
                <a:latin typeface="Calibri"/>
              </a:endParaRPr>
            </a:p>
          </p:txBody>
        </p:sp>
        <p:sp>
          <p:nvSpPr>
            <p:cNvPr id="1155" name="Freeform: Shape 22">
              <a:extLs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/>
            <p:nvPr/>
          </p:nvSpPr>
          <p:spPr>
            <a:xfrm flipV="1">
              <a:off x="360" y="4850280"/>
              <a:ext cx="2884680" cy="2005920"/>
            </a:xfrm>
            <a:custGeom>
              <a:avLst/>
              <a:gdLst>
                <a:gd name="textAreaLeft" fmla="*/ 0 w 2884680"/>
                <a:gd name="textAreaRight" fmla="*/ 2885760 w 2884680"/>
                <a:gd name="textAreaTop" fmla="*/ 720 h 2005920"/>
                <a:gd name="textAreaBottom" fmla="*/ 2007720 h 2005920"/>
              </a:gdLst>
              <a:ahLst/>
              <a:rect l="textAreaLeft" t="textAreaTop" r="textAreaRight" b="textAreaBottom"/>
              <a:pathLst>
                <a:path w="3815424" h="2653660">
                  <a:moveTo>
                    <a:pt x="3305038" y="0"/>
                  </a:moveTo>
                  <a:lnTo>
                    <a:pt x="3815424" y="0"/>
                  </a:lnTo>
                  <a:lnTo>
                    <a:pt x="3801025" y="214244"/>
                  </a:lnTo>
                  <a:cubicBezTo>
                    <a:pt x="3616317" y="1584467"/>
                    <a:pt x="2091637" y="2653660"/>
                    <a:pt x="587142" y="2653660"/>
                  </a:cubicBezTo>
                  <a:cubicBezTo>
                    <a:pt x="400192" y="2653660"/>
                    <a:pt x="222112" y="2636954"/>
                    <a:pt x="53389" y="2605042"/>
                  </a:cubicBezTo>
                  <a:lnTo>
                    <a:pt x="0" y="2593137"/>
                  </a:lnTo>
                  <a:lnTo>
                    <a:pt x="0" y="2094444"/>
                  </a:lnTo>
                  <a:lnTo>
                    <a:pt x="137675" y="2129195"/>
                  </a:lnTo>
                  <a:cubicBezTo>
                    <a:pt x="280616" y="2157374"/>
                    <a:pt x="430766" y="2171571"/>
                    <a:pt x="587142" y="2171571"/>
                  </a:cubicBezTo>
                  <a:cubicBezTo>
                    <a:pt x="918879" y="2171571"/>
                    <a:pt x="1254904" y="2110634"/>
                    <a:pt x="1585826" y="1990112"/>
                  </a:cubicBezTo>
                  <a:cubicBezTo>
                    <a:pt x="1908071" y="1873061"/>
                    <a:pt x="2214800" y="1700666"/>
                    <a:pt x="2473046" y="1491633"/>
                  </a:cubicBezTo>
                  <a:cubicBezTo>
                    <a:pt x="2735782" y="1279031"/>
                    <a:pt x="2942276" y="1037118"/>
                    <a:pt x="3086710" y="772838"/>
                  </a:cubicBezTo>
                  <a:cubicBezTo>
                    <a:pt x="3197408" y="570216"/>
                    <a:pt x="3267226" y="361248"/>
                    <a:pt x="3295217" y="149229"/>
                  </a:cubicBezTo>
                  <a:close/>
                </a:path>
              </a:pathLst>
            </a:custGeom>
            <a:gradFill rotWithShape="0">
              <a:gsLst>
                <a:gs pos="2000">
                  <a:srgbClr val="ffffff">
                    <a:alpha val="10000"/>
                  </a:srgbClr>
                </a:gs>
                <a:gs pos="16000">
                  <a:srgbClr val="f19d19">
                    <a:alpha val="10000"/>
                  </a:srgbClr>
                </a:gs>
                <a:gs pos="85000">
                  <a:srgbClr val="1d9a78">
                    <a:alpha val="10000"/>
                  </a:srgbClr>
                </a:gs>
                <a:gs pos="100000">
                  <a:srgbClr val="ffffff">
                    <a:alpha val="10000"/>
                  </a:srgbClr>
                </a:gs>
              </a:gsLst>
              <a:lin ang="9600000"/>
            </a:gra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/>
          </p:style>
          <p:txBody>
            <a:bodyPr lIns="90000" rIns="90000" tIns="45000" bIns="45000" anchor="ctr">
              <a:noAutofit/>
            </a:bodyPr>
            <a:p>
              <a:pPr algn="ctr" defTabSz="914400">
                <a:lnSpc>
                  <a:spcPct val="100000"/>
                </a:lnSpc>
              </a:pPr>
              <a:endParaRPr b="0" lang="en-US" sz="1800" strike="noStrike" u="none">
                <a:solidFill>
                  <a:schemeClr val="lt1"/>
                </a:solidFill>
                <a:uFillTx/>
                <a:latin typeface="Calibri"/>
              </a:endParaRPr>
            </a:p>
          </p:txBody>
        </p:sp>
        <p:sp>
          <p:nvSpPr>
            <p:cNvPr id="1156" name="Freeform: Shape 23">
              <a:extLs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/>
            <p:nvPr/>
          </p:nvSpPr>
          <p:spPr>
            <a:xfrm flipV="1">
              <a:off x="0" y="4832640"/>
              <a:ext cx="2885040" cy="2022840"/>
            </a:xfrm>
            <a:custGeom>
              <a:avLst/>
              <a:gdLst>
                <a:gd name="textAreaLeft" fmla="*/ 0 w 2885040"/>
                <a:gd name="textAreaRight" fmla="*/ 2886120 w 2885040"/>
                <a:gd name="textAreaTop" fmla="*/ -720 h 2022840"/>
                <a:gd name="textAreaBottom" fmla="*/ 2023200 h 2022840"/>
              </a:gdLst>
              <a:ahLst/>
              <a:rect l="textAreaLeft" t="textAreaTop" r="textAreaRight" b="textAreaBottom"/>
              <a:pathLst>
                <a:path w="3815986" h="2675935">
                  <a:moveTo>
                    <a:pt x="3648768" y="0"/>
                  </a:moveTo>
                  <a:lnTo>
                    <a:pt x="3815986" y="0"/>
                  </a:lnTo>
                  <a:lnTo>
                    <a:pt x="3804695" y="200084"/>
                  </a:lnTo>
                  <a:cubicBezTo>
                    <a:pt x="3795228" y="285751"/>
                    <a:pt x="3781167" y="371032"/>
                    <a:pt x="3762590" y="455543"/>
                  </a:cubicBezTo>
                  <a:cubicBezTo>
                    <a:pt x="3725537" y="624467"/>
                    <a:pt x="3668784" y="790112"/>
                    <a:pt x="3592332" y="947274"/>
                  </a:cubicBezTo>
                  <a:cubicBezTo>
                    <a:pt x="3438712" y="1261596"/>
                    <a:pt x="3216091" y="1542847"/>
                    <a:pt x="2953967" y="1782349"/>
                  </a:cubicBezTo>
                  <a:cubicBezTo>
                    <a:pt x="2822599" y="1902099"/>
                    <a:pt x="2680615" y="2011341"/>
                    <a:pt x="2530669" y="2109494"/>
                  </a:cubicBezTo>
                  <a:cubicBezTo>
                    <a:pt x="2380520" y="2207551"/>
                    <a:pt x="2222510" y="2294906"/>
                    <a:pt x="2057561" y="2369245"/>
                  </a:cubicBezTo>
                  <a:cubicBezTo>
                    <a:pt x="1727252" y="2516859"/>
                    <a:pt x="1371629" y="2614434"/>
                    <a:pt x="1007330" y="2655701"/>
                  </a:cubicBezTo>
                  <a:cubicBezTo>
                    <a:pt x="916281" y="2665873"/>
                    <a:pt x="824568" y="2672188"/>
                    <a:pt x="732765" y="2674696"/>
                  </a:cubicBezTo>
                  <a:cubicBezTo>
                    <a:pt x="640963" y="2677203"/>
                    <a:pt x="549072" y="2675901"/>
                    <a:pt x="457666" y="2670839"/>
                  </a:cubicBezTo>
                  <a:cubicBezTo>
                    <a:pt x="366106" y="2665584"/>
                    <a:pt x="274572" y="2656521"/>
                    <a:pt x="183574" y="2643312"/>
                  </a:cubicBezTo>
                  <a:lnTo>
                    <a:pt x="0" y="2607798"/>
                  </a:lnTo>
                  <a:lnTo>
                    <a:pt x="0" y="2356652"/>
                  </a:lnTo>
                  <a:lnTo>
                    <a:pt x="222195" y="2396940"/>
                  </a:lnTo>
                  <a:cubicBezTo>
                    <a:pt x="304990" y="2407980"/>
                    <a:pt x="388511" y="2415283"/>
                    <a:pt x="472364" y="2419092"/>
                  </a:cubicBezTo>
                  <a:cubicBezTo>
                    <a:pt x="640376" y="2427095"/>
                    <a:pt x="808184" y="2421791"/>
                    <a:pt x="974972" y="2402122"/>
                  </a:cubicBezTo>
                  <a:cubicBezTo>
                    <a:pt x="1141658" y="2382358"/>
                    <a:pt x="1306812" y="2349286"/>
                    <a:pt x="1468292" y="2304162"/>
                  </a:cubicBezTo>
                  <a:cubicBezTo>
                    <a:pt x="1629874" y="2259231"/>
                    <a:pt x="1787475" y="2201091"/>
                    <a:pt x="1940176" y="2133695"/>
                  </a:cubicBezTo>
                  <a:cubicBezTo>
                    <a:pt x="2246498" y="2000349"/>
                    <a:pt x="2532507" y="1823520"/>
                    <a:pt x="2783403" y="1609954"/>
                  </a:cubicBezTo>
                  <a:cubicBezTo>
                    <a:pt x="2908442" y="1502833"/>
                    <a:pt x="3024295" y="1385975"/>
                    <a:pt x="3128104" y="1260439"/>
                  </a:cubicBezTo>
                  <a:cubicBezTo>
                    <a:pt x="3232116" y="1135096"/>
                    <a:pt x="3323881" y="1000689"/>
                    <a:pt x="3400639" y="859052"/>
                  </a:cubicBezTo>
                  <a:cubicBezTo>
                    <a:pt x="3477399" y="717510"/>
                    <a:pt x="3541296" y="569316"/>
                    <a:pt x="3585595" y="415336"/>
                  </a:cubicBezTo>
                  <a:cubicBezTo>
                    <a:pt x="3607796" y="338540"/>
                    <a:pt x="3624638" y="260224"/>
                    <a:pt x="3635918" y="181137"/>
                  </a:cubicBezTo>
                  <a:close/>
                </a:path>
              </a:pathLst>
            </a:custGeom>
            <a:gradFill rotWithShape="0">
              <a:gsLst>
                <a:gs pos="2000">
                  <a:srgbClr val="ffffff">
                    <a:alpha val="10000"/>
                  </a:srgbClr>
                </a:gs>
                <a:gs pos="16000">
                  <a:srgbClr val="f19d19">
                    <a:alpha val="10000"/>
                  </a:srgbClr>
                </a:gs>
                <a:gs pos="85000">
                  <a:srgbClr val="1d9a78">
                    <a:alpha val="10000"/>
                  </a:srgbClr>
                </a:gs>
                <a:gs pos="100000">
                  <a:srgbClr val="ffffff">
                    <a:alpha val="10000"/>
                  </a:srgbClr>
                </a:gs>
              </a:gsLst>
              <a:lin ang="9600000"/>
            </a:gra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/>
          </p:style>
          <p:txBody>
            <a:bodyPr lIns="90000" rIns="90000" tIns="45000" bIns="45000" anchor="ctr">
              <a:noAutofit/>
            </a:bodyPr>
            <a:p>
              <a:pPr algn="ctr" defTabSz="914400">
                <a:lnSpc>
                  <a:spcPct val="100000"/>
                </a:lnSpc>
              </a:pPr>
              <a:endParaRPr b="0" lang="en-US" sz="1800" strike="noStrike" u="none">
                <a:solidFill>
                  <a:schemeClr val="lt1"/>
                </a:solidFill>
                <a:uFillTx/>
                <a:latin typeface="Calibri"/>
              </a:endParaRPr>
            </a:p>
          </p:txBody>
        </p:sp>
        <p:sp>
          <p:nvSpPr>
            <p:cNvPr id="1157" name="Freeform: Shape 24">
              <a:extLs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/>
            <p:nvPr/>
          </p:nvSpPr>
          <p:spPr>
            <a:xfrm flipV="1">
              <a:off x="360" y="4681800"/>
              <a:ext cx="2897280" cy="2174400"/>
            </a:xfrm>
            <a:custGeom>
              <a:avLst/>
              <a:gdLst>
                <a:gd name="textAreaLeft" fmla="*/ 0 w 2897280"/>
                <a:gd name="textAreaRight" fmla="*/ 2898360 w 2897280"/>
                <a:gd name="textAreaTop" fmla="*/ 720 h 2174400"/>
                <a:gd name="textAreaBottom" fmla="*/ 2176200 h 2174400"/>
              </a:gdLst>
              <a:ahLst/>
              <a:rect l="textAreaLeft" t="textAreaTop" r="textAreaRight" b="textAreaBottom"/>
              <a:pathLst>
                <a:path w="3832270" h="2876136">
                  <a:moveTo>
                    <a:pt x="3800718" y="0"/>
                  </a:moveTo>
                  <a:lnTo>
                    <a:pt x="3832270" y="0"/>
                  </a:lnTo>
                  <a:lnTo>
                    <a:pt x="3824562" y="143769"/>
                  </a:lnTo>
                  <a:cubicBezTo>
                    <a:pt x="3797131" y="409191"/>
                    <a:pt x="3730585" y="671345"/>
                    <a:pt x="3628155" y="922055"/>
                  </a:cubicBezTo>
                  <a:cubicBezTo>
                    <a:pt x="3593858" y="1005553"/>
                    <a:pt x="3556704" y="1088280"/>
                    <a:pt x="3514853" y="1169078"/>
                  </a:cubicBezTo>
                  <a:cubicBezTo>
                    <a:pt x="3473616" y="1250166"/>
                    <a:pt x="3428194" y="1329517"/>
                    <a:pt x="3379198" y="1407037"/>
                  </a:cubicBezTo>
                  <a:cubicBezTo>
                    <a:pt x="3281106" y="1561980"/>
                    <a:pt x="3169132" y="1710174"/>
                    <a:pt x="3043787" y="1848342"/>
                  </a:cubicBezTo>
                  <a:cubicBezTo>
                    <a:pt x="2980806" y="1917184"/>
                    <a:pt x="2915071" y="1984001"/>
                    <a:pt x="2845661" y="2047444"/>
                  </a:cubicBezTo>
                  <a:cubicBezTo>
                    <a:pt x="2828411" y="2063450"/>
                    <a:pt x="2811060" y="2079263"/>
                    <a:pt x="2793197" y="2094689"/>
                  </a:cubicBezTo>
                  <a:cubicBezTo>
                    <a:pt x="2775436" y="2110213"/>
                    <a:pt x="2757982" y="2126025"/>
                    <a:pt x="2739710" y="2140969"/>
                  </a:cubicBezTo>
                  <a:cubicBezTo>
                    <a:pt x="2703576" y="2171341"/>
                    <a:pt x="2666524" y="2200749"/>
                    <a:pt x="2629166" y="2229867"/>
                  </a:cubicBezTo>
                  <a:cubicBezTo>
                    <a:pt x="2479015" y="2345569"/>
                    <a:pt x="2316821" y="2448061"/>
                    <a:pt x="2145952" y="2535994"/>
                  </a:cubicBezTo>
                  <a:cubicBezTo>
                    <a:pt x="1804312" y="2711957"/>
                    <a:pt x="1424600" y="2826982"/>
                    <a:pt x="1034987" y="2863910"/>
                  </a:cubicBezTo>
                  <a:cubicBezTo>
                    <a:pt x="937762" y="2873167"/>
                    <a:pt x="839720" y="2877096"/>
                    <a:pt x="741909" y="2875939"/>
                  </a:cubicBezTo>
                  <a:cubicBezTo>
                    <a:pt x="644097" y="2874782"/>
                    <a:pt x="546515" y="2868539"/>
                    <a:pt x="450208" y="2857451"/>
                  </a:cubicBezTo>
                  <a:cubicBezTo>
                    <a:pt x="305520" y="2840674"/>
                    <a:pt x="162095" y="2813810"/>
                    <a:pt x="22215" y="2775923"/>
                  </a:cubicBezTo>
                  <a:lnTo>
                    <a:pt x="0" y="2769256"/>
                  </a:lnTo>
                  <a:lnTo>
                    <a:pt x="0" y="2590612"/>
                  </a:lnTo>
                  <a:lnTo>
                    <a:pt x="199046" y="2627410"/>
                  </a:lnTo>
                  <a:cubicBezTo>
                    <a:pt x="288321" y="2639209"/>
                    <a:pt x="378197" y="2646537"/>
                    <a:pt x="468174" y="2649670"/>
                  </a:cubicBezTo>
                  <a:cubicBezTo>
                    <a:pt x="648333" y="2656805"/>
                    <a:pt x="826655" y="2647163"/>
                    <a:pt x="1003650" y="2622480"/>
                  </a:cubicBezTo>
                  <a:cubicBezTo>
                    <a:pt x="1091943" y="2609658"/>
                    <a:pt x="1179725" y="2593747"/>
                    <a:pt x="1266489" y="2573982"/>
                  </a:cubicBezTo>
                  <a:cubicBezTo>
                    <a:pt x="1353250" y="2553927"/>
                    <a:pt x="1439298" y="2531076"/>
                    <a:pt x="1524223" y="2504657"/>
                  </a:cubicBezTo>
                  <a:cubicBezTo>
                    <a:pt x="1609149" y="2478336"/>
                    <a:pt x="1693052" y="2448833"/>
                    <a:pt x="1775731" y="2416243"/>
                  </a:cubicBezTo>
                  <a:cubicBezTo>
                    <a:pt x="1858309" y="2383557"/>
                    <a:pt x="1939764" y="2347882"/>
                    <a:pt x="2019789" y="2309412"/>
                  </a:cubicBezTo>
                  <a:cubicBezTo>
                    <a:pt x="2179839" y="2232567"/>
                    <a:pt x="2334583" y="2144923"/>
                    <a:pt x="2482486" y="2046962"/>
                  </a:cubicBezTo>
                  <a:cubicBezTo>
                    <a:pt x="2519334" y="2022376"/>
                    <a:pt x="2556081" y="1997403"/>
                    <a:pt x="2591908" y="1971371"/>
                  </a:cubicBezTo>
                  <a:cubicBezTo>
                    <a:pt x="2610077" y="1958644"/>
                    <a:pt x="2627838" y="1945434"/>
                    <a:pt x="2645702" y="1932321"/>
                  </a:cubicBezTo>
                  <a:cubicBezTo>
                    <a:pt x="2663666" y="1919305"/>
                    <a:pt x="2681325" y="1905903"/>
                    <a:pt x="2698779" y="1892309"/>
                  </a:cubicBezTo>
                  <a:cubicBezTo>
                    <a:pt x="2768903" y="1838025"/>
                    <a:pt x="2837496" y="1781717"/>
                    <a:pt x="2903537" y="1722516"/>
                  </a:cubicBezTo>
                  <a:cubicBezTo>
                    <a:pt x="3035926" y="1604501"/>
                    <a:pt x="3158720" y="1475784"/>
                    <a:pt x="3269061" y="1337327"/>
                  </a:cubicBezTo>
                  <a:cubicBezTo>
                    <a:pt x="3324182" y="1268099"/>
                    <a:pt x="3376341" y="1196461"/>
                    <a:pt x="3424928" y="1122508"/>
                  </a:cubicBezTo>
                  <a:cubicBezTo>
                    <a:pt x="3472697" y="1048170"/>
                    <a:pt x="3517814" y="972000"/>
                    <a:pt x="3557622" y="893226"/>
                  </a:cubicBezTo>
                  <a:cubicBezTo>
                    <a:pt x="3567931" y="873654"/>
                    <a:pt x="3577526" y="853791"/>
                    <a:pt x="3587019" y="833929"/>
                  </a:cubicBezTo>
                  <a:lnTo>
                    <a:pt x="3601310" y="804040"/>
                  </a:lnTo>
                  <a:lnTo>
                    <a:pt x="3614885" y="773861"/>
                  </a:lnTo>
                  <a:cubicBezTo>
                    <a:pt x="3623766" y="753709"/>
                    <a:pt x="3632748" y="733559"/>
                    <a:pt x="3640812" y="713022"/>
                  </a:cubicBezTo>
                  <a:cubicBezTo>
                    <a:pt x="3648876" y="692485"/>
                    <a:pt x="3657756" y="672236"/>
                    <a:pt x="3665105" y="651506"/>
                  </a:cubicBezTo>
                  <a:cubicBezTo>
                    <a:pt x="3696544" y="569166"/>
                    <a:pt x="3723185" y="485089"/>
                    <a:pt x="3744110" y="399567"/>
                  </a:cubicBezTo>
                  <a:cubicBezTo>
                    <a:pt x="3765341" y="314238"/>
                    <a:pt x="3781392" y="227654"/>
                    <a:pt x="3792123" y="140444"/>
                  </a:cubicBezTo>
                  <a:close/>
                </a:path>
              </a:pathLst>
            </a:custGeom>
            <a:gradFill rotWithShape="0">
              <a:gsLst>
                <a:gs pos="2000">
                  <a:srgbClr val="ffffff">
                    <a:alpha val="10000"/>
                  </a:srgbClr>
                </a:gs>
                <a:gs pos="16000">
                  <a:srgbClr val="f19d19">
                    <a:alpha val="10000"/>
                  </a:srgbClr>
                </a:gs>
                <a:gs pos="85000">
                  <a:srgbClr val="1d9a78">
                    <a:alpha val="10000"/>
                  </a:srgbClr>
                </a:gs>
                <a:gs pos="100000">
                  <a:srgbClr val="ffffff">
                    <a:alpha val="10000"/>
                  </a:srgbClr>
                </a:gs>
              </a:gsLst>
              <a:lin ang="9600000"/>
            </a:gra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/>
          </p:style>
          <p:txBody>
            <a:bodyPr lIns="90000" rIns="90000" tIns="45000" bIns="45000" anchor="ctr">
              <a:noAutofit/>
            </a:bodyPr>
            <a:p>
              <a:pPr algn="ctr" defTabSz="914400">
                <a:lnSpc>
                  <a:spcPct val="100000"/>
                </a:lnSpc>
              </a:pPr>
              <a:endParaRPr b="0" lang="en-US" sz="1800" strike="noStrike" u="none">
                <a:solidFill>
                  <a:schemeClr val="lt1"/>
                </a:solidFill>
                <a:uFillTx/>
                <a:latin typeface="Calibri"/>
              </a:endParaRPr>
            </a:p>
          </p:txBody>
        </p:sp>
      </p:grp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233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bg>
      <p:bgPr>
        <a:solidFill>
          <a:srgbClr val="000000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58" name="Rectangle 13">
            <a:extLst>
              <a:ext uri="{C183D7F6-B498-43B3-948B-1728B52AA6E4}">
                <adec:decorative xmlns:adec="http://schemas.microsoft.com/office/drawing/2017/decorative" val="1"/>
              </a:ext>
            </a:extLst>
          </p:cNvPr>
          <p:cNvSpPr/>
          <p:nvPr/>
        </p:nvSpPr>
        <p:spPr>
          <a:xfrm>
            <a:off x="0" y="0"/>
            <a:ext cx="12191040" cy="6856920"/>
          </a:xfrm>
          <a:prstGeom prst="rect">
            <a:avLst/>
          </a:prstGeom>
          <a:solidFill>
            <a:srgbClr val="000000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 algn="ctr" defTabSz="914400">
              <a:lnSpc>
                <a:spcPct val="100000"/>
              </a:lnSpc>
            </a:pPr>
            <a:endParaRPr b="0" lang="en-US" sz="1800" strike="noStrike" u="none">
              <a:solidFill>
                <a:schemeClr val="lt1"/>
              </a:solidFill>
              <a:uFillTx/>
              <a:latin typeface="Calibri"/>
            </a:endParaRPr>
          </a:p>
        </p:txBody>
      </p:sp>
      <p:pic>
        <p:nvPicPr>
          <p:cNvPr id="1159" name="Picture 9" descr="Zwei Telefonhörer, die kommunizieren"/>
          <p:cNvPicPr/>
          <p:nvPr/>
        </p:nvPicPr>
        <p:blipFill>
          <a:blip r:embed="rId1">
            <a:alphaModFix amt="50000"/>
          </a:blip>
          <a:srcRect l="0" t="0" r="0" b="25000"/>
          <a:stretch/>
        </p:blipFill>
        <p:spPr>
          <a:xfrm>
            <a:off x="0" y="0"/>
            <a:ext cx="12191040" cy="6856920"/>
          </a:xfrm>
          <a:prstGeom prst="rect">
            <a:avLst/>
          </a:prstGeom>
          <a:noFill/>
          <a:ln w="0">
            <a:noFill/>
          </a:ln>
        </p:spPr>
      </p:pic>
      <p:sp>
        <p:nvSpPr>
          <p:cNvPr id="1160" name="PlaceHolder 1"/>
          <p:cNvSpPr>
            <a:spLocks noGrp="1"/>
          </p:cNvSpPr>
          <p:nvPr>
            <p:ph type="title"/>
          </p:nvPr>
        </p:nvSpPr>
        <p:spPr>
          <a:xfrm>
            <a:off x="1523880" y="1122480"/>
            <a:ext cx="9142920" cy="289944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b">
            <a:normAutofit/>
          </a:bodyPr>
          <a:p>
            <a:pPr indent="0" algn="ctr" defTabSz="914400">
              <a:lnSpc>
                <a:spcPct val="90000"/>
              </a:lnSpc>
              <a:buNone/>
              <a:tabLst>
                <a:tab algn="l" pos="0"/>
              </a:tabLst>
            </a:pPr>
            <a:r>
              <a:rPr b="0" lang="en-US" sz="6000" strike="noStrike" u="none">
                <a:solidFill>
                  <a:srgbClr val="ffffff"/>
                </a:solidFill>
                <a:uFillTx/>
                <a:latin typeface="Calibri Light"/>
              </a:rPr>
              <a:t>Remote-Kommunikation</a:t>
            </a:r>
            <a:endParaRPr b="0" lang="de-DE" sz="6000" strike="noStrike" u="none">
              <a:solidFill>
                <a:srgbClr val="ffffff"/>
              </a:solidFill>
              <a:uFillTx/>
              <a:latin typeface="Arial"/>
            </a:endParaRPr>
          </a:p>
        </p:txBody>
      </p:sp>
      <p:sp>
        <p:nvSpPr>
          <p:cNvPr id="1161" name="PlaceHolder 2"/>
          <p:cNvSpPr>
            <a:spLocks noGrp="1"/>
          </p:cNvSpPr>
          <p:nvPr>
            <p:ph/>
          </p:nvPr>
        </p:nvSpPr>
        <p:spPr>
          <a:xfrm>
            <a:off x="1523880" y="4159440"/>
            <a:ext cx="9142920" cy="109728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t">
            <a:normAutofit/>
          </a:bodyPr>
          <a:p>
            <a:pPr indent="0">
              <a:spcBef>
                <a:spcPts val="1417"/>
              </a:spcBef>
              <a:buNone/>
            </a:pPr>
            <a:endParaRPr b="0" lang="de-DE" sz="1800" strike="noStrike" u="none">
              <a:solidFill>
                <a:srgbClr val="ffffff"/>
              </a:solidFill>
              <a:uFillTx/>
              <a:latin typeface="Arial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234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bg>
      <p:bgPr>
        <a:solidFill>
          <a:schemeClr val="lt1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 useBgFill="1">
        <p:nvSpPr>
          <p:cNvPr id="1162" name="Rectangle 8">
            <a:extLst>
              <a:ext uri="{C183D7F6-B498-43B3-948B-1728B52AA6E4}">
                <adec:decorative xmlns:adec="http://schemas.microsoft.com/office/drawing/2017/decorative" val="1"/>
              </a:ext>
            </a:extLst>
          </p:cNvPr>
          <p:cNvSpPr/>
          <p:nvPr/>
        </p:nvSpPr>
        <p:spPr>
          <a:xfrm>
            <a:off x="0" y="0"/>
            <a:ext cx="12187800" cy="6856920"/>
          </a:xfrm>
          <a:prstGeom prst="rect">
            <a:avLst/>
          </a:prstGeom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 algn="ctr" defTabSz="914400">
              <a:lnSpc>
                <a:spcPct val="100000"/>
              </a:lnSpc>
            </a:pPr>
            <a:endParaRPr b="0" lang="en-US" sz="1800" strike="noStrike" u="none">
              <a:solidFill>
                <a:schemeClr val="lt1"/>
              </a:solidFill>
              <a:uFillTx/>
              <a:latin typeface="Calibri"/>
            </a:endParaRPr>
          </a:p>
        </p:txBody>
      </p:sp>
      <p:pic>
        <p:nvPicPr>
          <p:cNvPr id="1163" name="Picture 4" descr="Plant growing in a concrete crack"/>
          <p:cNvPicPr/>
          <p:nvPr/>
        </p:nvPicPr>
        <p:blipFill>
          <a:blip r:embed="rId1"/>
          <a:srcRect l="0" t="15730" r="0" b="0"/>
          <a:stretch/>
        </p:blipFill>
        <p:spPr>
          <a:xfrm>
            <a:off x="-2880" y="0"/>
            <a:ext cx="12191040" cy="6856920"/>
          </a:xfrm>
          <a:prstGeom prst="rect">
            <a:avLst/>
          </a:prstGeom>
          <a:noFill/>
          <a:ln w="0">
            <a:noFill/>
          </a:ln>
        </p:spPr>
      </p:pic>
      <p:sp>
        <p:nvSpPr>
          <p:cNvPr id="1164" name="Rectangle 10">
            <a:extLst>
              <a:ext uri="{C183D7F6-B498-43B3-948B-1728B52AA6E4}">
                <adec:decorative xmlns:adec="http://schemas.microsoft.com/office/drawing/2017/decorative" val="1"/>
              </a:ext>
            </a:extLst>
          </p:cNvPr>
          <p:cNvSpPr/>
          <p:nvPr/>
        </p:nvSpPr>
        <p:spPr>
          <a:xfrm>
            <a:off x="0" y="2207520"/>
            <a:ext cx="12191040" cy="3161160"/>
          </a:xfrm>
          <a:prstGeom prst="rect">
            <a:avLst/>
          </a:prstGeom>
          <a:gradFill rotWithShape="0">
            <a:gsLst>
              <a:gs pos="0">
                <a:srgbClr val="000000">
                  <a:alpha val="0"/>
                </a:srgbClr>
              </a:gs>
              <a:gs pos="25000">
                <a:srgbClr val="000000">
                  <a:alpha val="15000"/>
                </a:srgbClr>
              </a:gs>
              <a:gs pos="50000">
                <a:srgbClr val="000000">
                  <a:alpha val="30000"/>
                </a:srgbClr>
              </a:gs>
              <a:gs pos="75000">
                <a:srgbClr val="000000">
                  <a:alpha val="15000"/>
                </a:srgbClr>
              </a:gs>
              <a:gs pos="100000">
                <a:srgbClr val="000000">
                  <a:alpha val="0"/>
                </a:srgbClr>
              </a:gs>
            </a:gsLst>
            <a:lin ang="16200000"/>
          </a:gra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 algn="ctr" defTabSz="914400">
              <a:lnSpc>
                <a:spcPct val="100000"/>
              </a:lnSpc>
            </a:pPr>
            <a:endParaRPr b="0" lang="en-US" sz="1800" strike="noStrike" u="none">
              <a:solidFill>
                <a:schemeClr val="lt1"/>
              </a:solidFill>
              <a:uFillTx/>
              <a:latin typeface="Calibri"/>
            </a:endParaRPr>
          </a:p>
        </p:txBody>
      </p:sp>
      <p:sp>
        <p:nvSpPr>
          <p:cNvPr id="1165" name="PlaceHolder 1"/>
          <p:cNvSpPr>
            <a:spLocks noGrp="1"/>
          </p:cNvSpPr>
          <p:nvPr>
            <p:ph type="title"/>
          </p:nvPr>
        </p:nvSpPr>
        <p:spPr>
          <a:xfrm>
            <a:off x="1097280" y="325440"/>
            <a:ext cx="10057320" cy="3573720"/>
          </a:xfrm>
          <a:prstGeom prst="rect">
            <a:avLst/>
          </a:prstGeom>
          <a:noFill/>
          <a:ln w="0">
            <a:noFill/>
          </a:ln>
          <a:effectLst>
            <a:outerShdw dist="37674" dir="2700000" blurRad="50760" rotWithShape="0">
              <a:srgbClr val="000000">
                <a:alpha val="40000"/>
              </a:srgbClr>
            </a:outerShdw>
          </a:effectLst>
        </p:spPr>
        <p:txBody>
          <a:bodyPr lIns="91440" rIns="91440" tIns="45720" bIns="45720" anchor="b">
            <a:normAutofit/>
          </a:bodyPr>
          <a:p>
            <a:pPr indent="0" algn="ctr" defTabSz="914400">
              <a:lnSpc>
                <a:spcPct val="90000"/>
              </a:lnSpc>
              <a:buNone/>
              <a:tabLst>
                <a:tab algn="l" pos="0"/>
              </a:tabLst>
            </a:pPr>
            <a:r>
              <a:rPr b="0" lang="en-US" sz="5200" strike="noStrike" u="none">
                <a:solidFill>
                  <a:srgbClr val="ffffff"/>
                </a:solidFill>
                <a:uFillTx/>
                <a:latin typeface="Calibri Light"/>
              </a:rPr>
              <a:t>Exkurs REST</a:t>
            </a:r>
            <a:endParaRPr b="0" lang="de-DE" sz="5200" strike="noStrike" u="none">
              <a:solidFill>
                <a:srgbClr val="000000"/>
              </a:solidFill>
              <a:uFillTx/>
              <a:latin typeface="Arial"/>
            </a:endParaRPr>
          </a:p>
        </p:txBody>
      </p:sp>
      <p:sp>
        <p:nvSpPr>
          <p:cNvPr id="1166" name="PlaceHolder 2"/>
          <p:cNvSpPr>
            <a:spLocks noGrp="1"/>
          </p:cNvSpPr>
          <p:nvPr>
            <p:ph/>
          </p:nvPr>
        </p:nvSpPr>
        <p:spPr>
          <a:xfrm>
            <a:off x="1100160" y="4071960"/>
            <a:ext cx="10057320" cy="1281600"/>
          </a:xfrm>
          <a:prstGeom prst="rect">
            <a:avLst/>
          </a:prstGeom>
          <a:noFill/>
          <a:ln w="0">
            <a:noFill/>
          </a:ln>
          <a:effectLst>
            <a:outerShdw dist="37674" dir="2700000" blurRad="50760" rotWithShape="0">
              <a:srgbClr val="000000">
                <a:alpha val="40000"/>
              </a:srgbClr>
            </a:outerShdw>
          </a:effectLst>
        </p:spPr>
        <p:txBody>
          <a:bodyPr lIns="91440" rIns="91440" tIns="45720" bIns="45720" anchor="t">
            <a:normAutofit/>
          </a:bodyPr>
          <a:p>
            <a:pPr indent="0">
              <a:spcBef>
                <a:spcPts val="1417"/>
              </a:spcBef>
              <a:buNone/>
            </a:pPr>
            <a:endParaRPr b="0" lang="de-DE" sz="1800" strike="noStrike" u="none">
              <a:solidFill>
                <a:srgbClr val="000000"/>
              </a:solidFill>
              <a:uFillTx/>
              <a:latin typeface="Arial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235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67" name="PlaceHolder 1"/>
          <p:cNvSpPr>
            <a:spLocks noGrp="1"/>
          </p:cNvSpPr>
          <p:nvPr>
            <p:ph type="title"/>
          </p:nvPr>
        </p:nvSpPr>
        <p:spPr>
          <a:xfrm>
            <a:off x="838080" y="365040"/>
            <a:ext cx="10514520" cy="132444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ctr">
            <a:noAutofit/>
          </a:bodyPr>
          <a:p>
            <a:pPr indent="0" defTabSz="914400">
              <a:lnSpc>
                <a:spcPct val="90000"/>
              </a:lnSpc>
              <a:buNone/>
              <a:tabLst>
                <a:tab algn="l" pos="0"/>
              </a:tabLst>
            </a:pPr>
            <a:r>
              <a:rPr b="0" lang="de-DE" sz="4400" strike="noStrike" u="none">
                <a:solidFill>
                  <a:schemeClr val="dk1"/>
                </a:solidFill>
                <a:uFillTx/>
                <a:latin typeface="Calibri Light"/>
              </a:rPr>
              <a:t>Das http-Protokoll</a:t>
            </a:r>
            <a:endParaRPr b="0" lang="de-DE" sz="4400" strike="noStrike" u="none">
              <a:solidFill>
                <a:srgbClr val="000000"/>
              </a:solidFill>
              <a:uFillTx/>
              <a:latin typeface="Arial"/>
            </a:endParaRPr>
          </a:p>
        </p:txBody>
      </p:sp>
      <p:sp>
        <p:nvSpPr>
          <p:cNvPr id="1168" name="PlaceHolder 2"/>
          <p:cNvSpPr>
            <a:spLocks noGrp="1"/>
          </p:cNvSpPr>
          <p:nvPr>
            <p:ph/>
          </p:nvPr>
        </p:nvSpPr>
        <p:spPr>
          <a:xfrm>
            <a:off x="838080" y="1825560"/>
            <a:ext cx="10514520" cy="435024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t">
            <a:noAutofit/>
          </a:bodyPr>
          <a:p>
            <a:pPr marL="228600" indent="-228600" defTabSz="914400">
              <a:lnSpc>
                <a:spcPct val="90000"/>
              </a:lnSpc>
              <a:spcBef>
                <a:spcPts val="1001"/>
              </a:spcBef>
              <a:buClr>
                <a:srgbClr val="000000"/>
              </a:buClr>
              <a:buFont typeface="Arial"/>
              <a:buChar char="•"/>
            </a:pPr>
            <a:r>
              <a:rPr b="0" lang="de-DE" sz="2800" strike="noStrike" u="none">
                <a:solidFill>
                  <a:schemeClr val="dk1"/>
                </a:solidFill>
                <a:uFillTx/>
                <a:latin typeface="Calibri"/>
              </a:rPr>
              <a:t>Eine umfassende Spezifikation des w3w-Konsortiums</a:t>
            </a:r>
            <a:endParaRPr b="0" lang="de-DE" sz="2800" strike="noStrike" u="none">
              <a:solidFill>
                <a:srgbClr val="000000"/>
              </a:solidFill>
              <a:uFillTx/>
              <a:latin typeface="Arial"/>
            </a:endParaRPr>
          </a:p>
          <a:p>
            <a:pPr lvl="1" marL="685800" indent="-228600" defTabSz="914400">
              <a:lnSpc>
                <a:spcPct val="90000"/>
              </a:lnSpc>
              <a:spcBef>
                <a:spcPts val="499"/>
              </a:spcBef>
              <a:buClr>
                <a:srgbClr val="000000"/>
              </a:buClr>
              <a:buFont typeface="Arial"/>
              <a:buChar char="•"/>
            </a:pPr>
            <a:r>
              <a:rPr b="0" lang="de-DE" sz="2400" strike="noStrike" u="none">
                <a:solidFill>
                  <a:schemeClr val="dk1"/>
                </a:solidFill>
                <a:uFillTx/>
                <a:latin typeface="Calibri"/>
              </a:rPr>
              <a:t>Siehe http://en.wikipedia.org/wiki/Http</a:t>
            </a:r>
            <a:endParaRPr b="0" lang="de-DE" sz="2400" strike="noStrike" u="none">
              <a:solidFill>
                <a:srgbClr val="000000"/>
              </a:solidFill>
              <a:uFillTx/>
              <a:latin typeface="Arial"/>
            </a:endParaRPr>
          </a:p>
        </p:txBody>
      </p:sp>
      <p:pic>
        <p:nvPicPr>
          <p:cNvPr id="1169" name="Picture 8" descr=""/>
          <p:cNvPicPr/>
          <p:nvPr/>
        </p:nvPicPr>
        <p:blipFill>
          <a:blip r:embed="rId1"/>
          <a:srcRect l="0" t="0" r="0" b="26747"/>
          <a:stretch/>
        </p:blipFill>
        <p:spPr>
          <a:xfrm>
            <a:off x="2660040" y="2899800"/>
            <a:ext cx="7776000" cy="3276000"/>
          </a:xfrm>
          <a:prstGeom prst="rect">
            <a:avLst/>
          </a:prstGeom>
          <a:noFill/>
          <a:ln w="9525">
            <a:solidFill>
              <a:srgbClr val="000000"/>
            </a:solidFill>
            <a:miter/>
          </a:ln>
        </p:spPr>
      </p:pic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236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70" name="PlaceHolder 1"/>
          <p:cNvSpPr>
            <a:spLocks noGrp="1"/>
          </p:cNvSpPr>
          <p:nvPr>
            <p:ph type="title"/>
          </p:nvPr>
        </p:nvSpPr>
        <p:spPr>
          <a:xfrm>
            <a:off x="838080" y="365040"/>
            <a:ext cx="10514520" cy="132444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ctr">
            <a:noAutofit/>
          </a:bodyPr>
          <a:p>
            <a:pPr indent="0" defTabSz="914400">
              <a:lnSpc>
                <a:spcPct val="90000"/>
              </a:lnSpc>
              <a:buNone/>
              <a:tabLst>
                <a:tab algn="l" pos="0"/>
              </a:tabLst>
            </a:pPr>
            <a:r>
              <a:rPr b="0" lang="de-DE" sz="4400" strike="noStrike" u="none">
                <a:solidFill>
                  <a:schemeClr val="dk1"/>
                </a:solidFill>
                <a:uFillTx/>
                <a:latin typeface="Calibri Light"/>
              </a:rPr>
              <a:t>Elemente der http-Spezifikation</a:t>
            </a:r>
            <a:endParaRPr b="0" lang="de-DE" sz="4400" strike="noStrike" u="none">
              <a:solidFill>
                <a:srgbClr val="000000"/>
              </a:solidFill>
              <a:uFillTx/>
              <a:latin typeface="Arial"/>
            </a:endParaRPr>
          </a:p>
        </p:txBody>
      </p:sp>
      <p:sp>
        <p:nvSpPr>
          <p:cNvPr id="1171" name="PlaceHolder 2"/>
          <p:cNvSpPr>
            <a:spLocks noGrp="1"/>
          </p:cNvSpPr>
          <p:nvPr>
            <p:ph/>
          </p:nvPr>
        </p:nvSpPr>
        <p:spPr>
          <a:xfrm>
            <a:off x="838080" y="1825560"/>
            <a:ext cx="10514520" cy="435024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t">
            <a:normAutofit/>
          </a:bodyPr>
          <a:p>
            <a:pPr marL="228600" indent="-228600" defTabSz="914400">
              <a:lnSpc>
                <a:spcPct val="90000"/>
              </a:lnSpc>
              <a:spcBef>
                <a:spcPts val="1001"/>
              </a:spcBef>
              <a:buClr>
                <a:srgbClr val="000000"/>
              </a:buClr>
              <a:buFont typeface="Arial"/>
              <a:buChar char="•"/>
            </a:pPr>
            <a:r>
              <a:rPr b="0" lang="de-DE" sz="2800" strike="noStrike" u="none">
                <a:solidFill>
                  <a:schemeClr val="dk1"/>
                </a:solidFill>
                <a:uFillTx/>
                <a:latin typeface="Calibri"/>
              </a:rPr>
              <a:t>Definition von URIs</a:t>
            </a:r>
            <a:endParaRPr b="0" lang="de-DE" sz="2800" strike="noStrike" u="none">
              <a:solidFill>
                <a:srgbClr val="000000"/>
              </a:solidFill>
              <a:uFillTx/>
              <a:latin typeface="Arial"/>
            </a:endParaRPr>
          </a:p>
          <a:p>
            <a:pPr lvl="1" marL="685800" indent="-228600" defTabSz="914400">
              <a:lnSpc>
                <a:spcPct val="90000"/>
              </a:lnSpc>
              <a:spcBef>
                <a:spcPts val="499"/>
              </a:spcBef>
              <a:buClr>
                <a:srgbClr val="000000"/>
              </a:buClr>
              <a:buFont typeface="Arial"/>
              <a:buChar char="•"/>
            </a:pPr>
            <a:r>
              <a:rPr b="0" lang="de-DE" sz="2400" strike="noStrike" u="none">
                <a:solidFill>
                  <a:schemeClr val="dk1"/>
                </a:solidFill>
                <a:uFillTx/>
                <a:latin typeface="Calibri"/>
              </a:rPr>
              <a:t>Pfad</a:t>
            </a:r>
            <a:endParaRPr b="0" lang="de-DE" sz="2400" strike="noStrike" u="none">
              <a:solidFill>
                <a:srgbClr val="000000"/>
              </a:solidFill>
              <a:uFillTx/>
              <a:latin typeface="Arial"/>
            </a:endParaRPr>
          </a:p>
          <a:p>
            <a:pPr lvl="1" marL="685800" indent="-228600" defTabSz="914400">
              <a:lnSpc>
                <a:spcPct val="90000"/>
              </a:lnSpc>
              <a:spcBef>
                <a:spcPts val="499"/>
              </a:spcBef>
              <a:buClr>
                <a:srgbClr val="000000"/>
              </a:buClr>
              <a:buFont typeface="Arial"/>
              <a:buChar char="•"/>
            </a:pPr>
            <a:r>
              <a:rPr b="0" lang="de-DE" sz="2400" strike="noStrike" u="none">
                <a:solidFill>
                  <a:schemeClr val="dk1"/>
                </a:solidFill>
                <a:uFillTx/>
                <a:latin typeface="Calibri"/>
              </a:rPr>
              <a:t>Parameter</a:t>
            </a:r>
            <a:endParaRPr b="0" lang="de-DE" sz="2400" strike="noStrike" u="none">
              <a:solidFill>
                <a:srgbClr val="000000"/>
              </a:solidFill>
              <a:uFillTx/>
              <a:latin typeface="Arial"/>
            </a:endParaRPr>
          </a:p>
          <a:p>
            <a:pPr marL="228600" indent="-228600" defTabSz="914400">
              <a:lnSpc>
                <a:spcPct val="90000"/>
              </a:lnSpc>
              <a:spcBef>
                <a:spcPts val="1001"/>
              </a:spcBef>
              <a:buClr>
                <a:srgbClr val="000000"/>
              </a:buClr>
              <a:buFont typeface="Arial"/>
              <a:buChar char="•"/>
            </a:pPr>
            <a:r>
              <a:rPr b="0" lang="de-DE" sz="2800" strike="noStrike" u="none">
                <a:solidFill>
                  <a:schemeClr val="dk1"/>
                </a:solidFill>
                <a:uFillTx/>
                <a:latin typeface="Calibri"/>
              </a:rPr>
              <a:t>http-Request und http-Response</a:t>
            </a:r>
            <a:endParaRPr b="0" lang="de-DE" sz="2800" strike="noStrike" u="none">
              <a:solidFill>
                <a:srgbClr val="000000"/>
              </a:solidFill>
              <a:uFillTx/>
              <a:latin typeface="Arial"/>
            </a:endParaRPr>
          </a:p>
          <a:p>
            <a:pPr lvl="1" marL="685800" indent="-228600" defTabSz="914400">
              <a:lnSpc>
                <a:spcPct val="90000"/>
              </a:lnSpc>
              <a:spcBef>
                <a:spcPts val="499"/>
              </a:spcBef>
              <a:buClr>
                <a:srgbClr val="000000"/>
              </a:buClr>
              <a:buFont typeface="Arial"/>
              <a:buChar char="•"/>
            </a:pPr>
            <a:r>
              <a:rPr b="0" lang="de-DE" sz="2400" strike="noStrike" u="none">
                <a:solidFill>
                  <a:schemeClr val="dk1"/>
                </a:solidFill>
                <a:uFillTx/>
                <a:latin typeface="Calibri"/>
              </a:rPr>
              <a:t>Daten-Container mit Header und Body</a:t>
            </a:r>
            <a:endParaRPr b="0" lang="de-DE" sz="2400" strike="noStrike" u="none">
              <a:solidFill>
                <a:srgbClr val="000000"/>
              </a:solidFill>
              <a:uFillTx/>
              <a:latin typeface="Arial"/>
            </a:endParaRPr>
          </a:p>
          <a:p>
            <a:pPr lvl="1" marL="685800" indent="-228600" defTabSz="914400">
              <a:lnSpc>
                <a:spcPct val="90000"/>
              </a:lnSpc>
              <a:spcBef>
                <a:spcPts val="499"/>
              </a:spcBef>
              <a:buClr>
                <a:srgbClr val="000000"/>
              </a:buClr>
              <a:buFont typeface="Arial"/>
              <a:buChar char="•"/>
            </a:pPr>
            <a:r>
              <a:rPr b="0" lang="de-DE" sz="2400" strike="noStrike" u="none">
                <a:solidFill>
                  <a:schemeClr val="dk1"/>
                </a:solidFill>
                <a:uFillTx/>
                <a:latin typeface="Calibri"/>
              </a:rPr>
              <a:t>Encodierung</a:t>
            </a:r>
            <a:endParaRPr b="0" lang="de-DE" sz="2400" strike="noStrike" u="none">
              <a:solidFill>
                <a:srgbClr val="000000"/>
              </a:solidFill>
              <a:uFillTx/>
              <a:latin typeface="Arial"/>
            </a:endParaRPr>
          </a:p>
          <a:p>
            <a:pPr marL="228600" indent="-228600" defTabSz="914400">
              <a:lnSpc>
                <a:spcPct val="90000"/>
              </a:lnSpc>
              <a:spcBef>
                <a:spcPts val="1001"/>
              </a:spcBef>
              <a:buClr>
                <a:srgbClr val="000000"/>
              </a:buClr>
              <a:buFont typeface="Arial"/>
              <a:buChar char="•"/>
            </a:pPr>
            <a:r>
              <a:rPr b="0" lang="de-DE" sz="2800" strike="noStrike" u="none">
                <a:solidFill>
                  <a:schemeClr val="dk1"/>
                </a:solidFill>
                <a:uFillTx/>
                <a:latin typeface="Calibri"/>
              </a:rPr>
              <a:t>Umfassender Satz von Header-Properties</a:t>
            </a:r>
            <a:endParaRPr b="0" lang="de-DE" sz="2800" strike="noStrike" u="none">
              <a:solidFill>
                <a:srgbClr val="000000"/>
              </a:solidFill>
              <a:uFillTx/>
              <a:latin typeface="Arial"/>
            </a:endParaRPr>
          </a:p>
          <a:p>
            <a:pPr lvl="1" marL="685800" indent="-228600" defTabSz="914400">
              <a:lnSpc>
                <a:spcPct val="90000"/>
              </a:lnSpc>
              <a:spcBef>
                <a:spcPts val="499"/>
              </a:spcBef>
              <a:buClr>
                <a:srgbClr val="000000"/>
              </a:buClr>
              <a:buFont typeface="Arial"/>
              <a:buChar char="•"/>
            </a:pPr>
            <a:r>
              <a:rPr b="0" lang="de-DE" sz="2400" strike="noStrike" u="none">
                <a:solidFill>
                  <a:schemeClr val="dk1"/>
                </a:solidFill>
                <a:uFillTx/>
                <a:latin typeface="Calibri"/>
              </a:rPr>
              <a:t>Content-Length</a:t>
            </a:r>
            <a:endParaRPr b="0" lang="de-DE" sz="2400" strike="noStrike" u="none">
              <a:solidFill>
                <a:srgbClr val="000000"/>
              </a:solidFill>
              <a:uFillTx/>
              <a:latin typeface="Arial"/>
            </a:endParaRPr>
          </a:p>
          <a:p>
            <a:pPr lvl="1" marL="685800" indent="-228600" defTabSz="914400">
              <a:lnSpc>
                <a:spcPct val="90000"/>
              </a:lnSpc>
              <a:spcBef>
                <a:spcPts val="499"/>
              </a:spcBef>
              <a:buClr>
                <a:srgbClr val="000000"/>
              </a:buClr>
              <a:buFont typeface="Arial"/>
              <a:buChar char="•"/>
            </a:pPr>
            <a:r>
              <a:rPr b="0" lang="de-DE" sz="2400" strike="noStrike" u="none">
                <a:solidFill>
                  <a:schemeClr val="dk1"/>
                </a:solidFill>
                <a:uFillTx/>
                <a:latin typeface="Calibri"/>
              </a:rPr>
              <a:t>Accepts</a:t>
            </a:r>
            <a:endParaRPr b="0" lang="de-DE" sz="2400" strike="noStrike" u="none">
              <a:solidFill>
                <a:srgbClr val="000000"/>
              </a:solidFill>
              <a:uFillTx/>
              <a:latin typeface="Arial"/>
            </a:endParaRPr>
          </a:p>
          <a:p>
            <a:pPr lvl="1" marL="685800" indent="-228600" defTabSz="914400">
              <a:lnSpc>
                <a:spcPct val="90000"/>
              </a:lnSpc>
              <a:spcBef>
                <a:spcPts val="499"/>
              </a:spcBef>
              <a:buClr>
                <a:srgbClr val="000000"/>
              </a:buClr>
              <a:buFont typeface="Arial"/>
              <a:buChar char="•"/>
            </a:pPr>
            <a:r>
              <a:rPr b="0" lang="de-DE" sz="2400" strike="noStrike" u="none">
                <a:solidFill>
                  <a:schemeClr val="dk1"/>
                </a:solidFill>
                <a:uFillTx/>
                <a:latin typeface="Calibri"/>
              </a:rPr>
              <a:t>Content-Type</a:t>
            </a:r>
            <a:endParaRPr b="0" lang="de-DE" sz="2400" strike="noStrike" u="none">
              <a:solidFill>
                <a:srgbClr val="000000"/>
              </a:solidFill>
              <a:uFillTx/>
              <a:latin typeface="Arial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237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72" name="PlaceHolder 1"/>
          <p:cNvSpPr>
            <a:spLocks noGrp="1"/>
          </p:cNvSpPr>
          <p:nvPr>
            <p:ph type="title"/>
          </p:nvPr>
        </p:nvSpPr>
        <p:spPr>
          <a:xfrm>
            <a:off x="838080" y="365040"/>
            <a:ext cx="10514520" cy="132444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ctr">
            <a:noAutofit/>
          </a:bodyPr>
          <a:p>
            <a:pPr indent="0" defTabSz="914400">
              <a:lnSpc>
                <a:spcPct val="90000"/>
              </a:lnSpc>
              <a:buNone/>
              <a:tabLst>
                <a:tab algn="l" pos="0"/>
              </a:tabLst>
            </a:pPr>
            <a:r>
              <a:rPr b="0" lang="de-DE" sz="4400" strike="noStrike" u="none">
                <a:solidFill>
                  <a:schemeClr val="dk1"/>
                </a:solidFill>
                <a:uFillTx/>
                <a:latin typeface="Calibri Light"/>
              </a:rPr>
              <a:t>Elemente der http-Spezifikation II</a:t>
            </a:r>
            <a:endParaRPr b="0" lang="de-DE" sz="4400" strike="noStrike" u="none">
              <a:solidFill>
                <a:srgbClr val="000000"/>
              </a:solidFill>
              <a:uFillTx/>
              <a:latin typeface="Arial"/>
            </a:endParaRPr>
          </a:p>
        </p:txBody>
      </p:sp>
      <p:sp>
        <p:nvSpPr>
          <p:cNvPr id="1173" name="PlaceHolder 2"/>
          <p:cNvSpPr>
            <a:spLocks noGrp="1"/>
          </p:cNvSpPr>
          <p:nvPr>
            <p:ph/>
          </p:nvPr>
        </p:nvSpPr>
        <p:spPr>
          <a:xfrm>
            <a:off x="838080" y="1825560"/>
            <a:ext cx="10514520" cy="435024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t">
            <a:normAutofit lnSpcReduction="9999"/>
          </a:bodyPr>
          <a:p>
            <a:pPr marL="228600" indent="-228600" defTabSz="914400">
              <a:lnSpc>
                <a:spcPct val="90000"/>
              </a:lnSpc>
              <a:spcBef>
                <a:spcPts val="1001"/>
              </a:spcBef>
              <a:buClr>
                <a:srgbClr val="000000"/>
              </a:buClr>
              <a:buFont typeface="Arial"/>
              <a:buChar char="•"/>
            </a:pPr>
            <a:r>
              <a:rPr b="0" lang="de-DE" sz="2800" strike="noStrike" u="none">
                <a:solidFill>
                  <a:schemeClr val="dk1"/>
                </a:solidFill>
                <a:uFillTx/>
                <a:latin typeface="Calibri"/>
              </a:rPr>
              <a:t>http-Methoden</a:t>
            </a:r>
            <a:endParaRPr b="0" lang="de-DE" sz="2800" strike="noStrike" u="none">
              <a:solidFill>
                <a:srgbClr val="000000"/>
              </a:solidFill>
              <a:uFillTx/>
              <a:latin typeface="Arial"/>
            </a:endParaRPr>
          </a:p>
          <a:p>
            <a:pPr lvl="1" marL="685800" indent="-228600" defTabSz="914400">
              <a:lnSpc>
                <a:spcPct val="90000"/>
              </a:lnSpc>
              <a:spcBef>
                <a:spcPts val="499"/>
              </a:spcBef>
              <a:buClr>
                <a:srgbClr val="000000"/>
              </a:buClr>
              <a:buFont typeface="Arial"/>
              <a:buChar char="•"/>
            </a:pPr>
            <a:r>
              <a:rPr b="0" lang="de-DE" sz="2400" strike="noStrike" u="none">
                <a:solidFill>
                  <a:schemeClr val="dk1"/>
                </a:solidFill>
                <a:uFillTx/>
                <a:latin typeface="Calibri"/>
              </a:rPr>
              <a:t>PUT</a:t>
            </a:r>
            <a:endParaRPr b="0" lang="de-DE" sz="2400" strike="noStrike" u="none">
              <a:solidFill>
                <a:srgbClr val="000000"/>
              </a:solidFill>
              <a:uFillTx/>
              <a:latin typeface="Arial"/>
            </a:endParaRPr>
          </a:p>
          <a:p>
            <a:pPr lvl="1" marL="685800" indent="-228600" defTabSz="914400">
              <a:lnSpc>
                <a:spcPct val="90000"/>
              </a:lnSpc>
              <a:spcBef>
                <a:spcPts val="499"/>
              </a:spcBef>
              <a:buClr>
                <a:srgbClr val="000000"/>
              </a:buClr>
              <a:buFont typeface="Arial"/>
              <a:buChar char="•"/>
            </a:pPr>
            <a:r>
              <a:rPr b="0" lang="de-DE" sz="2400" strike="noStrike" u="none">
                <a:solidFill>
                  <a:schemeClr val="dk1"/>
                </a:solidFill>
                <a:uFillTx/>
                <a:latin typeface="Calibri"/>
              </a:rPr>
              <a:t>GET</a:t>
            </a:r>
            <a:endParaRPr b="0" lang="de-DE" sz="2400" strike="noStrike" u="none">
              <a:solidFill>
                <a:srgbClr val="000000"/>
              </a:solidFill>
              <a:uFillTx/>
              <a:latin typeface="Arial"/>
            </a:endParaRPr>
          </a:p>
          <a:p>
            <a:pPr lvl="1" marL="685800" indent="-228600" defTabSz="914400">
              <a:lnSpc>
                <a:spcPct val="90000"/>
              </a:lnSpc>
              <a:spcBef>
                <a:spcPts val="499"/>
              </a:spcBef>
              <a:buClr>
                <a:srgbClr val="000000"/>
              </a:buClr>
              <a:buFont typeface="Arial"/>
              <a:buChar char="•"/>
            </a:pPr>
            <a:r>
              <a:rPr b="0" lang="de-DE" sz="2400" strike="noStrike" u="none">
                <a:solidFill>
                  <a:schemeClr val="dk1"/>
                </a:solidFill>
                <a:uFillTx/>
                <a:latin typeface="Calibri"/>
              </a:rPr>
              <a:t>POST</a:t>
            </a:r>
            <a:endParaRPr b="0" lang="de-DE" sz="2400" strike="noStrike" u="none">
              <a:solidFill>
                <a:srgbClr val="000000"/>
              </a:solidFill>
              <a:uFillTx/>
              <a:latin typeface="Arial"/>
            </a:endParaRPr>
          </a:p>
          <a:p>
            <a:pPr lvl="1" marL="685800" indent="-228600" defTabSz="914400">
              <a:lnSpc>
                <a:spcPct val="90000"/>
              </a:lnSpc>
              <a:spcBef>
                <a:spcPts val="499"/>
              </a:spcBef>
              <a:buClr>
                <a:srgbClr val="000000"/>
              </a:buClr>
              <a:buFont typeface="Arial"/>
              <a:buChar char="•"/>
            </a:pPr>
            <a:r>
              <a:rPr b="0" lang="de-DE" sz="2400" strike="noStrike" u="none">
                <a:solidFill>
                  <a:schemeClr val="dk1"/>
                </a:solidFill>
                <a:uFillTx/>
                <a:latin typeface="Calibri"/>
              </a:rPr>
              <a:t>DELETE</a:t>
            </a:r>
            <a:endParaRPr b="0" lang="de-DE" sz="2400" strike="noStrike" u="none">
              <a:solidFill>
                <a:srgbClr val="000000"/>
              </a:solidFill>
              <a:uFillTx/>
              <a:latin typeface="Arial"/>
            </a:endParaRPr>
          </a:p>
          <a:p>
            <a:pPr lvl="1" marL="685800" indent="-228600" defTabSz="914400">
              <a:lnSpc>
                <a:spcPct val="90000"/>
              </a:lnSpc>
              <a:spcBef>
                <a:spcPts val="499"/>
              </a:spcBef>
              <a:buClr>
                <a:srgbClr val="000000"/>
              </a:buClr>
              <a:buFont typeface="Arial"/>
              <a:buChar char="•"/>
            </a:pPr>
            <a:r>
              <a:rPr b="0" lang="de-DE" sz="2400" strike="noStrike" u="none">
                <a:solidFill>
                  <a:schemeClr val="dk1"/>
                </a:solidFill>
                <a:uFillTx/>
                <a:latin typeface="Calibri"/>
              </a:rPr>
              <a:t>OPTIONS</a:t>
            </a:r>
            <a:endParaRPr b="0" lang="de-DE" sz="2400" strike="noStrike" u="none">
              <a:solidFill>
                <a:srgbClr val="000000"/>
              </a:solidFill>
              <a:uFillTx/>
              <a:latin typeface="Arial"/>
            </a:endParaRPr>
          </a:p>
          <a:p>
            <a:pPr lvl="1" marL="685800" indent="-228600" defTabSz="914400">
              <a:lnSpc>
                <a:spcPct val="90000"/>
              </a:lnSpc>
              <a:spcBef>
                <a:spcPts val="499"/>
              </a:spcBef>
              <a:buClr>
                <a:srgbClr val="000000"/>
              </a:buClr>
              <a:buFont typeface="Arial"/>
              <a:buChar char="•"/>
            </a:pPr>
            <a:r>
              <a:rPr b="0" lang="de-DE" sz="2400" strike="noStrike" u="none">
                <a:solidFill>
                  <a:schemeClr val="dk1"/>
                </a:solidFill>
                <a:uFillTx/>
                <a:latin typeface="Calibri"/>
              </a:rPr>
              <a:t>HEAD</a:t>
            </a:r>
            <a:endParaRPr b="0" lang="de-DE" sz="2400" strike="noStrike" u="none">
              <a:solidFill>
                <a:srgbClr val="000000"/>
              </a:solidFill>
              <a:uFillTx/>
              <a:latin typeface="Arial"/>
            </a:endParaRPr>
          </a:p>
          <a:p>
            <a:pPr marL="228600" indent="-228600" defTabSz="914400">
              <a:lnSpc>
                <a:spcPct val="90000"/>
              </a:lnSpc>
              <a:spcBef>
                <a:spcPts val="1001"/>
              </a:spcBef>
              <a:buClr>
                <a:srgbClr val="000000"/>
              </a:buClr>
              <a:buFont typeface="Arial"/>
              <a:buChar char="•"/>
            </a:pPr>
            <a:r>
              <a:rPr b="0" lang="de-DE" sz="2800" strike="noStrike" u="none">
                <a:solidFill>
                  <a:schemeClr val="dk1"/>
                </a:solidFill>
                <a:uFillTx/>
                <a:latin typeface="Calibri"/>
              </a:rPr>
              <a:t>Statuscodes für Aufrufe</a:t>
            </a:r>
            <a:endParaRPr b="0" lang="de-DE" sz="2800" strike="noStrike" u="none">
              <a:solidFill>
                <a:srgbClr val="000000"/>
              </a:solidFill>
              <a:uFillTx/>
              <a:latin typeface="Arial"/>
            </a:endParaRPr>
          </a:p>
          <a:p>
            <a:pPr lvl="1" marL="685800" indent="-228600" defTabSz="914400">
              <a:lnSpc>
                <a:spcPct val="90000"/>
              </a:lnSpc>
              <a:spcBef>
                <a:spcPts val="499"/>
              </a:spcBef>
              <a:buClr>
                <a:srgbClr val="000000"/>
              </a:buClr>
              <a:buFont typeface="Arial"/>
              <a:buChar char="•"/>
            </a:pPr>
            <a:r>
              <a:rPr b="0" lang="de-DE" sz="2400" strike="noStrike" u="none">
                <a:solidFill>
                  <a:schemeClr val="dk1"/>
                </a:solidFill>
                <a:uFillTx/>
                <a:latin typeface="Calibri"/>
              </a:rPr>
              <a:t>404: „Not found“</a:t>
            </a:r>
            <a:endParaRPr b="0" lang="de-DE" sz="2400" strike="noStrike" u="none">
              <a:solidFill>
                <a:srgbClr val="000000"/>
              </a:solidFill>
              <a:uFillTx/>
              <a:latin typeface="Arial"/>
            </a:endParaRPr>
          </a:p>
          <a:p>
            <a:pPr lvl="1" marL="685800" indent="-228600" defTabSz="914400">
              <a:lnSpc>
                <a:spcPct val="90000"/>
              </a:lnSpc>
              <a:spcBef>
                <a:spcPts val="499"/>
              </a:spcBef>
              <a:buClr>
                <a:srgbClr val="000000"/>
              </a:buClr>
              <a:buFont typeface="Arial"/>
              <a:buChar char="•"/>
            </a:pPr>
            <a:r>
              <a:rPr b="0" lang="de-DE" sz="2400" strike="noStrike" u="none">
                <a:solidFill>
                  <a:schemeClr val="dk1"/>
                </a:solidFill>
                <a:uFillTx/>
                <a:latin typeface="Calibri"/>
              </a:rPr>
              <a:t>204: „Created“</a:t>
            </a:r>
            <a:endParaRPr b="0" lang="de-DE" sz="2400" strike="noStrike" u="none">
              <a:solidFill>
                <a:srgbClr val="000000"/>
              </a:solidFill>
              <a:uFillTx/>
              <a:latin typeface="Arial"/>
            </a:endParaRPr>
          </a:p>
          <a:p>
            <a:pPr lvl="1" marL="685800" indent="-228600" defTabSz="914400">
              <a:lnSpc>
                <a:spcPct val="90000"/>
              </a:lnSpc>
              <a:spcBef>
                <a:spcPts val="499"/>
              </a:spcBef>
              <a:buClr>
                <a:srgbClr val="000000"/>
              </a:buClr>
              <a:buFont typeface="Arial"/>
              <a:buChar char="•"/>
            </a:pPr>
            <a:r>
              <a:rPr b="0" lang="de-DE" sz="2400" strike="noStrike" u="none">
                <a:solidFill>
                  <a:schemeClr val="dk1"/>
                </a:solidFill>
                <a:uFillTx/>
                <a:latin typeface="Calibri"/>
              </a:rPr>
              <a:t>…</a:t>
            </a:r>
            <a:endParaRPr b="0" lang="de-DE" sz="2400" strike="noStrike" u="none">
              <a:solidFill>
                <a:srgbClr val="000000"/>
              </a:solidFill>
              <a:uFillTx/>
              <a:latin typeface="Arial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238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74" name="PlaceHolder 1"/>
          <p:cNvSpPr>
            <a:spLocks noGrp="1"/>
          </p:cNvSpPr>
          <p:nvPr>
            <p:ph type="title"/>
          </p:nvPr>
        </p:nvSpPr>
        <p:spPr>
          <a:xfrm>
            <a:off x="838080" y="365040"/>
            <a:ext cx="10514520" cy="132444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ctr">
            <a:noAutofit/>
          </a:bodyPr>
          <a:p>
            <a:pPr indent="0" defTabSz="914400">
              <a:lnSpc>
                <a:spcPct val="90000"/>
              </a:lnSpc>
              <a:buNone/>
              <a:tabLst>
                <a:tab algn="l" pos="0"/>
              </a:tabLst>
            </a:pPr>
            <a:r>
              <a:rPr b="0" lang="de-DE" sz="4400" strike="noStrike" u="none">
                <a:solidFill>
                  <a:schemeClr val="dk1"/>
                </a:solidFill>
                <a:uFillTx/>
                <a:latin typeface="Calibri Light"/>
              </a:rPr>
              <a:t>MimeTypes</a:t>
            </a:r>
            <a:endParaRPr b="0" lang="de-DE" sz="4400" strike="noStrike" u="none">
              <a:solidFill>
                <a:srgbClr val="000000"/>
              </a:solidFill>
              <a:uFillTx/>
              <a:latin typeface="Arial"/>
            </a:endParaRPr>
          </a:p>
        </p:txBody>
      </p:sp>
      <p:sp>
        <p:nvSpPr>
          <p:cNvPr id="1175" name="PlaceHolder 2"/>
          <p:cNvSpPr>
            <a:spLocks noGrp="1"/>
          </p:cNvSpPr>
          <p:nvPr>
            <p:ph/>
          </p:nvPr>
        </p:nvSpPr>
        <p:spPr>
          <a:xfrm>
            <a:off x="838080" y="1825560"/>
            <a:ext cx="10514520" cy="435024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t">
            <a:noAutofit/>
          </a:bodyPr>
          <a:p>
            <a:pPr marL="228600" indent="-228600" defTabSz="914400">
              <a:lnSpc>
                <a:spcPct val="90000"/>
              </a:lnSpc>
              <a:spcBef>
                <a:spcPts val="1001"/>
              </a:spcBef>
              <a:buClr>
                <a:srgbClr val="000000"/>
              </a:buClr>
              <a:buFont typeface="Arial"/>
              <a:buChar char="•"/>
            </a:pPr>
            <a:r>
              <a:rPr b="0" lang="de-DE" sz="2800" strike="noStrike" u="none">
                <a:solidFill>
                  <a:schemeClr val="dk1"/>
                </a:solidFill>
                <a:uFillTx/>
                <a:latin typeface="Calibri"/>
              </a:rPr>
              <a:t>Definition der Datentypen des Internet</a:t>
            </a:r>
            <a:endParaRPr b="0" lang="de-DE" sz="2800" strike="noStrike" u="none">
              <a:solidFill>
                <a:srgbClr val="000000"/>
              </a:solidFill>
              <a:uFillTx/>
              <a:latin typeface="Arial"/>
            </a:endParaRPr>
          </a:p>
          <a:p>
            <a:pPr lvl="1" marL="685800" indent="-228600" defTabSz="914400">
              <a:lnSpc>
                <a:spcPct val="90000"/>
              </a:lnSpc>
              <a:spcBef>
                <a:spcPts val="499"/>
              </a:spcBef>
              <a:buClr>
                <a:srgbClr val="000000"/>
              </a:buClr>
              <a:buFont typeface="Arial"/>
              <a:buChar char="•"/>
            </a:pPr>
            <a:r>
              <a:rPr b="0" lang="de-DE" sz="2400" strike="noStrike" u="none">
                <a:solidFill>
                  <a:schemeClr val="dk1"/>
                </a:solidFill>
                <a:uFillTx/>
                <a:latin typeface="Calibri"/>
              </a:rPr>
              <a:t>Nicht zu verwechseln mit einem XML-Schema</a:t>
            </a:r>
            <a:endParaRPr b="0" lang="de-DE" sz="2400" strike="noStrike" u="none">
              <a:solidFill>
                <a:srgbClr val="000000"/>
              </a:solidFill>
              <a:uFillTx/>
              <a:latin typeface="Arial"/>
            </a:endParaRPr>
          </a:p>
          <a:p>
            <a:pPr lvl="1" marL="685800" indent="-228600" defTabSz="914400">
              <a:lnSpc>
                <a:spcPct val="90000"/>
              </a:lnSpc>
              <a:spcBef>
                <a:spcPts val="499"/>
              </a:spcBef>
              <a:buClr>
                <a:srgbClr val="000000"/>
              </a:buClr>
              <a:buFont typeface="Arial"/>
              <a:buChar char="•"/>
            </a:pPr>
            <a:r>
              <a:rPr b="0" lang="de-DE" sz="2400" strike="noStrike" u="none">
                <a:solidFill>
                  <a:schemeClr val="dk1"/>
                </a:solidFill>
                <a:uFillTx/>
                <a:latin typeface="Calibri"/>
              </a:rPr>
              <a:t>Ein MimeType ist „nur“ eine strukturierte Zeichenkette</a:t>
            </a:r>
            <a:endParaRPr b="0" lang="de-DE" sz="2400" strike="noStrike" u="none">
              <a:solidFill>
                <a:srgbClr val="000000"/>
              </a:solidFill>
              <a:uFillTx/>
              <a:latin typeface="Arial"/>
            </a:endParaRPr>
          </a:p>
          <a:p>
            <a:pPr lvl="1" marL="685800" indent="-228600" defTabSz="914400">
              <a:lnSpc>
                <a:spcPct val="90000"/>
              </a:lnSpc>
              <a:spcBef>
                <a:spcPts val="499"/>
              </a:spcBef>
              <a:buClr>
                <a:srgbClr val="000000"/>
              </a:buClr>
              <a:buFont typeface="Arial"/>
              <a:buChar char="•"/>
            </a:pPr>
            <a:r>
              <a:rPr b="0" lang="de-DE" sz="2400" strike="noStrike" u="none">
                <a:solidFill>
                  <a:schemeClr val="dk1"/>
                </a:solidFill>
                <a:uFillTx/>
                <a:latin typeface="Calibri"/>
              </a:rPr>
              <a:t>Eigene Erweiterungen sind möglich</a:t>
            </a:r>
            <a:endParaRPr b="0" lang="de-DE" sz="2400" strike="noStrike" u="none">
              <a:solidFill>
                <a:srgbClr val="000000"/>
              </a:solidFill>
              <a:uFillTx/>
              <a:latin typeface="Arial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239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76" name="PlaceHolder 1"/>
          <p:cNvSpPr>
            <a:spLocks noGrp="1"/>
          </p:cNvSpPr>
          <p:nvPr>
            <p:ph type="title"/>
          </p:nvPr>
        </p:nvSpPr>
        <p:spPr>
          <a:xfrm>
            <a:off x="838080" y="365040"/>
            <a:ext cx="10514520" cy="132444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ctr">
            <a:noAutofit/>
          </a:bodyPr>
          <a:p>
            <a:pPr indent="0" defTabSz="914400">
              <a:lnSpc>
                <a:spcPct val="90000"/>
              </a:lnSpc>
              <a:buNone/>
              <a:tabLst>
                <a:tab algn="l" pos="0"/>
              </a:tabLst>
            </a:pPr>
            <a:r>
              <a:rPr b="0" lang="de-DE" sz="4400" strike="noStrike" u="none">
                <a:solidFill>
                  <a:schemeClr val="dk1"/>
                </a:solidFill>
                <a:uFillTx/>
                <a:latin typeface="Calibri Light"/>
              </a:rPr>
              <a:t>REST und http</a:t>
            </a:r>
            <a:endParaRPr b="0" lang="de-DE" sz="4400" strike="noStrike" u="none">
              <a:solidFill>
                <a:srgbClr val="000000"/>
              </a:solidFill>
              <a:uFillTx/>
              <a:latin typeface="Arial"/>
            </a:endParaRPr>
          </a:p>
        </p:txBody>
      </p:sp>
      <p:sp>
        <p:nvSpPr>
          <p:cNvPr id="1177" name="PlaceHolder 2"/>
          <p:cNvSpPr>
            <a:spLocks noGrp="1"/>
          </p:cNvSpPr>
          <p:nvPr>
            <p:ph/>
          </p:nvPr>
        </p:nvSpPr>
        <p:spPr>
          <a:xfrm>
            <a:off x="838080" y="1825560"/>
            <a:ext cx="10514520" cy="435024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t">
            <a:noAutofit/>
          </a:bodyPr>
          <a:p>
            <a:pPr marL="228600" indent="-228600" defTabSz="914400">
              <a:lnSpc>
                <a:spcPct val="90000"/>
              </a:lnSpc>
              <a:spcBef>
                <a:spcPts val="1001"/>
              </a:spcBef>
              <a:buClr>
                <a:srgbClr val="000000"/>
              </a:buClr>
              <a:buFont typeface="Arial"/>
              <a:buChar char="•"/>
            </a:pPr>
            <a:r>
              <a:rPr b="0" lang="de-DE" sz="2800" strike="noStrike" u="none">
                <a:solidFill>
                  <a:schemeClr val="dk1"/>
                </a:solidFill>
                <a:uFillTx/>
                <a:latin typeface="Calibri"/>
              </a:rPr>
              <a:t>REST hat mit http prinzipiell nichts zu tun</a:t>
            </a:r>
            <a:endParaRPr b="0" lang="de-DE" sz="2800" strike="noStrike" u="none">
              <a:solidFill>
                <a:srgbClr val="000000"/>
              </a:solidFill>
              <a:uFillTx/>
              <a:latin typeface="Arial"/>
            </a:endParaRPr>
          </a:p>
          <a:p>
            <a:pPr lvl="1" marL="685800" indent="-228600" defTabSz="914400">
              <a:lnSpc>
                <a:spcPct val="90000"/>
              </a:lnSpc>
              <a:spcBef>
                <a:spcPts val="499"/>
              </a:spcBef>
              <a:buClr>
                <a:srgbClr val="000000"/>
              </a:buClr>
              <a:buFont typeface="Arial"/>
              <a:buChar char="•"/>
            </a:pPr>
            <a:r>
              <a:rPr b="0" lang="de-DE" sz="2400" strike="noStrike" u="none">
                <a:solidFill>
                  <a:schemeClr val="dk1"/>
                </a:solidFill>
                <a:uFillTx/>
                <a:latin typeface="Calibri"/>
              </a:rPr>
              <a:t>REST ist eine abstrakte Architektur</a:t>
            </a:r>
            <a:endParaRPr b="0" lang="de-DE" sz="2400" strike="noStrike" u="none">
              <a:solidFill>
                <a:srgbClr val="000000"/>
              </a:solidFill>
              <a:uFillTx/>
              <a:latin typeface="Arial"/>
            </a:endParaRPr>
          </a:p>
          <a:p>
            <a:pPr lvl="1" marL="685800" indent="-228600" defTabSz="914400">
              <a:lnSpc>
                <a:spcPct val="90000"/>
              </a:lnSpc>
              <a:spcBef>
                <a:spcPts val="499"/>
              </a:spcBef>
              <a:buClr>
                <a:srgbClr val="000000"/>
              </a:buClr>
              <a:buFont typeface="Arial"/>
              <a:buChar char="•"/>
            </a:pPr>
            <a:r>
              <a:rPr b="0" lang="de-DE" sz="2400" strike="noStrike" u="none">
                <a:solidFill>
                  <a:schemeClr val="dk1"/>
                </a:solidFill>
                <a:uFillTx/>
                <a:latin typeface="Calibri"/>
              </a:rPr>
              <a:t>http ist ein konkretes Kommunikationsprotokoll</a:t>
            </a:r>
            <a:endParaRPr b="0" lang="de-DE" sz="2400" strike="noStrike" u="none">
              <a:solidFill>
                <a:srgbClr val="000000"/>
              </a:solidFill>
              <a:uFillTx/>
              <a:latin typeface="Arial"/>
            </a:endParaRPr>
          </a:p>
          <a:p>
            <a:pPr marL="228600" indent="-228600" defTabSz="914400">
              <a:lnSpc>
                <a:spcPct val="90000"/>
              </a:lnSpc>
              <a:spcBef>
                <a:spcPts val="1001"/>
              </a:spcBef>
              <a:buClr>
                <a:srgbClr val="000000"/>
              </a:buClr>
              <a:buFont typeface="Arial"/>
              <a:buChar char="•"/>
            </a:pPr>
            <a:r>
              <a:rPr b="0" lang="de-DE" sz="2800" strike="noStrike" u="none">
                <a:solidFill>
                  <a:schemeClr val="dk1"/>
                </a:solidFill>
                <a:uFillTx/>
                <a:latin typeface="Calibri"/>
              </a:rPr>
              <a:t>Aber</a:t>
            </a:r>
            <a:endParaRPr b="0" lang="de-DE" sz="2800" strike="noStrike" u="none">
              <a:solidFill>
                <a:srgbClr val="000000"/>
              </a:solidFill>
              <a:uFillTx/>
              <a:latin typeface="Arial"/>
            </a:endParaRPr>
          </a:p>
          <a:p>
            <a:pPr lvl="1" marL="685800" indent="-228600" defTabSz="914400">
              <a:lnSpc>
                <a:spcPct val="90000"/>
              </a:lnSpc>
              <a:spcBef>
                <a:spcPts val="499"/>
              </a:spcBef>
              <a:buClr>
                <a:srgbClr val="000000"/>
              </a:buClr>
              <a:buFont typeface="Arial"/>
              <a:buChar char="•"/>
            </a:pPr>
            <a:r>
              <a:rPr b="0" lang="de-DE" sz="2400" strike="noStrike" u="none">
                <a:solidFill>
                  <a:schemeClr val="dk1"/>
                </a:solidFill>
                <a:uFillTx/>
                <a:latin typeface="Calibri"/>
              </a:rPr>
              <a:t>http passt als Kommunikations-Protokoll der „Referenz-Implementierung“ Internet natürlich perfekt zum REST-Stil</a:t>
            </a:r>
            <a:endParaRPr b="0" lang="de-DE" sz="2400" strike="noStrike" u="none">
              <a:solidFill>
                <a:srgbClr val="000000"/>
              </a:solidFill>
              <a:uFillTx/>
              <a:latin typeface="Arial"/>
            </a:endParaRPr>
          </a:p>
          <a:p>
            <a:pPr marL="685800" indent="-228600" defTabSz="914400">
              <a:lnSpc>
                <a:spcPct val="90000"/>
              </a:lnSpc>
              <a:spcBef>
                <a:spcPts val="499"/>
              </a:spcBef>
              <a:buNone/>
              <a:tabLst>
                <a:tab algn="l" pos="0"/>
              </a:tabLst>
            </a:pPr>
            <a:endParaRPr b="0" lang="de-DE" sz="2400" strike="noStrike" u="none">
              <a:solidFill>
                <a:srgbClr val="000000"/>
              </a:solidFill>
              <a:uFillTx/>
              <a:latin typeface="Arial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240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14" name="Diagram14"/>
          <p:cNvGraphicFramePr/>
          <p:nvPr>
            <p:extLst>
              <p:ext uri="{D42A27DB-BD31-4B8C-83A1-F6EECF244321}">
                <p14:modId xmlns:p14="http://schemas.microsoft.com/office/powerpoint/2010/main" val="2724196951"/>
              </p:ext>
            </p:extLst>
          </p:nvPr>
        </p:nvGraphicFramePr>
        <p:xfrm>
          <a:off x="1847520" y="476640"/>
          <a:ext cx="7559640" cy="5903640"/>
        </p:xfrm>
        <a:graphic>
          <a:graphicData uri="http://schemas.openxmlformats.org/drawingml/2006/diagram">
            <dgm:relIds xmlns:dgm="http://schemas.openxmlformats.org/drawingml/2006/diagram" xmlns:r="http://schemas.openxmlformats.org/officeDocument/2006/relationships" r:dm="rId1" r:lo="rId2" r:qs="rId3" r:cs="rId4"/>
          </a:graphicData>
        </a:graphic>
      </p:graphicFrame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241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78" name="PlaceHolder 1"/>
          <p:cNvSpPr>
            <a:spLocks noGrp="1"/>
          </p:cNvSpPr>
          <p:nvPr>
            <p:ph type="title"/>
          </p:nvPr>
        </p:nvSpPr>
        <p:spPr>
          <a:xfrm>
            <a:off x="831960" y="1709640"/>
            <a:ext cx="10514520" cy="285156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b">
            <a:noAutofit/>
          </a:bodyPr>
          <a:p>
            <a:pPr indent="0" defTabSz="914400">
              <a:lnSpc>
                <a:spcPct val="90000"/>
              </a:lnSpc>
              <a:buNone/>
              <a:tabLst>
                <a:tab algn="l" pos="0"/>
              </a:tabLst>
            </a:pPr>
            <a:r>
              <a:rPr b="0" lang="de-DE" sz="6000" strike="noStrike" u="none">
                <a:solidFill>
                  <a:schemeClr val="dk1"/>
                </a:solidFill>
                <a:uFillTx/>
                <a:latin typeface="Calibri Light"/>
              </a:rPr>
              <a:t>Der http Client</a:t>
            </a:r>
            <a:endParaRPr b="0" lang="de-DE" sz="6000" strike="noStrike" u="none">
              <a:solidFill>
                <a:srgbClr val="000000"/>
              </a:solidFill>
              <a:uFillTx/>
              <a:latin typeface="Arial"/>
            </a:endParaRPr>
          </a:p>
        </p:txBody>
      </p:sp>
      <p:sp>
        <p:nvSpPr>
          <p:cNvPr id="1179" name="PlaceHolder 2"/>
          <p:cNvSpPr>
            <a:spLocks noGrp="1"/>
          </p:cNvSpPr>
          <p:nvPr>
            <p:ph/>
          </p:nvPr>
        </p:nvSpPr>
        <p:spPr>
          <a:xfrm>
            <a:off x="831960" y="4589640"/>
            <a:ext cx="10514520" cy="149904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t">
            <a:noAutofit/>
          </a:bodyPr>
          <a:p>
            <a:pPr indent="0">
              <a:spcBef>
                <a:spcPts val="1417"/>
              </a:spcBef>
              <a:buNone/>
            </a:pPr>
            <a:endParaRPr b="0" lang="de-DE" sz="1800" strike="noStrike" u="none">
              <a:solidFill>
                <a:srgbClr val="000000"/>
              </a:solidFill>
              <a:uFillTx/>
              <a:latin typeface="Arial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242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80" name="PlaceHolder 1"/>
          <p:cNvSpPr>
            <a:spLocks noGrp="1"/>
          </p:cNvSpPr>
          <p:nvPr>
            <p:ph type="title"/>
          </p:nvPr>
        </p:nvSpPr>
        <p:spPr>
          <a:xfrm>
            <a:off x="838080" y="365040"/>
            <a:ext cx="10514520" cy="132444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ctr">
            <a:noAutofit/>
          </a:bodyPr>
          <a:p>
            <a:pPr indent="0" defTabSz="914400">
              <a:lnSpc>
                <a:spcPct val="90000"/>
              </a:lnSpc>
              <a:buNone/>
              <a:tabLst>
                <a:tab algn="l" pos="0"/>
              </a:tabLst>
            </a:pPr>
            <a:r>
              <a:rPr b="0" lang="de-DE" sz="4400" strike="noStrike" u="none">
                <a:solidFill>
                  <a:schemeClr val="dk1"/>
                </a:solidFill>
                <a:uFillTx/>
                <a:latin typeface="Calibri Light"/>
              </a:rPr>
              <a:t>Der Service HttpClient</a:t>
            </a:r>
            <a:endParaRPr b="0" lang="de-DE" sz="4400" strike="noStrike" u="none">
              <a:solidFill>
                <a:srgbClr val="000000"/>
              </a:solidFill>
              <a:uFillTx/>
              <a:latin typeface="Arial"/>
            </a:endParaRPr>
          </a:p>
        </p:txBody>
      </p:sp>
      <p:sp>
        <p:nvSpPr>
          <p:cNvPr id="1181" name="PlaceHolder 2"/>
          <p:cNvSpPr>
            <a:spLocks noGrp="1"/>
          </p:cNvSpPr>
          <p:nvPr>
            <p:ph/>
          </p:nvPr>
        </p:nvSpPr>
        <p:spPr>
          <a:xfrm>
            <a:off x="838080" y="1825560"/>
            <a:ext cx="10514520" cy="435024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t">
            <a:normAutofit lnSpcReduction="9999"/>
          </a:bodyPr>
          <a:p>
            <a:pPr marL="228600" indent="-228600" defTabSz="914400">
              <a:lnSpc>
                <a:spcPct val="90000"/>
              </a:lnSpc>
              <a:spcBef>
                <a:spcPts val="1001"/>
              </a:spcBef>
              <a:buClr>
                <a:srgbClr val="000000"/>
              </a:buClr>
              <a:buFont typeface="Arial"/>
              <a:buChar char="•"/>
            </a:pPr>
            <a:r>
              <a:rPr b="0" lang="de-DE" sz="2800" strike="noStrike" u="none">
                <a:solidFill>
                  <a:schemeClr val="dk1"/>
                </a:solidFill>
                <a:uFillTx/>
                <a:latin typeface="Calibri"/>
              </a:rPr>
              <a:t>HttpClient ist ein Service </a:t>
            </a:r>
            <a:endParaRPr b="0" lang="de-DE" sz="2800" strike="noStrike" u="none">
              <a:solidFill>
                <a:srgbClr val="000000"/>
              </a:solidFill>
              <a:uFillTx/>
              <a:latin typeface="Arial"/>
            </a:endParaRPr>
          </a:p>
          <a:p>
            <a:pPr lvl="1" marL="685800" indent="-228600" defTabSz="914400">
              <a:lnSpc>
                <a:spcPct val="90000"/>
              </a:lnSpc>
              <a:spcBef>
                <a:spcPts val="499"/>
              </a:spcBef>
              <a:buClr>
                <a:srgbClr val="000000"/>
              </a:buClr>
              <a:buFont typeface="Arial"/>
              <a:buChar char="•"/>
            </a:pPr>
            <a:r>
              <a:rPr b="0" lang="de-DE" sz="2400" strike="noStrike" u="none">
                <a:solidFill>
                  <a:schemeClr val="dk1"/>
                </a:solidFill>
                <a:uFillTx/>
                <a:latin typeface="Calibri"/>
              </a:rPr>
              <a:t>und steht damit via Dependency Injection zur Verfügung</a:t>
            </a:r>
            <a:endParaRPr b="0" lang="de-DE" sz="2400" strike="noStrike" u="none">
              <a:solidFill>
                <a:srgbClr val="000000"/>
              </a:solidFill>
              <a:uFillTx/>
              <a:latin typeface="Arial"/>
            </a:endParaRPr>
          </a:p>
          <a:p>
            <a:pPr lvl="1" marL="685800" indent="-228600" defTabSz="914400">
              <a:lnSpc>
                <a:spcPct val="90000"/>
              </a:lnSpc>
              <a:spcBef>
                <a:spcPts val="499"/>
              </a:spcBef>
              <a:buClr>
                <a:srgbClr val="000000"/>
              </a:buClr>
              <a:buFont typeface="Arial"/>
              <a:buChar char="•"/>
            </a:pPr>
            <a:r>
              <a:rPr b="1" lang="de-DE" sz="2400" strike="noStrike" u="none">
                <a:solidFill>
                  <a:schemeClr val="dk1"/>
                </a:solidFill>
                <a:uFillTx/>
                <a:latin typeface="Calibri"/>
              </a:rPr>
              <a:t>HttpModule in AppModule importieren</a:t>
            </a:r>
            <a:endParaRPr b="0" lang="de-DE" sz="2400" strike="noStrike" u="none">
              <a:solidFill>
                <a:srgbClr val="000000"/>
              </a:solidFill>
              <a:uFillTx/>
              <a:latin typeface="Arial"/>
            </a:endParaRPr>
          </a:p>
          <a:p>
            <a:pPr lvl="1" marL="685800" indent="-228600" defTabSz="914400">
              <a:lnSpc>
                <a:spcPct val="90000"/>
              </a:lnSpc>
              <a:spcBef>
                <a:spcPts val="499"/>
              </a:spcBef>
              <a:buClr>
                <a:srgbClr val="000000"/>
              </a:buClr>
              <a:buFont typeface="Arial"/>
              <a:buChar char="•"/>
            </a:pPr>
            <a:r>
              <a:rPr b="0" lang="de-DE" sz="2400" strike="noStrike" u="none">
                <a:solidFill>
                  <a:schemeClr val="dk1"/>
                </a:solidFill>
                <a:uFillTx/>
                <a:latin typeface="Calibri"/>
              </a:rPr>
              <a:t>XHRBackend führt Requests aus</a:t>
            </a:r>
            <a:endParaRPr b="0" lang="de-DE" sz="2400" strike="noStrike" u="none">
              <a:solidFill>
                <a:srgbClr val="000000"/>
              </a:solidFill>
              <a:uFillTx/>
              <a:latin typeface="Arial"/>
            </a:endParaRPr>
          </a:p>
          <a:p>
            <a:pPr marL="228600" indent="-228600" defTabSz="914400">
              <a:lnSpc>
                <a:spcPct val="90000"/>
              </a:lnSpc>
              <a:spcBef>
                <a:spcPts val="1001"/>
              </a:spcBef>
              <a:buClr>
                <a:srgbClr val="000000"/>
              </a:buClr>
              <a:buFont typeface="Arial"/>
              <a:buChar char="•"/>
            </a:pPr>
            <a:r>
              <a:rPr b="0" lang="de-DE" sz="2800" strike="noStrike" u="none">
                <a:solidFill>
                  <a:schemeClr val="dk1"/>
                </a:solidFill>
                <a:uFillTx/>
                <a:latin typeface="Calibri"/>
              </a:rPr>
              <a:t>Das API </a:t>
            </a:r>
            <a:endParaRPr b="0" lang="de-DE" sz="2800" strike="noStrike" u="none">
              <a:solidFill>
                <a:srgbClr val="000000"/>
              </a:solidFill>
              <a:uFillTx/>
              <a:latin typeface="Arial"/>
            </a:endParaRPr>
          </a:p>
          <a:p>
            <a:pPr lvl="1" marL="685800" indent="-228600" defTabSz="914400">
              <a:lnSpc>
                <a:spcPct val="90000"/>
              </a:lnSpc>
              <a:spcBef>
                <a:spcPts val="499"/>
              </a:spcBef>
              <a:buClr>
                <a:srgbClr val="000000"/>
              </a:buClr>
              <a:buFont typeface="Arial"/>
              <a:buChar char="•"/>
            </a:pPr>
            <a:r>
              <a:rPr b="0" lang="de-DE" sz="2400" strike="noStrike" u="none">
                <a:solidFill>
                  <a:schemeClr val="dk1"/>
                </a:solidFill>
                <a:uFillTx/>
                <a:latin typeface="Calibri"/>
              </a:rPr>
              <a:t>umfasst die Standard-http-Methoden </a:t>
            </a:r>
            <a:endParaRPr b="0" lang="de-DE" sz="2400" strike="noStrike" u="none">
              <a:solidFill>
                <a:srgbClr val="000000"/>
              </a:solidFill>
              <a:uFillTx/>
              <a:latin typeface="Arial"/>
            </a:endParaRPr>
          </a:p>
          <a:p>
            <a:pPr lvl="1" marL="685800" indent="-228600" defTabSz="914400">
              <a:lnSpc>
                <a:spcPct val="90000"/>
              </a:lnSpc>
              <a:spcBef>
                <a:spcPts val="499"/>
              </a:spcBef>
              <a:buClr>
                <a:srgbClr val="000000"/>
              </a:buClr>
              <a:buFont typeface="Arial"/>
              <a:buChar char="•"/>
            </a:pPr>
            <a:r>
              <a:rPr b="0" lang="de-DE" sz="2400" strike="noStrike" u="none">
                <a:solidFill>
                  <a:schemeClr val="dk1"/>
                </a:solidFill>
                <a:uFillTx/>
                <a:latin typeface="Calibri"/>
              </a:rPr>
              <a:t>ist asynchron konzipiert</a:t>
            </a:r>
            <a:endParaRPr b="0" lang="de-DE" sz="2400" strike="noStrike" u="none">
              <a:solidFill>
                <a:srgbClr val="000000"/>
              </a:solidFill>
              <a:uFillTx/>
              <a:latin typeface="Arial"/>
            </a:endParaRPr>
          </a:p>
          <a:p>
            <a:pPr indent="0" defTabSz="914400">
              <a:lnSpc>
                <a:spcPct val="90000"/>
              </a:lnSpc>
              <a:spcBef>
                <a:spcPts val="499"/>
              </a:spcBef>
              <a:buNone/>
              <a:tabLst>
                <a:tab algn="l" pos="0"/>
              </a:tabLst>
            </a:pPr>
            <a:endParaRPr b="0" lang="de-DE" sz="2400" strike="noStrike" u="none">
              <a:solidFill>
                <a:srgbClr val="000000"/>
              </a:solidFill>
              <a:uFillTx/>
              <a:latin typeface="Arial"/>
            </a:endParaRPr>
          </a:p>
          <a:p>
            <a:pPr marL="539640" indent="0" defTabSz="914400">
              <a:lnSpc>
                <a:spcPct val="90000"/>
              </a:lnSpc>
              <a:spcBef>
                <a:spcPts val="499"/>
              </a:spcBef>
              <a:buNone/>
              <a:tabLst>
                <a:tab algn="l" pos="0"/>
              </a:tabLst>
            </a:pPr>
            <a:r>
              <a:rPr b="0" lang="en-US" sz="2000" strike="noStrike" u="none">
                <a:solidFill>
                  <a:schemeClr val="dk1"/>
                </a:solidFill>
                <a:uFillTx/>
                <a:latin typeface="Courier New"/>
              </a:rPr>
              <a:t>http.get('/endpoint').subscribe(data =&gt; {</a:t>
            </a:r>
            <a:endParaRPr b="0" lang="de-DE" sz="2000" strike="noStrike" u="none">
              <a:solidFill>
                <a:srgbClr val="000000"/>
              </a:solidFill>
              <a:uFillTx/>
              <a:latin typeface="Arial"/>
            </a:endParaRPr>
          </a:p>
          <a:p>
            <a:pPr marL="539640" indent="0" defTabSz="914400">
              <a:lnSpc>
                <a:spcPct val="90000"/>
              </a:lnSpc>
              <a:spcBef>
                <a:spcPts val="499"/>
              </a:spcBef>
              <a:buNone/>
              <a:tabLst>
                <a:tab algn="l" pos="0"/>
              </a:tabLst>
            </a:pPr>
            <a:r>
              <a:rPr b="0" lang="en-US" sz="2000" strike="noStrike" u="none">
                <a:solidFill>
                  <a:schemeClr val="dk1"/>
                </a:solidFill>
                <a:uFillTx/>
                <a:latin typeface="Courier New"/>
              </a:rPr>
              <a:t>      </a:t>
            </a:r>
            <a:r>
              <a:rPr b="0" lang="en-US" sz="2000" strike="noStrike" u="none">
                <a:solidFill>
                  <a:schemeClr val="dk1"/>
                </a:solidFill>
                <a:uFillTx/>
                <a:latin typeface="Courier New"/>
              </a:rPr>
              <a:t>// Read the result field from the JSON response.</a:t>
            </a:r>
            <a:endParaRPr b="0" lang="de-DE" sz="2000" strike="noStrike" u="none">
              <a:solidFill>
                <a:srgbClr val="000000"/>
              </a:solidFill>
              <a:uFillTx/>
              <a:latin typeface="Arial"/>
            </a:endParaRPr>
          </a:p>
          <a:p>
            <a:pPr marL="539640" indent="0" defTabSz="914400">
              <a:lnSpc>
                <a:spcPct val="90000"/>
              </a:lnSpc>
              <a:spcBef>
                <a:spcPts val="499"/>
              </a:spcBef>
              <a:buNone/>
              <a:tabLst>
                <a:tab algn="l" pos="0"/>
              </a:tabLst>
            </a:pPr>
            <a:r>
              <a:rPr b="0" lang="en-US" sz="2000" strike="noStrike" u="none">
                <a:solidFill>
                  <a:schemeClr val="dk1"/>
                </a:solidFill>
                <a:uFillTx/>
                <a:latin typeface="Courier New"/>
              </a:rPr>
              <a:t>      </a:t>
            </a:r>
            <a:r>
              <a:rPr b="0" lang="en-US" sz="2000" strike="noStrike" u="none">
                <a:solidFill>
                  <a:schemeClr val="dk1"/>
                </a:solidFill>
                <a:uFillTx/>
                <a:latin typeface="Courier New"/>
              </a:rPr>
              <a:t>this.results = data['jsonAttribute'];</a:t>
            </a:r>
            <a:endParaRPr b="0" lang="de-DE" sz="2000" strike="noStrike" u="none">
              <a:solidFill>
                <a:srgbClr val="000000"/>
              </a:solidFill>
              <a:uFillTx/>
              <a:latin typeface="Arial"/>
            </a:endParaRPr>
          </a:p>
          <a:p>
            <a:pPr marL="539640" indent="0" defTabSz="914400">
              <a:lnSpc>
                <a:spcPct val="90000"/>
              </a:lnSpc>
              <a:spcBef>
                <a:spcPts val="499"/>
              </a:spcBef>
              <a:buNone/>
              <a:tabLst>
                <a:tab algn="l" pos="0"/>
              </a:tabLst>
            </a:pPr>
            <a:r>
              <a:rPr b="0" lang="en-US" sz="2000" strike="noStrike" u="none">
                <a:solidFill>
                  <a:schemeClr val="dk1"/>
                </a:solidFill>
                <a:uFillTx/>
                <a:latin typeface="Courier New"/>
              </a:rPr>
              <a:t>    </a:t>
            </a:r>
            <a:r>
              <a:rPr b="0" lang="en-US" sz="2000" strike="noStrike" u="none">
                <a:solidFill>
                  <a:schemeClr val="dk1"/>
                </a:solidFill>
                <a:uFillTx/>
                <a:latin typeface="Courier New"/>
              </a:rPr>
              <a:t>});</a:t>
            </a:r>
            <a:endParaRPr b="0" lang="de-DE" sz="2000" strike="noStrike" u="none">
              <a:solidFill>
                <a:srgbClr val="000000"/>
              </a:solidFill>
              <a:uFillTx/>
              <a:latin typeface="Arial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243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82" name="PlaceHolder 1"/>
          <p:cNvSpPr>
            <a:spLocks noGrp="1"/>
          </p:cNvSpPr>
          <p:nvPr>
            <p:ph type="title"/>
          </p:nvPr>
        </p:nvSpPr>
        <p:spPr>
          <a:xfrm>
            <a:off x="838080" y="365040"/>
            <a:ext cx="10514520" cy="132444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ctr">
            <a:noAutofit/>
          </a:bodyPr>
          <a:p>
            <a:pPr indent="0" defTabSz="914400">
              <a:lnSpc>
                <a:spcPct val="90000"/>
              </a:lnSpc>
              <a:buNone/>
              <a:tabLst>
                <a:tab algn="l" pos="0"/>
              </a:tabLst>
            </a:pPr>
            <a:r>
              <a:rPr b="0" lang="de-DE" sz="4400" strike="noStrike" u="none">
                <a:solidFill>
                  <a:schemeClr val="dk1"/>
                </a:solidFill>
                <a:uFillTx/>
                <a:latin typeface="Calibri Light"/>
              </a:rPr>
              <a:t>Json Daten extrahieren</a:t>
            </a:r>
            <a:endParaRPr b="0" lang="de-DE" sz="4400" strike="noStrike" u="none">
              <a:solidFill>
                <a:srgbClr val="000000"/>
              </a:solidFill>
              <a:uFillTx/>
              <a:latin typeface="Arial"/>
            </a:endParaRPr>
          </a:p>
        </p:txBody>
      </p:sp>
      <p:sp>
        <p:nvSpPr>
          <p:cNvPr id="1183" name="PlaceHolder 2"/>
          <p:cNvSpPr>
            <a:spLocks noGrp="1"/>
          </p:cNvSpPr>
          <p:nvPr>
            <p:ph/>
          </p:nvPr>
        </p:nvSpPr>
        <p:spPr>
          <a:xfrm>
            <a:off x="838080" y="1825560"/>
            <a:ext cx="10514520" cy="435024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t">
            <a:normAutofit lnSpcReduction="9999"/>
          </a:bodyPr>
          <a:p>
            <a:pPr indent="0" defTabSz="914400">
              <a:lnSpc>
                <a:spcPct val="90000"/>
              </a:lnSpc>
              <a:spcBef>
                <a:spcPts val="1001"/>
              </a:spcBef>
              <a:buNone/>
              <a:tabLst>
                <a:tab algn="l" pos="0"/>
              </a:tabLst>
            </a:pPr>
            <a:r>
              <a:rPr b="0" lang="de-DE" sz="2800" strike="noStrike" u="none">
                <a:solidFill>
                  <a:srgbClr val="48484c"/>
                </a:solidFill>
                <a:uFillTx/>
                <a:latin typeface="SourceCodePro"/>
              </a:rPr>
              <a:t>getAll</a:t>
            </a:r>
            <a:r>
              <a:rPr b="0" lang="de-DE" sz="2800" strike="noStrike" u="none">
                <a:solidFill>
                  <a:srgbClr val="93a1a1"/>
                </a:solidFill>
                <a:uFillTx/>
                <a:latin typeface="SourceCodePro"/>
              </a:rPr>
              <a:t>():</a:t>
            </a:r>
            <a:r>
              <a:rPr b="0" lang="de-DE" sz="2800" strike="noStrike" u="none">
                <a:solidFill>
                  <a:srgbClr val="48484c"/>
                </a:solidFill>
                <a:uFillTx/>
                <a:latin typeface="SourceCodePro"/>
              </a:rPr>
              <a:t> </a:t>
            </a:r>
            <a:r>
              <a:rPr b="0" lang="de-DE" sz="2800" strike="noStrike" u="none">
                <a:solidFill>
                  <a:srgbClr val="008080"/>
                </a:solidFill>
                <a:uFillTx/>
                <a:latin typeface="SourceCodePro"/>
              </a:rPr>
              <a:t>Observable</a:t>
            </a:r>
            <a:r>
              <a:rPr b="0" lang="de-DE" sz="2800" strike="noStrike" u="none">
                <a:solidFill>
                  <a:srgbClr val="93a1a1"/>
                </a:solidFill>
                <a:uFillTx/>
                <a:latin typeface="SourceCodePro"/>
              </a:rPr>
              <a:t>&lt;</a:t>
            </a:r>
            <a:r>
              <a:rPr b="0" lang="de-DE" sz="2800" strike="noStrike" u="none">
                <a:solidFill>
                  <a:srgbClr val="008080"/>
                </a:solidFill>
                <a:uFillTx/>
                <a:latin typeface="SourceCodePro"/>
              </a:rPr>
              <a:t>Release</a:t>
            </a:r>
            <a:r>
              <a:rPr b="0" lang="de-DE" sz="2800" strike="noStrike" u="none">
                <a:solidFill>
                  <a:srgbClr val="93a1a1"/>
                </a:solidFill>
                <a:uFillTx/>
                <a:latin typeface="SourceCodePro"/>
              </a:rPr>
              <a:t>[]&gt;</a:t>
            </a:r>
            <a:r>
              <a:rPr b="0" lang="de-DE" sz="2800" strike="noStrike" u="none">
                <a:solidFill>
                  <a:srgbClr val="48484c"/>
                </a:solidFill>
                <a:uFillTx/>
                <a:latin typeface="SourceCodePro"/>
              </a:rPr>
              <a:t> </a:t>
            </a:r>
            <a:r>
              <a:rPr b="0" lang="de-DE" sz="2800" strike="noStrike" u="none">
                <a:solidFill>
                  <a:srgbClr val="93a1a1"/>
                </a:solidFill>
                <a:uFillTx/>
                <a:latin typeface="SourceCodePro"/>
              </a:rPr>
              <a:t>{</a:t>
            </a:r>
            <a:endParaRPr b="0" lang="de-DE" sz="2800" strike="noStrike" u="none">
              <a:solidFill>
                <a:srgbClr val="000000"/>
              </a:solidFill>
              <a:uFillTx/>
              <a:latin typeface="Arial"/>
            </a:endParaRPr>
          </a:p>
          <a:p>
            <a:pPr marL="457200" indent="0" defTabSz="914400">
              <a:lnSpc>
                <a:spcPct val="90000"/>
              </a:lnSpc>
              <a:spcBef>
                <a:spcPts val="499"/>
              </a:spcBef>
              <a:buNone/>
              <a:tabLst>
                <a:tab algn="l" pos="0"/>
              </a:tabLst>
            </a:pPr>
            <a:r>
              <a:rPr b="0" lang="de-DE" sz="2400" strike="noStrike" u="none">
                <a:solidFill>
                  <a:srgbClr val="1e347b"/>
                </a:solidFill>
                <a:uFillTx/>
                <a:latin typeface="SourceCodePro"/>
              </a:rPr>
              <a:t>return</a:t>
            </a:r>
            <a:r>
              <a:rPr b="0" lang="de-DE" sz="2400" strike="noStrike" u="none">
                <a:solidFill>
                  <a:srgbClr val="48484c"/>
                </a:solidFill>
                <a:uFillTx/>
                <a:latin typeface="SourceCodePro"/>
              </a:rPr>
              <a:t> </a:t>
            </a:r>
            <a:r>
              <a:rPr b="0" lang="de-DE" sz="2400" strike="noStrike" u="none">
                <a:solidFill>
                  <a:srgbClr val="1e347b"/>
                </a:solidFill>
                <a:uFillTx/>
                <a:latin typeface="SourceCodePro"/>
              </a:rPr>
              <a:t>this</a:t>
            </a:r>
            <a:r>
              <a:rPr b="0" lang="de-DE" sz="2400" strike="noStrike" u="none">
                <a:solidFill>
                  <a:srgbClr val="93a1a1"/>
                </a:solidFill>
                <a:uFillTx/>
                <a:latin typeface="SourceCodePro"/>
              </a:rPr>
              <a:t>.</a:t>
            </a:r>
            <a:r>
              <a:rPr b="0" lang="de-DE" sz="2400" strike="noStrike" u="none">
                <a:solidFill>
                  <a:srgbClr val="48484c"/>
                </a:solidFill>
                <a:uFillTx/>
                <a:latin typeface="SourceCodePro"/>
              </a:rPr>
              <a:t>http</a:t>
            </a:r>
            <a:r>
              <a:rPr b="0" lang="de-DE" sz="2400" strike="noStrike" u="none">
                <a:solidFill>
                  <a:srgbClr val="93a1a1"/>
                </a:solidFill>
                <a:uFillTx/>
                <a:latin typeface="SourceCodePro"/>
              </a:rPr>
              <a:t>.</a:t>
            </a:r>
            <a:r>
              <a:rPr b="0" lang="de-DE" sz="2400" strike="noStrike" u="none">
                <a:solidFill>
                  <a:srgbClr val="1e347b"/>
                </a:solidFill>
                <a:uFillTx/>
                <a:latin typeface="SourceCodePro"/>
              </a:rPr>
              <a:t>get</a:t>
            </a:r>
            <a:r>
              <a:rPr b="0" lang="de-DE" sz="2400" strike="noStrike" u="none">
                <a:solidFill>
                  <a:srgbClr val="93a1a1"/>
                </a:solidFill>
                <a:uFillTx/>
                <a:latin typeface="SourceCodePro"/>
              </a:rPr>
              <a:t>(</a:t>
            </a:r>
            <a:r>
              <a:rPr b="0" lang="de-DE" sz="2400" strike="noStrike" u="none">
                <a:solidFill>
                  <a:srgbClr val="dd1144"/>
                </a:solidFill>
                <a:uFillTx/>
                <a:latin typeface="SourceCodePro"/>
              </a:rPr>
              <a:t>'api/release'</a:t>
            </a:r>
            <a:r>
              <a:rPr b="0" lang="de-DE" sz="2400" strike="noStrike" u="none">
                <a:solidFill>
                  <a:srgbClr val="93a1a1"/>
                </a:solidFill>
                <a:uFillTx/>
                <a:latin typeface="SourceCodePro"/>
              </a:rPr>
              <a:t>)</a:t>
            </a:r>
            <a:endParaRPr b="0" lang="de-DE" sz="2400" strike="noStrike" u="none">
              <a:solidFill>
                <a:srgbClr val="000000"/>
              </a:solidFill>
              <a:uFillTx/>
              <a:latin typeface="Arial"/>
            </a:endParaRPr>
          </a:p>
          <a:p>
            <a:pPr marL="457200" indent="0" defTabSz="914400">
              <a:lnSpc>
                <a:spcPct val="90000"/>
              </a:lnSpc>
              <a:spcBef>
                <a:spcPts val="499"/>
              </a:spcBef>
              <a:buNone/>
              <a:tabLst>
                <a:tab algn="l" pos="0"/>
              </a:tabLst>
            </a:pPr>
            <a:r>
              <a:rPr b="0" lang="de-DE" sz="2400" strike="noStrike" u="none">
                <a:solidFill>
                  <a:srgbClr val="93a1a1"/>
                </a:solidFill>
                <a:uFillTx/>
                <a:latin typeface="SourceCodePro"/>
              </a:rPr>
              <a:t>.</a:t>
            </a:r>
            <a:r>
              <a:rPr b="0" lang="de-DE" sz="2400" strike="noStrike" u="none">
                <a:solidFill>
                  <a:srgbClr val="48484c"/>
                </a:solidFill>
                <a:uFillTx/>
                <a:latin typeface="SourceCodePro"/>
              </a:rPr>
              <a:t>map</a:t>
            </a:r>
            <a:r>
              <a:rPr b="0" lang="de-DE" sz="2400" strike="noStrike" u="none">
                <a:solidFill>
                  <a:srgbClr val="93a1a1"/>
                </a:solidFill>
                <a:uFillTx/>
                <a:latin typeface="SourceCodePro"/>
              </a:rPr>
              <a:t>(</a:t>
            </a:r>
            <a:r>
              <a:rPr b="0" lang="de-DE" sz="2400" strike="noStrike" u="none">
                <a:solidFill>
                  <a:srgbClr val="1e347b"/>
                </a:solidFill>
                <a:uFillTx/>
                <a:latin typeface="SourceCodePro"/>
              </a:rPr>
              <a:t>this</a:t>
            </a:r>
            <a:r>
              <a:rPr b="0" lang="de-DE" sz="2400" strike="noStrike" u="none">
                <a:solidFill>
                  <a:srgbClr val="93a1a1"/>
                </a:solidFill>
                <a:uFillTx/>
                <a:latin typeface="SourceCodePro"/>
              </a:rPr>
              <a:t>.</a:t>
            </a:r>
            <a:r>
              <a:rPr b="0" lang="de-DE" sz="2400" strike="noStrike" u="none">
                <a:solidFill>
                  <a:srgbClr val="48484c"/>
                </a:solidFill>
                <a:uFillTx/>
                <a:latin typeface="SourceCodePro"/>
              </a:rPr>
              <a:t>extractJsonData</a:t>
            </a:r>
            <a:r>
              <a:rPr b="0" lang="de-DE" sz="2400" strike="noStrike" u="none">
                <a:solidFill>
                  <a:srgbClr val="93a1a1"/>
                </a:solidFill>
                <a:uFillTx/>
                <a:latin typeface="SourceCodePro"/>
              </a:rPr>
              <a:t>)</a:t>
            </a:r>
            <a:endParaRPr b="0" lang="de-DE" sz="2400" strike="noStrike" u="none">
              <a:solidFill>
                <a:srgbClr val="000000"/>
              </a:solidFill>
              <a:uFillTx/>
              <a:latin typeface="Arial"/>
            </a:endParaRPr>
          </a:p>
          <a:p>
            <a:pPr marL="457200" indent="0" defTabSz="914400">
              <a:lnSpc>
                <a:spcPct val="90000"/>
              </a:lnSpc>
              <a:spcBef>
                <a:spcPts val="499"/>
              </a:spcBef>
              <a:buNone/>
              <a:tabLst>
                <a:tab algn="l" pos="0"/>
              </a:tabLst>
            </a:pPr>
            <a:r>
              <a:rPr b="0" lang="de-DE" sz="2400" strike="noStrike" u="none">
                <a:solidFill>
                  <a:srgbClr val="93a1a1"/>
                </a:solidFill>
                <a:uFillTx/>
                <a:latin typeface="SourceCodePro"/>
              </a:rPr>
              <a:t>.</a:t>
            </a:r>
            <a:r>
              <a:rPr b="0" lang="de-DE" sz="2400" strike="noStrike" u="none">
                <a:solidFill>
                  <a:srgbClr val="1e347b"/>
                </a:solidFill>
                <a:uFillTx/>
                <a:latin typeface="SourceCodePro"/>
              </a:rPr>
              <a:t>catch</a:t>
            </a:r>
            <a:r>
              <a:rPr b="0" lang="de-DE" sz="2400" strike="noStrike" u="none">
                <a:solidFill>
                  <a:srgbClr val="93a1a1"/>
                </a:solidFill>
                <a:uFillTx/>
                <a:latin typeface="SourceCodePro"/>
              </a:rPr>
              <a:t>(</a:t>
            </a:r>
            <a:r>
              <a:rPr b="0" lang="de-DE" sz="2400" strike="noStrike" u="none">
                <a:solidFill>
                  <a:srgbClr val="1e347b"/>
                </a:solidFill>
                <a:uFillTx/>
                <a:latin typeface="SourceCodePro"/>
              </a:rPr>
              <a:t>this</a:t>
            </a:r>
            <a:r>
              <a:rPr b="0" lang="de-DE" sz="2400" strike="noStrike" u="none">
                <a:solidFill>
                  <a:srgbClr val="93a1a1"/>
                </a:solidFill>
                <a:uFillTx/>
                <a:latin typeface="SourceCodePro"/>
              </a:rPr>
              <a:t>.</a:t>
            </a:r>
            <a:r>
              <a:rPr b="0" lang="de-DE" sz="2400" strike="noStrike" u="none">
                <a:solidFill>
                  <a:srgbClr val="48484c"/>
                </a:solidFill>
                <a:uFillTx/>
                <a:latin typeface="SourceCodePro"/>
              </a:rPr>
              <a:t>handleError</a:t>
            </a:r>
            <a:r>
              <a:rPr b="0" lang="de-DE" sz="2400" strike="noStrike" u="none">
                <a:solidFill>
                  <a:srgbClr val="93a1a1"/>
                </a:solidFill>
                <a:uFillTx/>
                <a:latin typeface="SourceCodePro"/>
              </a:rPr>
              <a:t>);</a:t>
            </a:r>
            <a:endParaRPr b="0" lang="de-DE" sz="2400" strike="noStrike" u="none">
              <a:solidFill>
                <a:srgbClr val="000000"/>
              </a:solidFill>
              <a:uFillTx/>
              <a:latin typeface="Arial"/>
            </a:endParaRPr>
          </a:p>
          <a:p>
            <a:pPr marL="457200" indent="0" defTabSz="914400">
              <a:lnSpc>
                <a:spcPct val="90000"/>
              </a:lnSpc>
              <a:spcBef>
                <a:spcPts val="1001"/>
              </a:spcBef>
              <a:buNone/>
              <a:tabLst>
                <a:tab algn="l" pos="0"/>
              </a:tabLst>
            </a:pPr>
            <a:r>
              <a:rPr b="0" lang="de-DE" sz="2800" strike="noStrike" u="none">
                <a:solidFill>
                  <a:srgbClr val="93a1a1"/>
                </a:solidFill>
                <a:uFillTx/>
                <a:latin typeface="SourceCodePro"/>
              </a:rPr>
              <a:t>}</a:t>
            </a:r>
            <a:endParaRPr b="0" lang="de-DE" sz="2800" strike="noStrike" u="none">
              <a:solidFill>
                <a:srgbClr val="000000"/>
              </a:solidFill>
              <a:uFillTx/>
              <a:latin typeface="Arial"/>
            </a:endParaRPr>
          </a:p>
          <a:p>
            <a:pPr marL="457200" indent="0" defTabSz="914400">
              <a:lnSpc>
                <a:spcPct val="90000"/>
              </a:lnSpc>
              <a:spcBef>
                <a:spcPts val="1001"/>
              </a:spcBef>
              <a:buNone/>
              <a:tabLst>
                <a:tab algn="l" pos="0"/>
              </a:tabLst>
            </a:pPr>
            <a:r>
              <a:rPr b="0" lang="de-DE" sz="2800" strike="noStrike" u="none">
                <a:solidFill>
                  <a:srgbClr val="48484c"/>
                </a:solidFill>
                <a:uFillTx/>
                <a:latin typeface="SourceCodePro"/>
              </a:rPr>
              <a:t> </a:t>
            </a:r>
            <a:endParaRPr b="0" lang="de-DE" sz="2800" strike="noStrike" u="none">
              <a:solidFill>
                <a:srgbClr val="000000"/>
              </a:solidFill>
              <a:uFillTx/>
              <a:latin typeface="Arial"/>
            </a:endParaRPr>
          </a:p>
          <a:p>
            <a:pPr marL="457200" indent="0" defTabSz="914400">
              <a:lnSpc>
                <a:spcPct val="90000"/>
              </a:lnSpc>
              <a:spcBef>
                <a:spcPts val="1001"/>
              </a:spcBef>
              <a:buNone/>
              <a:tabLst>
                <a:tab algn="l" pos="0"/>
              </a:tabLst>
            </a:pPr>
            <a:r>
              <a:rPr b="0" lang="de-DE" sz="2800" strike="noStrike" u="none">
                <a:solidFill>
                  <a:srgbClr val="1e347b"/>
                </a:solidFill>
                <a:uFillTx/>
                <a:latin typeface="SourceCodePro"/>
              </a:rPr>
              <a:t>private</a:t>
            </a:r>
            <a:r>
              <a:rPr b="0" lang="de-DE" sz="2800" strike="noStrike" u="none">
                <a:solidFill>
                  <a:srgbClr val="48484c"/>
                </a:solidFill>
                <a:uFillTx/>
                <a:latin typeface="SourceCodePro"/>
              </a:rPr>
              <a:t> extractJsonData</a:t>
            </a:r>
            <a:r>
              <a:rPr b="0" lang="de-DE" sz="2800" strike="noStrike" u="none">
                <a:solidFill>
                  <a:srgbClr val="93a1a1"/>
                </a:solidFill>
                <a:uFillTx/>
                <a:latin typeface="SourceCodePro"/>
              </a:rPr>
              <a:t>(</a:t>
            </a:r>
            <a:r>
              <a:rPr b="0" lang="de-DE" sz="2800" strike="noStrike" u="none">
                <a:solidFill>
                  <a:srgbClr val="48484c"/>
                </a:solidFill>
                <a:uFillTx/>
                <a:latin typeface="SourceCodePro"/>
              </a:rPr>
              <a:t>res</a:t>
            </a:r>
            <a:r>
              <a:rPr b="0" lang="de-DE" sz="2800" strike="noStrike" u="none">
                <a:solidFill>
                  <a:srgbClr val="93a1a1"/>
                </a:solidFill>
                <a:uFillTx/>
                <a:latin typeface="SourceCodePro"/>
              </a:rPr>
              <a:t>:</a:t>
            </a:r>
            <a:r>
              <a:rPr b="0" lang="de-DE" sz="2800" strike="noStrike" u="none">
                <a:solidFill>
                  <a:srgbClr val="48484c"/>
                </a:solidFill>
                <a:uFillTx/>
                <a:latin typeface="SourceCodePro"/>
              </a:rPr>
              <a:t> </a:t>
            </a:r>
            <a:r>
              <a:rPr b="0" lang="de-DE" sz="2800" strike="noStrike" u="none">
                <a:solidFill>
                  <a:srgbClr val="008080"/>
                </a:solidFill>
                <a:uFillTx/>
                <a:latin typeface="SourceCodePro"/>
              </a:rPr>
              <a:t>Response</a:t>
            </a:r>
            <a:r>
              <a:rPr b="0" lang="de-DE" sz="2800" strike="noStrike" u="none">
                <a:solidFill>
                  <a:srgbClr val="93a1a1"/>
                </a:solidFill>
                <a:uFillTx/>
                <a:latin typeface="SourceCodePro"/>
              </a:rPr>
              <a:t>)</a:t>
            </a:r>
            <a:r>
              <a:rPr b="0" lang="de-DE" sz="2800" strike="noStrike" u="none">
                <a:solidFill>
                  <a:srgbClr val="48484c"/>
                </a:solidFill>
                <a:uFillTx/>
                <a:latin typeface="SourceCodePro"/>
              </a:rPr>
              <a:t> </a:t>
            </a:r>
            <a:r>
              <a:rPr b="0" lang="de-DE" sz="2800" strike="noStrike" u="none">
                <a:solidFill>
                  <a:srgbClr val="93a1a1"/>
                </a:solidFill>
                <a:uFillTx/>
                <a:latin typeface="SourceCodePro"/>
              </a:rPr>
              <a:t>{</a:t>
            </a:r>
            <a:endParaRPr b="0" lang="de-DE" sz="2800" strike="noStrike" u="none">
              <a:solidFill>
                <a:srgbClr val="000000"/>
              </a:solidFill>
              <a:uFillTx/>
              <a:latin typeface="Arial"/>
            </a:endParaRPr>
          </a:p>
          <a:p>
            <a:pPr marL="457200" indent="0" defTabSz="914400">
              <a:lnSpc>
                <a:spcPct val="90000"/>
              </a:lnSpc>
              <a:spcBef>
                <a:spcPts val="499"/>
              </a:spcBef>
              <a:buNone/>
              <a:tabLst>
                <a:tab algn="l" pos="0"/>
              </a:tabLst>
            </a:pPr>
            <a:r>
              <a:rPr b="0" lang="de-DE" sz="2400" strike="noStrike" u="none">
                <a:solidFill>
                  <a:srgbClr val="1e347b"/>
                </a:solidFill>
                <a:uFillTx/>
                <a:latin typeface="SourceCodePro"/>
              </a:rPr>
              <a:t>let</a:t>
            </a:r>
            <a:r>
              <a:rPr b="0" lang="de-DE" sz="2400" strike="noStrike" u="none">
                <a:solidFill>
                  <a:srgbClr val="48484c"/>
                </a:solidFill>
                <a:uFillTx/>
                <a:latin typeface="SourceCodePro"/>
              </a:rPr>
              <a:t> data </a:t>
            </a:r>
            <a:r>
              <a:rPr b="0" lang="de-DE" sz="2400" strike="noStrike" u="none">
                <a:solidFill>
                  <a:srgbClr val="93a1a1"/>
                </a:solidFill>
                <a:uFillTx/>
                <a:latin typeface="SourceCodePro"/>
              </a:rPr>
              <a:t>=</a:t>
            </a:r>
            <a:r>
              <a:rPr b="0" lang="de-DE" sz="2400" strike="noStrike" u="none">
                <a:solidFill>
                  <a:srgbClr val="48484c"/>
                </a:solidFill>
                <a:uFillTx/>
                <a:latin typeface="SourceCodePro"/>
              </a:rPr>
              <a:t> res</a:t>
            </a:r>
            <a:r>
              <a:rPr b="0" lang="de-DE" sz="2400" strike="noStrike" u="none">
                <a:solidFill>
                  <a:srgbClr val="93a1a1"/>
                </a:solidFill>
                <a:uFillTx/>
                <a:latin typeface="SourceCodePro"/>
              </a:rPr>
              <a:t>.</a:t>
            </a:r>
            <a:r>
              <a:rPr b="0" lang="de-DE" sz="2400" strike="noStrike" u="none">
                <a:solidFill>
                  <a:srgbClr val="48484c"/>
                </a:solidFill>
                <a:uFillTx/>
                <a:latin typeface="SourceCodePro"/>
              </a:rPr>
              <a:t>json</a:t>
            </a:r>
            <a:r>
              <a:rPr b="0" lang="de-DE" sz="2400" strike="noStrike" u="none">
                <a:solidFill>
                  <a:srgbClr val="93a1a1"/>
                </a:solidFill>
                <a:uFillTx/>
                <a:latin typeface="SourceCodePro"/>
              </a:rPr>
              <a:t>();</a:t>
            </a:r>
            <a:endParaRPr b="0" lang="de-DE" sz="2400" strike="noStrike" u="none">
              <a:solidFill>
                <a:srgbClr val="000000"/>
              </a:solidFill>
              <a:uFillTx/>
              <a:latin typeface="Arial"/>
            </a:endParaRPr>
          </a:p>
          <a:p>
            <a:pPr marL="457200" indent="0" defTabSz="914400">
              <a:lnSpc>
                <a:spcPct val="90000"/>
              </a:lnSpc>
              <a:spcBef>
                <a:spcPts val="499"/>
              </a:spcBef>
              <a:buNone/>
              <a:tabLst>
                <a:tab algn="l" pos="0"/>
              </a:tabLst>
            </a:pPr>
            <a:r>
              <a:rPr b="0" lang="de-DE" sz="2400" strike="noStrike" u="none">
                <a:solidFill>
                  <a:srgbClr val="1e347b"/>
                </a:solidFill>
                <a:uFillTx/>
                <a:latin typeface="SourceCodePro"/>
              </a:rPr>
              <a:t>return</a:t>
            </a:r>
            <a:r>
              <a:rPr b="0" lang="de-DE" sz="2400" strike="noStrike" u="none">
                <a:solidFill>
                  <a:srgbClr val="48484c"/>
                </a:solidFill>
                <a:uFillTx/>
                <a:latin typeface="SourceCodePro"/>
              </a:rPr>
              <a:t> data</a:t>
            </a:r>
            <a:endParaRPr b="0" lang="de-DE" sz="2400" strike="noStrike" u="none">
              <a:solidFill>
                <a:srgbClr val="000000"/>
              </a:solidFill>
              <a:uFillTx/>
              <a:latin typeface="Arial"/>
            </a:endParaRPr>
          </a:p>
          <a:p>
            <a:pPr marL="457200" indent="0" defTabSz="914400">
              <a:lnSpc>
                <a:spcPct val="90000"/>
              </a:lnSpc>
              <a:spcBef>
                <a:spcPts val="1001"/>
              </a:spcBef>
              <a:buNone/>
              <a:tabLst>
                <a:tab algn="l" pos="0"/>
              </a:tabLst>
            </a:pPr>
            <a:r>
              <a:rPr b="0" lang="de-DE" sz="2800" strike="noStrike" u="none">
                <a:solidFill>
                  <a:srgbClr val="93a1a1"/>
                </a:solidFill>
                <a:uFillTx/>
                <a:latin typeface="SourceCodePro"/>
              </a:rPr>
              <a:t>}</a:t>
            </a:r>
            <a:endParaRPr b="0" lang="de-DE" sz="2800" strike="noStrike" u="none">
              <a:solidFill>
                <a:srgbClr val="000000"/>
              </a:solidFill>
              <a:uFillTx/>
              <a:latin typeface="Arial"/>
            </a:endParaRPr>
          </a:p>
          <a:p>
            <a:pPr marL="457200" indent="0" defTabSz="914400">
              <a:lnSpc>
                <a:spcPct val="90000"/>
              </a:lnSpc>
              <a:spcBef>
                <a:spcPts val="1001"/>
              </a:spcBef>
              <a:buNone/>
              <a:tabLst>
                <a:tab algn="l" pos="0"/>
              </a:tabLst>
            </a:pPr>
            <a:endParaRPr b="0" lang="de-DE" sz="2800" strike="noStrike" u="none">
              <a:solidFill>
                <a:srgbClr val="000000"/>
              </a:solidFill>
              <a:uFillTx/>
              <a:latin typeface="Arial"/>
            </a:endParaRPr>
          </a:p>
        </p:txBody>
      </p:sp>
      <p:sp>
        <p:nvSpPr>
          <p:cNvPr id="1184" name="Textfeld 3"/>
          <p:cNvSpPr/>
          <p:nvPr/>
        </p:nvSpPr>
        <p:spPr>
          <a:xfrm>
            <a:off x="7754760" y="2199240"/>
            <a:ext cx="1877400" cy="363960"/>
          </a:xfrm>
          <a:prstGeom prst="rect">
            <a:avLst/>
          </a:prstGeom>
          <a:gradFill rotWithShape="0">
            <a:gsLst>
              <a:gs pos="0">
                <a:srgbClr val="98c861"/>
              </a:gs>
              <a:gs pos="50000">
                <a:srgbClr val="8bc63e"/>
              </a:gs>
              <a:gs pos="100000">
                <a:srgbClr val="7cb831"/>
              </a:gs>
            </a:gsLst>
            <a:lin ang="5400000"/>
          </a:gradFill>
          <a:ln w="0">
            <a:noFill/>
          </a:ln>
          <a:effectLst>
            <a:outerShdw algn="ctr" blurRad="57240" dir="5400000" dist="19080" rotWithShape="0">
              <a:srgbClr val="000000">
                <a:alpha val="63000"/>
              </a:srgbClr>
            </a:outerShdw>
          </a:effectLst>
        </p:spPr>
        <p:style>
          <a:lnRef idx="0">
            <a:schemeClr val="accent2"/>
          </a:lnRef>
          <a:fillRef idx="3">
            <a:schemeClr val="accent2"/>
          </a:fillRef>
          <a:effectRef idx="3">
            <a:schemeClr val="accent2"/>
          </a:effectRef>
          <a:fontRef idx="minor"/>
        </p:style>
        <p:txBody>
          <a:bodyPr wrap="none" lIns="90000" rIns="90000" tIns="45000" bIns="45000" anchor="t">
            <a:spAutoFit/>
          </a:bodyPr>
          <a:p>
            <a:pPr defTabSz="914400">
              <a:lnSpc>
                <a:spcPct val="100000"/>
              </a:lnSpc>
            </a:pPr>
            <a:r>
              <a:rPr b="0" lang="de-DE" sz="1800" strike="noStrike" u="none">
                <a:solidFill>
                  <a:schemeClr val="lt1"/>
                </a:solidFill>
                <a:uFillTx/>
                <a:latin typeface="Calibri"/>
              </a:rPr>
              <a:t>Liefert Observable</a:t>
            </a:r>
            <a:endParaRPr b="0" lang="de-DE" sz="1800" strike="noStrike" u="none">
              <a:solidFill>
                <a:srgbClr val="000000"/>
              </a:solidFill>
              <a:uFillTx/>
              <a:latin typeface="Arial"/>
            </a:endParaRPr>
          </a:p>
        </p:txBody>
      </p:sp>
      <p:cxnSp>
        <p:nvCxnSpPr>
          <p:cNvPr id="1185" name="Gerade Verbindung mit Pfeil 5"/>
          <p:cNvCxnSpPr/>
          <p:nvPr/>
        </p:nvCxnSpPr>
        <p:spPr>
          <a:xfrm flipH="1">
            <a:off x="5902920" y="2326320"/>
            <a:ext cx="1679400" cy="1080"/>
          </a:xfrm>
          <a:prstGeom prst="straightConnector1">
            <a:avLst/>
          </a:prstGeom>
          <a:ln w="0">
            <a:solidFill>
              <a:srgbClr val="1d9a78"/>
            </a:solidFill>
            <a:tailEnd len="med" type="triangle" w="med"/>
          </a:ln>
        </p:spPr>
      </p:cxn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244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86" name="PlaceHolder 1"/>
          <p:cNvSpPr>
            <a:spLocks noGrp="1"/>
          </p:cNvSpPr>
          <p:nvPr>
            <p:ph type="title"/>
          </p:nvPr>
        </p:nvSpPr>
        <p:spPr>
          <a:xfrm>
            <a:off x="838080" y="365040"/>
            <a:ext cx="10514520" cy="132444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ctr">
            <a:noAutofit/>
          </a:bodyPr>
          <a:p>
            <a:pPr indent="0" defTabSz="914400">
              <a:lnSpc>
                <a:spcPct val="90000"/>
              </a:lnSpc>
              <a:buNone/>
              <a:tabLst>
                <a:tab algn="l" pos="0"/>
              </a:tabLst>
            </a:pPr>
            <a:r>
              <a:rPr b="0" lang="de-DE" sz="4400" strike="noStrike" u="none">
                <a:solidFill>
                  <a:schemeClr val="dk1"/>
                </a:solidFill>
                <a:uFillTx/>
                <a:latin typeface="Calibri Light"/>
              </a:rPr>
              <a:t>Exception Handler</a:t>
            </a:r>
            <a:endParaRPr b="0" lang="de-DE" sz="4400" strike="noStrike" u="none">
              <a:solidFill>
                <a:srgbClr val="000000"/>
              </a:solidFill>
              <a:uFillTx/>
              <a:latin typeface="Arial"/>
            </a:endParaRPr>
          </a:p>
        </p:txBody>
      </p:sp>
      <p:sp>
        <p:nvSpPr>
          <p:cNvPr id="1187" name="PlaceHolder 2"/>
          <p:cNvSpPr>
            <a:spLocks noGrp="1"/>
          </p:cNvSpPr>
          <p:nvPr>
            <p:ph/>
          </p:nvPr>
        </p:nvSpPr>
        <p:spPr>
          <a:xfrm>
            <a:off x="838080" y="1825560"/>
            <a:ext cx="10514520" cy="435024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t">
            <a:normAutofit fontScale="85000" lnSpcReduction="19999"/>
          </a:bodyPr>
          <a:p>
            <a:pPr indent="0" defTabSz="914400">
              <a:lnSpc>
                <a:spcPct val="90000"/>
              </a:lnSpc>
              <a:spcBef>
                <a:spcPts val="1001"/>
              </a:spcBef>
              <a:buNone/>
              <a:tabLst>
                <a:tab algn="l" pos="0"/>
              </a:tabLst>
            </a:pPr>
            <a:r>
              <a:rPr b="0" lang="de-DE" sz="2800" strike="noStrike" u="none">
                <a:solidFill>
                  <a:srgbClr val="1e347b"/>
                </a:solidFill>
                <a:uFillTx/>
                <a:latin typeface="SourceCodePro"/>
              </a:rPr>
              <a:t>private</a:t>
            </a:r>
            <a:r>
              <a:rPr b="0" lang="de-DE" sz="2800" strike="noStrike" u="none">
                <a:solidFill>
                  <a:srgbClr val="48484c"/>
                </a:solidFill>
                <a:uFillTx/>
                <a:latin typeface="SourceCodePro"/>
              </a:rPr>
              <a:t> handleError </a:t>
            </a:r>
            <a:r>
              <a:rPr b="0" lang="de-DE" sz="2800" strike="noStrike" u="none">
                <a:solidFill>
                  <a:srgbClr val="93a1a1"/>
                </a:solidFill>
                <a:uFillTx/>
                <a:latin typeface="SourceCodePro"/>
              </a:rPr>
              <a:t>(</a:t>
            </a:r>
            <a:r>
              <a:rPr b="0" lang="de-DE" sz="2800" strike="noStrike" u="none">
                <a:solidFill>
                  <a:srgbClr val="48484c"/>
                </a:solidFill>
                <a:uFillTx/>
                <a:latin typeface="SourceCodePro"/>
              </a:rPr>
              <a:t>error</a:t>
            </a:r>
            <a:r>
              <a:rPr b="0" lang="de-DE" sz="2800" strike="noStrike" u="none">
                <a:solidFill>
                  <a:srgbClr val="93a1a1"/>
                </a:solidFill>
                <a:uFillTx/>
                <a:latin typeface="SourceCodePro"/>
              </a:rPr>
              <a:t>:</a:t>
            </a:r>
            <a:r>
              <a:rPr b="0" lang="de-DE" sz="2800" strike="noStrike" u="none">
                <a:solidFill>
                  <a:srgbClr val="48484c"/>
                </a:solidFill>
                <a:uFillTx/>
                <a:latin typeface="SourceCodePro"/>
              </a:rPr>
              <a:t> any</a:t>
            </a:r>
            <a:r>
              <a:rPr b="0" lang="de-DE" sz="2800" strike="noStrike" u="none">
                <a:solidFill>
                  <a:srgbClr val="93a1a1"/>
                </a:solidFill>
                <a:uFillTx/>
                <a:latin typeface="SourceCodePro"/>
              </a:rPr>
              <a:t>)</a:t>
            </a:r>
            <a:r>
              <a:rPr b="0" lang="de-DE" sz="2800" strike="noStrike" u="none">
                <a:solidFill>
                  <a:srgbClr val="48484c"/>
                </a:solidFill>
                <a:uFillTx/>
                <a:latin typeface="SourceCodePro"/>
              </a:rPr>
              <a:t> </a:t>
            </a:r>
            <a:r>
              <a:rPr b="0" lang="de-DE" sz="2800" strike="noStrike" u="none">
                <a:solidFill>
                  <a:srgbClr val="93a1a1"/>
                </a:solidFill>
                <a:uFillTx/>
                <a:latin typeface="SourceCodePro"/>
              </a:rPr>
              <a:t>{</a:t>
            </a:r>
            <a:endParaRPr b="0" lang="de-DE" sz="2800" strike="noStrike" u="none">
              <a:solidFill>
                <a:srgbClr val="000000"/>
              </a:solidFill>
              <a:uFillTx/>
              <a:latin typeface="Arial"/>
            </a:endParaRPr>
          </a:p>
          <a:p>
            <a:pPr marL="457200" indent="0" defTabSz="914400">
              <a:lnSpc>
                <a:spcPct val="90000"/>
              </a:lnSpc>
              <a:spcBef>
                <a:spcPts val="499"/>
              </a:spcBef>
              <a:buNone/>
              <a:tabLst>
                <a:tab algn="l" pos="0"/>
              </a:tabLst>
            </a:pPr>
            <a:r>
              <a:rPr b="0" lang="de-DE" sz="2400" strike="noStrike" u="none">
                <a:solidFill>
                  <a:srgbClr val="1e347b"/>
                </a:solidFill>
                <a:uFillTx/>
                <a:latin typeface="SourceCodePro"/>
              </a:rPr>
              <a:t>let</a:t>
            </a:r>
            <a:r>
              <a:rPr b="0" lang="de-DE" sz="2400" strike="noStrike" u="none">
                <a:solidFill>
                  <a:srgbClr val="48484c"/>
                </a:solidFill>
                <a:uFillTx/>
                <a:latin typeface="SourceCodePro"/>
              </a:rPr>
              <a:t> message</a:t>
            </a:r>
            <a:r>
              <a:rPr b="0" lang="de-DE" sz="2400" strike="noStrike" u="none">
                <a:solidFill>
                  <a:srgbClr val="93a1a1"/>
                </a:solidFill>
                <a:uFillTx/>
                <a:latin typeface="SourceCodePro"/>
              </a:rPr>
              <a:t>;</a:t>
            </a:r>
            <a:endParaRPr b="0" lang="de-DE" sz="2400" strike="noStrike" u="none">
              <a:solidFill>
                <a:srgbClr val="000000"/>
              </a:solidFill>
              <a:uFillTx/>
              <a:latin typeface="Arial"/>
            </a:endParaRPr>
          </a:p>
          <a:p>
            <a:pPr marL="457200" indent="0" defTabSz="914400">
              <a:lnSpc>
                <a:spcPct val="90000"/>
              </a:lnSpc>
              <a:spcBef>
                <a:spcPts val="499"/>
              </a:spcBef>
              <a:buNone/>
              <a:tabLst>
                <a:tab algn="l" pos="0"/>
              </a:tabLst>
            </a:pPr>
            <a:r>
              <a:rPr b="0" lang="de-DE" sz="2400" strike="noStrike" u="none">
                <a:solidFill>
                  <a:srgbClr val="1e347b"/>
                </a:solidFill>
                <a:uFillTx/>
                <a:latin typeface="SourceCodePro"/>
              </a:rPr>
              <a:t>if</a:t>
            </a:r>
            <a:r>
              <a:rPr b="0" lang="de-DE" sz="2400" strike="noStrike" u="none">
                <a:solidFill>
                  <a:srgbClr val="48484c"/>
                </a:solidFill>
                <a:uFillTx/>
                <a:latin typeface="SourceCodePro"/>
              </a:rPr>
              <a:t> </a:t>
            </a:r>
            <a:r>
              <a:rPr b="0" lang="de-DE" sz="2400" strike="noStrike" u="none">
                <a:solidFill>
                  <a:srgbClr val="93a1a1"/>
                </a:solidFill>
                <a:uFillTx/>
                <a:latin typeface="SourceCodePro"/>
              </a:rPr>
              <a:t>(</a:t>
            </a:r>
            <a:r>
              <a:rPr b="0" lang="de-DE" sz="2400" strike="noStrike" u="none">
                <a:solidFill>
                  <a:srgbClr val="48484c"/>
                </a:solidFill>
                <a:uFillTx/>
                <a:latin typeface="SourceCodePro"/>
              </a:rPr>
              <a:t>error</a:t>
            </a:r>
            <a:r>
              <a:rPr b="0" lang="de-DE" sz="2400" strike="noStrike" u="none">
                <a:solidFill>
                  <a:srgbClr val="93a1a1"/>
                </a:solidFill>
                <a:uFillTx/>
                <a:latin typeface="SourceCodePro"/>
              </a:rPr>
              <a:t>.</a:t>
            </a:r>
            <a:r>
              <a:rPr b="0" lang="de-DE" sz="2400" strike="noStrike" u="none">
                <a:solidFill>
                  <a:srgbClr val="48484c"/>
                </a:solidFill>
                <a:uFillTx/>
                <a:latin typeface="SourceCodePro"/>
              </a:rPr>
              <a:t>message</a:t>
            </a:r>
            <a:r>
              <a:rPr b="0" lang="de-DE" sz="2400" strike="noStrike" u="none">
                <a:solidFill>
                  <a:srgbClr val="93a1a1"/>
                </a:solidFill>
                <a:uFillTx/>
                <a:latin typeface="SourceCodePro"/>
              </a:rPr>
              <a:t>)</a:t>
            </a:r>
            <a:r>
              <a:rPr b="0" lang="de-DE" sz="2400" strike="noStrike" u="none">
                <a:solidFill>
                  <a:srgbClr val="48484c"/>
                </a:solidFill>
                <a:uFillTx/>
                <a:latin typeface="SourceCodePro"/>
              </a:rPr>
              <a:t> </a:t>
            </a:r>
            <a:r>
              <a:rPr b="0" lang="de-DE" sz="2400" strike="noStrike" u="none">
                <a:solidFill>
                  <a:srgbClr val="93a1a1"/>
                </a:solidFill>
                <a:uFillTx/>
                <a:latin typeface="SourceCodePro"/>
              </a:rPr>
              <a:t>{</a:t>
            </a:r>
            <a:r>
              <a:rPr b="0" lang="de-DE" sz="2400" strike="noStrike" u="none">
                <a:solidFill>
                  <a:srgbClr val="48484c"/>
                </a:solidFill>
                <a:uFillTx/>
                <a:latin typeface="SourceCodePro"/>
              </a:rPr>
              <a:t> </a:t>
            </a:r>
            <a:endParaRPr b="0" lang="de-DE" sz="2400" strike="noStrike" u="none">
              <a:solidFill>
                <a:srgbClr val="000000"/>
              </a:solidFill>
              <a:uFillTx/>
              <a:latin typeface="Arial"/>
            </a:endParaRPr>
          </a:p>
          <a:p>
            <a:pPr marL="457200" indent="0" defTabSz="914400">
              <a:lnSpc>
                <a:spcPct val="90000"/>
              </a:lnSpc>
              <a:spcBef>
                <a:spcPts val="499"/>
              </a:spcBef>
              <a:buNone/>
              <a:tabLst>
                <a:tab algn="l" pos="0"/>
              </a:tabLst>
            </a:pPr>
            <a:r>
              <a:rPr b="0" lang="de-DE" sz="2400" strike="noStrike" u="none">
                <a:solidFill>
                  <a:srgbClr val="48484c"/>
                </a:solidFill>
                <a:uFillTx/>
                <a:latin typeface="SourceCodePro"/>
              </a:rPr>
              <a:t>	</a:t>
            </a:r>
            <a:r>
              <a:rPr b="0" lang="de-DE" sz="2400" strike="noStrike" u="none">
                <a:solidFill>
                  <a:srgbClr val="48484c"/>
                </a:solidFill>
                <a:uFillTx/>
                <a:latin typeface="SourceCodePro"/>
              </a:rPr>
              <a:t>message </a:t>
            </a:r>
            <a:r>
              <a:rPr b="0" lang="de-DE" sz="2400" strike="noStrike" u="none">
                <a:solidFill>
                  <a:srgbClr val="93a1a1"/>
                </a:solidFill>
                <a:uFillTx/>
                <a:latin typeface="SourceCodePro"/>
              </a:rPr>
              <a:t>=</a:t>
            </a:r>
            <a:r>
              <a:rPr b="0" lang="de-DE" sz="2400" strike="noStrike" u="none">
                <a:solidFill>
                  <a:srgbClr val="48484c"/>
                </a:solidFill>
                <a:uFillTx/>
                <a:latin typeface="SourceCodePro"/>
              </a:rPr>
              <a:t> error</a:t>
            </a:r>
            <a:r>
              <a:rPr b="0" lang="de-DE" sz="2400" strike="noStrike" u="none">
                <a:solidFill>
                  <a:srgbClr val="93a1a1"/>
                </a:solidFill>
                <a:uFillTx/>
                <a:latin typeface="SourceCodePro"/>
              </a:rPr>
              <a:t>.</a:t>
            </a:r>
            <a:r>
              <a:rPr b="0" lang="de-DE" sz="2400" strike="noStrike" u="none">
                <a:solidFill>
                  <a:srgbClr val="48484c"/>
                </a:solidFill>
                <a:uFillTx/>
                <a:latin typeface="SourceCodePro"/>
              </a:rPr>
              <a:t>message</a:t>
            </a:r>
            <a:r>
              <a:rPr b="0" lang="de-DE" sz="2400" strike="noStrike" u="none">
                <a:solidFill>
                  <a:srgbClr val="93a1a1"/>
                </a:solidFill>
                <a:uFillTx/>
                <a:latin typeface="SourceCodePro"/>
              </a:rPr>
              <a:t>;</a:t>
            </a:r>
            <a:r>
              <a:rPr b="0" lang="de-DE" sz="2400" strike="noStrike" u="none">
                <a:solidFill>
                  <a:srgbClr val="48484c"/>
                </a:solidFill>
                <a:uFillTx/>
                <a:latin typeface="SourceCodePro"/>
              </a:rPr>
              <a:t> </a:t>
            </a:r>
            <a:endParaRPr b="0" lang="de-DE" sz="2400" strike="noStrike" u="none">
              <a:solidFill>
                <a:srgbClr val="000000"/>
              </a:solidFill>
              <a:uFillTx/>
              <a:latin typeface="Arial"/>
            </a:endParaRPr>
          </a:p>
          <a:p>
            <a:pPr marL="457200" indent="0" defTabSz="914400">
              <a:lnSpc>
                <a:spcPct val="90000"/>
              </a:lnSpc>
              <a:spcBef>
                <a:spcPts val="499"/>
              </a:spcBef>
              <a:buNone/>
              <a:tabLst>
                <a:tab algn="l" pos="0"/>
              </a:tabLst>
            </a:pPr>
            <a:r>
              <a:rPr b="0" lang="de-DE" sz="2400" strike="noStrike" u="none">
                <a:solidFill>
                  <a:srgbClr val="93a1a1"/>
                </a:solidFill>
                <a:uFillTx/>
                <a:latin typeface="SourceCodePro"/>
              </a:rPr>
              <a:t>}</a:t>
            </a:r>
            <a:endParaRPr b="0" lang="de-DE" sz="2400" strike="noStrike" u="none">
              <a:solidFill>
                <a:srgbClr val="000000"/>
              </a:solidFill>
              <a:uFillTx/>
              <a:latin typeface="Arial"/>
            </a:endParaRPr>
          </a:p>
          <a:p>
            <a:pPr marL="457200" indent="0" defTabSz="914400">
              <a:lnSpc>
                <a:spcPct val="90000"/>
              </a:lnSpc>
              <a:spcBef>
                <a:spcPts val="499"/>
              </a:spcBef>
              <a:buNone/>
              <a:tabLst>
                <a:tab algn="l" pos="0"/>
              </a:tabLst>
            </a:pPr>
            <a:r>
              <a:rPr b="0" lang="de-DE" sz="2400" strike="noStrike" u="none">
                <a:solidFill>
                  <a:srgbClr val="1e347b"/>
                </a:solidFill>
                <a:uFillTx/>
                <a:latin typeface="SourceCodePro"/>
              </a:rPr>
              <a:t>else</a:t>
            </a:r>
            <a:r>
              <a:rPr b="0" lang="de-DE" sz="2400" strike="noStrike" u="none">
                <a:solidFill>
                  <a:srgbClr val="48484c"/>
                </a:solidFill>
                <a:uFillTx/>
                <a:latin typeface="SourceCodePro"/>
              </a:rPr>
              <a:t> </a:t>
            </a:r>
            <a:r>
              <a:rPr b="0" lang="de-DE" sz="2400" strike="noStrike" u="none">
                <a:solidFill>
                  <a:srgbClr val="1e347b"/>
                </a:solidFill>
                <a:uFillTx/>
                <a:latin typeface="SourceCodePro"/>
              </a:rPr>
              <a:t>if</a:t>
            </a:r>
            <a:r>
              <a:rPr b="0" lang="de-DE" sz="2400" strike="noStrike" u="none">
                <a:solidFill>
                  <a:srgbClr val="48484c"/>
                </a:solidFill>
                <a:uFillTx/>
                <a:latin typeface="SourceCodePro"/>
              </a:rPr>
              <a:t> </a:t>
            </a:r>
            <a:r>
              <a:rPr b="0" lang="de-DE" sz="2400" strike="noStrike" u="none">
                <a:solidFill>
                  <a:srgbClr val="93a1a1"/>
                </a:solidFill>
                <a:uFillTx/>
                <a:latin typeface="SourceCodePro"/>
              </a:rPr>
              <a:t>(</a:t>
            </a:r>
            <a:r>
              <a:rPr b="0" lang="de-DE" sz="2400" strike="noStrike" u="none">
                <a:solidFill>
                  <a:srgbClr val="48484c"/>
                </a:solidFill>
                <a:uFillTx/>
                <a:latin typeface="SourceCodePro"/>
              </a:rPr>
              <a:t>error</a:t>
            </a:r>
            <a:r>
              <a:rPr b="0" lang="de-DE" sz="2400" strike="noStrike" u="none">
                <a:solidFill>
                  <a:srgbClr val="93a1a1"/>
                </a:solidFill>
                <a:uFillTx/>
                <a:latin typeface="SourceCodePro"/>
              </a:rPr>
              <a:t>.</a:t>
            </a:r>
            <a:r>
              <a:rPr b="0" lang="de-DE" sz="2400" strike="noStrike" u="none">
                <a:solidFill>
                  <a:srgbClr val="48484c"/>
                </a:solidFill>
                <a:uFillTx/>
                <a:latin typeface="SourceCodePro"/>
              </a:rPr>
              <a:t>status</a:t>
            </a:r>
            <a:r>
              <a:rPr b="0" lang="de-DE" sz="2400" strike="noStrike" u="none">
                <a:solidFill>
                  <a:srgbClr val="93a1a1"/>
                </a:solidFill>
                <a:uFillTx/>
                <a:latin typeface="SourceCodePro"/>
              </a:rPr>
              <a:t>)</a:t>
            </a:r>
            <a:r>
              <a:rPr b="0" lang="de-DE" sz="2400" strike="noStrike" u="none">
                <a:solidFill>
                  <a:srgbClr val="48484c"/>
                </a:solidFill>
                <a:uFillTx/>
                <a:latin typeface="SourceCodePro"/>
              </a:rPr>
              <a:t> </a:t>
            </a:r>
            <a:r>
              <a:rPr b="0" lang="de-DE" sz="2400" strike="noStrike" u="none">
                <a:solidFill>
                  <a:srgbClr val="93a1a1"/>
                </a:solidFill>
                <a:uFillTx/>
                <a:latin typeface="SourceCodePro"/>
              </a:rPr>
              <a:t>{</a:t>
            </a:r>
            <a:r>
              <a:rPr b="0" lang="de-DE" sz="2400" strike="noStrike" u="none">
                <a:solidFill>
                  <a:srgbClr val="48484c"/>
                </a:solidFill>
                <a:uFillTx/>
                <a:latin typeface="SourceCodePro"/>
              </a:rPr>
              <a:t> </a:t>
            </a:r>
            <a:endParaRPr b="0" lang="de-DE" sz="2400" strike="noStrike" u="none">
              <a:solidFill>
                <a:srgbClr val="000000"/>
              </a:solidFill>
              <a:uFillTx/>
              <a:latin typeface="Arial"/>
            </a:endParaRPr>
          </a:p>
          <a:p>
            <a:pPr marL="457200" indent="0" defTabSz="914400">
              <a:lnSpc>
                <a:spcPct val="90000"/>
              </a:lnSpc>
              <a:spcBef>
                <a:spcPts val="499"/>
              </a:spcBef>
              <a:buNone/>
              <a:tabLst>
                <a:tab algn="l" pos="0"/>
              </a:tabLst>
            </a:pPr>
            <a:r>
              <a:rPr b="0" lang="de-DE" sz="2400" strike="noStrike" u="none">
                <a:solidFill>
                  <a:srgbClr val="48484c"/>
                </a:solidFill>
                <a:uFillTx/>
                <a:latin typeface="SourceCodePro"/>
              </a:rPr>
              <a:t>	</a:t>
            </a:r>
            <a:r>
              <a:rPr b="0" lang="de-DE" sz="2400" strike="noStrike" u="none">
                <a:solidFill>
                  <a:srgbClr val="48484c"/>
                </a:solidFill>
                <a:uFillTx/>
                <a:latin typeface="SourceCodePro"/>
              </a:rPr>
              <a:t>message </a:t>
            </a:r>
            <a:r>
              <a:rPr b="0" lang="de-DE" sz="2400" strike="noStrike" u="none">
                <a:solidFill>
                  <a:srgbClr val="93a1a1"/>
                </a:solidFill>
                <a:uFillTx/>
                <a:latin typeface="SourceCodePro"/>
              </a:rPr>
              <a:t>=</a:t>
            </a:r>
            <a:r>
              <a:rPr b="0" lang="de-DE" sz="2400" strike="noStrike" u="none">
                <a:solidFill>
                  <a:srgbClr val="48484c"/>
                </a:solidFill>
                <a:uFillTx/>
                <a:latin typeface="SourceCodePro"/>
              </a:rPr>
              <a:t> </a:t>
            </a:r>
            <a:r>
              <a:rPr b="0" lang="de-DE" sz="2400" strike="noStrike" u="none">
                <a:solidFill>
                  <a:srgbClr val="dd1144"/>
                </a:solidFill>
                <a:uFillTx/>
                <a:latin typeface="SourceCodePro"/>
              </a:rPr>
              <a:t>'${error.status} - ${error.statusText} '</a:t>
            </a:r>
            <a:r>
              <a:rPr b="0" lang="de-DE" sz="2400" strike="noStrike" u="none">
                <a:solidFill>
                  <a:srgbClr val="93a1a1"/>
                </a:solidFill>
                <a:uFillTx/>
                <a:latin typeface="SourceCodePro"/>
              </a:rPr>
              <a:t>;</a:t>
            </a:r>
            <a:r>
              <a:rPr b="0" lang="de-DE" sz="2400" strike="noStrike" u="none">
                <a:solidFill>
                  <a:srgbClr val="48484c"/>
                </a:solidFill>
                <a:uFillTx/>
                <a:latin typeface="SourceCodePro"/>
              </a:rPr>
              <a:t> </a:t>
            </a:r>
            <a:endParaRPr b="0" lang="de-DE" sz="2400" strike="noStrike" u="none">
              <a:solidFill>
                <a:srgbClr val="000000"/>
              </a:solidFill>
              <a:uFillTx/>
              <a:latin typeface="Arial"/>
            </a:endParaRPr>
          </a:p>
          <a:p>
            <a:pPr marL="457200" indent="0" defTabSz="914400">
              <a:lnSpc>
                <a:spcPct val="90000"/>
              </a:lnSpc>
              <a:spcBef>
                <a:spcPts val="499"/>
              </a:spcBef>
              <a:buNone/>
              <a:tabLst>
                <a:tab algn="l" pos="0"/>
              </a:tabLst>
            </a:pPr>
            <a:r>
              <a:rPr b="0" lang="de-DE" sz="2400" strike="noStrike" u="none">
                <a:solidFill>
                  <a:srgbClr val="93a1a1"/>
                </a:solidFill>
                <a:uFillTx/>
                <a:latin typeface="SourceCodePro"/>
              </a:rPr>
              <a:t>}</a:t>
            </a:r>
            <a:endParaRPr b="0" lang="de-DE" sz="2400" strike="noStrike" u="none">
              <a:solidFill>
                <a:srgbClr val="000000"/>
              </a:solidFill>
              <a:uFillTx/>
              <a:latin typeface="Arial"/>
            </a:endParaRPr>
          </a:p>
          <a:p>
            <a:pPr marL="457200" indent="0" defTabSz="914400">
              <a:lnSpc>
                <a:spcPct val="90000"/>
              </a:lnSpc>
              <a:spcBef>
                <a:spcPts val="499"/>
              </a:spcBef>
              <a:buNone/>
              <a:tabLst>
                <a:tab algn="l" pos="0"/>
              </a:tabLst>
            </a:pPr>
            <a:r>
              <a:rPr b="0" lang="de-DE" sz="2400" strike="noStrike" u="none">
                <a:solidFill>
                  <a:srgbClr val="1e347b"/>
                </a:solidFill>
                <a:uFillTx/>
                <a:latin typeface="SourceCodePro"/>
              </a:rPr>
              <a:t>else</a:t>
            </a:r>
            <a:r>
              <a:rPr b="0" lang="de-DE" sz="2400" strike="noStrike" u="none">
                <a:solidFill>
                  <a:srgbClr val="48484c"/>
                </a:solidFill>
                <a:uFillTx/>
                <a:latin typeface="SourceCodePro"/>
              </a:rPr>
              <a:t> </a:t>
            </a:r>
            <a:r>
              <a:rPr b="0" lang="de-DE" sz="2400" strike="noStrike" u="none">
                <a:solidFill>
                  <a:srgbClr val="93a1a1"/>
                </a:solidFill>
                <a:uFillTx/>
                <a:latin typeface="SourceCodePro"/>
              </a:rPr>
              <a:t>{</a:t>
            </a:r>
            <a:r>
              <a:rPr b="0" lang="de-DE" sz="2400" strike="noStrike" u="none">
                <a:solidFill>
                  <a:srgbClr val="48484c"/>
                </a:solidFill>
                <a:uFillTx/>
                <a:latin typeface="SourceCodePro"/>
              </a:rPr>
              <a:t> </a:t>
            </a:r>
            <a:endParaRPr b="0" lang="de-DE" sz="2400" strike="noStrike" u="none">
              <a:solidFill>
                <a:srgbClr val="000000"/>
              </a:solidFill>
              <a:uFillTx/>
              <a:latin typeface="Arial"/>
            </a:endParaRPr>
          </a:p>
          <a:p>
            <a:pPr marL="457200" indent="0" defTabSz="914400">
              <a:lnSpc>
                <a:spcPct val="90000"/>
              </a:lnSpc>
              <a:spcBef>
                <a:spcPts val="499"/>
              </a:spcBef>
              <a:buNone/>
              <a:tabLst>
                <a:tab algn="l" pos="0"/>
              </a:tabLst>
            </a:pPr>
            <a:r>
              <a:rPr b="0" lang="de-DE" sz="2400" strike="noStrike" u="none">
                <a:solidFill>
                  <a:srgbClr val="48484c"/>
                </a:solidFill>
                <a:uFillTx/>
                <a:latin typeface="SourceCodePro"/>
              </a:rPr>
              <a:t>	</a:t>
            </a:r>
            <a:r>
              <a:rPr b="0" lang="de-DE" sz="2400" strike="noStrike" u="none">
                <a:solidFill>
                  <a:srgbClr val="48484c"/>
                </a:solidFill>
                <a:uFillTx/>
                <a:latin typeface="SourceCodePro"/>
              </a:rPr>
              <a:t>message </a:t>
            </a:r>
            <a:r>
              <a:rPr b="0" lang="de-DE" sz="2400" strike="noStrike" u="none">
                <a:solidFill>
                  <a:srgbClr val="93a1a1"/>
                </a:solidFill>
                <a:uFillTx/>
                <a:latin typeface="SourceCodePro"/>
              </a:rPr>
              <a:t>=</a:t>
            </a:r>
            <a:r>
              <a:rPr b="0" lang="de-DE" sz="2400" strike="noStrike" u="none">
                <a:solidFill>
                  <a:srgbClr val="48484c"/>
                </a:solidFill>
                <a:uFillTx/>
                <a:latin typeface="SourceCodePro"/>
              </a:rPr>
              <a:t> </a:t>
            </a:r>
            <a:r>
              <a:rPr b="0" lang="de-DE" sz="2400" strike="noStrike" u="none">
                <a:solidFill>
                  <a:srgbClr val="dd1144"/>
                </a:solidFill>
                <a:uFillTx/>
                <a:latin typeface="SourceCodePro"/>
              </a:rPr>
              <a:t>'Server error‘</a:t>
            </a:r>
            <a:r>
              <a:rPr b="0" lang="de-DE" sz="2400" strike="noStrike" u="none">
                <a:solidFill>
                  <a:srgbClr val="93a1a1"/>
                </a:solidFill>
                <a:uFillTx/>
                <a:latin typeface="SourceCodePro"/>
              </a:rPr>
              <a:t>;</a:t>
            </a:r>
            <a:r>
              <a:rPr b="0" lang="de-DE" sz="2400" strike="noStrike" u="none">
                <a:solidFill>
                  <a:srgbClr val="48484c"/>
                </a:solidFill>
                <a:uFillTx/>
                <a:latin typeface="SourceCodePro"/>
              </a:rPr>
              <a:t> </a:t>
            </a:r>
            <a:endParaRPr b="0" lang="de-DE" sz="2400" strike="noStrike" u="none">
              <a:solidFill>
                <a:srgbClr val="000000"/>
              </a:solidFill>
              <a:uFillTx/>
              <a:latin typeface="Arial"/>
            </a:endParaRPr>
          </a:p>
          <a:p>
            <a:pPr marL="457200" indent="0" defTabSz="914400">
              <a:lnSpc>
                <a:spcPct val="90000"/>
              </a:lnSpc>
              <a:spcBef>
                <a:spcPts val="499"/>
              </a:spcBef>
              <a:buNone/>
              <a:tabLst>
                <a:tab algn="l" pos="0"/>
              </a:tabLst>
            </a:pPr>
            <a:r>
              <a:rPr b="0" lang="de-DE" sz="2400" strike="noStrike" u="none">
                <a:solidFill>
                  <a:srgbClr val="93a1a1"/>
                </a:solidFill>
                <a:uFillTx/>
                <a:latin typeface="SourceCodePro"/>
              </a:rPr>
              <a:t>}</a:t>
            </a:r>
            <a:endParaRPr b="0" lang="de-DE" sz="2400" strike="noStrike" u="none">
              <a:solidFill>
                <a:srgbClr val="000000"/>
              </a:solidFill>
              <a:uFillTx/>
              <a:latin typeface="Arial"/>
            </a:endParaRPr>
          </a:p>
          <a:p>
            <a:pPr marL="457200" indent="0" defTabSz="914400">
              <a:lnSpc>
                <a:spcPct val="90000"/>
              </a:lnSpc>
              <a:spcBef>
                <a:spcPts val="499"/>
              </a:spcBef>
              <a:buNone/>
              <a:tabLst>
                <a:tab algn="l" pos="0"/>
              </a:tabLst>
            </a:pPr>
            <a:r>
              <a:rPr b="0" lang="de-DE" sz="2400" strike="noStrike" u="none">
                <a:solidFill>
                  <a:srgbClr val="48484c"/>
                </a:solidFill>
                <a:uFillTx/>
                <a:latin typeface="SourceCodePro"/>
              </a:rPr>
              <a:t> </a:t>
            </a:r>
            <a:endParaRPr b="0" lang="de-DE" sz="2400" strike="noStrike" u="none">
              <a:solidFill>
                <a:srgbClr val="000000"/>
              </a:solidFill>
              <a:uFillTx/>
              <a:latin typeface="Arial"/>
            </a:endParaRPr>
          </a:p>
          <a:p>
            <a:pPr marL="457200" indent="0" defTabSz="914400">
              <a:lnSpc>
                <a:spcPct val="90000"/>
              </a:lnSpc>
              <a:spcBef>
                <a:spcPts val="499"/>
              </a:spcBef>
              <a:buNone/>
              <a:tabLst>
                <a:tab algn="l" pos="0"/>
              </a:tabLst>
            </a:pPr>
            <a:r>
              <a:rPr b="0" lang="de-DE" sz="2400" strike="noStrike" u="none">
                <a:solidFill>
                  <a:srgbClr val="93a1a1"/>
                </a:solidFill>
                <a:uFillTx/>
                <a:latin typeface="SourceCodePro"/>
              </a:rPr>
              <a:t>// Rethrow in intermediate Methods</a:t>
            </a:r>
            <a:endParaRPr b="0" lang="de-DE" sz="2400" strike="noStrike" u="none">
              <a:solidFill>
                <a:srgbClr val="000000"/>
              </a:solidFill>
              <a:uFillTx/>
              <a:latin typeface="Arial"/>
            </a:endParaRPr>
          </a:p>
          <a:p>
            <a:pPr marL="457200" indent="0" defTabSz="914400">
              <a:lnSpc>
                <a:spcPct val="90000"/>
              </a:lnSpc>
              <a:spcBef>
                <a:spcPts val="499"/>
              </a:spcBef>
              <a:buNone/>
              <a:tabLst>
                <a:tab algn="l" pos="0"/>
              </a:tabLst>
            </a:pPr>
            <a:r>
              <a:rPr b="0" lang="de-DE" sz="2400" strike="noStrike" u="none">
                <a:solidFill>
                  <a:srgbClr val="1e347b"/>
                </a:solidFill>
                <a:uFillTx/>
                <a:latin typeface="SourceCodePro"/>
              </a:rPr>
              <a:t>return</a:t>
            </a:r>
            <a:r>
              <a:rPr b="0" lang="de-DE" sz="2400" strike="noStrike" u="none">
                <a:solidFill>
                  <a:srgbClr val="48484c"/>
                </a:solidFill>
                <a:uFillTx/>
                <a:latin typeface="SourceCodePro"/>
              </a:rPr>
              <a:t> </a:t>
            </a:r>
            <a:r>
              <a:rPr b="0" lang="de-DE" sz="2400" strike="noStrike" u="none">
                <a:solidFill>
                  <a:srgbClr val="008080"/>
                </a:solidFill>
                <a:uFillTx/>
                <a:latin typeface="SourceCodePro"/>
              </a:rPr>
              <a:t>Observable</a:t>
            </a:r>
            <a:r>
              <a:rPr b="0" lang="de-DE" sz="2400" strike="noStrike" u="none">
                <a:solidFill>
                  <a:srgbClr val="93a1a1"/>
                </a:solidFill>
                <a:uFillTx/>
                <a:latin typeface="SourceCodePro"/>
              </a:rPr>
              <a:t>.</a:t>
            </a:r>
            <a:r>
              <a:rPr b="0" lang="de-DE" sz="2400" strike="noStrike" u="none">
                <a:solidFill>
                  <a:srgbClr val="1e347b"/>
                </a:solidFill>
                <a:uFillTx/>
                <a:latin typeface="SourceCodePro"/>
              </a:rPr>
              <a:t>throw</a:t>
            </a:r>
            <a:r>
              <a:rPr b="0" lang="de-DE" sz="2400" strike="noStrike" u="none">
                <a:solidFill>
                  <a:srgbClr val="93a1a1"/>
                </a:solidFill>
                <a:uFillTx/>
                <a:latin typeface="SourceCodePro"/>
              </a:rPr>
              <a:t>(</a:t>
            </a:r>
            <a:r>
              <a:rPr b="0" lang="de-DE" sz="2400" strike="noStrike" u="none">
                <a:solidFill>
                  <a:srgbClr val="48484c"/>
                </a:solidFill>
                <a:uFillTx/>
                <a:latin typeface="SourceCodePro"/>
              </a:rPr>
              <a:t>message</a:t>
            </a:r>
            <a:r>
              <a:rPr b="0" lang="de-DE" sz="2400" strike="noStrike" u="none">
                <a:solidFill>
                  <a:srgbClr val="93a1a1"/>
                </a:solidFill>
                <a:uFillTx/>
                <a:latin typeface="SourceCodePro"/>
              </a:rPr>
              <a:t>);</a:t>
            </a:r>
            <a:endParaRPr b="0" lang="de-DE" sz="2400" strike="noStrike" u="none">
              <a:solidFill>
                <a:srgbClr val="000000"/>
              </a:solidFill>
              <a:uFillTx/>
              <a:latin typeface="Arial"/>
            </a:endParaRPr>
          </a:p>
          <a:p>
            <a:pPr marL="457200" indent="0" defTabSz="914400">
              <a:lnSpc>
                <a:spcPct val="90000"/>
              </a:lnSpc>
              <a:spcBef>
                <a:spcPts val="1001"/>
              </a:spcBef>
              <a:buNone/>
              <a:tabLst>
                <a:tab algn="l" pos="0"/>
              </a:tabLst>
            </a:pPr>
            <a:r>
              <a:rPr b="0" lang="de-DE" sz="2800" strike="noStrike" u="none">
                <a:solidFill>
                  <a:srgbClr val="93a1a1"/>
                </a:solidFill>
                <a:uFillTx/>
                <a:latin typeface="SourceCodePro"/>
              </a:rPr>
              <a:t>}</a:t>
            </a:r>
            <a:endParaRPr b="0" lang="de-DE" sz="2800" strike="noStrike" u="none">
              <a:solidFill>
                <a:srgbClr val="000000"/>
              </a:solidFill>
              <a:uFillTx/>
              <a:latin typeface="Arial"/>
            </a:endParaRPr>
          </a:p>
          <a:p>
            <a:pPr marL="457200" indent="0" defTabSz="914400">
              <a:lnSpc>
                <a:spcPct val="90000"/>
              </a:lnSpc>
              <a:spcBef>
                <a:spcPts val="1001"/>
              </a:spcBef>
              <a:buNone/>
              <a:tabLst>
                <a:tab algn="l" pos="0"/>
              </a:tabLst>
            </a:pPr>
            <a:endParaRPr b="0" lang="de-DE" sz="2800" strike="noStrike" u="none">
              <a:solidFill>
                <a:srgbClr val="000000"/>
              </a:solidFill>
              <a:uFillTx/>
              <a:latin typeface="Arial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245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88" name="PlaceHolder 1"/>
          <p:cNvSpPr>
            <a:spLocks noGrp="1"/>
          </p:cNvSpPr>
          <p:nvPr>
            <p:ph type="title"/>
          </p:nvPr>
        </p:nvSpPr>
        <p:spPr>
          <a:xfrm>
            <a:off x="838080" y="365040"/>
            <a:ext cx="10514520" cy="132444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ctr">
            <a:noAutofit/>
          </a:bodyPr>
          <a:p>
            <a:pPr indent="0" defTabSz="914400">
              <a:lnSpc>
                <a:spcPct val="90000"/>
              </a:lnSpc>
              <a:buNone/>
              <a:tabLst>
                <a:tab algn="l" pos="0"/>
              </a:tabLst>
            </a:pPr>
            <a:r>
              <a:rPr b="0" lang="de-DE" sz="4400" strike="noStrike" u="none">
                <a:solidFill>
                  <a:schemeClr val="dk1"/>
                </a:solidFill>
                <a:uFillTx/>
                <a:latin typeface="Calibri Light"/>
              </a:rPr>
              <a:t>Header</a:t>
            </a:r>
            <a:endParaRPr b="0" lang="de-DE" sz="4400" strike="noStrike" u="none">
              <a:solidFill>
                <a:srgbClr val="000000"/>
              </a:solidFill>
              <a:uFillTx/>
              <a:latin typeface="Arial"/>
            </a:endParaRPr>
          </a:p>
        </p:txBody>
      </p:sp>
      <p:sp>
        <p:nvSpPr>
          <p:cNvPr id="1189" name="PlaceHolder 2"/>
          <p:cNvSpPr>
            <a:spLocks noGrp="1"/>
          </p:cNvSpPr>
          <p:nvPr>
            <p:ph/>
          </p:nvPr>
        </p:nvSpPr>
        <p:spPr>
          <a:xfrm>
            <a:off x="838080" y="1825560"/>
            <a:ext cx="10514520" cy="435024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t">
            <a:noAutofit/>
          </a:bodyPr>
          <a:p>
            <a:pPr indent="0" defTabSz="914400">
              <a:lnSpc>
                <a:spcPct val="90000"/>
              </a:lnSpc>
              <a:spcBef>
                <a:spcPts val="1001"/>
              </a:spcBef>
              <a:buNone/>
              <a:tabLst>
                <a:tab algn="l" pos="0"/>
              </a:tabLst>
            </a:pPr>
            <a:r>
              <a:rPr b="0" lang="de-DE" sz="2800" strike="noStrike" u="none">
                <a:solidFill>
                  <a:srgbClr val="1e347b"/>
                </a:solidFill>
                <a:uFillTx/>
                <a:latin typeface="SourceCodePro"/>
              </a:rPr>
              <a:t>let</a:t>
            </a:r>
            <a:r>
              <a:rPr b="0" lang="de-DE" sz="2800" strike="noStrike" u="none">
                <a:solidFill>
                  <a:srgbClr val="48484c"/>
                </a:solidFill>
                <a:uFillTx/>
                <a:latin typeface="SourceCodePro"/>
              </a:rPr>
              <a:t> httpBody </a:t>
            </a:r>
            <a:r>
              <a:rPr b="0" lang="de-DE" sz="2800" strike="noStrike" u="none">
                <a:solidFill>
                  <a:srgbClr val="93a1a1"/>
                </a:solidFill>
                <a:uFillTx/>
                <a:latin typeface="SourceCodePro"/>
              </a:rPr>
              <a:t>=</a:t>
            </a:r>
            <a:r>
              <a:rPr b="0" lang="de-DE" sz="2800" strike="noStrike" u="none">
                <a:solidFill>
                  <a:srgbClr val="48484c"/>
                </a:solidFill>
                <a:uFillTx/>
                <a:latin typeface="SourceCodePro"/>
              </a:rPr>
              <a:t> JSON</a:t>
            </a:r>
            <a:r>
              <a:rPr b="0" lang="de-DE" sz="2800" strike="noStrike" u="none">
                <a:solidFill>
                  <a:srgbClr val="93a1a1"/>
                </a:solidFill>
                <a:uFillTx/>
                <a:latin typeface="SourceCodePro"/>
              </a:rPr>
              <a:t>.</a:t>
            </a:r>
            <a:r>
              <a:rPr b="0" lang="de-DE" sz="2800" strike="noStrike" u="none">
                <a:solidFill>
                  <a:srgbClr val="48484c"/>
                </a:solidFill>
                <a:uFillTx/>
                <a:latin typeface="SourceCodePro"/>
              </a:rPr>
              <a:t>stringify</a:t>
            </a:r>
            <a:r>
              <a:rPr b="0" lang="de-DE" sz="2800" strike="noStrike" u="none">
                <a:solidFill>
                  <a:srgbClr val="93a1a1"/>
                </a:solidFill>
                <a:uFillTx/>
                <a:latin typeface="SourceCodePro"/>
              </a:rPr>
              <a:t>(</a:t>
            </a:r>
            <a:r>
              <a:rPr b="0" lang="de-DE" sz="2800" strike="noStrike" u="none">
                <a:solidFill>
                  <a:srgbClr val="48484c"/>
                </a:solidFill>
                <a:uFillTx/>
                <a:latin typeface="SourceCodePro"/>
              </a:rPr>
              <a:t>object</a:t>
            </a:r>
            <a:r>
              <a:rPr b="0" lang="de-DE" sz="2800" strike="noStrike" u="none">
                <a:solidFill>
                  <a:srgbClr val="93a1a1"/>
                </a:solidFill>
                <a:uFillTx/>
                <a:latin typeface="SourceCodePro"/>
              </a:rPr>
              <a:t>);</a:t>
            </a:r>
            <a:endParaRPr b="0" lang="de-DE" sz="2800" strike="noStrike" u="none">
              <a:solidFill>
                <a:srgbClr val="000000"/>
              </a:solidFill>
              <a:uFillTx/>
              <a:latin typeface="Arial"/>
            </a:endParaRPr>
          </a:p>
          <a:p>
            <a:pPr indent="0" defTabSz="914400">
              <a:lnSpc>
                <a:spcPct val="90000"/>
              </a:lnSpc>
              <a:spcBef>
                <a:spcPts val="1001"/>
              </a:spcBef>
              <a:buNone/>
              <a:tabLst>
                <a:tab algn="l" pos="0"/>
              </a:tabLst>
            </a:pPr>
            <a:r>
              <a:rPr b="0" lang="de-DE" sz="2800" strike="noStrike" u="none">
                <a:solidFill>
                  <a:srgbClr val="1e347b"/>
                </a:solidFill>
                <a:uFillTx/>
                <a:latin typeface="SourceCodePro"/>
              </a:rPr>
              <a:t>let</a:t>
            </a:r>
            <a:r>
              <a:rPr b="0" lang="de-DE" sz="2800" strike="noStrike" u="none">
                <a:solidFill>
                  <a:srgbClr val="48484c"/>
                </a:solidFill>
                <a:uFillTx/>
                <a:latin typeface="SourceCodePro"/>
              </a:rPr>
              <a:t> headers </a:t>
            </a:r>
            <a:r>
              <a:rPr b="0" lang="de-DE" sz="2800" strike="noStrike" u="none">
                <a:solidFill>
                  <a:srgbClr val="93a1a1"/>
                </a:solidFill>
                <a:uFillTx/>
                <a:latin typeface="SourceCodePro"/>
              </a:rPr>
              <a:t>=</a:t>
            </a:r>
            <a:r>
              <a:rPr b="0" lang="de-DE" sz="2800" strike="noStrike" u="none">
                <a:solidFill>
                  <a:srgbClr val="48484c"/>
                </a:solidFill>
                <a:uFillTx/>
                <a:latin typeface="SourceCodePro"/>
              </a:rPr>
              <a:t> </a:t>
            </a:r>
            <a:r>
              <a:rPr b="0" lang="de-DE" sz="2800" strike="noStrike" u="none">
                <a:solidFill>
                  <a:srgbClr val="1e347b"/>
                </a:solidFill>
                <a:uFillTx/>
                <a:latin typeface="SourceCodePro"/>
              </a:rPr>
              <a:t>new</a:t>
            </a:r>
            <a:r>
              <a:rPr b="0" lang="de-DE" sz="2800" strike="noStrike" u="none">
                <a:solidFill>
                  <a:srgbClr val="48484c"/>
                </a:solidFill>
                <a:uFillTx/>
                <a:latin typeface="SourceCodePro"/>
              </a:rPr>
              <a:t> </a:t>
            </a:r>
            <a:r>
              <a:rPr b="0" lang="de-DE" sz="2800" strike="noStrike" u="none">
                <a:solidFill>
                  <a:srgbClr val="008080"/>
                </a:solidFill>
                <a:uFillTx/>
                <a:latin typeface="SourceCodePro"/>
              </a:rPr>
              <a:t>Headers</a:t>
            </a:r>
            <a:r>
              <a:rPr b="0" lang="de-DE" sz="2800" strike="noStrike" u="none">
                <a:solidFill>
                  <a:srgbClr val="93a1a1"/>
                </a:solidFill>
                <a:uFillTx/>
                <a:latin typeface="SourceCodePro"/>
              </a:rPr>
              <a:t>({</a:t>
            </a:r>
            <a:r>
              <a:rPr b="0" lang="de-DE" sz="2800" strike="noStrike" u="none">
                <a:solidFill>
                  <a:srgbClr val="48484c"/>
                </a:solidFill>
                <a:uFillTx/>
                <a:latin typeface="SourceCodePro"/>
              </a:rPr>
              <a:t> </a:t>
            </a:r>
            <a:r>
              <a:rPr b="0" lang="de-DE" sz="2800" strike="noStrike" u="none">
                <a:solidFill>
                  <a:srgbClr val="dd1144"/>
                </a:solidFill>
                <a:uFillTx/>
                <a:latin typeface="SourceCodePro"/>
              </a:rPr>
              <a:t>'Content-Type'</a:t>
            </a:r>
            <a:r>
              <a:rPr b="0" lang="de-DE" sz="2800" strike="noStrike" u="none">
                <a:solidFill>
                  <a:srgbClr val="93a1a1"/>
                </a:solidFill>
                <a:uFillTx/>
                <a:latin typeface="SourceCodePro"/>
              </a:rPr>
              <a:t>:</a:t>
            </a:r>
            <a:r>
              <a:rPr b="0" lang="de-DE" sz="2800" strike="noStrike" u="none">
                <a:solidFill>
                  <a:srgbClr val="48484c"/>
                </a:solidFill>
                <a:uFillTx/>
                <a:latin typeface="SourceCodePro"/>
              </a:rPr>
              <a:t> </a:t>
            </a:r>
            <a:r>
              <a:rPr b="0" lang="de-DE" sz="2800" strike="noStrike" u="none">
                <a:solidFill>
                  <a:srgbClr val="dd1144"/>
                </a:solidFill>
                <a:uFillTx/>
                <a:latin typeface="SourceCodePro"/>
              </a:rPr>
              <a:t>'application/json'</a:t>
            </a:r>
            <a:r>
              <a:rPr b="0" lang="de-DE" sz="2800" strike="noStrike" u="none">
                <a:solidFill>
                  <a:srgbClr val="48484c"/>
                </a:solidFill>
                <a:uFillTx/>
                <a:latin typeface="SourceCodePro"/>
              </a:rPr>
              <a:t> </a:t>
            </a:r>
            <a:r>
              <a:rPr b="0" lang="de-DE" sz="2800" strike="noStrike" u="none">
                <a:solidFill>
                  <a:srgbClr val="93a1a1"/>
                </a:solidFill>
                <a:uFillTx/>
                <a:latin typeface="SourceCodePro"/>
              </a:rPr>
              <a:t>});</a:t>
            </a:r>
            <a:endParaRPr b="0" lang="de-DE" sz="2800" strike="noStrike" u="none">
              <a:solidFill>
                <a:srgbClr val="000000"/>
              </a:solidFill>
              <a:uFillTx/>
              <a:latin typeface="Arial"/>
            </a:endParaRPr>
          </a:p>
          <a:p>
            <a:pPr indent="0" defTabSz="914400">
              <a:lnSpc>
                <a:spcPct val="90000"/>
              </a:lnSpc>
              <a:spcBef>
                <a:spcPts val="1001"/>
              </a:spcBef>
              <a:buNone/>
              <a:tabLst>
                <a:tab algn="l" pos="0"/>
              </a:tabLst>
            </a:pPr>
            <a:r>
              <a:rPr b="0" lang="de-DE" sz="2800" strike="noStrike" u="none">
                <a:solidFill>
                  <a:srgbClr val="1e347b"/>
                </a:solidFill>
                <a:uFillTx/>
                <a:latin typeface="SourceCodePro"/>
              </a:rPr>
              <a:t>let</a:t>
            </a:r>
            <a:r>
              <a:rPr b="0" lang="de-DE" sz="2800" strike="noStrike" u="none">
                <a:solidFill>
                  <a:srgbClr val="48484c"/>
                </a:solidFill>
                <a:uFillTx/>
                <a:latin typeface="SourceCodePro"/>
              </a:rPr>
              <a:t> options </a:t>
            </a:r>
            <a:r>
              <a:rPr b="0" lang="de-DE" sz="2800" strike="noStrike" u="none">
                <a:solidFill>
                  <a:srgbClr val="93a1a1"/>
                </a:solidFill>
                <a:uFillTx/>
                <a:latin typeface="SourceCodePro"/>
              </a:rPr>
              <a:t>=</a:t>
            </a:r>
            <a:r>
              <a:rPr b="0" lang="de-DE" sz="2800" strike="noStrike" u="none">
                <a:solidFill>
                  <a:srgbClr val="48484c"/>
                </a:solidFill>
                <a:uFillTx/>
                <a:latin typeface="SourceCodePro"/>
              </a:rPr>
              <a:t> </a:t>
            </a:r>
            <a:r>
              <a:rPr b="0" lang="de-DE" sz="2800" strike="noStrike" u="none">
                <a:solidFill>
                  <a:srgbClr val="1e347b"/>
                </a:solidFill>
                <a:uFillTx/>
                <a:latin typeface="SourceCodePro"/>
              </a:rPr>
              <a:t>new</a:t>
            </a:r>
            <a:r>
              <a:rPr b="0" lang="de-DE" sz="2800" strike="noStrike" u="none">
                <a:solidFill>
                  <a:srgbClr val="48484c"/>
                </a:solidFill>
                <a:uFillTx/>
                <a:latin typeface="SourceCodePro"/>
              </a:rPr>
              <a:t> </a:t>
            </a:r>
            <a:r>
              <a:rPr b="0" lang="de-DE" sz="2800" strike="noStrike" u="none">
                <a:solidFill>
                  <a:srgbClr val="008080"/>
                </a:solidFill>
                <a:uFillTx/>
                <a:latin typeface="SourceCodePro"/>
              </a:rPr>
              <a:t>RequestOptions</a:t>
            </a:r>
            <a:r>
              <a:rPr b="0" lang="de-DE" sz="2800" strike="noStrike" u="none">
                <a:solidFill>
                  <a:srgbClr val="93a1a1"/>
                </a:solidFill>
                <a:uFillTx/>
                <a:latin typeface="SourceCodePro"/>
              </a:rPr>
              <a:t>({</a:t>
            </a:r>
            <a:r>
              <a:rPr b="0" lang="de-DE" sz="2800" strike="noStrike" u="none">
                <a:solidFill>
                  <a:srgbClr val="48484c"/>
                </a:solidFill>
                <a:uFillTx/>
                <a:latin typeface="SourceCodePro"/>
              </a:rPr>
              <a:t> headers</a:t>
            </a:r>
            <a:r>
              <a:rPr b="0" lang="de-DE" sz="2800" strike="noStrike" u="none">
                <a:solidFill>
                  <a:srgbClr val="93a1a1"/>
                </a:solidFill>
                <a:uFillTx/>
                <a:latin typeface="SourceCodePro"/>
              </a:rPr>
              <a:t>:</a:t>
            </a:r>
            <a:r>
              <a:rPr b="0" lang="de-DE" sz="2800" strike="noStrike" u="none">
                <a:solidFill>
                  <a:srgbClr val="48484c"/>
                </a:solidFill>
                <a:uFillTx/>
                <a:latin typeface="SourceCodePro"/>
              </a:rPr>
              <a:t> headers </a:t>
            </a:r>
            <a:r>
              <a:rPr b="0" lang="de-DE" sz="2800" strike="noStrike" u="none">
                <a:solidFill>
                  <a:srgbClr val="93a1a1"/>
                </a:solidFill>
                <a:uFillTx/>
                <a:latin typeface="SourceCodePro"/>
              </a:rPr>
              <a:t>});</a:t>
            </a:r>
            <a:endParaRPr b="0" lang="de-DE" sz="2800" strike="noStrike" u="none">
              <a:solidFill>
                <a:srgbClr val="000000"/>
              </a:solidFill>
              <a:uFillTx/>
              <a:latin typeface="Arial"/>
            </a:endParaRPr>
          </a:p>
          <a:p>
            <a:pPr indent="0" defTabSz="914400">
              <a:lnSpc>
                <a:spcPct val="90000"/>
              </a:lnSpc>
              <a:spcBef>
                <a:spcPts val="1001"/>
              </a:spcBef>
              <a:buNone/>
              <a:tabLst>
                <a:tab algn="l" pos="0"/>
              </a:tabLst>
            </a:pPr>
            <a:r>
              <a:rPr b="0" lang="de-DE" sz="2800" strike="noStrike" u="none">
                <a:solidFill>
                  <a:srgbClr val="48484c"/>
                </a:solidFill>
                <a:uFillTx/>
                <a:latin typeface="SourceCodePro"/>
              </a:rPr>
              <a:t> </a:t>
            </a:r>
            <a:endParaRPr b="0" lang="de-DE" sz="2800" strike="noStrike" u="none">
              <a:solidFill>
                <a:srgbClr val="000000"/>
              </a:solidFill>
              <a:uFillTx/>
              <a:latin typeface="Arial"/>
            </a:endParaRPr>
          </a:p>
          <a:p>
            <a:pPr indent="0" defTabSz="914400">
              <a:lnSpc>
                <a:spcPct val="90000"/>
              </a:lnSpc>
              <a:spcBef>
                <a:spcPts val="1001"/>
              </a:spcBef>
              <a:buNone/>
              <a:tabLst>
                <a:tab algn="l" pos="0"/>
              </a:tabLst>
            </a:pPr>
            <a:r>
              <a:rPr b="0" lang="de-DE" sz="2800" strike="noStrike" u="none">
                <a:solidFill>
                  <a:srgbClr val="1e347b"/>
                </a:solidFill>
                <a:uFillTx/>
                <a:latin typeface="SourceCodePro"/>
              </a:rPr>
              <a:t>return</a:t>
            </a:r>
            <a:r>
              <a:rPr b="0" lang="de-DE" sz="2800" strike="noStrike" u="none">
                <a:solidFill>
                  <a:srgbClr val="48484c"/>
                </a:solidFill>
                <a:uFillTx/>
                <a:latin typeface="SourceCodePro"/>
              </a:rPr>
              <a:t> </a:t>
            </a:r>
            <a:r>
              <a:rPr b="0" lang="de-DE" sz="2800" strike="noStrike" u="none">
                <a:solidFill>
                  <a:srgbClr val="1e347b"/>
                </a:solidFill>
                <a:uFillTx/>
                <a:latin typeface="SourceCodePro"/>
              </a:rPr>
              <a:t>this</a:t>
            </a:r>
            <a:r>
              <a:rPr b="0" lang="de-DE" sz="2800" strike="noStrike" u="none">
                <a:solidFill>
                  <a:srgbClr val="93a1a1"/>
                </a:solidFill>
                <a:uFillTx/>
                <a:latin typeface="SourceCodePro"/>
              </a:rPr>
              <a:t>.</a:t>
            </a:r>
            <a:r>
              <a:rPr b="0" lang="de-DE" sz="2800" strike="noStrike" u="none">
                <a:solidFill>
                  <a:srgbClr val="48484c"/>
                </a:solidFill>
                <a:uFillTx/>
                <a:latin typeface="SourceCodePro"/>
              </a:rPr>
              <a:t>http</a:t>
            </a:r>
            <a:r>
              <a:rPr b="0" lang="de-DE" sz="2800" strike="noStrike" u="none">
                <a:solidFill>
                  <a:srgbClr val="93a1a1"/>
                </a:solidFill>
                <a:uFillTx/>
                <a:latin typeface="SourceCodePro"/>
              </a:rPr>
              <a:t>.</a:t>
            </a:r>
            <a:r>
              <a:rPr b="0" lang="de-DE" sz="2800" strike="noStrike" u="none">
                <a:solidFill>
                  <a:srgbClr val="48484c"/>
                </a:solidFill>
                <a:uFillTx/>
                <a:latin typeface="SourceCodePro"/>
              </a:rPr>
              <a:t>post</a:t>
            </a:r>
            <a:r>
              <a:rPr b="0" lang="de-DE" sz="2800" strike="noStrike" u="none">
                <a:solidFill>
                  <a:srgbClr val="93a1a1"/>
                </a:solidFill>
                <a:uFillTx/>
                <a:latin typeface="SourceCodePro"/>
              </a:rPr>
              <a:t>(</a:t>
            </a:r>
            <a:r>
              <a:rPr b="0" lang="de-DE" sz="2800" strike="noStrike" u="none">
                <a:solidFill>
                  <a:srgbClr val="dd1144"/>
                </a:solidFill>
                <a:uFillTx/>
                <a:latin typeface="SourceCodePro"/>
              </a:rPr>
              <a:t>'api/objects'</a:t>
            </a:r>
            <a:r>
              <a:rPr b="0" lang="de-DE" sz="2800" strike="noStrike" u="none">
                <a:solidFill>
                  <a:srgbClr val="93a1a1"/>
                </a:solidFill>
                <a:uFillTx/>
                <a:latin typeface="SourceCodePro"/>
              </a:rPr>
              <a:t>,</a:t>
            </a:r>
            <a:r>
              <a:rPr b="0" lang="de-DE" sz="2800" strike="noStrike" u="none">
                <a:solidFill>
                  <a:srgbClr val="48484c"/>
                </a:solidFill>
                <a:uFillTx/>
                <a:latin typeface="SourceCodePro"/>
              </a:rPr>
              <a:t> httpBody</a:t>
            </a:r>
            <a:r>
              <a:rPr b="0" lang="de-DE" sz="2800" strike="noStrike" u="none">
                <a:solidFill>
                  <a:srgbClr val="93a1a1"/>
                </a:solidFill>
                <a:uFillTx/>
                <a:latin typeface="SourceCodePro"/>
              </a:rPr>
              <a:t>,</a:t>
            </a:r>
            <a:r>
              <a:rPr b="0" lang="de-DE" sz="2800" strike="noStrike" u="none">
                <a:solidFill>
                  <a:srgbClr val="48484c"/>
                </a:solidFill>
                <a:uFillTx/>
                <a:latin typeface="SourceCodePro"/>
              </a:rPr>
              <a:t> options</a:t>
            </a:r>
            <a:r>
              <a:rPr b="0" lang="de-DE" sz="2800" strike="noStrike" u="none">
                <a:solidFill>
                  <a:srgbClr val="93a1a1"/>
                </a:solidFill>
                <a:uFillTx/>
                <a:latin typeface="SourceCodePro"/>
              </a:rPr>
              <a:t>)</a:t>
            </a:r>
            <a:endParaRPr b="0" lang="de-DE" sz="2800" strike="noStrike" u="none">
              <a:solidFill>
                <a:srgbClr val="000000"/>
              </a:solidFill>
              <a:uFillTx/>
              <a:latin typeface="Arial"/>
            </a:endParaRPr>
          </a:p>
          <a:p>
            <a:pPr indent="0" defTabSz="914400">
              <a:lnSpc>
                <a:spcPct val="90000"/>
              </a:lnSpc>
              <a:spcBef>
                <a:spcPts val="1001"/>
              </a:spcBef>
              <a:buNone/>
              <a:tabLst>
                <a:tab algn="l" pos="0"/>
              </a:tabLst>
            </a:pPr>
            <a:r>
              <a:rPr b="0" lang="de-DE" sz="2800" strike="noStrike" u="none">
                <a:solidFill>
                  <a:srgbClr val="93a1a1"/>
                </a:solidFill>
                <a:uFillTx/>
                <a:latin typeface="SourceCodePro"/>
              </a:rPr>
              <a:t>.</a:t>
            </a:r>
            <a:r>
              <a:rPr b="0" lang="de-DE" sz="2800" strike="noStrike" u="none">
                <a:solidFill>
                  <a:srgbClr val="48484c"/>
                </a:solidFill>
                <a:uFillTx/>
                <a:latin typeface="SourceCodePro"/>
              </a:rPr>
              <a:t>map</a:t>
            </a:r>
            <a:r>
              <a:rPr b="0" lang="de-DE" sz="2800" strike="noStrike" u="none">
                <a:solidFill>
                  <a:srgbClr val="93a1a1"/>
                </a:solidFill>
                <a:uFillTx/>
                <a:latin typeface="SourceCodePro"/>
              </a:rPr>
              <a:t>(</a:t>
            </a:r>
            <a:r>
              <a:rPr b="0" lang="de-DE" sz="2800" strike="noStrike" u="none">
                <a:solidFill>
                  <a:srgbClr val="1e347b"/>
                </a:solidFill>
                <a:uFillTx/>
                <a:latin typeface="SourceCodePro"/>
              </a:rPr>
              <a:t>this</a:t>
            </a:r>
            <a:r>
              <a:rPr b="0" lang="de-DE" sz="2800" strike="noStrike" u="none">
                <a:solidFill>
                  <a:srgbClr val="93a1a1"/>
                </a:solidFill>
                <a:uFillTx/>
                <a:latin typeface="SourceCodePro"/>
              </a:rPr>
              <a:t>.</a:t>
            </a:r>
            <a:r>
              <a:rPr b="0" lang="de-DE" sz="2800" strike="noStrike" u="none">
                <a:solidFill>
                  <a:srgbClr val="48484c"/>
                </a:solidFill>
                <a:uFillTx/>
                <a:latin typeface="SourceCodePro"/>
              </a:rPr>
              <a:t>extractJsonData</a:t>
            </a:r>
            <a:r>
              <a:rPr b="0" lang="de-DE" sz="2800" strike="noStrike" u="none">
                <a:solidFill>
                  <a:srgbClr val="93a1a1"/>
                </a:solidFill>
                <a:uFillTx/>
                <a:latin typeface="SourceCodePro"/>
              </a:rPr>
              <a:t>)</a:t>
            </a:r>
            <a:endParaRPr b="0" lang="de-DE" sz="2800" strike="noStrike" u="none">
              <a:solidFill>
                <a:srgbClr val="000000"/>
              </a:solidFill>
              <a:uFillTx/>
              <a:latin typeface="Arial"/>
            </a:endParaRPr>
          </a:p>
          <a:p>
            <a:pPr indent="0" defTabSz="914400">
              <a:lnSpc>
                <a:spcPct val="90000"/>
              </a:lnSpc>
              <a:spcBef>
                <a:spcPts val="1001"/>
              </a:spcBef>
              <a:buNone/>
              <a:tabLst>
                <a:tab algn="l" pos="0"/>
              </a:tabLst>
            </a:pPr>
            <a:r>
              <a:rPr b="0" lang="de-DE" sz="2800" strike="noStrike" u="none">
                <a:solidFill>
                  <a:srgbClr val="93a1a1"/>
                </a:solidFill>
                <a:uFillTx/>
                <a:latin typeface="SourceCodePro"/>
              </a:rPr>
              <a:t>.</a:t>
            </a:r>
            <a:r>
              <a:rPr b="0" lang="de-DE" sz="2800" strike="noStrike" u="none">
                <a:solidFill>
                  <a:srgbClr val="1e347b"/>
                </a:solidFill>
                <a:uFillTx/>
                <a:latin typeface="SourceCodePro"/>
              </a:rPr>
              <a:t>catch</a:t>
            </a:r>
            <a:r>
              <a:rPr b="0" lang="de-DE" sz="2800" strike="noStrike" u="none">
                <a:solidFill>
                  <a:srgbClr val="93a1a1"/>
                </a:solidFill>
                <a:uFillTx/>
                <a:latin typeface="SourceCodePro"/>
              </a:rPr>
              <a:t>(</a:t>
            </a:r>
            <a:r>
              <a:rPr b="0" lang="de-DE" sz="2800" strike="noStrike" u="none">
                <a:solidFill>
                  <a:srgbClr val="1e347b"/>
                </a:solidFill>
                <a:uFillTx/>
                <a:latin typeface="SourceCodePro"/>
              </a:rPr>
              <a:t>this</a:t>
            </a:r>
            <a:r>
              <a:rPr b="0" lang="de-DE" sz="2800" strike="noStrike" u="none">
                <a:solidFill>
                  <a:srgbClr val="93a1a1"/>
                </a:solidFill>
                <a:uFillTx/>
                <a:latin typeface="SourceCodePro"/>
              </a:rPr>
              <a:t>.</a:t>
            </a:r>
            <a:r>
              <a:rPr b="0" lang="de-DE" sz="2800" strike="noStrike" u="none">
                <a:solidFill>
                  <a:srgbClr val="48484c"/>
                </a:solidFill>
                <a:uFillTx/>
                <a:latin typeface="SourceCodePro"/>
              </a:rPr>
              <a:t>handleError</a:t>
            </a:r>
            <a:r>
              <a:rPr b="0" lang="de-DE" sz="2800" strike="noStrike" u="none">
                <a:solidFill>
                  <a:srgbClr val="93a1a1"/>
                </a:solidFill>
                <a:uFillTx/>
                <a:latin typeface="SourceCodePro"/>
              </a:rPr>
              <a:t>);</a:t>
            </a:r>
            <a:endParaRPr b="0" lang="de-DE" sz="2800" strike="noStrike" u="none">
              <a:solidFill>
                <a:srgbClr val="000000"/>
              </a:solidFill>
              <a:uFillTx/>
              <a:latin typeface="Arial"/>
            </a:endParaRPr>
          </a:p>
          <a:p>
            <a:pPr indent="0" defTabSz="914400">
              <a:lnSpc>
                <a:spcPct val="90000"/>
              </a:lnSpc>
              <a:spcBef>
                <a:spcPts val="1001"/>
              </a:spcBef>
              <a:buNone/>
              <a:tabLst>
                <a:tab algn="l" pos="0"/>
              </a:tabLst>
            </a:pPr>
            <a:endParaRPr b="0" lang="de-DE" sz="2800" strike="noStrike" u="none">
              <a:solidFill>
                <a:srgbClr val="000000"/>
              </a:solidFill>
              <a:uFillTx/>
              <a:latin typeface="Arial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246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bg>
      <p:bgPr>
        <a:solidFill>
          <a:schemeClr val="lt1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90" name="PlaceHolder 1"/>
          <p:cNvSpPr>
            <a:spLocks noGrp="1"/>
          </p:cNvSpPr>
          <p:nvPr>
            <p:ph type="title"/>
          </p:nvPr>
        </p:nvSpPr>
        <p:spPr>
          <a:xfrm>
            <a:off x="4965480" y="629280"/>
            <a:ext cx="6585480" cy="128520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b">
            <a:normAutofit/>
          </a:bodyPr>
          <a:p>
            <a:pPr indent="0" defTabSz="914400">
              <a:lnSpc>
                <a:spcPct val="90000"/>
              </a:lnSpc>
              <a:buNone/>
              <a:tabLst>
                <a:tab algn="l" pos="0"/>
              </a:tabLst>
            </a:pPr>
            <a:r>
              <a:rPr b="0" lang="de-DE" sz="4100" strike="noStrike" u="none">
                <a:solidFill>
                  <a:schemeClr val="dk1"/>
                </a:solidFill>
                <a:uFillTx/>
                <a:latin typeface="Calibri Light"/>
              </a:rPr>
              <a:t>Übung 24: Starten des Servers</a:t>
            </a:r>
            <a:endParaRPr b="0" lang="de-DE" sz="4100" strike="noStrike" u="none">
              <a:solidFill>
                <a:srgbClr val="000000"/>
              </a:solidFill>
              <a:uFillTx/>
              <a:latin typeface="Arial"/>
            </a:endParaRPr>
          </a:p>
        </p:txBody>
      </p:sp>
      <p:sp>
        <p:nvSpPr>
          <p:cNvPr id="1191" name="PlaceHolder 2"/>
          <p:cNvSpPr>
            <a:spLocks noGrp="1"/>
          </p:cNvSpPr>
          <p:nvPr>
            <p:ph/>
          </p:nvPr>
        </p:nvSpPr>
        <p:spPr>
          <a:xfrm>
            <a:off x="4965480" y="2438280"/>
            <a:ext cx="6585480" cy="378432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t">
            <a:normAutofit/>
          </a:bodyPr>
          <a:p>
            <a:pPr marL="228600" indent="-228600" defTabSz="914400">
              <a:lnSpc>
                <a:spcPct val="90000"/>
              </a:lnSpc>
              <a:spcBef>
                <a:spcPts val="1001"/>
              </a:spcBef>
              <a:buClr>
                <a:srgbClr val="000000"/>
              </a:buClr>
              <a:buFont typeface="Arial"/>
              <a:buChar char="•"/>
            </a:pPr>
            <a:r>
              <a:rPr b="0" lang="de-DE" sz="2000" strike="noStrike" u="none">
                <a:solidFill>
                  <a:schemeClr val="dk1"/>
                </a:solidFill>
                <a:uFillTx/>
                <a:latin typeface="Calibri"/>
              </a:rPr>
              <a:t>Zip-Datei </a:t>
            </a:r>
            <a:r>
              <a:rPr b="0" i="1" lang="de-DE" sz="2000" strike="noStrike" u="none">
                <a:solidFill>
                  <a:schemeClr val="dk1"/>
                </a:solidFill>
                <a:uFillTx/>
                <a:latin typeface="Calibri"/>
              </a:rPr>
              <a:t>server-js.zip</a:t>
            </a:r>
            <a:r>
              <a:rPr b="0" lang="de-DE" sz="2000" strike="noStrike" u="none">
                <a:solidFill>
                  <a:schemeClr val="dk1"/>
                </a:solidFill>
                <a:uFillTx/>
                <a:latin typeface="Calibri"/>
              </a:rPr>
              <a:t> entpacken</a:t>
            </a:r>
            <a:endParaRPr b="0" lang="de-DE" sz="2000" strike="noStrike" u="none">
              <a:solidFill>
                <a:srgbClr val="000000"/>
              </a:solidFill>
              <a:uFillTx/>
              <a:latin typeface="Arial"/>
            </a:endParaRPr>
          </a:p>
          <a:p>
            <a:pPr marL="228600" indent="-228600" defTabSz="914400">
              <a:lnSpc>
                <a:spcPct val="90000"/>
              </a:lnSpc>
              <a:spcBef>
                <a:spcPts val="1001"/>
              </a:spcBef>
              <a:buClr>
                <a:srgbClr val="000000"/>
              </a:buClr>
              <a:buFont typeface="Arial"/>
              <a:buChar char="•"/>
            </a:pPr>
            <a:r>
              <a:rPr b="0" lang="de-DE" sz="2000" strike="noStrike" u="none">
                <a:solidFill>
                  <a:schemeClr val="dk1"/>
                </a:solidFill>
                <a:uFillTx/>
                <a:latin typeface="Calibri"/>
              </a:rPr>
              <a:t>Konsole öffnen und in Server Verzeichnis wechseln</a:t>
            </a:r>
            <a:endParaRPr b="0" lang="de-DE" sz="2000" strike="noStrike" u="none">
              <a:solidFill>
                <a:srgbClr val="000000"/>
              </a:solidFill>
              <a:uFillTx/>
              <a:latin typeface="Arial"/>
            </a:endParaRPr>
          </a:p>
          <a:p>
            <a:pPr marL="228600" indent="-228600" defTabSz="914400">
              <a:lnSpc>
                <a:spcPct val="90000"/>
              </a:lnSpc>
              <a:spcBef>
                <a:spcPts val="1001"/>
              </a:spcBef>
              <a:buClr>
                <a:srgbClr val="000000"/>
              </a:buClr>
              <a:buFont typeface="Arial"/>
              <a:buChar char="•"/>
            </a:pPr>
            <a:r>
              <a:rPr b="0" lang="de-DE" sz="2000" strike="noStrike" u="none">
                <a:solidFill>
                  <a:schemeClr val="dk1"/>
                </a:solidFill>
                <a:uFillTx/>
                <a:latin typeface="Calibri"/>
              </a:rPr>
              <a:t>Installieren per npm install</a:t>
            </a:r>
            <a:endParaRPr b="0" lang="de-DE" sz="2000" strike="noStrike" u="none">
              <a:solidFill>
                <a:srgbClr val="000000"/>
              </a:solidFill>
              <a:uFillTx/>
              <a:latin typeface="Arial"/>
            </a:endParaRPr>
          </a:p>
          <a:p>
            <a:pPr marL="228600" indent="-228600" defTabSz="914400">
              <a:lnSpc>
                <a:spcPct val="90000"/>
              </a:lnSpc>
              <a:spcBef>
                <a:spcPts val="1001"/>
              </a:spcBef>
              <a:buClr>
                <a:srgbClr val="000000"/>
              </a:buClr>
              <a:buFont typeface="Arial"/>
              <a:buChar char="•"/>
            </a:pPr>
            <a:r>
              <a:rPr b="0" lang="de-DE" sz="2000" strike="noStrike" u="none">
                <a:solidFill>
                  <a:schemeClr val="dk1"/>
                </a:solidFill>
                <a:uFillTx/>
                <a:latin typeface="Calibri"/>
              </a:rPr>
              <a:t>Starten über node server.js</a:t>
            </a:r>
            <a:endParaRPr b="0" lang="de-DE" sz="2000" strike="noStrike" u="none">
              <a:solidFill>
                <a:srgbClr val="000000"/>
              </a:solidFill>
              <a:uFillTx/>
              <a:latin typeface="Arial"/>
            </a:endParaRPr>
          </a:p>
          <a:p>
            <a:pPr marL="228600" indent="-228600" defTabSz="914400">
              <a:lnSpc>
                <a:spcPct val="90000"/>
              </a:lnSpc>
              <a:spcBef>
                <a:spcPts val="1001"/>
              </a:spcBef>
              <a:buClr>
                <a:srgbClr val="000000"/>
              </a:buClr>
              <a:buFont typeface="Arial"/>
              <a:buChar char="•"/>
            </a:pPr>
            <a:r>
              <a:rPr b="0" lang="de-DE" sz="2000" strike="noStrike" u="none">
                <a:solidFill>
                  <a:schemeClr val="dk1"/>
                </a:solidFill>
                <a:uFillTx/>
                <a:latin typeface="Calibri"/>
              </a:rPr>
              <a:t>Backend läuft unter localhost:3000</a:t>
            </a:r>
            <a:endParaRPr b="0" lang="de-DE" sz="2000" strike="noStrike" u="none">
              <a:solidFill>
                <a:srgbClr val="000000"/>
              </a:solidFill>
              <a:uFillTx/>
              <a:latin typeface="Arial"/>
            </a:endParaRPr>
          </a:p>
          <a:p>
            <a:pPr marL="228600" indent="-228600" defTabSz="914400">
              <a:lnSpc>
                <a:spcPct val="90000"/>
              </a:lnSpc>
              <a:spcBef>
                <a:spcPts val="1001"/>
              </a:spcBef>
              <a:buClr>
                <a:srgbClr val="000000"/>
              </a:buClr>
              <a:buFont typeface="Arial"/>
              <a:buChar char="•"/>
            </a:pPr>
            <a:r>
              <a:rPr b="0" lang="de-DE" sz="2000" strike="noStrike" u="none">
                <a:solidFill>
                  <a:schemeClr val="dk1"/>
                </a:solidFill>
                <a:uFillTx/>
                <a:latin typeface="Calibri"/>
              </a:rPr>
              <a:t>dev.proxy.json: { "/api": { "target": "http://localhost:3000" } }</a:t>
            </a:r>
            <a:endParaRPr b="0" lang="de-DE" sz="2000" strike="noStrike" u="none">
              <a:solidFill>
                <a:srgbClr val="000000"/>
              </a:solidFill>
              <a:uFillTx/>
              <a:latin typeface="Arial"/>
            </a:endParaRPr>
          </a:p>
          <a:p>
            <a:pPr marL="228600" indent="-228600" defTabSz="914400">
              <a:lnSpc>
                <a:spcPct val="90000"/>
              </a:lnSpc>
              <a:spcBef>
                <a:spcPts val="1001"/>
              </a:spcBef>
              <a:buClr>
                <a:srgbClr val="000000"/>
              </a:buClr>
              <a:buFont typeface="Arial"/>
              <a:buChar char="•"/>
            </a:pPr>
            <a:r>
              <a:rPr b="0" lang="de-DE" sz="2000" strike="noStrike" u="none">
                <a:solidFill>
                  <a:schemeClr val="dk1"/>
                </a:solidFill>
                <a:uFillTx/>
                <a:latin typeface="Calibri"/>
              </a:rPr>
              <a:t>Dev-Server mit Proxy starten (</a:t>
            </a:r>
            <a:r>
              <a:rPr b="0" lang="de-DE" sz="2000" strike="noStrike" u="sng">
                <a:solidFill>
                  <a:schemeClr val="dk1"/>
                </a:solidFill>
                <a:uFillTx/>
                <a:latin typeface="Calibri"/>
                <a:hlinkClick r:id="rId1"/>
              </a:rPr>
              <a:t>CORS</a:t>
            </a:r>
            <a:r>
              <a:rPr b="0" lang="de-DE" sz="2000" strike="noStrike" u="none">
                <a:solidFill>
                  <a:schemeClr val="dk1"/>
                </a:solidFill>
                <a:uFillTx/>
                <a:latin typeface="Calibri"/>
              </a:rPr>
              <a:t>) ng serve --proxy dev.proxy.json</a:t>
            </a:r>
            <a:endParaRPr b="0" lang="de-DE" sz="2000" strike="noStrike" u="none">
              <a:solidFill>
                <a:srgbClr val="000000"/>
              </a:solidFill>
              <a:uFillTx/>
              <a:latin typeface="Arial"/>
            </a:endParaRPr>
          </a:p>
        </p:txBody>
      </p:sp>
      <p:pic>
        <p:nvPicPr>
          <p:cNvPr id="1192" name="Picture 4" descr="Leuchtendes Serverraumpanel"/>
          <p:cNvPicPr/>
          <p:nvPr/>
        </p:nvPicPr>
        <p:blipFill>
          <a:blip r:embed="rId2"/>
          <a:srcRect l="24076" t="0" r="30806" b="0"/>
          <a:stretch/>
        </p:blipFill>
        <p:spPr>
          <a:xfrm>
            <a:off x="0" y="0"/>
            <a:ext cx="4634640" cy="6856920"/>
          </a:xfrm>
          <a:prstGeom prst="rect">
            <a:avLst/>
          </a:prstGeom>
          <a:noFill/>
          <a:ln w="0">
            <a:noFill/>
          </a:ln>
        </p:spPr>
      </p:pic>
      <p:cxnSp>
        <p:nvCxnSpPr>
          <p:cNvPr id="1193" name="Straight Connector 8">
            <a:extLst>
              <a:ext uri="{C183D7F6-B498-43B3-948B-1728B52AA6E4}">
                <adec:decorative xmlns:adec="http://schemas.microsoft.com/office/drawing/2017/decorative" val="1"/>
              </a:ext>
            </a:extLst>
          </p:cNvPr>
          <p:cNvCxnSpPr/>
          <p:nvPr/>
        </p:nvCxnSpPr>
        <p:spPr>
          <a:xfrm>
            <a:off x="5080680" y="2115000"/>
            <a:ext cx="6310440" cy="1080"/>
          </a:xfrm>
          <a:prstGeom prst="straightConnector1">
            <a:avLst/>
          </a:prstGeom>
          <a:ln w="19050">
            <a:solidFill>
              <a:srgbClr val="4651ff"/>
            </a:solidFill>
            <a:round/>
          </a:ln>
        </p:spPr>
      </p:cxn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247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94" name="PlaceHolder 1"/>
          <p:cNvSpPr>
            <a:spLocks noGrp="1"/>
          </p:cNvSpPr>
          <p:nvPr>
            <p:ph type="title"/>
          </p:nvPr>
        </p:nvSpPr>
        <p:spPr>
          <a:xfrm>
            <a:off x="838080" y="365040"/>
            <a:ext cx="10514520" cy="132444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ctr">
            <a:noAutofit/>
          </a:bodyPr>
          <a:p>
            <a:pPr indent="0" defTabSz="914400">
              <a:lnSpc>
                <a:spcPct val="90000"/>
              </a:lnSpc>
              <a:buNone/>
              <a:tabLst>
                <a:tab algn="l" pos="0"/>
              </a:tabLst>
            </a:pPr>
            <a:r>
              <a:rPr b="0" lang="de-DE" sz="4400" strike="noStrike" u="none">
                <a:solidFill>
                  <a:schemeClr val="dk1"/>
                </a:solidFill>
                <a:uFillTx/>
                <a:latin typeface="Calibri Light"/>
              </a:rPr>
              <a:t>Übung 24: Endpunkte</a:t>
            </a:r>
            <a:endParaRPr b="0" lang="de-DE" sz="4400" strike="noStrike" u="none">
              <a:solidFill>
                <a:srgbClr val="000000"/>
              </a:solidFill>
              <a:uFillTx/>
              <a:latin typeface="Arial"/>
            </a:endParaRPr>
          </a:p>
        </p:txBody>
      </p:sp>
      <p:sp>
        <p:nvSpPr>
          <p:cNvPr id="1195" name="PlaceHolder 2"/>
          <p:cNvSpPr>
            <a:spLocks noGrp="1"/>
          </p:cNvSpPr>
          <p:nvPr>
            <p:ph/>
          </p:nvPr>
        </p:nvSpPr>
        <p:spPr>
          <a:xfrm>
            <a:off x="838080" y="1825560"/>
            <a:ext cx="10514520" cy="435024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t">
            <a:noAutofit/>
          </a:bodyPr>
          <a:p>
            <a:pPr marL="228600" indent="-228600" defTabSz="914400">
              <a:lnSpc>
                <a:spcPct val="90000"/>
              </a:lnSpc>
              <a:spcBef>
                <a:spcPts val="1001"/>
              </a:spcBef>
              <a:buClr>
                <a:srgbClr val="000000"/>
              </a:buClr>
              <a:buFont typeface="Arial"/>
              <a:buChar char="•"/>
            </a:pPr>
            <a:r>
              <a:rPr b="0" lang="de-DE" sz="2800" strike="noStrike" u="none">
                <a:solidFill>
                  <a:schemeClr val="dk1"/>
                </a:solidFill>
                <a:uFillTx/>
                <a:latin typeface="Calibri"/>
              </a:rPr>
              <a:t>GET </a:t>
            </a:r>
            <a:endParaRPr b="0" lang="de-DE" sz="2800" strike="noStrike" u="none">
              <a:solidFill>
                <a:srgbClr val="000000"/>
              </a:solidFill>
              <a:uFillTx/>
              <a:latin typeface="Arial"/>
            </a:endParaRPr>
          </a:p>
          <a:p>
            <a:pPr lvl="1" marL="685800" indent="-228600" defTabSz="914400">
              <a:lnSpc>
                <a:spcPct val="90000"/>
              </a:lnSpc>
              <a:spcBef>
                <a:spcPts val="499"/>
              </a:spcBef>
              <a:buClr>
                <a:srgbClr val="000000"/>
              </a:buClr>
              <a:buFont typeface="Arial"/>
              <a:buChar char="•"/>
            </a:pPr>
            <a:r>
              <a:rPr b="0" lang="de-DE" sz="2400" strike="noStrike" u="none">
                <a:solidFill>
                  <a:schemeClr val="dk1"/>
                </a:solidFill>
                <a:uFillTx/>
                <a:latin typeface="Calibri"/>
              </a:rPr>
              <a:t>api/training (GET_ALL)</a:t>
            </a:r>
            <a:endParaRPr b="0" lang="de-DE" sz="2400" strike="noStrike" u="none">
              <a:solidFill>
                <a:srgbClr val="000000"/>
              </a:solidFill>
              <a:uFillTx/>
              <a:latin typeface="Arial"/>
            </a:endParaRPr>
          </a:p>
          <a:p>
            <a:pPr lvl="1" marL="685800" indent="-228600" defTabSz="914400">
              <a:lnSpc>
                <a:spcPct val="90000"/>
              </a:lnSpc>
              <a:spcBef>
                <a:spcPts val="499"/>
              </a:spcBef>
              <a:buClr>
                <a:srgbClr val="000000"/>
              </a:buClr>
              <a:buFont typeface="Arial"/>
              <a:buChar char="•"/>
            </a:pPr>
            <a:r>
              <a:rPr b="0" lang="de-DE" sz="2400" strike="noStrike" u="none">
                <a:solidFill>
                  <a:schemeClr val="dk1"/>
                </a:solidFill>
                <a:uFillTx/>
                <a:latin typeface="Calibri"/>
              </a:rPr>
              <a:t>api/training/:id (GET_BY_ID)</a:t>
            </a:r>
            <a:endParaRPr b="0" lang="de-DE" sz="2400" strike="noStrike" u="none">
              <a:solidFill>
                <a:srgbClr val="000000"/>
              </a:solidFill>
              <a:uFillTx/>
              <a:latin typeface="Arial"/>
            </a:endParaRPr>
          </a:p>
          <a:p>
            <a:pPr marL="228600" indent="-228600" defTabSz="914400">
              <a:lnSpc>
                <a:spcPct val="90000"/>
              </a:lnSpc>
              <a:spcBef>
                <a:spcPts val="1001"/>
              </a:spcBef>
              <a:buClr>
                <a:srgbClr val="000000"/>
              </a:buClr>
              <a:buFont typeface="Arial"/>
              <a:buChar char="•"/>
            </a:pPr>
            <a:r>
              <a:rPr b="0" lang="de-DE" sz="2800" strike="noStrike" u="none">
                <a:solidFill>
                  <a:schemeClr val="dk1"/>
                </a:solidFill>
                <a:uFillTx/>
                <a:latin typeface="Calibri"/>
              </a:rPr>
              <a:t>POST api/training (INSERT)</a:t>
            </a:r>
            <a:endParaRPr b="0" lang="de-DE" sz="2800" strike="noStrike" u="none">
              <a:solidFill>
                <a:srgbClr val="000000"/>
              </a:solidFill>
              <a:uFillTx/>
              <a:latin typeface="Arial"/>
            </a:endParaRPr>
          </a:p>
          <a:p>
            <a:pPr marL="228600" indent="-228600" defTabSz="914400">
              <a:lnSpc>
                <a:spcPct val="90000"/>
              </a:lnSpc>
              <a:spcBef>
                <a:spcPts val="1001"/>
              </a:spcBef>
              <a:buClr>
                <a:srgbClr val="000000"/>
              </a:buClr>
              <a:buFont typeface="Arial"/>
              <a:buChar char="•"/>
            </a:pPr>
            <a:r>
              <a:rPr b="0" lang="de-DE" sz="2800" strike="noStrike" u="none">
                <a:solidFill>
                  <a:schemeClr val="dk1"/>
                </a:solidFill>
                <a:uFillTx/>
                <a:latin typeface="Calibri"/>
              </a:rPr>
              <a:t>PUT/PATCH/DELETE api/training/:id (UPDATE, PARTIAL_UPDATE, REMOVE)</a:t>
            </a:r>
            <a:endParaRPr b="0" lang="de-DE" sz="2800" strike="noStrike" u="none">
              <a:solidFill>
                <a:srgbClr val="000000"/>
              </a:solidFill>
              <a:uFillTx/>
              <a:latin typeface="Arial"/>
            </a:endParaRPr>
          </a:p>
          <a:p>
            <a:pPr indent="0" defTabSz="914400">
              <a:lnSpc>
                <a:spcPct val="90000"/>
              </a:lnSpc>
              <a:spcBef>
                <a:spcPts val="1001"/>
              </a:spcBef>
              <a:buNone/>
              <a:tabLst>
                <a:tab algn="l" pos="0"/>
              </a:tabLst>
            </a:pPr>
            <a:endParaRPr b="0" lang="de-DE" sz="2800" strike="noStrike" u="none">
              <a:solidFill>
                <a:srgbClr val="000000"/>
              </a:solidFill>
              <a:uFillTx/>
              <a:latin typeface="Arial"/>
            </a:endParaRPr>
          </a:p>
          <a:p>
            <a:pPr indent="0" defTabSz="914400">
              <a:lnSpc>
                <a:spcPct val="90000"/>
              </a:lnSpc>
              <a:spcBef>
                <a:spcPts val="1001"/>
              </a:spcBef>
              <a:buNone/>
              <a:tabLst>
                <a:tab algn="l" pos="0"/>
              </a:tabLst>
            </a:pPr>
            <a:endParaRPr b="0" lang="de-DE" sz="2800" strike="noStrike" u="none">
              <a:solidFill>
                <a:srgbClr val="000000"/>
              </a:solidFill>
              <a:uFillTx/>
              <a:latin typeface="Arial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248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96" name="PlaceHolder 1"/>
          <p:cNvSpPr>
            <a:spLocks noGrp="1"/>
          </p:cNvSpPr>
          <p:nvPr>
            <p:ph type="title"/>
          </p:nvPr>
        </p:nvSpPr>
        <p:spPr>
          <a:xfrm>
            <a:off x="838080" y="365040"/>
            <a:ext cx="10514520" cy="132444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ctr">
            <a:noAutofit/>
          </a:bodyPr>
          <a:p>
            <a:pPr indent="0" defTabSz="914400">
              <a:lnSpc>
                <a:spcPct val="90000"/>
              </a:lnSpc>
              <a:buNone/>
              <a:tabLst>
                <a:tab algn="l" pos="0"/>
              </a:tabLst>
            </a:pPr>
            <a:r>
              <a:rPr b="0" lang="de-DE" sz="4400" strike="noStrike" u="none">
                <a:solidFill>
                  <a:schemeClr val="dk1"/>
                </a:solidFill>
                <a:uFillTx/>
                <a:latin typeface="Calibri Light"/>
              </a:rPr>
              <a:t>Übung 24: http </a:t>
            </a:r>
            <a:endParaRPr b="0" lang="de-DE" sz="4400" strike="noStrike" u="none">
              <a:solidFill>
                <a:srgbClr val="000000"/>
              </a:solidFill>
              <a:uFillTx/>
              <a:latin typeface="Arial"/>
            </a:endParaRPr>
          </a:p>
        </p:txBody>
      </p:sp>
      <p:sp>
        <p:nvSpPr>
          <p:cNvPr id="1197" name="PlaceHolder 2"/>
          <p:cNvSpPr>
            <a:spLocks noGrp="1"/>
          </p:cNvSpPr>
          <p:nvPr>
            <p:ph/>
          </p:nvPr>
        </p:nvSpPr>
        <p:spPr>
          <a:xfrm>
            <a:off x="838080" y="1825560"/>
            <a:ext cx="10514520" cy="435024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t">
            <a:noAutofit/>
          </a:bodyPr>
          <a:p>
            <a:pPr marL="228600" indent="-228600" defTabSz="914400">
              <a:lnSpc>
                <a:spcPct val="90000"/>
              </a:lnSpc>
              <a:spcBef>
                <a:spcPts val="1001"/>
              </a:spcBef>
              <a:buClr>
                <a:srgbClr val="000000"/>
              </a:buClr>
              <a:buFont typeface="Arial"/>
              <a:buChar char="•"/>
            </a:pPr>
            <a:r>
              <a:rPr b="0" lang="de-DE" sz="2800" strike="noStrike" u="none">
                <a:solidFill>
                  <a:schemeClr val="dk1"/>
                </a:solidFill>
                <a:uFillTx/>
                <a:latin typeface="Calibri"/>
              </a:rPr>
              <a:t>Verwende in TrainingService das Backend statt der Mock-Daten</a:t>
            </a:r>
            <a:endParaRPr b="0" lang="de-DE" sz="2800" strike="noStrike" u="none">
              <a:solidFill>
                <a:srgbClr val="000000"/>
              </a:solidFill>
              <a:uFillTx/>
              <a:latin typeface="Arial"/>
            </a:endParaRPr>
          </a:p>
          <a:p>
            <a:pPr lvl="1" marL="685800" indent="-228600" defTabSz="914400">
              <a:lnSpc>
                <a:spcPct val="90000"/>
              </a:lnSpc>
              <a:spcBef>
                <a:spcPts val="499"/>
              </a:spcBef>
              <a:buClr>
                <a:srgbClr val="000000"/>
              </a:buClr>
              <a:buFont typeface="Arial"/>
              <a:buChar char="•"/>
            </a:pPr>
            <a:r>
              <a:rPr b="0" lang="de-DE" sz="2400" strike="noStrike" u="none">
                <a:solidFill>
                  <a:schemeClr val="dk1"/>
                </a:solidFill>
                <a:uFillTx/>
                <a:latin typeface="Calibri"/>
              </a:rPr>
              <a:t>Dev-Server mit Proxy starten</a:t>
            </a:r>
            <a:endParaRPr b="0" lang="de-DE" sz="2400" strike="noStrike" u="none">
              <a:solidFill>
                <a:srgbClr val="000000"/>
              </a:solidFill>
              <a:uFillTx/>
              <a:latin typeface="Arial"/>
            </a:endParaRPr>
          </a:p>
          <a:p>
            <a:pPr lvl="1" marL="685800" indent="-228600" defTabSz="914400">
              <a:lnSpc>
                <a:spcPct val="90000"/>
              </a:lnSpc>
              <a:spcBef>
                <a:spcPts val="499"/>
              </a:spcBef>
              <a:buClr>
                <a:srgbClr val="000000"/>
              </a:buClr>
              <a:buFont typeface="Arial"/>
              <a:buChar char="•"/>
            </a:pPr>
            <a:r>
              <a:rPr b="0" lang="de-DE" sz="2400" strike="noStrike" u="none">
                <a:solidFill>
                  <a:schemeClr val="dk1"/>
                </a:solidFill>
                <a:uFillTx/>
                <a:latin typeface="Calibri"/>
              </a:rPr>
              <a:t>Lade die Liste initial vom Backend</a:t>
            </a:r>
            <a:endParaRPr b="0" lang="de-DE" sz="2400" strike="noStrike" u="none">
              <a:solidFill>
                <a:srgbClr val="000000"/>
              </a:solidFill>
              <a:uFillTx/>
              <a:latin typeface="Arial"/>
            </a:endParaRPr>
          </a:p>
          <a:p>
            <a:pPr lvl="1" marL="685800" indent="-228600" defTabSz="914400">
              <a:lnSpc>
                <a:spcPct val="90000"/>
              </a:lnSpc>
              <a:spcBef>
                <a:spcPts val="499"/>
              </a:spcBef>
              <a:buClr>
                <a:srgbClr val="000000"/>
              </a:buClr>
              <a:buFont typeface="Arial"/>
              <a:buChar char="•"/>
            </a:pPr>
            <a:r>
              <a:rPr b="0" lang="de-DE" sz="2400" strike="noStrike" u="none">
                <a:solidFill>
                  <a:schemeClr val="dk1"/>
                </a:solidFill>
                <a:uFillTx/>
                <a:latin typeface="Calibri"/>
              </a:rPr>
              <a:t>Achtung: Date Felder vom Server werden serialisiert als String gesendet</a:t>
            </a:r>
            <a:endParaRPr b="0" lang="de-DE" sz="2400" strike="noStrike" u="none">
              <a:solidFill>
                <a:srgbClr val="000000"/>
              </a:solidFill>
              <a:uFillTx/>
              <a:latin typeface="Arial"/>
            </a:endParaRPr>
          </a:p>
          <a:p>
            <a:pPr lvl="2" marL="1143000" indent="-228600" defTabSz="914400">
              <a:lnSpc>
                <a:spcPct val="90000"/>
              </a:lnSpc>
              <a:spcBef>
                <a:spcPts val="499"/>
              </a:spcBef>
              <a:buClr>
                <a:srgbClr val="000000"/>
              </a:buClr>
              <a:buFont typeface="Arial"/>
              <a:buChar char="•"/>
            </a:pPr>
            <a:r>
              <a:rPr b="0" lang="de-DE" sz="2000" strike="noStrike" u="none">
                <a:solidFill>
                  <a:schemeClr val="dk1"/>
                </a:solidFill>
                <a:uFillTx/>
                <a:latin typeface="Calibri"/>
              </a:rPr>
              <a:t>Müssen noch in Date umgewandelt werden</a:t>
            </a:r>
            <a:endParaRPr b="0" lang="de-DE" sz="2000" strike="noStrike" u="none">
              <a:solidFill>
                <a:srgbClr val="000000"/>
              </a:solidFill>
              <a:uFillTx/>
              <a:latin typeface="Arial"/>
            </a:endParaRPr>
          </a:p>
          <a:p>
            <a:pPr lvl="1" marL="685800" indent="-228600" defTabSz="914400">
              <a:lnSpc>
                <a:spcPct val="90000"/>
              </a:lnSpc>
              <a:spcBef>
                <a:spcPts val="499"/>
              </a:spcBef>
              <a:buClr>
                <a:srgbClr val="000000"/>
              </a:buClr>
              <a:buFont typeface="Arial"/>
              <a:buChar char="•"/>
            </a:pPr>
            <a:r>
              <a:rPr b="0" lang="de-DE" sz="2400" strike="noStrike" u="none">
                <a:solidFill>
                  <a:schemeClr val="dk1"/>
                </a:solidFill>
                <a:uFillTx/>
                <a:latin typeface="Calibri"/>
              </a:rPr>
              <a:t>Schicke die geänderten Daten in update per put zum Backend</a:t>
            </a:r>
            <a:endParaRPr b="0" lang="de-DE" sz="2400" strike="noStrike" u="none">
              <a:solidFill>
                <a:srgbClr val="000000"/>
              </a:solidFill>
              <a:uFillTx/>
              <a:latin typeface="Arial"/>
            </a:endParaRPr>
          </a:p>
          <a:p>
            <a:pPr lvl="1" marL="685800" indent="-228600" defTabSz="914400">
              <a:lnSpc>
                <a:spcPct val="90000"/>
              </a:lnSpc>
              <a:spcBef>
                <a:spcPts val="499"/>
              </a:spcBef>
              <a:buClr>
                <a:srgbClr val="000000"/>
              </a:buClr>
              <a:buFont typeface="Arial"/>
              <a:buChar char="•"/>
            </a:pPr>
            <a:r>
              <a:rPr b="0" lang="de-DE" sz="2400" strike="noStrike" u="none">
                <a:solidFill>
                  <a:schemeClr val="dk1"/>
                </a:solidFill>
                <a:uFillTx/>
                <a:latin typeface="Calibri"/>
              </a:rPr>
              <a:t>Lade (der Einfachheit halber) nach einem update die Liste neu vom Backend</a:t>
            </a:r>
            <a:endParaRPr b="0" lang="de-DE" sz="2400" strike="noStrike" u="none">
              <a:solidFill>
                <a:srgbClr val="000000"/>
              </a:solidFill>
              <a:uFillTx/>
              <a:latin typeface="Arial"/>
            </a:endParaRPr>
          </a:p>
          <a:p>
            <a:pPr indent="0" defTabSz="914400">
              <a:lnSpc>
                <a:spcPct val="90000"/>
              </a:lnSpc>
              <a:spcBef>
                <a:spcPts val="1001"/>
              </a:spcBef>
              <a:buNone/>
              <a:tabLst>
                <a:tab algn="l" pos="0"/>
              </a:tabLst>
            </a:pPr>
            <a:endParaRPr b="0" lang="de-DE" sz="2800" strike="noStrike" u="none">
              <a:solidFill>
                <a:srgbClr val="000000"/>
              </a:solidFill>
              <a:uFillTx/>
              <a:latin typeface="Arial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249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98" name="PlaceHolder 1"/>
          <p:cNvSpPr>
            <a:spLocks noGrp="1"/>
          </p:cNvSpPr>
          <p:nvPr>
            <p:ph type="title"/>
          </p:nvPr>
        </p:nvSpPr>
        <p:spPr>
          <a:xfrm>
            <a:off x="838080" y="365040"/>
            <a:ext cx="10514520" cy="132444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ctr">
            <a:noAutofit/>
          </a:bodyPr>
          <a:p>
            <a:pPr indent="0" defTabSz="914400">
              <a:lnSpc>
                <a:spcPct val="90000"/>
              </a:lnSpc>
              <a:buNone/>
              <a:tabLst>
                <a:tab algn="l" pos="0"/>
              </a:tabLst>
            </a:pPr>
            <a:r>
              <a:rPr b="0" lang="de-DE" sz="4400" strike="noStrike" u="none">
                <a:solidFill>
                  <a:schemeClr val="dk1"/>
                </a:solidFill>
                <a:uFillTx/>
                <a:latin typeface="Calibri Light"/>
              </a:rPr>
              <a:t>Eigene Direktiven</a:t>
            </a:r>
            <a:endParaRPr b="0" lang="de-DE" sz="4400" strike="noStrike" u="none">
              <a:solidFill>
                <a:srgbClr val="000000"/>
              </a:solidFill>
              <a:uFillTx/>
              <a:latin typeface="Arial"/>
            </a:endParaRPr>
          </a:p>
        </p:txBody>
      </p:sp>
      <p:sp>
        <p:nvSpPr>
          <p:cNvPr id="1199" name="PlaceHolder 2"/>
          <p:cNvSpPr>
            <a:spLocks noGrp="1"/>
          </p:cNvSpPr>
          <p:nvPr>
            <p:ph/>
          </p:nvPr>
        </p:nvSpPr>
        <p:spPr>
          <a:xfrm>
            <a:off x="838080" y="1825560"/>
            <a:ext cx="10514520" cy="435024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t">
            <a:noAutofit/>
          </a:bodyPr>
          <a:p>
            <a:pPr marL="228600" indent="-228600" defTabSz="914400">
              <a:lnSpc>
                <a:spcPct val="90000"/>
              </a:lnSpc>
              <a:spcBef>
                <a:spcPts val="1001"/>
              </a:spcBef>
              <a:buClr>
                <a:srgbClr val="000000"/>
              </a:buClr>
              <a:buFont typeface="Arial"/>
              <a:buChar char="•"/>
            </a:pPr>
            <a:r>
              <a:rPr b="0" lang="de-DE" sz="2800" strike="noStrike" u="none">
                <a:solidFill>
                  <a:schemeClr val="dk1"/>
                </a:solidFill>
                <a:uFillTx/>
                <a:latin typeface="Calibri"/>
              </a:rPr>
              <a:t>Können simpel erstellt werden</a:t>
            </a:r>
            <a:endParaRPr b="0" lang="de-DE" sz="2800" strike="noStrike" u="none">
              <a:solidFill>
                <a:srgbClr val="000000"/>
              </a:solidFill>
              <a:uFillTx/>
              <a:latin typeface="Arial"/>
            </a:endParaRPr>
          </a:p>
          <a:p>
            <a:pPr marL="228600" indent="-228600" defTabSz="914400">
              <a:lnSpc>
                <a:spcPct val="90000"/>
              </a:lnSpc>
              <a:spcBef>
                <a:spcPts val="1001"/>
              </a:spcBef>
              <a:buClr>
                <a:srgbClr val="000000"/>
              </a:buClr>
              <a:buFont typeface="Arial"/>
              <a:buChar char="•"/>
            </a:pPr>
            <a:r>
              <a:rPr b="0" lang="de-DE" sz="2800" strike="noStrike" u="none">
                <a:solidFill>
                  <a:schemeClr val="dk1"/>
                </a:solidFill>
                <a:uFillTx/>
                <a:latin typeface="Courier New"/>
              </a:rPr>
              <a:t>ng generate directive &lt;directive-name&gt;</a:t>
            </a:r>
            <a:endParaRPr b="0" lang="de-DE" sz="2800" strike="noStrike" u="none">
              <a:solidFill>
                <a:srgbClr val="000000"/>
              </a:solidFill>
              <a:uFillTx/>
              <a:latin typeface="Arial"/>
            </a:endParaRPr>
          </a:p>
          <a:p>
            <a:pPr marL="228600" indent="-228600" defTabSz="914400">
              <a:lnSpc>
                <a:spcPct val="90000"/>
              </a:lnSpc>
              <a:spcBef>
                <a:spcPts val="1001"/>
              </a:spcBef>
              <a:buClr>
                <a:srgbClr val="000000"/>
              </a:buClr>
              <a:buFont typeface="Arial"/>
              <a:buChar char="•"/>
            </a:pPr>
            <a:r>
              <a:rPr b="0" lang="de-DE" sz="2800" strike="noStrike" u="none">
                <a:solidFill>
                  <a:schemeClr val="dk1"/>
                </a:solidFill>
                <a:uFillTx/>
                <a:latin typeface="Calibri"/>
              </a:rPr>
              <a:t>Die Direktive ist wiederum eine annotierte TypeScript-Klasse</a:t>
            </a:r>
            <a:endParaRPr b="0" lang="de-DE" sz="2800" strike="noStrike" u="none">
              <a:solidFill>
                <a:srgbClr val="000000"/>
              </a:solidFill>
              <a:uFillTx/>
              <a:latin typeface="Arial"/>
            </a:endParaRPr>
          </a:p>
          <a:p>
            <a:pPr lvl="1" marL="685800" indent="-228600" defTabSz="914400">
              <a:lnSpc>
                <a:spcPct val="90000"/>
              </a:lnSpc>
              <a:spcBef>
                <a:spcPts val="499"/>
              </a:spcBef>
              <a:buClr>
                <a:srgbClr val="000000"/>
              </a:buClr>
              <a:buFont typeface="Arial"/>
              <a:buChar char="•"/>
            </a:pPr>
            <a:r>
              <a:rPr b="0" lang="de-DE" sz="2400" strike="noStrike" u="none">
                <a:solidFill>
                  <a:schemeClr val="dk1"/>
                </a:solidFill>
                <a:uFillTx/>
                <a:latin typeface="Calibri"/>
              </a:rPr>
              <a:t>Der </a:t>
            </a:r>
            <a:r>
              <a:rPr b="0" lang="de-DE" sz="2400" strike="noStrike" u="none">
                <a:solidFill>
                  <a:schemeClr val="dk1"/>
                </a:solidFill>
                <a:uFillTx/>
                <a:latin typeface="Courier New"/>
              </a:rPr>
              <a:t>selector</a:t>
            </a:r>
            <a:r>
              <a:rPr b="0" lang="de-DE" sz="2400" strike="noStrike" u="none">
                <a:solidFill>
                  <a:schemeClr val="dk1"/>
                </a:solidFill>
                <a:uFillTx/>
                <a:latin typeface="Calibri"/>
              </a:rPr>
              <a:t> ist das neue HTML-Attribute oder -Element</a:t>
            </a:r>
            <a:endParaRPr b="0" lang="de-DE" sz="2400" strike="noStrike" u="none">
              <a:solidFill>
                <a:srgbClr val="000000"/>
              </a:solidFill>
              <a:uFillTx/>
              <a:latin typeface="Arial"/>
            </a:endParaRPr>
          </a:p>
          <a:p>
            <a:pPr lvl="1" marL="685800" indent="-228600" defTabSz="914400">
              <a:lnSpc>
                <a:spcPct val="90000"/>
              </a:lnSpc>
              <a:spcBef>
                <a:spcPts val="499"/>
              </a:spcBef>
              <a:buClr>
                <a:srgbClr val="000000"/>
              </a:buClr>
              <a:buFont typeface="Arial"/>
              <a:buChar char="•"/>
            </a:pPr>
            <a:r>
              <a:rPr b="0" lang="de-DE" sz="2400" strike="noStrike" u="none">
                <a:solidFill>
                  <a:schemeClr val="dk1"/>
                </a:solidFill>
                <a:uFillTx/>
                <a:latin typeface="Calibri"/>
              </a:rPr>
              <a:t>Im Konstruktor wird das DOM-Element, das manipuliert werden soll, injected</a:t>
            </a:r>
            <a:endParaRPr b="0" lang="de-DE" sz="2400" strike="noStrike" u="none">
              <a:solidFill>
                <a:srgbClr val="000000"/>
              </a:solidFill>
              <a:uFillTx/>
              <a:latin typeface="Arial"/>
            </a:endParaRPr>
          </a:p>
          <a:p>
            <a:pPr indent="0" defTabSz="914400">
              <a:lnSpc>
                <a:spcPct val="90000"/>
              </a:lnSpc>
              <a:spcBef>
                <a:spcPts val="1001"/>
              </a:spcBef>
              <a:buNone/>
              <a:tabLst>
                <a:tab algn="l" pos="0"/>
              </a:tabLst>
            </a:pPr>
            <a:endParaRPr b="0" lang="de-DE" sz="2800" strike="noStrike" u="none">
              <a:solidFill>
                <a:srgbClr val="000000"/>
              </a:solidFill>
              <a:uFillTx/>
              <a:latin typeface="Arial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250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00" name="PlaceHolder 1"/>
          <p:cNvSpPr>
            <a:spLocks noGrp="1"/>
          </p:cNvSpPr>
          <p:nvPr>
            <p:ph type="title"/>
          </p:nvPr>
        </p:nvSpPr>
        <p:spPr>
          <a:xfrm>
            <a:off x="838080" y="365040"/>
            <a:ext cx="10514520" cy="132444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ctr">
            <a:noAutofit/>
          </a:bodyPr>
          <a:p>
            <a:pPr indent="0" defTabSz="914400">
              <a:lnSpc>
                <a:spcPct val="90000"/>
              </a:lnSpc>
              <a:buNone/>
              <a:tabLst>
                <a:tab algn="l" pos="0"/>
              </a:tabLst>
            </a:pPr>
            <a:r>
              <a:rPr b="0" lang="de-DE" sz="4400" strike="noStrike" u="none">
                <a:solidFill>
                  <a:schemeClr val="dk1"/>
                </a:solidFill>
                <a:uFillTx/>
                <a:latin typeface="Calibri Light"/>
              </a:rPr>
              <a:t>Eigene Directive: Beispiel</a:t>
            </a:r>
            <a:endParaRPr b="0" lang="de-DE" sz="4400" strike="noStrike" u="none">
              <a:solidFill>
                <a:srgbClr val="000000"/>
              </a:solidFill>
              <a:uFillTx/>
              <a:latin typeface="Arial"/>
            </a:endParaRPr>
          </a:p>
        </p:txBody>
      </p:sp>
      <p:sp>
        <p:nvSpPr>
          <p:cNvPr id="1201" name="PlaceHolder 2"/>
          <p:cNvSpPr>
            <a:spLocks noGrp="1"/>
          </p:cNvSpPr>
          <p:nvPr>
            <p:ph/>
          </p:nvPr>
        </p:nvSpPr>
        <p:spPr>
          <a:xfrm>
            <a:off x="838080" y="1825560"/>
            <a:ext cx="10514520" cy="435024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t">
            <a:normAutofit fontScale="92500" lnSpcReduction="19999"/>
          </a:bodyPr>
          <a:p>
            <a:pPr marL="228600" indent="-228600" defTabSz="914400">
              <a:lnSpc>
                <a:spcPct val="90000"/>
              </a:lnSpc>
              <a:spcBef>
                <a:spcPts val="1001"/>
              </a:spcBef>
              <a:buClr>
                <a:srgbClr val="000000"/>
              </a:buClr>
              <a:buFont typeface="Arial"/>
              <a:buChar char="•"/>
            </a:pPr>
            <a:r>
              <a:rPr b="0" lang="de-DE" sz="2800" strike="noStrike" u="none">
                <a:solidFill>
                  <a:schemeClr val="dk1"/>
                </a:solidFill>
                <a:uFillTx/>
                <a:latin typeface="Calibri"/>
              </a:rPr>
              <a:t>Ein Beispiel ist unter </a:t>
            </a:r>
            <a:r>
              <a:rPr b="0" i="1" lang="de-DE" sz="2800" strike="noStrike" u="sng">
                <a:solidFill>
                  <a:schemeClr val="dk1"/>
                </a:solidFill>
                <a:uFillTx/>
                <a:latin typeface="Courier New"/>
                <a:hlinkClick r:id="rId1"/>
              </a:rPr>
              <a:t>https://angular.io/guide/attribute-directives</a:t>
            </a:r>
            <a:r>
              <a:rPr b="0" lang="de-DE" sz="2800" strike="noStrike" u="none">
                <a:solidFill>
                  <a:schemeClr val="dk1"/>
                </a:solidFill>
                <a:uFillTx/>
                <a:latin typeface="Calibri"/>
              </a:rPr>
              <a:t> zu finden</a:t>
            </a:r>
            <a:endParaRPr b="0" lang="de-DE" sz="2800" strike="noStrike" u="none">
              <a:solidFill>
                <a:srgbClr val="000000"/>
              </a:solidFill>
              <a:uFillTx/>
              <a:latin typeface="Arial"/>
            </a:endParaRPr>
          </a:p>
          <a:p>
            <a:pPr indent="0" defTabSz="914400">
              <a:lnSpc>
                <a:spcPct val="90000"/>
              </a:lnSpc>
              <a:spcBef>
                <a:spcPts val="1001"/>
              </a:spcBef>
              <a:buNone/>
              <a:tabLst>
                <a:tab algn="l" pos="0"/>
              </a:tabLst>
            </a:pPr>
            <a:endParaRPr b="0" lang="de-DE" sz="2800" strike="noStrike" u="none">
              <a:solidFill>
                <a:srgbClr val="000000"/>
              </a:solidFill>
              <a:uFillTx/>
              <a:latin typeface="Arial"/>
            </a:endParaRPr>
          </a:p>
          <a:p>
            <a:pPr indent="0" defTabSz="914400">
              <a:lnSpc>
                <a:spcPct val="90000"/>
              </a:lnSpc>
              <a:spcBef>
                <a:spcPts val="1001"/>
              </a:spcBef>
              <a:buNone/>
              <a:tabLst>
                <a:tab algn="l" pos="0"/>
              </a:tabLst>
            </a:pPr>
            <a:endParaRPr b="0" lang="de-DE" sz="2800" strike="noStrike" u="none">
              <a:solidFill>
                <a:srgbClr val="000000"/>
              </a:solidFill>
              <a:uFillTx/>
              <a:latin typeface="Arial"/>
            </a:endParaRPr>
          </a:p>
          <a:p>
            <a:pPr marL="270000" indent="0" defTabSz="914400">
              <a:lnSpc>
                <a:spcPct val="90000"/>
              </a:lnSpc>
              <a:spcBef>
                <a:spcPts val="499"/>
              </a:spcBef>
              <a:buNone/>
              <a:tabLst>
                <a:tab algn="l" pos="0"/>
              </a:tabLst>
            </a:pPr>
            <a:r>
              <a:rPr b="0" lang="de-DE" sz="2400" strike="noStrike" u="none">
                <a:solidFill>
                  <a:schemeClr val="dk1"/>
                </a:solidFill>
                <a:uFillTx/>
                <a:latin typeface="Courier New"/>
              </a:rPr>
              <a:t>import { Directive, ElementRef } from '@angular/core';</a:t>
            </a:r>
            <a:endParaRPr b="0" lang="de-DE" sz="2400" strike="noStrike" u="none">
              <a:solidFill>
                <a:srgbClr val="000000"/>
              </a:solidFill>
              <a:uFillTx/>
              <a:latin typeface="Arial"/>
            </a:endParaRPr>
          </a:p>
          <a:p>
            <a:pPr marL="270000" indent="0" defTabSz="914400">
              <a:lnSpc>
                <a:spcPct val="90000"/>
              </a:lnSpc>
              <a:spcBef>
                <a:spcPts val="499"/>
              </a:spcBef>
              <a:buNone/>
              <a:tabLst>
                <a:tab algn="l" pos="0"/>
              </a:tabLst>
            </a:pPr>
            <a:r>
              <a:rPr b="0" lang="de-DE" sz="2400" strike="noStrike" u="none">
                <a:solidFill>
                  <a:schemeClr val="dk1"/>
                </a:solidFill>
                <a:uFillTx/>
                <a:latin typeface="Courier New"/>
              </a:rPr>
              <a:t>@Directive({</a:t>
            </a:r>
            <a:endParaRPr b="0" lang="de-DE" sz="2400" strike="noStrike" u="none">
              <a:solidFill>
                <a:srgbClr val="000000"/>
              </a:solidFill>
              <a:uFillTx/>
              <a:latin typeface="Arial"/>
            </a:endParaRPr>
          </a:p>
          <a:p>
            <a:pPr marL="270000" indent="0" defTabSz="914400">
              <a:lnSpc>
                <a:spcPct val="90000"/>
              </a:lnSpc>
              <a:spcBef>
                <a:spcPts val="499"/>
              </a:spcBef>
              <a:buNone/>
              <a:tabLst>
                <a:tab algn="l" pos="0"/>
              </a:tabLst>
            </a:pPr>
            <a:r>
              <a:rPr b="0" lang="de-DE" sz="2400" strike="noStrike" u="none">
                <a:solidFill>
                  <a:schemeClr val="dk1"/>
                </a:solidFill>
                <a:uFillTx/>
                <a:latin typeface="Courier New"/>
              </a:rPr>
              <a:t>  </a:t>
            </a:r>
            <a:r>
              <a:rPr b="0" lang="de-DE" sz="2400" strike="noStrike" u="none">
                <a:solidFill>
                  <a:schemeClr val="dk1"/>
                </a:solidFill>
                <a:uFillTx/>
                <a:latin typeface="Courier New"/>
              </a:rPr>
              <a:t>selector: '[appHighlight]'</a:t>
            </a:r>
            <a:endParaRPr b="0" lang="de-DE" sz="2400" strike="noStrike" u="none">
              <a:solidFill>
                <a:srgbClr val="000000"/>
              </a:solidFill>
              <a:uFillTx/>
              <a:latin typeface="Arial"/>
            </a:endParaRPr>
          </a:p>
          <a:p>
            <a:pPr marL="270000" indent="0" defTabSz="914400">
              <a:lnSpc>
                <a:spcPct val="90000"/>
              </a:lnSpc>
              <a:spcBef>
                <a:spcPts val="499"/>
              </a:spcBef>
              <a:buNone/>
              <a:tabLst>
                <a:tab algn="l" pos="0"/>
              </a:tabLst>
            </a:pPr>
            <a:r>
              <a:rPr b="0" lang="de-DE" sz="2400" strike="noStrike" u="none">
                <a:solidFill>
                  <a:schemeClr val="dk1"/>
                </a:solidFill>
                <a:uFillTx/>
                <a:latin typeface="Courier New"/>
              </a:rPr>
              <a:t>})</a:t>
            </a:r>
            <a:endParaRPr b="0" lang="de-DE" sz="2400" strike="noStrike" u="none">
              <a:solidFill>
                <a:srgbClr val="000000"/>
              </a:solidFill>
              <a:uFillTx/>
              <a:latin typeface="Arial"/>
            </a:endParaRPr>
          </a:p>
          <a:p>
            <a:pPr marL="270000" indent="0" defTabSz="914400">
              <a:lnSpc>
                <a:spcPct val="90000"/>
              </a:lnSpc>
              <a:spcBef>
                <a:spcPts val="499"/>
              </a:spcBef>
              <a:buNone/>
              <a:tabLst>
                <a:tab algn="l" pos="0"/>
              </a:tabLst>
            </a:pPr>
            <a:r>
              <a:rPr b="0" lang="de-DE" sz="2400" strike="noStrike" u="none">
                <a:solidFill>
                  <a:schemeClr val="dk1"/>
                </a:solidFill>
                <a:uFillTx/>
                <a:latin typeface="Courier New"/>
              </a:rPr>
              <a:t>export class HighlightDirective {</a:t>
            </a:r>
            <a:endParaRPr b="0" lang="de-DE" sz="2400" strike="noStrike" u="none">
              <a:solidFill>
                <a:srgbClr val="000000"/>
              </a:solidFill>
              <a:uFillTx/>
              <a:latin typeface="Arial"/>
            </a:endParaRPr>
          </a:p>
          <a:p>
            <a:pPr marL="270000" indent="0" defTabSz="914400">
              <a:lnSpc>
                <a:spcPct val="90000"/>
              </a:lnSpc>
              <a:spcBef>
                <a:spcPts val="499"/>
              </a:spcBef>
              <a:buNone/>
              <a:tabLst>
                <a:tab algn="l" pos="0"/>
              </a:tabLst>
            </a:pPr>
            <a:r>
              <a:rPr b="0" lang="de-DE" sz="2400" strike="noStrike" u="none">
                <a:solidFill>
                  <a:schemeClr val="dk1"/>
                </a:solidFill>
                <a:uFillTx/>
                <a:latin typeface="Courier New"/>
              </a:rPr>
              <a:t>    </a:t>
            </a:r>
            <a:r>
              <a:rPr b="0" lang="de-DE" sz="2400" strike="noStrike" u="none">
                <a:solidFill>
                  <a:schemeClr val="dk1"/>
                </a:solidFill>
                <a:uFillTx/>
                <a:latin typeface="Courier New"/>
              </a:rPr>
              <a:t>constructor(el: ElementRef) {</a:t>
            </a:r>
            <a:endParaRPr b="0" lang="de-DE" sz="2400" strike="noStrike" u="none">
              <a:solidFill>
                <a:srgbClr val="000000"/>
              </a:solidFill>
              <a:uFillTx/>
              <a:latin typeface="Arial"/>
            </a:endParaRPr>
          </a:p>
          <a:p>
            <a:pPr marL="270000" indent="0" defTabSz="914400">
              <a:lnSpc>
                <a:spcPct val="90000"/>
              </a:lnSpc>
              <a:spcBef>
                <a:spcPts val="499"/>
              </a:spcBef>
              <a:buNone/>
              <a:tabLst>
                <a:tab algn="l" pos="0"/>
              </a:tabLst>
            </a:pPr>
            <a:r>
              <a:rPr b="0" lang="de-DE" sz="2400" strike="noStrike" u="none">
                <a:solidFill>
                  <a:schemeClr val="dk1"/>
                </a:solidFill>
                <a:uFillTx/>
                <a:latin typeface="Courier New"/>
              </a:rPr>
              <a:t>       </a:t>
            </a:r>
            <a:r>
              <a:rPr b="0" lang="de-DE" sz="2400" strike="noStrike" u="none">
                <a:solidFill>
                  <a:schemeClr val="dk1"/>
                </a:solidFill>
                <a:uFillTx/>
                <a:latin typeface="Courier New"/>
              </a:rPr>
              <a:t>el.nativeElement.style.backgroundColor = 'yellow';</a:t>
            </a:r>
            <a:endParaRPr b="0" lang="de-DE" sz="2400" strike="noStrike" u="none">
              <a:solidFill>
                <a:srgbClr val="000000"/>
              </a:solidFill>
              <a:uFillTx/>
              <a:latin typeface="Arial"/>
            </a:endParaRPr>
          </a:p>
          <a:p>
            <a:pPr marL="270000" indent="0" defTabSz="914400">
              <a:lnSpc>
                <a:spcPct val="90000"/>
              </a:lnSpc>
              <a:spcBef>
                <a:spcPts val="499"/>
              </a:spcBef>
              <a:buNone/>
              <a:tabLst>
                <a:tab algn="l" pos="0"/>
              </a:tabLst>
            </a:pPr>
            <a:r>
              <a:rPr b="0" lang="de-DE" sz="2400" strike="noStrike" u="none">
                <a:solidFill>
                  <a:schemeClr val="dk1"/>
                </a:solidFill>
                <a:uFillTx/>
                <a:latin typeface="Courier New"/>
              </a:rPr>
              <a:t>    </a:t>
            </a:r>
            <a:r>
              <a:rPr b="0" lang="de-DE" sz="2400" strike="noStrike" u="none">
                <a:solidFill>
                  <a:schemeClr val="dk1"/>
                </a:solidFill>
                <a:uFillTx/>
                <a:latin typeface="Courier New"/>
              </a:rPr>
              <a:t>}</a:t>
            </a:r>
            <a:endParaRPr b="0" lang="de-DE" sz="2400" strike="noStrike" u="none">
              <a:solidFill>
                <a:srgbClr val="000000"/>
              </a:solidFill>
              <a:uFillTx/>
              <a:latin typeface="Arial"/>
            </a:endParaRPr>
          </a:p>
          <a:p>
            <a:pPr marL="270000" indent="0" defTabSz="914400">
              <a:lnSpc>
                <a:spcPct val="90000"/>
              </a:lnSpc>
              <a:spcBef>
                <a:spcPts val="499"/>
              </a:spcBef>
              <a:buNone/>
              <a:tabLst>
                <a:tab algn="l" pos="0"/>
              </a:tabLst>
            </a:pPr>
            <a:r>
              <a:rPr b="0" lang="de-DE" sz="2400" strike="noStrike" u="none">
                <a:solidFill>
                  <a:schemeClr val="dk1"/>
                </a:solidFill>
                <a:uFillTx/>
                <a:latin typeface="Courier New"/>
              </a:rPr>
              <a:t>}</a:t>
            </a:r>
            <a:endParaRPr b="0" lang="de-DE" sz="2400" strike="noStrike" u="none">
              <a:solidFill>
                <a:srgbClr val="000000"/>
              </a:solidFill>
              <a:uFillTx/>
              <a:latin typeface="Arial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251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bg>
      <p:bgPr>
        <a:solidFill>
          <a:schemeClr val="lt1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 useBgFill="1">
        <p:nvSpPr>
          <p:cNvPr id="1202" name="Rectangle 10">
            <a:extLst>
              <a:ext uri="{C183D7F6-B498-43B3-948B-1728B52AA6E4}">
                <adec:decorative xmlns:adec="http://schemas.microsoft.com/office/drawing/2017/decorative" val="1"/>
              </a:ext>
            </a:extLst>
          </p:cNvPr>
          <p:cNvSpPr/>
          <p:nvPr/>
        </p:nvSpPr>
        <p:spPr>
          <a:xfrm>
            <a:off x="0" y="0"/>
            <a:ext cx="12191040" cy="6856920"/>
          </a:xfrm>
          <a:prstGeom prst="rect">
            <a:avLst/>
          </a:prstGeom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 algn="ctr" defTabSz="914400">
              <a:lnSpc>
                <a:spcPct val="100000"/>
              </a:lnSpc>
            </a:pPr>
            <a:endParaRPr b="0" lang="en-US" sz="1800" strike="noStrike" u="none">
              <a:solidFill>
                <a:schemeClr val="lt1"/>
              </a:solidFill>
              <a:uFillTx/>
              <a:latin typeface="Calibri"/>
            </a:endParaRPr>
          </a:p>
        </p:txBody>
      </p:sp>
      <p:sp>
        <p:nvSpPr>
          <p:cNvPr id="1203" name="Rectangle 12">
            <a:extLst>
              <a:ext uri="{C183D7F6-B498-43B3-948B-1728B52AA6E4}">
                <adec:decorative xmlns:adec="http://schemas.microsoft.com/office/drawing/2017/decorative" val="1"/>
              </a:ext>
            </a:extLst>
          </p:cNvPr>
          <p:cNvSpPr/>
          <p:nvPr/>
        </p:nvSpPr>
        <p:spPr>
          <a:xfrm flipH="1" rot="5400000">
            <a:off x="-1418760" y="1418400"/>
            <a:ext cx="6874560" cy="4039560"/>
          </a:xfrm>
          <a:prstGeom prst="rect">
            <a:avLst/>
          </a:prstGeom>
          <a:gradFill rotWithShape="0">
            <a:gsLst>
              <a:gs pos="11000">
                <a:srgbClr val="000000"/>
              </a:gs>
              <a:gs pos="100000">
                <a:srgbClr val="16735a"/>
              </a:gs>
            </a:gsLst>
            <a:lin ang="19200000"/>
          </a:gra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 algn="ctr" defTabSz="914400">
              <a:lnSpc>
                <a:spcPct val="100000"/>
              </a:lnSpc>
            </a:pPr>
            <a:endParaRPr b="0" lang="en-US" sz="1800" strike="noStrike" u="none">
              <a:solidFill>
                <a:schemeClr val="lt1"/>
              </a:solidFill>
              <a:uFillTx/>
              <a:latin typeface="Calibri"/>
            </a:endParaRPr>
          </a:p>
        </p:txBody>
      </p:sp>
      <p:sp>
        <p:nvSpPr>
          <p:cNvPr id="1204" name="Rectangle 14">
            <a:extLst>
              <a:ext uri="{C183D7F6-B498-43B3-948B-1728B52AA6E4}">
                <adec:decorative xmlns:adec="http://schemas.microsoft.com/office/drawing/2017/decorative" val="1"/>
              </a:ext>
            </a:extLst>
          </p:cNvPr>
          <p:cNvSpPr/>
          <p:nvPr/>
        </p:nvSpPr>
        <p:spPr>
          <a:xfrm rot="16200000">
            <a:off x="-159480" y="2660400"/>
            <a:ext cx="4354560" cy="4039560"/>
          </a:xfrm>
          <a:prstGeom prst="rect">
            <a:avLst/>
          </a:prstGeom>
          <a:gradFill rotWithShape="0">
            <a:gsLst>
              <a:gs pos="0">
                <a:srgbClr val="1d9a78">
                  <a:alpha val="50000"/>
                </a:srgbClr>
              </a:gs>
              <a:gs pos="100000">
                <a:srgbClr val="0e4d3c">
                  <a:alpha val="0"/>
                </a:srgbClr>
              </a:gs>
            </a:gsLst>
            <a:lin ang="6000000"/>
          </a:gra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 algn="ctr" defTabSz="914400">
              <a:lnSpc>
                <a:spcPct val="100000"/>
              </a:lnSpc>
            </a:pPr>
            <a:endParaRPr b="0" lang="en-US" sz="1800" strike="noStrike" u="none">
              <a:solidFill>
                <a:schemeClr val="lt1"/>
              </a:solidFill>
              <a:uFillTx/>
              <a:latin typeface="Calibri"/>
            </a:endParaRPr>
          </a:p>
        </p:txBody>
      </p:sp>
      <p:pic>
        <p:nvPicPr>
          <p:cNvPr id="1205" name="Picture 6" descr="Einen Termin in einen Papierkalender eintragen"/>
          <p:cNvPicPr/>
          <p:nvPr/>
        </p:nvPicPr>
        <p:blipFill>
          <a:blip r:embed="rId1"/>
          <a:srcRect l="0" t="0" r="20784" b="0"/>
          <a:stretch/>
        </p:blipFill>
        <p:spPr>
          <a:xfrm>
            <a:off x="4038480" y="0"/>
            <a:ext cx="8159040" cy="6874560"/>
          </a:xfrm>
          <a:prstGeom prst="rect">
            <a:avLst/>
          </a:prstGeom>
          <a:noFill/>
          <a:ln w="0">
            <a:noFill/>
          </a:ln>
        </p:spPr>
      </p:pic>
      <p:sp>
        <p:nvSpPr>
          <p:cNvPr id="1206" name="Freeform: Shape 16">
            <a:extLst>
              <a:ext uri="{C183D7F6-B498-43B3-948B-1728B52AA6E4}">
                <adec:decorative xmlns:adec="http://schemas.microsoft.com/office/drawing/2017/decorative" val="1"/>
              </a:ext>
            </a:extLst>
          </p:cNvPr>
          <p:cNvSpPr/>
          <p:nvPr/>
        </p:nvSpPr>
        <p:spPr>
          <a:xfrm rot="6097800">
            <a:off x="-745200" y="1200240"/>
            <a:ext cx="4807080" cy="4087440"/>
          </a:xfrm>
          <a:custGeom>
            <a:avLst/>
            <a:gdLst>
              <a:gd name="textAreaLeft" fmla="*/ 0 w 4807080"/>
              <a:gd name="textAreaRight" fmla="*/ 4808160 w 4807080"/>
              <a:gd name="textAreaTop" fmla="*/ 0 h 4087440"/>
              <a:gd name="textAreaBottom" fmla="*/ 4088520 h 4087440"/>
            </a:gdLst>
            <a:ahLst/>
            <a:rect l="textAreaLeft" t="textAreaTop" r="textAreaRight" b="textAreaBottom"/>
            <a:pathLst>
              <a:path w="4808302" h="4088666">
                <a:moveTo>
                  <a:pt x="48844" y="2888671"/>
                </a:moveTo>
                <a:cubicBezTo>
                  <a:pt x="16818" y="2732167"/>
                  <a:pt x="0" y="2570123"/>
                  <a:pt x="0" y="2404151"/>
                </a:cubicBezTo>
                <a:cubicBezTo>
                  <a:pt x="0" y="1076375"/>
                  <a:pt x="1076375" y="0"/>
                  <a:pt x="2404151" y="0"/>
                </a:cubicBezTo>
                <a:cubicBezTo>
                  <a:pt x="3731927" y="0"/>
                  <a:pt x="4808302" y="1076375"/>
                  <a:pt x="4808302" y="2404151"/>
                </a:cubicBezTo>
                <a:cubicBezTo>
                  <a:pt x="4808302" y="2653109"/>
                  <a:pt x="4770461" y="2893229"/>
                  <a:pt x="4700216" y="3119072"/>
                </a:cubicBezTo>
                <a:lnTo>
                  <a:pt x="4643143" y="3275009"/>
                </a:lnTo>
                <a:lnTo>
                  <a:pt x="690093" y="4088666"/>
                </a:lnTo>
                <a:lnTo>
                  <a:pt x="548991" y="3933414"/>
                </a:lnTo>
                <a:cubicBezTo>
                  <a:pt x="304015" y="3636572"/>
                  <a:pt x="128908" y="3279932"/>
                  <a:pt x="48844" y="2888671"/>
                </a:cubicBezTo>
                <a:close/>
              </a:path>
            </a:pathLst>
          </a:custGeom>
          <a:gradFill rotWithShape="0">
            <a:gsLst>
              <a:gs pos="39000">
                <a:srgbClr val="5ae0bb">
                  <a:alpha val="0"/>
                </a:srgbClr>
              </a:gs>
              <a:gs pos="100000">
                <a:srgbClr val="16735a">
                  <a:alpha val="26000"/>
                </a:srgbClr>
              </a:gs>
            </a:gsLst>
            <a:lin ang="1296000"/>
          </a:gra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 algn="ctr" defTabSz="914400">
              <a:lnSpc>
                <a:spcPct val="100000"/>
              </a:lnSpc>
            </a:pPr>
            <a:endParaRPr b="0" lang="en-US" sz="1800" strike="noStrike" u="none">
              <a:solidFill>
                <a:schemeClr val="lt1"/>
              </a:solidFill>
              <a:uFillTx/>
              <a:latin typeface="Calibri"/>
            </a:endParaRPr>
          </a:p>
        </p:txBody>
      </p:sp>
      <p:sp>
        <p:nvSpPr>
          <p:cNvPr id="1207" name="PlaceHolder 1"/>
          <p:cNvSpPr>
            <a:spLocks noGrp="1"/>
          </p:cNvSpPr>
          <p:nvPr>
            <p:ph type="title"/>
          </p:nvPr>
        </p:nvSpPr>
        <p:spPr>
          <a:xfrm>
            <a:off x="534600" y="2950560"/>
            <a:ext cx="3051360" cy="353016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t">
            <a:normAutofit/>
          </a:bodyPr>
          <a:p>
            <a:pPr indent="0" algn="r" defTabSz="914400">
              <a:lnSpc>
                <a:spcPct val="90000"/>
              </a:lnSpc>
              <a:buNone/>
              <a:tabLst>
                <a:tab algn="l" pos="0"/>
              </a:tabLst>
            </a:pPr>
            <a:r>
              <a:rPr b="0" lang="en-US" sz="4000" strike="noStrike" u="none">
                <a:solidFill>
                  <a:srgbClr val="ffffff"/>
                </a:solidFill>
                <a:uFillTx/>
                <a:latin typeface="Calibri Light"/>
              </a:rPr>
              <a:t>Anhang</a:t>
            </a:r>
            <a:endParaRPr b="0" lang="de-DE" sz="4000" strike="noStrike" u="none">
              <a:solidFill>
                <a:srgbClr val="000000"/>
              </a:solidFill>
              <a:uFillTx/>
              <a:latin typeface="Arial"/>
            </a:endParaRPr>
          </a:p>
        </p:txBody>
      </p:sp>
      <p:sp>
        <p:nvSpPr>
          <p:cNvPr id="1208" name="PlaceHolder 2"/>
          <p:cNvSpPr>
            <a:spLocks noGrp="1"/>
          </p:cNvSpPr>
          <p:nvPr>
            <p:ph/>
          </p:nvPr>
        </p:nvSpPr>
        <p:spPr>
          <a:xfrm>
            <a:off x="777960" y="743760"/>
            <a:ext cx="2807640" cy="138132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b">
            <a:normAutofit/>
          </a:bodyPr>
          <a:p>
            <a:pPr indent="0">
              <a:spcBef>
                <a:spcPts val="1417"/>
              </a:spcBef>
              <a:buNone/>
            </a:pPr>
            <a:endParaRPr b="0" lang="de-DE" sz="1800" strike="noStrike" u="none">
              <a:solidFill>
                <a:srgbClr val="000000"/>
              </a:solidFill>
              <a:uFillTx/>
              <a:latin typeface="Arial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252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09" name="PlaceHolder 1"/>
          <p:cNvSpPr>
            <a:spLocks noGrp="1"/>
          </p:cNvSpPr>
          <p:nvPr>
            <p:ph type="title"/>
          </p:nvPr>
        </p:nvSpPr>
        <p:spPr>
          <a:xfrm>
            <a:off x="831960" y="1709640"/>
            <a:ext cx="10514520" cy="285156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b">
            <a:noAutofit/>
          </a:bodyPr>
          <a:p>
            <a:pPr indent="0" defTabSz="914400">
              <a:lnSpc>
                <a:spcPct val="90000"/>
              </a:lnSpc>
              <a:buNone/>
              <a:tabLst>
                <a:tab algn="l" pos="0"/>
              </a:tabLst>
            </a:pPr>
            <a:r>
              <a:rPr b="0" lang="de-DE" sz="6000" strike="noStrike" u="none">
                <a:solidFill>
                  <a:schemeClr val="dk1"/>
                </a:solidFill>
                <a:uFillTx/>
                <a:latin typeface="Calibri Light"/>
              </a:rPr>
              <a:t>node.js</a:t>
            </a:r>
            <a:endParaRPr b="0" lang="de-DE" sz="6000" strike="noStrike" u="none">
              <a:solidFill>
                <a:srgbClr val="000000"/>
              </a:solidFill>
              <a:uFillTx/>
              <a:latin typeface="Arial"/>
            </a:endParaRPr>
          </a:p>
        </p:txBody>
      </p:sp>
      <p:sp>
        <p:nvSpPr>
          <p:cNvPr id="1210" name="PlaceHolder 2"/>
          <p:cNvSpPr>
            <a:spLocks noGrp="1"/>
          </p:cNvSpPr>
          <p:nvPr>
            <p:ph/>
          </p:nvPr>
        </p:nvSpPr>
        <p:spPr>
          <a:xfrm>
            <a:off x="831960" y="4589640"/>
            <a:ext cx="10514520" cy="149904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t">
            <a:noAutofit/>
          </a:bodyPr>
          <a:p>
            <a:pPr indent="0">
              <a:spcBef>
                <a:spcPts val="1417"/>
              </a:spcBef>
              <a:buNone/>
            </a:pPr>
            <a:endParaRPr b="0" lang="de-DE" sz="1800" strike="noStrike" u="none">
              <a:solidFill>
                <a:srgbClr val="000000"/>
              </a:solidFill>
              <a:uFillTx/>
              <a:latin typeface="Arial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253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11" name="PlaceHolder 1"/>
          <p:cNvSpPr>
            <a:spLocks noGrp="1"/>
          </p:cNvSpPr>
          <p:nvPr>
            <p:ph type="title"/>
          </p:nvPr>
        </p:nvSpPr>
        <p:spPr>
          <a:xfrm>
            <a:off x="838080" y="365040"/>
            <a:ext cx="10514520" cy="132444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ctr">
            <a:noAutofit/>
          </a:bodyPr>
          <a:p>
            <a:pPr indent="0" defTabSz="914400">
              <a:lnSpc>
                <a:spcPct val="90000"/>
              </a:lnSpc>
              <a:buNone/>
              <a:tabLst>
                <a:tab algn="l" pos="0"/>
              </a:tabLst>
            </a:pPr>
            <a:r>
              <a:rPr b="0" lang="de-DE" sz="4400" strike="noStrike" u="none">
                <a:solidFill>
                  <a:schemeClr val="dk1"/>
                </a:solidFill>
                <a:uFillTx/>
                <a:latin typeface="Calibri Light"/>
              </a:rPr>
              <a:t>Was ist node.js?</a:t>
            </a:r>
            <a:endParaRPr b="0" lang="de-DE" sz="4400" strike="noStrike" u="none">
              <a:solidFill>
                <a:srgbClr val="000000"/>
              </a:solidFill>
              <a:uFillTx/>
              <a:latin typeface="Arial"/>
            </a:endParaRPr>
          </a:p>
        </p:txBody>
      </p:sp>
      <p:sp>
        <p:nvSpPr>
          <p:cNvPr id="1212" name="PlaceHolder 2"/>
          <p:cNvSpPr>
            <a:spLocks noGrp="1"/>
          </p:cNvSpPr>
          <p:nvPr>
            <p:ph/>
          </p:nvPr>
        </p:nvSpPr>
        <p:spPr>
          <a:xfrm>
            <a:off x="838080" y="1825560"/>
            <a:ext cx="10514520" cy="435024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t">
            <a:normAutofit fontScale="85000" lnSpcReduction="19999"/>
          </a:bodyPr>
          <a:p>
            <a:pPr marL="228600" indent="-228600" defTabSz="914400">
              <a:lnSpc>
                <a:spcPct val="90000"/>
              </a:lnSpc>
              <a:spcBef>
                <a:spcPts val="1001"/>
              </a:spcBef>
              <a:buClr>
                <a:srgbClr val="000000"/>
              </a:buClr>
              <a:buFont typeface="Arial"/>
              <a:buChar char="•"/>
            </a:pPr>
            <a:r>
              <a:rPr b="0" lang="de-DE" sz="2800" strike="noStrike" u="none">
                <a:solidFill>
                  <a:schemeClr val="dk1"/>
                </a:solidFill>
                <a:uFillTx/>
                <a:latin typeface="Calibri"/>
              </a:rPr>
              <a:t>node.js ist ein Interpreter für Server-seitiges JavaScript</a:t>
            </a:r>
            <a:endParaRPr b="0" lang="de-DE" sz="2800" strike="noStrike" u="none">
              <a:solidFill>
                <a:srgbClr val="000000"/>
              </a:solidFill>
              <a:uFillTx/>
              <a:latin typeface="Arial"/>
            </a:endParaRPr>
          </a:p>
          <a:p>
            <a:pPr lvl="1" marL="685800" indent="-228600" defTabSz="914400">
              <a:lnSpc>
                <a:spcPct val="90000"/>
              </a:lnSpc>
              <a:spcBef>
                <a:spcPts val="499"/>
              </a:spcBef>
              <a:buClr>
                <a:srgbClr val="000000"/>
              </a:buClr>
              <a:buFont typeface="Arial"/>
              <a:buChar char="•"/>
            </a:pPr>
            <a:r>
              <a:rPr b="0" lang="de-DE" sz="2400" strike="noStrike" u="none">
                <a:solidFill>
                  <a:schemeClr val="dk1"/>
                </a:solidFill>
                <a:uFillTx/>
                <a:latin typeface="Calibri"/>
              </a:rPr>
              <a:t>Auf Grundlagen der Google V8-Engine</a:t>
            </a:r>
            <a:endParaRPr b="0" lang="de-DE" sz="2400" strike="noStrike" u="none">
              <a:solidFill>
                <a:srgbClr val="000000"/>
              </a:solidFill>
              <a:uFillTx/>
              <a:latin typeface="Arial"/>
            </a:endParaRPr>
          </a:p>
          <a:p>
            <a:pPr marL="228600" indent="-228600" defTabSz="914400">
              <a:lnSpc>
                <a:spcPct val="90000"/>
              </a:lnSpc>
              <a:spcBef>
                <a:spcPts val="1001"/>
              </a:spcBef>
              <a:buClr>
                <a:srgbClr val="000000"/>
              </a:buClr>
              <a:buFont typeface="Arial"/>
              <a:buChar char="•"/>
            </a:pPr>
            <a:r>
              <a:rPr b="0" lang="de-DE" sz="2800" strike="noStrike" u="none">
                <a:solidFill>
                  <a:schemeClr val="dk1"/>
                </a:solidFill>
                <a:uFillTx/>
                <a:latin typeface="Calibri"/>
              </a:rPr>
              <a:t>Mit node.js können damit keine Browser-Anwendungen betrieben werden</a:t>
            </a:r>
            <a:endParaRPr b="0" lang="de-DE" sz="2800" strike="noStrike" u="none">
              <a:solidFill>
                <a:srgbClr val="000000"/>
              </a:solidFill>
              <a:uFillTx/>
              <a:latin typeface="Arial"/>
            </a:endParaRPr>
          </a:p>
          <a:p>
            <a:pPr lvl="1" marL="685800" indent="-228600" defTabSz="914400">
              <a:lnSpc>
                <a:spcPct val="90000"/>
              </a:lnSpc>
              <a:spcBef>
                <a:spcPts val="499"/>
              </a:spcBef>
              <a:buClr>
                <a:srgbClr val="000000"/>
              </a:buClr>
              <a:buFont typeface="Arial"/>
              <a:buChar char="•"/>
            </a:pPr>
            <a:r>
              <a:rPr b="0" lang="de-DE" sz="2400" strike="noStrike" u="none">
                <a:solidFill>
                  <a:schemeClr val="dk1"/>
                </a:solidFill>
                <a:uFillTx/>
                <a:latin typeface="Calibri"/>
              </a:rPr>
              <a:t>Keine UI, Keine User-Events</a:t>
            </a:r>
            <a:endParaRPr b="0" lang="de-DE" sz="2400" strike="noStrike" u="none">
              <a:solidFill>
                <a:srgbClr val="000000"/>
              </a:solidFill>
              <a:uFillTx/>
              <a:latin typeface="Arial"/>
            </a:endParaRPr>
          </a:p>
          <a:p>
            <a:pPr lvl="1" marL="685800" indent="-228600" defTabSz="914400">
              <a:lnSpc>
                <a:spcPct val="90000"/>
              </a:lnSpc>
              <a:spcBef>
                <a:spcPts val="499"/>
              </a:spcBef>
              <a:buClr>
                <a:srgbClr val="000000"/>
              </a:buClr>
              <a:buFont typeface="Arial"/>
              <a:buChar char="•"/>
            </a:pPr>
            <a:r>
              <a:rPr b="0" lang="de-DE" sz="2400" strike="noStrike" u="none">
                <a:solidFill>
                  <a:schemeClr val="dk1"/>
                </a:solidFill>
                <a:uFillTx/>
                <a:latin typeface="Calibri"/>
              </a:rPr>
              <a:t>Kein Html-Dokument und  damit kein DOM</a:t>
            </a:r>
            <a:endParaRPr b="0" lang="de-DE" sz="2400" strike="noStrike" u="none">
              <a:solidFill>
                <a:srgbClr val="000000"/>
              </a:solidFill>
              <a:uFillTx/>
              <a:latin typeface="Arial"/>
            </a:endParaRPr>
          </a:p>
          <a:p>
            <a:pPr lvl="1" marL="685800" indent="-228600" defTabSz="914400">
              <a:lnSpc>
                <a:spcPct val="90000"/>
              </a:lnSpc>
              <a:spcBef>
                <a:spcPts val="499"/>
              </a:spcBef>
              <a:buClr>
                <a:srgbClr val="000000"/>
              </a:buClr>
              <a:buFont typeface="Arial"/>
              <a:buChar char="•"/>
            </a:pPr>
            <a:r>
              <a:rPr b="0" lang="de-DE" sz="2400" strike="noStrike" u="none">
                <a:solidFill>
                  <a:schemeClr val="dk1"/>
                </a:solidFill>
                <a:uFillTx/>
                <a:latin typeface="Calibri"/>
              </a:rPr>
              <a:t>Kein Browser-API</a:t>
            </a:r>
            <a:endParaRPr b="0" lang="de-DE" sz="2400" strike="noStrike" u="none">
              <a:solidFill>
                <a:srgbClr val="000000"/>
              </a:solidFill>
              <a:uFillTx/>
              <a:latin typeface="Arial"/>
            </a:endParaRPr>
          </a:p>
          <a:p>
            <a:pPr lvl="2" marL="1143000" indent="-228600" defTabSz="914400">
              <a:lnSpc>
                <a:spcPct val="90000"/>
              </a:lnSpc>
              <a:spcBef>
                <a:spcPts val="499"/>
              </a:spcBef>
              <a:buClr>
                <a:srgbClr val="000000"/>
              </a:buClr>
              <a:buFont typeface="Arial"/>
              <a:buChar char="•"/>
            </a:pPr>
            <a:r>
              <a:rPr b="0" lang="de-DE" sz="2000" strike="noStrike" u="none">
                <a:solidFill>
                  <a:schemeClr val="dk1"/>
                </a:solidFill>
                <a:uFillTx/>
                <a:latin typeface="Calibri"/>
              </a:rPr>
              <a:t>Window</a:t>
            </a:r>
            <a:endParaRPr b="0" lang="de-DE" sz="2000" strike="noStrike" u="none">
              <a:solidFill>
                <a:srgbClr val="000000"/>
              </a:solidFill>
              <a:uFillTx/>
              <a:latin typeface="Arial"/>
            </a:endParaRPr>
          </a:p>
          <a:p>
            <a:pPr lvl="2" marL="1143000" indent="-228600" defTabSz="914400">
              <a:lnSpc>
                <a:spcPct val="90000"/>
              </a:lnSpc>
              <a:spcBef>
                <a:spcPts val="499"/>
              </a:spcBef>
              <a:buClr>
                <a:srgbClr val="000000"/>
              </a:buClr>
              <a:buFont typeface="Arial"/>
              <a:buChar char="•"/>
            </a:pPr>
            <a:r>
              <a:rPr b="0" lang="de-DE" sz="2000" strike="noStrike" u="none">
                <a:solidFill>
                  <a:schemeClr val="dk1"/>
                </a:solidFill>
                <a:uFillTx/>
                <a:latin typeface="Calibri"/>
              </a:rPr>
              <a:t>Historie</a:t>
            </a:r>
            <a:endParaRPr b="0" lang="de-DE" sz="2000" strike="noStrike" u="none">
              <a:solidFill>
                <a:srgbClr val="000000"/>
              </a:solidFill>
              <a:uFillTx/>
              <a:latin typeface="Arial"/>
            </a:endParaRPr>
          </a:p>
          <a:p>
            <a:pPr lvl="2" marL="1143000" indent="-228600" defTabSz="914400">
              <a:lnSpc>
                <a:spcPct val="90000"/>
              </a:lnSpc>
              <a:spcBef>
                <a:spcPts val="499"/>
              </a:spcBef>
              <a:buClr>
                <a:srgbClr val="000000"/>
              </a:buClr>
              <a:buFont typeface="Arial"/>
              <a:buChar char="•"/>
            </a:pPr>
            <a:r>
              <a:rPr b="0" lang="de-DE" sz="2000" strike="noStrike" u="none">
                <a:solidFill>
                  <a:schemeClr val="dk1"/>
                </a:solidFill>
                <a:uFillTx/>
                <a:latin typeface="Calibri"/>
              </a:rPr>
              <a:t>…</a:t>
            </a:r>
            <a:endParaRPr b="0" lang="de-DE" sz="2000" strike="noStrike" u="none">
              <a:solidFill>
                <a:srgbClr val="000000"/>
              </a:solidFill>
              <a:uFillTx/>
              <a:latin typeface="Arial"/>
            </a:endParaRPr>
          </a:p>
          <a:p>
            <a:pPr marL="228600" indent="-228600" defTabSz="914400">
              <a:lnSpc>
                <a:spcPct val="90000"/>
              </a:lnSpc>
              <a:spcBef>
                <a:spcPts val="1001"/>
              </a:spcBef>
              <a:buClr>
                <a:srgbClr val="000000"/>
              </a:buClr>
              <a:buFont typeface="Arial"/>
              <a:buChar char="•"/>
            </a:pPr>
            <a:r>
              <a:rPr b="0" lang="de-DE" sz="2800" strike="noStrike" u="none">
                <a:solidFill>
                  <a:schemeClr val="dk1"/>
                </a:solidFill>
                <a:uFillTx/>
                <a:latin typeface="Calibri"/>
              </a:rPr>
              <a:t>Dafür stellt node.js eigene Bibliotheken zur Verfügung</a:t>
            </a:r>
            <a:endParaRPr b="0" lang="de-DE" sz="2800" strike="noStrike" u="none">
              <a:solidFill>
                <a:srgbClr val="000000"/>
              </a:solidFill>
              <a:uFillTx/>
              <a:latin typeface="Arial"/>
            </a:endParaRPr>
          </a:p>
          <a:p>
            <a:pPr lvl="1" marL="685800" indent="-228600" defTabSz="914400">
              <a:lnSpc>
                <a:spcPct val="90000"/>
              </a:lnSpc>
              <a:spcBef>
                <a:spcPts val="499"/>
              </a:spcBef>
              <a:buClr>
                <a:srgbClr val="000000"/>
              </a:buClr>
              <a:buFont typeface="Arial"/>
              <a:buChar char="•"/>
            </a:pPr>
            <a:r>
              <a:rPr b="0" lang="de-DE" sz="2400" strike="noStrike" u="none">
                <a:solidFill>
                  <a:schemeClr val="dk1"/>
                </a:solidFill>
                <a:uFillTx/>
                <a:latin typeface="Calibri"/>
              </a:rPr>
              <a:t>Dateizugriff</a:t>
            </a:r>
            <a:endParaRPr b="0" lang="de-DE" sz="2400" strike="noStrike" u="none">
              <a:solidFill>
                <a:srgbClr val="000000"/>
              </a:solidFill>
              <a:uFillTx/>
              <a:latin typeface="Arial"/>
            </a:endParaRPr>
          </a:p>
          <a:p>
            <a:pPr lvl="1" marL="685800" indent="-228600" defTabSz="914400">
              <a:lnSpc>
                <a:spcPct val="90000"/>
              </a:lnSpc>
              <a:spcBef>
                <a:spcPts val="499"/>
              </a:spcBef>
              <a:buClr>
                <a:srgbClr val="000000"/>
              </a:buClr>
              <a:buFont typeface="Arial"/>
              <a:buChar char="•"/>
            </a:pPr>
            <a:r>
              <a:rPr b="0" lang="de-DE" sz="2400" strike="noStrike" u="none">
                <a:solidFill>
                  <a:schemeClr val="dk1"/>
                </a:solidFill>
                <a:uFillTx/>
                <a:latin typeface="Calibri"/>
              </a:rPr>
              <a:t>Multithreading</a:t>
            </a:r>
            <a:endParaRPr b="0" lang="de-DE" sz="2400" strike="noStrike" u="none">
              <a:solidFill>
                <a:srgbClr val="000000"/>
              </a:solidFill>
              <a:uFillTx/>
              <a:latin typeface="Arial"/>
            </a:endParaRPr>
          </a:p>
          <a:p>
            <a:pPr lvl="1" marL="685800" indent="-228600" defTabSz="914400">
              <a:lnSpc>
                <a:spcPct val="90000"/>
              </a:lnSpc>
              <a:spcBef>
                <a:spcPts val="499"/>
              </a:spcBef>
              <a:buClr>
                <a:srgbClr val="000000"/>
              </a:buClr>
              <a:buFont typeface="Arial"/>
              <a:buChar char="•"/>
            </a:pPr>
            <a:r>
              <a:rPr b="0" lang="de-DE" sz="2400" strike="noStrike" u="none">
                <a:solidFill>
                  <a:schemeClr val="dk1"/>
                </a:solidFill>
                <a:uFillTx/>
                <a:latin typeface="Calibri"/>
              </a:rPr>
              <a:t>Networking</a:t>
            </a:r>
            <a:endParaRPr b="0" lang="de-DE" sz="2400" strike="noStrike" u="none">
              <a:solidFill>
                <a:srgbClr val="000000"/>
              </a:solidFill>
              <a:uFillTx/>
              <a:latin typeface="Arial"/>
            </a:endParaRPr>
          </a:p>
          <a:p>
            <a:pPr lvl="1" marL="685800" indent="-228600" defTabSz="914400">
              <a:lnSpc>
                <a:spcPct val="90000"/>
              </a:lnSpc>
              <a:spcBef>
                <a:spcPts val="499"/>
              </a:spcBef>
              <a:buClr>
                <a:srgbClr val="000000"/>
              </a:buClr>
              <a:buFont typeface="Arial"/>
              <a:buChar char="•"/>
            </a:pPr>
            <a:r>
              <a:rPr b="0" lang="de-DE" sz="2400" strike="noStrike" u="none">
                <a:solidFill>
                  <a:schemeClr val="dk1"/>
                </a:solidFill>
                <a:uFillTx/>
                <a:latin typeface="Calibri"/>
              </a:rPr>
              <a:t>…</a:t>
            </a:r>
            <a:endParaRPr b="0" lang="de-DE" sz="2400" strike="noStrike" u="none">
              <a:solidFill>
                <a:srgbClr val="000000"/>
              </a:solidFill>
              <a:uFillTx/>
              <a:latin typeface="Arial"/>
            </a:endParaRPr>
          </a:p>
          <a:p>
            <a:pPr lvl="1" marL="685800" indent="-228600" defTabSz="914400">
              <a:lnSpc>
                <a:spcPct val="90000"/>
              </a:lnSpc>
              <a:spcBef>
                <a:spcPts val="499"/>
              </a:spcBef>
              <a:buClr>
                <a:srgbClr val="000000"/>
              </a:buClr>
              <a:buFont typeface="Arial"/>
              <a:buChar char="•"/>
            </a:pPr>
            <a:r>
              <a:rPr b="0" lang="de-DE" sz="2400" strike="noStrike" u="sng">
                <a:solidFill>
                  <a:schemeClr val="dk1"/>
                </a:solidFill>
                <a:uFillTx/>
                <a:latin typeface="Courier New"/>
              </a:rPr>
              <a:t>https://nodejs.org/dist/latest-v8.x/docs/api/</a:t>
            </a:r>
            <a:endParaRPr b="0" lang="de-DE" sz="2400" strike="noStrike" u="none">
              <a:solidFill>
                <a:srgbClr val="000000"/>
              </a:solidFill>
              <a:uFillTx/>
              <a:latin typeface="Arial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254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13" name="PlaceHolder 1"/>
          <p:cNvSpPr>
            <a:spLocks noGrp="1"/>
          </p:cNvSpPr>
          <p:nvPr>
            <p:ph type="title"/>
          </p:nvPr>
        </p:nvSpPr>
        <p:spPr>
          <a:xfrm>
            <a:off x="838080" y="365040"/>
            <a:ext cx="10514520" cy="132444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ctr">
            <a:noAutofit/>
          </a:bodyPr>
          <a:p>
            <a:pPr indent="0" defTabSz="914400">
              <a:lnSpc>
                <a:spcPct val="90000"/>
              </a:lnSpc>
              <a:buNone/>
              <a:tabLst>
                <a:tab algn="l" pos="0"/>
              </a:tabLst>
            </a:pPr>
            <a:r>
              <a:rPr b="0" lang="de-DE" sz="4400" strike="noStrike" u="none">
                <a:solidFill>
                  <a:schemeClr val="dk1"/>
                </a:solidFill>
                <a:uFillTx/>
                <a:latin typeface="Calibri Light"/>
              </a:rPr>
              <a:t>Beispiel: Ein kompletter http-Server</a:t>
            </a:r>
            <a:endParaRPr b="0" lang="de-DE" sz="4400" strike="noStrike" u="none">
              <a:solidFill>
                <a:srgbClr val="000000"/>
              </a:solidFill>
              <a:uFillTx/>
              <a:latin typeface="Arial"/>
            </a:endParaRPr>
          </a:p>
        </p:txBody>
      </p:sp>
      <p:sp>
        <p:nvSpPr>
          <p:cNvPr id="1214" name="PlaceHolder 2"/>
          <p:cNvSpPr>
            <a:spLocks noGrp="1"/>
          </p:cNvSpPr>
          <p:nvPr>
            <p:ph/>
          </p:nvPr>
        </p:nvSpPr>
        <p:spPr>
          <a:xfrm>
            <a:off x="838080" y="1825560"/>
            <a:ext cx="10514520" cy="435024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t">
            <a:normAutofit/>
          </a:bodyPr>
          <a:p>
            <a:pPr marL="360360" indent="0" defTabSz="914400">
              <a:lnSpc>
                <a:spcPct val="90000"/>
              </a:lnSpc>
              <a:spcBef>
                <a:spcPts val="499"/>
              </a:spcBef>
              <a:buNone/>
              <a:tabLst>
                <a:tab algn="l" pos="0"/>
              </a:tabLst>
            </a:pPr>
            <a:r>
              <a:rPr b="0" lang="de-DE" sz="1800" strike="noStrike" u="none">
                <a:solidFill>
                  <a:schemeClr val="dk1"/>
                </a:solidFill>
                <a:uFillTx/>
                <a:latin typeface="Courier New"/>
              </a:rPr>
              <a:t>var http = require('http');</a:t>
            </a:r>
            <a:endParaRPr b="0" lang="de-DE" sz="1800" strike="noStrike" u="none">
              <a:solidFill>
                <a:srgbClr val="000000"/>
              </a:solidFill>
              <a:uFillTx/>
              <a:latin typeface="Arial"/>
            </a:endParaRPr>
          </a:p>
          <a:p>
            <a:pPr marL="360360" indent="0" defTabSz="914400">
              <a:lnSpc>
                <a:spcPct val="90000"/>
              </a:lnSpc>
              <a:spcBef>
                <a:spcPts val="499"/>
              </a:spcBef>
              <a:buNone/>
              <a:tabLst>
                <a:tab algn="l" pos="0"/>
              </a:tabLst>
            </a:pPr>
            <a:r>
              <a:rPr b="0" lang="de-DE" sz="1800" strike="noStrike" u="none">
                <a:solidFill>
                  <a:schemeClr val="dk1"/>
                </a:solidFill>
                <a:uFillTx/>
                <a:latin typeface="Courier New"/>
              </a:rPr>
              <a:t>var fs = require('fs');</a:t>
            </a:r>
            <a:endParaRPr b="0" lang="de-DE" sz="1800" strike="noStrike" u="none">
              <a:solidFill>
                <a:srgbClr val="000000"/>
              </a:solidFill>
              <a:uFillTx/>
              <a:latin typeface="Arial"/>
            </a:endParaRPr>
          </a:p>
          <a:p>
            <a:pPr marL="360360" indent="0" defTabSz="914400">
              <a:lnSpc>
                <a:spcPct val="90000"/>
              </a:lnSpc>
              <a:spcBef>
                <a:spcPts val="499"/>
              </a:spcBef>
              <a:buNone/>
              <a:tabLst>
                <a:tab algn="l" pos="0"/>
              </a:tabLst>
            </a:pPr>
            <a:r>
              <a:rPr b="0" lang="de-DE" sz="1800" strike="noStrike" u="none">
                <a:solidFill>
                  <a:schemeClr val="dk1"/>
                </a:solidFill>
                <a:uFillTx/>
                <a:latin typeface="Courier New"/>
              </a:rPr>
              <a:t>http.createServer(function handler(req, res) {</a:t>
            </a:r>
            <a:endParaRPr b="0" lang="de-DE" sz="1800" strike="noStrike" u="none">
              <a:solidFill>
                <a:srgbClr val="000000"/>
              </a:solidFill>
              <a:uFillTx/>
              <a:latin typeface="Arial"/>
            </a:endParaRPr>
          </a:p>
          <a:p>
            <a:pPr marL="360360" indent="0" defTabSz="914400">
              <a:lnSpc>
                <a:spcPct val="90000"/>
              </a:lnSpc>
              <a:spcBef>
                <a:spcPts val="499"/>
              </a:spcBef>
              <a:buNone/>
              <a:tabLst>
                <a:tab algn="l" pos="0"/>
              </a:tabLst>
            </a:pPr>
            <a:r>
              <a:rPr b="0" lang="de-DE" sz="1800" strike="noStrike" u="none">
                <a:solidFill>
                  <a:schemeClr val="dk1"/>
                </a:solidFill>
                <a:uFillTx/>
                <a:latin typeface="Courier New"/>
              </a:rPr>
              <a:t>	</a:t>
            </a:r>
            <a:r>
              <a:rPr b="0" lang="de-DE" sz="1800" strike="noStrike" u="none">
                <a:solidFill>
                  <a:schemeClr val="dk1"/>
                </a:solidFill>
                <a:uFillTx/>
                <a:latin typeface="Courier New"/>
              </a:rPr>
              <a:t>var url = req.url;</a:t>
            </a:r>
            <a:endParaRPr b="0" lang="de-DE" sz="1800" strike="noStrike" u="none">
              <a:solidFill>
                <a:srgbClr val="000000"/>
              </a:solidFill>
              <a:uFillTx/>
              <a:latin typeface="Arial"/>
            </a:endParaRPr>
          </a:p>
          <a:p>
            <a:pPr marL="360360" indent="0" defTabSz="914400">
              <a:lnSpc>
                <a:spcPct val="90000"/>
              </a:lnSpc>
              <a:spcBef>
                <a:spcPts val="499"/>
              </a:spcBef>
              <a:buNone/>
              <a:tabLst>
                <a:tab algn="l" pos="0"/>
              </a:tabLst>
            </a:pPr>
            <a:r>
              <a:rPr b="0" lang="de-DE" sz="1800" strike="noStrike" u="none">
                <a:solidFill>
                  <a:schemeClr val="dk1"/>
                </a:solidFill>
                <a:uFillTx/>
                <a:latin typeface="Courier New"/>
              </a:rPr>
              <a:t>	</a:t>
            </a:r>
            <a:r>
              <a:rPr b="0" lang="de-DE" sz="1800" strike="noStrike" u="none">
                <a:solidFill>
                  <a:schemeClr val="dk1"/>
                </a:solidFill>
                <a:uFillTx/>
                <a:latin typeface="Courier New"/>
              </a:rPr>
              <a:t>if (url.match(/.html/)) {</a:t>
            </a:r>
            <a:endParaRPr b="0" lang="de-DE" sz="1800" strike="noStrike" u="none">
              <a:solidFill>
                <a:srgbClr val="000000"/>
              </a:solidFill>
              <a:uFillTx/>
              <a:latin typeface="Arial"/>
            </a:endParaRPr>
          </a:p>
          <a:p>
            <a:pPr marL="360360" indent="0" defTabSz="914400">
              <a:lnSpc>
                <a:spcPct val="90000"/>
              </a:lnSpc>
              <a:spcBef>
                <a:spcPts val="499"/>
              </a:spcBef>
              <a:buNone/>
              <a:tabLst>
                <a:tab algn="l" pos="0"/>
              </a:tabLst>
            </a:pPr>
            <a:r>
              <a:rPr b="0" lang="de-DE" sz="1800" strike="noStrike" u="none">
                <a:solidFill>
                  <a:schemeClr val="dk1"/>
                </a:solidFill>
                <a:uFillTx/>
                <a:latin typeface="Courier New"/>
              </a:rPr>
              <a:t>	</a:t>
            </a:r>
            <a:r>
              <a:rPr b="0" lang="de-DE" sz="1800" strike="noStrike" u="none">
                <a:solidFill>
                  <a:schemeClr val="dk1"/>
                </a:solidFill>
                <a:uFillTx/>
                <a:latin typeface="Courier New"/>
              </a:rPr>
              <a:t>	</a:t>
            </a:r>
            <a:r>
              <a:rPr b="0" lang="de-DE" sz="1800" strike="noStrike" u="none">
                <a:solidFill>
                  <a:schemeClr val="dk1"/>
                </a:solidFill>
                <a:uFillTx/>
                <a:latin typeface="Courier New"/>
              </a:rPr>
              <a:t>res.writeHead(200, {</a:t>
            </a:r>
            <a:endParaRPr b="0" lang="de-DE" sz="1800" strike="noStrike" u="none">
              <a:solidFill>
                <a:srgbClr val="000000"/>
              </a:solidFill>
              <a:uFillTx/>
              <a:latin typeface="Arial"/>
            </a:endParaRPr>
          </a:p>
          <a:p>
            <a:pPr marL="360360" indent="0" defTabSz="914400">
              <a:lnSpc>
                <a:spcPct val="90000"/>
              </a:lnSpc>
              <a:spcBef>
                <a:spcPts val="499"/>
              </a:spcBef>
              <a:buNone/>
              <a:tabLst>
                <a:tab algn="l" pos="0"/>
              </a:tabLst>
            </a:pPr>
            <a:r>
              <a:rPr b="0" lang="de-DE" sz="1800" strike="noStrike" u="none">
                <a:solidFill>
                  <a:schemeClr val="dk1"/>
                </a:solidFill>
                <a:uFillTx/>
                <a:latin typeface="Courier New"/>
              </a:rPr>
              <a:t>	</a:t>
            </a:r>
            <a:r>
              <a:rPr b="0" lang="de-DE" sz="1800" strike="noStrike" u="none">
                <a:solidFill>
                  <a:schemeClr val="dk1"/>
                </a:solidFill>
                <a:uFillTx/>
                <a:latin typeface="Courier New"/>
              </a:rPr>
              <a:t>	</a:t>
            </a:r>
            <a:r>
              <a:rPr b="0" lang="de-DE" sz="1800" strike="noStrike" u="none">
                <a:solidFill>
                  <a:schemeClr val="dk1"/>
                </a:solidFill>
                <a:uFillTx/>
                <a:latin typeface="Courier New"/>
              </a:rPr>
              <a:t>	</a:t>
            </a:r>
            <a:r>
              <a:rPr b="0" lang="de-DE" sz="1800" strike="noStrike" u="none">
                <a:solidFill>
                  <a:schemeClr val="dk1"/>
                </a:solidFill>
                <a:uFillTx/>
                <a:latin typeface="Courier New"/>
              </a:rPr>
              <a:t>'Content-Type' : 'text/html'</a:t>
            </a:r>
            <a:endParaRPr b="0" lang="de-DE" sz="1800" strike="noStrike" u="none">
              <a:solidFill>
                <a:srgbClr val="000000"/>
              </a:solidFill>
              <a:uFillTx/>
              <a:latin typeface="Arial"/>
            </a:endParaRPr>
          </a:p>
          <a:p>
            <a:pPr marL="360360" indent="0" defTabSz="914400">
              <a:lnSpc>
                <a:spcPct val="90000"/>
              </a:lnSpc>
              <a:spcBef>
                <a:spcPts val="499"/>
              </a:spcBef>
              <a:buNone/>
              <a:tabLst>
                <a:tab algn="l" pos="0"/>
              </a:tabLst>
            </a:pPr>
            <a:r>
              <a:rPr b="0" lang="de-DE" sz="1800" strike="noStrike" u="none">
                <a:solidFill>
                  <a:schemeClr val="dk1"/>
                </a:solidFill>
                <a:uFillTx/>
                <a:latin typeface="Courier New"/>
              </a:rPr>
              <a:t>	</a:t>
            </a:r>
            <a:r>
              <a:rPr b="0" lang="de-DE" sz="1800" strike="noStrike" u="none">
                <a:solidFill>
                  <a:schemeClr val="dk1"/>
                </a:solidFill>
                <a:uFillTx/>
                <a:latin typeface="Courier New"/>
              </a:rPr>
              <a:t>	</a:t>
            </a:r>
            <a:r>
              <a:rPr b="0" lang="de-DE" sz="1800" strike="noStrike" u="none">
                <a:solidFill>
                  <a:schemeClr val="dk1"/>
                </a:solidFill>
                <a:uFillTx/>
                <a:latin typeface="Courier New"/>
              </a:rPr>
              <a:t>});</a:t>
            </a:r>
            <a:endParaRPr b="0" lang="de-DE" sz="1800" strike="noStrike" u="none">
              <a:solidFill>
                <a:srgbClr val="000000"/>
              </a:solidFill>
              <a:uFillTx/>
              <a:latin typeface="Arial"/>
            </a:endParaRPr>
          </a:p>
          <a:p>
            <a:pPr marL="360360" indent="0" defTabSz="914400">
              <a:lnSpc>
                <a:spcPct val="90000"/>
              </a:lnSpc>
              <a:spcBef>
                <a:spcPts val="499"/>
              </a:spcBef>
              <a:buNone/>
              <a:tabLst>
                <a:tab algn="l" pos="0"/>
              </a:tabLst>
            </a:pPr>
            <a:r>
              <a:rPr b="0" lang="de-DE" sz="1800" strike="noStrike" u="none">
                <a:solidFill>
                  <a:schemeClr val="dk1"/>
                </a:solidFill>
                <a:uFillTx/>
                <a:latin typeface="Courier New"/>
              </a:rPr>
              <a:t>	</a:t>
            </a:r>
            <a:r>
              <a:rPr b="0" lang="de-DE" sz="1800" strike="noStrike" u="none">
                <a:solidFill>
                  <a:schemeClr val="dk1"/>
                </a:solidFill>
                <a:uFillTx/>
                <a:latin typeface="Courier New"/>
              </a:rPr>
              <a:t>} else if …</a:t>
            </a:r>
            <a:endParaRPr b="0" lang="de-DE" sz="1800" strike="noStrike" u="none">
              <a:solidFill>
                <a:srgbClr val="000000"/>
              </a:solidFill>
              <a:uFillTx/>
              <a:latin typeface="Arial"/>
            </a:endParaRPr>
          </a:p>
          <a:p>
            <a:pPr marL="360360" indent="0" defTabSz="914400">
              <a:lnSpc>
                <a:spcPct val="90000"/>
              </a:lnSpc>
              <a:spcBef>
                <a:spcPts val="499"/>
              </a:spcBef>
              <a:buNone/>
              <a:tabLst>
                <a:tab algn="l" pos="0"/>
              </a:tabLst>
            </a:pPr>
            <a:r>
              <a:rPr b="0" lang="de-DE" sz="1800" strike="noStrike" u="none">
                <a:solidFill>
                  <a:schemeClr val="dk1"/>
                </a:solidFill>
                <a:uFillTx/>
                <a:latin typeface="Courier New"/>
              </a:rPr>
              <a:t>	</a:t>
            </a:r>
            <a:r>
              <a:rPr b="0" lang="de-DE" sz="1800" strike="noStrike" u="none">
                <a:solidFill>
                  <a:schemeClr val="dk1"/>
                </a:solidFill>
                <a:uFillTx/>
                <a:latin typeface="Courier New"/>
              </a:rPr>
              <a:t>var filename = "./static-content" + req.url;</a:t>
            </a:r>
            <a:endParaRPr b="0" lang="de-DE" sz="1800" strike="noStrike" u="none">
              <a:solidFill>
                <a:srgbClr val="000000"/>
              </a:solidFill>
              <a:uFillTx/>
              <a:latin typeface="Arial"/>
            </a:endParaRPr>
          </a:p>
          <a:p>
            <a:pPr marL="360360" indent="0" defTabSz="914400">
              <a:lnSpc>
                <a:spcPct val="90000"/>
              </a:lnSpc>
              <a:spcBef>
                <a:spcPts val="499"/>
              </a:spcBef>
              <a:buNone/>
              <a:tabLst>
                <a:tab algn="l" pos="0"/>
              </a:tabLst>
            </a:pPr>
            <a:r>
              <a:rPr b="0" lang="de-DE" sz="1800" strike="noStrike" u="none">
                <a:solidFill>
                  <a:schemeClr val="dk1"/>
                </a:solidFill>
                <a:uFillTx/>
                <a:latin typeface="Courier New"/>
              </a:rPr>
              <a:t>	</a:t>
            </a:r>
            <a:r>
              <a:rPr b="0" lang="de-DE" sz="1800" strike="noStrike" u="none">
                <a:solidFill>
                  <a:schemeClr val="dk1"/>
                </a:solidFill>
                <a:uFillTx/>
                <a:latin typeface="Courier New"/>
              </a:rPr>
              <a:t>fs.createReadStream(filename).pipe(res);</a:t>
            </a:r>
            <a:endParaRPr b="0" lang="de-DE" sz="1800" strike="noStrike" u="none">
              <a:solidFill>
                <a:srgbClr val="000000"/>
              </a:solidFill>
              <a:uFillTx/>
              <a:latin typeface="Arial"/>
            </a:endParaRPr>
          </a:p>
          <a:p>
            <a:pPr marL="360360" indent="0" defTabSz="914400">
              <a:lnSpc>
                <a:spcPct val="90000"/>
              </a:lnSpc>
              <a:spcBef>
                <a:spcPts val="499"/>
              </a:spcBef>
              <a:buNone/>
              <a:tabLst>
                <a:tab algn="l" pos="0"/>
              </a:tabLst>
            </a:pPr>
            <a:r>
              <a:rPr b="0" lang="de-DE" sz="1800" strike="noStrike" u="none">
                <a:solidFill>
                  <a:schemeClr val="dk1"/>
                </a:solidFill>
                <a:uFillTx/>
                <a:latin typeface="Courier New"/>
              </a:rPr>
              <a:t>}).listen(6061, '127.0.0.1');</a:t>
            </a:r>
            <a:endParaRPr b="0" lang="de-DE" sz="1800" strike="noStrike" u="none">
              <a:solidFill>
                <a:srgbClr val="000000"/>
              </a:solidFill>
              <a:uFillTx/>
              <a:latin typeface="Arial"/>
            </a:endParaRPr>
          </a:p>
          <a:p>
            <a:pPr marL="360360" indent="0" defTabSz="914400">
              <a:lnSpc>
                <a:spcPct val="90000"/>
              </a:lnSpc>
              <a:spcBef>
                <a:spcPts val="499"/>
              </a:spcBef>
              <a:buNone/>
              <a:tabLst>
                <a:tab algn="l" pos="0"/>
              </a:tabLst>
            </a:pPr>
            <a:endParaRPr b="0" lang="de-DE" sz="1800" strike="noStrike" u="none">
              <a:solidFill>
                <a:srgbClr val="000000"/>
              </a:solidFill>
              <a:uFillTx/>
              <a:latin typeface="Arial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255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15" name="PlaceHolder 1"/>
          <p:cNvSpPr>
            <a:spLocks noGrp="1"/>
          </p:cNvSpPr>
          <p:nvPr>
            <p:ph type="title"/>
          </p:nvPr>
        </p:nvSpPr>
        <p:spPr>
          <a:xfrm>
            <a:off x="838080" y="365040"/>
            <a:ext cx="10514520" cy="132444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ctr">
            <a:noAutofit/>
          </a:bodyPr>
          <a:p>
            <a:pPr indent="0" defTabSz="914400">
              <a:lnSpc>
                <a:spcPct val="90000"/>
              </a:lnSpc>
              <a:buNone/>
              <a:tabLst>
                <a:tab algn="l" pos="0"/>
              </a:tabLst>
            </a:pPr>
            <a:r>
              <a:rPr b="0" lang="de-DE" sz="4400" strike="noStrike" u="none">
                <a:solidFill>
                  <a:schemeClr val="dk1"/>
                </a:solidFill>
                <a:uFillTx/>
                <a:latin typeface="Calibri Light"/>
              </a:rPr>
              <a:t>Installation: node.js</a:t>
            </a:r>
            <a:endParaRPr b="0" lang="de-DE" sz="4400" strike="noStrike" u="none">
              <a:solidFill>
                <a:srgbClr val="000000"/>
              </a:solidFill>
              <a:uFillTx/>
              <a:latin typeface="Arial"/>
            </a:endParaRPr>
          </a:p>
        </p:txBody>
      </p:sp>
      <p:pic>
        <p:nvPicPr>
          <p:cNvPr id="1216" name="Picture 2" descr=""/>
          <p:cNvPicPr/>
          <p:nvPr/>
        </p:nvPicPr>
        <p:blipFill>
          <a:blip r:embed="rId1"/>
          <a:stretch/>
        </p:blipFill>
        <p:spPr>
          <a:xfrm>
            <a:off x="3500280" y="1817280"/>
            <a:ext cx="6086880" cy="4575600"/>
          </a:xfrm>
          <a:prstGeom prst="rect">
            <a:avLst/>
          </a:prstGeom>
          <a:noFill/>
          <a:ln w="9525">
            <a:solidFill>
              <a:srgbClr val="000000"/>
            </a:solidFill>
            <a:miter/>
          </a:ln>
        </p:spPr>
      </p:pic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256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bg>
      <p:bgPr>
        <a:solidFill>
          <a:schemeClr val="lt1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17" name="Rectangle 8">
            <a:extLst>
              <a:ext uri="{C183D7F6-B498-43B3-948B-1728B52AA6E4}">
                <adec:decorative xmlns:adec="http://schemas.microsoft.com/office/drawing/2017/decorative" val="1"/>
              </a:ext>
            </a:extLst>
          </p:cNvPr>
          <p:cNvSpPr/>
          <p:nvPr/>
        </p:nvSpPr>
        <p:spPr>
          <a:xfrm>
            <a:off x="0" y="0"/>
            <a:ext cx="5092200" cy="6856920"/>
          </a:xfrm>
          <a:prstGeom prst="rect">
            <a:avLst/>
          </a:prstGeom>
          <a:solidFill>
            <a:schemeClr val="accent1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 algn="ctr" defTabSz="914400">
              <a:lnSpc>
                <a:spcPct val="100000"/>
              </a:lnSpc>
            </a:pPr>
            <a:endParaRPr b="0" lang="en-US" sz="1800" strike="noStrike" u="none">
              <a:solidFill>
                <a:schemeClr val="lt1"/>
              </a:solidFill>
              <a:uFillTx/>
              <a:latin typeface="Calibri"/>
            </a:endParaRPr>
          </a:p>
        </p:txBody>
      </p:sp>
      <p:sp>
        <p:nvSpPr>
          <p:cNvPr id="1218" name="PlaceHolder 1"/>
          <p:cNvSpPr>
            <a:spLocks noGrp="1"/>
          </p:cNvSpPr>
          <p:nvPr>
            <p:ph type="title"/>
          </p:nvPr>
        </p:nvSpPr>
        <p:spPr>
          <a:xfrm>
            <a:off x="524880" y="620280"/>
            <a:ext cx="3807360" cy="550368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ctr">
            <a:normAutofit/>
          </a:bodyPr>
          <a:p>
            <a:pPr indent="0" defTabSz="914400">
              <a:lnSpc>
                <a:spcPct val="90000"/>
              </a:lnSpc>
              <a:buNone/>
              <a:tabLst>
                <a:tab algn="l" pos="0"/>
              </a:tabLst>
            </a:pPr>
            <a:r>
              <a:rPr b="0" lang="de-DE" sz="6000" strike="noStrike" u="none">
                <a:solidFill>
                  <a:schemeClr val="lt1"/>
                </a:solidFill>
                <a:uFillTx/>
                <a:latin typeface="Calibri Light"/>
              </a:rPr>
              <a:t>Testen der Installation</a:t>
            </a:r>
            <a:endParaRPr b="0" lang="de-DE" sz="6000" strike="noStrike" u="none">
              <a:solidFill>
                <a:srgbClr val="000000"/>
              </a:solidFill>
              <a:uFillTx/>
              <a:latin typeface="Arial"/>
            </a:endParaRPr>
          </a:p>
        </p:txBody>
      </p:sp>
      <p:graphicFrame>
        <p:nvGraphicFramePr>
          <p:cNvPr id="15" name="Diagram15"/>
          <p:cNvGraphicFramePr/>
          <p:nvPr>
            <p:extLst>
              <p:ext uri="{D42A27DB-BD31-4B8C-83A1-F6EECF244321}">
                <p14:modId xmlns:p14="http://schemas.microsoft.com/office/powerpoint/2010/main" val="2645582110"/>
              </p:ext>
            </p:extLst>
          </p:nvPr>
        </p:nvGraphicFramePr>
        <p:xfrm>
          <a:off x="5468400" y="620280"/>
          <a:ext cx="6262560" cy="5503680"/>
        </p:xfrm>
        <a:graphic>
          <a:graphicData uri="http://schemas.openxmlformats.org/drawingml/2006/diagram">
            <dgm:relIds xmlns:dgm="http://schemas.openxmlformats.org/drawingml/2006/diagram" xmlns:r="http://schemas.openxmlformats.org/officeDocument/2006/relationships" r:dm="rId1" r:lo="rId2" r:qs="rId3" r:cs="rId4"/>
          </a:graphicData>
        </a:graphic>
      </p:graphicFrame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257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19" name="PlaceHolder 1"/>
          <p:cNvSpPr>
            <a:spLocks noGrp="1"/>
          </p:cNvSpPr>
          <p:nvPr>
            <p:ph type="title"/>
          </p:nvPr>
        </p:nvSpPr>
        <p:spPr>
          <a:xfrm>
            <a:off x="838080" y="365040"/>
            <a:ext cx="10514520" cy="132444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ctr">
            <a:noAutofit/>
          </a:bodyPr>
          <a:p>
            <a:pPr indent="0" defTabSz="914400">
              <a:lnSpc>
                <a:spcPct val="90000"/>
              </a:lnSpc>
              <a:buNone/>
              <a:tabLst>
                <a:tab algn="l" pos="0"/>
              </a:tabLst>
            </a:pPr>
            <a:r>
              <a:rPr b="0" lang="de-DE" sz="4400" strike="noStrike" u="none">
                <a:solidFill>
                  <a:schemeClr val="dk1"/>
                </a:solidFill>
                <a:uFillTx/>
                <a:latin typeface="Calibri Light"/>
              </a:rPr>
              <a:t>Node und Browser-basierte Anwendungen</a:t>
            </a:r>
            <a:endParaRPr b="0" lang="de-DE" sz="4400" strike="noStrike" u="none">
              <a:solidFill>
                <a:srgbClr val="000000"/>
              </a:solidFill>
              <a:uFillTx/>
              <a:latin typeface="Arial"/>
            </a:endParaRPr>
          </a:p>
        </p:txBody>
      </p:sp>
      <p:sp>
        <p:nvSpPr>
          <p:cNvPr id="1220" name="PlaceHolder 2"/>
          <p:cNvSpPr>
            <a:spLocks noGrp="1"/>
          </p:cNvSpPr>
          <p:nvPr>
            <p:ph/>
          </p:nvPr>
        </p:nvSpPr>
        <p:spPr>
          <a:xfrm>
            <a:off x="838080" y="1825560"/>
            <a:ext cx="10514520" cy="435024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t">
            <a:noAutofit/>
          </a:bodyPr>
          <a:p>
            <a:pPr marL="228600" indent="-228600" defTabSz="914400">
              <a:lnSpc>
                <a:spcPct val="90000"/>
              </a:lnSpc>
              <a:spcBef>
                <a:spcPts val="1001"/>
              </a:spcBef>
              <a:buClr>
                <a:srgbClr val="000000"/>
              </a:buClr>
              <a:buFont typeface="Arial"/>
              <a:buChar char="•"/>
            </a:pPr>
            <a:r>
              <a:rPr b="0" lang="de-DE" sz="2800" strike="noStrike" u="none">
                <a:solidFill>
                  <a:schemeClr val="dk1"/>
                </a:solidFill>
                <a:uFillTx/>
                <a:latin typeface="Calibri"/>
              </a:rPr>
              <a:t>Obwohl node.js nicht im Browser ausgeführt wird, wird es trotzdem gerne im Rahmen der Software-Entwicklung genutzt</a:t>
            </a:r>
            <a:endParaRPr b="0" lang="de-DE" sz="2800" strike="noStrike" u="none">
              <a:solidFill>
                <a:srgbClr val="000000"/>
              </a:solidFill>
              <a:uFillTx/>
              <a:latin typeface="Arial"/>
            </a:endParaRPr>
          </a:p>
          <a:p>
            <a:pPr marL="228600" indent="-228600" defTabSz="914400">
              <a:lnSpc>
                <a:spcPct val="90000"/>
              </a:lnSpc>
              <a:spcBef>
                <a:spcPts val="1001"/>
              </a:spcBef>
              <a:buClr>
                <a:srgbClr val="000000"/>
              </a:buClr>
              <a:buFont typeface="Arial"/>
              <a:buChar char="•"/>
            </a:pPr>
            <a:r>
              <a:rPr b="0" lang="de-DE" sz="2800" strike="noStrike" u="none">
                <a:solidFill>
                  <a:schemeClr val="dk1"/>
                </a:solidFill>
                <a:uFillTx/>
                <a:latin typeface="Calibri"/>
              </a:rPr>
              <a:t>Hierzu wird node als Web Server eingesetzt, der die JavaScript-Dateien sowie die statischen Ressourcen (HTML, CSS, …) zum Browser sendet</a:t>
            </a:r>
            <a:endParaRPr b="0" lang="de-DE" sz="2800" strike="noStrike" u="none">
              <a:solidFill>
                <a:srgbClr val="000000"/>
              </a:solidFill>
              <a:uFillTx/>
              <a:latin typeface="Arial"/>
            </a:endParaRPr>
          </a:p>
          <a:p>
            <a:pPr lvl="1" marL="685800" indent="-228600" defTabSz="914400">
              <a:lnSpc>
                <a:spcPct val="90000"/>
              </a:lnSpc>
              <a:spcBef>
                <a:spcPts val="499"/>
              </a:spcBef>
              <a:buClr>
                <a:srgbClr val="000000"/>
              </a:buClr>
              <a:buFont typeface="Arial"/>
              <a:buChar char="•"/>
            </a:pPr>
            <a:r>
              <a:rPr b="0" lang="de-DE" sz="2400" strike="noStrike" u="none">
                <a:solidFill>
                  <a:schemeClr val="dk1"/>
                </a:solidFill>
                <a:uFillTx/>
                <a:latin typeface="Calibri"/>
              </a:rPr>
              <a:t>Mit Hilfe eines Browser-Sync-Frameworks triggern Änderungen von JavaScript-Dateien auf Server-Seite einen Browser-Refresh</a:t>
            </a:r>
            <a:endParaRPr b="0" lang="de-DE" sz="2400" strike="noStrike" u="none">
              <a:solidFill>
                <a:srgbClr val="000000"/>
              </a:solidFill>
              <a:uFillTx/>
              <a:latin typeface="Arial"/>
            </a:endParaRPr>
          </a:p>
          <a:p>
            <a:pPr lvl="2" marL="1143000" indent="-228600" defTabSz="914400">
              <a:lnSpc>
                <a:spcPct val="90000"/>
              </a:lnSpc>
              <a:spcBef>
                <a:spcPts val="499"/>
              </a:spcBef>
              <a:buClr>
                <a:srgbClr val="000000"/>
              </a:buClr>
              <a:buFont typeface="Arial"/>
              <a:buChar char="•"/>
            </a:pPr>
            <a:r>
              <a:rPr b="0" lang="de-DE" sz="2000" strike="noStrike" u="sng">
                <a:solidFill>
                  <a:schemeClr val="dk1"/>
                </a:solidFill>
                <a:uFillTx/>
                <a:latin typeface="Courier New"/>
              </a:rPr>
              <a:t>https://www.browsersync.io/</a:t>
            </a:r>
            <a:endParaRPr b="0" lang="de-DE" sz="2000" strike="noStrike" u="none">
              <a:solidFill>
                <a:srgbClr val="000000"/>
              </a:solidFill>
              <a:uFillTx/>
              <a:latin typeface="Arial"/>
            </a:endParaRPr>
          </a:p>
          <a:p>
            <a:pPr lvl="2" marL="1143000" indent="-228600" defTabSz="914400">
              <a:lnSpc>
                <a:spcPct val="90000"/>
              </a:lnSpc>
              <a:spcBef>
                <a:spcPts val="499"/>
              </a:spcBef>
              <a:buClr>
                <a:srgbClr val="000000"/>
              </a:buClr>
              <a:buFont typeface="Arial"/>
              <a:buChar char="•"/>
            </a:pPr>
            <a:r>
              <a:rPr b="0" lang="de-DE" sz="2000" strike="noStrike" u="none">
                <a:solidFill>
                  <a:schemeClr val="dk1"/>
                </a:solidFill>
                <a:uFillTx/>
                <a:latin typeface="Calibri"/>
              </a:rPr>
              <a:t>Damit werden Änderungen ohne weitere Benutzer-Interaktion sofort angezeigt</a:t>
            </a:r>
            <a:endParaRPr b="0" lang="de-DE" sz="2000" strike="noStrike" u="none">
              <a:solidFill>
                <a:srgbClr val="000000"/>
              </a:solidFill>
              <a:uFillTx/>
              <a:latin typeface="Arial"/>
            </a:endParaRPr>
          </a:p>
          <a:p>
            <a:pPr lvl="2" marL="1143000" indent="-228600" defTabSz="914400">
              <a:lnSpc>
                <a:spcPct val="90000"/>
              </a:lnSpc>
              <a:spcBef>
                <a:spcPts val="499"/>
              </a:spcBef>
              <a:buClr>
                <a:srgbClr val="000000"/>
              </a:buClr>
              <a:buFont typeface="Arial"/>
              <a:buChar char="•"/>
            </a:pPr>
            <a:r>
              <a:rPr b="0" lang="de-DE" sz="2000" strike="noStrike" u="none">
                <a:solidFill>
                  <a:schemeClr val="dk1"/>
                </a:solidFill>
                <a:uFillTx/>
                <a:latin typeface="Calibri"/>
              </a:rPr>
              <a:t>Für eine agile Software-Entwicklung natürlich äußerst praktisch</a:t>
            </a:r>
            <a:endParaRPr b="0" lang="de-DE" sz="2000" strike="noStrike" u="none">
              <a:solidFill>
                <a:srgbClr val="000000"/>
              </a:solidFill>
              <a:uFillTx/>
              <a:latin typeface="Arial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258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bg>
      <p:bgPr>
        <a:solidFill>
          <a:schemeClr val="lt1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 useBgFill="1">
        <p:nvSpPr>
          <p:cNvPr id="1221" name="Rectangle 8">
            <a:extLst>
              <a:ext uri="{C183D7F6-B498-43B3-948B-1728B52AA6E4}">
                <adec:decorative xmlns:adec="http://schemas.microsoft.com/office/drawing/2017/decorative" val="1"/>
              </a:ext>
            </a:extLst>
          </p:cNvPr>
          <p:cNvSpPr/>
          <p:nvPr/>
        </p:nvSpPr>
        <p:spPr>
          <a:xfrm>
            <a:off x="0" y="0"/>
            <a:ext cx="12191040" cy="6856920"/>
          </a:xfrm>
          <a:prstGeom prst="rect">
            <a:avLst/>
          </a:prstGeom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 algn="ctr" defTabSz="914400">
              <a:lnSpc>
                <a:spcPct val="100000"/>
              </a:lnSpc>
            </a:pPr>
            <a:endParaRPr b="0" lang="en-US" sz="1800" strike="noStrike" u="none">
              <a:solidFill>
                <a:schemeClr val="lt1"/>
              </a:solidFill>
              <a:uFillTx/>
              <a:latin typeface="Calibri"/>
            </a:endParaRPr>
          </a:p>
        </p:txBody>
      </p:sp>
      <p:sp>
        <p:nvSpPr>
          <p:cNvPr id="1222" name="Rectangle 10">
            <a:extLst>
              <a:ext uri="{C183D7F6-B498-43B3-948B-1728B52AA6E4}">
                <adec:decorative xmlns:adec="http://schemas.microsoft.com/office/drawing/2017/decorative" val="1"/>
              </a:ext>
            </a:extLst>
          </p:cNvPr>
          <p:cNvSpPr/>
          <p:nvPr/>
        </p:nvSpPr>
        <p:spPr>
          <a:xfrm flipH="1" rot="5400000">
            <a:off x="-1418760" y="1418400"/>
            <a:ext cx="6874560" cy="4039560"/>
          </a:xfrm>
          <a:prstGeom prst="rect">
            <a:avLst/>
          </a:prstGeom>
          <a:gradFill rotWithShape="0">
            <a:gsLst>
              <a:gs pos="11000">
                <a:srgbClr val="000000"/>
              </a:gs>
              <a:gs pos="100000">
                <a:srgbClr val="16735a"/>
              </a:gs>
            </a:gsLst>
            <a:lin ang="19200000"/>
          </a:gra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 algn="ctr" defTabSz="914400">
              <a:lnSpc>
                <a:spcPct val="100000"/>
              </a:lnSpc>
            </a:pPr>
            <a:endParaRPr b="0" lang="en-US" sz="1800" strike="noStrike" u="none">
              <a:solidFill>
                <a:schemeClr val="lt1"/>
              </a:solidFill>
              <a:uFillTx/>
              <a:latin typeface="Calibri"/>
            </a:endParaRPr>
          </a:p>
        </p:txBody>
      </p:sp>
      <p:sp>
        <p:nvSpPr>
          <p:cNvPr id="1223" name="Rectangle 12">
            <a:extLst>
              <a:ext uri="{C183D7F6-B498-43B3-948B-1728B52AA6E4}">
                <adec:decorative xmlns:adec="http://schemas.microsoft.com/office/drawing/2017/decorative" val="1"/>
              </a:ext>
            </a:extLst>
          </p:cNvPr>
          <p:cNvSpPr/>
          <p:nvPr/>
        </p:nvSpPr>
        <p:spPr>
          <a:xfrm rot="16200000">
            <a:off x="-159480" y="2660400"/>
            <a:ext cx="4354560" cy="4039560"/>
          </a:xfrm>
          <a:prstGeom prst="rect">
            <a:avLst/>
          </a:prstGeom>
          <a:gradFill rotWithShape="0">
            <a:gsLst>
              <a:gs pos="0">
                <a:srgbClr val="1d9a78">
                  <a:alpha val="50000"/>
                </a:srgbClr>
              </a:gs>
              <a:gs pos="100000">
                <a:srgbClr val="0e4d3c">
                  <a:alpha val="0"/>
                </a:srgbClr>
              </a:gs>
            </a:gsLst>
            <a:lin ang="6000000"/>
          </a:gra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 algn="ctr" defTabSz="914400">
              <a:lnSpc>
                <a:spcPct val="100000"/>
              </a:lnSpc>
            </a:pPr>
            <a:endParaRPr b="0" lang="en-US" sz="1800" strike="noStrike" u="none">
              <a:solidFill>
                <a:schemeClr val="lt1"/>
              </a:solidFill>
              <a:uFillTx/>
              <a:latin typeface="Calibri"/>
            </a:endParaRPr>
          </a:p>
        </p:txBody>
      </p:sp>
      <p:pic>
        <p:nvPicPr>
          <p:cNvPr id="1224" name="Picture 4" descr="Cardboard boxes on conveyor belt"/>
          <p:cNvPicPr/>
          <p:nvPr/>
        </p:nvPicPr>
        <p:blipFill>
          <a:blip r:embed="rId1"/>
          <a:srcRect l="15465" t="0" r="5319" b="0"/>
          <a:stretch/>
        </p:blipFill>
        <p:spPr>
          <a:xfrm>
            <a:off x="4038480" y="0"/>
            <a:ext cx="8159040" cy="6874560"/>
          </a:xfrm>
          <a:prstGeom prst="rect">
            <a:avLst/>
          </a:prstGeom>
          <a:noFill/>
          <a:ln w="0">
            <a:noFill/>
          </a:ln>
        </p:spPr>
      </p:pic>
      <p:sp>
        <p:nvSpPr>
          <p:cNvPr id="1225" name="Freeform: Shape 14">
            <a:extLst>
              <a:ext uri="{C183D7F6-B498-43B3-948B-1728B52AA6E4}">
                <adec:decorative xmlns:adec="http://schemas.microsoft.com/office/drawing/2017/decorative" val="1"/>
              </a:ext>
            </a:extLst>
          </p:cNvPr>
          <p:cNvSpPr/>
          <p:nvPr/>
        </p:nvSpPr>
        <p:spPr>
          <a:xfrm rot="6097800">
            <a:off x="-745200" y="1200240"/>
            <a:ext cx="4807080" cy="4087440"/>
          </a:xfrm>
          <a:custGeom>
            <a:avLst/>
            <a:gdLst>
              <a:gd name="textAreaLeft" fmla="*/ 0 w 4807080"/>
              <a:gd name="textAreaRight" fmla="*/ 4808160 w 4807080"/>
              <a:gd name="textAreaTop" fmla="*/ 0 h 4087440"/>
              <a:gd name="textAreaBottom" fmla="*/ 4088520 h 4087440"/>
            </a:gdLst>
            <a:ahLst/>
            <a:rect l="textAreaLeft" t="textAreaTop" r="textAreaRight" b="textAreaBottom"/>
            <a:pathLst>
              <a:path w="4808302" h="4088666">
                <a:moveTo>
                  <a:pt x="48844" y="2888671"/>
                </a:moveTo>
                <a:cubicBezTo>
                  <a:pt x="16818" y="2732167"/>
                  <a:pt x="0" y="2570123"/>
                  <a:pt x="0" y="2404151"/>
                </a:cubicBezTo>
                <a:cubicBezTo>
                  <a:pt x="0" y="1076375"/>
                  <a:pt x="1076375" y="0"/>
                  <a:pt x="2404151" y="0"/>
                </a:cubicBezTo>
                <a:cubicBezTo>
                  <a:pt x="3731927" y="0"/>
                  <a:pt x="4808302" y="1076375"/>
                  <a:pt x="4808302" y="2404151"/>
                </a:cubicBezTo>
                <a:cubicBezTo>
                  <a:pt x="4808302" y="2653109"/>
                  <a:pt x="4770461" y="2893229"/>
                  <a:pt x="4700216" y="3119072"/>
                </a:cubicBezTo>
                <a:lnTo>
                  <a:pt x="4643143" y="3275009"/>
                </a:lnTo>
                <a:lnTo>
                  <a:pt x="690093" y="4088666"/>
                </a:lnTo>
                <a:lnTo>
                  <a:pt x="548991" y="3933414"/>
                </a:lnTo>
                <a:cubicBezTo>
                  <a:pt x="304015" y="3636572"/>
                  <a:pt x="128908" y="3279932"/>
                  <a:pt x="48844" y="2888671"/>
                </a:cubicBezTo>
                <a:close/>
              </a:path>
            </a:pathLst>
          </a:custGeom>
          <a:gradFill rotWithShape="0">
            <a:gsLst>
              <a:gs pos="39000">
                <a:srgbClr val="5ae0bb">
                  <a:alpha val="0"/>
                </a:srgbClr>
              </a:gs>
              <a:gs pos="100000">
                <a:srgbClr val="16735a">
                  <a:alpha val="26000"/>
                </a:srgbClr>
              </a:gs>
            </a:gsLst>
            <a:lin ang="1296000"/>
          </a:gra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 algn="ctr" defTabSz="914400">
              <a:lnSpc>
                <a:spcPct val="100000"/>
              </a:lnSpc>
            </a:pPr>
            <a:endParaRPr b="0" lang="en-US" sz="1800" strike="noStrike" u="none">
              <a:solidFill>
                <a:schemeClr val="lt1"/>
              </a:solidFill>
              <a:uFillTx/>
              <a:latin typeface="Calibri"/>
            </a:endParaRPr>
          </a:p>
        </p:txBody>
      </p:sp>
      <p:sp>
        <p:nvSpPr>
          <p:cNvPr id="1226" name="PlaceHolder 1"/>
          <p:cNvSpPr>
            <a:spLocks noGrp="1"/>
          </p:cNvSpPr>
          <p:nvPr>
            <p:ph type="title"/>
          </p:nvPr>
        </p:nvSpPr>
        <p:spPr>
          <a:xfrm>
            <a:off x="534600" y="2950560"/>
            <a:ext cx="3051360" cy="353016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t">
            <a:normAutofit/>
          </a:bodyPr>
          <a:p>
            <a:pPr indent="0" algn="r" defTabSz="914400">
              <a:lnSpc>
                <a:spcPct val="90000"/>
              </a:lnSpc>
              <a:buNone/>
              <a:tabLst>
                <a:tab algn="l" pos="0"/>
              </a:tabLst>
            </a:pPr>
            <a:r>
              <a:rPr b="0" lang="en-US" sz="4000" strike="noStrike" u="none">
                <a:solidFill>
                  <a:srgbClr val="ffffff"/>
                </a:solidFill>
                <a:uFillTx/>
                <a:latin typeface="Calibri Light"/>
              </a:rPr>
              <a:t>npm – Der Node Package Manager</a:t>
            </a:r>
            <a:endParaRPr b="0" lang="de-DE" sz="4000" strike="noStrike" u="none">
              <a:solidFill>
                <a:srgbClr val="000000"/>
              </a:solidFill>
              <a:uFillTx/>
              <a:latin typeface="Arial"/>
            </a:endParaRPr>
          </a:p>
        </p:txBody>
      </p:sp>
      <p:sp>
        <p:nvSpPr>
          <p:cNvPr id="1227" name="PlaceHolder 2"/>
          <p:cNvSpPr>
            <a:spLocks noGrp="1"/>
          </p:cNvSpPr>
          <p:nvPr>
            <p:ph/>
          </p:nvPr>
        </p:nvSpPr>
        <p:spPr>
          <a:xfrm>
            <a:off x="777960" y="743760"/>
            <a:ext cx="2807640" cy="138132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b">
            <a:normAutofit/>
          </a:bodyPr>
          <a:p>
            <a:pPr indent="0">
              <a:spcBef>
                <a:spcPts val="1417"/>
              </a:spcBef>
              <a:buNone/>
            </a:pPr>
            <a:endParaRPr b="0" lang="de-DE" sz="1800" strike="noStrike" u="none">
              <a:solidFill>
                <a:srgbClr val="000000"/>
              </a:solidFill>
              <a:uFillTx/>
              <a:latin typeface="Arial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259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28" name="PlaceHolder 1"/>
          <p:cNvSpPr>
            <a:spLocks noGrp="1"/>
          </p:cNvSpPr>
          <p:nvPr>
            <p:ph type="title"/>
          </p:nvPr>
        </p:nvSpPr>
        <p:spPr>
          <a:xfrm>
            <a:off x="838080" y="365040"/>
            <a:ext cx="10514520" cy="132444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ctr">
            <a:noAutofit/>
          </a:bodyPr>
          <a:p>
            <a:pPr indent="0" defTabSz="914400">
              <a:lnSpc>
                <a:spcPct val="90000"/>
              </a:lnSpc>
              <a:buNone/>
              <a:tabLst>
                <a:tab algn="l" pos="0"/>
              </a:tabLst>
            </a:pPr>
            <a:r>
              <a:rPr b="0" lang="de-DE" sz="4400" strike="noStrike" u="none">
                <a:solidFill>
                  <a:schemeClr val="dk1"/>
                </a:solidFill>
                <a:uFillTx/>
                <a:latin typeface="Calibri Light"/>
              </a:rPr>
              <a:t>Was ist npm?</a:t>
            </a:r>
            <a:endParaRPr b="0" lang="de-DE" sz="4400" strike="noStrike" u="none">
              <a:solidFill>
                <a:srgbClr val="000000"/>
              </a:solidFill>
              <a:uFillTx/>
              <a:latin typeface="Arial"/>
            </a:endParaRPr>
          </a:p>
        </p:txBody>
      </p:sp>
      <p:sp>
        <p:nvSpPr>
          <p:cNvPr id="1229" name="PlaceHolder 2"/>
          <p:cNvSpPr>
            <a:spLocks noGrp="1"/>
          </p:cNvSpPr>
          <p:nvPr>
            <p:ph/>
          </p:nvPr>
        </p:nvSpPr>
        <p:spPr>
          <a:xfrm>
            <a:off x="838080" y="1825560"/>
            <a:ext cx="10514520" cy="435024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t">
            <a:normAutofit/>
          </a:bodyPr>
          <a:p>
            <a:pPr marL="228600" indent="-228600" defTabSz="914400">
              <a:lnSpc>
                <a:spcPct val="90000"/>
              </a:lnSpc>
              <a:spcBef>
                <a:spcPts val="1001"/>
              </a:spcBef>
              <a:buClr>
                <a:srgbClr val="000000"/>
              </a:buClr>
              <a:buFont typeface="Arial"/>
              <a:buChar char="•"/>
            </a:pPr>
            <a:r>
              <a:rPr b="0" lang="de-DE" sz="2800" strike="noStrike" u="none">
                <a:solidFill>
                  <a:schemeClr val="dk1"/>
                </a:solidFill>
                <a:uFillTx/>
                <a:latin typeface="Calibri"/>
              </a:rPr>
              <a:t>Primär ein Packaging Manager</a:t>
            </a:r>
            <a:endParaRPr b="0" lang="de-DE" sz="2800" strike="noStrike" u="none">
              <a:solidFill>
                <a:srgbClr val="000000"/>
              </a:solidFill>
              <a:uFillTx/>
              <a:latin typeface="Arial"/>
            </a:endParaRPr>
          </a:p>
          <a:p>
            <a:pPr marL="228600" indent="-228600" defTabSz="914400">
              <a:lnSpc>
                <a:spcPct val="90000"/>
              </a:lnSpc>
              <a:spcBef>
                <a:spcPts val="1001"/>
              </a:spcBef>
              <a:buClr>
                <a:srgbClr val="000000"/>
              </a:buClr>
              <a:buFont typeface="Arial"/>
              <a:buChar char="•"/>
            </a:pPr>
            <a:r>
              <a:rPr b="0" lang="de-DE" sz="2800" strike="noStrike" u="none">
                <a:solidFill>
                  <a:schemeClr val="dk1"/>
                </a:solidFill>
                <a:uFillTx/>
                <a:latin typeface="Courier New"/>
              </a:rPr>
              <a:t>npm</a:t>
            </a:r>
            <a:r>
              <a:rPr b="0" lang="de-DE" sz="2800" strike="noStrike" u="none">
                <a:solidFill>
                  <a:schemeClr val="dk1"/>
                </a:solidFill>
                <a:uFillTx/>
                <a:latin typeface="Calibri"/>
              </a:rPr>
              <a:t> ist Bestandteil der </a:t>
            </a:r>
            <a:r>
              <a:rPr b="0" lang="de-DE" sz="2800" strike="noStrike" u="none">
                <a:solidFill>
                  <a:schemeClr val="dk1"/>
                </a:solidFill>
                <a:uFillTx/>
                <a:latin typeface="Courier New"/>
              </a:rPr>
              <a:t>node</a:t>
            </a:r>
            <a:r>
              <a:rPr b="0" lang="de-DE" sz="2800" strike="noStrike" u="none">
                <a:solidFill>
                  <a:schemeClr val="dk1"/>
                </a:solidFill>
                <a:uFillTx/>
                <a:latin typeface="Calibri"/>
              </a:rPr>
              <a:t>-Installation</a:t>
            </a:r>
            <a:endParaRPr b="0" lang="de-DE" sz="2800" strike="noStrike" u="none">
              <a:solidFill>
                <a:srgbClr val="000000"/>
              </a:solidFill>
              <a:uFillTx/>
              <a:latin typeface="Arial"/>
            </a:endParaRPr>
          </a:p>
          <a:p>
            <a:pPr lvl="1" marL="685800" indent="-228600" defTabSz="914400">
              <a:lnSpc>
                <a:spcPct val="90000"/>
              </a:lnSpc>
              <a:spcBef>
                <a:spcPts val="499"/>
              </a:spcBef>
              <a:buClr>
                <a:srgbClr val="000000"/>
              </a:buClr>
              <a:buFont typeface="Arial"/>
              <a:buChar char="•"/>
            </a:pPr>
            <a:r>
              <a:rPr b="0" lang="de-DE" sz="2400" strike="noStrike" u="none">
                <a:solidFill>
                  <a:schemeClr val="dk1"/>
                </a:solidFill>
                <a:uFillTx/>
                <a:latin typeface="Courier New"/>
              </a:rPr>
              <a:t>npm –v</a:t>
            </a:r>
            <a:endParaRPr b="0" lang="de-DE" sz="2400" strike="noStrike" u="none">
              <a:solidFill>
                <a:srgbClr val="000000"/>
              </a:solidFill>
              <a:uFillTx/>
              <a:latin typeface="Arial"/>
            </a:endParaRPr>
          </a:p>
          <a:p>
            <a:pPr marL="228600" indent="-228600" defTabSz="914400">
              <a:lnSpc>
                <a:spcPct val="90000"/>
              </a:lnSpc>
              <a:spcBef>
                <a:spcPts val="1001"/>
              </a:spcBef>
              <a:buClr>
                <a:srgbClr val="000000"/>
              </a:buClr>
              <a:buFont typeface="Arial"/>
              <a:buChar char="•"/>
            </a:pPr>
            <a:r>
              <a:rPr b="0" lang="de-DE" sz="2800" strike="noStrike" u="none">
                <a:solidFill>
                  <a:schemeClr val="dk1"/>
                </a:solidFill>
                <a:uFillTx/>
                <a:latin typeface="Calibri"/>
              </a:rPr>
              <a:t>Die offizielle npm Registry liegt im Internet</a:t>
            </a:r>
            <a:endParaRPr b="0" lang="de-DE" sz="2800" strike="noStrike" u="none">
              <a:solidFill>
                <a:srgbClr val="000000"/>
              </a:solidFill>
              <a:uFillTx/>
              <a:latin typeface="Arial"/>
            </a:endParaRPr>
          </a:p>
          <a:p>
            <a:pPr lvl="1" marL="685800" indent="-228600" defTabSz="914400">
              <a:lnSpc>
                <a:spcPct val="90000"/>
              </a:lnSpc>
              <a:spcBef>
                <a:spcPts val="499"/>
              </a:spcBef>
              <a:buClr>
                <a:srgbClr val="000000"/>
              </a:buClr>
              <a:buFont typeface="Arial"/>
              <a:buChar char="•"/>
            </a:pPr>
            <a:r>
              <a:rPr b="0" lang="de-DE" sz="1600" strike="noStrike" u="sng">
                <a:solidFill>
                  <a:schemeClr val="dk1"/>
                </a:solidFill>
                <a:uFillTx/>
                <a:latin typeface="Courier New"/>
                <a:hlinkClick r:id="rId1"/>
              </a:rPr>
              <a:t>https://docs.npmjs.com/misc/registry</a:t>
            </a:r>
            <a:endParaRPr b="0" lang="de-DE" sz="1600" strike="noStrike" u="none">
              <a:solidFill>
                <a:srgbClr val="000000"/>
              </a:solidFill>
              <a:uFillTx/>
              <a:latin typeface="Arial"/>
            </a:endParaRPr>
          </a:p>
          <a:p>
            <a:pPr lvl="1" marL="685800" indent="-228600" defTabSz="914400">
              <a:lnSpc>
                <a:spcPct val="90000"/>
              </a:lnSpc>
              <a:spcBef>
                <a:spcPts val="499"/>
              </a:spcBef>
              <a:buClr>
                <a:srgbClr val="000000"/>
              </a:buClr>
              <a:buFont typeface="Arial"/>
              <a:buChar char="•"/>
            </a:pPr>
            <a:r>
              <a:rPr b="0" lang="de-DE" sz="2400" strike="noStrike" u="none">
                <a:solidFill>
                  <a:schemeClr val="dk1"/>
                </a:solidFill>
                <a:uFillTx/>
                <a:latin typeface="Calibri"/>
              </a:rPr>
              <a:t>Im Wesentlichen eine CouchDB</a:t>
            </a:r>
            <a:endParaRPr b="0" lang="de-DE" sz="2400" strike="noStrike" u="none">
              <a:solidFill>
                <a:srgbClr val="000000"/>
              </a:solidFill>
              <a:uFillTx/>
              <a:latin typeface="Arial"/>
            </a:endParaRPr>
          </a:p>
          <a:p>
            <a:pPr lvl="1" marL="685800" indent="-228600" defTabSz="914400">
              <a:lnSpc>
                <a:spcPct val="90000"/>
              </a:lnSpc>
              <a:spcBef>
                <a:spcPts val="499"/>
              </a:spcBef>
              <a:buClr>
                <a:srgbClr val="000000"/>
              </a:buClr>
              <a:buFont typeface="Arial"/>
              <a:buChar char="•"/>
            </a:pPr>
            <a:r>
              <a:rPr b="0" lang="de-DE" sz="2400" strike="noStrike" u="none">
                <a:solidFill>
                  <a:schemeClr val="dk1"/>
                </a:solidFill>
                <a:uFillTx/>
                <a:latin typeface="Calibri"/>
              </a:rPr>
              <a:t>Laden der Software durch RESTful Aufrufe</a:t>
            </a:r>
            <a:endParaRPr b="0" lang="de-DE" sz="2400" strike="noStrike" u="none">
              <a:solidFill>
                <a:srgbClr val="000000"/>
              </a:solidFill>
              <a:uFillTx/>
              <a:latin typeface="Arial"/>
            </a:endParaRPr>
          </a:p>
          <a:p>
            <a:pPr lvl="1" marL="685800" indent="-228600" defTabSz="914400">
              <a:lnSpc>
                <a:spcPct val="90000"/>
              </a:lnSpc>
              <a:spcBef>
                <a:spcPts val="499"/>
              </a:spcBef>
              <a:buClr>
                <a:srgbClr val="000000"/>
              </a:buClr>
              <a:buFont typeface="Arial"/>
              <a:buChar char="•"/>
            </a:pPr>
            <a:r>
              <a:rPr b="0" lang="de-DE" sz="2400" strike="noStrike" u="none">
                <a:solidFill>
                  <a:schemeClr val="dk1"/>
                </a:solidFill>
                <a:uFillTx/>
                <a:latin typeface="Calibri"/>
              </a:rPr>
              <a:t>Die </a:t>
            </a:r>
            <a:r>
              <a:rPr b="0" lang="de-DE" sz="2400" strike="noStrike" u="none">
                <a:solidFill>
                  <a:schemeClr val="dk1"/>
                </a:solidFill>
                <a:uFillTx/>
                <a:latin typeface="Courier New"/>
              </a:rPr>
              <a:t>npm</a:t>
            </a:r>
            <a:r>
              <a:rPr b="0" lang="de-DE" sz="2400" strike="noStrike" u="none">
                <a:solidFill>
                  <a:schemeClr val="dk1"/>
                </a:solidFill>
                <a:uFillTx/>
                <a:latin typeface="Calibri"/>
              </a:rPr>
              <a:t>-Registry  ist aktuell die größte Sammlung von Software</a:t>
            </a:r>
            <a:endParaRPr b="0" lang="de-DE" sz="2400" strike="noStrike" u="none">
              <a:solidFill>
                <a:srgbClr val="000000"/>
              </a:solidFill>
              <a:uFillTx/>
              <a:latin typeface="Arial"/>
            </a:endParaRPr>
          </a:p>
          <a:p>
            <a:pPr marL="228600" indent="-228600" defTabSz="914400">
              <a:lnSpc>
                <a:spcPct val="90000"/>
              </a:lnSpc>
              <a:spcBef>
                <a:spcPts val="1001"/>
              </a:spcBef>
              <a:buClr>
                <a:srgbClr val="000000"/>
              </a:buClr>
              <a:buFont typeface="Arial"/>
              <a:buChar char="•"/>
            </a:pPr>
            <a:r>
              <a:rPr b="0" lang="de-DE" sz="2800" strike="noStrike" u="none">
                <a:solidFill>
                  <a:schemeClr val="dk1"/>
                </a:solidFill>
                <a:uFillTx/>
                <a:latin typeface="Calibri"/>
              </a:rPr>
              <a:t>Unternehmens-interne oder private Registries können angemietet werden</a:t>
            </a:r>
            <a:endParaRPr b="0" lang="de-DE" sz="2800" strike="noStrike" u="none">
              <a:solidFill>
                <a:srgbClr val="000000"/>
              </a:solidFill>
              <a:uFillTx/>
              <a:latin typeface="Arial"/>
            </a:endParaRPr>
          </a:p>
          <a:p>
            <a:pPr indent="0" defTabSz="914400">
              <a:lnSpc>
                <a:spcPct val="90000"/>
              </a:lnSpc>
              <a:spcBef>
                <a:spcPts val="1001"/>
              </a:spcBef>
              <a:buNone/>
              <a:tabLst>
                <a:tab algn="l" pos="0"/>
              </a:tabLst>
            </a:pPr>
            <a:endParaRPr b="0" lang="de-DE" sz="2800" strike="noStrike" u="none">
              <a:solidFill>
                <a:srgbClr val="000000"/>
              </a:solidFill>
              <a:uFillTx/>
              <a:latin typeface="Arial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260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30" name="PlaceHolder 1"/>
          <p:cNvSpPr>
            <a:spLocks noGrp="1"/>
          </p:cNvSpPr>
          <p:nvPr>
            <p:ph type="title"/>
          </p:nvPr>
        </p:nvSpPr>
        <p:spPr>
          <a:xfrm>
            <a:off x="838080" y="365040"/>
            <a:ext cx="10514520" cy="132444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ctr">
            <a:noAutofit/>
          </a:bodyPr>
          <a:p>
            <a:pPr indent="0" defTabSz="914400">
              <a:lnSpc>
                <a:spcPct val="90000"/>
              </a:lnSpc>
              <a:buNone/>
              <a:tabLst>
                <a:tab algn="l" pos="0"/>
              </a:tabLst>
            </a:pPr>
            <a:r>
              <a:rPr b="0" lang="de-DE" sz="4400" strike="noStrike" u="none">
                <a:solidFill>
                  <a:schemeClr val="dk1"/>
                </a:solidFill>
                <a:uFillTx/>
                <a:latin typeface="Calibri Light"/>
              </a:rPr>
              <a:t>npm Kommandos</a:t>
            </a:r>
            <a:endParaRPr b="0" lang="de-DE" sz="4400" strike="noStrike" u="none">
              <a:solidFill>
                <a:srgbClr val="000000"/>
              </a:solidFill>
              <a:uFillTx/>
              <a:latin typeface="Arial"/>
            </a:endParaRPr>
          </a:p>
        </p:txBody>
      </p:sp>
      <p:sp>
        <p:nvSpPr>
          <p:cNvPr id="1231" name="PlaceHolder 2"/>
          <p:cNvSpPr>
            <a:spLocks noGrp="1"/>
          </p:cNvSpPr>
          <p:nvPr>
            <p:ph/>
          </p:nvPr>
        </p:nvSpPr>
        <p:spPr>
          <a:xfrm>
            <a:off x="838080" y="1825560"/>
            <a:ext cx="10514520" cy="435024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t">
            <a:noAutofit/>
          </a:bodyPr>
          <a:p>
            <a:pPr marL="228600" indent="-228600" defTabSz="914400">
              <a:lnSpc>
                <a:spcPct val="90000"/>
              </a:lnSpc>
              <a:spcBef>
                <a:spcPts val="1001"/>
              </a:spcBef>
              <a:buClr>
                <a:srgbClr val="000000"/>
              </a:buClr>
              <a:buFont typeface="Arial"/>
              <a:buChar char="•"/>
            </a:pPr>
            <a:r>
              <a:rPr b="0" lang="de-DE" sz="2800" strike="noStrike" u="none">
                <a:solidFill>
                  <a:schemeClr val="dk1"/>
                </a:solidFill>
                <a:uFillTx/>
                <a:latin typeface="Courier New"/>
              </a:rPr>
              <a:t>npm</a:t>
            </a:r>
            <a:r>
              <a:rPr b="0" lang="de-DE" sz="2800" strike="noStrike" u="none">
                <a:solidFill>
                  <a:schemeClr val="dk1"/>
                </a:solidFill>
                <a:uFillTx/>
                <a:latin typeface="Calibri"/>
              </a:rPr>
              <a:t> wird über die Kommandozeile angesprochen</a:t>
            </a:r>
            <a:endParaRPr b="0" lang="de-DE" sz="2800" strike="noStrike" u="none">
              <a:solidFill>
                <a:srgbClr val="000000"/>
              </a:solidFill>
              <a:uFillTx/>
              <a:latin typeface="Arial"/>
            </a:endParaRPr>
          </a:p>
          <a:p>
            <a:pPr lvl="1" marL="685800" indent="-228600" defTabSz="914400">
              <a:lnSpc>
                <a:spcPct val="90000"/>
              </a:lnSpc>
              <a:spcBef>
                <a:spcPts val="499"/>
              </a:spcBef>
              <a:buClr>
                <a:srgbClr val="000000"/>
              </a:buClr>
              <a:buFont typeface="Arial"/>
              <a:buChar char="•"/>
            </a:pPr>
            <a:r>
              <a:rPr b="0" lang="de-DE" sz="2400" strike="noStrike" u="none">
                <a:solidFill>
                  <a:schemeClr val="dk1"/>
                </a:solidFill>
                <a:uFillTx/>
                <a:latin typeface="Calibri"/>
              </a:rPr>
              <a:t>eine grafische Oberfläche wird als separates Modul zur Verfügung gestellt</a:t>
            </a:r>
            <a:endParaRPr b="0" lang="de-DE" sz="2400" strike="noStrike" u="none">
              <a:solidFill>
                <a:srgbClr val="000000"/>
              </a:solidFill>
              <a:uFillTx/>
              <a:latin typeface="Arial"/>
            </a:endParaRPr>
          </a:p>
          <a:p>
            <a:pPr marL="228600" indent="-228600" defTabSz="914400">
              <a:lnSpc>
                <a:spcPct val="90000"/>
              </a:lnSpc>
              <a:spcBef>
                <a:spcPts val="1001"/>
              </a:spcBef>
              <a:buClr>
                <a:srgbClr val="000000"/>
              </a:buClr>
              <a:buFont typeface="Arial"/>
              <a:buChar char="•"/>
            </a:pPr>
            <a:r>
              <a:rPr b="0" lang="de-DE" sz="2800" strike="noStrike" u="none">
                <a:solidFill>
                  <a:schemeClr val="dk1"/>
                </a:solidFill>
                <a:uFillTx/>
                <a:latin typeface="Calibri"/>
              </a:rPr>
              <a:t>Hilfesystem</a:t>
            </a:r>
            <a:endParaRPr b="0" lang="de-DE" sz="2800" strike="noStrike" u="none">
              <a:solidFill>
                <a:srgbClr val="000000"/>
              </a:solidFill>
              <a:uFillTx/>
              <a:latin typeface="Arial"/>
            </a:endParaRPr>
          </a:p>
          <a:p>
            <a:pPr lvl="1" marL="685800" indent="-228600" defTabSz="914400">
              <a:lnSpc>
                <a:spcPct val="90000"/>
              </a:lnSpc>
              <a:spcBef>
                <a:spcPts val="499"/>
              </a:spcBef>
              <a:buClr>
                <a:srgbClr val="000000"/>
              </a:buClr>
              <a:buFont typeface="Arial"/>
              <a:buChar char="•"/>
            </a:pPr>
            <a:r>
              <a:rPr b="0" lang="de-DE" sz="2400" strike="noStrike" u="none">
                <a:solidFill>
                  <a:schemeClr val="dk1"/>
                </a:solidFill>
                <a:uFillTx/>
                <a:latin typeface="Courier New"/>
              </a:rPr>
              <a:t>npm –h</a:t>
            </a:r>
            <a:endParaRPr b="0" lang="de-DE" sz="2400" strike="noStrike" u="none">
              <a:solidFill>
                <a:srgbClr val="000000"/>
              </a:solidFill>
              <a:uFillTx/>
              <a:latin typeface="Arial"/>
            </a:endParaRPr>
          </a:p>
          <a:p>
            <a:pPr lvl="1" marL="685800" indent="-228600" defTabSz="914400">
              <a:lnSpc>
                <a:spcPct val="90000"/>
              </a:lnSpc>
              <a:spcBef>
                <a:spcPts val="499"/>
              </a:spcBef>
              <a:buClr>
                <a:srgbClr val="000000"/>
              </a:buClr>
              <a:buFont typeface="Arial"/>
              <a:buChar char="•"/>
            </a:pPr>
            <a:r>
              <a:rPr b="0" lang="de-DE" sz="2400" strike="noStrike" u="none">
                <a:solidFill>
                  <a:schemeClr val="dk1"/>
                </a:solidFill>
                <a:uFillTx/>
                <a:latin typeface="Courier New"/>
              </a:rPr>
              <a:t>npm &lt;command&gt; -h</a:t>
            </a:r>
            <a:endParaRPr b="0" lang="de-DE" sz="2400" strike="noStrike" u="none">
              <a:solidFill>
                <a:srgbClr val="000000"/>
              </a:solidFill>
              <a:uFillTx/>
              <a:latin typeface="Arial"/>
            </a:endParaRPr>
          </a:p>
          <a:p>
            <a:pPr lvl="1" marL="685800" indent="-228600" defTabSz="914400">
              <a:lnSpc>
                <a:spcPct val="90000"/>
              </a:lnSpc>
              <a:spcBef>
                <a:spcPts val="499"/>
              </a:spcBef>
              <a:buClr>
                <a:srgbClr val="000000"/>
              </a:buClr>
              <a:buFont typeface="Arial"/>
              <a:buChar char="•"/>
            </a:pPr>
            <a:r>
              <a:rPr b="0" lang="de-DE" sz="2400" strike="noStrike" u="sng">
                <a:solidFill>
                  <a:schemeClr val="dk1"/>
                </a:solidFill>
                <a:uFillTx/>
                <a:latin typeface="Courier New"/>
                <a:hlinkClick r:id="rId1"/>
              </a:rPr>
              <a:t>https://docs.npmjs.com/</a:t>
            </a:r>
            <a:endParaRPr b="0" lang="de-DE" sz="2400" strike="noStrike" u="none">
              <a:solidFill>
                <a:srgbClr val="000000"/>
              </a:solidFill>
              <a:uFillTx/>
              <a:latin typeface="Arial"/>
            </a:endParaRPr>
          </a:p>
          <a:p>
            <a:pPr indent="0" defTabSz="914400">
              <a:lnSpc>
                <a:spcPct val="90000"/>
              </a:lnSpc>
              <a:spcBef>
                <a:spcPts val="499"/>
              </a:spcBef>
              <a:buNone/>
              <a:tabLst>
                <a:tab algn="l" pos="0"/>
              </a:tabLst>
            </a:pPr>
            <a:endParaRPr b="0" lang="de-DE" sz="2400" strike="noStrike" u="none">
              <a:solidFill>
                <a:srgbClr val="000000"/>
              </a:solidFill>
              <a:uFillTx/>
              <a:latin typeface="Arial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261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bg>
      <p:bgPr>
        <a:solidFill>
          <a:srgbClr val="000000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32" name="Rectangle 10">
            <a:extLst>
              <a:ext uri="{C183D7F6-B498-43B3-948B-1728B52AA6E4}">
                <adec:decorative xmlns:adec="http://schemas.microsoft.com/office/drawing/2017/decorative" val="1"/>
              </a:ext>
            </a:extLst>
          </p:cNvPr>
          <p:cNvSpPr/>
          <p:nvPr/>
        </p:nvSpPr>
        <p:spPr>
          <a:xfrm>
            <a:off x="0" y="0"/>
            <a:ext cx="12191040" cy="6856920"/>
          </a:xfrm>
          <a:prstGeom prst="rect">
            <a:avLst/>
          </a:prstGeom>
          <a:solidFill>
            <a:srgbClr val="000000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 algn="ctr" defTabSz="914400">
              <a:lnSpc>
                <a:spcPct val="100000"/>
              </a:lnSpc>
            </a:pPr>
            <a:endParaRPr b="0" lang="en-US" sz="1800" strike="noStrike" u="none">
              <a:solidFill>
                <a:schemeClr val="lt1"/>
              </a:solidFill>
              <a:uFillTx/>
              <a:latin typeface="Calibri"/>
            </a:endParaRPr>
          </a:p>
        </p:txBody>
      </p:sp>
      <p:pic>
        <p:nvPicPr>
          <p:cNvPr id="1233" name="Picture 6" descr="Sphere of mesh and nodes"/>
          <p:cNvPicPr/>
          <p:nvPr/>
        </p:nvPicPr>
        <p:blipFill>
          <a:blip r:embed="rId1">
            <a:alphaModFix amt="50000"/>
          </a:blip>
          <a:srcRect l="0" t="2677" r="0" b="22323"/>
          <a:stretch/>
        </p:blipFill>
        <p:spPr>
          <a:xfrm>
            <a:off x="0" y="0"/>
            <a:ext cx="12191040" cy="6856920"/>
          </a:xfrm>
          <a:prstGeom prst="rect">
            <a:avLst/>
          </a:prstGeom>
          <a:noFill/>
          <a:ln w="0">
            <a:noFill/>
          </a:ln>
        </p:spPr>
      </p:pic>
      <p:sp>
        <p:nvSpPr>
          <p:cNvPr id="1234" name="PlaceHolder 1"/>
          <p:cNvSpPr>
            <a:spLocks noGrp="1"/>
          </p:cNvSpPr>
          <p:nvPr>
            <p:ph type="title"/>
          </p:nvPr>
        </p:nvSpPr>
        <p:spPr>
          <a:xfrm>
            <a:off x="1523880" y="1122480"/>
            <a:ext cx="9142920" cy="289944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b">
            <a:normAutofit/>
          </a:bodyPr>
          <a:p>
            <a:pPr indent="0" algn="ctr" defTabSz="914400">
              <a:lnSpc>
                <a:spcPct val="90000"/>
              </a:lnSpc>
              <a:buNone/>
              <a:tabLst>
                <a:tab algn="l" pos="0"/>
              </a:tabLst>
            </a:pPr>
            <a:r>
              <a:rPr b="0" lang="en-US" sz="6000" strike="noStrike" u="none">
                <a:solidFill>
                  <a:srgbClr val="ffffff"/>
                </a:solidFill>
                <a:uFillTx/>
                <a:latin typeface="Calibri Light"/>
              </a:rPr>
              <a:t>Node-Modules</a:t>
            </a:r>
            <a:endParaRPr b="0" lang="de-DE" sz="6000" strike="noStrike" u="none">
              <a:solidFill>
                <a:srgbClr val="ffffff"/>
              </a:solidFill>
              <a:uFillTx/>
              <a:latin typeface="Arial"/>
            </a:endParaRPr>
          </a:p>
        </p:txBody>
      </p:sp>
      <p:sp>
        <p:nvSpPr>
          <p:cNvPr id="1235" name="PlaceHolder 2"/>
          <p:cNvSpPr>
            <a:spLocks noGrp="1"/>
          </p:cNvSpPr>
          <p:nvPr>
            <p:ph/>
          </p:nvPr>
        </p:nvSpPr>
        <p:spPr>
          <a:xfrm>
            <a:off x="1523880" y="4159440"/>
            <a:ext cx="9142920" cy="109728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t">
            <a:normAutofit/>
          </a:bodyPr>
          <a:p>
            <a:pPr indent="0">
              <a:spcBef>
                <a:spcPts val="1417"/>
              </a:spcBef>
              <a:buNone/>
            </a:pPr>
            <a:endParaRPr b="0" lang="de-DE" sz="1800" strike="noStrike" u="none">
              <a:solidFill>
                <a:srgbClr val="ffffff"/>
              </a:solidFill>
              <a:uFillTx/>
              <a:latin typeface="Arial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262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36" name="PlaceHolder 1"/>
          <p:cNvSpPr>
            <a:spLocks noGrp="1"/>
          </p:cNvSpPr>
          <p:nvPr>
            <p:ph type="title"/>
          </p:nvPr>
        </p:nvSpPr>
        <p:spPr>
          <a:xfrm>
            <a:off x="838080" y="365040"/>
            <a:ext cx="10514520" cy="132444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ctr">
            <a:noAutofit/>
          </a:bodyPr>
          <a:p>
            <a:pPr indent="0" defTabSz="914400">
              <a:lnSpc>
                <a:spcPct val="90000"/>
              </a:lnSpc>
              <a:buNone/>
              <a:tabLst>
                <a:tab algn="l" pos="0"/>
              </a:tabLst>
            </a:pPr>
            <a:r>
              <a:rPr b="0" lang="de-DE" sz="4400" strike="noStrike" u="none">
                <a:solidFill>
                  <a:schemeClr val="dk1"/>
                </a:solidFill>
                <a:uFillTx/>
                <a:latin typeface="Calibri Light"/>
              </a:rPr>
              <a:t>Node Modules</a:t>
            </a:r>
            <a:endParaRPr b="0" lang="de-DE" sz="4400" strike="noStrike" u="none">
              <a:solidFill>
                <a:srgbClr val="000000"/>
              </a:solidFill>
              <a:uFillTx/>
              <a:latin typeface="Arial"/>
            </a:endParaRPr>
          </a:p>
        </p:txBody>
      </p:sp>
      <p:sp>
        <p:nvSpPr>
          <p:cNvPr id="1237" name="PlaceHolder 2"/>
          <p:cNvSpPr>
            <a:spLocks noGrp="1"/>
          </p:cNvSpPr>
          <p:nvPr>
            <p:ph/>
          </p:nvPr>
        </p:nvSpPr>
        <p:spPr>
          <a:xfrm>
            <a:off x="838080" y="1825560"/>
            <a:ext cx="10514520" cy="435024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t">
            <a:normAutofit fontScale="92500" lnSpcReduction="9999"/>
          </a:bodyPr>
          <a:p>
            <a:pPr marL="228600" indent="-228600" defTabSz="914400">
              <a:lnSpc>
                <a:spcPct val="90000"/>
              </a:lnSpc>
              <a:spcBef>
                <a:spcPts val="1001"/>
              </a:spcBef>
              <a:buClr>
                <a:srgbClr val="000000"/>
              </a:buClr>
              <a:buFont typeface="Arial"/>
              <a:buChar char="•"/>
            </a:pPr>
            <a:r>
              <a:rPr b="0" lang="de-DE" sz="2800" strike="noStrike" u="none">
                <a:solidFill>
                  <a:schemeClr val="dk1"/>
                </a:solidFill>
                <a:uFillTx/>
                <a:latin typeface="Calibri"/>
              </a:rPr>
              <a:t>Jede via </a:t>
            </a:r>
            <a:r>
              <a:rPr b="0" lang="de-DE" sz="2800" strike="noStrike" u="none">
                <a:solidFill>
                  <a:schemeClr val="dk1"/>
                </a:solidFill>
                <a:uFillTx/>
                <a:latin typeface="Courier New"/>
              </a:rPr>
              <a:t>npm</a:t>
            </a:r>
            <a:r>
              <a:rPr b="0" lang="de-DE" sz="2800" strike="noStrike" u="none">
                <a:solidFill>
                  <a:schemeClr val="dk1"/>
                </a:solidFill>
                <a:uFillTx/>
                <a:latin typeface="Calibri"/>
              </a:rPr>
              <a:t> geladene Bibliothek wird als Node-Module konzipiert</a:t>
            </a:r>
            <a:endParaRPr b="0" lang="de-DE" sz="2800" strike="noStrike" u="none">
              <a:solidFill>
                <a:srgbClr val="000000"/>
              </a:solidFill>
              <a:uFillTx/>
              <a:latin typeface="Arial"/>
            </a:endParaRPr>
          </a:p>
          <a:p>
            <a:pPr marL="228600" indent="-228600" defTabSz="914400">
              <a:lnSpc>
                <a:spcPct val="90000"/>
              </a:lnSpc>
              <a:spcBef>
                <a:spcPts val="1001"/>
              </a:spcBef>
              <a:buClr>
                <a:srgbClr val="000000"/>
              </a:buClr>
              <a:buFont typeface="Arial"/>
              <a:buChar char="•"/>
            </a:pPr>
            <a:r>
              <a:rPr b="0" lang="de-DE" sz="2800" strike="noStrike" u="none">
                <a:solidFill>
                  <a:schemeClr val="dk1"/>
                </a:solidFill>
                <a:uFillTx/>
                <a:latin typeface="Calibri"/>
              </a:rPr>
              <a:t>Jedes Modul besitzt</a:t>
            </a:r>
            <a:endParaRPr b="0" lang="de-DE" sz="2800" strike="noStrike" u="none">
              <a:solidFill>
                <a:srgbClr val="000000"/>
              </a:solidFill>
              <a:uFillTx/>
              <a:latin typeface="Arial"/>
            </a:endParaRPr>
          </a:p>
          <a:p>
            <a:pPr lvl="1" marL="685800" indent="-228600" defTabSz="914400">
              <a:lnSpc>
                <a:spcPct val="90000"/>
              </a:lnSpc>
              <a:spcBef>
                <a:spcPts val="499"/>
              </a:spcBef>
              <a:buClr>
                <a:srgbClr val="000000"/>
              </a:buClr>
              <a:buFont typeface="Arial"/>
              <a:buChar char="•"/>
            </a:pPr>
            <a:r>
              <a:rPr b="0" lang="de-DE" sz="2400" strike="noStrike" u="none">
                <a:solidFill>
                  <a:schemeClr val="dk1"/>
                </a:solidFill>
                <a:uFillTx/>
                <a:latin typeface="Calibri"/>
              </a:rPr>
              <a:t>Eine Informationsdatei, die </a:t>
            </a:r>
            <a:r>
              <a:rPr b="0" i="1" lang="de-DE" sz="2400" strike="noStrike" u="none">
                <a:solidFill>
                  <a:schemeClr val="dk1"/>
                </a:solidFill>
                <a:uFillTx/>
                <a:latin typeface="Courier New"/>
              </a:rPr>
              <a:t>package.json</a:t>
            </a:r>
            <a:r>
              <a:rPr b="0" lang="de-DE" sz="2400" strike="noStrike" u="none">
                <a:solidFill>
                  <a:schemeClr val="dk1"/>
                </a:solidFill>
                <a:uFillTx/>
                <a:latin typeface="Calibri"/>
              </a:rPr>
              <a:t>, die das Projekt zusätzlich beschreibt</a:t>
            </a:r>
            <a:endParaRPr b="0" lang="de-DE" sz="2400" strike="noStrike" u="none">
              <a:solidFill>
                <a:srgbClr val="000000"/>
              </a:solidFill>
              <a:uFillTx/>
              <a:latin typeface="Arial"/>
            </a:endParaRPr>
          </a:p>
          <a:p>
            <a:pPr lvl="1" marL="685800" indent="-228600" defTabSz="914400">
              <a:lnSpc>
                <a:spcPct val="90000"/>
              </a:lnSpc>
              <a:spcBef>
                <a:spcPts val="499"/>
              </a:spcBef>
              <a:buClr>
                <a:srgbClr val="000000"/>
              </a:buClr>
              <a:buFont typeface="Arial"/>
              <a:buChar char="•"/>
            </a:pPr>
            <a:r>
              <a:rPr b="0" lang="de-DE" sz="2400" strike="noStrike" u="none">
                <a:solidFill>
                  <a:schemeClr val="dk1"/>
                </a:solidFill>
                <a:uFillTx/>
                <a:latin typeface="Calibri"/>
              </a:rPr>
              <a:t>Abhängige Bibliotheken im Unterverzeichnis </a:t>
            </a:r>
            <a:r>
              <a:rPr b="0" i="1" lang="de-DE" sz="2400" strike="noStrike" u="none">
                <a:solidFill>
                  <a:schemeClr val="dk1"/>
                </a:solidFill>
                <a:uFillTx/>
                <a:latin typeface="Courier New"/>
              </a:rPr>
              <a:t>node_modules</a:t>
            </a:r>
            <a:endParaRPr b="0" lang="de-DE" sz="2400" strike="noStrike" u="none">
              <a:solidFill>
                <a:srgbClr val="000000"/>
              </a:solidFill>
              <a:uFillTx/>
              <a:latin typeface="Arial"/>
            </a:endParaRPr>
          </a:p>
          <a:p>
            <a:pPr lvl="2" marL="1143000" indent="-228600" defTabSz="914400">
              <a:lnSpc>
                <a:spcPct val="90000"/>
              </a:lnSpc>
              <a:spcBef>
                <a:spcPts val="499"/>
              </a:spcBef>
              <a:buClr>
                <a:srgbClr val="000000"/>
              </a:buClr>
              <a:buFont typeface="Arial"/>
              <a:buChar char="•"/>
            </a:pPr>
            <a:r>
              <a:rPr b="0" lang="de-DE" sz="2000" strike="noStrike" u="none">
                <a:solidFill>
                  <a:schemeClr val="dk1"/>
                </a:solidFill>
                <a:uFillTx/>
                <a:latin typeface="Calibri"/>
              </a:rPr>
              <a:t>Diese sind selbst ebenfalls Node-Module</a:t>
            </a:r>
            <a:endParaRPr b="0" lang="de-DE" sz="2000" strike="noStrike" u="none">
              <a:solidFill>
                <a:srgbClr val="000000"/>
              </a:solidFill>
              <a:uFillTx/>
              <a:latin typeface="Arial"/>
            </a:endParaRPr>
          </a:p>
          <a:p>
            <a:pPr lvl="1" marL="685800" indent="-228600" defTabSz="914400">
              <a:lnSpc>
                <a:spcPct val="90000"/>
              </a:lnSpc>
              <a:spcBef>
                <a:spcPts val="499"/>
              </a:spcBef>
              <a:buClr>
                <a:srgbClr val="000000"/>
              </a:buClr>
              <a:buFont typeface="Arial"/>
              <a:buChar char="•"/>
            </a:pPr>
            <a:r>
              <a:rPr b="0" lang="de-DE" sz="2400" strike="noStrike" u="none">
                <a:solidFill>
                  <a:schemeClr val="dk1"/>
                </a:solidFill>
                <a:uFillTx/>
                <a:latin typeface="Calibri"/>
              </a:rPr>
              <a:t>Einen Entry-Point, in dem der Module-Entwickler das Fachobjekt seines Moduls erzeugt und exportiert</a:t>
            </a:r>
            <a:endParaRPr b="0" lang="de-DE" sz="2400" strike="noStrike" u="none">
              <a:solidFill>
                <a:srgbClr val="000000"/>
              </a:solidFill>
              <a:uFillTx/>
              <a:latin typeface="Arial"/>
            </a:endParaRPr>
          </a:p>
          <a:p>
            <a:pPr lvl="2" marL="1143000" indent="-228600" defTabSz="914400">
              <a:lnSpc>
                <a:spcPct val="90000"/>
              </a:lnSpc>
              <a:spcBef>
                <a:spcPts val="499"/>
              </a:spcBef>
              <a:buClr>
                <a:srgbClr val="000000"/>
              </a:buClr>
              <a:buFont typeface="Arial"/>
              <a:buChar char="•"/>
            </a:pPr>
            <a:r>
              <a:rPr b="0" lang="de-DE" sz="2000" strike="noStrike" u="none">
                <a:solidFill>
                  <a:schemeClr val="dk1"/>
                </a:solidFill>
                <a:uFillTx/>
                <a:latin typeface="Calibri"/>
              </a:rPr>
              <a:t>Dazu wird dem </a:t>
            </a:r>
            <a:r>
              <a:rPr b="0" lang="de-DE" sz="2000" strike="noStrike" u="none">
                <a:solidFill>
                  <a:schemeClr val="dk1"/>
                </a:solidFill>
                <a:uFillTx/>
                <a:latin typeface="Courier New"/>
              </a:rPr>
              <a:t>module</a:t>
            </a:r>
            <a:r>
              <a:rPr b="0" lang="de-DE" sz="2000" strike="noStrike" u="none">
                <a:solidFill>
                  <a:schemeClr val="dk1"/>
                </a:solidFill>
                <a:uFillTx/>
                <a:latin typeface="Calibri"/>
              </a:rPr>
              <a:t>-Objekt die Eigenschaft </a:t>
            </a:r>
            <a:r>
              <a:rPr b="0" lang="de-DE" sz="2000" strike="noStrike" u="none">
                <a:solidFill>
                  <a:schemeClr val="dk1"/>
                </a:solidFill>
                <a:uFillTx/>
                <a:latin typeface="Courier New"/>
              </a:rPr>
              <a:t>exports</a:t>
            </a:r>
            <a:r>
              <a:rPr b="0" lang="de-DE" sz="2000" strike="noStrike" u="none">
                <a:solidFill>
                  <a:schemeClr val="dk1"/>
                </a:solidFill>
                <a:uFillTx/>
                <a:latin typeface="Calibri"/>
              </a:rPr>
              <a:t> gesetzt</a:t>
            </a:r>
            <a:endParaRPr b="0" lang="de-DE" sz="2000" strike="noStrike" u="none">
              <a:solidFill>
                <a:srgbClr val="000000"/>
              </a:solidFill>
              <a:uFillTx/>
              <a:latin typeface="Arial"/>
            </a:endParaRPr>
          </a:p>
          <a:p>
            <a:pPr lvl="1" marL="685800" indent="-228600" defTabSz="914400">
              <a:lnSpc>
                <a:spcPct val="90000"/>
              </a:lnSpc>
              <a:spcBef>
                <a:spcPts val="499"/>
              </a:spcBef>
              <a:buClr>
                <a:srgbClr val="000000"/>
              </a:buClr>
              <a:buFont typeface="Arial"/>
              <a:buChar char="•"/>
            </a:pPr>
            <a:r>
              <a:rPr b="0" lang="de-DE" sz="2400" strike="noStrike" u="none">
                <a:solidFill>
                  <a:schemeClr val="dk1"/>
                </a:solidFill>
                <a:uFillTx/>
                <a:latin typeface="Calibri"/>
              </a:rPr>
              <a:t>Zur Benutzung eines Moduls innerhalb eines Scripts dient der Node-Befehl </a:t>
            </a:r>
            <a:r>
              <a:rPr b="0" lang="de-DE" sz="2400" strike="noStrike" u="none">
                <a:solidFill>
                  <a:schemeClr val="dk1"/>
                </a:solidFill>
                <a:uFillTx/>
                <a:latin typeface="Courier New"/>
              </a:rPr>
              <a:t>require</a:t>
            </a:r>
            <a:endParaRPr b="0" lang="de-DE" sz="2400" strike="noStrike" u="none">
              <a:solidFill>
                <a:srgbClr val="000000"/>
              </a:solidFill>
              <a:uFillTx/>
              <a:latin typeface="Arial"/>
            </a:endParaRPr>
          </a:p>
          <a:p>
            <a:pPr lvl="2" marL="1143000" indent="-228600" defTabSz="914400">
              <a:lnSpc>
                <a:spcPct val="90000"/>
              </a:lnSpc>
              <a:spcBef>
                <a:spcPts val="499"/>
              </a:spcBef>
              <a:buClr>
                <a:srgbClr val="000000"/>
              </a:buClr>
              <a:buFont typeface="Arial"/>
              <a:buChar char="•"/>
            </a:pPr>
            <a:r>
              <a:rPr b="0" lang="de-DE" sz="2000" strike="noStrike" u="none">
                <a:solidFill>
                  <a:schemeClr val="dk1"/>
                </a:solidFill>
                <a:uFillTx/>
                <a:latin typeface="Calibri"/>
              </a:rPr>
              <a:t>Der Rückgabewert von </a:t>
            </a:r>
            <a:r>
              <a:rPr b="0" lang="de-DE" sz="2000" strike="noStrike" u="none">
                <a:solidFill>
                  <a:schemeClr val="dk1"/>
                </a:solidFill>
                <a:uFillTx/>
                <a:latin typeface="Courier New"/>
              </a:rPr>
              <a:t>require</a:t>
            </a:r>
            <a:r>
              <a:rPr b="0" lang="de-DE" sz="2000" strike="noStrike" u="none">
                <a:solidFill>
                  <a:schemeClr val="dk1"/>
                </a:solidFill>
                <a:uFillTx/>
                <a:latin typeface="Calibri"/>
              </a:rPr>
              <a:t> ist das vom Modul erzeugte und exportierte Fachobjekt</a:t>
            </a:r>
            <a:endParaRPr b="0" lang="de-DE" sz="2000" strike="noStrike" u="none">
              <a:solidFill>
                <a:srgbClr val="000000"/>
              </a:solidFill>
              <a:uFillTx/>
              <a:latin typeface="Arial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263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38" name="PlaceHolder 1"/>
          <p:cNvSpPr>
            <a:spLocks noGrp="1"/>
          </p:cNvSpPr>
          <p:nvPr>
            <p:ph type="title"/>
          </p:nvPr>
        </p:nvSpPr>
        <p:spPr>
          <a:xfrm>
            <a:off x="838080" y="365040"/>
            <a:ext cx="10514520" cy="132444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ctr">
            <a:noAutofit/>
          </a:bodyPr>
          <a:p>
            <a:pPr indent="0" defTabSz="914400">
              <a:lnSpc>
                <a:spcPct val="90000"/>
              </a:lnSpc>
              <a:buNone/>
              <a:tabLst>
                <a:tab algn="l" pos="0"/>
              </a:tabLst>
            </a:pPr>
            <a:r>
              <a:rPr b="0" lang="de-DE" sz="4400" strike="noStrike" u="none">
                <a:solidFill>
                  <a:schemeClr val="dk1"/>
                </a:solidFill>
                <a:uFillTx/>
                <a:latin typeface="Calibri Light"/>
              </a:rPr>
              <a:t>Die package.json</a:t>
            </a:r>
            <a:endParaRPr b="0" lang="de-DE" sz="4400" strike="noStrike" u="none">
              <a:solidFill>
                <a:srgbClr val="000000"/>
              </a:solidFill>
              <a:uFillTx/>
              <a:latin typeface="Arial"/>
            </a:endParaRPr>
          </a:p>
        </p:txBody>
      </p:sp>
      <p:sp>
        <p:nvSpPr>
          <p:cNvPr id="1239" name="PlaceHolder 2"/>
          <p:cNvSpPr>
            <a:spLocks noGrp="1"/>
          </p:cNvSpPr>
          <p:nvPr>
            <p:ph/>
          </p:nvPr>
        </p:nvSpPr>
        <p:spPr>
          <a:xfrm>
            <a:off x="838080" y="1825560"/>
            <a:ext cx="10514520" cy="435024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t">
            <a:noAutofit/>
          </a:bodyPr>
          <a:p>
            <a:pPr marL="228600" indent="-228600" defTabSz="914400">
              <a:lnSpc>
                <a:spcPct val="90000"/>
              </a:lnSpc>
              <a:spcBef>
                <a:spcPts val="1001"/>
              </a:spcBef>
              <a:buClr>
                <a:srgbClr val="000000"/>
              </a:buClr>
              <a:buFont typeface="Arial"/>
              <a:buChar char="•"/>
            </a:pPr>
            <a:r>
              <a:rPr b="0" lang="de-DE" sz="2800" strike="noStrike" u="none">
                <a:solidFill>
                  <a:schemeClr val="dk1"/>
                </a:solidFill>
                <a:uFillTx/>
                <a:latin typeface="Calibri"/>
              </a:rPr>
              <a:t>Enthält die Projektinformation im JSON-Format</a:t>
            </a:r>
            <a:endParaRPr b="0" lang="de-DE" sz="2800" strike="noStrike" u="none">
              <a:solidFill>
                <a:srgbClr val="000000"/>
              </a:solidFill>
              <a:uFillTx/>
              <a:latin typeface="Arial"/>
            </a:endParaRPr>
          </a:p>
          <a:p>
            <a:pPr marL="228600" indent="-228600" defTabSz="914400">
              <a:lnSpc>
                <a:spcPct val="90000"/>
              </a:lnSpc>
              <a:spcBef>
                <a:spcPts val="1001"/>
              </a:spcBef>
              <a:buClr>
                <a:srgbClr val="000000"/>
              </a:buClr>
              <a:buFont typeface="Arial"/>
              <a:buChar char="•"/>
            </a:pPr>
            <a:r>
              <a:rPr b="0" lang="de-DE" sz="2800" strike="noStrike" u="none">
                <a:solidFill>
                  <a:schemeClr val="dk1"/>
                </a:solidFill>
                <a:uFillTx/>
                <a:latin typeface="Calibri"/>
              </a:rPr>
              <a:t>Die Datei enthält</a:t>
            </a:r>
            <a:endParaRPr b="0" lang="de-DE" sz="2800" strike="noStrike" u="none">
              <a:solidFill>
                <a:srgbClr val="000000"/>
              </a:solidFill>
              <a:uFillTx/>
              <a:latin typeface="Arial"/>
            </a:endParaRPr>
          </a:p>
          <a:p>
            <a:pPr lvl="1" marL="685800" indent="-228600" defTabSz="914400">
              <a:lnSpc>
                <a:spcPct val="90000"/>
              </a:lnSpc>
              <a:spcBef>
                <a:spcPts val="499"/>
              </a:spcBef>
              <a:buClr>
                <a:srgbClr val="000000"/>
              </a:buClr>
              <a:buFont typeface="Arial"/>
              <a:buChar char="•"/>
            </a:pPr>
            <a:r>
              <a:rPr b="0" lang="de-DE" sz="2400" strike="noStrike" u="none">
                <a:solidFill>
                  <a:schemeClr val="dk1"/>
                </a:solidFill>
                <a:uFillTx/>
                <a:latin typeface="Calibri"/>
              </a:rPr>
              <a:t>Den Projektnamen</a:t>
            </a:r>
            <a:endParaRPr b="0" lang="de-DE" sz="2400" strike="noStrike" u="none">
              <a:solidFill>
                <a:srgbClr val="000000"/>
              </a:solidFill>
              <a:uFillTx/>
              <a:latin typeface="Arial"/>
            </a:endParaRPr>
          </a:p>
          <a:p>
            <a:pPr lvl="1" marL="685800" indent="-228600" defTabSz="914400">
              <a:lnSpc>
                <a:spcPct val="90000"/>
              </a:lnSpc>
              <a:spcBef>
                <a:spcPts val="499"/>
              </a:spcBef>
              <a:buClr>
                <a:srgbClr val="000000"/>
              </a:buClr>
              <a:buFont typeface="Arial"/>
              <a:buChar char="•"/>
            </a:pPr>
            <a:r>
              <a:rPr b="0" lang="de-DE" sz="2400" strike="noStrike" u="none">
                <a:solidFill>
                  <a:schemeClr val="dk1"/>
                </a:solidFill>
                <a:uFillTx/>
                <a:latin typeface="Calibri"/>
              </a:rPr>
              <a:t>Die aktuelle Versionsnummer</a:t>
            </a:r>
            <a:endParaRPr b="0" lang="de-DE" sz="2400" strike="noStrike" u="none">
              <a:solidFill>
                <a:srgbClr val="000000"/>
              </a:solidFill>
              <a:uFillTx/>
              <a:latin typeface="Arial"/>
            </a:endParaRPr>
          </a:p>
          <a:p>
            <a:pPr lvl="1" marL="685800" indent="-228600" defTabSz="914400">
              <a:lnSpc>
                <a:spcPct val="90000"/>
              </a:lnSpc>
              <a:spcBef>
                <a:spcPts val="499"/>
              </a:spcBef>
              <a:buClr>
                <a:srgbClr val="000000"/>
              </a:buClr>
              <a:buFont typeface="Arial"/>
              <a:buChar char="•"/>
            </a:pPr>
            <a:r>
              <a:rPr b="0" lang="de-DE" sz="2400" strike="noStrike" u="none">
                <a:solidFill>
                  <a:schemeClr val="dk1"/>
                </a:solidFill>
                <a:uFillTx/>
                <a:latin typeface="Calibri"/>
              </a:rPr>
              <a:t>Meta-Informationen wie Autor, Schlüsselwörter, Lizenz</a:t>
            </a:r>
            <a:endParaRPr b="0" lang="de-DE" sz="2400" strike="noStrike" u="none">
              <a:solidFill>
                <a:srgbClr val="000000"/>
              </a:solidFill>
              <a:uFillTx/>
              <a:latin typeface="Arial"/>
            </a:endParaRPr>
          </a:p>
          <a:p>
            <a:pPr lvl="1" marL="685800" indent="-228600" defTabSz="914400">
              <a:lnSpc>
                <a:spcPct val="90000"/>
              </a:lnSpc>
              <a:spcBef>
                <a:spcPts val="499"/>
              </a:spcBef>
              <a:buClr>
                <a:srgbClr val="000000"/>
              </a:buClr>
              <a:buFont typeface="Arial"/>
              <a:buChar char="•"/>
            </a:pPr>
            <a:r>
              <a:rPr b="0" lang="de-DE" sz="2400" strike="noStrike" u="none">
                <a:solidFill>
                  <a:schemeClr val="dk1"/>
                </a:solidFill>
                <a:uFillTx/>
                <a:latin typeface="Calibri"/>
              </a:rPr>
              <a:t>Dependencies</a:t>
            </a:r>
            <a:endParaRPr b="0" lang="de-DE" sz="2400" strike="noStrike" u="none">
              <a:solidFill>
                <a:srgbClr val="000000"/>
              </a:solidFill>
              <a:uFillTx/>
              <a:latin typeface="Arial"/>
            </a:endParaRPr>
          </a:p>
          <a:p>
            <a:pPr lvl="1" marL="685800" indent="-228600" defTabSz="914400">
              <a:lnSpc>
                <a:spcPct val="90000"/>
              </a:lnSpc>
              <a:spcBef>
                <a:spcPts val="499"/>
              </a:spcBef>
              <a:buClr>
                <a:srgbClr val="000000"/>
              </a:buClr>
              <a:buFont typeface="Arial"/>
              <a:buChar char="•"/>
            </a:pPr>
            <a:r>
              <a:rPr b="0" lang="de-DE" sz="2400" strike="noStrike" u="none">
                <a:solidFill>
                  <a:schemeClr val="dk1"/>
                </a:solidFill>
                <a:uFillTx/>
                <a:latin typeface="Calibri"/>
              </a:rPr>
              <a:t>Ein </a:t>
            </a:r>
            <a:r>
              <a:rPr b="0" lang="de-DE" sz="2400" strike="noStrike" u="none">
                <a:solidFill>
                  <a:schemeClr val="dk1"/>
                </a:solidFill>
                <a:uFillTx/>
                <a:latin typeface="Courier New"/>
              </a:rPr>
              <a:t>scripts</a:t>
            </a:r>
            <a:r>
              <a:rPr b="0" lang="de-DE" sz="2400" strike="noStrike" u="none">
                <a:solidFill>
                  <a:schemeClr val="dk1"/>
                </a:solidFill>
                <a:uFillTx/>
                <a:latin typeface="Calibri"/>
              </a:rPr>
              <a:t>-Objekt mit ausführbaren Befehlen</a:t>
            </a:r>
            <a:endParaRPr b="0" lang="de-DE" sz="2400" strike="noStrike" u="none">
              <a:solidFill>
                <a:srgbClr val="000000"/>
              </a:solidFill>
              <a:uFillTx/>
              <a:latin typeface="Arial"/>
            </a:endParaRPr>
          </a:p>
          <a:p>
            <a:pPr lvl="2" marL="1143000" indent="-228600" defTabSz="914400">
              <a:lnSpc>
                <a:spcPct val="90000"/>
              </a:lnSpc>
              <a:spcBef>
                <a:spcPts val="499"/>
              </a:spcBef>
              <a:buClr>
                <a:srgbClr val="000000"/>
              </a:buClr>
              <a:buFont typeface="Arial"/>
              <a:buChar char="•"/>
            </a:pPr>
            <a:r>
              <a:rPr b="0" lang="de-DE" sz="2000" strike="noStrike" u="none">
                <a:solidFill>
                  <a:schemeClr val="dk1"/>
                </a:solidFill>
                <a:uFillTx/>
                <a:latin typeface="Calibri"/>
              </a:rPr>
              <a:t>Diese können mit </a:t>
            </a:r>
            <a:r>
              <a:rPr b="0" lang="de-DE" sz="2000" strike="noStrike" u="none">
                <a:solidFill>
                  <a:schemeClr val="dk1"/>
                </a:solidFill>
                <a:uFillTx/>
                <a:latin typeface="Courier New"/>
              </a:rPr>
              <a:t>npm run &lt;script&gt;</a:t>
            </a:r>
            <a:r>
              <a:rPr b="0" lang="de-DE" sz="2000" strike="noStrike" u="none">
                <a:solidFill>
                  <a:schemeClr val="dk1"/>
                </a:solidFill>
                <a:uFillTx/>
                <a:latin typeface="Calibri"/>
              </a:rPr>
              <a:t> ausgeführt werden</a:t>
            </a:r>
            <a:endParaRPr b="0" lang="de-DE" sz="2000" strike="noStrike" u="none">
              <a:solidFill>
                <a:srgbClr val="000000"/>
              </a:solidFill>
              <a:uFillTx/>
              <a:latin typeface="Arial"/>
            </a:endParaRPr>
          </a:p>
          <a:p>
            <a:pPr indent="0" defTabSz="914400">
              <a:lnSpc>
                <a:spcPct val="90000"/>
              </a:lnSpc>
              <a:spcBef>
                <a:spcPts val="1001"/>
              </a:spcBef>
              <a:buNone/>
              <a:tabLst>
                <a:tab algn="l" pos="0"/>
              </a:tabLst>
            </a:pPr>
            <a:endParaRPr b="0" lang="de-DE" sz="2800" strike="noStrike" u="none">
              <a:solidFill>
                <a:srgbClr val="000000"/>
              </a:solidFill>
              <a:uFillTx/>
              <a:latin typeface="Arial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264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40" name="PlaceHolder 1"/>
          <p:cNvSpPr>
            <a:spLocks noGrp="1"/>
          </p:cNvSpPr>
          <p:nvPr>
            <p:ph type="title"/>
          </p:nvPr>
        </p:nvSpPr>
        <p:spPr>
          <a:xfrm>
            <a:off x="838080" y="365040"/>
            <a:ext cx="10514520" cy="132444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ctr">
            <a:noAutofit/>
          </a:bodyPr>
          <a:p>
            <a:pPr indent="0" defTabSz="914400">
              <a:lnSpc>
                <a:spcPct val="90000"/>
              </a:lnSpc>
              <a:buNone/>
              <a:tabLst>
                <a:tab algn="l" pos="0"/>
              </a:tabLst>
            </a:pPr>
            <a:r>
              <a:rPr b="0" lang="de-DE" sz="4400" strike="noStrike" u="none">
                <a:solidFill>
                  <a:schemeClr val="dk1"/>
                </a:solidFill>
                <a:uFillTx/>
                <a:latin typeface="Calibri Light"/>
              </a:rPr>
              <a:t>Initialisierung eines Projekts</a:t>
            </a:r>
            <a:endParaRPr b="0" lang="de-DE" sz="4400" strike="noStrike" u="none">
              <a:solidFill>
                <a:srgbClr val="000000"/>
              </a:solidFill>
              <a:uFillTx/>
              <a:latin typeface="Arial"/>
            </a:endParaRPr>
          </a:p>
        </p:txBody>
      </p:sp>
      <p:sp>
        <p:nvSpPr>
          <p:cNvPr id="1241" name="PlaceHolder 2"/>
          <p:cNvSpPr>
            <a:spLocks noGrp="1"/>
          </p:cNvSpPr>
          <p:nvPr>
            <p:ph/>
          </p:nvPr>
        </p:nvSpPr>
        <p:spPr>
          <a:xfrm>
            <a:off x="838080" y="1825560"/>
            <a:ext cx="10514520" cy="435024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t">
            <a:noAutofit/>
          </a:bodyPr>
          <a:p>
            <a:pPr marL="228600" indent="-228600" defTabSz="914400">
              <a:lnSpc>
                <a:spcPct val="90000"/>
              </a:lnSpc>
              <a:spcBef>
                <a:spcPts val="1001"/>
              </a:spcBef>
              <a:buClr>
                <a:srgbClr val="000000"/>
              </a:buClr>
              <a:buFont typeface="Arial"/>
              <a:buChar char="•"/>
            </a:pPr>
            <a:r>
              <a:rPr b="0" lang="de-DE" sz="2800" strike="noStrike" u="none">
                <a:solidFill>
                  <a:schemeClr val="dk1"/>
                </a:solidFill>
                <a:uFillTx/>
                <a:latin typeface="Calibri"/>
              </a:rPr>
              <a:t>Jedes </a:t>
            </a:r>
            <a:r>
              <a:rPr b="0" lang="de-DE" sz="2800" strike="noStrike" u="none">
                <a:solidFill>
                  <a:schemeClr val="dk1"/>
                </a:solidFill>
                <a:uFillTx/>
                <a:latin typeface="Courier New"/>
              </a:rPr>
              <a:t>npm</a:t>
            </a:r>
            <a:r>
              <a:rPr b="0" lang="de-DE" sz="2800" strike="noStrike" u="none">
                <a:solidFill>
                  <a:schemeClr val="dk1"/>
                </a:solidFill>
                <a:uFillTx/>
                <a:latin typeface="Calibri"/>
              </a:rPr>
              <a:t>-basierte Projekt ist ein neues Node-Module</a:t>
            </a:r>
            <a:endParaRPr b="0" lang="de-DE" sz="2800" strike="noStrike" u="none">
              <a:solidFill>
                <a:srgbClr val="000000"/>
              </a:solidFill>
              <a:uFillTx/>
              <a:latin typeface="Arial"/>
            </a:endParaRPr>
          </a:p>
          <a:p>
            <a:pPr marL="228600" indent="-228600" defTabSz="914400">
              <a:lnSpc>
                <a:spcPct val="90000"/>
              </a:lnSpc>
              <a:spcBef>
                <a:spcPts val="1001"/>
              </a:spcBef>
              <a:buClr>
                <a:srgbClr val="000000"/>
              </a:buClr>
              <a:buFont typeface="Arial"/>
              <a:buChar char="•"/>
            </a:pPr>
            <a:r>
              <a:rPr b="0" lang="de-DE" sz="2800" strike="noStrike" u="none">
                <a:solidFill>
                  <a:schemeClr val="dk1"/>
                </a:solidFill>
                <a:uFillTx/>
                <a:latin typeface="Calibri"/>
              </a:rPr>
              <a:t>Initialisierung mit </a:t>
            </a:r>
            <a:r>
              <a:rPr b="0" lang="de-DE" sz="2800" strike="noStrike" u="none">
                <a:solidFill>
                  <a:schemeClr val="dk1"/>
                </a:solidFill>
                <a:uFillTx/>
                <a:latin typeface="Courier New"/>
              </a:rPr>
              <a:t>npm init</a:t>
            </a:r>
            <a:endParaRPr b="0" lang="de-DE" sz="2800" strike="noStrike" u="none">
              <a:solidFill>
                <a:srgbClr val="000000"/>
              </a:solidFill>
              <a:uFillTx/>
              <a:latin typeface="Arial"/>
            </a:endParaRPr>
          </a:p>
          <a:p>
            <a:pPr lvl="1" marL="685800" indent="-228600" defTabSz="914400">
              <a:lnSpc>
                <a:spcPct val="90000"/>
              </a:lnSpc>
              <a:spcBef>
                <a:spcPts val="499"/>
              </a:spcBef>
              <a:buClr>
                <a:srgbClr val="000000"/>
              </a:buClr>
              <a:buFont typeface="Arial"/>
              <a:buChar char="•"/>
            </a:pPr>
            <a:r>
              <a:rPr b="0" lang="de-DE" sz="2400" strike="noStrike" u="none">
                <a:solidFill>
                  <a:schemeClr val="dk1"/>
                </a:solidFill>
                <a:uFillTx/>
                <a:latin typeface="Calibri"/>
              </a:rPr>
              <a:t>Dabei werden interaktiv die Informationen abgefragt, die zur Erstellung der initialen </a:t>
            </a:r>
            <a:r>
              <a:rPr b="0" i="1" lang="de-DE" sz="2400" strike="noStrike" u="none">
                <a:solidFill>
                  <a:schemeClr val="dk1"/>
                </a:solidFill>
                <a:uFillTx/>
                <a:latin typeface="Courier New"/>
              </a:rPr>
              <a:t>package.json</a:t>
            </a:r>
            <a:r>
              <a:rPr b="0" lang="de-DE" sz="2400" strike="noStrike" u="none">
                <a:solidFill>
                  <a:schemeClr val="dk1"/>
                </a:solidFill>
                <a:uFillTx/>
                <a:latin typeface="Calibri"/>
              </a:rPr>
              <a:t> benötigt werden</a:t>
            </a:r>
            <a:endParaRPr b="0" lang="de-DE" sz="2400" strike="noStrike" u="none">
              <a:solidFill>
                <a:srgbClr val="000000"/>
              </a:solidFill>
              <a:uFillTx/>
              <a:latin typeface="Arial"/>
            </a:endParaRPr>
          </a:p>
          <a:p>
            <a:pPr indent="0" defTabSz="914400">
              <a:lnSpc>
                <a:spcPct val="90000"/>
              </a:lnSpc>
              <a:spcBef>
                <a:spcPts val="1001"/>
              </a:spcBef>
              <a:buNone/>
              <a:tabLst>
                <a:tab algn="l" pos="0"/>
              </a:tabLst>
            </a:pPr>
            <a:endParaRPr b="0" lang="de-DE" sz="2800" strike="noStrike" u="none">
              <a:solidFill>
                <a:srgbClr val="000000"/>
              </a:solidFill>
              <a:uFillTx/>
              <a:latin typeface="Arial"/>
            </a:endParaRPr>
          </a:p>
          <a:p>
            <a:pPr indent="0" defTabSz="914400">
              <a:lnSpc>
                <a:spcPct val="90000"/>
              </a:lnSpc>
              <a:spcBef>
                <a:spcPts val="499"/>
              </a:spcBef>
              <a:buNone/>
              <a:tabLst>
                <a:tab algn="l" pos="0"/>
              </a:tabLst>
            </a:pPr>
            <a:endParaRPr b="0" lang="de-DE" sz="2400" strike="noStrike" u="none">
              <a:solidFill>
                <a:srgbClr val="000000"/>
              </a:solidFill>
              <a:uFillTx/>
              <a:latin typeface="Arial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265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42" name="PlaceHolder 1"/>
          <p:cNvSpPr>
            <a:spLocks noGrp="1"/>
          </p:cNvSpPr>
          <p:nvPr>
            <p:ph type="title"/>
          </p:nvPr>
        </p:nvSpPr>
        <p:spPr>
          <a:xfrm>
            <a:off x="838080" y="365040"/>
            <a:ext cx="10514520" cy="132444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ctr">
            <a:noAutofit/>
          </a:bodyPr>
          <a:p>
            <a:pPr indent="0" defTabSz="914400">
              <a:lnSpc>
                <a:spcPct val="90000"/>
              </a:lnSpc>
              <a:buNone/>
              <a:tabLst>
                <a:tab algn="l" pos="0"/>
              </a:tabLst>
            </a:pPr>
            <a:r>
              <a:rPr b="0" lang="de-DE" sz="4400" strike="noStrike" u="none">
                <a:solidFill>
                  <a:schemeClr val="dk1"/>
                </a:solidFill>
                <a:uFillTx/>
                <a:latin typeface="Calibri Light"/>
              </a:rPr>
              <a:t>Projektstruktur</a:t>
            </a:r>
            <a:endParaRPr b="0" lang="de-DE" sz="4400" strike="noStrike" u="none">
              <a:solidFill>
                <a:srgbClr val="000000"/>
              </a:solidFill>
              <a:uFillTx/>
              <a:latin typeface="Arial"/>
            </a:endParaRPr>
          </a:p>
        </p:txBody>
      </p:sp>
      <p:graphicFrame>
        <p:nvGraphicFramePr>
          <p:cNvPr id="16" name="Diagram16"/>
          <p:cNvGraphicFramePr/>
          <p:nvPr>
            <p:extLst>
              <p:ext uri="{D42A27DB-BD31-4B8C-83A1-F6EECF244321}">
                <p14:modId xmlns:p14="http://schemas.microsoft.com/office/powerpoint/2010/main" val="796864583"/>
              </p:ext>
            </p:extLst>
          </p:nvPr>
        </p:nvGraphicFramePr>
        <p:xfrm>
          <a:off x="6217560" y="1122120"/>
          <a:ext cx="4139280" cy="5255640"/>
        </p:xfrm>
        <a:graphic>
          <a:graphicData uri="http://schemas.openxmlformats.org/drawingml/2006/diagram">
            <dgm:relIds xmlns:dgm="http://schemas.openxmlformats.org/drawingml/2006/diagram" xmlns:r="http://schemas.openxmlformats.org/officeDocument/2006/relationships" r:dm="rId1" r:lo="rId2" r:qs="rId3" r:cs="rId4"/>
          </a:graphicData>
        </a:graphic>
      </p:graphicFrame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266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43" name="PlaceHolder 1"/>
          <p:cNvSpPr>
            <a:spLocks noGrp="1"/>
          </p:cNvSpPr>
          <p:nvPr>
            <p:ph type="title"/>
          </p:nvPr>
        </p:nvSpPr>
        <p:spPr>
          <a:xfrm>
            <a:off x="838080" y="365040"/>
            <a:ext cx="10514520" cy="132444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ctr">
            <a:noAutofit/>
          </a:bodyPr>
          <a:p>
            <a:pPr indent="0" defTabSz="914400">
              <a:lnSpc>
                <a:spcPct val="90000"/>
              </a:lnSpc>
              <a:buNone/>
              <a:tabLst>
                <a:tab algn="l" pos="0"/>
              </a:tabLst>
            </a:pPr>
            <a:r>
              <a:rPr b="0" lang="de-DE" sz="4400" strike="noStrike" u="none">
                <a:solidFill>
                  <a:schemeClr val="dk1"/>
                </a:solidFill>
                <a:uFillTx/>
                <a:latin typeface="Calibri Light"/>
              </a:rPr>
              <a:t>Beispiel: Ein einfaches Projekt</a:t>
            </a:r>
            <a:endParaRPr b="0" lang="de-DE" sz="4400" strike="noStrike" u="none">
              <a:solidFill>
                <a:srgbClr val="000000"/>
              </a:solidFill>
              <a:uFillTx/>
              <a:latin typeface="Arial"/>
            </a:endParaRPr>
          </a:p>
        </p:txBody>
      </p:sp>
      <p:sp>
        <p:nvSpPr>
          <p:cNvPr id="1244" name="PlaceHolder 2"/>
          <p:cNvSpPr>
            <a:spLocks noGrp="1"/>
          </p:cNvSpPr>
          <p:nvPr>
            <p:ph/>
          </p:nvPr>
        </p:nvSpPr>
        <p:spPr>
          <a:xfrm>
            <a:off x="838080" y="1825560"/>
            <a:ext cx="10514520" cy="435024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t">
            <a:normAutofit fontScale="62500" lnSpcReduction="19999"/>
          </a:bodyPr>
          <a:p>
            <a:pPr indent="0" defTabSz="914400">
              <a:lnSpc>
                <a:spcPct val="90000"/>
              </a:lnSpc>
              <a:spcBef>
                <a:spcPts val="1001"/>
              </a:spcBef>
              <a:buNone/>
              <a:tabLst>
                <a:tab algn="l" pos="0"/>
              </a:tabLst>
            </a:pPr>
            <a:r>
              <a:rPr b="0" lang="de-DE" sz="2800" strike="noStrike" u="none">
                <a:solidFill>
                  <a:schemeClr val="dk1"/>
                </a:solidFill>
                <a:uFillTx/>
                <a:latin typeface="Courier New"/>
              </a:rPr>
              <a:t>{</a:t>
            </a:r>
            <a:endParaRPr b="0" lang="de-DE" sz="2800" strike="noStrike" u="none">
              <a:solidFill>
                <a:srgbClr val="000000"/>
              </a:solidFill>
              <a:uFillTx/>
              <a:latin typeface="Arial"/>
            </a:endParaRPr>
          </a:p>
          <a:p>
            <a:pPr indent="0" defTabSz="914400">
              <a:lnSpc>
                <a:spcPct val="90000"/>
              </a:lnSpc>
              <a:spcBef>
                <a:spcPts val="1001"/>
              </a:spcBef>
              <a:buNone/>
              <a:tabLst>
                <a:tab algn="l" pos="0"/>
              </a:tabLst>
            </a:pPr>
            <a:r>
              <a:rPr b="0" lang="de-DE" sz="2800" strike="noStrike" u="none">
                <a:solidFill>
                  <a:schemeClr val="dk1"/>
                </a:solidFill>
                <a:uFillTx/>
                <a:latin typeface="Courier New"/>
              </a:rPr>
              <a:t>  </a:t>
            </a:r>
            <a:r>
              <a:rPr b="0" lang="de-DE" sz="2800" strike="noStrike" u="none">
                <a:solidFill>
                  <a:schemeClr val="dk1"/>
                </a:solidFill>
                <a:uFillTx/>
                <a:latin typeface="Courier New"/>
              </a:rPr>
              <a:t>"name": "npm-sample",</a:t>
            </a:r>
            <a:endParaRPr b="0" lang="de-DE" sz="2800" strike="noStrike" u="none">
              <a:solidFill>
                <a:srgbClr val="000000"/>
              </a:solidFill>
              <a:uFillTx/>
              <a:latin typeface="Arial"/>
            </a:endParaRPr>
          </a:p>
          <a:p>
            <a:pPr indent="0" defTabSz="914400">
              <a:lnSpc>
                <a:spcPct val="90000"/>
              </a:lnSpc>
              <a:spcBef>
                <a:spcPts val="1001"/>
              </a:spcBef>
              <a:buNone/>
              <a:tabLst>
                <a:tab algn="l" pos="0"/>
              </a:tabLst>
            </a:pPr>
            <a:r>
              <a:rPr b="0" lang="de-DE" sz="2800" strike="noStrike" u="none">
                <a:solidFill>
                  <a:schemeClr val="dk1"/>
                </a:solidFill>
                <a:uFillTx/>
                <a:latin typeface="Courier New"/>
              </a:rPr>
              <a:t>  </a:t>
            </a:r>
            <a:r>
              <a:rPr b="0" lang="de-DE" sz="2800" strike="noStrike" u="none">
                <a:solidFill>
                  <a:schemeClr val="dk1"/>
                </a:solidFill>
                <a:uFillTx/>
                <a:latin typeface="Courier New"/>
              </a:rPr>
              <a:t>"version": "1.0.0",</a:t>
            </a:r>
            <a:endParaRPr b="0" lang="de-DE" sz="2800" strike="noStrike" u="none">
              <a:solidFill>
                <a:srgbClr val="000000"/>
              </a:solidFill>
              <a:uFillTx/>
              <a:latin typeface="Arial"/>
            </a:endParaRPr>
          </a:p>
          <a:p>
            <a:pPr indent="0" defTabSz="914400">
              <a:lnSpc>
                <a:spcPct val="90000"/>
              </a:lnSpc>
              <a:spcBef>
                <a:spcPts val="1001"/>
              </a:spcBef>
              <a:buNone/>
              <a:tabLst>
                <a:tab algn="l" pos="0"/>
              </a:tabLst>
            </a:pPr>
            <a:r>
              <a:rPr b="0" lang="de-DE" sz="2800" strike="noStrike" u="none">
                <a:solidFill>
                  <a:schemeClr val="dk1"/>
                </a:solidFill>
                <a:uFillTx/>
                <a:latin typeface="Courier New"/>
              </a:rPr>
              <a:t>  </a:t>
            </a:r>
            <a:r>
              <a:rPr b="0" lang="de-DE" sz="2800" strike="noStrike" u="none">
                <a:solidFill>
                  <a:schemeClr val="dk1"/>
                </a:solidFill>
                <a:uFillTx/>
                <a:latin typeface="Courier New"/>
              </a:rPr>
              <a:t>"description": "a simple training project",</a:t>
            </a:r>
            <a:endParaRPr b="0" lang="de-DE" sz="2800" strike="noStrike" u="none">
              <a:solidFill>
                <a:srgbClr val="000000"/>
              </a:solidFill>
              <a:uFillTx/>
              <a:latin typeface="Arial"/>
            </a:endParaRPr>
          </a:p>
          <a:p>
            <a:pPr indent="0" defTabSz="914400">
              <a:lnSpc>
                <a:spcPct val="90000"/>
              </a:lnSpc>
              <a:spcBef>
                <a:spcPts val="1001"/>
              </a:spcBef>
              <a:buNone/>
              <a:tabLst>
                <a:tab algn="l" pos="0"/>
              </a:tabLst>
            </a:pPr>
            <a:r>
              <a:rPr b="0" lang="de-DE" sz="2800" strike="noStrike" u="none">
                <a:solidFill>
                  <a:schemeClr val="dk1"/>
                </a:solidFill>
                <a:uFillTx/>
                <a:latin typeface="Courier New"/>
              </a:rPr>
              <a:t>  </a:t>
            </a:r>
            <a:r>
              <a:rPr b="0" lang="de-DE" sz="2800" strike="noStrike" u="none">
                <a:solidFill>
                  <a:schemeClr val="dk1"/>
                </a:solidFill>
                <a:uFillTx/>
                <a:latin typeface="Courier New"/>
              </a:rPr>
              <a:t>"main": "index.js",</a:t>
            </a:r>
            <a:endParaRPr b="0" lang="de-DE" sz="2800" strike="noStrike" u="none">
              <a:solidFill>
                <a:srgbClr val="000000"/>
              </a:solidFill>
              <a:uFillTx/>
              <a:latin typeface="Arial"/>
            </a:endParaRPr>
          </a:p>
          <a:p>
            <a:pPr indent="0" defTabSz="914400">
              <a:lnSpc>
                <a:spcPct val="90000"/>
              </a:lnSpc>
              <a:spcBef>
                <a:spcPts val="1001"/>
              </a:spcBef>
              <a:buNone/>
              <a:tabLst>
                <a:tab algn="l" pos="0"/>
              </a:tabLst>
            </a:pPr>
            <a:r>
              <a:rPr b="0" lang="de-DE" sz="2800" strike="noStrike" u="none">
                <a:solidFill>
                  <a:schemeClr val="dk1"/>
                </a:solidFill>
                <a:uFillTx/>
                <a:latin typeface="Courier New"/>
              </a:rPr>
              <a:t>  </a:t>
            </a:r>
            <a:r>
              <a:rPr b="0" lang="de-DE" sz="2800" strike="noStrike" u="none">
                <a:solidFill>
                  <a:schemeClr val="dk1"/>
                </a:solidFill>
                <a:uFillTx/>
                <a:latin typeface="Courier New"/>
              </a:rPr>
              <a:t>"scripts": {</a:t>
            </a:r>
            <a:endParaRPr b="0" lang="de-DE" sz="2800" strike="noStrike" u="none">
              <a:solidFill>
                <a:srgbClr val="000000"/>
              </a:solidFill>
              <a:uFillTx/>
              <a:latin typeface="Arial"/>
            </a:endParaRPr>
          </a:p>
          <a:p>
            <a:pPr indent="0" defTabSz="914400">
              <a:lnSpc>
                <a:spcPct val="90000"/>
              </a:lnSpc>
              <a:spcBef>
                <a:spcPts val="1001"/>
              </a:spcBef>
              <a:buNone/>
              <a:tabLst>
                <a:tab algn="l" pos="0"/>
              </a:tabLst>
            </a:pPr>
            <a:r>
              <a:rPr b="0" lang="de-DE" sz="2800" strike="noStrike" u="none">
                <a:solidFill>
                  <a:schemeClr val="dk1"/>
                </a:solidFill>
                <a:uFillTx/>
                <a:latin typeface="Courier New"/>
              </a:rPr>
              <a:t>    </a:t>
            </a:r>
            <a:r>
              <a:rPr b="0" lang="de-DE" sz="2800" strike="noStrike" u="none">
                <a:solidFill>
                  <a:schemeClr val="dk1"/>
                </a:solidFill>
                <a:uFillTx/>
                <a:latin typeface="Courier New"/>
              </a:rPr>
              <a:t>"test": "echo \"Error: no test specified\" &amp;&amp; exit 1"</a:t>
            </a:r>
            <a:endParaRPr b="0" lang="de-DE" sz="2800" strike="noStrike" u="none">
              <a:solidFill>
                <a:srgbClr val="000000"/>
              </a:solidFill>
              <a:uFillTx/>
              <a:latin typeface="Arial"/>
            </a:endParaRPr>
          </a:p>
          <a:p>
            <a:pPr indent="0" defTabSz="914400">
              <a:lnSpc>
                <a:spcPct val="90000"/>
              </a:lnSpc>
              <a:spcBef>
                <a:spcPts val="1001"/>
              </a:spcBef>
              <a:buNone/>
              <a:tabLst>
                <a:tab algn="l" pos="0"/>
              </a:tabLst>
            </a:pPr>
            <a:r>
              <a:rPr b="0" lang="de-DE" sz="2800" strike="noStrike" u="none">
                <a:solidFill>
                  <a:schemeClr val="dk1"/>
                </a:solidFill>
                <a:uFillTx/>
                <a:latin typeface="Courier New"/>
              </a:rPr>
              <a:t>  </a:t>
            </a:r>
            <a:r>
              <a:rPr b="0" lang="de-DE" sz="2800" strike="noStrike" u="none">
                <a:solidFill>
                  <a:schemeClr val="dk1"/>
                </a:solidFill>
                <a:uFillTx/>
                <a:latin typeface="Courier New"/>
              </a:rPr>
              <a:t>},</a:t>
            </a:r>
            <a:endParaRPr b="0" lang="de-DE" sz="2800" strike="noStrike" u="none">
              <a:solidFill>
                <a:srgbClr val="000000"/>
              </a:solidFill>
              <a:uFillTx/>
              <a:latin typeface="Arial"/>
            </a:endParaRPr>
          </a:p>
          <a:p>
            <a:pPr indent="0" defTabSz="914400">
              <a:lnSpc>
                <a:spcPct val="90000"/>
              </a:lnSpc>
              <a:spcBef>
                <a:spcPts val="1001"/>
              </a:spcBef>
              <a:buNone/>
              <a:tabLst>
                <a:tab algn="l" pos="0"/>
              </a:tabLst>
            </a:pPr>
            <a:r>
              <a:rPr b="0" lang="de-DE" sz="2800" strike="noStrike" u="none">
                <a:solidFill>
                  <a:schemeClr val="dk1"/>
                </a:solidFill>
                <a:uFillTx/>
                <a:latin typeface="Courier New"/>
              </a:rPr>
              <a:t>  </a:t>
            </a:r>
            <a:r>
              <a:rPr b="0" lang="de-DE" sz="2800" strike="noStrike" u="none">
                <a:solidFill>
                  <a:schemeClr val="dk1"/>
                </a:solidFill>
                <a:uFillTx/>
                <a:latin typeface="Courier New"/>
              </a:rPr>
              <a:t>"keywords": [</a:t>
            </a:r>
            <a:endParaRPr b="0" lang="de-DE" sz="2800" strike="noStrike" u="none">
              <a:solidFill>
                <a:srgbClr val="000000"/>
              </a:solidFill>
              <a:uFillTx/>
              <a:latin typeface="Arial"/>
            </a:endParaRPr>
          </a:p>
          <a:p>
            <a:pPr indent="0" defTabSz="914400">
              <a:lnSpc>
                <a:spcPct val="90000"/>
              </a:lnSpc>
              <a:spcBef>
                <a:spcPts val="1001"/>
              </a:spcBef>
              <a:buNone/>
              <a:tabLst>
                <a:tab algn="l" pos="0"/>
              </a:tabLst>
            </a:pPr>
            <a:r>
              <a:rPr b="0" lang="de-DE" sz="2800" strike="noStrike" u="none">
                <a:solidFill>
                  <a:schemeClr val="dk1"/>
                </a:solidFill>
                <a:uFillTx/>
                <a:latin typeface="Courier New"/>
              </a:rPr>
              <a:t>    </a:t>
            </a:r>
            <a:r>
              <a:rPr b="0" lang="de-DE" sz="2800" strike="noStrike" u="none">
                <a:solidFill>
                  <a:schemeClr val="dk1"/>
                </a:solidFill>
                <a:uFillTx/>
                <a:latin typeface="Courier New"/>
              </a:rPr>
              <a:t>"training"</a:t>
            </a:r>
            <a:endParaRPr b="0" lang="de-DE" sz="2800" strike="noStrike" u="none">
              <a:solidFill>
                <a:srgbClr val="000000"/>
              </a:solidFill>
              <a:uFillTx/>
              <a:latin typeface="Arial"/>
            </a:endParaRPr>
          </a:p>
          <a:p>
            <a:pPr indent="0" defTabSz="914400">
              <a:lnSpc>
                <a:spcPct val="90000"/>
              </a:lnSpc>
              <a:spcBef>
                <a:spcPts val="1001"/>
              </a:spcBef>
              <a:buNone/>
              <a:tabLst>
                <a:tab algn="l" pos="0"/>
              </a:tabLst>
            </a:pPr>
            <a:r>
              <a:rPr b="0" lang="de-DE" sz="2800" strike="noStrike" u="none">
                <a:solidFill>
                  <a:schemeClr val="dk1"/>
                </a:solidFill>
                <a:uFillTx/>
                <a:latin typeface="Courier New"/>
              </a:rPr>
              <a:t>  </a:t>
            </a:r>
            <a:r>
              <a:rPr b="0" lang="de-DE" sz="2800" strike="noStrike" u="none">
                <a:solidFill>
                  <a:schemeClr val="dk1"/>
                </a:solidFill>
                <a:uFillTx/>
                <a:latin typeface="Courier New"/>
              </a:rPr>
              <a:t>],</a:t>
            </a:r>
            <a:endParaRPr b="0" lang="de-DE" sz="2800" strike="noStrike" u="none">
              <a:solidFill>
                <a:srgbClr val="000000"/>
              </a:solidFill>
              <a:uFillTx/>
              <a:latin typeface="Arial"/>
            </a:endParaRPr>
          </a:p>
          <a:p>
            <a:pPr indent="0" defTabSz="914400">
              <a:lnSpc>
                <a:spcPct val="90000"/>
              </a:lnSpc>
              <a:spcBef>
                <a:spcPts val="1001"/>
              </a:spcBef>
              <a:buNone/>
              <a:tabLst>
                <a:tab algn="l" pos="0"/>
              </a:tabLst>
            </a:pPr>
            <a:r>
              <a:rPr b="0" lang="de-DE" sz="2800" strike="noStrike" u="none">
                <a:solidFill>
                  <a:schemeClr val="dk1"/>
                </a:solidFill>
                <a:uFillTx/>
                <a:latin typeface="Courier New"/>
              </a:rPr>
              <a:t>  </a:t>
            </a:r>
            <a:r>
              <a:rPr b="0" lang="de-DE" sz="2800" strike="noStrike" u="none">
                <a:solidFill>
                  <a:schemeClr val="dk1"/>
                </a:solidFill>
                <a:uFillTx/>
                <a:latin typeface="Courier New"/>
              </a:rPr>
              <a:t>"author": "theAuthor",</a:t>
            </a:r>
            <a:endParaRPr b="0" lang="de-DE" sz="2800" strike="noStrike" u="none">
              <a:solidFill>
                <a:srgbClr val="000000"/>
              </a:solidFill>
              <a:uFillTx/>
              <a:latin typeface="Arial"/>
            </a:endParaRPr>
          </a:p>
          <a:p>
            <a:pPr indent="0" defTabSz="914400">
              <a:lnSpc>
                <a:spcPct val="90000"/>
              </a:lnSpc>
              <a:spcBef>
                <a:spcPts val="1001"/>
              </a:spcBef>
              <a:buNone/>
              <a:tabLst>
                <a:tab algn="l" pos="0"/>
              </a:tabLst>
            </a:pPr>
            <a:r>
              <a:rPr b="0" lang="de-DE" sz="2800" strike="noStrike" u="none">
                <a:solidFill>
                  <a:schemeClr val="dk1"/>
                </a:solidFill>
                <a:uFillTx/>
                <a:latin typeface="Courier New"/>
              </a:rPr>
              <a:t>  </a:t>
            </a:r>
            <a:r>
              <a:rPr b="0" lang="de-DE" sz="2800" strike="noStrike" u="none">
                <a:solidFill>
                  <a:schemeClr val="dk1"/>
                </a:solidFill>
                <a:uFillTx/>
                <a:latin typeface="Courier New"/>
              </a:rPr>
              <a:t>"license": "ISC"</a:t>
            </a:r>
            <a:endParaRPr b="0" lang="de-DE" sz="2800" strike="noStrike" u="none">
              <a:solidFill>
                <a:srgbClr val="000000"/>
              </a:solidFill>
              <a:uFillTx/>
              <a:latin typeface="Arial"/>
            </a:endParaRPr>
          </a:p>
          <a:p>
            <a:pPr indent="0" defTabSz="914400">
              <a:lnSpc>
                <a:spcPct val="90000"/>
              </a:lnSpc>
              <a:spcBef>
                <a:spcPts val="1001"/>
              </a:spcBef>
              <a:buNone/>
              <a:tabLst>
                <a:tab algn="l" pos="0"/>
              </a:tabLst>
            </a:pPr>
            <a:r>
              <a:rPr b="0" lang="de-DE" sz="2800" strike="noStrike" u="none">
                <a:solidFill>
                  <a:schemeClr val="dk1"/>
                </a:solidFill>
                <a:uFillTx/>
                <a:latin typeface="Courier New"/>
              </a:rPr>
              <a:t>}</a:t>
            </a:r>
            <a:endParaRPr b="0" lang="de-DE" sz="2800" strike="noStrike" u="none">
              <a:solidFill>
                <a:srgbClr val="000000"/>
              </a:solidFill>
              <a:uFillTx/>
              <a:latin typeface="Arial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267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45" name="PlaceHolder 1"/>
          <p:cNvSpPr>
            <a:spLocks noGrp="1"/>
          </p:cNvSpPr>
          <p:nvPr>
            <p:ph type="title"/>
          </p:nvPr>
        </p:nvSpPr>
        <p:spPr>
          <a:xfrm>
            <a:off x="838080" y="365040"/>
            <a:ext cx="10514520" cy="132444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ctr">
            <a:noAutofit/>
          </a:bodyPr>
          <a:p>
            <a:pPr indent="0" defTabSz="914400">
              <a:lnSpc>
                <a:spcPct val="90000"/>
              </a:lnSpc>
              <a:buNone/>
              <a:tabLst>
                <a:tab algn="l" pos="0"/>
              </a:tabLst>
            </a:pPr>
            <a:r>
              <a:rPr b="0" lang="de-DE" sz="4400" strike="noStrike" u="none">
                <a:solidFill>
                  <a:schemeClr val="dk1"/>
                </a:solidFill>
                <a:uFillTx/>
                <a:latin typeface="Calibri Light"/>
              </a:rPr>
              <a:t>Beispiel: Ein einfaches Node-Module</a:t>
            </a:r>
            <a:endParaRPr b="0" lang="de-DE" sz="4400" strike="noStrike" u="none">
              <a:solidFill>
                <a:srgbClr val="000000"/>
              </a:solidFill>
              <a:uFillTx/>
              <a:latin typeface="Arial"/>
            </a:endParaRPr>
          </a:p>
        </p:txBody>
      </p:sp>
      <p:sp>
        <p:nvSpPr>
          <p:cNvPr id="1246" name="PlaceHolder 2"/>
          <p:cNvSpPr>
            <a:spLocks noGrp="1"/>
          </p:cNvSpPr>
          <p:nvPr>
            <p:ph/>
          </p:nvPr>
        </p:nvSpPr>
        <p:spPr>
          <a:xfrm>
            <a:off x="838080" y="1825560"/>
            <a:ext cx="10514520" cy="435024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t">
            <a:normAutofit/>
          </a:bodyPr>
          <a:p>
            <a:pPr marL="228600" indent="-228600" defTabSz="914400">
              <a:lnSpc>
                <a:spcPct val="90000"/>
              </a:lnSpc>
              <a:spcBef>
                <a:spcPts val="1001"/>
              </a:spcBef>
              <a:buClr>
                <a:srgbClr val="000000"/>
              </a:buClr>
              <a:buFont typeface="Arial"/>
              <a:buChar char="•"/>
            </a:pPr>
            <a:r>
              <a:rPr b="0" lang="de-DE" sz="2800" strike="noStrike" u="none">
                <a:solidFill>
                  <a:schemeClr val="dk1"/>
                </a:solidFill>
                <a:uFillTx/>
                <a:latin typeface="Calibri"/>
              </a:rPr>
              <a:t>Datei </a:t>
            </a:r>
            <a:r>
              <a:rPr b="0" i="1" lang="de-DE" sz="2800" strike="noStrike" u="none">
                <a:solidFill>
                  <a:schemeClr val="dk1"/>
                </a:solidFill>
                <a:uFillTx/>
                <a:latin typeface="Courier New"/>
              </a:rPr>
              <a:t>index.js</a:t>
            </a:r>
            <a:endParaRPr b="0" lang="de-DE" sz="2800" strike="noStrike" u="none">
              <a:solidFill>
                <a:srgbClr val="000000"/>
              </a:solidFill>
              <a:uFillTx/>
              <a:latin typeface="Arial"/>
            </a:endParaRPr>
          </a:p>
          <a:p>
            <a:pPr marL="289080" indent="0" defTabSz="914400">
              <a:lnSpc>
                <a:spcPct val="90000"/>
              </a:lnSpc>
              <a:spcBef>
                <a:spcPts val="499"/>
              </a:spcBef>
              <a:buNone/>
              <a:tabLst>
                <a:tab algn="l" pos="0"/>
              </a:tabLst>
            </a:pPr>
            <a:r>
              <a:rPr b="0" i="1" lang="de-DE" sz="2400" strike="noStrike" u="none">
                <a:solidFill>
                  <a:schemeClr val="dk1"/>
                </a:solidFill>
                <a:uFillTx/>
                <a:latin typeface="Courier New"/>
              </a:rPr>
              <a:t>module.exports = {</a:t>
            </a:r>
            <a:endParaRPr b="0" lang="de-DE" sz="2400" strike="noStrike" u="none">
              <a:solidFill>
                <a:srgbClr val="000000"/>
              </a:solidFill>
              <a:uFillTx/>
              <a:latin typeface="Arial"/>
            </a:endParaRPr>
          </a:p>
          <a:p>
            <a:pPr marL="289080" indent="0" defTabSz="914400">
              <a:lnSpc>
                <a:spcPct val="90000"/>
              </a:lnSpc>
              <a:spcBef>
                <a:spcPts val="499"/>
              </a:spcBef>
              <a:buNone/>
              <a:tabLst>
                <a:tab algn="l" pos="0"/>
              </a:tabLst>
            </a:pPr>
            <a:r>
              <a:rPr b="0" i="1" lang="de-DE" sz="2400" strike="noStrike" u="none">
                <a:solidFill>
                  <a:schemeClr val="dk1"/>
                </a:solidFill>
                <a:uFillTx/>
                <a:latin typeface="Courier New"/>
              </a:rPr>
              <a:t>	</a:t>
            </a:r>
            <a:r>
              <a:rPr b="0" i="1" lang="de-DE" sz="2400" strike="noStrike" u="none">
                <a:solidFill>
                  <a:schemeClr val="dk1"/>
                </a:solidFill>
                <a:uFillTx/>
                <a:latin typeface="Courier New"/>
              </a:rPr>
              <a:t>log: function(){</a:t>
            </a:r>
            <a:endParaRPr b="0" lang="de-DE" sz="2400" strike="noStrike" u="none">
              <a:solidFill>
                <a:srgbClr val="000000"/>
              </a:solidFill>
              <a:uFillTx/>
              <a:latin typeface="Arial"/>
            </a:endParaRPr>
          </a:p>
          <a:p>
            <a:pPr marL="289080" indent="0" defTabSz="914400">
              <a:lnSpc>
                <a:spcPct val="90000"/>
              </a:lnSpc>
              <a:spcBef>
                <a:spcPts val="499"/>
              </a:spcBef>
              <a:buNone/>
              <a:tabLst>
                <a:tab algn="l" pos="0"/>
              </a:tabLst>
            </a:pPr>
            <a:r>
              <a:rPr b="0" i="1" lang="de-DE" sz="2400" strike="noStrike" u="none">
                <a:solidFill>
                  <a:schemeClr val="dk1"/>
                </a:solidFill>
                <a:uFillTx/>
                <a:latin typeface="Courier New"/>
              </a:rPr>
              <a:t>            </a:t>
            </a:r>
            <a:r>
              <a:rPr b="0" i="1" lang="de-DE" sz="2400" strike="noStrike" u="none">
                <a:solidFill>
                  <a:schemeClr val="dk1"/>
                </a:solidFill>
                <a:uFillTx/>
                <a:latin typeface="Courier New"/>
              </a:rPr>
              <a:t>console.log('Hello')</a:t>
            </a:r>
            <a:endParaRPr b="0" lang="de-DE" sz="2400" strike="noStrike" u="none">
              <a:solidFill>
                <a:srgbClr val="000000"/>
              </a:solidFill>
              <a:uFillTx/>
              <a:latin typeface="Arial"/>
            </a:endParaRPr>
          </a:p>
          <a:p>
            <a:pPr marL="289080" indent="0" defTabSz="914400">
              <a:lnSpc>
                <a:spcPct val="90000"/>
              </a:lnSpc>
              <a:spcBef>
                <a:spcPts val="499"/>
              </a:spcBef>
              <a:buNone/>
              <a:tabLst>
                <a:tab algn="l" pos="0"/>
              </a:tabLst>
            </a:pPr>
            <a:r>
              <a:rPr b="0" i="1" lang="de-DE" sz="2400" strike="noStrike" u="none">
                <a:solidFill>
                  <a:schemeClr val="dk1"/>
                </a:solidFill>
                <a:uFillTx/>
                <a:latin typeface="Courier New"/>
              </a:rPr>
              <a:t>          </a:t>
            </a:r>
            <a:r>
              <a:rPr b="0" i="1" lang="de-DE" sz="2400" strike="noStrike" u="none">
                <a:solidFill>
                  <a:schemeClr val="dk1"/>
                </a:solidFill>
                <a:uFillTx/>
                <a:latin typeface="Courier New"/>
              </a:rPr>
              <a:t>}</a:t>
            </a:r>
            <a:endParaRPr b="0" lang="de-DE" sz="2400" strike="noStrike" u="none">
              <a:solidFill>
                <a:srgbClr val="000000"/>
              </a:solidFill>
              <a:uFillTx/>
              <a:latin typeface="Arial"/>
            </a:endParaRPr>
          </a:p>
          <a:p>
            <a:pPr marL="289080" indent="0" defTabSz="914400">
              <a:lnSpc>
                <a:spcPct val="90000"/>
              </a:lnSpc>
              <a:spcBef>
                <a:spcPts val="499"/>
              </a:spcBef>
              <a:buNone/>
              <a:tabLst>
                <a:tab algn="l" pos="0"/>
              </a:tabLst>
            </a:pPr>
            <a:r>
              <a:rPr b="0" i="1" lang="de-DE" sz="2400" strike="noStrike" u="none">
                <a:solidFill>
                  <a:schemeClr val="dk1"/>
                </a:solidFill>
                <a:uFillTx/>
                <a:latin typeface="Courier New"/>
              </a:rPr>
              <a:t>}</a:t>
            </a:r>
            <a:endParaRPr b="0" lang="de-DE" sz="2400" strike="noStrike" u="none">
              <a:solidFill>
                <a:srgbClr val="000000"/>
              </a:solidFill>
              <a:uFillTx/>
              <a:latin typeface="Arial"/>
            </a:endParaRPr>
          </a:p>
          <a:p>
            <a:pPr marL="228600" indent="-228600" defTabSz="914400">
              <a:lnSpc>
                <a:spcPct val="90000"/>
              </a:lnSpc>
              <a:spcBef>
                <a:spcPts val="1001"/>
              </a:spcBef>
              <a:buClr>
                <a:srgbClr val="000000"/>
              </a:buClr>
              <a:buFont typeface="Arial"/>
              <a:buChar char="•"/>
              <a:tabLst>
                <a:tab algn="l" pos="0"/>
              </a:tabLst>
            </a:pPr>
            <a:r>
              <a:rPr b="0" lang="de-DE" sz="2800" strike="noStrike" u="none">
                <a:solidFill>
                  <a:schemeClr val="dk1"/>
                </a:solidFill>
                <a:uFillTx/>
                <a:latin typeface="Calibri"/>
              </a:rPr>
              <a:t>In der REPL</a:t>
            </a:r>
            <a:endParaRPr b="0" lang="de-DE" sz="2800" strike="noStrike" u="none">
              <a:solidFill>
                <a:srgbClr val="000000"/>
              </a:solidFill>
              <a:uFillTx/>
              <a:latin typeface="Arial"/>
            </a:endParaRPr>
          </a:p>
          <a:p>
            <a:pPr marL="289080" indent="0" defTabSz="914400">
              <a:lnSpc>
                <a:spcPct val="90000"/>
              </a:lnSpc>
              <a:spcBef>
                <a:spcPts val="499"/>
              </a:spcBef>
              <a:buNone/>
              <a:tabLst>
                <a:tab algn="l" pos="0"/>
              </a:tabLst>
            </a:pPr>
            <a:r>
              <a:rPr b="0" lang="de-DE" sz="2400" strike="noStrike" u="none">
                <a:solidFill>
                  <a:schemeClr val="dk1"/>
                </a:solidFill>
                <a:uFillTx/>
                <a:latin typeface="Courier New"/>
              </a:rPr>
              <a:t>var training = require('./index.js')</a:t>
            </a:r>
            <a:endParaRPr b="0" lang="de-DE" sz="2400" strike="noStrike" u="none">
              <a:solidFill>
                <a:srgbClr val="000000"/>
              </a:solidFill>
              <a:uFillTx/>
              <a:latin typeface="Arial"/>
            </a:endParaRPr>
          </a:p>
          <a:p>
            <a:pPr marL="289080" indent="0" defTabSz="914400">
              <a:lnSpc>
                <a:spcPct val="90000"/>
              </a:lnSpc>
              <a:spcBef>
                <a:spcPts val="499"/>
              </a:spcBef>
              <a:buNone/>
              <a:tabLst>
                <a:tab algn="l" pos="0"/>
              </a:tabLst>
            </a:pPr>
            <a:r>
              <a:rPr b="0" lang="de-DE" sz="2400" strike="noStrike" u="none">
                <a:solidFill>
                  <a:schemeClr val="dk1"/>
                </a:solidFill>
                <a:uFillTx/>
                <a:latin typeface="Courier New"/>
              </a:rPr>
              <a:t>training.log()</a:t>
            </a:r>
            <a:endParaRPr b="0" lang="de-DE" sz="2400" strike="noStrike" u="none">
              <a:solidFill>
                <a:srgbClr val="000000"/>
              </a:solidFill>
              <a:uFillTx/>
              <a:latin typeface="Arial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268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47" name="PlaceHolder 1"/>
          <p:cNvSpPr>
            <a:spLocks noGrp="1"/>
          </p:cNvSpPr>
          <p:nvPr>
            <p:ph type="title"/>
          </p:nvPr>
        </p:nvSpPr>
        <p:spPr>
          <a:xfrm>
            <a:off x="838080" y="365040"/>
            <a:ext cx="10514520" cy="132444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ctr">
            <a:noAutofit/>
          </a:bodyPr>
          <a:p>
            <a:pPr indent="0" defTabSz="914400">
              <a:lnSpc>
                <a:spcPct val="90000"/>
              </a:lnSpc>
              <a:buNone/>
              <a:tabLst>
                <a:tab algn="l" pos="0"/>
              </a:tabLst>
            </a:pPr>
            <a:r>
              <a:rPr b="0" lang="de-DE" sz="4400" strike="noStrike" u="none">
                <a:solidFill>
                  <a:schemeClr val="dk1"/>
                </a:solidFill>
                <a:uFillTx/>
                <a:latin typeface="Calibri Light"/>
              </a:rPr>
              <a:t>Installieren von Abhängigkeiten</a:t>
            </a:r>
            <a:endParaRPr b="0" lang="de-DE" sz="4400" strike="noStrike" u="none">
              <a:solidFill>
                <a:srgbClr val="000000"/>
              </a:solidFill>
              <a:uFillTx/>
              <a:latin typeface="Arial"/>
            </a:endParaRPr>
          </a:p>
        </p:txBody>
      </p:sp>
      <p:sp>
        <p:nvSpPr>
          <p:cNvPr id="1248" name="PlaceHolder 2"/>
          <p:cNvSpPr>
            <a:spLocks noGrp="1"/>
          </p:cNvSpPr>
          <p:nvPr>
            <p:ph/>
          </p:nvPr>
        </p:nvSpPr>
        <p:spPr>
          <a:xfrm>
            <a:off x="838080" y="1825560"/>
            <a:ext cx="10514520" cy="435024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t">
            <a:normAutofit fontScale="92500" lnSpcReduction="19999"/>
          </a:bodyPr>
          <a:p>
            <a:pPr marL="228600" indent="-228600" defTabSz="914400">
              <a:lnSpc>
                <a:spcPct val="90000"/>
              </a:lnSpc>
              <a:spcBef>
                <a:spcPts val="1001"/>
              </a:spcBef>
              <a:buClr>
                <a:srgbClr val="000000"/>
              </a:buClr>
              <a:buFont typeface="Arial"/>
              <a:buChar char="•"/>
            </a:pPr>
            <a:r>
              <a:rPr b="0" lang="de-DE" sz="2800" strike="noStrike" u="none">
                <a:solidFill>
                  <a:schemeClr val="dk1"/>
                </a:solidFill>
                <a:uFillTx/>
                <a:latin typeface="Calibri"/>
              </a:rPr>
              <a:t>Abhängigkeiten werden mit </a:t>
            </a:r>
            <a:r>
              <a:rPr b="0" lang="de-DE" sz="2800" strike="noStrike" u="none">
                <a:solidFill>
                  <a:schemeClr val="dk1"/>
                </a:solidFill>
                <a:uFillTx/>
                <a:latin typeface="Courier New"/>
              </a:rPr>
              <a:t>npm install</a:t>
            </a:r>
            <a:r>
              <a:rPr b="0" lang="de-DE" sz="2800" strike="noStrike" u="none">
                <a:solidFill>
                  <a:schemeClr val="dk1"/>
                </a:solidFill>
                <a:uFillTx/>
                <a:latin typeface="Calibri"/>
              </a:rPr>
              <a:t> von einer npm-Registry geladen</a:t>
            </a:r>
            <a:endParaRPr b="0" lang="de-DE" sz="2800" strike="noStrike" u="none">
              <a:solidFill>
                <a:srgbClr val="000000"/>
              </a:solidFill>
              <a:uFillTx/>
              <a:latin typeface="Arial"/>
            </a:endParaRPr>
          </a:p>
          <a:p>
            <a:pPr lvl="1" marL="685800" indent="-228600" defTabSz="914400">
              <a:lnSpc>
                <a:spcPct val="90000"/>
              </a:lnSpc>
              <a:spcBef>
                <a:spcPts val="499"/>
              </a:spcBef>
              <a:buClr>
                <a:srgbClr val="000000"/>
              </a:buClr>
              <a:buFont typeface="Arial"/>
              <a:buChar char="•"/>
            </a:pPr>
            <a:r>
              <a:rPr b="0" lang="de-DE" sz="2400" strike="noStrike" u="none">
                <a:solidFill>
                  <a:schemeClr val="dk1"/>
                </a:solidFill>
                <a:uFillTx/>
                <a:latin typeface="Calibri"/>
              </a:rPr>
              <a:t>Ohne weitere Konfiguration wird dazu die Standard-Registry benutzt</a:t>
            </a:r>
            <a:endParaRPr b="0" lang="de-DE" sz="2400" strike="noStrike" u="none">
              <a:solidFill>
                <a:srgbClr val="000000"/>
              </a:solidFill>
              <a:uFillTx/>
              <a:latin typeface="Arial"/>
            </a:endParaRPr>
          </a:p>
          <a:p>
            <a:pPr lvl="2" marL="1143000" indent="-228600" defTabSz="914400">
              <a:lnSpc>
                <a:spcPct val="90000"/>
              </a:lnSpc>
              <a:spcBef>
                <a:spcPts val="499"/>
              </a:spcBef>
              <a:buClr>
                <a:srgbClr val="000000"/>
              </a:buClr>
              <a:buFont typeface="Arial"/>
              <a:buChar char="•"/>
            </a:pPr>
            <a:r>
              <a:rPr b="0" lang="de-DE" sz="2000" strike="noStrike" u="none">
                <a:solidFill>
                  <a:schemeClr val="dk1"/>
                </a:solidFill>
                <a:uFillTx/>
                <a:latin typeface="Calibri"/>
              </a:rPr>
              <a:t>Damit ist eine Internet-Verbindung notwendig</a:t>
            </a:r>
            <a:endParaRPr b="0" lang="de-DE" sz="2000" strike="noStrike" u="none">
              <a:solidFill>
                <a:srgbClr val="000000"/>
              </a:solidFill>
              <a:uFillTx/>
              <a:latin typeface="Arial"/>
            </a:endParaRPr>
          </a:p>
          <a:p>
            <a:pPr lvl="1" marL="685800" indent="-228600" defTabSz="914400">
              <a:lnSpc>
                <a:spcPct val="90000"/>
              </a:lnSpc>
              <a:spcBef>
                <a:spcPts val="499"/>
              </a:spcBef>
              <a:buClr>
                <a:srgbClr val="000000"/>
              </a:buClr>
              <a:buFont typeface="Arial"/>
              <a:buChar char="•"/>
            </a:pPr>
            <a:r>
              <a:rPr b="0" lang="de-DE" sz="2400" strike="noStrike" u="none">
                <a:solidFill>
                  <a:schemeClr val="dk1"/>
                </a:solidFill>
                <a:uFillTx/>
                <a:latin typeface="Calibri"/>
              </a:rPr>
              <a:t>Es können aber auch Unternehmens-interne Repository-Server benutzt werden</a:t>
            </a:r>
            <a:endParaRPr b="0" lang="de-DE" sz="2400" strike="noStrike" u="none">
              <a:solidFill>
                <a:srgbClr val="000000"/>
              </a:solidFill>
              <a:uFillTx/>
              <a:latin typeface="Arial"/>
            </a:endParaRPr>
          </a:p>
          <a:p>
            <a:pPr lvl="2" marL="1143000" indent="-228600" defTabSz="914400">
              <a:lnSpc>
                <a:spcPct val="90000"/>
              </a:lnSpc>
              <a:spcBef>
                <a:spcPts val="499"/>
              </a:spcBef>
              <a:buClr>
                <a:srgbClr val="000000"/>
              </a:buClr>
              <a:buFont typeface="Arial"/>
              <a:buChar char="•"/>
            </a:pPr>
            <a:r>
              <a:rPr b="0" lang="de-DE" sz="2000" strike="noStrike" u="none">
                <a:solidFill>
                  <a:schemeClr val="dk1"/>
                </a:solidFill>
                <a:uFillTx/>
                <a:latin typeface="Calibri"/>
              </a:rPr>
              <a:t>z.B. Nexus</a:t>
            </a:r>
            <a:endParaRPr b="0" lang="de-DE" sz="2000" strike="noStrike" u="none">
              <a:solidFill>
                <a:srgbClr val="000000"/>
              </a:solidFill>
              <a:uFillTx/>
              <a:latin typeface="Arial"/>
            </a:endParaRPr>
          </a:p>
          <a:p>
            <a:pPr marL="228600" indent="-228600" defTabSz="914400">
              <a:lnSpc>
                <a:spcPct val="90000"/>
              </a:lnSpc>
              <a:spcBef>
                <a:spcPts val="1001"/>
              </a:spcBef>
              <a:buClr>
                <a:srgbClr val="000000"/>
              </a:buClr>
              <a:buFont typeface="Arial"/>
              <a:buChar char="•"/>
            </a:pPr>
            <a:r>
              <a:rPr b="0" lang="de-DE" sz="2800" strike="noStrike" u="none">
                <a:solidFill>
                  <a:schemeClr val="dk1"/>
                </a:solidFill>
                <a:uFillTx/>
                <a:latin typeface="Calibri"/>
              </a:rPr>
              <a:t>Rechner-Registry</a:t>
            </a:r>
            <a:endParaRPr b="0" lang="de-DE" sz="2800" strike="noStrike" u="none">
              <a:solidFill>
                <a:srgbClr val="000000"/>
              </a:solidFill>
              <a:uFillTx/>
              <a:latin typeface="Arial"/>
            </a:endParaRPr>
          </a:p>
          <a:p>
            <a:pPr lvl="1" marL="685800" indent="-228600" defTabSz="914400">
              <a:lnSpc>
                <a:spcPct val="90000"/>
              </a:lnSpc>
              <a:spcBef>
                <a:spcPts val="499"/>
              </a:spcBef>
              <a:buClr>
                <a:srgbClr val="000000"/>
              </a:buClr>
              <a:buFont typeface="Arial"/>
              <a:buChar char="•"/>
            </a:pPr>
            <a:r>
              <a:rPr b="0" lang="de-DE" sz="2400" strike="noStrike" u="none">
                <a:solidFill>
                  <a:schemeClr val="dk1"/>
                </a:solidFill>
                <a:uFillTx/>
                <a:latin typeface="Calibri"/>
              </a:rPr>
              <a:t>Die Abhängigkeiten werden auf dem Rechner abgelegt</a:t>
            </a:r>
            <a:endParaRPr b="0" lang="de-DE" sz="2400" strike="noStrike" u="none">
              <a:solidFill>
                <a:srgbClr val="000000"/>
              </a:solidFill>
              <a:uFillTx/>
              <a:latin typeface="Arial"/>
            </a:endParaRPr>
          </a:p>
          <a:p>
            <a:pPr lvl="2" marL="1143000" indent="-228600" defTabSz="914400">
              <a:lnSpc>
                <a:spcPct val="90000"/>
              </a:lnSpc>
              <a:spcBef>
                <a:spcPts val="499"/>
              </a:spcBef>
              <a:buClr>
                <a:srgbClr val="000000"/>
              </a:buClr>
              <a:buFont typeface="Arial"/>
              <a:buChar char="•"/>
            </a:pPr>
            <a:r>
              <a:rPr b="0" lang="de-DE" sz="2000" strike="noStrike" u="none">
                <a:solidFill>
                  <a:schemeClr val="dk1"/>
                </a:solidFill>
                <a:uFillTx/>
                <a:latin typeface="Calibri"/>
              </a:rPr>
              <a:t>Ab jetzt ist damit keine Internet-Verbindung mehr nötig</a:t>
            </a:r>
            <a:endParaRPr b="0" lang="de-DE" sz="2000" strike="noStrike" u="none">
              <a:solidFill>
                <a:srgbClr val="000000"/>
              </a:solidFill>
              <a:uFillTx/>
              <a:latin typeface="Arial"/>
            </a:endParaRPr>
          </a:p>
          <a:p>
            <a:pPr lvl="1" marL="685800" indent="-228600" defTabSz="914400">
              <a:lnSpc>
                <a:spcPct val="90000"/>
              </a:lnSpc>
              <a:spcBef>
                <a:spcPts val="499"/>
              </a:spcBef>
              <a:buClr>
                <a:srgbClr val="000000"/>
              </a:buClr>
              <a:buFont typeface="Arial"/>
              <a:buChar char="•"/>
            </a:pPr>
            <a:r>
              <a:rPr b="0" lang="de-DE" sz="2400" strike="noStrike" u="none">
                <a:solidFill>
                  <a:schemeClr val="dk1"/>
                </a:solidFill>
                <a:uFillTx/>
                <a:latin typeface="Calibri"/>
              </a:rPr>
              <a:t>Orte:</a:t>
            </a:r>
            <a:endParaRPr b="0" lang="de-DE" sz="2400" strike="noStrike" u="none">
              <a:solidFill>
                <a:srgbClr val="000000"/>
              </a:solidFill>
              <a:uFillTx/>
              <a:latin typeface="Arial"/>
            </a:endParaRPr>
          </a:p>
          <a:p>
            <a:pPr lvl="2" marL="1143000" indent="-228600" defTabSz="914400">
              <a:lnSpc>
                <a:spcPct val="90000"/>
              </a:lnSpc>
              <a:spcBef>
                <a:spcPts val="499"/>
              </a:spcBef>
              <a:buClr>
                <a:srgbClr val="000000"/>
              </a:buClr>
              <a:buFont typeface="Arial"/>
              <a:buChar char="•"/>
            </a:pPr>
            <a:r>
              <a:rPr b="0" lang="de-DE" sz="2000" strike="noStrike" u="none">
                <a:solidFill>
                  <a:schemeClr val="dk1"/>
                </a:solidFill>
                <a:uFillTx/>
                <a:latin typeface="Calibri"/>
              </a:rPr>
              <a:t>lokale Ablage in einem Unterverzeichnis namens </a:t>
            </a:r>
            <a:r>
              <a:rPr b="0" i="1" lang="de-DE" sz="2000" strike="noStrike" u="none">
                <a:solidFill>
                  <a:schemeClr val="dk1"/>
                </a:solidFill>
                <a:uFillTx/>
                <a:latin typeface="Courier New"/>
              </a:rPr>
              <a:t>node-modules</a:t>
            </a:r>
            <a:endParaRPr b="0" lang="de-DE" sz="2000" strike="noStrike" u="none">
              <a:solidFill>
                <a:srgbClr val="000000"/>
              </a:solidFill>
              <a:uFillTx/>
              <a:latin typeface="Arial"/>
            </a:endParaRPr>
          </a:p>
          <a:p>
            <a:pPr lvl="3" marL="1600200" indent="-228600" defTabSz="914400">
              <a:lnSpc>
                <a:spcPct val="90000"/>
              </a:lnSpc>
              <a:spcBef>
                <a:spcPts val="499"/>
              </a:spcBef>
              <a:buClr>
                <a:srgbClr val="000000"/>
              </a:buClr>
              <a:buFont typeface="Arial"/>
              <a:buChar char="•"/>
            </a:pPr>
            <a:r>
              <a:rPr b="0" lang="de-DE" sz="1800" strike="noStrike" u="none">
                <a:solidFill>
                  <a:schemeClr val="dk1"/>
                </a:solidFill>
                <a:uFillTx/>
                <a:latin typeface="Calibri"/>
              </a:rPr>
              <a:t>Empfohlenes Standard-Verfahren zur Installation von Dependencies für eigene Software-Projekte</a:t>
            </a:r>
            <a:endParaRPr b="0" lang="de-DE" sz="1800" strike="noStrike" u="none">
              <a:solidFill>
                <a:srgbClr val="000000"/>
              </a:solidFill>
              <a:uFillTx/>
              <a:latin typeface="Arial"/>
            </a:endParaRPr>
          </a:p>
          <a:p>
            <a:pPr lvl="2" marL="1143000" indent="-228600" defTabSz="914400">
              <a:lnSpc>
                <a:spcPct val="90000"/>
              </a:lnSpc>
              <a:spcBef>
                <a:spcPts val="499"/>
              </a:spcBef>
              <a:buClr>
                <a:srgbClr val="000000"/>
              </a:buClr>
              <a:buFont typeface="Arial"/>
              <a:buChar char="•"/>
            </a:pPr>
            <a:r>
              <a:rPr b="0" lang="de-DE" sz="2000" strike="noStrike" u="none">
                <a:solidFill>
                  <a:schemeClr val="dk1"/>
                </a:solidFill>
                <a:uFillTx/>
                <a:latin typeface="Calibri"/>
              </a:rPr>
              <a:t>globale Ablage</a:t>
            </a:r>
            <a:endParaRPr b="0" lang="de-DE" sz="2000" strike="noStrike" u="none">
              <a:solidFill>
                <a:srgbClr val="000000"/>
              </a:solidFill>
              <a:uFillTx/>
              <a:latin typeface="Arial"/>
            </a:endParaRPr>
          </a:p>
          <a:p>
            <a:pPr lvl="3" marL="1600200" indent="-228600" defTabSz="914400">
              <a:lnSpc>
                <a:spcPct val="90000"/>
              </a:lnSpc>
              <a:spcBef>
                <a:spcPts val="499"/>
              </a:spcBef>
              <a:buClr>
                <a:srgbClr val="000000"/>
              </a:buClr>
              <a:buFont typeface="Arial"/>
              <a:buChar char="•"/>
            </a:pPr>
            <a:r>
              <a:rPr b="0" lang="de-DE" sz="1800" strike="noStrike" u="none">
                <a:solidFill>
                  <a:schemeClr val="dk1"/>
                </a:solidFill>
                <a:uFillTx/>
                <a:latin typeface="Calibri"/>
              </a:rPr>
              <a:t>Empfohlenes Standard-Verfahren zur Installation von allgemein verwendbaren Werkzeugen</a:t>
            </a:r>
            <a:endParaRPr b="0" lang="de-DE" sz="1800" strike="noStrike" u="none">
              <a:solidFill>
                <a:srgbClr val="000000"/>
              </a:solidFill>
              <a:uFillTx/>
              <a:latin typeface="Arial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theme/theme1.xml><?xml version="1.0" encoding="utf-8"?>
<a:theme xmlns:a="http://schemas.openxmlformats.org/drawingml/2006/main" xmlns:r="http://schemas.openxmlformats.org/officeDocument/2006/relationships" name="Benutzerdefiniertes Design">
  <a:themeElements>
    <a:clrScheme name="Office">
      <a:dk1>
        <a:srgbClr val="000000"/>
      </a:dk1>
      <a:lt1>
        <a:srgbClr val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 pitchFamily="0" charset="1"/>
        <a:ea typeface=""/>
        <a:cs typeface=""/>
      </a:majorFont>
      <a:minorFont>
        <a:latin typeface="Calibri" panose="020F0502020204030204" pitchFamily="0" charset="1"/>
        <a:ea typeface=""/>
        <a:cs typeface=""/>
      </a:minorFont>
    </a:fontScheme>
    <a:fmtScheme>
      <a:fillStyleLst>
        <a:solidFill>
          <a:schemeClr val="phClr"/>
        </a:solidFill>
        <a:gradFill>
          <a:gsLst>
            <a:gs pos="0">
              <a:schemeClr val="phClr">
                <a:lumMod val="110000"/>
                <a:tint val="67000"/>
              </a:schemeClr>
            </a:gs>
            <a:gs pos="50000">
              <a:schemeClr val="phClr">
                <a:lumMod val="105000"/>
                <a:tint val="73000"/>
              </a:schemeClr>
            </a:gs>
            <a:gs pos="100000">
              <a:schemeClr val="phClr">
                <a:lumMod val="105000"/>
                <a:tint val="81000"/>
              </a:schemeClr>
            </a:gs>
          </a:gsLst>
          <a:lin ang="5400000" scaled="0"/>
          <a:tileRect l="0" t="0" r="0" b="0"/>
        </a:gradFill>
        <a:gradFill>
          <a:gsLst>
            <a:gs pos="0">
              <a:schemeClr val="phClr">
                <a:lumMod val="102000"/>
                <a:tint val="94000"/>
              </a:schemeClr>
            </a:gs>
            <a:gs pos="50000">
              <a:schemeClr val="phClr">
                <a:lumMod val="100000"/>
                <a:shade val="100000"/>
              </a:schemeClr>
            </a:gs>
            <a:gs pos="100000">
              <a:schemeClr val="phClr">
                <a:lumMod val="99000"/>
                <a:shade val="78000"/>
              </a:schemeClr>
            </a:gs>
          </a:gsLst>
          <a:lin ang="5400000" scaled="0"/>
          <a:tileRect l="0" t="0" r="0" b="0"/>
        </a:gradFill>
      </a:fillStyleLst>
      <a:lnStyleLst>
        <a:ln w="6350" cap="flat" cmpd="sng" algn="ctr">
          <a:prstDash val="solid"/>
          <a:miter lim="800000"/>
        </a:ln>
        <a:ln w="12700" cap="flat" cmpd="sng" algn="ctr">
          <a:prstDash val="solid"/>
          <a:miter lim="800000"/>
        </a:ln>
        <a:ln w="19050" cap="flat" cmpd="sng" algn="ctr"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/>
        </a:effectStyle>
      </a:effectStyleLst>
      <a:bgFillStyleLst>
        <a:solidFill>
          <a:schemeClr val="phClr"/>
        </a:solidFill>
        <a:solidFill>
          <a:schemeClr val="phClr">
            <a:tint val="95000"/>
          </a:schemeClr>
        </a:solidFill>
        <a:gradFill>
          <a:gsLst>
            <a:gs pos="0">
              <a:schemeClr val="phClr">
                <a:tint val="93000"/>
                <a:shade val="98000"/>
                <a:lumMod val="102000"/>
              </a:schemeClr>
            </a:gs>
            <a:gs pos="50000">
              <a:schemeClr val="phClr">
                <a:tint val="98000"/>
                <a:shade val="90000"/>
                <a:lumMod val="103000"/>
              </a:schemeClr>
            </a:gs>
            <a:gs pos="100000">
              <a:schemeClr val="phClr">
                <a:shade val="63000"/>
              </a:schemeClr>
            </a:gs>
          </a:gsLst>
          <a:lin ang="5400000" scaled="0"/>
          <a:tileRect l="0" t="0" r="0" b="0"/>
        </a:gradFill>
      </a:bgFillStyleLst>
    </a:fmtScheme>
  </a:themeElements>
</a:theme>
</file>

<file path=ppt/theme/theme2.xml><?xml version="1.0" encoding="utf-8"?>
<a:theme xmlns:a="http://schemas.openxmlformats.org/drawingml/2006/main" xmlns:r="http://schemas.openxmlformats.org/officeDocument/2006/relationships" name="Benutzerdefiniertes Design">
  <a:themeElements>
    <a:clrScheme name="Office">
      <a:dk1>
        <a:srgbClr val="000000"/>
      </a:dk1>
      <a:lt1>
        <a:srgbClr val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 pitchFamily="0" charset="1"/>
        <a:ea typeface=""/>
        <a:cs typeface=""/>
      </a:majorFont>
      <a:minorFont>
        <a:latin typeface="Calibri" panose="020F0502020204030204" pitchFamily="0" charset="1"/>
        <a:ea typeface=""/>
        <a:cs typeface=""/>
      </a:minorFont>
    </a:fontScheme>
    <a:fmtScheme>
      <a:fillStyleLst>
        <a:solidFill>
          <a:schemeClr val="phClr"/>
        </a:solidFill>
        <a:gradFill>
          <a:gsLst>
            <a:gs pos="0">
              <a:schemeClr val="phClr">
                <a:lumMod val="110000"/>
                <a:tint val="67000"/>
              </a:schemeClr>
            </a:gs>
            <a:gs pos="50000">
              <a:schemeClr val="phClr">
                <a:lumMod val="105000"/>
                <a:tint val="73000"/>
              </a:schemeClr>
            </a:gs>
            <a:gs pos="100000">
              <a:schemeClr val="phClr">
                <a:lumMod val="105000"/>
                <a:tint val="81000"/>
              </a:schemeClr>
            </a:gs>
          </a:gsLst>
          <a:lin ang="5400000" scaled="0"/>
          <a:tileRect l="0" t="0" r="0" b="0"/>
        </a:gradFill>
        <a:gradFill>
          <a:gsLst>
            <a:gs pos="0">
              <a:schemeClr val="phClr">
                <a:lumMod val="102000"/>
                <a:tint val="94000"/>
              </a:schemeClr>
            </a:gs>
            <a:gs pos="50000">
              <a:schemeClr val="phClr">
                <a:lumMod val="100000"/>
                <a:shade val="100000"/>
              </a:schemeClr>
            </a:gs>
            <a:gs pos="100000">
              <a:schemeClr val="phClr">
                <a:lumMod val="99000"/>
                <a:shade val="78000"/>
              </a:schemeClr>
            </a:gs>
          </a:gsLst>
          <a:lin ang="5400000" scaled="0"/>
          <a:tileRect l="0" t="0" r="0" b="0"/>
        </a:gradFill>
      </a:fillStyleLst>
      <a:lnStyleLst>
        <a:ln w="6350" cap="flat" cmpd="sng" algn="ctr">
          <a:prstDash val="solid"/>
          <a:miter lim="800000"/>
        </a:ln>
        <a:ln w="12700" cap="flat" cmpd="sng" algn="ctr">
          <a:prstDash val="solid"/>
          <a:miter lim="800000"/>
        </a:ln>
        <a:ln w="19050" cap="flat" cmpd="sng" algn="ctr"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/>
        </a:effectStyle>
      </a:effectStyleLst>
      <a:bgFillStyleLst>
        <a:solidFill>
          <a:schemeClr val="phClr"/>
        </a:solidFill>
        <a:solidFill>
          <a:schemeClr val="phClr">
            <a:tint val="95000"/>
          </a:schemeClr>
        </a:solidFill>
        <a:gradFill>
          <a:gsLst>
            <a:gs pos="0">
              <a:schemeClr val="phClr">
                <a:tint val="93000"/>
                <a:shade val="98000"/>
                <a:lumMod val="102000"/>
              </a:schemeClr>
            </a:gs>
            <a:gs pos="50000">
              <a:schemeClr val="phClr">
                <a:tint val="98000"/>
                <a:shade val="90000"/>
                <a:lumMod val="103000"/>
              </a:schemeClr>
            </a:gs>
            <a:gs pos="100000">
              <a:schemeClr val="phClr">
                <a:shade val="63000"/>
              </a:schemeClr>
            </a:gs>
          </a:gsLst>
          <a:lin ang="5400000" scaled="0"/>
          <a:tileRect l="0" t="0" r="0" b="0"/>
        </a:gradFill>
      </a:bgFillStyleLst>
    </a:fmtScheme>
  </a:themeElements>
</a:theme>
</file>

<file path=ppt/theme/theme3.xml><?xml version="1.0" encoding="utf-8"?>
<a:theme xmlns:a="http://schemas.openxmlformats.org/drawingml/2006/main" xmlns:r="http://schemas.openxmlformats.org/officeDocument/2006/relationships" name="Benutzerdefiniertes Design">
  <a:themeElements>
    <a:clrScheme name="Office">
      <a:dk1>
        <a:srgbClr val="000000"/>
      </a:dk1>
      <a:lt1>
        <a:srgbClr val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 pitchFamily="0" charset="1"/>
        <a:ea typeface=""/>
        <a:cs typeface=""/>
      </a:majorFont>
      <a:minorFont>
        <a:latin typeface="Calibri" panose="020F0502020204030204" pitchFamily="0" charset="1"/>
        <a:ea typeface=""/>
        <a:cs typeface=""/>
      </a:minorFont>
    </a:fontScheme>
    <a:fmtScheme>
      <a:fillStyleLst>
        <a:solidFill>
          <a:schemeClr val="phClr"/>
        </a:solidFill>
        <a:gradFill>
          <a:gsLst>
            <a:gs pos="0">
              <a:schemeClr val="phClr">
                <a:lumMod val="110000"/>
                <a:tint val="67000"/>
              </a:schemeClr>
            </a:gs>
            <a:gs pos="50000">
              <a:schemeClr val="phClr">
                <a:lumMod val="105000"/>
                <a:tint val="73000"/>
              </a:schemeClr>
            </a:gs>
            <a:gs pos="100000">
              <a:schemeClr val="phClr">
                <a:lumMod val="105000"/>
                <a:tint val="81000"/>
              </a:schemeClr>
            </a:gs>
          </a:gsLst>
          <a:lin ang="5400000" scaled="0"/>
          <a:tileRect l="0" t="0" r="0" b="0"/>
        </a:gradFill>
        <a:gradFill>
          <a:gsLst>
            <a:gs pos="0">
              <a:schemeClr val="phClr">
                <a:lumMod val="102000"/>
                <a:tint val="94000"/>
              </a:schemeClr>
            </a:gs>
            <a:gs pos="50000">
              <a:schemeClr val="phClr">
                <a:lumMod val="100000"/>
                <a:shade val="100000"/>
              </a:schemeClr>
            </a:gs>
            <a:gs pos="100000">
              <a:schemeClr val="phClr">
                <a:lumMod val="99000"/>
                <a:shade val="78000"/>
              </a:schemeClr>
            </a:gs>
          </a:gsLst>
          <a:lin ang="5400000" scaled="0"/>
          <a:tileRect l="0" t="0" r="0" b="0"/>
        </a:gradFill>
      </a:fillStyleLst>
      <a:lnStyleLst>
        <a:ln w="6350" cap="flat" cmpd="sng" algn="ctr">
          <a:prstDash val="solid"/>
          <a:miter lim="800000"/>
        </a:ln>
        <a:ln w="12700" cap="flat" cmpd="sng" algn="ctr">
          <a:prstDash val="solid"/>
          <a:miter lim="800000"/>
        </a:ln>
        <a:ln w="19050" cap="flat" cmpd="sng" algn="ctr"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/>
        </a:effectStyle>
      </a:effectStyleLst>
      <a:bgFillStyleLst>
        <a:solidFill>
          <a:schemeClr val="phClr"/>
        </a:solidFill>
        <a:solidFill>
          <a:schemeClr val="phClr">
            <a:tint val="95000"/>
          </a:schemeClr>
        </a:solidFill>
        <a:gradFill>
          <a:gsLst>
            <a:gs pos="0">
              <a:schemeClr val="phClr">
                <a:tint val="93000"/>
                <a:shade val="98000"/>
                <a:lumMod val="102000"/>
              </a:schemeClr>
            </a:gs>
            <a:gs pos="50000">
              <a:schemeClr val="phClr">
                <a:tint val="98000"/>
                <a:shade val="90000"/>
                <a:lumMod val="103000"/>
              </a:schemeClr>
            </a:gs>
            <a:gs pos="100000">
              <a:schemeClr val="phClr">
                <a:shade val="63000"/>
              </a:schemeClr>
            </a:gs>
          </a:gsLst>
          <a:lin ang="5400000" scaled="0"/>
          <a:tileRect l="0" t="0" r="0" b="0"/>
        </a:gradFill>
      </a:bgFillStyleLst>
    </a:fmtScheme>
  </a:themeElements>
</a:theme>
</file>

<file path=ppt/theme/theme4.xml><?xml version="1.0" encoding="utf-8"?>
<a:theme xmlns:a="http://schemas.openxmlformats.org/drawingml/2006/main" xmlns:r="http://schemas.openxmlformats.org/officeDocument/2006/relationships" name="Benutzerdefiniertes Design">
  <a:themeElements>
    <a:clrScheme name="Office">
      <a:dk1>
        <a:srgbClr val="000000"/>
      </a:dk1>
      <a:lt1>
        <a:srgbClr val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 pitchFamily="0" charset="1"/>
        <a:ea typeface=""/>
        <a:cs typeface=""/>
      </a:majorFont>
      <a:minorFont>
        <a:latin typeface="Calibri" panose="020F0502020204030204" pitchFamily="0" charset="1"/>
        <a:ea typeface=""/>
        <a:cs typeface=""/>
      </a:minorFont>
    </a:fontScheme>
    <a:fmtScheme>
      <a:fillStyleLst>
        <a:solidFill>
          <a:schemeClr val="phClr"/>
        </a:solidFill>
        <a:gradFill>
          <a:gsLst>
            <a:gs pos="0">
              <a:schemeClr val="phClr">
                <a:lumMod val="110000"/>
                <a:tint val="67000"/>
              </a:schemeClr>
            </a:gs>
            <a:gs pos="50000">
              <a:schemeClr val="phClr">
                <a:lumMod val="105000"/>
                <a:tint val="73000"/>
              </a:schemeClr>
            </a:gs>
            <a:gs pos="100000">
              <a:schemeClr val="phClr">
                <a:lumMod val="105000"/>
                <a:tint val="81000"/>
              </a:schemeClr>
            </a:gs>
          </a:gsLst>
          <a:lin ang="5400000" scaled="0"/>
          <a:tileRect l="0" t="0" r="0" b="0"/>
        </a:gradFill>
        <a:gradFill>
          <a:gsLst>
            <a:gs pos="0">
              <a:schemeClr val="phClr">
                <a:lumMod val="102000"/>
                <a:tint val="94000"/>
              </a:schemeClr>
            </a:gs>
            <a:gs pos="50000">
              <a:schemeClr val="phClr">
                <a:lumMod val="100000"/>
                <a:shade val="100000"/>
              </a:schemeClr>
            </a:gs>
            <a:gs pos="100000">
              <a:schemeClr val="phClr">
                <a:lumMod val="99000"/>
                <a:shade val="78000"/>
              </a:schemeClr>
            </a:gs>
          </a:gsLst>
          <a:lin ang="5400000" scaled="0"/>
          <a:tileRect l="0" t="0" r="0" b="0"/>
        </a:gradFill>
      </a:fillStyleLst>
      <a:lnStyleLst>
        <a:ln w="6350" cap="flat" cmpd="sng" algn="ctr">
          <a:prstDash val="solid"/>
          <a:miter lim="800000"/>
        </a:ln>
        <a:ln w="12700" cap="flat" cmpd="sng" algn="ctr">
          <a:prstDash val="solid"/>
          <a:miter lim="800000"/>
        </a:ln>
        <a:ln w="19050" cap="flat" cmpd="sng" algn="ctr"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/>
        </a:effectStyle>
      </a:effectStyleLst>
      <a:bgFillStyleLst>
        <a:solidFill>
          <a:schemeClr val="phClr"/>
        </a:solidFill>
        <a:solidFill>
          <a:schemeClr val="phClr">
            <a:tint val="95000"/>
          </a:schemeClr>
        </a:solidFill>
        <a:gradFill>
          <a:gsLst>
            <a:gs pos="0">
              <a:schemeClr val="phClr">
                <a:tint val="93000"/>
                <a:shade val="98000"/>
                <a:lumMod val="102000"/>
              </a:schemeClr>
            </a:gs>
            <a:gs pos="50000">
              <a:schemeClr val="phClr">
                <a:tint val="98000"/>
                <a:shade val="90000"/>
                <a:lumMod val="103000"/>
              </a:schemeClr>
            </a:gs>
            <a:gs pos="100000">
              <a:schemeClr val="phClr">
                <a:shade val="63000"/>
              </a:schemeClr>
            </a:gs>
          </a:gsLst>
          <a:lin ang="5400000" scaled="0"/>
          <a:tileRect l="0" t="0" r="0" b="0"/>
        </a:gradFill>
      </a:bgFillStyleLst>
    </a:fmtScheme>
  </a:themeElements>
</a:theme>
</file>

<file path=ppt/theme/theme5.xml><?xml version="1.0" encoding="utf-8"?>
<a:theme xmlns:a="http://schemas.openxmlformats.org/drawingml/2006/main" xmlns:r="http://schemas.openxmlformats.org/officeDocument/2006/relationships" name="Benutzerdefiniertes Design">
  <a:themeElements>
    <a:clrScheme name="Office">
      <a:dk1>
        <a:srgbClr val="000000"/>
      </a:dk1>
      <a:lt1>
        <a:srgbClr val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 pitchFamily="0" charset="1"/>
        <a:ea typeface=""/>
        <a:cs typeface=""/>
      </a:majorFont>
      <a:minorFont>
        <a:latin typeface="Calibri" panose="020F0502020204030204" pitchFamily="0" charset="1"/>
        <a:ea typeface=""/>
        <a:cs typeface=""/>
      </a:minorFont>
    </a:fontScheme>
    <a:fmtScheme>
      <a:fillStyleLst>
        <a:solidFill>
          <a:schemeClr val="phClr"/>
        </a:solidFill>
        <a:gradFill>
          <a:gsLst>
            <a:gs pos="0">
              <a:schemeClr val="phClr">
                <a:lumMod val="110000"/>
                <a:tint val="67000"/>
              </a:schemeClr>
            </a:gs>
            <a:gs pos="50000">
              <a:schemeClr val="phClr">
                <a:lumMod val="105000"/>
                <a:tint val="73000"/>
              </a:schemeClr>
            </a:gs>
            <a:gs pos="100000">
              <a:schemeClr val="phClr">
                <a:lumMod val="105000"/>
                <a:tint val="81000"/>
              </a:schemeClr>
            </a:gs>
          </a:gsLst>
          <a:lin ang="5400000" scaled="0"/>
          <a:tileRect l="0" t="0" r="0" b="0"/>
        </a:gradFill>
        <a:gradFill>
          <a:gsLst>
            <a:gs pos="0">
              <a:schemeClr val="phClr">
                <a:lumMod val="102000"/>
                <a:tint val="94000"/>
              </a:schemeClr>
            </a:gs>
            <a:gs pos="50000">
              <a:schemeClr val="phClr">
                <a:lumMod val="100000"/>
                <a:shade val="100000"/>
              </a:schemeClr>
            </a:gs>
            <a:gs pos="100000">
              <a:schemeClr val="phClr">
                <a:lumMod val="99000"/>
                <a:shade val="78000"/>
              </a:schemeClr>
            </a:gs>
          </a:gsLst>
          <a:lin ang="5400000" scaled="0"/>
          <a:tileRect l="0" t="0" r="0" b="0"/>
        </a:gradFill>
      </a:fillStyleLst>
      <a:lnStyleLst>
        <a:ln w="6350" cap="flat" cmpd="sng" algn="ctr">
          <a:prstDash val="solid"/>
          <a:miter lim="800000"/>
        </a:ln>
        <a:ln w="12700" cap="flat" cmpd="sng" algn="ctr">
          <a:prstDash val="solid"/>
          <a:miter lim="800000"/>
        </a:ln>
        <a:ln w="19050" cap="flat" cmpd="sng" algn="ctr"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/>
        </a:effectStyle>
      </a:effectStyleLst>
      <a:bgFillStyleLst>
        <a:solidFill>
          <a:schemeClr val="phClr"/>
        </a:solidFill>
        <a:solidFill>
          <a:schemeClr val="phClr">
            <a:tint val="95000"/>
          </a:schemeClr>
        </a:solidFill>
        <a:gradFill>
          <a:gsLst>
            <a:gs pos="0">
              <a:schemeClr val="phClr">
                <a:tint val="93000"/>
                <a:shade val="98000"/>
                <a:lumMod val="102000"/>
              </a:schemeClr>
            </a:gs>
            <a:gs pos="50000">
              <a:schemeClr val="phClr">
                <a:tint val="98000"/>
                <a:shade val="90000"/>
                <a:lumMod val="103000"/>
              </a:schemeClr>
            </a:gs>
            <a:gs pos="100000">
              <a:schemeClr val="phClr">
                <a:shade val="63000"/>
              </a:schemeClr>
            </a:gs>
          </a:gsLst>
          <a:lin ang="5400000" scaled="0"/>
          <a:tileRect l="0" t="0" r="0" b="0"/>
        </a:gradFill>
      </a:bgFillStyleLst>
    </a:fmtScheme>
  </a:themeElements>
</a:theme>
</file>

<file path=ppt/theme/theme6.xml><?xml version="1.0" encoding="utf-8"?>
<a:theme xmlns:a="http://schemas.openxmlformats.org/drawingml/2006/main" xmlns:r="http://schemas.openxmlformats.org/officeDocument/2006/relationships" name="Benutzerdefiniertes Design">
  <a:themeElements>
    <a:clrScheme name="Office">
      <a:dk1>
        <a:srgbClr val="000000"/>
      </a:dk1>
      <a:lt1>
        <a:srgbClr val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 pitchFamily="0" charset="1"/>
        <a:ea typeface=""/>
        <a:cs typeface=""/>
      </a:majorFont>
      <a:minorFont>
        <a:latin typeface="Calibri" panose="020F0502020204030204" pitchFamily="0" charset="1"/>
        <a:ea typeface=""/>
        <a:cs typeface=""/>
      </a:minorFont>
    </a:fontScheme>
    <a:fmtScheme>
      <a:fillStyleLst>
        <a:solidFill>
          <a:schemeClr val="phClr"/>
        </a:solidFill>
        <a:gradFill>
          <a:gsLst>
            <a:gs pos="0">
              <a:schemeClr val="phClr">
                <a:lumMod val="110000"/>
                <a:tint val="67000"/>
              </a:schemeClr>
            </a:gs>
            <a:gs pos="50000">
              <a:schemeClr val="phClr">
                <a:lumMod val="105000"/>
                <a:tint val="73000"/>
              </a:schemeClr>
            </a:gs>
            <a:gs pos="100000">
              <a:schemeClr val="phClr">
                <a:lumMod val="105000"/>
                <a:tint val="81000"/>
              </a:schemeClr>
            </a:gs>
          </a:gsLst>
          <a:lin ang="5400000" scaled="0"/>
          <a:tileRect l="0" t="0" r="0" b="0"/>
        </a:gradFill>
        <a:gradFill>
          <a:gsLst>
            <a:gs pos="0">
              <a:schemeClr val="phClr">
                <a:lumMod val="102000"/>
                <a:tint val="94000"/>
              </a:schemeClr>
            </a:gs>
            <a:gs pos="50000">
              <a:schemeClr val="phClr">
                <a:lumMod val="100000"/>
                <a:shade val="100000"/>
              </a:schemeClr>
            </a:gs>
            <a:gs pos="100000">
              <a:schemeClr val="phClr">
                <a:lumMod val="99000"/>
                <a:shade val="78000"/>
              </a:schemeClr>
            </a:gs>
          </a:gsLst>
          <a:lin ang="5400000" scaled="0"/>
          <a:tileRect l="0" t="0" r="0" b="0"/>
        </a:gradFill>
      </a:fillStyleLst>
      <a:lnStyleLst>
        <a:ln w="6350" cap="flat" cmpd="sng" algn="ctr">
          <a:prstDash val="solid"/>
          <a:miter lim="800000"/>
        </a:ln>
        <a:ln w="12700" cap="flat" cmpd="sng" algn="ctr">
          <a:prstDash val="solid"/>
          <a:miter lim="800000"/>
        </a:ln>
        <a:ln w="19050" cap="flat" cmpd="sng" algn="ctr"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/>
        </a:effectStyle>
      </a:effectStyleLst>
      <a:bgFillStyleLst>
        <a:solidFill>
          <a:schemeClr val="phClr"/>
        </a:solidFill>
        <a:solidFill>
          <a:schemeClr val="phClr">
            <a:tint val="95000"/>
          </a:schemeClr>
        </a:solidFill>
        <a:gradFill>
          <a:gsLst>
            <a:gs pos="0">
              <a:schemeClr val="phClr">
                <a:tint val="93000"/>
                <a:shade val="98000"/>
                <a:lumMod val="102000"/>
              </a:schemeClr>
            </a:gs>
            <a:gs pos="50000">
              <a:schemeClr val="phClr">
                <a:tint val="98000"/>
                <a:shade val="90000"/>
                <a:lumMod val="103000"/>
              </a:schemeClr>
            </a:gs>
            <a:gs pos="100000">
              <a:schemeClr val="phClr">
                <a:shade val="63000"/>
              </a:schemeClr>
            </a:gs>
          </a:gsLst>
          <a:lin ang="5400000" scaled="0"/>
          <a:tileRect l="0" t="0" r="0" b="0"/>
        </a:gradFill>
      </a:bgFillStyleLst>
    </a:fmtScheme>
  </a:themeElements>
</a:theme>
</file>

<file path=ppt/theme/theme7.xml><?xml version="1.0" encoding="utf-8"?>
<a:theme xmlns:a="http://schemas.openxmlformats.org/drawingml/2006/main" xmlns:r="http://schemas.openxmlformats.org/officeDocument/2006/relationships" name="Benutzerdefiniertes Design">
  <a:themeElements>
    <a:clrScheme name="Office">
      <a:dk1>
        <a:srgbClr val="000000"/>
      </a:dk1>
      <a:lt1>
        <a:srgbClr val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 pitchFamily="0" charset="1"/>
        <a:ea typeface=""/>
        <a:cs typeface=""/>
      </a:majorFont>
      <a:minorFont>
        <a:latin typeface="Calibri" panose="020F0502020204030204" pitchFamily="0" charset="1"/>
        <a:ea typeface=""/>
        <a:cs typeface=""/>
      </a:minorFont>
    </a:fontScheme>
    <a:fmtScheme>
      <a:fillStyleLst>
        <a:solidFill>
          <a:schemeClr val="phClr"/>
        </a:solidFill>
        <a:gradFill>
          <a:gsLst>
            <a:gs pos="0">
              <a:schemeClr val="phClr">
                <a:lumMod val="110000"/>
                <a:tint val="67000"/>
              </a:schemeClr>
            </a:gs>
            <a:gs pos="50000">
              <a:schemeClr val="phClr">
                <a:lumMod val="105000"/>
                <a:tint val="73000"/>
              </a:schemeClr>
            </a:gs>
            <a:gs pos="100000">
              <a:schemeClr val="phClr">
                <a:lumMod val="105000"/>
                <a:tint val="81000"/>
              </a:schemeClr>
            </a:gs>
          </a:gsLst>
          <a:lin ang="5400000" scaled="0"/>
          <a:tileRect l="0" t="0" r="0" b="0"/>
        </a:gradFill>
        <a:gradFill>
          <a:gsLst>
            <a:gs pos="0">
              <a:schemeClr val="phClr">
                <a:lumMod val="102000"/>
                <a:tint val="94000"/>
              </a:schemeClr>
            </a:gs>
            <a:gs pos="50000">
              <a:schemeClr val="phClr">
                <a:lumMod val="100000"/>
                <a:shade val="100000"/>
              </a:schemeClr>
            </a:gs>
            <a:gs pos="100000">
              <a:schemeClr val="phClr">
                <a:lumMod val="99000"/>
                <a:shade val="78000"/>
              </a:schemeClr>
            </a:gs>
          </a:gsLst>
          <a:lin ang="5400000" scaled="0"/>
          <a:tileRect l="0" t="0" r="0" b="0"/>
        </a:gradFill>
      </a:fillStyleLst>
      <a:lnStyleLst>
        <a:ln w="6350" cap="flat" cmpd="sng" algn="ctr">
          <a:prstDash val="solid"/>
          <a:miter lim="800000"/>
        </a:ln>
        <a:ln w="12700" cap="flat" cmpd="sng" algn="ctr">
          <a:prstDash val="solid"/>
          <a:miter lim="800000"/>
        </a:ln>
        <a:ln w="19050" cap="flat" cmpd="sng" algn="ctr"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/>
        </a:effectStyle>
      </a:effectStyleLst>
      <a:bgFillStyleLst>
        <a:solidFill>
          <a:schemeClr val="phClr"/>
        </a:solidFill>
        <a:solidFill>
          <a:schemeClr val="phClr">
            <a:tint val="95000"/>
          </a:schemeClr>
        </a:solidFill>
        <a:gradFill>
          <a:gsLst>
            <a:gs pos="0">
              <a:schemeClr val="phClr">
                <a:tint val="93000"/>
                <a:shade val="98000"/>
                <a:lumMod val="102000"/>
              </a:schemeClr>
            </a:gs>
            <a:gs pos="50000">
              <a:schemeClr val="phClr">
                <a:tint val="98000"/>
                <a:shade val="90000"/>
                <a:lumMod val="103000"/>
              </a:schemeClr>
            </a:gs>
            <a:gs pos="100000">
              <a:schemeClr val="phClr">
                <a:shade val="63000"/>
              </a:schemeClr>
            </a:gs>
          </a:gsLst>
          <a:lin ang="5400000" scaled="0"/>
          <a:tileRect l="0" t="0" r="0" b="0"/>
        </a:gradFill>
      </a:bgFillStyleLst>
    </a:fmtScheme>
  </a:themeElements>
</a:theme>
</file>

<file path=ppt/theme/theme8.xml><?xml version="1.0" encoding="utf-8"?>
<a:theme xmlns:a="http://schemas.openxmlformats.org/drawingml/2006/main" xmlns:r="http://schemas.openxmlformats.org/officeDocument/2006/relationships" name="Benutzerdefiniertes Design">
  <a:themeElements>
    <a:clrScheme name="Office">
      <a:dk1>
        <a:srgbClr val="000000"/>
      </a:dk1>
      <a:lt1>
        <a:srgbClr val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 pitchFamily="0" charset="1"/>
        <a:ea typeface=""/>
        <a:cs typeface=""/>
      </a:majorFont>
      <a:minorFont>
        <a:latin typeface="Calibri" panose="020F0502020204030204" pitchFamily="0" charset="1"/>
        <a:ea typeface=""/>
        <a:cs typeface=""/>
      </a:minorFont>
    </a:fontScheme>
    <a:fmtScheme>
      <a:fillStyleLst>
        <a:solidFill>
          <a:schemeClr val="phClr"/>
        </a:solidFill>
        <a:gradFill>
          <a:gsLst>
            <a:gs pos="0">
              <a:schemeClr val="phClr">
                <a:lumMod val="110000"/>
                <a:tint val="67000"/>
              </a:schemeClr>
            </a:gs>
            <a:gs pos="50000">
              <a:schemeClr val="phClr">
                <a:lumMod val="105000"/>
                <a:tint val="73000"/>
              </a:schemeClr>
            </a:gs>
            <a:gs pos="100000">
              <a:schemeClr val="phClr">
                <a:lumMod val="105000"/>
                <a:tint val="81000"/>
              </a:schemeClr>
            </a:gs>
          </a:gsLst>
          <a:lin ang="5400000" scaled="0"/>
          <a:tileRect l="0" t="0" r="0" b="0"/>
        </a:gradFill>
        <a:gradFill>
          <a:gsLst>
            <a:gs pos="0">
              <a:schemeClr val="phClr">
                <a:lumMod val="102000"/>
                <a:tint val="94000"/>
              </a:schemeClr>
            </a:gs>
            <a:gs pos="50000">
              <a:schemeClr val="phClr">
                <a:lumMod val="100000"/>
                <a:shade val="100000"/>
              </a:schemeClr>
            </a:gs>
            <a:gs pos="100000">
              <a:schemeClr val="phClr">
                <a:lumMod val="99000"/>
                <a:shade val="78000"/>
              </a:schemeClr>
            </a:gs>
          </a:gsLst>
          <a:lin ang="5400000" scaled="0"/>
          <a:tileRect l="0" t="0" r="0" b="0"/>
        </a:gradFill>
      </a:fillStyleLst>
      <a:lnStyleLst>
        <a:ln w="6350" cap="flat" cmpd="sng" algn="ctr">
          <a:prstDash val="solid"/>
          <a:miter lim="800000"/>
        </a:ln>
        <a:ln w="12700" cap="flat" cmpd="sng" algn="ctr">
          <a:prstDash val="solid"/>
          <a:miter lim="800000"/>
        </a:ln>
        <a:ln w="19050" cap="flat" cmpd="sng" algn="ctr"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/>
        </a:effectStyle>
      </a:effectStyleLst>
      <a:bgFillStyleLst>
        <a:solidFill>
          <a:schemeClr val="phClr"/>
        </a:solidFill>
        <a:solidFill>
          <a:schemeClr val="phClr">
            <a:tint val="95000"/>
          </a:schemeClr>
        </a:solidFill>
        <a:gradFill>
          <a:gsLst>
            <a:gs pos="0">
              <a:schemeClr val="phClr">
                <a:tint val="93000"/>
                <a:shade val="98000"/>
                <a:lumMod val="102000"/>
              </a:schemeClr>
            </a:gs>
            <a:gs pos="50000">
              <a:schemeClr val="phClr">
                <a:tint val="98000"/>
                <a:shade val="90000"/>
                <a:lumMod val="103000"/>
              </a:schemeClr>
            </a:gs>
            <a:gs pos="100000">
              <a:schemeClr val="phClr">
                <a:shade val="63000"/>
              </a:schemeClr>
            </a:gs>
          </a:gsLst>
          <a:lin ang="5400000" scaled="0"/>
          <a:tileRect l="0" t="0" r="0" b="0"/>
        </a:gradFill>
      </a:bgFillStyleLst>
    </a:fmtScheme>
  </a:themeElements>
</a:theme>
</file>

<file path=ppt/theme/theme9.xml><?xml version="1.0" encoding="utf-8"?>
<a:theme xmlns:a="http://schemas.openxmlformats.org/drawingml/2006/main" xmlns:r="http://schemas.openxmlformats.org/officeDocument/2006/relationships" name="Benutzerdefiniertes Design">
  <a:themeElements>
    <a:clrScheme name="Office">
      <a:dk1>
        <a:srgbClr val="000000"/>
      </a:dk1>
      <a:lt1>
        <a:srgbClr val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 pitchFamily="0" charset="1"/>
        <a:ea typeface=""/>
        <a:cs typeface=""/>
      </a:majorFont>
      <a:minorFont>
        <a:latin typeface="Calibri" panose="020F0502020204030204" pitchFamily="0" charset="1"/>
        <a:ea typeface=""/>
        <a:cs typeface=""/>
      </a:minorFont>
    </a:fontScheme>
    <a:fmtScheme>
      <a:fillStyleLst>
        <a:solidFill>
          <a:schemeClr val="phClr"/>
        </a:solidFill>
        <a:gradFill>
          <a:gsLst>
            <a:gs pos="0">
              <a:schemeClr val="phClr">
                <a:lumMod val="110000"/>
                <a:tint val="67000"/>
              </a:schemeClr>
            </a:gs>
            <a:gs pos="50000">
              <a:schemeClr val="phClr">
                <a:lumMod val="105000"/>
                <a:tint val="73000"/>
              </a:schemeClr>
            </a:gs>
            <a:gs pos="100000">
              <a:schemeClr val="phClr">
                <a:lumMod val="105000"/>
                <a:tint val="81000"/>
              </a:schemeClr>
            </a:gs>
          </a:gsLst>
          <a:lin ang="5400000" scaled="0"/>
          <a:tileRect l="0" t="0" r="0" b="0"/>
        </a:gradFill>
        <a:gradFill>
          <a:gsLst>
            <a:gs pos="0">
              <a:schemeClr val="phClr">
                <a:lumMod val="102000"/>
                <a:tint val="94000"/>
              </a:schemeClr>
            </a:gs>
            <a:gs pos="50000">
              <a:schemeClr val="phClr">
                <a:lumMod val="100000"/>
                <a:shade val="100000"/>
              </a:schemeClr>
            </a:gs>
            <a:gs pos="100000">
              <a:schemeClr val="phClr">
                <a:lumMod val="99000"/>
                <a:shade val="78000"/>
              </a:schemeClr>
            </a:gs>
          </a:gsLst>
          <a:lin ang="5400000" scaled="0"/>
          <a:tileRect l="0" t="0" r="0" b="0"/>
        </a:gradFill>
      </a:fillStyleLst>
      <a:lnStyleLst>
        <a:ln w="6350" cap="flat" cmpd="sng" algn="ctr">
          <a:prstDash val="solid"/>
          <a:miter lim="800000"/>
        </a:ln>
        <a:ln w="12700" cap="flat" cmpd="sng" algn="ctr">
          <a:prstDash val="solid"/>
          <a:miter lim="800000"/>
        </a:ln>
        <a:ln w="19050" cap="flat" cmpd="sng" algn="ctr"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/>
        </a:effectStyle>
      </a:effectStyleLst>
      <a:bgFillStyleLst>
        <a:solidFill>
          <a:schemeClr val="phClr"/>
        </a:solidFill>
        <a:solidFill>
          <a:schemeClr val="phClr">
            <a:tint val="95000"/>
          </a:schemeClr>
        </a:solidFill>
        <a:gradFill>
          <a:gsLst>
            <a:gs pos="0">
              <a:schemeClr val="phClr">
                <a:tint val="93000"/>
                <a:shade val="98000"/>
                <a:lumMod val="102000"/>
              </a:schemeClr>
            </a:gs>
            <a:gs pos="50000">
              <a:schemeClr val="phClr">
                <a:tint val="98000"/>
                <a:shade val="90000"/>
                <a:lumMod val="103000"/>
              </a:schemeClr>
            </a:gs>
            <a:gs pos="100000">
              <a:schemeClr val="phClr">
                <a:shade val="63000"/>
              </a:schemeClr>
            </a:gs>
          </a:gsLst>
          <a:lin ang="5400000" scaled="0"/>
          <a:tileRect l="0" t="0" r="0" b="0"/>
        </a:gradFill>
      </a:bgFillStyleLst>
    </a:fmtScheme>
  </a:themeElements>
</a:theme>
</file>

<file path=ppt/theme/theme10.xml><?xml version="1.0" encoding="utf-8"?>
<a:theme xmlns:a="http://schemas.openxmlformats.org/drawingml/2006/main" xmlns:r="http://schemas.openxmlformats.org/officeDocument/2006/relationships" name="Benutzerdefiniertes Design">
  <a:themeElements>
    <a:clrScheme name="Office">
      <a:dk1>
        <a:srgbClr val="000000"/>
      </a:dk1>
      <a:lt1>
        <a:srgbClr val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 pitchFamily="0" charset="1"/>
        <a:ea typeface=""/>
        <a:cs typeface=""/>
      </a:majorFont>
      <a:minorFont>
        <a:latin typeface="Calibri" panose="020F0502020204030204" pitchFamily="0" charset="1"/>
        <a:ea typeface=""/>
        <a:cs typeface=""/>
      </a:minorFont>
    </a:fontScheme>
    <a:fmtScheme>
      <a:fillStyleLst>
        <a:solidFill>
          <a:schemeClr val="phClr"/>
        </a:solidFill>
        <a:gradFill>
          <a:gsLst>
            <a:gs pos="0">
              <a:schemeClr val="phClr">
                <a:lumMod val="110000"/>
                <a:tint val="67000"/>
              </a:schemeClr>
            </a:gs>
            <a:gs pos="50000">
              <a:schemeClr val="phClr">
                <a:lumMod val="105000"/>
                <a:tint val="73000"/>
              </a:schemeClr>
            </a:gs>
            <a:gs pos="100000">
              <a:schemeClr val="phClr">
                <a:lumMod val="105000"/>
                <a:tint val="81000"/>
              </a:schemeClr>
            </a:gs>
          </a:gsLst>
          <a:lin ang="5400000" scaled="0"/>
          <a:tileRect l="0" t="0" r="0" b="0"/>
        </a:gradFill>
        <a:gradFill>
          <a:gsLst>
            <a:gs pos="0">
              <a:schemeClr val="phClr">
                <a:lumMod val="102000"/>
                <a:tint val="94000"/>
              </a:schemeClr>
            </a:gs>
            <a:gs pos="50000">
              <a:schemeClr val="phClr">
                <a:lumMod val="100000"/>
                <a:shade val="100000"/>
              </a:schemeClr>
            </a:gs>
            <a:gs pos="100000">
              <a:schemeClr val="phClr">
                <a:lumMod val="99000"/>
                <a:shade val="78000"/>
              </a:schemeClr>
            </a:gs>
          </a:gsLst>
          <a:lin ang="5400000" scaled="0"/>
          <a:tileRect l="0" t="0" r="0" b="0"/>
        </a:gradFill>
      </a:fillStyleLst>
      <a:lnStyleLst>
        <a:ln w="6350" cap="flat" cmpd="sng" algn="ctr">
          <a:prstDash val="solid"/>
          <a:miter lim="800000"/>
        </a:ln>
        <a:ln w="12700" cap="flat" cmpd="sng" algn="ctr">
          <a:prstDash val="solid"/>
          <a:miter lim="800000"/>
        </a:ln>
        <a:ln w="19050" cap="flat" cmpd="sng" algn="ctr"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/>
        </a:effectStyle>
      </a:effectStyleLst>
      <a:bgFillStyleLst>
        <a:solidFill>
          <a:schemeClr val="phClr"/>
        </a:solidFill>
        <a:solidFill>
          <a:schemeClr val="phClr">
            <a:tint val="95000"/>
          </a:schemeClr>
        </a:solidFill>
        <a:gradFill>
          <a:gsLst>
            <a:gs pos="0">
              <a:schemeClr val="phClr">
                <a:tint val="93000"/>
                <a:shade val="98000"/>
                <a:lumMod val="102000"/>
              </a:schemeClr>
            </a:gs>
            <a:gs pos="50000">
              <a:schemeClr val="phClr">
                <a:tint val="98000"/>
                <a:shade val="90000"/>
                <a:lumMod val="103000"/>
              </a:schemeClr>
            </a:gs>
            <a:gs pos="100000">
              <a:schemeClr val="phClr">
                <a:shade val="63000"/>
              </a:schemeClr>
            </a:gs>
          </a:gsLst>
          <a:lin ang="5400000" scaled="0"/>
          <a:tileRect l="0" t="0" r="0" b="0"/>
        </a:gradFill>
      </a:bgFillStyleLst>
    </a:fmtScheme>
  </a:themeElements>
</a:theme>
</file>

<file path=ppt/theme/theme11.xml><?xml version="1.0" encoding="utf-8"?>
<a:theme xmlns:a="http://schemas.openxmlformats.org/drawingml/2006/main" xmlns:r="http://schemas.openxmlformats.org/officeDocument/2006/relationships" name="Benutzerdefiniertes Design">
  <a:themeElements>
    <a:clrScheme name="Office">
      <a:dk1>
        <a:srgbClr val="000000"/>
      </a:dk1>
      <a:lt1>
        <a:srgbClr val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 pitchFamily="0" charset="1"/>
        <a:ea typeface=""/>
        <a:cs typeface=""/>
      </a:majorFont>
      <a:minorFont>
        <a:latin typeface="Calibri" panose="020F0502020204030204" pitchFamily="0" charset="1"/>
        <a:ea typeface=""/>
        <a:cs typeface=""/>
      </a:minorFont>
    </a:fontScheme>
    <a:fmtScheme>
      <a:fillStyleLst>
        <a:solidFill>
          <a:schemeClr val="phClr"/>
        </a:solidFill>
        <a:gradFill>
          <a:gsLst>
            <a:gs pos="0">
              <a:schemeClr val="phClr">
                <a:lumMod val="110000"/>
                <a:tint val="67000"/>
              </a:schemeClr>
            </a:gs>
            <a:gs pos="50000">
              <a:schemeClr val="phClr">
                <a:lumMod val="105000"/>
                <a:tint val="73000"/>
              </a:schemeClr>
            </a:gs>
            <a:gs pos="100000">
              <a:schemeClr val="phClr">
                <a:lumMod val="105000"/>
                <a:tint val="81000"/>
              </a:schemeClr>
            </a:gs>
          </a:gsLst>
          <a:lin ang="5400000" scaled="0"/>
          <a:tileRect l="0" t="0" r="0" b="0"/>
        </a:gradFill>
        <a:gradFill>
          <a:gsLst>
            <a:gs pos="0">
              <a:schemeClr val="phClr">
                <a:lumMod val="102000"/>
                <a:tint val="94000"/>
              </a:schemeClr>
            </a:gs>
            <a:gs pos="50000">
              <a:schemeClr val="phClr">
                <a:lumMod val="100000"/>
                <a:shade val="100000"/>
              </a:schemeClr>
            </a:gs>
            <a:gs pos="100000">
              <a:schemeClr val="phClr">
                <a:lumMod val="99000"/>
                <a:shade val="78000"/>
              </a:schemeClr>
            </a:gs>
          </a:gsLst>
          <a:lin ang="5400000" scaled="0"/>
          <a:tileRect l="0" t="0" r="0" b="0"/>
        </a:gradFill>
      </a:fillStyleLst>
      <a:lnStyleLst>
        <a:ln w="6350" cap="flat" cmpd="sng" algn="ctr">
          <a:prstDash val="solid"/>
          <a:miter lim="800000"/>
        </a:ln>
        <a:ln w="12700" cap="flat" cmpd="sng" algn="ctr">
          <a:prstDash val="solid"/>
          <a:miter lim="800000"/>
        </a:ln>
        <a:ln w="19050" cap="flat" cmpd="sng" algn="ctr"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/>
        </a:effectStyle>
      </a:effectStyleLst>
      <a:bgFillStyleLst>
        <a:solidFill>
          <a:schemeClr val="phClr"/>
        </a:solidFill>
        <a:solidFill>
          <a:schemeClr val="phClr">
            <a:tint val="95000"/>
          </a:schemeClr>
        </a:solidFill>
        <a:gradFill>
          <a:gsLst>
            <a:gs pos="0">
              <a:schemeClr val="phClr">
                <a:tint val="93000"/>
                <a:shade val="98000"/>
                <a:lumMod val="102000"/>
              </a:schemeClr>
            </a:gs>
            <a:gs pos="50000">
              <a:schemeClr val="phClr">
                <a:tint val="98000"/>
                <a:shade val="90000"/>
                <a:lumMod val="103000"/>
              </a:schemeClr>
            </a:gs>
            <a:gs pos="100000">
              <a:schemeClr val="phClr">
                <a:shade val="63000"/>
              </a:schemeClr>
            </a:gs>
          </a:gsLst>
          <a:lin ang="5400000" scaled="0"/>
          <a:tileRect l="0" t="0" r="0" b="0"/>
        </a:gradFill>
      </a:bgFillStyleLst>
    </a:fmtScheme>
  </a:themeElements>
</a:theme>
</file>

<file path=ppt/theme/theme12.xml><?xml version="1.0" encoding="utf-8"?>
<a:theme xmlns:a="http://schemas.openxmlformats.org/drawingml/2006/main" xmlns:r="http://schemas.openxmlformats.org/officeDocument/2006/relationships" name="Office">
  <a:themeElements>
    <a:clrScheme name="Office">
      <a:dk1>
        <a:srgbClr val="000000"/>
      </a:dk1>
      <a:lt1>
        <a:srgbClr val="ffffff"/>
      </a:lt1>
      <a:dk2>
        <a:srgbClr val="44546a"/>
      </a:dk2>
      <a:lt2>
        <a:srgbClr val="e7e6e6"/>
      </a:lt2>
      <a:accent1>
        <a:srgbClr val="1d9a78"/>
      </a:accent1>
      <a:accent2>
        <a:srgbClr val="8bc145"/>
      </a:accent2>
      <a:accent3>
        <a:srgbClr val="36afce"/>
      </a:accent3>
      <a:accent4>
        <a:srgbClr val="1d6fa9"/>
      </a:accent4>
      <a:accent5>
        <a:srgbClr val="b74919"/>
      </a:accent5>
      <a:accent6>
        <a:srgbClr val="f19d19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 pitchFamily="0" charset="1"/>
        <a:ea typeface=""/>
        <a:cs typeface=""/>
      </a:majorFont>
      <a:minorFont>
        <a:latin typeface="Calibri" panose="020F0502020204030204" pitchFamily="0" charset="1"/>
        <a:ea typeface=""/>
        <a:cs typeface=""/>
      </a:minorFont>
    </a:fontScheme>
    <a:fmtScheme>
      <a:fillStyleLst>
        <a:solidFill>
          <a:schemeClr val="phClr"/>
        </a:solidFill>
        <a:gradFill>
          <a:gsLst>
            <a:gs pos="0">
              <a:schemeClr val="phClr">
                <a:lumMod val="110000"/>
                <a:tint val="67000"/>
              </a:schemeClr>
            </a:gs>
            <a:gs pos="50000">
              <a:schemeClr val="phClr">
                <a:lumMod val="105000"/>
                <a:tint val="73000"/>
              </a:schemeClr>
            </a:gs>
            <a:gs pos="100000">
              <a:schemeClr val="phClr">
                <a:lumMod val="105000"/>
                <a:tint val="81000"/>
              </a:schemeClr>
            </a:gs>
          </a:gsLst>
          <a:lin ang="5400000" scaled="0"/>
          <a:tileRect l="0" t="0" r="0" b="0"/>
        </a:gradFill>
        <a:gradFill>
          <a:gsLst>
            <a:gs pos="0">
              <a:schemeClr val="phClr">
                <a:lumMod val="102000"/>
                <a:tint val="94000"/>
              </a:schemeClr>
            </a:gs>
            <a:gs pos="50000">
              <a:schemeClr val="phClr">
                <a:lumMod val="100000"/>
                <a:shade val="100000"/>
              </a:schemeClr>
            </a:gs>
            <a:gs pos="100000">
              <a:schemeClr val="phClr">
                <a:lumMod val="99000"/>
                <a:shade val="78000"/>
              </a:schemeClr>
            </a:gs>
          </a:gsLst>
          <a:lin ang="5400000" scaled="0"/>
          <a:tileRect l="0" t="0" r="0" b="0"/>
        </a:gradFill>
      </a:fillStyleLst>
      <a:lnStyleLst>
        <a:ln w="6350" cap="flat" cmpd="sng" algn="ctr">
          <a:prstDash val="solid"/>
          <a:miter lim="800000"/>
        </a:ln>
        <a:ln w="12700" cap="flat" cmpd="sng" algn="ctr">
          <a:prstDash val="solid"/>
          <a:miter lim="800000"/>
        </a:ln>
        <a:ln w="19050" cap="flat" cmpd="sng" algn="ctr"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/>
        </a:effectStyle>
      </a:effectStyleLst>
      <a:bgFillStyleLst>
        <a:solidFill>
          <a:schemeClr val="phClr"/>
        </a:solidFill>
        <a:solidFill>
          <a:schemeClr val="phClr">
            <a:tint val="95000"/>
          </a:schemeClr>
        </a:solidFill>
        <a:gradFill>
          <a:gsLst>
            <a:gs pos="0">
              <a:schemeClr val="phClr">
                <a:tint val="93000"/>
                <a:shade val="98000"/>
                <a:lumMod val="102000"/>
              </a:schemeClr>
            </a:gs>
            <a:gs pos="50000">
              <a:schemeClr val="phClr">
                <a:tint val="98000"/>
                <a:shade val="90000"/>
                <a:lumMod val="103000"/>
              </a:schemeClr>
            </a:gs>
            <a:gs pos="100000">
              <a:schemeClr val="phClr">
                <a:shade val="63000"/>
              </a:schemeClr>
            </a:gs>
          </a:gsLst>
          <a:lin ang="5400000" scaled="0"/>
          <a:tileRect l="0" t="0" r="0" b="0"/>
        </a:gradFill>
      </a:bgFillStyleLst>
    </a:fmtScheme>
  </a:themeElements>
</a:theme>
</file>

<file path=ppt/theme/theme13.xml><?xml version="1.0" encoding="utf-8"?>
<a:theme xmlns:a="http://schemas.openxmlformats.org/drawingml/2006/main" xmlns:r="http://schemas.openxmlformats.org/officeDocument/2006/relationships" name="Office">
  <a:themeElements>
    <a:clrScheme name="Office">
      <a:dk1>
        <a:srgbClr val="000000"/>
      </a:dk1>
      <a:lt1>
        <a:srgbClr val="ffffff"/>
      </a:lt1>
      <a:dk2>
        <a:srgbClr val="44546a"/>
      </a:dk2>
      <a:lt2>
        <a:srgbClr val="e7e6e6"/>
      </a:lt2>
      <a:accent1>
        <a:srgbClr val="1d9a78"/>
      </a:accent1>
      <a:accent2>
        <a:srgbClr val="8bc145"/>
      </a:accent2>
      <a:accent3>
        <a:srgbClr val="36afce"/>
      </a:accent3>
      <a:accent4>
        <a:srgbClr val="1d6fa9"/>
      </a:accent4>
      <a:accent5>
        <a:srgbClr val="b74919"/>
      </a:accent5>
      <a:accent6>
        <a:srgbClr val="f19d19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 pitchFamily="0" charset="1"/>
        <a:ea typeface=""/>
        <a:cs typeface=""/>
      </a:majorFont>
      <a:minorFont>
        <a:latin typeface="Calibri" panose="020F0502020204030204" pitchFamily="0" charset="1"/>
        <a:ea typeface=""/>
        <a:cs typeface=""/>
      </a:minorFont>
    </a:fontScheme>
    <a:fmtScheme>
      <a:fillStyleLst>
        <a:solidFill>
          <a:schemeClr val="phClr"/>
        </a:solidFill>
        <a:gradFill>
          <a:gsLst>
            <a:gs pos="0">
              <a:schemeClr val="phClr">
                <a:lumMod val="110000"/>
                <a:tint val="67000"/>
              </a:schemeClr>
            </a:gs>
            <a:gs pos="50000">
              <a:schemeClr val="phClr">
                <a:lumMod val="105000"/>
                <a:tint val="73000"/>
              </a:schemeClr>
            </a:gs>
            <a:gs pos="100000">
              <a:schemeClr val="phClr">
                <a:lumMod val="105000"/>
                <a:tint val="81000"/>
              </a:schemeClr>
            </a:gs>
          </a:gsLst>
          <a:lin ang="5400000" scaled="0"/>
          <a:tileRect l="0" t="0" r="0" b="0"/>
        </a:gradFill>
        <a:gradFill>
          <a:gsLst>
            <a:gs pos="0">
              <a:schemeClr val="phClr">
                <a:lumMod val="102000"/>
                <a:tint val="94000"/>
              </a:schemeClr>
            </a:gs>
            <a:gs pos="50000">
              <a:schemeClr val="phClr">
                <a:lumMod val="100000"/>
                <a:shade val="100000"/>
              </a:schemeClr>
            </a:gs>
            <a:gs pos="100000">
              <a:schemeClr val="phClr">
                <a:lumMod val="99000"/>
                <a:shade val="78000"/>
              </a:schemeClr>
            </a:gs>
          </a:gsLst>
          <a:lin ang="5400000" scaled="0"/>
          <a:tileRect l="0" t="0" r="0" b="0"/>
        </a:gradFill>
      </a:fillStyleLst>
      <a:lnStyleLst>
        <a:ln w="6350" cap="flat" cmpd="sng" algn="ctr">
          <a:prstDash val="solid"/>
          <a:miter lim="800000"/>
        </a:ln>
        <a:ln w="12700" cap="flat" cmpd="sng" algn="ctr">
          <a:prstDash val="solid"/>
          <a:miter lim="800000"/>
        </a:ln>
        <a:ln w="19050" cap="flat" cmpd="sng" algn="ctr"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/>
        </a:effectStyle>
      </a:effectStyleLst>
      <a:bgFillStyleLst>
        <a:solidFill>
          <a:schemeClr val="phClr"/>
        </a:solidFill>
        <a:solidFill>
          <a:schemeClr val="phClr">
            <a:tint val="95000"/>
          </a:schemeClr>
        </a:solidFill>
        <a:gradFill>
          <a:gsLst>
            <a:gs pos="0">
              <a:schemeClr val="phClr">
                <a:tint val="93000"/>
                <a:shade val="98000"/>
                <a:lumMod val="102000"/>
              </a:schemeClr>
            </a:gs>
            <a:gs pos="50000">
              <a:schemeClr val="phClr">
                <a:tint val="98000"/>
                <a:shade val="90000"/>
                <a:lumMod val="103000"/>
              </a:schemeClr>
            </a:gs>
            <a:gs pos="100000">
              <a:schemeClr val="phClr">
                <a:shade val="63000"/>
              </a:schemeClr>
            </a:gs>
          </a:gsLst>
          <a:lin ang="5400000" scaled="0"/>
          <a:tileRect l="0" t="0" r="0" b="0"/>
        </a:gradFill>
      </a:bgFillStyleLst>
    </a:fmtScheme>
  </a:themeElements>
</a:theme>
</file>

<file path=ppt/theme/theme14.xml><?xml version="1.0" encoding="utf-8"?>
<a:theme xmlns:a="http://schemas.openxmlformats.org/drawingml/2006/main" xmlns:r="http://schemas.openxmlformats.org/officeDocument/2006/relationships" name="Office">
  <a:themeElements>
    <a:clrScheme name="Office">
      <a:dk1>
        <a:srgbClr val="000000"/>
      </a:dk1>
      <a:lt1>
        <a:srgbClr val="ffffff"/>
      </a:lt1>
      <a:dk2>
        <a:srgbClr val="44546a"/>
      </a:dk2>
      <a:lt2>
        <a:srgbClr val="e7e6e6"/>
      </a:lt2>
      <a:accent1>
        <a:srgbClr val="1d9a78"/>
      </a:accent1>
      <a:accent2>
        <a:srgbClr val="8bc145"/>
      </a:accent2>
      <a:accent3>
        <a:srgbClr val="36afce"/>
      </a:accent3>
      <a:accent4>
        <a:srgbClr val="1d6fa9"/>
      </a:accent4>
      <a:accent5>
        <a:srgbClr val="b74919"/>
      </a:accent5>
      <a:accent6>
        <a:srgbClr val="f19d19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 pitchFamily="0" charset="1"/>
        <a:ea typeface=""/>
        <a:cs typeface=""/>
      </a:majorFont>
      <a:minorFont>
        <a:latin typeface="Calibri" panose="020F0502020204030204" pitchFamily="0" charset="1"/>
        <a:ea typeface=""/>
        <a:cs typeface=""/>
      </a:minorFont>
    </a:fontScheme>
    <a:fmtScheme>
      <a:fillStyleLst>
        <a:solidFill>
          <a:schemeClr val="phClr"/>
        </a:solidFill>
        <a:gradFill>
          <a:gsLst>
            <a:gs pos="0">
              <a:schemeClr val="phClr">
                <a:lumMod val="110000"/>
                <a:tint val="67000"/>
              </a:schemeClr>
            </a:gs>
            <a:gs pos="50000">
              <a:schemeClr val="phClr">
                <a:lumMod val="105000"/>
                <a:tint val="73000"/>
              </a:schemeClr>
            </a:gs>
            <a:gs pos="100000">
              <a:schemeClr val="phClr">
                <a:lumMod val="105000"/>
                <a:tint val="81000"/>
              </a:schemeClr>
            </a:gs>
          </a:gsLst>
          <a:lin ang="5400000" scaled="0"/>
          <a:tileRect l="0" t="0" r="0" b="0"/>
        </a:gradFill>
        <a:gradFill>
          <a:gsLst>
            <a:gs pos="0">
              <a:schemeClr val="phClr">
                <a:lumMod val="102000"/>
                <a:tint val="94000"/>
              </a:schemeClr>
            </a:gs>
            <a:gs pos="50000">
              <a:schemeClr val="phClr">
                <a:lumMod val="100000"/>
                <a:shade val="100000"/>
              </a:schemeClr>
            </a:gs>
            <a:gs pos="100000">
              <a:schemeClr val="phClr">
                <a:lumMod val="99000"/>
                <a:shade val="78000"/>
              </a:schemeClr>
            </a:gs>
          </a:gsLst>
          <a:lin ang="5400000" scaled="0"/>
          <a:tileRect l="0" t="0" r="0" b="0"/>
        </a:gradFill>
      </a:fillStyleLst>
      <a:lnStyleLst>
        <a:ln w="6350" cap="flat" cmpd="sng" algn="ctr">
          <a:prstDash val="solid"/>
          <a:miter lim="800000"/>
        </a:ln>
        <a:ln w="12700" cap="flat" cmpd="sng" algn="ctr">
          <a:prstDash val="solid"/>
          <a:miter lim="800000"/>
        </a:ln>
        <a:ln w="19050" cap="flat" cmpd="sng" algn="ctr"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/>
        </a:effectStyle>
      </a:effectStyleLst>
      <a:bgFillStyleLst>
        <a:solidFill>
          <a:schemeClr val="phClr"/>
        </a:solidFill>
        <a:solidFill>
          <a:schemeClr val="phClr">
            <a:tint val="95000"/>
          </a:schemeClr>
        </a:solidFill>
        <a:gradFill>
          <a:gsLst>
            <a:gs pos="0">
              <a:schemeClr val="phClr">
                <a:tint val="93000"/>
                <a:shade val="98000"/>
                <a:lumMod val="102000"/>
              </a:schemeClr>
            </a:gs>
            <a:gs pos="50000">
              <a:schemeClr val="phClr">
                <a:tint val="98000"/>
                <a:shade val="90000"/>
                <a:lumMod val="103000"/>
              </a:schemeClr>
            </a:gs>
            <a:gs pos="100000">
              <a:schemeClr val="phClr">
                <a:shade val="63000"/>
              </a:schemeClr>
            </a:gs>
          </a:gsLst>
          <a:lin ang="5400000" scaled="0"/>
          <a:tileRect l="0" t="0" r="0" b="0"/>
        </a:gradFill>
      </a:bgFillStyleLst>
    </a:fmtScheme>
  </a:themeElements>
</a:theme>
</file>

<file path=ppt/theme/theme15.xml><?xml version="1.0" encoding="utf-8"?>
<a:theme xmlns:a="http://schemas.openxmlformats.org/drawingml/2006/main" xmlns:r="http://schemas.openxmlformats.org/officeDocument/2006/relationships" name="Office">
  <a:themeElements>
    <a:clrScheme name="Office">
      <a:dk1>
        <a:srgbClr val="000000"/>
      </a:dk1>
      <a:lt1>
        <a:srgbClr val="ffffff"/>
      </a:lt1>
      <a:dk2>
        <a:srgbClr val="44546a"/>
      </a:dk2>
      <a:lt2>
        <a:srgbClr val="e7e6e6"/>
      </a:lt2>
      <a:accent1>
        <a:srgbClr val="1d9a78"/>
      </a:accent1>
      <a:accent2>
        <a:srgbClr val="8bc145"/>
      </a:accent2>
      <a:accent3>
        <a:srgbClr val="36afce"/>
      </a:accent3>
      <a:accent4>
        <a:srgbClr val="1d6fa9"/>
      </a:accent4>
      <a:accent5>
        <a:srgbClr val="b74919"/>
      </a:accent5>
      <a:accent6>
        <a:srgbClr val="f19d19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 pitchFamily="0" charset="1"/>
        <a:ea typeface=""/>
        <a:cs typeface=""/>
      </a:majorFont>
      <a:minorFont>
        <a:latin typeface="Calibri" panose="020F0502020204030204" pitchFamily="0" charset="1"/>
        <a:ea typeface=""/>
        <a:cs typeface=""/>
      </a:minorFont>
    </a:fontScheme>
    <a:fmtScheme>
      <a:fillStyleLst>
        <a:solidFill>
          <a:schemeClr val="phClr"/>
        </a:solidFill>
        <a:gradFill>
          <a:gsLst>
            <a:gs pos="0">
              <a:schemeClr val="phClr">
                <a:lumMod val="110000"/>
                <a:tint val="67000"/>
              </a:schemeClr>
            </a:gs>
            <a:gs pos="50000">
              <a:schemeClr val="phClr">
                <a:lumMod val="105000"/>
                <a:tint val="73000"/>
              </a:schemeClr>
            </a:gs>
            <a:gs pos="100000">
              <a:schemeClr val="phClr">
                <a:lumMod val="105000"/>
                <a:tint val="81000"/>
              </a:schemeClr>
            </a:gs>
          </a:gsLst>
          <a:lin ang="5400000" scaled="0"/>
          <a:tileRect l="0" t="0" r="0" b="0"/>
        </a:gradFill>
        <a:gradFill>
          <a:gsLst>
            <a:gs pos="0">
              <a:schemeClr val="phClr">
                <a:lumMod val="102000"/>
                <a:tint val="94000"/>
              </a:schemeClr>
            </a:gs>
            <a:gs pos="50000">
              <a:schemeClr val="phClr">
                <a:lumMod val="100000"/>
                <a:shade val="100000"/>
              </a:schemeClr>
            </a:gs>
            <a:gs pos="100000">
              <a:schemeClr val="phClr">
                <a:lumMod val="99000"/>
                <a:shade val="78000"/>
              </a:schemeClr>
            </a:gs>
          </a:gsLst>
          <a:lin ang="5400000" scaled="0"/>
          <a:tileRect l="0" t="0" r="0" b="0"/>
        </a:gradFill>
      </a:fillStyleLst>
      <a:lnStyleLst>
        <a:ln w="6350" cap="flat" cmpd="sng" algn="ctr">
          <a:prstDash val="solid"/>
          <a:miter lim="800000"/>
        </a:ln>
        <a:ln w="12700" cap="flat" cmpd="sng" algn="ctr">
          <a:prstDash val="solid"/>
          <a:miter lim="800000"/>
        </a:ln>
        <a:ln w="19050" cap="flat" cmpd="sng" algn="ctr"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/>
        </a:effectStyle>
      </a:effectStyleLst>
      <a:bgFillStyleLst>
        <a:solidFill>
          <a:schemeClr val="phClr"/>
        </a:solidFill>
        <a:solidFill>
          <a:schemeClr val="phClr">
            <a:tint val="95000"/>
          </a:schemeClr>
        </a:solidFill>
        <a:gradFill>
          <a:gsLst>
            <a:gs pos="0">
              <a:schemeClr val="phClr">
                <a:tint val="93000"/>
                <a:shade val="98000"/>
                <a:lumMod val="102000"/>
              </a:schemeClr>
            </a:gs>
            <a:gs pos="50000">
              <a:schemeClr val="phClr">
                <a:tint val="98000"/>
                <a:shade val="90000"/>
                <a:lumMod val="103000"/>
              </a:schemeClr>
            </a:gs>
            <a:gs pos="100000">
              <a:schemeClr val="phClr">
                <a:shade val="63000"/>
              </a:schemeClr>
            </a:gs>
          </a:gsLst>
          <a:lin ang="5400000" scaled="0"/>
          <a:tileRect l="0" t="0" r="0" b="0"/>
        </a:gradFill>
      </a:bgFillStyleLst>
    </a:fmtScheme>
  </a:themeElements>
</a:theme>
</file>

<file path=ppt/theme/theme16.xml><?xml version="1.0" encoding="utf-8"?>
<a:theme xmlns:a="http://schemas.openxmlformats.org/drawingml/2006/main" xmlns:r="http://schemas.openxmlformats.org/officeDocument/2006/relationships" name="Office">
  <a:themeElements>
    <a:clrScheme name="Office">
      <a:dk1>
        <a:srgbClr val="000000"/>
      </a:dk1>
      <a:lt1>
        <a:srgbClr val="ffffff"/>
      </a:lt1>
      <a:dk2>
        <a:srgbClr val="44546a"/>
      </a:dk2>
      <a:lt2>
        <a:srgbClr val="e7e6e6"/>
      </a:lt2>
      <a:accent1>
        <a:srgbClr val="1d9a78"/>
      </a:accent1>
      <a:accent2>
        <a:srgbClr val="8bc145"/>
      </a:accent2>
      <a:accent3>
        <a:srgbClr val="36afce"/>
      </a:accent3>
      <a:accent4>
        <a:srgbClr val="1d6fa9"/>
      </a:accent4>
      <a:accent5>
        <a:srgbClr val="b74919"/>
      </a:accent5>
      <a:accent6>
        <a:srgbClr val="f19d19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 pitchFamily="0" charset="1"/>
        <a:ea typeface=""/>
        <a:cs typeface=""/>
      </a:majorFont>
      <a:minorFont>
        <a:latin typeface="Calibri" panose="020F0502020204030204" pitchFamily="0" charset="1"/>
        <a:ea typeface=""/>
        <a:cs typeface=""/>
      </a:minorFont>
    </a:fontScheme>
    <a:fmtScheme>
      <a:fillStyleLst>
        <a:solidFill>
          <a:schemeClr val="phClr"/>
        </a:solidFill>
        <a:gradFill>
          <a:gsLst>
            <a:gs pos="0">
              <a:schemeClr val="phClr">
                <a:lumMod val="110000"/>
                <a:tint val="67000"/>
              </a:schemeClr>
            </a:gs>
            <a:gs pos="50000">
              <a:schemeClr val="phClr">
                <a:lumMod val="105000"/>
                <a:tint val="73000"/>
              </a:schemeClr>
            </a:gs>
            <a:gs pos="100000">
              <a:schemeClr val="phClr">
                <a:lumMod val="105000"/>
                <a:tint val="81000"/>
              </a:schemeClr>
            </a:gs>
          </a:gsLst>
          <a:lin ang="5400000" scaled="0"/>
          <a:tileRect l="0" t="0" r="0" b="0"/>
        </a:gradFill>
        <a:gradFill>
          <a:gsLst>
            <a:gs pos="0">
              <a:schemeClr val="phClr">
                <a:lumMod val="102000"/>
                <a:tint val="94000"/>
              </a:schemeClr>
            </a:gs>
            <a:gs pos="50000">
              <a:schemeClr val="phClr">
                <a:lumMod val="100000"/>
                <a:shade val="100000"/>
              </a:schemeClr>
            </a:gs>
            <a:gs pos="100000">
              <a:schemeClr val="phClr">
                <a:lumMod val="99000"/>
                <a:shade val="78000"/>
              </a:schemeClr>
            </a:gs>
          </a:gsLst>
          <a:lin ang="5400000" scaled="0"/>
          <a:tileRect l="0" t="0" r="0" b="0"/>
        </a:gradFill>
      </a:fillStyleLst>
      <a:lnStyleLst>
        <a:ln w="6350" cap="flat" cmpd="sng" algn="ctr">
          <a:prstDash val="solid"/>
          <a:miter lim="800000"/>
        </a:ln>
        <a:ln w="12700" cap="flat" cmpd="sng" algn="ctr">
          <a:prstDash val="solid"/>
          <a:miter lim="800000"/>
        </a:ln>
        <a:ln w="19050" cap="flat" cmpd="sng" algn="ctr"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/>
        </a:effectStyle>
      </a:effectStyleLst>
      <a:bgFillStyleLst>
        <a:solidFill>
          <a:schemeClr val="phClr"/>
        </a:solidFill>
        <a:solidFill>
          <a:schemeClr val="phClr">
            <a:tint val="95000"/>
          </a:schemeClr>
        </a:solidFill>
        <a:gradFill>
          <a:gsLst>
            <a:gs pos="0">
              <a:schemeClr val="phClr">
                <a:tint val="93000"/>
                <a:shade val="98000"/>
                <a:lumMod val="102000"/>
              </a:schemeClr>
            </a:gs>
            <a:gs pos="50000">
              <a:schemeClr val="phClr">
                <a:tint val="98000"/>
                <a:shade val="90000"/>
                <a:lumMod val="103000"/>
              </a:schemeClr>
            </a:gs>
            <a:gs pos="100000">
              <a:schemeClr val="phClr">
                <a:shade val="63000"/>
              </a:schemeClr>
            </a:gs>
          </a:gsLst>
          <a:lin ang="5400000" scaled="0"/>
          <a:tileRect l="0" t="0" r="0" b="0"/>
        </a:gradFill>
      </a:bgFillStyleLst>
    </a:fmtScheme>
  </a:themeElements>
</a:theme>
</file>

<file path=ppt/theme/theme17.xml><?xml version="1.0" encoding="utf-8"?>
<a:theme xmlns:a="http://schemas.openxmlformats.org/drawingml/2006/main" xmlns:r="http://schemas.openxmlformats.org/officeDocument/2006/relationships" name="Office">
  <a:themeElements>
    <a:clrScheme name="Office">
      <a:dk1>
        <a:srgbClr val="000000"/>
      </a:dk1>
      <a:lt1>
        <a:srgbClr val="ffffff"/>
      </a:lt1>
      <a:dk2>
        <a:srgbClr val="44546a"/>
      </a:dk2>
      <a:lt2>
        <a:srgbClr val="e7e6e6"/>
      </a:lt2>
      <a:accent1>
        <a:srgbClr val="1d9a78"/>
      </a:accent1>
      <a:accent2>
        <a:srgbClr val="8bc145"/>
      </a:accent2>
      <a:accent3>
        <a:srgbClr val="36afce"/>
      </a:accent3>
      <a:accent4>
        <a:srgbClr val="1d6fa9"/>
      </a:accent4>
      <a:accent5>
        <a:srgbClr val="b74919"/>
      </a:accent5>
      <a:accent6>
        <a:srgbClr val="f19d19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 pitchFamily="0" charset="1"/>
        <a:ea typeface=""/>
        <a:cs typeface=""/>
      </a:majorFont>
      <a:minorFont>
        <a:latin typeface="Calibri" panose="020F0502020204030204" pitchFamily="0" charset="1"/>
        <a:ea typeface=""/>
        <a:cs typeface=""/>
      </a:minorFont>
    </a:fontScheme>
    <a:fmtScheme>
      <a:fillStyleLst>
        <a:solidFill>
          <a:schemeClr val="phClr"/>
        </a:solidFill>
        <a:gradFill>
          <a:gsLst>
            <a:gs pos="0">
              <a:schemeClr val="phClr">
                <a:lumMod val="110000"/>
                <a:tint val="67000"/>
              </a:schemeClr>
            </a:gs>
            <a:gs pos="50000">
              <a:schemeClr val="phClr">
                <a:lumMod val="105000"/>
                <a:tint val="73000"/>
              </a:schemeClr>
            </a:gs>
            <a:gs pos="100000">
              <a:schemeClr val="phClr">
                <a:lumMod val="105000"/>
                <a:tint val="81000"/>
              </a:schemeClr>
            </a:gs>
          </a:gsLst>
          <a:lin ang="5400000" scaled="0"/>
          <a:tileRect l="0" t="0" r="0" b="0"/>
        </a:gradFill>
        <a:gradFill>
          <a:gsLst>
            <a:gs pos="0">
              <a:schemeClr val="phClr">
                <a:lumMod val="102000"/>
                <a:tint val="94000"/>
              </a:schemeClr>
            </a:gs>
            <a:gs pos="50000">
              <a:schemeClr val="phClr">
                <a:lumMod val="100000"/>
                <a:shade val="100000"/>
              </a:schemeClr>
            </a:gs>
            <a:gs pos="100000">
              <a:schemeClr val="phClr">
                <a:lumMod val="99000"/>
                <a:shade val="78000"/>
              </a:schemeClr>
            </a:gs>
          </a:gsLst>
          <a:lin ang="5400000" scaled="0"/>
          <a:tileRect l="0" t="0" r="0" b="0"/>
        </a:gradFill>
      </a:fillStyleLst>
      <a:lnStyleLst>
        <a:ln w="6350" cap="flat" cmpd="sng" algn="ctr">
          <a:prstDash val="solid"/>
          <a:miter lim="800000"/>
        </a:ln>
        <a:ln w="12700" cap="flat" cmpd="sng" algn="ctr">
          <a:prstDash val="solid"/>
          <a:miter lim="800000"/>
        </a:ln>
        <a:ln w="19050" cap="flat" cmpd="sng" algn="ctr"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/>
        </a:effectStyle>
      </a:effectStyleLst>
      <a:bgFillStyleLst>
        <a:solidFill>
          <a:schemeClr val="phClr"/>
        </a:solidFill>
        <a:solidFill>
          <a:schemeClr val="phClr">
            <a:tint val="95000"/>
          </a:schemeClr>
        </a:solidFill>
        <a:gradFill>
          <a:gsLst>
            <a:gs pos="0">
              <a:schemeClr val="phClr">
                <a:tint val="93000"/>
                <a:shade val="98000"/>
                <a:lumMod val="102000"/>
              </a:schemeClr>
            </a:gs>
            <a:gs pos="50000">
              <a:schemeClr val="phClr">
                <a:tint val="98000"/>
                <a:shade val="90000"/>
                <a:lumMod val="103000"/>
              </a:schemeClr>
            </a:gs>
            <a:gs pos="100000">
              <a:schemeClr val="phClr">
                <a:shade val="63000"/>
              </a:schemeClr>
            </a:gs>
          </a:gsLst>
          <a:lin ang="5400000" scaled="0"/>
          <a:tileRect l="0" t="0" r="0" b="0"/>
        </a:gradFill>
      </a:bgFillStyleLst>
    </a:fmtScheme>
  </a:themeElements>
</a:theme>
</file>

<file path=ppt/theme/theme18.xml><?xml version="1.0" encoding="utf-8"?>
<a:theme xmlns:a="http://schemas.openxmlformats.org/drawingml/2006/main" xmlns:r="http://schemas.openxmlformats.org/officeDocument/2006/relationships" name="Office">
  <a:themeElements>
    <a:clrScheme name="Office">
      <a:dk1>
        <a:srgbClr val="000000"/>
      </a:dk1>
      <a:lt1>
        <a:srgbClr val="ffffff"/>
      </a:lt1>
      <a:dk2>
        <a:srgbClr val="44546a"/>
      </a:dk2>
      <a:lt2>
        <a:srgbClr val="e7e6e6"/>
      </a:lt2>
      <a:accent1>
        <a:srgbClr val="1d9a78"/>
      </a:accent1>
      <a:accent2>
        <a:srgbClr val="8bc145"/>
      </a:accent2>
      <a:accent3>
        <a:srgbClr val="36afce"/>
      </a:accent3>
      <a:accent4>
        <a:srgbClr val="1d6fa9"/>
      </a:accent4>
      <a:accent5>
        <a:srgbClr val="b74919"/>
      </a:accent5>
      <a:accent6>
        <a:srgbClr val="f19d19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 pitchFamily="0" charset="1"/>
        <a:ea typeface=""/>
        <a:cs typeface=""/>
      </a:majorFont>
      <a:minorFont>
        <a:latin typeface="Calibri" panose="020F0502020204030204" pitchFamily="0" charset="1"/>
        <a:ea typeface=""/>
        <a:cs typeface=""/>
      </a:minorFont>
    </a:fontScheme>
    <a:fmtScheme>
      <a:fillStyleLst>
        <a:solidFill>
          <a:schemeClr val="phClr"/>
        </a:solidFill>
        <a:gradFill>
          <a:gsLst>
            <a:gs pos="0">
              <a:schemeClr val="phClr">
                <a:lumMod val="110000"/>
                <a:tint val="67000"/>
              </a:schemeClr>
            </a:gs>
            <a:gs pos="50000">
              <a:schemeClr val="phClr">
                <a:lumMod val="105000"/>
                <a:tint val="73000"/>
              </a:schemeClr>
            </a:gs>
            <a:gs pos="100000">
              <a:schemeClr val="phClr">
                <a:lumMod val="105000"/>
                <a:tint val="81000"/>
              </a:schemeClr>
            </a:gs>
          </a:gsLst>
          <a:lin ang="5400000" scaled="0"/>
          <a:tileRect l="0" t="0" r="0" b="0"/>
        </a:gradFill>
        <a:gradFill>
          <a:gsLst>
            <a:gs pos="0">
              <a:schemeClr val="phClr">
                <a:lumMod val="102000"/>
                <a:tint val="94000"/>
              </a:schemeClr>
            </a:gs>
            <a:gs pos="50000">
              <a:schemeClr val="phClr">
                <a:lumMod val="100000"/>
                <a:shade val="100000"/>
              </a:schemeClr>
            </a:gs>
            <a:gs pos="100000">
              <a:schemeClr val="phClr">
                <a:lumMod val="99000"/>
                <a:shade val="78000"/>
              </a:schemeClr>
            </a:gs>
          </a:gsLst>
          <a:lin ang="5400000" scaled="0"/>
          <a:tileRect l="0" t="0" r="0" b="0"/>
        </a:gradFill>
      </a:fillStyleLst>
      <a:lnStyleLst>
        <a:ln w="6350" cap="flat" cmpd="sng" algn="ctr">
          <a:prstDash val="solid"/>
          <a:miter lim="800000"/>
        </a:ln>
        <a:ln w="12700" cap="flat" cmpd="sng" algn="ctr">
          <a:prstDash val="solid"/>
          <a:miter lim="800000"/>
        </a:ln>
        <a:ln w="19050" cap="flat" cmpd="sng" algn="ctr"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/>
        </a:effectStyle>
      </a:effectStyleLst>
      <a:bgFillStyleLst>
        <a:solidFill>
          <a:schemeClr val="phClr"/>
        </a:solidFill>
        <a:solidFill>
          <a:schemeClr val="phClr">
            <a:tint val="95000"/>
          </a:schemeClr>
        </a:solidFill>
        <a:gradFill>
          <a:gsLst>
            <a:gs pos="0">
              <a:schemeClr val="phClr">
                <a:tint val="93000"/>
                <a:shade val="98000"/>
                <a:lumMod val="102000"/>
              </a:schemeClr>
            </a:gs>
            <a:gs pos="50000">
              <a:schemeClr val="phClr">
                <a:tint val="98000"/>
                <a:shade val="90000"/>
                <a:lumMod val="103000"/>
              </a:schemeClr>
            </a:gs>
            <a:gs pos="100000">
              <a:schemeClr val="phClr">
                <a:shade val="63000"/>
              </a:schemeClr>
            </a:gs>
          </a:gsLst>
          <a:lin ang="5400000" scaled="0"/>
          <a:tileRect l="0" t="0" r="0" b="0"/>
        </a:gradFill>
      </a:bgFillStyleLst>
    </a:fmtScheme>
  </a:themeElements>
</a:theme>
</file>

<file path=ppt/theme/theme19.xml><?xml version="1.0" encoding="utf-8"?>
<a:theme xmlns:a="http://schemas.openxmlformats.org/drawingml/2006/main" xmlns:r="http://schemas.openxmlformats.org/officeDocument/2006/relationships" name="Office">
  <a:themeElements>
    <a:clrScheme name="Office">
      <a:dk1>
        <a:srgbClr val="000000"/>
      </a:dk1>
      <a:lt1>
        <a:srgbClr val="ffffff"/>
      </a:lt1>
      <a:dk2>
        <a:srgbClr val="44546a"/>
      </a:dk2>
      <a:lt2>
        <a:srgbClr val="e7e6e6"/>
      </a:lt2>
      <a:accent1>
        <a:srgbClr val="1d9a78"/>
      </a:accent1>
      <a:accent2>
        <a:srgbClr val="8bc145"/>
      </a:accent2>
      <a:accent3>
        <a:srgbClr val="36afce"/>
      </a:accent3>
      <a:accent4>
        <a:srgbClr val="1d6fa9"/>
      </a:accent4>
      <a:accent5>
        <a:srgbClr val="b74919"/>
      </a:accent5>
      <a:accent6>
        <a:srgbClr val="f19d19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 pitchFamily="0" charset="1"/>
        <a:ea typeface=""/>
        <a:cs typeface=""/>
      </a:majorFont>
      <a:minorFont>
        <a:latin typeface="Calibri" panose="020F0502020204030204" pitchFamily="0" charset="1"/>
        <a:ea typeface=""/>
        <a:cs typeface=""/>
      </a:minorFont>
    </a:fontScheme>
    <a:fmtScheme>
      <a:fillStyleLst>
        <a:solidFill>
          <a:schemeClr val="phClr"/>
        </a:solidFill>
        <a:gradFill>
          <a:gsLst>
            <a:gs pos="0">
              <a:schemeClr val="phClr">
                <a:lumMod val="110000"/>
                <a:tint val="67000"/>
              </a:schemeClr>
            </a:gs>
            <a:gs pos="50000">
              <a:schemeClr val="phClr">
                <a:lumMod val="105000"/>
                <a:tint val="73000"/>
              </a:schemeClr>
            </a:gs>
            <a:gs pos="100000">
              <a:schemeClr val="phClr">
                <a:lumMod val="105000"/>
                <a:tint val="81000"/>
              </a:schemeClr>
            </a:gs>
          </a:gsLst>
          <a:lin ang="5400000" scaled="0"/>
          <a:tileRect l="0" t="0" r="0" b="0"/>
        </a:gradFill>
        <a:gradFill>
          <a:gsLst>
            <a:gs pos="0">
              <a:schemeClr val="phClr">
                <a:lumMod val="102000"/>
                <a:tint val="94000"/>
              </a:schemeClr>
            </a:gs>
            <a:gs pos="50000">
              <a:schemeClr val="phClr">
                <a:lumMod val="100000"/>
                <a:shade val="100000"/>
              </a:schemeClr>
            </a:gs>
            <a:gs pos="100000">
              <a:schemeClr val="phClr">
                <a:lumMod val="99000"/>
                <a:shade val="78000"/>
              </a:schemeClr>
            </a:gs>
          </a:gsLst>
          <a:lin ang="5400000" scaled="0"/>
          <a:tileRect l="0" t="0" r="0" b="0"/>
        </a:gradFill>
      </a:fillStyleLst>
      <a:lnStyleLst>
        <a:ln w="6350" cap="flat" cmpd="sng" algn="ctr">
          <a:prstDash val="solid"/>
          <a:miter lim="800000"/>
        </a:ln>
        <a:ln w="12700" cap="flat" cmpd="sng" algn="ctr">
          <a:prstDash val="solid"/>
          <a:miter lim="800000"/>
        </a:ln>
        <a:ln w="19050" cap="flat" cmpd="sng" algn="ctr"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/>
        </a:effectStyle>
      </a:effectStyleLst>
      <a:bgFillStyleLst>
        <a:solidFill>
          <a:schemeClr val="phClr"/>
        </a:solidFill>
        <a:solidFill>
          <a:schemeClr val="phClr">
            <a:tint val="95000"/>
          </a:schemeClr>
        </a:solidFill>
        <a:gradFill>
          <a:gsLst>
            <a:gs pos="0">
              <a:schemeClr val="phClr">
                <a:tint val="93000"/>
                <a:shade val="98000"/>
                <a:lumMod val="102000"/>
              </a:schemeClr>
            </a:gs>
            <a:gs pos="50000">
              <a:schemeClr val="phClr">
                <a:tint val="98000"/>
                <a:shade val="90000"/>
                <a:lumMod val="103000"/>
              </a:schemeClr>
            </a:gs>
            <a:gs pos="100000">
              <a:schemeClr val="phClr">
                <a:shade val="63000"/>
              </a:schemeClr>
            </a:gs>
          </a:gsLst>
          <a:lin ang="5400000" scaled="0"/>
          <a:tileRect l="0" t="0" r="0" b="0"/>
        </a:gradFill>
      </a:bgFillStyleLst>
    </a:fmtScheme>
  </a:themeElements>
</a:theme>
</file>

<file path=ppt/theme/theme20.xml><?xml version="1.0" encoding="utf-8"?>
<a:theme xmlns:a="http://schemas.openxmlformats.org/drawingml/2006/main" xmlns:r="http://schemas.openxmlformats.org/officeDocument/2006/relationships" name="Office">
  <a:themeElements>
    <a:clrScheme name="Office">
      <a:dk1>
        <a:srgbClr val="000000"/>
      </a:dk1>
      <a:lt1>
        <a:srgbClr val="ffffff"/>
      </a:lt1>
      <a:dk2>
        <a:srgbClr val="44546a"/>
      </a:dk2>
      <a:lt2>
        <a:srgbClr val="e7e6e6"/>
      </a:lt2>
      <a:accent1>
        <a:srgbClr val="1d9a78"/>
      </a:accent1>
      <a:accent2>
        <a:srgbClr val="8bc145"/>
      </a:accent2>
      <a:accent3>
        <a:srgbClr val="36afce"/>
      </a:accent3>
      <a:accent4>
        <a:srgbClr val="1d6fa9"/>
      </a:accent4>
      <a:accent5>
        <a:srgbClr val="b74919"/>
      </a:accent5>
      <a:accent6>
        <a:srgbClr val="f19d19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 pitchFamily="0" charset="1"/>
        <a:ea typeface=""/>
        <a:cs typeface=""/>
      </a:majorFont>
      <a:minorFont>
        <a:latin typeface="Calibri" panose="020F0502020204030204" pitchFamily="0" charset="1"/>
        <a:ea typeface=""/>
        <a:cs typeface=""/>
      </a:minorFont>
    </a:fontScheme>
    <a:fmtScheme>
      <a:fillStyleLst>
        <a:solidFill>
          <a:schemeClr val="phClr"/>
        </a:solidFill>
        <a:gradFill>
          <a:gsLst>
            <a:gs pos="0">
              <a:schemeClr val="phClr">
                <a:lumMod val="110000"/>
                <a:tint val="67000"/>
              </a:schemeClr>
            </a:gs>
            <a:gs pos="50000">
              <a:schemeClr val="phClr">
                <a:lumMod val="105000"/>
                <a:tint val="73000"/>
              </a:schemeClr>
            </a:gs>
            <a:gs pos="100000">
              <a:schemeClr val="phClr">
                <a:lumMod val="105000"/>
                <a:tint val="81000"/>
              </a:schemeClr>
            </a:gs>
          </a:gsLst>
          <a:lin ang="5400000" scaled="0"/>
          <a:tileRect l="0" t="0" r="0" b="0"/>
        </a:gradFill>
        <a:gradFill>
          <a:gsLst>
            <a:gs pos="0">
              <a:schemeClr val="phClr">
                <a:lumMod val="102000"/>
                <a:tint val="94000"/>
              </a:schemeClr>
            </a:gs>
            <a:gs pos="50000">
              <a:schemeClr val="phClr">
                <a:lumMod val="100000"/>
                <a:shade val="100000"/>
              </a:schemeClr>
            </a:gs>
            <a:gs pos="100000">
              <a:schemeClr val="phClr">
                <a:lumMod val="99000"/>
                <a:shade val="78000"/>
              </a:schemeClr>
            </a:gs>
          </a:gsLst>
          <a:lin ang="5400000" scaled="0"/>
          <a:tileRect l="0" t="0" r="0" b="0"/>
        </a:gradFill>
      </a:fillStyleLst>
      <a:lnStyleLst>
        <a:ln w="6350" cap="flat" cmpd="sng" algn="ctr">
          <a:prstDash val="solid"/>
          <a:miter lim="800000"/>
        </a:ln>
        <a:ln w="12700" cap="flat" cmpd="sng" algn="ctr">
          <a:prstDash val="solid"/>
          <a:miter lim="800000"/>
        </a:ln>
        <a:ln w="19050" cap="flat" cmpd="sng" algn="ctr"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/>
        </a:effectStyle>
      </a:effectStyleLst>
      <a:bgFillStyleLst>
        <a:solidFill>
          <a:schemeClr val="phClr"/>
        </a:solidFill>
        <a:solidFill>
          <a:schemeClr val="phClr">
            <a:tint val="95000"/>
          </a:schemeClr>
        </a:solidFill>
        <a:gradFill>
          <a:gsLst>
            <a:gs pos="0">
              <a:schemeClr val="phClr">
                <a:tint val="93000"/>
                <a:shade val="98000"/>
                <a:lumMod val="102000"/>
              </a:schemeClr>
            </a:gs>
            <a:gs pos="50000">
              <a:schemeClr val="phClr">
                <a:tint val="98000"/>
                <a:shade val="90000"/>
                <a:lumMod val="103000"/>
              </a:schemeClr>
            </a:gs>
            <a:gs pos="100000">
              <a:schemeClr val="phClr">
                <a:shade val="63000"/>
              </a:schemeClr>
            </a:gs>
          </a:gsLst>
          <a:lin ang="5400000" scaled="0"/>
          <a:tileRect l="0" t="0" r="0" b="0"/>
        </a:gradFill>
      </a:bgFillStyleLst>
    </a:fmtScheme>
  </a:themeElements>
</a:theme>
</file>

<file path=ppt/theme/theme21.xml><?xml version="1.0" encoding="utf-8"?>
<a:theme xmlns:a="http://schemas.openxmlformats.org/drawingml/2006/main" xmlns:r="http://schemas.openxmlformats.org/officeDocument/2006/relationships" name="Office">
  <a:themeElements>
    <a:clrScheme name="Office">
      <a:dk1>
        <a:srgbClr val="000000"/>
      </a:dk1>
      <a:lt1>
        <a:srgbClr val="ffffff"/>
      </a:lt1>
      <a:dk2>
        <a:srgbClr val="44546a"/>
      </a:dk2>
      <a:lt2>
        <a:srgbClr val="e7e6e6"/>
      </a:lt2>
      <a:accent1>
        <a:srgbClr val="1d9a78"/>
      </a:accent1>
      <a:accent2>
        <a:srgbClr val="8bc145"/>
      </a:accent2>
      <a:accent3>
        <a:srgbClr val="36afce"/>
      </a:accent3>
      <a:accent4>
        <a:srgbClr val="1d6fa9"/>
      </a:accent4>
      <a:accent5>
        <a:srgbClr val="b74919"/>
      </a:accent5>
      <a:accent6>
        <a:srgbClr val="f19d19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 pitchFamily="0" charset="1"/>
        <a:ea typeface=""/>
        <a:cs typeface=""/>
      </a:majorFont>
      <a:minorFont>
        <a:latin typeface="Calibri" panose="020F0502020204030204" pitchFamily="0" charset="1"/>
        <a:ea typeface=""/>
        <a:cs typeface=""/>
      </a:minorFont>
    </a:fontScheme>
    <a:fmtScheme>
      <a:fillStyleLst>
        <a:solidFill>
          <a:schemeClr val="phClr"/>
        </a:solidFill>
        <a:gradFill>
          <a:gsLst>
            <a:gs pos="0">
              <a:schemeClr val="phClr">
                <a:lumMod val="110000"/>
                <a:tint val="67000"/>
              </a:schemeClr>
            </a:gs>
            <a:gs pos="50000">
              <a:schemeClr val="phClr">
                <a:lumMod val="105000"/>
                <a:tint val="73000"/>
              </a:schemeClr>
            </a:gs>
            <a:gs pos="100000">
              <a:schemeClr val="phClr">
                <a:lumMod val="105000"/>
                <a:tint val="81000"/>
              </a:schemeClr>
            </a:gs>
          </a:gsLst>
          <a:lin ang="5400000" scaled="0"/>
          <a:tileRect l="0" t="0" r="0" b="0"/>
        </a:gradFill>
        <a:gradFill>
          <a:gsLst>
            <a:gs pos="0">
              <a:schemeClr val="phClr">
                <a:lumMod val="102000"/>
                <a:tint val="94000"/>
              </a:schemeClr>
            </a:gs>
            <a:gs pos="50000">
              <a:schemeClr val="phClr">
                <a:lumMod val="100000"/>
                <a:shade val="100000"/>
              </a:schemeClr>
            </a:gs>
            <a:gs pos="100000">
              <a:schemeClr val="phClr">
                <a:lumMod val="99000"/>
                <a:shade val="78000"/>
              </a:schemeClr>
            </a:gs>
          </a:gsLst>
          <a:lin ang="5400000" scaled="0"/>
          <a:tileRect l="0" t="0" r="0" b="0"/>
        </a:gradFill>
      </a:fillStyleLst>
      <a:lnStyleLst>
        <a:ln w="6350" cap="flat" cmpd="sng" algn="ctr">
          <a:prstDash val="solid"/>
          <a:miter lim="800000"/>
        </a:ln>
        <a:ln w="12700" cap="flat" cmpd="sng" algn="ctr">
          <a:prstDash val="solid"/>
          <a:miter lim="800000"/>
        </a:ln>
        <a:ln w="19050" cap="flat" cmpd="sng" algn="ctr"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/>
        </a:effectStyle>
      </a:effectStyleLst>
      <a:bgFillStyleLst>
        <a:solidFill>
          <a:schemeClr val="phClr"/>
        </a:solidFill>
        <a:solidFill>
          <a:schemeClr val="phClr">
            <a:tint val="95000"/>
          </a:schemeClr>
        </a:solidFill>
        <a:gradFill>
          <a:gsLst>
            <a:gs pos="0">
              <a:schemeClr val="phClr">
                <a:tint val="93000"/>
                <a:shade val="98000"/>
                <a:lumMod val="102000"/>
              </a:schemeClr>
            </a:gs>
            <a:gs pos="50000">
              <a:schemeClr val="phClr">
                <a:tint val="98000"/>
                <a:shade val="90000"/>
                <a:lumMod val="103000"/>
              </a:schemeClr>
            </a:gs>
            <a:gs pos="100000">
              <a:schemeClr val="phClr">
                <a:shade val="63000"/>
              </a:schemeClr>
            </a:gs>
          </a:gsLst>
          <a:lin ang="5400000" scaled="0"/>
          <a:tileRect l="0" t="0" r="0" b="0"/>
        </a:gradFill>
      </a:bgFillStyleLst>
    </a:fmtScheme>
  </a:themeElements>
</a:theme>
</file>

<file path=ppt/theme/theme22.xml><?xml version="1.0" encoding="utf-8"?>
<a:theme xmlns:a="http://schemas.openxmlformats.org/drawingml/2006/main" xmlns:r="http://schemas.openxmlformats.org/officeDocument/2006/relationships" name="Office">
  <a:themeElements>
    <a:clrScheme name="Office">
      <a:dk1>
        <a:srgbClr val="000000"/>
      </a:dk1>
      <a:lt1>
        <a:srgbClr val="ffffff"/>
      </a:lt1>
      <a:dk2>
        <a:srgbClr val="44546a"/>
      </a:dk2>
      <a:lt2>
        <a:srgbClr val="e7e6e6"/>
      </a:lt2>
      <a:accent1>
        <a:srgbClr val="1d9a78"/>
      </a:accent1>
      <a:accent2>
        <a:srgbClr val="8bc145"/>
      </a:accent2>
      <a:accent3>
        <a:srgbClr val="36afce"/>
      </a:accent3>
      <a:accent4>
        <a:srgbClr val="1d6fa9"/>
      </a:accent4>
      <a:accent5>
        <a:srgbClr val="b74919"/>
      </a:accent5>
      <a:accent6>
        <a:srgbClr val="f19d19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 pitchFamily="0" charset="1"/>
        <a:ea typeface=""/>
        <a:cs typeface=""/>
      </a:majorFont>
      <a:minorFont>
        <a:latin typeface="Calibri" panose="020F0502020204030204" pitchFamily="0" charset="1"/>
        <a:ea typeface=""/>
        <a:cs typeface=""/>
      </a:minorFont>
    </a:fontScheme>
    <a:fmtScheme>
      <a:fillStyleLst>
        <a:solidFill>
          <a:schemeClr val="phClr"/>
        </a:solidFill>
        <a:gradFill>
          <a:gsLst>
            <a:gs pos="0">
              <a:schemeClr val="phClr">
                <a:lumMod val="110000"/>
                <a:tint val="67000"/>
              </a:schemeClr>
            </a:gs>
            <a:gs pos="50000">
              <a:schemeClr val="phClr">
                <a:lumMod val="105000"/>
                <a:tint val="73000"/>
              </a:schemeClr>
            </a:gs>
            <a:gs pos="100000">
              <a:schemeClr val="phClr">
                <a:lumMod val="105000"/>
                <a:tint val="81000"/>
              </a:schemeClr>
            </a:gs>
          </a:gsLst>
          <a:lin ang="5400000" scaled="0"/>
          <a:tileRect l="0" t="0" r="0" b="0"/>
        </a:gradFill>
        <a:gradFill>
          <a:gsLst>
            <a:gs pos="0">
              <a:schemeClr val="phClr">
                <a:lumMod val="102000"/>
                <a:tint val="94000"/>
              </a:schemeClr>
            </a:gs>
            <a:gs pos="50000">
              <a:schemeClr val="phClr">
                <a:lumMod val="100000"/>
                <a:shade val="100000"/>
              </a:schemeClr>
            </a:gs>
            <a:gs pos="100000">
              <a:schemeClr val="phClr">
                <a:lumMod val="99000"/>
                <a:shade val="78000"/>
              </a:schemeClr>
            </a:gs>
          </a:gsLst>
          <a:lin ang="5400000" scaled="0"/>
          <a:tileRect l="0" t="0" r="0" b="0"/>
        </a:gradFill>
      </a:fillStyleLst>
      <a:lnStyleLst>
        <a:ln w="6350" cap="flat" cmpd="sng" algn="ctr">
          <a:prstDash val="solid"/>
          <a:miter lim="800000"/>
        </a:ln>
        <a:ln w="12700" cap="flat" cmpd="sng" algn="ctr">
          <a:prstDash val="solid"/>
          <a:miter lim="800000"/>
        </a:ln>
        <a:ln w="19050" cap="flat" cmpd="sng" algn="ctr"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/>
        </a:effectStyle>
      </a:effectStyleLst>
      <a:bgFillStyleLst>
        <a:solidFill>
          <a:schemeClr val="phClr"/>
        </a:solidFill>
        <a:solidFill>
          <a:schemeClr val="phClr">
            <a:tint val="95000"/>
          </a:schemeClr>
        </a:solidFill>
        <a:gradFill>
          <a:gsLst>
            <a:gs pos="0">
              <a:schemeClr val="phClr">
                <a:tint val="93000"/>
                <a:shade val="98000"/>
                <a:lumMod val="102000"/>
              </a:schemeClr>
            </a:gs>
            <a:gs pos="50000">
              <a:schemeClr val="phClr">
                <a:tint val="98000"/>
                <a:shade val="90000"/>
                <a:lumMod val="103000"/>
              </a:schemeClr>
            </a:gs>
            <a:gs pos="100000">
              <a:schemeClr val="phClr">
                <a:shade val="63000"/>
              </a:schemeClr>
            </a:gs>
          </a:gsLst>
          <a:lin ang="5400000" scaled="0"/>
          <a:tileRect l="0" t="0" r="0" b="0"/>
        </a:gradFill>
      </a:bgFillStyleLst>
    </a:fmtScheme>
  </a:themeElements>
</a:theme>
</file>

<file path=ppt/theme/theme23.xml><?xml version="1.0" encoding="utf-8"?>
<a:theme xmlns:a="http://schemas.openxmlformats.org/drawingml/2006/main" xmlns:r="http://schemas.openxmlformats.org/officeDocument/2006/relationships" name="Office">
  <a:themeElements>
    <a:clrScheme name="Office">
      <a:dk1>
        <a:srgbClr val="000000"/>
      </a:dk1>
      <a:lt1>
        <a:srgbClr val="ffffff"/>
      </a:lt1>
      <a:dk2>
        <a:srgbClr val="44546a"/>
      </a:dk2>
      <a:lt2>
        <a:srgbClr val="e7e6e6"/>
      </a:lt2>
      <a:accent1>
        <a:srgbClr val="1d9a78"/>
      </a:accent1>
      <a:accent2>
        <a:srgbClr val="8bc145"/>
      </a:accent2>
      <a:accent3>
        <a:srgbClr val="36afce"/>
      </a:accent3>
      <a:accent4>
        <a:srgbClr val="1d6fa9"/>
      </a:accent4>
      <a:accent5>
        <a:srgbClr val="b74919"/>
      </a:accent5>
      <a:accent6>
        <a:srgbClr val="f19d19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 pitchFamily="0" charset="1"/>
        <a:ea typeface=""/>
        <a:cs typeface=""/>
      </a:majorFont>
      <a:minorFont>
        <a:latin typeface="Calibri" panose="020F0502020204030204" pitchFamily="0" charset="1"/>
        <a:ea typeface=""/>
        <a:cs typeface=""/>
      </a:minorFont>
    </a:fontScheme>
    <a:fmtScheme>
      <a:fillStyleLst>
        <a:solidFill>
          <a:schemeClr val="phClr"/>
        </a:solidFill>
        <a:gradFill>
          <a:gsLst>
            <a:gs pos="0">
              <a:schemeClr val="phClr">
                <a:lumMod val="110000"/>
                <a:tint val="67000"/>
              </a:schemeClr>
            </a:gs>
            <a:gs pos="50000">
              <a:schemeClr val="phClr">
                <a:lumMod val="105000"/>
                <a:tint val="73000"/>
              </a:schemeClr>
            </a:gs>
            <a:gs pos="100000">
              <a:schemeClr val="phClr">
                <a:lumMod val="105000"/>
                <a:tint val="81000"/>
              </a:schemeClr>
            </a:gs>
          </a:gsLst>
          <a:lin ang="5400000" scaled="0"/>
          <a:tileRect l="0" t="0" r="0" b="0"/>
        </a:gradFill>
        <a:gradFill>
          <a:gsLst>
            <a:gs pos="0">
              <a:schemeClr val="phClr">
                <a:lumMod val="102000"/>
                <a:tint val="94000"/>
              </a:schemeClr>
            </a:gs>
            <a:gs pos="50000">
              <a:schemeClr val="phClr">
                <a:lumMod val="100000"/>
                <a:shade val="100000"/>
              </a:schemeClr>
            </a:gs>
            <a:gs pos="100000">
              <a:schemeClr val="phClr">
                <a:lumMod val="99000"/>
                <a:shade val="78000"/>
              </a:schemeClr>
            </a:gs>
          </a:gsLst>
          <a:lin ang="5400000" scaled="0"/>
          <a:tileRect l="0" t="0" r="0" b="0"/>
        </a:gradFill>
      </a:fillStyleLst>
      <a:lnStyleLst>
        <a:ln w="6350" cap="flat" cmpd="sng" algn="ctr">
          <a:prstDash val="solid"/>
          <a:miter lim="800000"/>
        </a:ln>
        <a:ln w="12700" cap="flat" cmpd="sng" algn="ctr">
          <a:prstDash val="solid"/>
          <a:miter lim="800000"/>
        </a:ln>
        <a:ln w="19050" cap="flat" cmpd="sng" algn="ctr"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/>
        </a:effectStyle>
      </a:effectStyleLst>
      <a:bgFillStyleLst>
        <a:solidFill>
          <a:schemeClr val="phClr"/>
        </a:solidFill>
        <a:solidFill>
          <a:schemeClr val="phClr">
            <a:tint val="95000"/>
          </a:schemeClr>
        </a:solidFill>
        <a:gradFill>
          <a:gsLst>
            <a:gs pos="0">
              <a:schemeClr val="phClr">
                <a:tint val="93000"/>
                <a:shade val="98000"/>
                <a:lumMod val="102000"/>
              </a:schemeClr>
            </a:gs>
            <a:gs pos="50000">
              <a:schemeClr val="phClr">
                <a:tint val="98000"/>
                <a:shade val="90000"/>
                <a:lumMod val="103000"/>
              </a:schemeClr>
            </a:gs>
            <a:gs pos="100000">
              <a:schemeClr val="phClr">
                <a:shade val="63000"/>
              </a:schemeClr>
            </a:gs>
          </a:gsLst>
          <a:lin ang="5400000" scaled="0"/>
          <a:tileRect l="0" t="0" r="0" b="0"/>
        </a:gradFill>
      </a:bgFillStyleLst>
    </a:fmtScheme>
  </a:themeElements>
</a:theme>
</file>

<file path=ppt/theme/theme24.xml><?xml version="1.0" encoding="utf-8"?>
<a:theme xmlns:a="http://schemas.openxmlformats.org/drawingml/2006/main" xmlns:r="http://schemas.openxmlformats.org/officeDocument/2006/relationships" name="Office">
  <a:themeElements>
    <a:clrScheme name="Office">
      <a:dk1>
        <a:srgbClr val="000000"/>
      </a:dk1>
      <a:lt1>
        <a:srgbClr val="ffffff"/>
      </a:lt1>
      <a:dk2>
        <a:srgbClr val="44546a"/>
      </a:dk2>
      <a:lt2>
        <a:srgbClr val="e7e6e6"/>
      </a:lt2>
      <a:accent1>
        <a:srgbClr val="1d9a78"/>
      </a:accent1>
      <a:accent2>
        <a:srgbClr val="8bc145"/>
      </a:accent2>
      <a:accent3>
        <a:srgbClr val="36afce"/>
      </a:accent3>
      <a:accent4>
        <a:srgbClr val="1d6fa9"/>
      </a:accent4>
      <a:accent5>
        <a:srgbClr val="b74919"/>
      </a:accent5>
      <a:accent6>
        <a:srgbClr val="f19d19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 pitchFamily="0" charset="1"/>
        <a:ea typeface=""/>
        <a:cs typeface=""/>
      </a:majorFont>
      <a:minorFont>
        <a:latin typeface="Calibri" panose="020F0502020204030204" pitchFamily="0" charset="1"/>
        <a:ea typeface=""/>
        <a:cs typeface=""/>
      </a:minorFont>
    </a:fontScheme>
    <a:fmtScheme>
      <a:fillStyleLst>
        <a:solidFill>
          <a:schemeClr val="phClr"/>
        </a:solidFill>
        <a:gradFill>
          <a:gsLst>
            <a:gs pos="0">
              <a:schemeClr val="phClr">
                <a:lumMod val="110000"/>
                <a:tint val="67000"/>
              </a:schemeClr>
            </a:gs>
            <a:gs pos="50000">
              <a:schemeClr val="phClr">
                <a:lumMod val="105000"/>
                <a:tint val="73000"/>
              </a:schemeClr>
            </a:gs>
            <a:gs pos="100000">
              <a:schemeClr val="phClr">
                <a:lumMod val="105000"/>
                <a:tint val="81000"/>
              </a:schemeClr>
            </a:gs>
          </a:gsLst>
          <a:lin ang="5400000" scaled="0"/>
          <a:tileRect l="0" t="0" r="0" b="0"/>
        </a:gradFill>
        <a:gradFill>
          <a:gsLst>
            <a:gs pos="0">
              <a:schemeClr val="phClr">
                <a:lumMod val="102000"/>
                <a:tint val="94000"/>
              </a:schemeClr>
            </a:gs>
            <a:gs pos="50000">
              <a:schemeClr val="phClr">
                <a:lumMod val="100000"/>
                <a:shade val="100000"/>
              </a:schemeClr>
            </a:gs>
            <a:gs pos="100000">
              <a:schemeClr val="phClr">
                <a:lumMod val="99000"/>
                <a:shade val="78000"/>
              </a:schemeClr>
            </a:gs>
          </a:gsLst>
          <a:lin ang="5400000" scaled="0"/>
          <a:tileRect l="0" t="0" r="0" b="0"/>
        </a:gradFill>
      </a:fillStyleLst>
      <a:lnStyleLst>
        <a:ln w="6350" cap="flat" cmpd="sng" algn="ctr">
          <a:prstDash val="solid"/>
          <a:miter lim="800000"/>
        </a:ln>
        <a:ln w="12700" cap="flat" cmpd="sng" algn="ctr">
          <a:prstDash val="solid"/>
          <a:miter lim="800000"/>
        </a:ln>
        <a:ln w="19050" cap="flat" cmpd="sng" algn="ctr"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/>
        </a:effectStyle>
      </a:effectStyleLst>
      <a:bgFillStyleLst>
        <a:solidFill>
          <a:schemeClr val="phClr"/>
        </a:solidFill>
        <a:solidFill>
          <a:schemeClr val="phClr">
            <a:tint val="95000"/>
          </a:schemeClr>
        </a:solidFill>
        <a:gradFill>
          <a:gsLst>
            <a:gs pos="0">
              <a:schemeClr val="phClr">
                <a:tint val="93000"/>
                <a:shade val="98000"/>
                <a:lumMod val="102000"/>
              </a:schemeClr>
            </a:gs>
            <a:gs pos="50000">
              <a:schemeClr val="phClr">
                <a:tint val="98000"/>
                <a:shade val="90000"/>
                <a:lumMod val="103000"/>
              </a:schemeClr>
            </a:gs>
            <a:gs pos="100000">
              <a:schemeClr val="phClr">
                <a:shade val="63000"/>
              </a:schemeClr>
            </a:gs>
          </a:gsLst>
          <a:lin ang="5400000" scaled="0"/>
          <a:tileRect l="0" t="0" r="0" b="0"/>
        </a:gradFill>
      </a:bgFillStyleLst>
    </a:fmtScheme>
  </a:themeElements>
</a:theme>
</file>

<file path=ppt/theme/theme25.xml><?xml version="1.0" encoding="utf-8"?>
<a:theme xmlns:a="http://schemas.openxmlformats.org/drawingml/2006/main" xmlns:r="http://schemas.openxmlformats.org/officeDocument/2006/relationships" name="Office">
  <a:themeElements>
    <a:clrScheme name="Office">
      <a:dk1>
        <a:srgbClr val="000000"/>
      </a:dk1>
      <a:lt1>
        <a:srgbClr val="ffffff"/>
      </a:lt1>
      <a:dk2>
        <a:srgbClr val="44546a"/>
      </a:dk2>
      <a:lt2>
        <a:srgbClr val="e7e6e6"/>
      </a:lt2>
      <a:accent1>
        <a:srgbClr val="1d9a78"/>
      </a:accent1>
      <a:accent2>
        <a:srgbClr val="8bc145"/>
      </a:accent2>
      <a:accent3>
        <a:srgbClr val="36afce"/>
      </a:accent3>
      <a:accent4>
        <a:srgbClr val="1d6fa9"/>
      </a:accent4>
      <a:accent5>
        <a:srgbClr val="b74919"/>
      </a:accent5>
      <a:accent6>
        <a:srgbClr val="f19d19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 pitchFamily="0" charset="1"/>
        <a:ea typeface=""/>
        <a:cs typeface=""/>
      </a:majorFont>
      <a:minorFont>
        <a:latin typeface="Calibri" panose="020F0502020204030204" pitchFamily="0" charset="1"/>
        <a:ea typeface=""/>
        <a:cs typeface=""/>
      </a:minorFont>
    </a:fontScheme>
    <a:fmtScheme>
      <a:fillStyleLst>
        <a:solidFill>
          <a:schemeClr val="phClr"/>
        </a:solidFill>
        <a:gradFill>
          <a:gsLst>
            <a:gs pos="0">
              <a:schemeClr val="phClr">
                <a:lumMod val="110000"/>
                <a:tint val="67000"/>
              </a:schemeClr>
            </a:gs>
            <a:gs pos="50000">
              <a:schemeClr val="phClr">
                <a:lumMod val="105000"/>
                <a:tint val="73000"/>
              </a:schemeClr>
            </a:gs>
            <a:gs pos="100000">
              <a:schemeClr val="phClr">
                <a:lumMod val="105000"/>
                <a:tint val="81000"/>
              </a:schemeClr>
            </a:gs>
          </a:gsLst>
          <a:lin ang="5400000" scaled="0"/>
          <a:tileRect l="0" t="0" r="0" b="0"/>
        </a:gradFill>
        <a:gradFill>
          <a:gsLst>
            <a:gs pos="0">
              <a:schemeClr val="phClr">
                <a:lumMod val="102000"/>
                <a:tint val="94000"/>
              </a:schemeClr>
            </a:gs>
            <a:gs pos="50000">
              <a:schemeClr val="phClr">
                <a:lumMod val="100000"/>
                <a:shade val="100000"/>
              </a:schemeClr>
            </a:gs>
            <a:gs pos="100000">
              <a:schemeClr val="phClr">
                <a:lumMod val="99000"/>
                <a:shade val="78000"/>
              </a:schemeClr>
            </a:gs>
          </a:gsLst>
          <a:lin ang="5400000" scaled="0"/>
          <a:tileRect l="0" t="0" r="0" b="0"/>
        </a:gradFill>
      </a:fillStyleLst>
      <a:lnStyleLst>
        <a:ln w="6350" cap="flat" cmpd="sng" algn="ctr">
          <a:prstDash val="solid"/>
          <a:miter lim="800000"/>
        </a:ln>
        <a:ln w="12700" cap="flat" cmpd="sng" algn="ctr">
          <a:prstDash val="solid"/>
          <a:miter lim="800000"/>
        </a:ln>
        <a:ln w="19050" cap="flat" cmpd="sng" algn="ctr"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/>
        </a:effectStyle>
      </a:effectStyleLst>
      <a:bgFillStyleLst>
        <a:solidFill>
          <a:schemeClr val="phClr"/>
        </a:solidFill>
        <a:solidFill>
          <a:schemeClr val="phClr">
            <a:tint val="95000"/>
          </a:schemeClr>
        </a:solidFill>
        <a:gradFill>
          <a:gsLst>
            <a:gs pos="0">
              <a:schemeClr val="phClr">
                <a:tint val="93000"/>
                <a:shade val="98000"/>
                <a:lumMod val="102000"/>
              </a:schemeClr>
            </a:gs>
            <a:gs pos="50000">
              <a:schemeClr val="phClr">
                <a:tint val="98000"/>
                <a:shade val="90000"/>
                <a:lumMod val="103000"/>
              </a:schemeClr>
            </a:gs>
            <a:gs pos="100000">
              <a:schemeClr val="phClr">
                <a:shade val="63000"/>
              </a:schemeClr>
            </a:gs>
          </a:gsLst>
          <a:lin ang="5400000" scaled="0"/>
          <a:tileRect l="0" t="0" r="0" b="0"/>
        </a:gradFill>
      </a:bgFillStyleLst>
    </a:fmtScheme>
  </a:themeElements>
</a:theme>
</file>

<file path=ppt/theme/theme26.xml><?xml version="1.0" encoding="utf-8"?>
<a:theme xmlns:a="http://schemas.openxmlformats.org/drawingml/2006/main" xmlns:r="http://schemas.openxmlformats.org/officeDocument/2006/relationships" name="Office">
  <a:themeElements>
    <a:clrScheme name="Office">
      <a:dk1>
        <a:srgbClr val="000000"/>
      </a:dk1>
      <a:lt1>
        <a:srgbClr val="ffffff"/>
      </a:lt1>
      <a:dk2>
        <a:srgbClr val="44546a"/>
      </a:dk2>
      <a:lt2>
        <a:srgbClr val="e7e6e6"/>
      </a:lt2>
      <a:accent1>
        <a:srgbClr val="1d9a78"/>
      </a:accent1>
      <a:accent2>
        <a:srgbClr val="8bc145"/>
      </a:accent2>
      <a:accent3>
        <a:srgbClr val="36afce"/>
      </a:accent3>
      <a:accent4>
        <a:srgbClr val="1d6fa9"/>
      </a:accent4>
      <a:accent5>
        <a:srgbClr val="b74919"/>
      </a:accent5>
      <a:accent6>
        <a:srgbClr val="f19d19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 pitchFamily="0" charset="1"/>
        <a:ea typeface=""/>
        <a:cs typeface=""/>
      </a:majorFont>
      <a:minorFont>
        <a:latin typeface="Calibri" panose="020F0502020204030204" pitchFamily="0" charset="1"/>
        <a:ea typeface=""/>
        <a:cs typeface=""/>
      </a:minorFont>
    </a:fontScheme>
    <a:fmtScheme>
      <a:fillStyleLst>
        <a:solidFill>
          <a:schemeClr val="phClr"/>
        </a:solidFill>
        <a:gradFill>
          <a:gsLst>
            <a:gs pos="0">
              <a:schemeClr val="phClr">
                <a:lumMod val="110000"/>
                <a:tint val="67000"/>
              </a:schemeClr>
            </a:gs>
            <a:gs pos="50000">
              <a:schemeClr val="phClr">
                <a:lumMod val="105000"/>
                <a:tint val="73000"/>
              </a:schemeClr>
            </a:gs>
            <a:gs pos="100000">
              <a:schemeClr val="phClr">
                <a:lumMod val="105000"/>
                <a:tint val="81000"/>
              </a:schemeClr>
            </a:gs>
          </a:gsLst>
          <a:lin ang="5400000" scaled="0"/>
          <a:tileRect l="0" t="0" r="0" b="0"/>
        </a:gradFill>
        <a:gradFill>
          <a:gsLst>
            <a:gs pos="0">
              <a:schemeClr val="phClr">
                <a:lumMod val="102000"/>
                <a:tint val="94000"/>
              </a:schemeClr>
            </a:gs>
            <a:gs pos="50000">
              <a:schemeClr val="phClr">
                <a:lumMod val="100000"/>
                <a:shade val="100000"/>
              </a:schemeClr>
            </a:gs>
            <a:gs pos="100000">
              <a:schemeClr val="phClr">
                <a:lumMod val="99000"/>
                <a:shade val="78000"/>
              </a:schemeClr>
            </a:gs>
          </a:gsLst>
          <a:lin ang="5400000" scaled="0"/>
          <a:tileRect l="0" t="0" r="0" b="0"/>
        </a:gradFill>
      </a:fillStyleLst>
      <a:lnStyleLst>
        <a:ln w="6350" cap="flat" cmpd="sng" algn="ctr">
          <a:prstDash val="solid"/>
          <a:miter lim="800000"/>
        </a:ln>
        <a:ln w="12700" cap="flat" cmpd="sng" algn="ctr">
          <a:prstDash val="solid"/>
          <a:miter lim="800000"/>
        </a:ln>
        <a:ln w="19050" cap="flat" cmpd="sng" algn="ctr"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/>
        </a:effectStyle>
      </a:effectStyleLst>
      <a:bgFillStyleLst>
        <a:solidFill>
          <a:schemeClr val="phClr"/>
        </a:solidFill>
        <a:solidFill>
          <a:schemeClr val="phClr">
            <a:tint val="95000"/>
          </a:schemeClr>
        </a:solidFill>
        <a:gradFill>
          <a:gsLst>
            <a:gs pos="0">
              <a:schemeClr val="phClr">
                <a:tint val="93000"/>
                <a:shade val="98000"/>
                <a:lumMod val="102000"/>
              </a:schemeClr>
            </a:gs>
            <a:gs pos="50000">
              <a:schemeClr val="phClr">
                <a:tint val="98000"/>
                <a:shade val="90000"/>
                <a:lumMod val="103000"/>
              </a:schemeClr>
            </a:gs>
            <a:gs pos="100000">
              <a:schemeClr val="phClr">
                <a:shade val="63000"/>
              </a:schemeClr>
            </a:gs>
          </a:gsLst>
          <a:lin ang="5400000" scaled="0"/>
          <a:tileRect l="0" t="0" r="0" b="0"/>
        </a:gradFill>
      </a:bgFillStyleLst>
    </a:fmtScheme>
  </a:themeElements>
</a:theme>
</file>

<file path=ppt/theme/theme27.xml><?xml version="1.0" encoding="utf-8"?>
<a:theme xmlns:a="http://schemas.openxmlformats.org/drawingml/2006/main" xmlns:r="http://schemas.openxmlformats.org/officeDocument/2006/relationships" name="Office">
  <a:themeElements>
    <a:clrScheme name="Office">
      <a:dk1>
        <a:srgbClr val="000000"/>
      </a:dk1>
      <a:lt1>
        <a:srgbClr val="ffffff"/>
      </a:lt1>
      <a:dk2>
        <a:srgbClr val="44546a"/>
      </a:dk2>
      <a:lt2>
        <a:srgbClr val="e7e6e6"/>
      </a:lt2>
      <a:accent1>
        <a:srgbClr val="1d9a78"/>
      </a:accent1>
      <a:accent2>
        <a:srgbClr val="8bc145"/>
      </a:accent2>
      <a:accent3>
        <a:srgbClr val="36afce"/>
      </a:accent3>
      <a:accent4>
        <a:srgbClr val="1d6fa9"/>
      </a:accent4>
      <a:accent5>
        <a:srgbClr val="b74919"/>
      </a:accent5>
      <a:accent6>
        <a:srgbClr val="f19d19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 pitchFamily="0" charset="1"/>
        <a:ea typeface=""/>
        <a:cs typeface=""/>
      </a:majorFont>
      <a:minorFont>
        <a:latin typeface="Calibri" panose="020F0502020204030204" pitchFamily="0" charset="1"/>
        <a:ea typeface=""/>
        <a:cs typeface=""/>
      </a:minorFont>
    </a:fontScheme>
    <a:fmtScheme>
      <a:fillStyleLst>
        <a:solidFill>
          <a:schemeClr val="phClr"/>
        </a:solidFill>
        <a:gradFill>
          <a:gsLst>
            <a:gs pos="0">
              <a:schemeClr val="phClr">
                <a:lumMod val="110000"/>
                <a:tint val="67000"/>
              </a:schemeClr>
            </a:gs>
            <a:gs pos="50000">
              <a:schemeClr val="phClr">
                <a:lumMod val="105000"/>
                <a:tint val="73000"/>
              </a:schemeClr>
            </a:gs>
            <a:gs pos="100000">
              <a:schemeClr val="phClr">
                <a:lumMod val="105000"/>
                <a:tint val="81000"/>
              </a:schemeClr>
            </a:gs>
          </a:gsLst>
          <a:lin ang="5400000" scaled="0"/>
          <a:tileRect l="0" t="0" r="0" b="0"/>
        </a:gradFill>
        <a:gradFill>
          <a:gsLst>
            <a:gs pos="0">
              <a:schemeClr val="phClr">
                <a:lumMod val="102000"/>
                <a:tint val="94000"/>
              </a:schemeClr>
            </a:gs>
            <a:gs pos="50000">
              <a:schemeClr val="phClr">
                <a:lumMod val="100000"/>
                <a:shade val="100000"/>
              </a:schemeClr>
            </a:gs>
            <a:gs pos="100000">
              <a:schemeClr val="phClr">
                <a:lumMod val="99000"/>
                <a:shade val="78000"/>
              </a:schemeClr>
            </a:gs>
          </a:gsLst>
          <a:lin ang="5400000" scaled="0"/>
          <a:tileRect l="0" t="0" r="0" b="0"/>
        </a:gradFill>
      </a:fillStyleLst>
      <a:lnStyleLst>
        <a:ln w="6350" cap="flat" cmpd="sng" algn="ctr">
          <a:prstDash val="solid"/>
          <a:miter lim="800000"/>
        </a:ln>
        <a:ln w="12700" cap="flat" cmpd="sng" algn="ctr">
          <a:prstDash val="solid"/>
          <a:miter lim="800000"/>
        </a:ln>
        <a:ln w="19050" cap="flat" cmpd="sng" algn="ctr"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/>
        </a:effectStyle>
      </a:effectStyleLst>
      <a:bgFillStyleLst>
        <a:solidFill>
          <a:schemeClr val="phClr"/>
        </a:solidFill>
        <a:solidFill>
          <a:schemeClr val="phClr">
            <a:tint val="95000"/>
          </a:schemeClr>
        </a:solidFill>
        <a:gradFill>
          <a:gsLst>
            <a:gs pos="0">
              <a:schemeClr val="phClr">
                <a:tint val="93000"/>
                <a:shade val="98000"/>
                <a:lumMod val="102000"/>
              </a:schemeClr>
            </a:gs>
            <a:gs pos="50000">
              <a:schemeClr val="phClr">
                <a:tint val="98000"/>
                <a:shade val="90000"/>
                <a:lumMod val="103000"/>
              </a:schemeClr>
            </a:gs>
            <a:gs pos="100000">
              <a:schemeClr val="phClr">
                <a:shade val="63000"/>
              </a:schemeClr>
            </a:gs>
          </a:gsLst>
          <a:lin ang="5400000" scaled="0"/>
          <a:tileRect l="0" t="0" r="0" b="0"/>
        </a:gradFill>
      </a:bgFillStyleLst>
    </a:fmtScheme>
  </a:themeElements>
</a:theme>
</file>

<file path=ppt/theme/theme28.xml><?xml version="1.0" encoding="utf-8"?>
<a:theme xmlns:a="http://schemas.openxmlformats.org/drawingml/2006/main" xmlns:r="http://schemas.openxmlformats.org/officeDocument/2006/relationships" name="Office">
  <a:themeElements>
    <a:clrScheme name="Office">
      <a:dk1>
        <a:srgbClr val="000000"/>
      </a:dk1>
      <a:lt1>
        <a:srgbClr val="ffffff"/>
      </a:lt1>
      <a:dk2>
        <a:srgbClr val="44546a"/>
      </a:dk2>
      <a:lt2>
        <a:srgbClr val="e7e6e6"/>
      </a:lt2>
      <a:accent1>
        <a:srgbClr val="1d9a78"/>
      </a:accent1>
      <a:accent2>
        <a:srgbClr val="8bc145"/>
      </a:accent2>
      <a:accent3>
        <a:srgbClr val="36afce"/>
      </a:accent3>
      <a:accent4>
        <a:srgbClr val="1d6fa9"/>
      </a:accent4>
      <a:accent5>
        <a:srgbClr val="b74919"/>
      </a:accent5>
      <a:accent6>
        <a:srgbClr val="f19d19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 pitchFamily="0" charset="1"/>
        <a:ea typeface=""/>
        <a:cs typeface=""/>
      </a:majorFont>
      <a:minorFont>
        <a:latin typeface="Calibri" panose="020F0502020204030204" pitchFamily="0" charset="1"/>
        <a:ea typeface=""/>
        <a:cs typeface=""/>
      </a:minorFont>
    </a:fontScheme>
    <a:fmtScheme>
      <a:fillStyleLst>
        <a:solidFill>
          <a:schemeClr val="phClr"/>
        </a:solidFill>
        <a:gradFill>
          <a:gsLst>
            <a:gs pos="0">
              <a:schemeClr val="phClr">
                <a:lumMod val="110000"/>
                <a:tint val="67000"/>
              </a:schemeClr>
            </a:gs>
            <a:gs pos="50000">
              <a:schemeClr val="phClr">
                <a:lumMod val="105000"/>
                <a:tint val="73000"/>
              </a:schemeClr>
            </a:gs>
            <a:gs pos="100000">
              <a:schemeClr val="phClr">
                <a:lumMod val="105000"/>
                <a:tint val="81000"/>
              </a:schemeClr>
            </a:gs>
          </a:gsLst>
          <a:lin ang="5400000" scaled="0"/>
          <a:tileRect l="0" t="0" r="0" b="0"/>
        </a:gradFill>
        <a:gradFill>
          <a:gsLst>
            <a:gs pos="0">
              <a:schemeClr val="phClr">
                <a:lumMod val="102000"/>
                <a:tint val="94000"/>
              </a:schemeClr>
            </a:gs>
            <a:gs pos="50000">
              <a:schemeClr val="phClr">
                <a:lumMod val="100000"/>
                <a:shade val="100000"/>
              </a:schemeClr>
            </a:gs>
            <a:gs pos="100000">
              <a:schemeClr val="phClr">
                <a:lumMod val="99000"/>
                <a:shade val="78000"/>
              </a:schemeClr>
            </a:gs>
          </a:gsLst>
          <a:lin ang="5400000" scaled="0"/>
          <a:tileRect l="0" t="0" r="0" b="0"/>
        </a:gradFill>
      </a:fillStyleLst>
      <a:lnStyleLst>
        <a:ln w="6350" cap="flat" cmpd="sng" algn="ctr">
          <a:prstDash val="solid"/>
          <a:miter lim="800000"/>
        </a:ln>
        <a:ln w="12700" cap="flat" cmpd="sng" algn="ctr">
          <a:prstDash val="solid"/>
          <a:miter lim="800000"/>
        </a:ln>
        <a:ln w="19050" cap="flat" cmpd="sng" algn="ctr"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/>
        </a:effectStyle>
      </a:effectStyleLst>
      <a:bgFillStyleLst>
        <a:solidFill>
          <a:schemeClr val="phClr"/>
        </a:solidFill>
        <a:solidFill>
          <a:schemeClr val="phClr">
            <a:tint val="95000"/>
          </a:schemeClr>
        </a:solidFill>
        <a:gradFill>
          <a:gsLst>
            <a:gs pos="0">
              <a:schemeClr val="phClr">
                <a:tint val="93000"/>
                <a:shade val="98000"/>
                <a:lumMod val="102000"/>
              </a:schemeClr>
            </a:gs>
            <a:gs pos="50000">
              <a:schemeClr val="phClr">
                <a:tint val="98000"/>
                <a:shade val="90000"/>
                <a:lumMod val="103000"/>
              </a:schemeClr>
            </a:gs>
            <a:gs pos="100000">
              <a:schemeClr val="phClr">
                <a:shade val="63000"/>
              </a:schemeClr>
            </a:gs>
          </a:gsLst>
          <a:lin ang="5400000" scaled="0"/>
          <a:tileRect l="0" t="0" r="0" b="0"/>
        </a:gradFill>
      </a:bgFillStyleLst>
    </a:fmtScheme>
  </a:themeElements>
</a:theme>
</file>

<file path=ppt/theme/theme29.xml><?xml version="1.0" encoding="utf-8"?>
<a:theme xmlns:a="http://schemas.openxmlformats.org/drawingml/2006/main" xmlns:r="http://schemas.openxmlformats.org/officeDocument/2006/relationships" name="Office">
  <a:themeElements>
    <a:clrScheme name="Office">
      <a:dk1>
        <a:srgbClr val="000000"/>
      </a:dk1>
      <a:lt1>
        <a:srgbClr val="ffffff"/>
      </a:lt1>
      <a:dk2>
        <a:srgbClr val="44546a"/>
      </a:dk2>
      <a:lt2>
        <a:srgbClr val="e7e6e6"/>
      </a:lt2>
      <a:accent1>
        <a:srgbClr val="1d9a78"/>
      </a:accent1>
      <a:accent2>
        <a:srgbClr val="8bc145"/>
      </a:accent2>
      <a:accent3>
        <a:srgbClr val="36afce"/>
      </a:accent3>
      <a:accent4>
        <a:srgbClr val="1d6fa9"/>
      </a:accent4>
      <a:accent5>
        <a:srgbClr val="b74919"/>
      </a:accent5>
      <a:accent6>
        <a:srgbClr val="f19d19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 pitchFamily="0" charset="1"/>
        <a:ea typeface=""/>
        <a:cs typeface=""/>
      </a:majorFont>
      <a:minorFont>
        <a:latin typeface="Calibri" panose="020F0502020204030204" pitchFamily="0" charset="1"/>
        <a:ea typeface=""/>
        <a:cs typeface=""/>
      </a:minorFont>
    </a:fontScheme>
    <a:fmtScheme>
      <a:fillStyleLst>
        <a:solidFill>
          <a:schemeClr val="phClr"/>
        </a:solidFill>
        <a:gradFill>
          <a:gsLst>
            <a:gs pos="0">
              <a:schemeClr val="phClr">
                <a:lumMod val="110000"/>
                <a:tint val="67000"/>
              </a:schemeClr>
            </a:gs>
            <a:gs pos="50000">
              <a:schemeClr val="phClr">
                <a:lumMod val="105000"/>
                <a:tint val="73000"/>
              </a:schemeClr>
            </a:gs>
            <a:gs pos="100000">
              <a:schemeClr val="phClr">
                <a:lumMod val="105000"/>
                <a:tint val="81000"/>
              </a:schemeClr>
            </a:gs>
          </a:gsLst>
          <a:lin ang="5400000" scaled="0"/>
          <a:tileRect l="0" t="0" r="0" b="0"/>
        </a:gradFill>
        <a:gradFill>
          <a:gsLst>
            <a:gs pos="0">
              <a:schemeClr val="phClr">
                <a:lumMod val="102000"/>
                <a:tint val="94000"/>
              </a:schemeClr>
            </a:gs>
            <a:gs pos="50000">
              <a:schemeClr val="phClr">
                <a:lumMod val="100000"/>
                <a:shade val="100000"/>
              </a:schemeClr>
            </a:gs>
            <a:gs pos="100000">
              <a:schemeClr val="phClr">
                <a:lumMod val="99000"/>
                <a:shade val="78000"/>
              </a:schemeClr>
            </a:gs>
          </a:gsLst>
          <a:lin ang="5400000" scaled="0"/>
          <a:tileRect l="0" t="0" r="0" b="0"/>
        </a:gradFill>
      </a:fillStyleLst>
      <a:lnStyleLst>
        <a:ln w="6350" cap="flat" cmpd="sng" algn="ctr">
          <a:prstDash val="solid"/>
          <a:miter lim="800000"/>
        </a:ln>
        <a:ln w="12700" cap="flat" cmpd="sng" algn="ctr">
          <a:prstDash val="solid"/>
          <a:miter lim="800000"/>
        </a:ln>
        <a:ln w="19050" cap="flat" cmpd="sng" algn="ctr"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/>
        </a:effectStyle>
      </a:effectStyleLst>
      <a:bgFillStyleLst>
        <a:solidFill>
          <a:schemeClr val="phClr"/>
        </a:solidFill>
        <a:solidFill>
          <a:schemeClr val="phClr">
            <a:tint val="95000"/>
          </a:schemeClr>
        </a:solidFill>
        <a:gradFill>
          <a:gsLst>
            <a:gs pos="0">
              <a:schemeClr val="phClr">
                <a:tint val="93000"/>
                <a:shade val="98000"/>
                <a:lumMod val="102000"/>
              </a:schemeClr>
            </a:gs>
            <a:gs pos="50000">
              <a:schemeClr val="phClr">
                <a:tint val="98000"/>
                <a:shade val="90000"/>
                <a:lumMod val="103000"/>
              </a:schemeClr>
            </a:gs>
            <a:gs pos="100000">
              <a:schemeClr val="phClr">
                <a:shade val="63000"/>
              </a:schemeClr>
            </a:gs>
          </a:gsLst>
          <a:lin ang="5400000" scaled="0"/>
          <a:tileRect l="0" t="0" r="0" b="0"/>
        </a:gradFill>
      </a:bgFillStyleLst>
    </a:fmtScheme>
  </a:themeElements>
</a:theme>
</file>

<file path=ppt/theme/theme30.xml><?xml version="1.0" encoding="utf-8"?>
<a:theme xmlns:a="http://schemas.openxmlformats.org/drawingml/2006/main" xmlns:r="http://schemas.openxmlformats.org/officeDocument/2006/relationships" name="Office">
  <a:themeElements>
    <a:clrScheme name="Office">
      <a:dk1>
        <a:srgbClr val="000000"/>
      </a:dk1>
      <a:lt1>
        <a:srgbClr val="ffffff"/>
      </a:lt1>
      <a:dk2>
        <a:srgbClr val="44546a"/>
      </a:dk2>
      <a:lt2>
        <a:srgbClr val="e7e6e6"/>
      </a:lt2>
      <a:accent1>
        <a:srgbClr val="1d9a78"/>
      </a:accent1>
      <a:accent2>
        <a:srgbClr val="8bc145"/>
      </a:accent2>
      <a:accent3>
        <a:srgbClr val="36afce"/>
      </a:accent3>
      <a:accent4>
        <a:srgbClr val="1d6fa9"/>
      </a:accent4>
      <a:accent5>
        <a:srgbClr val="b74919"/>
      </a:accent5>
      <a:accent6>
        <a:srgbClr val="f19d19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 pitchFamily="0" charset="1"/>
        <a:ea typeface=""/>
        <a:cs typeface=""/>
      </a:majorFont>
      <a:minorFont>
        <a:latin typeface="Calibri" panose="020F0502020204030204" pitchFamily="0" charset="1"/>
        <a:ea typeface=""/>
        <a:cs typeface=""/>
      </a:minorFont>
    </a:fontScheme>
    <a:fmtScheme>
      <a:fillStyleLst>
        <a:solidFill>
          <a:schemeClr val="phClr"/>
        </a:solidFill>
        <a:gradFill>
          <a:gsLst>
            <a:gs pos="0">
              <a:schemeClr val="phClr">
                <a:lumMod val="110000"/>
                <a:tint val="67000"/>
              </a:schemeClr>
            </a:gs>
            <a:gs pos="50000">
              <a:schemeClr val="phClr">
                <a:lumMod val="105000"/>
                <a:tint val="73000"/>
              </a:schemeClr>
            </a:gs>
            <a:gs pos="100000">
              <a:schemeClr val="phClr">
                <a:lumMod val="105000"/>
                <a:tint val="81000"/>
              </a:schemeClr>
            </a:gs>
          </a:gsLst>
          <a:lin ang="5400000" scaled="0"/>
          <a:tileRect l="0" t="0" r="0" b="0"/>
        </a:gradFill>
        <a:gradFill>
          <a:gsLst>
            <a:gs pos="0">
              <a:schemeClr val="phClr">
                <a:lumMod val="102000"/>
                <a:tint val="94000"/>
              </a:schemeClr>
            </a:gs>
            <a:gs pos="50000">
              <a:schemeClr val="phClr">
                <a:lumMod val="100000"/>
                <a:shade val="100000"/>
              </a:schemeClr>
            </a:gs>
            <a:gs pos="100000">
              <a:schemeClr val="phClr">
                <a:lumMod val="99000"/>
                <a:shade val="78000"/>
              </a:schemeClr>
            </a:gs>
          </a:gsLst>
          <a:lin ang="5400000" scaled="0"/>
          <a:tileRect l="0" t="0" r="0" b="0"/>
        </a:gradFill>
      </a:fillStyleLst>
      <a:lnStyleLst>
        <a:ln w="6350" cap="flat" cmpd="sng" algn="ctr">
          <a:prstDash val="solid"/>
          <a:miter lim="800000"/>
        </a:ln>
        <a:ln w="12700" cap="flat" cmpd="sng" algn="ctr">
          <a:prstDash val="solid"/>
          <a:miter lim="800000"/>
        </a:ln>
        <a:ln w="19050" cap="flat" cmpd="sng" algn="ctr"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/>
        </a:effectStyle>
      </a:effectStyleLst>
      <a:bgFillStyleLst>
        <a:solidFill>
          <a:schemeClr val="phClr"/>
        </a:solidFill>
        <a:solidFill>
          <a:schemeClr val="phClr">
            <a:tint val="95000"/>
          </a:schemeClr>
        </a:solidFill>
        <a:gradFill>
          <a:gsLst>
            <a:gs pos="0">
              <a:schemeClr val="phClr">
                <a:tint val="93000"/>
                <a:shade val="98000"/>
                <a:lumMod val="102000"/>
              </a:schemeClr>
            </a:gs>
            <a:gs pos="50000">
              <a:schemeClr val="phClr">
                <a:tint val="98000"/>
                <a:shade val="90000"/>
                <a:lumMod val="103000"/>
              </a:schemeClr>
            </a:gs>
            <a:gs pos="100000">
              <a:schemeClr val="phClr">
                <a:shade val="63000"/>
              </a:schemeClr>
            </a:gs>
          </a:gsLst>
          <a:lin ang="5400000" scaled="0"/>
          <a:tileRect l="0" t="0" r="0" b="0"/>
        </a:gradFill>
      </a:bgFillStyleLst>
    </a:fmtScheme>
  </a:themeElements>
</a:theme>
</file>

<file path=ppt/theme/theme31.xml><?xml version="1.0" encoding="utf-8"?>
<a:theme xmlns:a="http://schemas.openxmlformats.org/drawingml/2006/main" xmlns:r="http://schemas.openxmlformats.org/officeDocument/2006/relationships" name="Office">
  <a:themeElements>
    <a:clrScheme name="Office">
      <a:dk1>
        <a:srgbClr val="000000"/>
      </a:dk1>
      <a:lt1>
        <a:srgbClr val="ffffff"/>
      </a:lt1>
      <a:dk2>
        <a:srgbClr val="44546a"/>
      </a:dk2>
      <a:lt2>
        <a:srgbClr val="e7e6e6"/>
      </a:lt2>
      <a:accent1>
        <a:srgbClr val="1d9a78"/>
      </a:accent1>
      <a:accent2>
        <a:srgbClr val="8bc145"/>
      </a:accent2>
      <a:accent3>
        <a:srgbClr val="36afce"/>
      </a:accent3>
      <a:accent4>
        <a:srgbClr val="1d6fa9"/>
      </a:accent4>
      <a:accent5>
        <a:srgbClr val="b74919"/>
      </a:accent5>
      <a:accent6>
        <a:srgbClr val="f19d19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 pitchFamily="0" charset="1"/>
        <a:ea typeface=""/>
        <a:cs typeface=""/>
      </a:majorFont>
      <a:minorFont>
        <a:latin typeface="Calibri" panose="020F0502020204030204" pitchFamily="0" charset="1"/>
        <a:ea typeface=""/>
        <a:cs typeface=""/>
      </a:minorFont>
    </a:fontScheme>
    <a:fmtScheme>
      <a:fillStyleLst>
        <a:solidFill>
          <a:schemeClr val="phClr"/>
        </a:solidFill>
        <a:gradFill>
          <a:gsLst>
            <a:gs pos="0">
              <a:schemeClr val="phClr">
                <a:lumMod val="110000"/>
                <a:tint val="67000"/>
              </a:schemeClr>
            </a:gs>
            <a:gs pos="50000">
              <a:schemeClr val="phClr">
                <a:lumMod val="105000"/>
                <a:tint val="73000"/>
              </a:schemeClr>
            </a:gs>
            <a:gs pos="100000">
              <a:schemeClr val="phClr">
                <a:lumMod val="105000"/>
                <a:tint val="81000"/>
              </a:schemeClr>
            </a:gs>
          </a:gsLst>
          <a:lin ang="5400000" scaled="0"/>
          <a:tileRect l="0" t="0" r="0" b="0"/>
        </a:gradFill>
        <a:gradFill>
          <a:gsLst>
            <a:gs pos="0">
              <a:schemeClr val="phClr">
                <a:lumMod val="102000"/>
                <a:tint val="94000"/>
              </a:schemeClr>
            </a:gs>
            <a:gs pos="50000">
              <a:schemeClr val="phClr">
                <a:lumMod val="100000"/>
                <a:shade val="100000"/>
              </a:schemeClr>
            </a:gs>
            <a:gs pos="100000">
              <a:schemeClr val="phClr">
                <a:lumMod val="99000"/>
                <a:shade val="78000"/>
              </a:schemeClr>
            </a:gs>
          </a:gsLst>
          <a:lin ang="5400000" scaled="0"/>
          <a:tileRect l="0" t="0" r="0" b="0"/>
        </a:gradFill>
      </a:fillStyleLst>
      <a:lnStyleLst>
        <a:ln w="6350" cap="flat" cmpd="sng" algn="ctr">
          <a:prstDash val="solid"/>
          <a:miter lim="800000"/>
        </a:ln>
        <a:ln w="12700" cap="flat" cmpd="sng" algn="ctr">
          <a:prstDash val="solid"/>
          <a:miter lim="800000"/>
        </a:ln>
        <a:ln w="19050" cap="flat" cmpd="sng" algn="ctr"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/>
        </a:effectStyle>
      </a:effectStyleLst>
      <a:bgFillStyleLst>
        <a:solidFill>
          <a:schemeClr val="phClr"/>
        </a:solidFill>
        <a:solidFill>
          <a:schemeClr val="phClr">
            <a:tint val="95000"/>
          </a:schemeClr>
        </a:solidFill>
        <a:gradFill>
          <a:gsLst>
            <a:gs pos="0">
              <a:schemeClr val="phClr">
                <a:tint val="93000"/>
                <a:shade val="98000"/>
                <a:lumMod val="102000"/>
              </a:schemeClr>
            </a:gs>
            <a:gs pos="50000">
              <a:schemeClr val="phClr">
                <a:tint val="98000"/>
                <a:shade val="90000"/>
                <a:lumMod val="103000"/>
              </a:schemeClr>
            </a:gs>
            <a:gs pos="100000">
              <a:schemeClr val="phClr">
                <a:shade val="63000"/>
              </a:schemeClr>
            </a:gs>
          </a:gsLst>
          <a:lin ang="5400000" scaled="0"/>
          <a:tileRect l="0" t="0" r="0" b="0"/>
        </a:gradFill>
      </a:bgFillStyleLst>
    </a:fmtScheme>
  </a:themeElements>
</a:theme>
</file>

<file path=ppt/theme/theme32.xml><?xml version="1.0" encoding="utf-8"?>
<a:theme xmlns:a="http://schemas.openxmlformats.org/drawingml/2006/main" xmlns:r="http://schemas.openxmlformats.org/officeDocument/2006/relationships" name="Office">
  <a:themeElements>
    <a:clrScheme name="Office">
      <a:dk1>
        <a:srgbClr val="000000"/>
      </a:dk1>
      <a:lt1>
        <a:srgbClr val="ffffff"/>
      </a:lt1>
      <a:dk2>
        <a:srgbClr val="44546a"/>
      </a:dk2>
      <a:lt2>
        <a:srgbClr val="e7e6e6"/>
      </a:lt2>
      <a:accent1>
        <a:srgbClr val="1d9a78"/>
      </a:accent1>
      <a:accent2>
        <a:srgbClr val="8bc145"/>
      </a:accent2>
      <a:accent3>
        <a:srgbClr val="36afce"/>
      </a:accent3>
      <a:accent4>
        <a:srgbClr val="1d6fa9"/>
      </a:accent4>
      <a:accent5>
        <a:srgbClr val="b74919"/>
      </a:accent5>
      <a:accent6>
        <a:srgbClr val="f19d19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 pitchFamily="0" charset="1"/>
        <a:ea typeface=""/>
        <a:cs typeface=""/>
      </a:majorFont>
      <a:minorFont>
        <a:latin typeface="Calibri" panose="020F0502020204030204" pitchFamily="0" charset="1"/>
        <a:ea typeface=""/>
        <a:cs typeface=""/>
      </a:minorFont>
    </a:fontScheme>
    <a:fmtScheme>
      <a:fillStyleLst>
        <a:solidFill>
          <a:schemeClr val="phClr"/>
        </a:solidFill>
        <a:gradFill>
          <a:gsLst>
            <a:gs pos="0">
              <a:schemeClr val="phClr">
                <a:lumMod val="110000"/>
                <a:tint val="67000"/>
              </a:schemeClr>
            </a:gs>
            <a:gs pos="50000">
              <a:schemeClr val="phClr">
                <a:lumMod val="105000"/>
                <a:tint val="73000"/>
              </a:schemeClr>
            </a:gs>
            <a:gs pos="100000">
              <a:schemeClr val="phClr">
                <a:lumMod val="105000"/>
                <a:tint val="81000"/>
              </a:schemeClr>
            </a:gs>
          </a:gsLst>
          <a:lin ang="5400000" scaled="0"/>
          <a:tileRect l="0" t="0" r="0" b="0"/>
        </a:gradFill>
        <a:gradFill>
          <a:gsLst>
            <a:gs pos="0">
              <a:schemeClr val="phClr">
                <a:lumMod val="102000"/>
                <a:tint val="94000"/>
              </a:schemeClr>
            </a:gs>
            <a:gs pos="50000">
              <a:schemeClr val="phClr">
                <a:lumMod val="100000"/>
                <a:shade val="100000"/>
              </a:schemeClr>
            </a:gs>
            <a:gs pos="100000">
              <a:schemeClr val="phClr">
                <a:lumMod val="99000"/>
                <a:shade val="78000"/>
              </a:schemeClr>
            </a:gs>
          </a:gsLst>
          <a:lin ang="5400000" scaled="0"/>
          <a:tileRect l="0" t="0" r="0" b="0"/>
        </a:gradFill>
      </a:fillStyleLst>
      <a:lnStyleLst>
        <a:ln w="6350" cap="flat" cmpd="sng" algn="ctr">
          <a:prstDash val="solid"/>
          <a:miter lim="800000"/>
        </a:ln>
        <a:ln w="12700" cap="flat" cmpd="sng" algn="ctr">
          <a:prstDash val="solid"/>
          <a:miter lim="800000"/>
        </a:ln>
        <a:ln w="19050" cap="flat" cmpd="sng" algn="ctr"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/>
        </a:effectStyle>
      </a:effectStyleLst>
      <a:bgFillStyleLst>
        <a:solidFill>
          <a:schemeClr val="phClr"/>
        </a:solidFill>
        <a:solidFill>
          <a:schemeClr val="phClr">
            <a:tint val="95000"/>
          </a:schemeClr>
        </a:solidFill>
        <a:gradFill>
          <a:gsLst>
            <a:gs pos="0">
              <a:schemeClr val="phClr">
                <a:tint val="93000"/>
                <a:shade val="98000"/>
                <a:lumMod val="102000"/>
              </a:schemeClr>
            </a:gs>
            <a:gs pos="50000">
              <a:schemeClr val="phClr">
                <a:tint val="98000"/>
                <a:shade val="90000"/>
                <a:lumMod val="103000"/>
              </a:schemeClr>
            </a:gs>
            <a:gs pos="100000">
              <a:schemeClr val="phClr">
                <a:shade val="63000"/>
              </a:schemeClr>
            </a:gs>
          </a:gsLst>
          <a:lin ang="5400000" scaled="0"/>
          <a:tileRect l="0" t="0" r="0" b="0"/>
        </a:gradFill>
      </a:bgFillStyleLst>
    </a:fmtScheme>
  </a:themeElements>
</a:theme>
</file>

<file path=ppt/theme/theme33.xml><?xml version="1.0" encoding="utf-8"?>
<a:theme xmlns:a="http://schemas.openxmlformats.org/drawingml/2006/main" xmlns:r="http://schemas.openxmlformats.org/officeDocument/2006/relationships" name="Office">
  <a:themeElements>
    <a:clrScheme name="Office">
      <a:dk1>
        <a:srgbClr val="000000"/>
      </a:dk1>
      <a:lt1>
        <a:srgbClr val="ffffff"/>
      </a:lt1>
      <a:dk2>
        <a:srgbClr val="44546a"/>
      </a:dk2>
      <a:lt2>
        <a:srgbClr val="e7e6e6"/>
      </a:lt2>
      <a:accent1>
        <a:srgbClr val="1d9a78"/>
      </a:accent1>
      <a:accent2>
        <a:srgbClr val="8bc145"/>
      </a:accent2>
      <a:accent3>
        <a:srgbClr val="36afce"/>
      </a:accent3>
      <a:accent4>
        <a:srgbClr val="1d6fa9"/>
      </a:accent4>
      <a:accent5>
        <a:srgbClr val="b74919"/>
      </a:accent5>
      <a:accent6>
        <a:srgbClr val="f19d19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 pitchFamily="0" charset="1"/>
        <a:ea typeface=""/>
        <a:cs typeface=""/>
      </a:majorFont>
      <a:minorFont>
        <a:latin typeface="Calibri" panose="020F0502020204030204" pitchFamily="0" charset="1"/>
        <a:ea typeface=""/>
        <a:cs typeface=""/>
      </a:minorFont>
    </a:fontScheme>
    <a:fmtScheme>
      <a:fillStyleLst>
        <a:solidFill>
          <a:schemeClr val="phClr"/>
        </a:solidFill>
        <a:gradFill>
          <a:gsLst>
            <a:gs pos="0">
              <a:schemeClr val="phClr">
                <a:lumMod val="110000"/>
                <a:tint val="67000"/>
              </a:schemeClr>
            </a:gs>
            <a:gs pos="50000">
              <a:schemeClr val="phClr">
                <a:lumMod val="105000"/>
                <a:tint val="73000"/>
              </a:schemeClr>
            </a:gs>
            <a:gs pos="100000">
              <a:schemeClr val="phClr">
                <a:lumMod val="105000"/>
                <a:tint val="81000"/>
              </a:schemeClr>
            </a:gs>
          </a:gsLst>
          <a:lin ang="5400000" scaled="0"/>
          <a:tileRect l="0" t="0" r="0" b="0"/>
        </a:gradFill>
        <a:gradFill>
          <a:gsLst>
            <a:gs pos="0">
              <a:schemeClr val="phClr">
                <a:lumMod val="102000"/>
                <a:tint val="94000"/>
              </a:schemeClr>
            </a:gs>
            <a:gs pos="50000">
              <a:schemeClr val="phClr">
                <a:lumMod val="100000"/>
                <a:shade val="100000"/>
              </a:schemeClr>
            </a:gs>
            <a:gs pos="100000">
              <a:schemeClr val="phClr">
                <a:lumMod val="99000"/>
                <a:shade val="78000"/>
              </a:schemeClr>
            </a:gs>
          </a:gsLst>
          <a:lin ang="5400000" scaled="0"/>
          <a:tileRect l="0" t="0" r="0" b="0"/>
        </a:gradFill>
      </a:fillStyleLst>
      <a:lnStyleLst>
        <a:ln w="6350" cap="flat" cmpd="sng" algn="ctr">
          <a:prstDash val="solid"/>
          <a:miter lim="800000"/>
        </a:ln>
        <a:ln w="12700" cap="flat" cmpd="sng" algn="ctr">
          <a:prstDash val="solid"/>
          <a:miter lim="800000"/>
        </a:ln>
        <a:ln w="19050" cap="flat" cmpd="sng" algn="ctr"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/>
        </a:effectStyle>
      </a:effectStyleLst>
      <a:bgFillStyleLst>
        <a:solidFill>
          <a:schemeClr val="phClr"/>
        </a:solidFill>
        <a:solidFill>
          <a:schemeClr val="phClr">
            <a:tint val="95000"/>
          </a:schemeClr>
        </a:solidFill>
        <a:gradFill>
          <a:gsLst>
            <a:gs pos="0">
              <a:schemeClr val="phClr">
                <a:tint val="93000"/>
                <a:shade val="98000"/>
                <a:lumMod val="102000"/>
              </a:schemeClr>
            </a:gs>
            <a:gs pos="50000">
              <a:schemeClr val="phClr">
                <a:tint val="98000"/>
                <a:shade val="90000"/>
                <a:lumMod val="103000"/>
              </a:schemeClr>
            </a:gs>
            <a:gs pos="100000">
              <a:schemeClr val="phClr">
                <a:shade val="63000"/>
              </a:schemeClr>
            </a:gs>
          </a:gsLst>
          <a:lin ang="5400000" scaled="0"/>
          <a:tileRect l="0" t="0" r="0" b="0"/>
        </a:gradFill>
      </a:bgFillStyleLst>
    </a:fmtScheme>
  </a:themeElements>
</a:theme>
</file>

<file path=ppt/theme/theme34.xml><?xml version="1.0" encoding="utf-8"?>
<a:theme xmlns:a="http://schemas.openxmlformats.org/drawingml/2006/main" xmlns:r="http://schemas.openxmlformats.org/officeDocument/2006/relationships" name="Office">
  <a:themeElements>
    <a:clrScheme name="Office">
      <a:dk1>
        <a:srgbClr val="000000"/>
      </a:dk1>
      <a:lt1>
        <a:srgbClr val="ffffff"/>
      </a:lt1>
      <a:dk2>
        <a:srgbClr val="44546a"/>
      </a:dk2>
      <a:lt2>
        <a:srgbClr val="e7e6e6"/>
      </a:lt2>
      <a:accent1>
        <a:srgbClr val="1d9a78"/>
      </a:accent1>
      <a:accent2>
        <a:srgbClr val="8bc145"/>
      </a:accent2>
      <a:accent3>
        <a:srgbClr val="36afce"/>
      </a:accent3>
      <a:accent4>
        <a:srgbClr val="1d6fa9"/>
      </a:accent4>
      <a:accent5>
        <a:srgbClr val="b74919"/>
      </a:accent5>
      <a:accent6>
        <a:srgbClr val="f19d19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 pitchFamily="0" charset="1"/>
        <a:ea typeface=""/>
        <a:cs typeface=""/>
      </a:majorFont>
      <a:minorFont>
        <a:latin typeface="Calibri" panose="020F0502020204030204" pitchFamily="0" charset="1"/>
        <a:ea typeface=""/>
        <a:cs typeface=""/>
      </a:minorFont>
    </a:fontScheme>
    <a:fmtScheme>
      <a:fillStyleLst>
        <a:solidFill>
          <a:schemeClr val="phClr"/>
        </a:solidFill>
        <a:gradFill>
          <a:gsLst>
            <a:gs pos="0">
              <a:schemeClr val="phClr">
                <a:lumMod val="110000"/>
                <a:tint val="67000"/>
              </a:schemeClr>
            </a:gs>
            <a:gs pos="50000">
              <a:schemeClr val="phClr">
                <a:lumMod val="105000"/>
                <a:tint val="73000"/>
              </a:schemeClr>
            </a:gs>
            <a:gs pos="100000">
              <a:schemeClr val="phClr">
                <a:lumMod val="105000"/>
                <a:tint val="81000"/>
              </a:schemeClr>
            </a:gs>
          </a:gsLst>
          <a:lin ang="5400000" scaled="0"/>
          <a:tileRect l="0" t="0" r="0" b="0"/>
        </a:gradFill>
        <a:gradFill>
          <a:gsLst>
            <a:gs pos="0">
              <a:schemeClr val="phClr">
                <a:lumMod val="102000"/>
                <a:tint val="94000"/>
              </a:schemeClr>
            </a:gs>
            <a:gs pos="50000">
              <a:schemeClr val="phClr">
                <a:lumMod val="100000"/>
                <a:shade val="100000"/>
              </a:schemeClr>
            </a:gs>
            <a:gs pos="100000">
              <a:schemeClr val="phClr">
                <a:lumMod val="99000"/>
                <a:shade val="78000"/>
              </a:schemeClr>
            </a:gs>
          </a:gsLst>
          <a:lin ang="5400000" scaled="0"/>
          <a:tileRect l="0" t="0" r="0" b="0"/>
        </a:gradFill>
      </a:fillStyleLst>
      <a:lnStyleLst>
        <a:ln w="6350" cap="flat" cmpd="sng" algn="ctr">
          <a:prstDash val="solid"/>
          <a:miter lim="800000"/>
        </a:ln>
        <a:ln w="12700" cap="flat" cmpd="sng" algn="ctr">
          <a:prstDash val="solid"/>
          <a:miter lim="800000"/>
        </a:ln>
        <a:ln w="19050" cap="flat" cmpd="sng" algn="ctr"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/>
        </a:effectStyle>
      </a:effectStyleLst>
      <a:bgFillStyleLst>
        <a:solidFill>
          <a:schemeClr val="phClr"/>
        </a:solidFill>
        <a:solidFill>
          <a:schemeClr val="phClr">
            <a:tint val="95000"/>
          </a:schemeClr>
        </a:solidFill>
        <a:gradFill>
          <a:gsLst>
            <a:gs pos="0">
              <a:schemeClr val="phClr">
                <a:tint val="93000"/>
                <a:shade val="98000"/>
                <a:lumMod val="102000"/>
              </a:schemeClr>
            </a:gs>
            <a:gs pos="50000">
              <a:schemeClr val="phClr">
                <a:tint val="98000"/>
                <a:shade val="90000"/>
                <a:lumMod val="103000"/>
              </a:schemeClr>
            </a:gs>
            <a:gs pos="100000">
              <a:schemeClr val="phClr">
                <a:shade val="63000"/>
              </a:schemeClr>
            </a:gs>
          </a:gsLst>
          <a:lin ang="5400000" scaled="0"/>
          <a:tileRect l="0" t="0" r="0" b="0"/>
        </a:gradFill>
      </a:bgFillStyleLst>
    </a:fmtScheme>
  </a:themeElements>
</a:theme>
</file>

<file path=ppt/theme/theme35.xml><?xml version="1.0" encoding="utf-8"?>
<a:theme xmlns:a="http://schemas.openxmlformats.org/drawingml/2006/main" xmlns:r="http://schemas.openxmlformats.org/officeDocument/2006/relationships" name="Office">
  <a:themeElements>
    <a:clrScheme name="Office">
      <a:dk1>
        <a:srgbClr val="000000"/>
      </a:dk1>
      <a:lt1>
        <a:srgbClr val="ffffff"/>
      </a:lt1>
      <a:dk2>
        <a:srgbClr val="44546a"/>
      </a:dk2>
      <a:lt2>
        <a:srgbClr val="e7e6e6"/>
      </a:lt2>
      <a:accent1>
        <a:srgbClr val="1d9a78"/>
      </a:accent1>
      <a:accent2>
        <a:srgbClr val="8bc145"/>
      </a:accent2>
      <a:accent3>
        <a:srgbClr val="36afce"/>
      </a:accent3>
      <a:accent4>
        <a:srgbClr val="1d6fa9"/>
      </a:accent4>
      <a:accent5>
        <a:srgbClr val="b74919"/>
      </a:accent5>
      <a:accent6>
        <a:srgbClr val="f19d19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 pitchFamily="0" charset="1"/>
        <a:ea typeface=""/>
        <a:cs typeface=""/>
      </a:majorFont>
      <a:minorFont>
        <a:latin typeface="Calibri" panose="020F0502020204030204" pitchFamily="0" charset="1"/>
        <a:ea typeface=""/>
        <a:cs typeface=""/>
      </a:minorFont>
    </a:fontScheme>
    <a:fmtScheme>
      <a:fillStyleLst>
        <a:solidFill>
          <a:schemeClr val="phClr"/>
        </a:solidFill>
        <a:gradFill>
          <a:gsLst>
            <a:gs pos="0">
              <a:schemeClr val="phClr">
                <a:lumMod val="110000"/>
                <a:tint val="67000"/>
              </a:schemeClr>
            </a:gs>
            <a:gs pos="50000">
              <a:schemeClr val="phClr">
                <a:lumMod val="105000"/>
                <a:tint val="73000"/>
              </a:schemeClr>
            </a:gs>
            <a:gs pos="100000">
              <a:schemeClr val="phClr">
                <a:lumMod val="105000"/>
                <a:tint val="81000"/>
              </a:schemeClr>
            </a:gs>
          </a:gsLst>
          <a:lin ang="5400000" scaled="0"/>
          <a:tileRect l="0" t="0" r="0" b="0"/>
        </a:gradFill>
        <a:gradFill>
          <a:gsLst>
            <a:gs pos="0">
              <a:schemeClr val="phClr">
                <a:lumMod val="102000"/>
                <a:tint val="94000"/>
              </a:schemeClr>
            </a:gs>
            <a:gs pos="50000">
              <a:schemeClr val="phClr">
                <a:lumMod val="100000"/>
                <a:shade val="100000"/>
              </a:schemeClr>
            </a:gs>
            <a:gs pos="100000">
              <a:schemeClr val="phClr">
                <a:lumMod val="99000"/>
                <a:shade val="78000"/>
              </a:schemeClr>
            </a:gs>
          </a:gsLst>
          <a:lin ang="5400000" scaled="0"/>
          <a:tileRect l="0" t="0" r="0" b="0"/>
        </a:gradFill>
      </a:fillStyleLst>
      <a:lnStyleLst>
        <a:ln w="6350" cap="flat" cmpd="sng" algn="ctr">
          <a:prstDash val="solid"/>
          <a:miter lim="800000"/>
        </a:ln>
        <a:ln w="12700" cap="flat" cmpd="sng" algn="ctr">
          <a:prstDash val="solid"/>
          <a:miter lim="800000"/>
        </a:ln>
        <a:ln w="19050" cap="flat" cmpd="sng" algn="ctr"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/>
        </a:effectStyle>
      </a:effectStyleLst>
      <a:bgFillStyleLst>
        <a:solidFill>
          <a:schemeClr val="phClr"/>
        </a:solidFill>
        <a:solidFill>
          <a:schemeClr val="phClr">
            <a:tint val="95000"/>
          </a:schemeClr>
        </a:solidFill>
        <a:gradFill>
          <a:gsLst>
            <a:gs pos="0">
              <a:schemeClr val="phClr">
                <a:tint val="93000"/>
                <a:shade val="98000"/>
                <a:lumMod val="102000"/>
              </a:schemeClr>
            </a:gs>
            <a:gs pos="50000">
              <a:schemeClr val="phClr">
                <a:tint val="98000"/>
                <a:shade val="90000"/>
                <a:lumMod val="103000"/>
              </a:schemeClr>
            </a:gs>
            <a:gs pos="100000">
              <a:schemeClr val="phClr">
                <a:shade val="63000"/>
              </a:schemeClr>
            </a:gs>
          </a:gsLst>
          <a:lin ang="5400000" scaled="0"/>
          <a:tileRect l="0" t="0" r="0" b="0"/>
        </a:gradFill>
      </a:bgFillStyleLst>
    </a:fmtScheme>
  </a:themeElements>
</a:theme>
</file>

<file path=ppt/theme/theme36.xml><?xml version="1.0" encoding="utf-8"?>
<a:theme xmlns:a="http://schemas.openxmlformats.org/drawingml/2006/main" xmlns:r="http://schemas.openxmlformats.org/officeDocument/2006/relationships" name="Office">
  <a:themeElements>
    <a:clrScheme name="Office">
      <a:dk1>
        <a:srgbClr val="000000"/>
      </a:dk1>
      <a:lt1>
        <a:srgbClr val="ffffff"/>
      </a:lt1>
      <a:dk2>
        <a:srgbClr val="44546a"/>
      </a:dk2>
      <a:lt2>
        <a:srgbClr val="e7e6e6"/>
      </a:lt2>
      <a:accent1>
        <a:srgbClr val="1d9a78"/>
      </a:accent1>
      <a:accent2>
        <a:srgbClr val="8bc145"/>
      </a:accent2>
      <a:accent3>
        <a:srgbClr val="36afce"/>
      </a:accent3>
      <a:accent4>
        <a:srgbClr val="1d6fa9"/>
      </a:accent4>
      <a:accent5>
        <a:srgbClr val="b74919"/>
      </a:accent5>
      <a:accent6>
        <a:srgbClr val="f19d19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 pitchFamily="0" charset="1"/>
        <a:ea typeface=""/>
        <a:cs typeface=""/>
      </a:majorFont>
      <a:minorFont>
        <a:latin typeface="Calibri" panose="020F0502020204030204" pitchFamily="0" charset="1"/>
        <a:ea typeface=""/>
        <a:cs typeface=""/>
      </a:minorFont>
    </a:fontScheme>
    <a:fmtScheme>
      <a:fillStyleLst>
        <a:solidFill>
          <a:schemeClr val="phClr"/>
        </a:solidFill>
        <a:gradFill>
          <a:gsLst>
            <a:gs pos="0">
              <a:schemeClr val="phClr">
                <a:lumMod val="110000"/>
                <a:tint val="67000"/>
              </a:schemeClr>
            </a:gs>
            <a:gs pos="50000">
              <a:schemeClr val="phClr">
                <a:lumMod val="105000"/>
                <a:tint val="73000"/>
              </a:schemeClr>
            </a:gs>
            <a:gs pos="100000">
              <a:schemeClr val="phClr">
                <a:lumMod val="105000"/>
                <a:tint val="81000"/>
              </a:schemeClr>
            </a:gs>
          </a:gsLst>
          <a:lin ang="5400000" scaled="0"/>
          <a:tileRect l="0" t="0" r="0" b="0"/>
        </a:gradFill>
        <a:gradFill>
          <a:gsLst>
            <a:gs pos="0">
              <a:schemeClr val="phClr">
                <a:lumMod val="102000"/>
                <a:tint val="94000"/>
              </a:schemeClr>
            </a:gs>
            <a:gs pos="50000">
              <a:schemeClr val="phClr">
                <a:lumMod val="100000"/>
                <a:shade val="100000"/>
              </a:schemeClr>
            </a:gs>
            <a:gs pos="100000">
              <a:schemeClr val="phClr">
                <a:lumMod val="99000"/>
                <a:shade val="78000"/>
              </a:schemeClr>
            </a:gs>
          </a:gsLst>
          <a:lin ang="5400000" scaled="0"/>
          <a:tileRect l="0" t="0" r="0" b="0"/>
        </a:gradFill>
      </a:fillStyleLst>
      <a:lnStyleLst>
        <a:ln w="6350" cap="flat" cmpd="sng" algn="ctr">
          <a:prstDash val="solid"/>
          <a:miter lim="800000"/>
        </a:ln>
        <a:ln w="12700" cap="flat" cmpd="sng" algn="ctr">
          <a:prstDash val="solid"/>
          <a:miter lim="800000"/>
        </a:ln>
        <a:ln w="19050" cap="flat" cmpd="sng" algn="ctr"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/>
        </a:effectStyle>
      </a:effectStyleLst>
      <a:bgFillStyleLst>
        <a:solidFill>
          <a:schemeClr val="phClr"/>
        </a:solidFill>
        <a:solidFill>
          <a:schemeClr val="phClr">
            <a:tint val="95000"/>
          </a:schemeClr>
        </a:solidFill>
        <a:gradFill>
          <a:gsLst>
            <a:gs pos="0">
              <a:schemeClr val="phClr">
                <a:tint val="93000"/>
                <a:shade val="98000"/>
                <a:lumMod val="102000"/>
              </a:schemeClr>
            </a:gs>
            <a:gs pos="50000">
              <a:schemeClr val="phClr">
                <a:tint val="98000"/>
                <a:shade val="90000"/>
                <a:lumMod val="103000"/>
              </a:schemeClr>
            </a:gs>
            <a:gs pos="100000">
              <a:schemeClr val="phClr">
                <a:shade val="63000"/>
              </a:schemeClr>
            </a:gs>
          </a:gsLst>
          <a:lin ang="5400000" scaled="0"/>
          <a:tileRect l="0" t="0" r="0" b="0"/>
        </a:gradFill>
      </a:bgFillStyleLst>
    </a:fmtScheme>
  </a:themeElements>
</a:theme>
</file>

<file path=ppt/theme/theme37.xml><?xml version="1.0" encoding="utf-8"?>
<a:theme xmlns:a="http://schemas.openxmlformats.org/drawingml/2006/main" xmlns:r="http://schemas.openxmlformats.org/officeDocument/2006/relationships" name="Office">
  <a:themeElements>
    <a:clrScheme name="Office">
      <a:dk1>
        <a:srgbClr val="000000"/>
      </a:dk1>
      <a:lt1>
        <a:srgbClr val="ffffff"/>
      </a:lt1>
      <a:dk2>
        <a:srgbClr val="44546a"/>
      </a:dk2>
      <a:lt2>
        <a:srgbClr val="e7e6e6"/>
      </a:lt2>
      <a:accent1>
        <a:srgbClr val="1d9a78"/>
      </a:accent1>
      <a:accent2>
        <a:srgbClr val="8bc145"/>
      </a:accent2>
      <a:accent3>
        <a:srgbClr val="36afce"/>
      </a:accent3>
      <a:accent4>
        <a:srgbClr val="1d6fa9"/>
      </a:accent4>
      <a:accent5>
        <a:srgbClr val="b74919"/>
      </a:accent5>
      <a:accent6>
        <a:srgbClr val="f19d19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 pitchFamily="0" charset="1"/>
        <a:ea typeface=""/>
        <a:cs typeface=""/>
      </a:majorFont>
      <a:minorFont>
        <a:latin typeface="Calibri" panose="020F0502020204030204" pitchFamily="0" charset="1"/>
        <a:ea typeface=""/>
        <a:cs typeface=""/>
      </a:minorFont>
    </a:fontScheme>
    <a:fmtScheme>
      <a:fillStyleLst>
        <a:solidFill>
          <a:schemeClr val="phClr"/>
        </a:solidFill>
        <a:gradFill>
          <a:gsLst>
            <a:gs pos="0">
              <a:schemeClr val="phClr">
                <a:lumMod val="110000"/>
                <a:tint val="67000"/>
              </a:schemeClr>
            </a:gs>
            <a:gs pos="50000">
              <a:schemeClr val="phClr">
                <a:lumMod val="105000"/>
                <a:tint val="73000"/>
              </a:schemeClr>
            </a:gs>
            <a:gs pos="100000">
              <a:schemeClr val="phClr">
                <a:lumMod val="105000"/>
                <a:tint val="81000"/>
              </a:schemeClr>
            </a:gs>
          </a:gsLst>
          <a:lin ang="5400000" scaled="0"/>
          <a:tileRect l="0" t="0" r="0" b="0"/>
        </a:gradFill>
        <a:gradFill>
          <a:gsLst>
            <a:gs pos="0">
              <a:schemeClr val="phClr">
                <a:lumMod val="102000"/>
                <a:tint val="94000"/>
              </a:schemeClr>
            </a:gs>
            <a:gs pos="50000">
              <a:schemeClr val="phClr">
                <a:lumMod val="100000"/>
                <a:shade val="100000"/>
              </a:schemeClr>
            </a:gs>
            <a:gs pos="100000">
              <a:schemeClr val="phClr">
                <a:lumMod val="99000"/>
                <a:shade val="78000"/>
              </a:schemeClr>
            </a:gs>
          </a:gsLst>
          <a:lin ang="5400000" scaled="0"/>
          <a:tileRect l="0" t="0" r="0" b="0"/>
        </a:gradFill>
      </a:fillStyleLst>
      <a:lnStyleLst>
        <a:ln w="6350" cap="flat" cmpd="sng" algn="ctr">
          <a:prstDash val="solid"/>
          <a:miter lim="800000"/>
        </a:ln>
        <a:ln w="12700" cap="flat" cmpd="sng" algn="ctr">
          <a:prstDash val="solid"/>
          <a:miter lim="800000"/>
        </a:ln>
        <a:ln w="19050" cap="flat" cmpd="sng" algn="ctr"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/>
        </a:effectStyle>
      </a:effectStyleLst>
      <a:bgFillStyleLst>
        <a:solidFill>
          <a:schemeClr val="phClr"/>
        </a:solidFill>
        <a:solidFill>
          <a:schemeClr val="phClr">
            <a:tint val="95000"/>
          </a:schemeClr>
        </a:solidFill>
        <a:gradFill>
          <a:gsLst>
            <a:gs pos="0">
              <a:schemeClr val="phClr">
                <a:tint val="93000"/>
                <a:shade val="98000"/>
                <a:lumMod val="102000"/>
              </a:schemeClr>
            </a:gs>
            <a:gs pos="50000">
              <a:schemeClr val="phClr">
                <a:tint val="98000"/>
                <a:shade val="90000"/>
                <a:lumMod val="103000"/>
              </a:schemeClr>
            </a:gs>
            <a:gs pos="100000">
              <a:schemeClr val="phClr">
                <a:shade val="63000"/>
              </a:schemeClr>
            </a:gs>
          </a:gsLst>
          <a:lin ang="5400000" scaled="0"/>
          <a:tileRect l="0" t="0" r="0" b="0"/>
        </a:gradFill>
      </a:bgFillStyleLst>
    </a:fmtScheme>
  </a:themeElements>
</a:theme>
</file>

<file path=ppt/theme/theme38.xml><?xml version="1.0" encoding="utf-8"?>
<a:theme xmlns:a="http://schemas.openxmlformats.org/drawingml/2006/main" xmlns:r="http://schemas.openxmlformats.org/officeDocument/2006/relationships" name="Office">
  <a:themeElements>
    <a:clrScheme name="Office">
      <a:dk1>
        <a:srgbClr val="000000"/>
      </a:dk1>
      <a:lt1>
        <a:srgbClr val="ffffff"/>
      </a:lt1>
      <a:dk2>
        <a:srgbClr val="44546a"/>
      </a:dk2>
      <a:lt2>
        <a:srgbClr val="e7e6e6"/>
      </a:lt2>
      <a:accent1>
        <a:srgbClr val="1d9a78"/>
      </a:accent1>
      <a:accent2>
        <a:srgbClr val="8bc145"/>
      </a:accent2>
      <a:accent3>
        <a:srgbClr val="36afce"/>
      </a:accent3>
      <a:accent4>
        <a:srgbClr val="1d6fa9"/>
      </a:accent4>
      <a:accent5>
        <a:srgbClr val="b74919"/>
      </a:accent5>
      <a:accent6>
        <a:srgbClr val="f19d19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 pitchFamily="0" charset="1"/>
        <a:ea typeface=""/>
        <a:cs typeface=""/>
      </a:majorFont>
      <a:minorFont>
        <a:latin typeface="Calibri" panose="020F0502020204030204" pitchFamily="0" charset="1"/>
        <a:ea typeface=""/>
        <a:cs typeface=""/>
      </a:minorFont>
    </a:fontScheme>
    <a:fmtScheme>
      <a:fillStyleLst>
        <a:solidFill>
          <a:schemeClr val="phClr"/>
        </a:solidFill>
        <a:gradFill>
          <a:gsLst>
            <a:gs pos="0">
              <a:schemeClr val="phClr">
                <a:lumMod val="110000"/>
                <a:tint val="67000"/>
              </a:schemeClr>
            </a:gs>
            <a:gs pos="50000">
              <a:schemeClr val="phClr">
                <a:lumMod val="105000"/>
                <a:tint val="73000"/>
              </a:schemeClr>
            </a:gs>
            <a:gs pos="100000">
              <a:schemeClr val="phClr">
                <a:lumMod val="105000"/>
                <a:tint val="81000"/>
              </a:schemeClr>
            </a:gs>
          </a:gsLst>
          <a:lin ang="5400000" scaled="0"/>
          <a:tileRect l="0" t="0" r="0" b="0"/>
        </a:gradFill>
        <a:gradFill>
          <a:gsLst>
            <a:gs pos="0">
              <a:schemeClr val="phClr">
                <a:lumMod val="102000"/>
                <a:tint val="94000"/>
              </a:schemeClr>
            </a:gs>
            <a:gs pos="50000">
              <a:schemeClr val="phClr">
                <a:lumMod val="100000"/>
                <a:shade val="100000"/>
              </a:schemeClr>
            </a:gs>
            <a:gs pos="100000">
              <a:schemeClr val="phClr">
                <a:lumMod val="99000"/>
                <a:shade val="78000"/>
              </a:schemeClr>
            </a:gs>
          </a:gsLst>
          <a:lin ang="5400000" scaled="0"/>
          <a:tileRect l="0" t="0" r="0" b="0"/>
        </a:gradFill>
      </a:fillStyleLst>
      <a:lnStyleLst>
        <a:ln w="6350" cap="flat" cmpd="sng" algn="ctr">
          <a:prstDash val="solid"/>
          <a:miter lim="800000"/>
        </a:ln>
        <a:ln w="12700" cap="flat" cmpd="sng" algn="ctr">
          <a:prstDash val="solid"/>
          <a:miter lim="800000"/>
        </a:ln>
        <a:ln w="19050" cap="flat" cmpd="sng" algn="ctr"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/>
        </a:effectStyle>
      </a:effectStyleLst>
      <a:bgFillStyleLst>
        <a:solidFill>
          <a:schemeClr val="phClr"/>
        </a:solidFill>
        <a:solidFill>
          <a:schemeClr val="phClr">
            <a:tint val="95000"/>
          </a:schemeClr>
        </a:solidFill>
        <a:gradFill>
          <a:gsLst>
            <a:gs pos="0">
              <a:schemeClr val="phClr">
                <a:tint val="93000"/>
                <a:shade val="98000"/>
                <a:lumMod val="102000"/>
              </a:schemeClr>
            </a:gs>
            <a:gs pos="50000">
              <a:schemeClr val="phClr">
                <a:tint val="98000"/>
                <a:shade val="90000"/>
                <a:lumMod val="103000"/>
              </a:schemeClr>
            </a:gs>
            <a:gs pos="100000">
              <a:schemeClr val="phClr">
                <a:shade val="63000"/>
              </a:schemeClr>
            </a:gs>
          </a:gsLst>
          <a:lin ang="5400000" scaled="0"/>
          <a:tileRect l="0" t="0" r="0" b="0"/>
        </a:gradFill>
      </a:bgFillStyleLst>
    </a:fmtScheme>
  </a:themeElements>
</a:theme>
</file>

<file path=ppt/theme/theme39.xml><?xml version="1.0" encoding="utf-8"?>
<a:theme xmlns:a="http://schemas.openxmlformats.org/drawingml/2006/main" xmlns:r="http://schemas.openxmlformats.org/officeDocument/2006/relationships" name="Office">
  <a:themeElements>
    <a:clrScheme name="Office">
      <a:dk1>
        <a:srgbClr val="000000"/>
      </a:dk1>
      <a:lt1>
        <a:srgbClr val="ffffff"/>
      </a:lt1>
      <a:dk2>
        <a:srgbClr val="44546a"/>
      </a:dk2>
      <a:lt2>
        <a:srgbClr val="e7e6e6"/>
      </a:lt2>
      <a:accent1>
        <a:srgbClr val="1d9a78"/>
      </a:accent1>
      <a:accent2>
        <a:srgbClr val="8bc145"/>
      </a:accent2>
      <a:accent3>
        <a:srgbClr val="36afce"/>
      </a:accent3>
      <a:accent4>
        <a:srgbClr val="1d6fa9"/>
      </a:accent4>
      <a:accent5>
        <a:srgbClr val="b74919"/>
      </a:accent5>
      <a:accent6>
        <a:srgbClr val="f19d19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 pitchFamily="0" charset="1"/>
        <a:ea typeface=""/>
        <a:cs typeface=""/>
      </a:majorFont>
      <a:minorFont>
        <a:latin typeface="Calibri" panose="020F0502020204030204" pitchFamily="0" charset="1"/>
        <a:ea typeface=""/>
        <a:cs typeface=""/>
      </a:minorFont>
    </a:fontScheme>
    <a:fmtScheme>
      <a:fillStyleLst>
        <a:solidFill>
          <a:schemeClr val="phClr"/>
        </a:solidFill>
        <a:gradFill>
          <a:gsLst>
            <a:gs pos="0">
              <a:schemeClr val="phClr">
                <a:lumMod val="110000"/>
                <a:tint val="67000"/>
              </a:schemeClr>
            </a:gs>
            <a:gs pos="50000">
              <a:schemeClr val="phClr">
                <a:lumMod val="105000"/>
                <a:tint val="73000"/>
              </a:schemeClr>
            </a:gs>
            <a:gs pos="100000">
              <a:schemeClr val="phClr">
                <a:lumMod val="105000"/>
                <a:tint val="81000"/>
              </a:schemeClr>
            </a:gs>
          </a:gsLst>
          <a:lin ang="5400000" scaled="0"/>
          <a:tileRect l="0" t="0" r="0" b="0"/>
        </a:gradFill>
        <a:gradFill>
          <a:gsLst>
            <a:gs pos="0">
              <a:schemeClr val="phClr">
                <a:lumMod val="102000"/>
                <a:tint val="94000"/>
              </a:schemeClr>
            </a:gs>
            <a:gs pos="50000">
              <a:schemeClr val="phClr">
                <a:lumMod val="100000"/>
                <a:shade val="100000"/>
              </a:schemeClr>
            </a:gs>
            <a:gs pos="100000">
              <a:schemeClr val="phClr">
                <a:lumMod val="99000"/>
                <a:shade val="78000"/>
              </a:schemeClr>
            </a:gs>
          </a:gsLst>
          <a:lin ang="5400000" scaled="0"/>
          <a:tileRect l="0" t="0" r="0" b="0"/>
        </a:gradFill>
      </a:fillStyleLst>
      <a:lnStyleLst>
        <a:ln w="6350" cap="flat" cmpd="sng" algn="ctr">
          <a:prstDash val="solid"/>
          <a:miter lim="800000"/>
        </a:ln>
        <a:ln w="12700" cap="flat" cmpd="sng" algn="ctr">
          <a:prstDash val="solid"/>
          <a:miter lim="800000"/>
        </a:ln>
        <a:ln w="19050" cap="flat" cmpd="sng" algn="ctr"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/>
        </a:effectStyle>
      </a:effectStyleLst>
      <a:bgFillStyleLst>
        <a:solidFill>
          <a:schemeClr val="phClr"/>
        </a:solidFill>
        <a:solidFill>
          <a:schemeClr val="phClr">
            <a:tint val="95000"/>
          </a:schemeClr>
        </a:solidFill>
        <a:gradFill>
          <a:gsLst>
            <a:gs pos="0">
              <a:schemeClr val="phClr">
                <a:tint val="93000"/>
                <a:shade val="98000"/>
                <a:lumMod val="102000"/>
              </a:schemeClr>
            </a:gs>
            <a:gs pos="50000">
              <a:schemeClr val="phClr">
                <a:tint val="98000"/>
                <a:shade val="90000"/>
                <a:lumMod val="103000"/>
              </a:schemeClr>
            </a:gs>
            <a:gs pos="100000">
              <a:schemeClr val="phClr">
                <a:shade val="63000"/>
              </a:schemeClr>
            </a:gs>
          </a:gsLst>
          <a:lin ang="5400000" scaled="0"/>
          <a:tileRect l="0" t="0" r="0" b="0"/>
        </a:gradFill>
      </a:bgFillStyleLst>
    </a:fmtScheme>
  </a:themeElements>
</a:theme>
</file>

<file path=ppt/theme/theme40.xml><?xml version="1.0" encoding="utf-8"?>
<a:theme xmlns:a="http://schemas.openxmlformats.org/drawingml/2006/main" xmlns:r="http://schemas.openxmlformats.org/officeDocument/2006/relationships" name="Office Theme">
  <a:themeElements>
    <a:clrScheme name="LibreOffice">
      <a:dk1>
        <a:srgbClr val="000000"/>
      </a:dk1>
      <a:lt1>
        <a:srgbClr val="ffffff"/>
      </a:lt1>
      <a:dk2>
        <a:srgbClr val="000000"/>
      </a:dk2>
      <a:lt2>
        <a:srgbClr val="ffffff"/>
      </a:lt2>
      <a:accent1>
        <a:srgbClr val="18a303"/>
      </a:accent1>
      <a:accent2>
        <a:srgbClr val="0369a3"/>
      </a:accent2>
      <a:accent3>
        <a:srgbClr val="a33e03"/>
      </a:accent3>
      <a:accent4>
        <a:srgbClr val="8e03a3"/>
      </a:accent4>
      <a:accent5>
        <a:srgbClr val="c99c00"/>
      </a:accent5>
      <a:accent6>
        <a:srgbClr val="c9211e"/>
      </a:accent6>
      <a:hlink>
        <a:srgbClr val="0000ee"/>
      </a:hlink>
      <a:folHlink>
        <a:srgbClr val="551a8b"/>
      </a:folHlink>
    </a:clrScheme>
    <a:fontScheme name="Office">
      <a:majorFont>
        <a:latin typeface="Arial" pitchFamily="0" charset="1"/>
        <a:ea typeface="DejaVu Sans" pitchFamily="0" charset="1"/>
        <a:cs typeface="DejaVu Sans" pitchFamily="0" charset="1"/>
      </a:majorFont>
      <a:minorFont>
        <a:latin typeface="Arial" pitchFamily="0" charset="1"/>
        <a:ea typeface="DejaVu Sans" pitchFamily="0" charset="1"/>
        <a:cs typeface="DejaVu Sans" pitchFamily="0" charset="1"/>
      </a:minorFont>
    </a:fontScheme>
    <a:fmtScheme>
      <a:fillStyleLst>
        <a:solidFill>
          <a:schemeClr val="phClr"/>
        </a:solidFill>
        <a:solidFill>
          <a:schemeClr val="phClr"/>
        </a:solidFill>
        <a:solidFill>
          <a:schemeClr val="phClr"/>
        </a:solidFill>
      </a:fillStyleLst>
      <a:lnStyleLst>
        <a:ln w="6350" cap="flat" cmpd="sng" algn="ctr">
          <a:prstDash val="solid"/>
          <a:miter/>
        </a:ln>
        <a:ln w="6350" cap="flat" cmpd="sng" algn="ctr">
          <a:prstDash val="solid"/>
          <a:miter/>
        </a:ln>
        <a:ln w="6350" cap="flat" cmpd="sng" algn="ctr">
          <a:prstDash val="solid"/>
          <a:miter/>
        </a:ln>
      </a:lnStyleLst>
      <a:effectStyleLst>
        <a:effectStyle>
          <a:effectLst/>
        </a:effectStyle>
        <a:effectStyle>
          <a:effectLst/>
        </a:effectStyle>
        <a:effectStyle>
          <a:effectLst/>
        </a:effectStyle>
      </a:effectStyleLst>
      <a:bgFillStyleLst>
        <a:solidFill>
          <a:schemeClr val="phClr"/>
        </a:solidFill>
        <a:solidFill>
          <a:schemeClr val="phClr"/>
        </a:solidFill>
        <a:solidFill>
          <a:schemeClr val="phClr"/>
        </a:solidFill>
      </a:bgFillStyleLst>
    </a:fmtScheme>
  </a:themeElements>
</a:theme>
</file>

<file path=docProps/app.xml><?xml version="1.0" encoding="utf-8"?>
<Properties xmlns="http://schemas.openxmlformats.org/officeDocument/2006/extended-properties" xmlns:vt="http://schemas.openxmlformats.org/officeDocument/2006/docPropsVTypes">
  <Template/>
  <TotalTime>143</TotalTime>
  <Application>LibreOffice/24.8.6.2$Linux_X86_64 LibreOffice_project/480$Build-2</Application>
  <AppVersion>15.0000</AppVersion>
  <Words>11653</Words>
  <Paragraphs>2083</Paragraphs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terms:created xsi:type="dcterms:W3CDTF">2020-01-15T16:45:15Z</dcterms:created>
  <dc:creator>Thomas Götzinger</dc:creator>
  <dc:description/>
  <dc:language>de-DE</dc:language>
  <cp:lastModifiedBy/>
  <dcterms:modified xsi:type="dcterms:W3CDTF">2025-04-06T14:14:18Z</dcterms:modified>
  <cp:revision>174</cp:revision>
  <dc:subject/>
  <dc:title>PowerPoint Presentation</dc:title>
</cp:coreProperties>
</file>

<file path=docProps/custom.xml><?xml version="1.0" encoding="utf-8"?>
<Properties xmlns="http://schemas.openxmlformats.org/officeDocument/2006/custom-properties" xmlns:vt="http://schemas.openxmlformats.org/officeDocument/2006/docPropsVTypes">
  <property fmtid="{D5CDD505-2E9C-101B-9397-08002B2CF9AE}" pid="2" name="MMClips">
    <vt:i4>1</vt:i4>
  </property>
  <property fmtid="{D5CDD505-2E9C-101B-9397-08002B2CF9AE}" pid="3" name="Notes">
    <vt:i4>38</vt:i4>
  </property>
  <property fmtid="{D5CDD505-2E9C-101B-9397-08002B2CF9AE}" pid="4" name="PresentationFormat">
    <vt:lpwstr>Breitbild</vt:lpwstr>
  </property>
  <property fmtid="{D5CDD505-2E9C-101B-9397-08002B2CF9AE}" pid="5" name="Slides">
    <vt:i4>268</vt:i4>
  </property>
</Properties>
</file>