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diagrams/_rels/data2.xml.rels" ContentType="application/vnd.openxmlformats-package.relationships+xml"/>
  <Override PartName="/ppt/diagrams/_rels/drawing2.xml.rels" ContentType="application/vnd.openxmlformats-package.relationships+xml"/>
  <Override PartName="/ppt/diagrams/_rels/data8.xml.rels" ContentType="application/vnd.openxmlformats-package.relationships+xml"/>
  <Override PartName="/ppt/diagrams/_rels/drawing8.xml.rels" ContentType="application/vnd.openxmlformats-package.relationships+xml"/>
  <Override PartName="/ppt/diagrams/quickStyle12.xml" ContentType="application/vnd.openxmlformats-officedocument.drawingml.diagramStyle+xml"/>
  <Override PartName="/ppt/diagrams/data12.xml" ContentType="application/vnd.openxmlformats-officedocument.drawingml.diagramData+xml"/>
  <Override PartName="/ppt/diagrams/drawing11.xml" ContentType="application/vnd.ms-office.drawingml.diagramDrawing+xml"/>
  <Override PartName="/ppt/diagrams/quickStyle11.xml" ContentType="application/vnd.openxmlformats-officedocument.drawingml.diagramStyle+xml"/>
  <Override PartName="/ppt/diagrams/layout11.xml" ContentType="application/vnd.openxmlformats-officedocument.drawingml.diagramLayout+xml"/>
  <Override PartName="/ppt/diagrams/quickStyle14.xml" ContentType="application/vnd.openxmlformats-officedocument.drawingml.diagramStyle+xml"/>
  <Override PartName="/ppt/diagrams/data11.xml" ContentType="application/vnd.openxmlformats-officedocument.drawingml.diagramData+xml"/>
  <Override PartName="/ppt/diagrams/drawing10.xml" ContentType="application/vnd.ms-office.drawingml.diagramDrawing+xml"/>
  <Override PartName="/ppt/diagrams/quickStyle10.xml" ContentType="application/vnd.openxmlformats-officedocument.drawingml.diagramStyle+xml"/>
  <Override PartName="/ppt/diagrams/layout10.xml" ContentType="application/vnd.openxmlformats-officedocument.drawingml.diagramLayout+xml"/>
  <Override PartName="/ppt/diagrams/quickStyle13.xml" ContentType="application/vnd.openxmlformats-officedocument.drawingml.diagramStyle+xml"/>
  <Override PartName="/ppt/diagrams/data10.xml" ContentType="application/vnd.openxmlformats-officedocument.drawingml.diagramData+xml"/>
  <Override PartName="/ppt/diagrams/drawing9.xml" ContentType="application/vnd.ms-office.drawingml.diagramDrawing+xml"/>
  <Override PartName="/ppt/diagrams/data9.xml" ContentType="application/vnd.openxmlformats-officedocument.drawingml.diagramData+xml"/>
  <Override PartName="/ppt/diagrams/quickStyle8.xml" ContentType="application/vnd.openxmlformats-officedocument.drawingml.diagramStyle+xml"/>
  <Override PartName="/ppt/diagrams/drawing8.xml" ContentType="application/vnd.ms-office.drawingml.diagramDrawing+xml"/>
  <Override PartName="/ppt/diagrams/data8.xml" ContentType="application/vnd.openxmlformats-officedocument.drawingml.diagramData+xml"/>
  <Override PartName="/ppt/diagrams/quickStyle7.xml" ContentType="application/vnd.openxmlformats-officedocument.drawingml.diagramStyle+xml"/>
  <Override PartName="/ppt/diagrams/quickStyle9.xml" ContentType="application/vnd.openxmlformats-officedocument.drawingml.diagramStyle+xml"/>
  <Override PartName="/ppt/diagrams/drawing7.xml" ContentType="application/vnd.ms-office.drawingml.diagramDrawing+xml"/>
  <Override PartName="/ppt/diagrams/layout9.xml" ContentType="application/vnd.openxmlformats-officedocument.drawingml.diagramLayout+xml"/>
  <Override PartName="/ppt/diagrams/layout7.xml" ContentType="application/vnd.openxmlformats-officedocument.drawingml.diagramLayout+xml"/>
  <Override PartName="/ppt/diagrams/colors15.xml" ContentType="application/vnd.openxmlformats-officedocument.drawingml.diagramColors+xml"/>
  <Override PartName="/ppt/diagrams/colors12.xml" ContentType="application/vnd.openxmlformats-officedocument.drawingml.diagramColors+xml"/>
  <Override PartName="/ppt/diagrams/layout4.xml" ContentType="application/vnd.openxmlformats-officedocument.drawingml.diagramLayout+xml"/>
  <Override PartName="/ppt/diagrams/layout8.xml" ContentType="application/vnd.openxmlformats-officedocument.drawingml.diagramLayout+xml"/>
  <Override PartName="/ppt/diagrams/colors16.xml" ContentType="application/vnd.openxmlformats-officedocument.drawingml.diagramColors+xml"/>
  <Override PartName="/ppt/diagrams/layout5.xml" ContentType="application/vnd.openxmlformats-officedocument.drawingml.diagramLayout+xml"/>
  <Override PartName="/ppt/diagrams/colors13.xml" ContentType="application/vnd.openxmlformats-officedocument.drawingml.diagramColors+xml"/>
  <Override PartName="/ppt/diagrams/layout6.xml" ContentType="application/vnd.openxmlformats-officedocument.drawingml.diagramLayout+xml"/>
  <Override PartName="/ppt/diagrams/colors14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colors2.xml" ContentType="application/vnd.openxmlformats-officedocument.drawingml.diagramColors+xml"/>
  <Override PartName="/ppt/diagrams/colors5.xml" ContentType="application/vnd.openxmlformats-officedocument.drawingml.diagramColors+xml"/>
  <Override PartName="/ppt/diagrams/layout16.xml" ContentType="application/vnd.openxmlformats-officedocument.drawingml.diagramLayout+xml"/>
  <Override PartName="/ppt/diagrams/drawing16.xml" ContentType="application/vnd.ms-office.drawingml.diagramDrawing+xml"/>
  <Override PartName="/ppt/diagrams/data16.xml" ContentType="application/vnd.openxmlformats-officedocument.drawingml.diagramData+xml"/>
  <Override PartName="/ppt/diagrams/drawing15.xml" ContentType="application/vnd.ms-office.drawingml.diagramDrawing+xml"/>
  <Override PartName="/ppt/diagrams/layout15.xml" ContentType="application/vnd.openxmlformats-officedocument.drawingml.diagramLayout+xml"/>
  <Override PartName="/ppt/diagrams/colors4.xml" ContentType="application/vnd.openxmlformats-officedocument.drawingml.diagramColors+xml"/>
  <Override PartName="/ppt/diagrams/data15.xml" ContentType="application/vnd.openxmlformats-officedocument.drawingml.diagramData+xml"/>
  <Override PartName="/ppt/diagrams/drawing14.xml" ContentType="application/vnd.ms-office.drawingml.diagramDrawing+xml"/>
  <Override PartName="/ppt/diagrams/layout14.xml" ContentType="application/vnd.openxmlformats-officedocument.drawingml.diagramLayout+xml"/>
  <Override PartName="/ppt/diagrams/colors3.xml" ContentType="application/vnd.openxmlformats-officedocument.drawingml.diagramColors+xml"/>
  <Override PartName="/ppt/diagrams/data6.xml" ContentType="application/vnd.openxmlformats-officedocument.drawingml.diagramData+xml"/>
  <Override PartName="/ppt/diagrams/quickStyle5.xml" ContentType="application/vnd.openxmlformats-officedocument.drawingml.diagramStyle+xml"/>
  <Override PartName="/ppt/diagrams/layout13.xml" ContentType="application/vnd.openxmlformats-officedocument.drawingml.diagramLayout+xml"/>
  <Override PartName="/ppt/diagrams/quickStyle16.xml" ContentType="application/vnd.openxmlformats-officedocument.drawingml.diagramStyle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drawing5.xml" ContentType="application/vnd.ms-office.drawingml.diagramDrawing+xml"/>
  <Override PartName="/ppt/diagrams/data5.xml" ContentType="application/vnd.openxmlformats-officedocument.drawingml.diagramData+xml"/>
  <Override PartName="/ppt/diagrams/quickStyle4.xml" ContentType="application/vnd.openxmlformats-officedocument.drawingml.diagramStyle+xml"/>
  <Override PartName="/ppt/diagrams/data1.xml" ContentType="application/vnd.openxmlformats-officedocument.drawingml.diagramData+xml"/>
  <Override PartName="/ppt/diagrams/layout3.xml" ContentType="application/vnd.openxmlformats-officedocument.drawingml.diagramLayout+xml"/>
  <Override PartName="/ppt/diagrams/colors11.xml" ContentType="application/vnd.openxmlformats-officedocument.drawingml.diagramColors+xml"/>
  <Override PartName="/ppt/diagrams/data2.xml" ContentType="application/vnd.openxmlformats-officedocument.drawingml.diagramData+xml"/>
  <Override PartName="/ppt/diagrams/quickStyle1.xml" ContentType="application/vnd.openxmlformats-officedocument.drawingml.diagramStyle+xml"/>
  <Override PartName="/ppt/diagrams/drawing2.xml" ContentType="application/vnd.ms-office.drawingml.diagramDrawing+xml"/>
  <Override PartName="/ppt/diagrams/colors7.xml" ContentType="application/vnd.openxmlformats-officedocument.drawingml.diagramColors+xml"/>
  <Override PartName="/ppt/diagrams/colors1.xml" ContentType="application/vnd.openxmlformats-officedocument.drawingml.diagramColors+xml"/>
  <Override PartName="/ppt/diagrams/layout12.xml" ContentType="application/vnd.openxmlformats-officedocument.drawingml.diagramLayout+xml"/>
  <Override PartName="/ppt/diagrams/quickStyle15.xml" ContentType="application/vnd.openxmlformats-officedocument.drawingml.diagramStyle+xml"/>
  <Override PartName="/ppt/diagrams/data3.xml" ContentType="application/vnd.openxmlformats-officedocument.drawingml.diagramData+xml"/>
  <Override PartName="/ppt/diagrams/quickStyle2.xml" ContentType="application/vnd.openxmlformats-officedocument.drawingml.diagramStyle+xml"/>
  <Override PartName="/ppt/diagrams/drawing3.xml" ContentType="application/vnd.ms-office.drawingml.diagramDrawing+xml"/>
  <Override PartName="/ppt/diagrams/colors8.xml" ContentType="application/vnd.openxmlformats-officedocument.drawingml.diagramColors+xml"/>
  <Override PartName="/ppt/diagrams/colors6.xml" ContentType="application/vnd.openxmlformats-officedocument.drawingml.diagramColors+xml"/>
  <Override PartName="/ppt/diagrams/drawing1.xml" ContentType="application/vnd.ms-office.drawingml.diagramDrawing+xml"/>
  <Override PartName="/ppt/diagrams/data4.xml" ContentType="application/vnd.openxmlformats-officedocument.drawingml.diagramData+xml"/>
  <Override PartName="/ppt/diagrams/quickStyle3.xml" ContentType="application/vnd.openxmlformats-officedocument.drawingml.diagramStyle+xml"/>
  <Override PartName="/ppt/diagrams/colors9.xml" ContentType="application/vnd.openxmlformats-officedocument.drawingml.diagramColors+xml"/>
  <Override PartName="/ppt/diagrams/drawing4.xml" ContentType="application/vnd.ms-office.drawingml.diagramDrawing+xml"/>
  <Override PartName="/ppt/diagrams/layout2.xml" ContentType="application/vnd.openxmlformats-officedocument.drawingml.diagramLayout+xml"/>
  <Override PartName="/ppt/diagrams/colors10.xml" ContentType="application/vnd.openxmlformats-officedocument.drawingml.diagramColors+xml"/>
  <Override PartName="/ppt/diagrams/layout1.xml" ContentType="application/vnd.openxmlformats-officedocument.drawingml.diagramLayout+xml"/>
  <Override PartName="/ppt/diagrams/drawing6.xml" ContentType="application/vnd.ms-office.drawingml.diagramDrawing+xml"/>
  <Override PartName="/ppt/diagrams/quickStyle6.xml" ContentType="application/vnd.openxmlformats-officedocument.drawingml.diagramStyle+xml"/>
  <Override PartName="/ppt/diagrams/data7.xml" ContentType="application/vnd.openxmlformats-officedocument.drawingml.diagramData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slideMaster14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6.xml" ContentType="application/vnd.openxmlformats-officedocument.theme+xml"/>
  <Override PartName="/ppt/theme/theme14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_rels/presentation.xml.rels" ContentType="application/vnd.openxmlformats-package.relationships+xml"/>
  <Override PartName="/ppt/media/image38.svg" ContentType="image/svg"/>
  <Override PartName="/ppt/media/image37.png" ContentType="image/png"/>
  <Override PartName="/ppt/media/image36.svg" ContentType="image/svg"/>
  <Override PartName="/ppt/media/image35.png" ContentType="image/png"/>
  <Override PartName="/ppt/media/image32.jpeg" ContentType="image/jpeg"/>
  <Override PartName="/ppt/media/image34.png" ContentType="image/png"/>
  <Override PartName="/ppt/media/image31.jpeg" ContentType="image/jpeg"/>
  <Override PartName="/ppt/media/image25.png" ContentType="image/png"/>
  <Override PartName="/ppt/media/image27.png" ContentType="image/png"/>
  <Override PartName="/ppt/media/image24.png" ContentType="image/png"/>
  <Override PartName="/ppt/media/image23.png" ContentType="image/png"/>
  <Override PartName="/ppt/media/image26.svg" ContentType="image/svg"/>
  <Override PartName="/ppt/media/media21.mp4" ContentType="video/mp4"/>
  <Override PartName="/ppt/media/image33.png" ContentType="image/png"/>
  <Override PartName="/ppt/media/image20.svg" ContentType="image/svg"/>
  <Override PartName="/ppt/media/image16.png" ContentType="image/png"/>
  <Override PartName="/ppt/media/image7.jpeg" ContentType="image/jpeg"/>
  <Override PartName="/ppt/media/image14.jpeg" ContentType="image/jpeg"/>
  <Override PartName="/ppt/media/OOXDiagramDataRels8_0.png" ContentType="image/png"/>
  <Override PartName="/ppt/media/image15.png" ContentType="image/png"/>
  <Override PartName="/ppt/media/OOXDiagramDataRels8_1.svg" ContentType="image/svg"/>
  <Override PartName="/ppt/media/image6.png" ContentType="image/png"/>
  <Override PartName="/ppt/media/OOXDiagramDrawingRels2_0.png" ContentType="image/png"/>
  <Override PartName="/ppt/media/image12.jpeg" ContentType="image/jpeg"/>
  <Override PartName="/ppt/media/image9.png" ContentType="image/png"/>
  <Override PartName="/ppt/media/image11.jpeg" ContentType="image/jpeg"/>
  <Override PartName="/ppt/media/OOXDiagramDrawingRels2_3.svg" ContentType="image/svg"/>
  <Override PartName="/ppt/media/OOXDiagramDataRels8_4.png" ContentType="image/png"/>
  <Override PartName="/ppt/media/OOXDiagramDrawingRels2_5.svg" ContentType="image/svg"/>
  <Override PartName="/ppt/media/image19.png" ContentType="image/png"/>
  <Override PartName="/ppt/media/OOXDiagramDataRels8_5.svg" ContentType="image/svg"/>
  <Override PartName="/ppt/media/OOXDiagramDrawingRels2_6.png" ContentType="image/png"/>
  <Override PartName="/ppt/media/OOXDiagramDrawingRels2_7.svg" ContentType="image/svg"/>
  <Override PartName="/ppt/media/OOXDiagramDataRels8_7.svg" ContentType="image/svg"/>
  <Override PartName="/ppt/media/image40.png" ContentType="image/png"/>
  <Override PartName="/ppt/media/OOXDiagramDataRels8_6.png" ContentType="image/png"/>
  <Override PartName="/ppt/media/image45.jpeg" ContentType="image/jpeg"/>
  <Override PartName="/ppt/media/OOXDiagramDataRels2_7.svg" ContentType="image/svg"/>
  <Override PartName="/ppt/media/image22.png" ContentType="image/png"/>
  <Override PartName="/ppt/media/OOXDiagramDrawingRels8_0.png" ContentType="image/png"/>
  <Override PartName="/ppt/media/OOXDiagramDrawingRels8_2.png" ContentType="image/png"/>
  <Override PartName="/ppt/media/image52.jpeg" ContentType="image/jpeg"/>
  <Override PartName="/ppt/media/OOXDiagramDrawingRels8_3.svg" ContentType="image/svg"/>
  <Override PartName="/ppt/media/image44.jpeg" ContentType="image/jpeg"/>
  <Override PartName="/ppt/media/image39.png" ContentType="image/png"/>
  <Override PartName="/ppt/media/image51.jpeg" ContentType="image/jpeg"/>
  <Override PartName="/ppt/media/image4.png" ContentType="image/png"/>
  <Override PartName="/ppt/media/image49.jpeg" ContentType="image/jpeg"/>
  <Override PartName="/ppt/media/OOXDiagramDrawingRels8_4.png" ContentType="image/png"/>
  <Override PartName="/ppt/media/image50.png" ContentType="image/png"/>
  <Override PartName="/ppt/media/image5.jpeg" ContentType="image/jpeg"/>
  <Override PartName="/ppt/media/image48.png" ContentType="image/png"/>
  <Override PartName="/ppt/media/OOXDiagramDrawingRels2_4.png" ContentType="image/png"/>
  <Override PartName="/ppt/media/image43.png" ContentType="image/png"/>
  <Override PartName="/ppt/media/image18.jpeg" ContentType="image/jpeg"/>
  <Override PartName="/ppt/media/OOXDiagramDrawingRels8_5.svg" ContentType="image/svg"/>
  <Override PartName="/ppt/media/image47.jpeg" ContentType="image/jpeg"/>
  <Override PartName="/ppt/media/OOXDiagramDrawingRels8_7.svg" ContentType="image/svg"/>
  <Override PartName="/ppt/media/image42.jpeg" ContentType="image/jpeg"/>
  <Override PartName="/ppt/media/OOXDiagramDrawingRels2_1.svg" ContentType="image/svg"/>
  <Override PartName="/ppt/media/image8.jpeg" ContentType="image/jpeg"/>
  <Override PartName="/ppt/media/image1.wmf" ContentType="image/x-wmf"/>
  <Override PartName="/ppt/media/image10.png" ContentType="image/png"/>
  <Override PartName="/ppt/media/image13.jpeg" ContentType="image/jpeg"/>
  <Override PartName="/ppt/media/OOXDiagramDrawingRels8_1.svg" ContentType="image/svg"/>
  <Override PartName="/ppt/media/image28.png" ContentType="image/png"/>
  <Override PartName="/ppt/media/image29.png" ContentType="image/png"/>
  <Override PartName="/ppt/media/OOXDiagramDataRels2_1.svg" ContentType="image/svg"/>
  <Override PartName="/ppt/media/OOXDiagramDataRels2_4.png" ContentType="image/png"/>
  <Override PartName="/ppt/media/image30.png" ContentType="image/png"/>
  <Override PartName="/ppt/media/image3.jpeg" ContentType="image/jpeg"/>
  <Override PartName="/ppt/media/image41.png" ContentType="image/png"/>
  <Override PartName="/ppt/media/OOXDiagramDrawingRels2_2.png" ContentType="image/png"/>
  <Override PartName="/ppt/media/OOXDiagramDataRels8_3.svg" ContentType="image/svg"/>
  <Override PartName="/ppt/media/image17.png" ContentType="image/png"/>
  <Override PartName="/ppt/media/OOXDiagramDataRels8_2.png" ContentType="image/png"/>
  <Override PartName="/ppt/media/OOXDiagramDrawingRels8_6.png" ContentType="image/png"/>
  <Override PartName="/ppt/media/image2.jpeg" ContentType="image/jpeg"/>
  <Override PartName="/ppt/media/OOXDiagramDataRels2_5.svg" ContentType="image/svg"/>
  <Override PartName="/ppt/media/OOXDiagramDataRels2_3.svg" ContentType="image/svg"/>
  <Override PartName="/ppt/media/OOXDiagramDataRels2_6.png" ContentType="image/png"/>
  <Override PartName="/ppt/media/OOXDiagramDataRels2_0.png" ContentType="image/png"/>
  <Override PartName="/ppt/media/OOXDiagramDataRels2_2.png" ContentType="image/png"/>
  <Override PartName="/ppt/media/image46.jpeg" ContentType="image/jpe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242.xml.rels" ContentType="application/vnd.openxmlformats-package.relationships+xml"/>
  <Override PartName="/ppt/slides/_rels/slide241.xml.rels" ContentType="application/vnd.openxmlformats-package.relationships+xml"/>
  <Override PartName="/ppt/slides/_rels/slide240.xml.rels" ContentType="application/vnd.openxmlformats-package.relationships+xml"/>
  <Override PartName="/ppt/slides/_rels/slide239.xml.rels" ContentType="application/vnd.openxmlformats-package.relationships+xml"/>
  <Override PartName="/ppt/slides/_rels/slide238.xml.rels" ContentType="application/vnd.openxmlformats-package.relationships+xml"/>
  <Override PartName="/ppt/slides/_rels/slide237.xml.rels" ContentType="application/vnd.openxmlformats-package.relationships+xml"/>
  <Override PartName="/ppt/slides/_rels/slide236.xml.rels" ContentType="application/vnd.openxmlformats-package.relationships+xml"/>
  <Override PartName="/ppt/slides/_rels/slide235.xml.rels" ContentType="application/vnd.openxmlformats-package.relationships+xml"/>
  <Override PartName="/ppt/slides/_rels/slide234.xml.rels" ContentType="application/vnd.openxmlformats-package.relationships+xml"/>
  <Override PartName="/ppt/slides/_rels/slide233.xml.rels" ContentType="application/vnd.openxmlformats-package.relationships+xml"/>
  <Override PartName="/ppt/slides/_rels/slide232.xml.rels" ContentType="application/vnd.openxmlformats-package.relationships+xml"/>
  <Override PartName="/ppt/slides/_rels/slide70.xml.rels" ContentType="application/vnd.openxmlformats-package.relationships+xml"/>
  <Override PartName="/ppt/slides/_rels/slide65.xml.rels" ContentType="application/vnd.openxmlformats-package.relationships+xml"/>
  <Override PartName="/ppt/slides/_rels/slide110.xml.rels" ContentType="application/vnd.openxmlformats-package.relationships+xml"/>
  <Override PartName="/ppt/slides/_rels/slide257.xml.rels" ContentType="application/vnd.openxmlformats-package.relationships+xml"/>
  <Override PartName="/ppt/slides/_rels/slide150.xml.rels" ContentType="application/vnd.openxmlformats-package.relationships+xml"/>
  <Override PartName="/ppt/slides/_rels/slide37.xml.rels" ContentType="application/vnd.openxmlformats-package.relationships+xml"/>
  <Override PartName="/ppt/slides/_rels/slide205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258.xml.rels" ContentType="application/vnd.openxmlformats-package.relationships+xml"/>
  <Override PartName="/ppt/slides/_rels/slide33.xml.rels" ContentType="application/vnd.openxmlformats-package.relationships+xml"/>
  <Override PartName="/ppt/slides/_rels/slide175.xml.rels" ContentType="application/vnd.openxmlformats-package.relationships+xml"/>
  <Override PartName="/ppt/slides/_rels/slide107.xml.rels" ContentType="application/vnd.openxmlformats-package.relationships+xml"/>
  <Override PartName="/ppt/slides/_rels/slide202.xml.rels" ContentType="application/vnd.openxmlformats-package.relationships+xml"/>
  <Override PartName="/ppt/slides/_rels/slide119.xml.rels" ContentType="application/vnd.openxmlformats-package.relationships+xml"/>
  <Override PartName="/ppt/slides/_rels/slide184.xml.rels" ContentType="application/vnd.openxmlformats-package.relationships+xml"/>
  <Override PartName="/ppt/slides/_rels/slide116.xml.rels" ContentType="application/vnd.openxmlformats-package.relationships+xml"/>
  <Override PartName="/ppt/slides/_rels/slide151.xml.rels" ContentType="application/vnd.openxmlformats-package.relationships+xml"/>
  <Override PartName="/ppt/slides/_rels/slide38.xml.rels" ContentType="application/vnd.openxmlformats-package.relationships+xml"/>
  <Override PartName="/ppt/slides/_rels/slide206.xml.rels" ContentType="application/vnd.openxmlformats-package.relationships+xml"/>
  <Override PartName="/ppt/slides/_rels/slide76.xml.rels" ContentType="application/vnd.openxmlformats-package.relationships+xml"/>
  <Override PartName="/ppt/slides/_rels/slide121.xml.rels" ContentType="application/vnd.openxmlformats-package.relationships+xml"/>
  <Override PartName="/ppt/slides/_rels/slide268.xml.rels" ContentType="application/vnd.openxmlformats-package.relationships+xml"/>
  <Override PartName="/ppt/slides/_rels/slide43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259.xml.rels" ContentType="application/vnd.openxmlformats-package.relationships+xml"/>
  <Override PartName="/ppt/slides/_rels/slide34.xml.rels" ContentType="application/vnd.openxmlformats-package.relationships+xml"/>
  <Override PartName="/ppt/slides/_rels/slide203.xml.rels" ContentType="application/vnd.openxmlformats-package.relationships+xml"/>
  <Override PartName="/ppt/slides/_rels/slide176.xml.rels" ContentType="application/vnd.openxmlformats-package.relationships+xml"/>
  <Override PartName="/ppt/slides/_rels/slide108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75.xml.rels" ContentType="application/vnd.openxmlformats-package.relationships+xml"/>
  <Override PartName="/ppt/slides/_rels/slide120.xml.rels" ContentType="application/vnd.openxmlformats-package.relationships+xml"/>
  <Override PartName="/ppt/slides/_rels/slide267.xml.rels" ContentType="application/vnd.openxmlformats-package.relationships+xml"/>
  <Override PartName="/ppt/slides/_rels/slide42.xml.rels" ContentType="application/vnd.openxmlformats-package.relationships+xml"/>
  <Override PartName="/ppt/slides/_rels/slide86.xml.rels" ContentType="application/vnd.openxmlformats-package.relationships+xml"/>
  <Override PartName="/ppt/slides/_rels/slide18.xml.rels" ContentType="application/vnd.openxmlformats-package.relationships+xml"/>
  <Override PartName="/ppt/slides/_rels/slide131.xml.rels" ContentType="application/vnd.openxmlformats-package.relationships+xml"/>
  <Override PartName="/ppt/slides/_rels/slide60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266.xml.rels" ContentType="application/vnd.openxmlformats-package.relationships+xml"/>
  <Override PartName="/ppt/slides/_rels/slide41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186.xml.rels" ContentType="application/vnd.openxmlformats-package.relationships+xml"/>
  <Override PartName="/ppt/slides/_rels/slide118.xml.rels" ContentType="application/vnd.openxmlformats-package.relationships+xml"/>
  <Override PartName="/ppt/slides/_rels/slide140.xml.rels" ContentType="application/vnd.openxmlformats-package.relationships+xml"/>
  <Override PartName="/ppt/slides/_rels/slide8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192.xml.rels" ContentType="application/vnd.openxmlformats-package.relationships+xml"/>
  <Override PartName="/ppt/slides/_rels/slide162.xml.rels" ContentType="application/vnd.openxmlformats-package.relationships+xml"/>
  <Override PartName="/ppt/slides/_rels/slide49.xml.rels" ContentType="application/vnd.openxmlformats-package.relationships+xml"/>
  <Override PartName="/ppt/slides/_rels/slide195.xml.rels" ContentType="application/vnd.openxmlformats-package.relationships+xml"/>
  <Override PartName="/ppt/slides/_rels/slide127.xml.rels" ContentType="application/vnd.openxmlformats-package.relationships+xml"/>
  <Override PartName="/ppt/slides/_rels/slide161.xml.rels" ContentType="application/vnd.openxmlformats-package.relationships+xml"/>
  <Override PartName="/ppt/slides/_rels/slide48.xml.rels" ContentType="application/vnd.openxmlformats-package.relationships+xml"/>
  <Override PartName="/ppt/slides/_rels/slide78.xml.rels" ContentType="application/vnd.openxmlformats-package.relationships+xml"/>
  <Override PartName="/ppt/slides/_rels/slide123.xml.rels" ContentType="application/vnd.openxmlformats-package.relationships+xml"/>
  <Override PartName="/ppt/slides/_rels/slide191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72.xml.rels" ContentType="application/vnd.openxmlformats-package.relationships+xml"/>
  <Override PartName="/ppt/slides/_rels/slide104.xml.rels" ContentType="application/vnd.openxmlformats-package.relationships+xml"/>
  <Override PartName="/ppt/slides/_rels/slide59.xml.rels" ContentType="application/vnd.openxmlformats-package.relationships+xml"/>
  <Override PartName="/ppt/slides/_rels/slide255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181.xml.rels" ContentType="application/vnd.openxmlformats-package.relationships+xml"/>
  <Override PartName="/ppt/slides/_rels/slide251.xml.rels" ContentType="application/vnd.openxmlformats-package.relationships+xml"/>
  <Override PartName="/ppt/slides/_rels/slide250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248.xml.rels" ContentType="application/vnd.openxmlformats-package.relationships+xml"/>
  <Override PartName="/ppt/slides/_rels/slide77.xml.rels" ContentType="application/vnd.openxmlformats-package.relationships+xml"/>
  <Override PartName="/ppt/slides/_rels/slide122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247.xml.rels" ContentType="application/vnd.openxmlformats-package.relationships+xml"/>
  <Override PartName="/ppt/slides/_rels/slide58.xml.rels" ContentType="application/vnd.openxmlformats-package.relationships+xml"/>
  <Override PartName="/ppt/slides/_rels/slide103.xml.rels" ContentType="application/vnd.openxmlformats-package.relationships+xml"/>
  <Override PartName="/ppt/slides/_rels/slide171.xml.rels" ContentType="application/vnd.openxmlformats-package.relationships+xml"/>
  <Override PartName="/ppt/slides/_rels/slide246.xml.rels" ContentType="application/vnd.openxmlformats-package.relationships+xml"/>
  <Override PartName="/ppt/slides/_rels/slide54.xml.rels" ContentType="application/vnd.openxmlformats-package.relationships+xml"/>
  <Override PartName="/ppt/slides/_rels/slide17.xml.rels" ContentType="application/vnd.openxmlformats-package.relationships+xml"/>
  <Override PartName="/ppt/slides/_rels/slide130.xml.rels" ContentType="application/vnd.openxmlformats-package.relationships+xml"/>
  <Override PartName="/ppt/slides/_rels/slide85.xml.rels" ContentType="application/vnd.openxmlformats-package.relationships+xml"/>
  <Override PartName="/ppt/slides/_rels/slide187.xml.rels" ContentType="application/vnd.openxmlformats-package.relationships+xml"/>
  <Override PartName="/ppt/slides/_rels/slide20.xml.rels" ContentType="application/vnd.openxmlformats-package.relationships+xml"/>
  <Override PartName="/ppt/slides/_rels/slide245.xml.rels" ContentType="application/vnd.openxmlformats-package.relationships+xml"/>
  <Override PartName="/ppt/slides/_rels/slide53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244.xml.rels" ContentType="application/vnd.openxmlformats-package.relationships+xml"/>
  <Override PartName="/ppt/slides/_rels/slide52.xml.rels" ContentType="application/vnd.openxmlformats-package.relationships+xml"/>
  <Override PartName="/ppt/slides/_rels/slide243.xml.rels" ContentType="application/vnd.openxmlformats-package.relationships+xml"/>
  <Override PartName="/ppt/slides/_rels/slide45.xml.rels" ContentType="application/vnd.openxmlformats-package.relationships+xml"/>
  <Override PartName="/ppt/slides/_rels/slide69.xml.rels" ContentType="application/vnd.openxmlformats-package.relationships+xml"/>
  <Override PartName="/ppt/slides/_rels/slide114.xml.rels" ContentType="application/vnd.openxmlformats-package.relationships+xml"/>
  <Override PartName="/ppt/slides/_rels/slide182.xml.rels" ContentType="application/vnd.openxmlformats-package.relationships+xml"/>
  <Override PartName="/ppt/slides/_rels/slide35.xml.rels" ContentType="application/vnd.openxmlformats-package.relationships+xml"/>
  <Override PartName="/ppt/slides/_rels/slide44.xml.rels" ContentType="application/vnd.openxmlformats-package.relationships+xml"/>
  <Override PartName="/ppt/slides/_rels/slide207.xml.rels" ContentType="application/vnd.openxmlformats-package.relationships+xml"/>
  <Override PartName="/ppt/slides/_rels/slide25.xml.rels" ContentType="application/vnd.openxmlformats-package.relationships+xml"/>
  <Override PartName="/ppt/slides/_rels/slide40.xml.rels" ContentType="application/vnd.openxmlformats-package.relationships+xml"/>
  <Override PartName="/ppt/slides/_rels/slide265.xml.rels" ContentType="application/vnd.openxmlformats-package.relationships+xml"/>
  <Override PartName="/ppt/slides/_rels/slide36.xml.rels" ContentType="application/vnd.openxmlformats-package.relationships+xml"/>
  <Override PartName="/ppt/slides/_rels/slide24.xml.rels" ContentType="application/vnd.openxmlformats-package.relationships+xml"/>
  <Override PartName="/ppt/slides/_rels/slide5.xml.rels" ContentType="application/vnd.openxmlformats-package.relationships+xml"/>
  <Override PartName="/ppt/slides/_rels/slide92.xml.rels" ContentType="application/vnd.openxmlformats-package.relationships+xml"/>
  <Override PartName="/ppt/slides/_rels/slide249.xml.rels" ContentType="application/vnd.openxmlformats-package.relationships+xml"/>
  <Override PartName="/ppt/slides/_rels/slide102.xml.rels" ContentType="application/vnd.openxmlformats-package.relationships+xml"/>
  <Override PartName="/ppt/slides/_rels/slide57.xml.rels" ContentType="application/vnd.openxmlformats-package.relationships+xml"/>
  <Override PartName="/ppt/slides/_rels/slide170.xml.rels" ContentType="application/vnd.openxmlformats-package.relationships+xml"/>
  <Override PartName="/ppt/slides/_rels/slide264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256.xml.rels" ContentType="application/vnd.openxmlformats-package.relationships+xml"/>
  <Override PartName="/ppt/slides/_rels/slide254.xml.rels" ContentType="application/vnd.openxmlformats-package.relationships+xml"/>
  <Override PartName="/ppt/slides/_rels/slide80.xml.rels" ContentType="application/vnd.openxmlformats-package.relationships+xml"/>
  <Override PartName="/ppt/slides/_rels/slide152.xml.rels" ContentType="application/vnd.openxmlformats-package.relationships+xml"/>
  <Override PartName="/ppt/slides/_rels/slide39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106.xml.rels" ContentType="application/vnd.openxmlformats-package.relationships+xml"/>
  <Override PartName="/ppt/slides/_rels/slide174.xml.rels" ContentType="application/vnd.openxmlformats-package.relationships+xml"/>
  <Override PartName="/ppt/slides/_rels/slide28.xml.rels" ContentType="application/vnd.openxmlformats-package.relationships+xml"/>
  <Override PartName="/ppt/slides/_rels/slide141.xml.rels" ContentType="application/vnd.openxmlformats-package.relationships+xml"/>
  <Override PartName="/ppt/slides/_rels/slide9.xml.rels" ContentType="application/vnd.openxmlformats-package.relationships+xml"/>
  <Override PartName="/ppt/slides/_rels/slide96.xml.rels" ContentType="application/vnd.openxmlformats-package.relationships+xml"/>
  <Override PartName="/ppt/slides/_rels/slide261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93.xml.rels" ContentType="application/vnd.openxmlformats-package.relationships+xml"/>
  <Override PartName="/ppt/slides/_rels/slide125.xml.rels" ContentType="application/vnd.openxmlformats-package.relationships+xml"/>
  <Override PartName="/ppt/slides/_rels/slide23.xml.rels" ContentType="application/vnd.openxmlformats-package.relationships+xml"/>
  <Override PartName="/ppt/slides/_rels/slide4.xml.rels" ContentType="application/vnd.openxmlformats-package.relationships+xml"/>
  <Override PartName="/ppt/slides/_rels/slide91.xml.rels" ContentType="application/vnd.openxmlformats-package.relationships+xml"/>
  <Override PartName="/ppt/slides/_rels/slide109.xml.rels" ContentType="application/vnd.openxmlformats-package.relationships+xml"/>
  <Override PartName="/ppt/slides/_rels/slide93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260.xml.rels" ContentType="application/vnd.openxmlformats-package.relationships+xml"/>
  <Override PartName="/ppt/slides/_rels/slide26.xml.rels" ContentType="application/vnd.openxmlformats-package.relationships+xml"/>
  <Override PartName="/ppt/slides/_rels/slide7.xml.rels" ContentType="application/vnd.openxmlformats-package.relationships+xml"/>
  <Override PartName="/ppt/slides/_rels/slide94.xml.rels" ContentType="application/vnd.openxmlformats-package.relationships+xml"/>
  <Override PartName="/ppt/slides/_rels/slide263.xml.rels" ContentType="application/vnd.openxmlformats-package.relationships+xml"/>
  <Override PartName="/ppt/slides/_rels/slide177.xml.rels" ContentType="application/vnd.openxmlformats-package.relationships+xml"/>
  <Override PartName="/ppt/slides/_rels/slide10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262.xml.rels" ContentType="application/vnd.openxmlformats-package.relationships+xml"/>
  <Override PartName="/ppt/slides/_rels/slide46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29.xml.rels" ContentType="application/vnd.openxmlformats-package.relationships+xml"/>
  <Override PartName="/ppt/slides/_rels/slide142.xml.rels" ContentType="application/vnd.openxmlformats-package.relationships+xml"/>
  <Override PartName="/ppt/slides/_rels/slide97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30.xml.rels" ContentType="application/vnd.openxmlformats-package.relationships+xml"/>
  <Override PartName="/ppt/slides/_rels/slide252.xml.rels" ContentType="application/vnd.openxmlformats-package.relationships+xml"/>
  <Override PartName="/ppt/slides/_rels/slide2.xml.rels" ContentType="application/vnd.openxmlformats-package.relationships+xml"/>
  <Override PartName="/ppt/slides/_rels/slide200.xml.rels" ContentType="application/vnd.openxmlformats-package.relationships+xml"/>
  <Override PartName="/ppt/slides/_rels/slide198.xml.rels" ContentType="application/vnd.openxmlformats-package.relationships+xml"/>
  <Override PartName="/ppt/slides/_rels/slide31.xml.rels" ContentType="application/vnd.openxmlformats-package.relationships+xml"/>
  <Override PartName="/ppt/slides/_rels/slide19.xml.rels" ContentType="application/vnd.openxmlformats-package.relationships+xml"/>
  <Override PartName="/ppt/slides/_rels/slide132.xml.rels" ContentType="application/vnd.openxmlformats-package.relationships+xml"/>
  <Override PartName="/ppt/slides/_rels/slide87.xml.rels" ContentType="application/vnd.openxmlformats-package.relationships+xml"/>
  <Override PartName="/ppt/slides/_rels/slide253.xml.rels" ContentType="application/vnd.openxmlformats-package.relationships+xml"/>
  <Override PartName="/ppt/slides/_rels/slide90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32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34.xml.rels" ContentType="application/vnd.openxmlformats-package.relationships+xml"/>
  <Override PartName="/ppt/slides/_rels/slide89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43.xml.rels" ContentType="application/vnd.openxmlformats-package.relationships+xml"/>
  <Override PartName="/ppt/slides/_rels/slide98.xml.rels" ContentType="application/vnd.openxmlformats-package.relationships+xml"/>
  <Override PartName="/ppt/slides/_rels/slide144.xml.rels" ContentType="application/vnd.openxmlformats-package.relationships+xml"/>
  <Override PartName="/ppt/slides/_rels/slide99.xml.rels" ContentType="application/vnd.openxmlformats-package.relationships+xml"/>
  <Override PartName="/ppt/slides/_rels/slide145.xml.rels" ContentType="application/vnd.openxmlformats-package.relationships+xml"/>
  <Override PartName="/ppt/slides/_rels/slide146.xml.rels" ContentType="application/vnd.openxmlformats-package.relationships+xml"/>
  <Override PartName="/ppt/slides/_rels/slide147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53.xml.rels" ContentType="application/vnd.openxmlformats-package.relationships+xml"/>
  <Override PartName="/ppt/slides/_rels/slide154.xml.rels" ContentType="application/vnd.openxmlformats-package.relationships+xml"/>
  <Override PartName="/ppt/slides/_rels/slide155.xml.rels" ContentType="application/vnd.openxmlformats-package.relationships+xml"/>
  <Override PartName="/ppt/slides/_rels/slide156.xml.rels" ContentType="application/vnd.openxmlformats-package.relationships+xml"/>
  <Override PartName="/ppt/slides/_rels/slide157.xml.rels" ContentType="application/vnd.openxmlformats-package.relationships+xml"/>
  <Override PartName="/ppt/slides/_rels/slide158.xml.rels" ContentType="application/vnd.openxmlformats-package.relationships+xml"/>
  <Override PartName="/ppt/slides/_rels/slide159.xml.rels" ContentType="application/vnd.openxmlformats-package.relationships+xml"/>
  <Override PartName="/ppt/slides/_rels/slide163.xml.rels" ContentType="application/vnd.openxmlformats-package.relationships+xml"/>
  <Override PartName="/ppt/slides/_rels/slide164.xml.rels" ContentType="application/vnd.openxmlformats-package.relationships+xml"/>
  <Override PartName="/ppt/slides/_rels/slide165.xml.rels" ContentType="application/vnd.openxmlformats-package.relationships+xml"/>
  <Override PartName="/ppt/slides/_rels/slide166.xml.rels" ContentType="application/vnd.openxmlformats-package.relationships+xml"/>
  <Override PartName="/ppt/slides/_rels/slide167.xml.rels" ContentType="application/vnd.openxmlformats-package.relationships+xml"/>
  <Override PartName="/ppt/slides/_rels/slide168.xml.rels" ContentType="application/vnd.openxmlformats-package.relationships+xml"/>
  <Override PartName="/ppt/slides/_rels/slide169.xml.rels" ContentType="application/vnd.openxmlformats-package.relationships+xml"/>
  <Override PartName="/ppt/slides/_rels/slide11.xml.rels" ContentType="application/vnd.openxmlformats-package.relationships+xml"/>
  <Override PartName="/ppt/slides/_rels/slide178.xml.rels" ContentType="application/vnd.openxmlformats-package.relationships+xml"/>
  <Override PartName="/ppt/slides/_rels/slide12.xml.rels" ContentType="application/vnd.openxmlformats-package.relationships+xml"/>
  <Override PartName="/ppt/slides/_rels/slide179.xml.rels" ContentType="application/vnd.openxmlformats-package.relationships+xml"/>
  <Override PartName="/ppt/slides/_rels/slide21.xml.rels" ContentType="application/vnd.openxmlformats-package.relationships+xml"/>
  <Override PartName="/ppt/slides/_rels/slide188.xml.rels" ContentType="application/vnd.openxmlformats-package.relationships+xml"/>
  <Override PartName="/ppt/slides/_rels/slide22.xml.rels" ContentType="application/vnd.openxmlformats-package.relationships+xml"/>
  <Override PartName="/ppt/slides/_rels/slide189.xml.rels" ContentType="application/vnd.openxmlformats-package.relationships+xml"/>
  <Override PartName="/ppt/slides/_rels/slide208.xml.rels" ContentType="application/vnd.openxmlformats-package.relationships+xml"/>
  <Override PartName="/ppt/slides/_rels/slide180.xml.rels" ContentType="application/vnd.openxmlformats-package.relationships+xml"/>
  <Override PartName="/ppt/slides/_rels/slide209.xml.rels" ContentType="application/vnd.openxmlformats-package.relationships+xml"/>
  <Override PartName="/ppt/slides/_rels/slide210.xml.rels" ContentType="application/vnd.openxmlformats-package.relationships+xml"/>
  <Override PartName="/ppt/slides/_rels/slide211.xml.rels" ContentType="application/vnd.openxmlformats-package.relationships+xml"/>
  <Override PartName="/ppt/slides/_rels/slide212.xml.rels" ContentType="application/vnd.openxmlformats-package.relationships+xml"/>
  <Override PartName="/ppt/slides/_rels/slide213.xml.rels" ContentType="application/vnd.openxmlformats-package.relationships+xml"/>
  <Override PartName="/ppt/slides/_rels/slide214.xml.rels" ContentType="application/vnd.openxmlformats-package.relationships+xml"/>
  <Override PartName="/ppt/slides/_rels/slide215.xml.rels" ContentType="application/vnd.openxmlformats-package.relationships+xml"/>
  <Override PartName="/ppt/slides/_rels/slide216.xml.rels" ContentType="application/vnd.openxmlformats-package.relationships+xml"/>
  <Override PartName="/ppt/slides/_rels/slide217.xml.rels" ContentType="application/vnd.openxmlformats-package.relationships+xml"/>
  <Override PartName="/ppt/slides/_rels/slide218.xml.rels" ContentType="application/vnd.openxmlformats-package.relationships+xml"/>
  <Override PartName="/ppt/slides/_rels/slide190.xml.rels" ContentType="application/vnd.openxmlformats-package.relationships+xml"/>
  <Override PartName="/ppt/slides/_rels/slide219.xml.rels" ContentType="application/vnd.openxmlformats-package.relationships+xml"/>
  <Override PartName="/ppt/slides/_rels/slide220.xml.rels" ContentType="application/vnd.openxmlformats-package.relationships+xml"/>
  <Override PartName="/ppt/slides/_rels/slide221.xml.rels" ContentType="application/vnd.openxmlformats-package.relationships+xml"/>
  <Override PartName="/ppt/slides/_rels/slide222.xml.rels" ContentType="application/vnd.openxmlformats-package.relationships+xml"/>
  <Override PartName="/ppt/slides/_rels/slide223.xml.rels" ContentType="application/vnd.openxmlformats-package.relationships+xml"/>
  <Override PartName="/ppt/slides/_rels/slide224.xml.rels" ContentType="application/vnd.openxmlformats-package.relationships+xml"/>
  <Override PartName="/ppt/slides/_rels/slide225.xml.rels" ContentType="application/vnd.openxmlformats-package.relationships+xml"/>
  <Override PartName="/ppt/slides/_rels/slide226.xml.rels" ContentType="application/vnd.openxmlformats-package.relationships+xml"/>
  <Override PartName="/ppt/slides/_rels/slide227.xml.rels" ContentType="application/vnd.openxmlformats-package.relationships+xml"/>
  <Override PartName="/ppt/slides/_rels/slide228.xml.rels" ContentType="application/vnd.openxmlformats-package.relationships+xml"/>
  <Override PartName="/ppt/slides/_rels/slide229.xml.rels" ContentType="application/vnd.openxmlformats-package.relationships+xml"/>
  <Override PartName="/ppt/slides/_rels/slide230.xml.rels" ContentType="application/vnd.openxmlformats-package.relationships+xml"/>
  <Override PartName="/ppt/slides/_rels/slide231.xml.rels" ContentType="application/vnd.openxmlformats-package.relationships+xml"/>
  <Override PartName="/ppt/slides/slide251.xml" ContentType="application/vnd.openxmlformats-officedocument.presentationml.slide+xml"/>
  <Override PartName="/ppt/slides/slide17.xml" ContentType="application/vnd.openxmlformats-officedocument.presentationml.slide+xml"/>
  <Override PartName="/ppt/slides/slide250.xml" ContentType="application/vnd.openxmlformats-officedocument.presentationml.slide+xml"/>
  <Override PartName="/ppt/slides/slide16.xml" ContentType="application/vnd.openxmlformats-officedocument.presentationml.slide+xml"/>
  <Override PartName="/ppt/slides/slide249.xml" ContentType="application/vnd.openxmlformats-officedocument.presentationml.slide+xml"/>
  <Override PartName="/ppt/slides/slide248.xml" ContentType="application/vnd.openxmlformats-officedocument.presentationml.slide+xml"/>
  <Override PartName="/ppt/slides/slide247.xml" ContentType="application/vnd.openxmlformats-officedocument.presentationml.slide+xml"/>
  <Override PartName="/ppt/slides/slide246.xml" ContentType="application/vnd.openxmlformats-officedocument.presentationml.slide+xml"/>
  <Override PartName="/ppt/slides/slide245.xml" ContentType="application/vnd.openxmlformats-officedocument.presentationml.slide+xml"/>
  <Override PartName="/ppt/slides/slide244.xml" ContentType="application/vnd.openxmlformats-officedocument.presentationml.slide+xml"/>
  <Override PartName="/ppt/slides/slide243.xml" ContentType="application/vnd.openxmlformats-officedocument.presentationml.slide+xml"/>
  <Override PartName="/ppt/slides/slide193.xml" ContentType="application/vnd.openxmlformats-officedocument.presentationml.slide+xml"/>
  <Override PartName="/ppt/slides/slide125.xml" ContentType="application/vnd.openxmlformats-officedocument.presentationml.slide+xml"/>
  <Override PartName="/ppt/slides/slide56.xml" ContentType="application/vnd.openxmlformats-officedocument.presentationml.slide+xml"/>
  <Override PartName="/ppt/slides/slide170.xml" ContentType="application/vnd.openxmlformats-officedocument.presentationml.slide+xml"/>
  <Override PartName="/ppt/slides/slide102.xml" ContentType="application/vnd.openxmlformats-officedocument.presentationml.slide+xml"/>
  <Override PartName="/ppt/slides/slide33.xml" ContentType="application/vnd.openxmlformats-officedocument.presentationml.slide+xml"/>
  <Override PartName="/ppt/slides/slide192.xml" ContentType="application/vnd.openxmlformats-officedocument.presentationml.slide+xml"/>
  <Override PartName="/ppt/slides/slide124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32.xml" ContentType="application/vnd.openxmlformats-officedocument.presentationml.slide+xml"/>
  <Override PartName="/ppt/slides/slide191.xml" ContentType="application/vnd.openxmlformats-officedocument.presentationml.slide+xml"/>
  <Override PartName="/ppt/slides/slide123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31.xml" ContentType="application/vnd.openxmlformats-officedocument.presentationml.slide+xml"/>
  <Override PartName="/ppt/slides/slide53.xml" ContentType="application/vnd.openxmlformats-officedocument.presentationml.slide+xml"/>
  <Override PartName="/ppt/slides/slide122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44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40.xml" ContentType="application/vnd.openxmlformats-officedocument.presentationml.slide+xml"/>
  <Override PartName="/ppt/slides/slide9.xml" ContentType="application/vnd.openxmlformats-officedocument.presentationml.slide+xml"/>
  <Override PartName="/ppt/slides/slide36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39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256.xml" ContentType="application/vnd.openxmlformats-officedocument.presentationml.slide+xml"/>
  <Override PartName="/ppt/slides/slide5.xml" ContentType="application/vnd.openxmlformats-officedocument.presentationml.slide+xml"/>
  <Override PartName="/ppt/slides/slide35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38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21.xml" ContentType="application/vnd.openxmlformats-officedocument.presentationml.slide+xml"/>
  <Override PartName="/ppt/slides/slide255.xml" ContentType="application/vnd.openxmlformats-officedocument.presentationml.slide+xml"/>
  <Override PartName="/ppt/slides/slide4.xml" ContentType="application/vnd.openxmlformats-officedocument.presentationml.slide+xml"/>
  <Override PartName="/ppt/slides/slide34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37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11.xml" ContentType="application/vnd.openxmlformats-officedocument.presentationml.slide+xml"/>
  <Override PartName="/ppt/slides/slide254.xml" ContentType="application/vnd.openxmlformats-officedocument.presentationml.slide+xml"/>
  <Override PartName="/ppt/slides/slide3.xml" ContentType="application/vnd.openxmlformats-officedocument.presentationml.slide+xml"/>
  <Override PartName="/ppt/slides/slide48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265.xml" ContentType="application/vnd.openxmlformats-officedocument.presentationml.slide+xml"/>
  <Override PartName="/ppt/slides/slide57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58.xml" ContentType="application/vnd.openxmlformats-officedocument.presentationml.slide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264.xml" ContentType="application/vnd.openxmlformats-officedocument.presentationml.slide+xml"/>
  <Override PartName="/ppt/slides/slide20.xml" ContentType="application/vnd.openxmlformats-officedocument.presentationml.slide+xml"/>
  <Override PartName="/ppt/slides/slide177.xml" ContentType="application/vnd.openxmlformats-officedocument.presentationml.slide+xml"/>
  <Override PartName="/ppt/slides/slide109.xml" ContentType="application/vnd.openxmlformats-officedocument.presentationml.slide+xml"/>
  <Override PartName="/ppt/slides/slide49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83.xml" ContentType="application/vnd.openxmlformats-officedocument.presentationml.slide+xml"/>
  <Override PartName="/ppt/slides/slide266.xml" ContentType="application/vnd.openxmlformats-officedocument.presentationml.slide+xml"/>
  <Override PartName="/ppt/slides/slide1.xml" ContentType="application/vnd.openxmlformats-officedocument.presentationml.slide+xml"/>
  <Override PartName="/ppt/slides/slide115.xml" ContentType="application/vnd.openxmlformats-officedocument.presentationml.slide+xml"/>
  <Override PartName="/ppt/slides/slide46.xml" ContentType="application/vnd.openxmlformats-officedocument.presentationml.slide+xml"/>
  <Override PartName="/ppt/slides/slide51.xml" ContentType="application/vnd.openxmlformats-officedocument.presentationml.slide+xml"/>
  <Override PartName="/ppt/slides/slide120.xml" ContentType="application/vnd.openxmlformats-officedocument.presentationml.slide+xml"/>
  <Override PartName="/ppt/slides/slide267.xml" ContentType="application/vnd.openxmlformats-officedocument.presentationml.slide+xml"/>
  <Override PartName="/ppt/slides/slide43.xml" ContentType="application/vnd.openxmlformats-officedocument.presentationml.slide+xml"/>
  <Override PartName="/ppt/slides/slide112.xml" ContentType="application/vnd.openxmlformats-officedocument.presentationml.slide+xml"/>
  <Override PartName="/ppt/slides/slide259.xml" ContentType="application/vnd.openxmlformats-officedocument.presentationml.slide+xml"/>
  <Override PartName="/ppt/slides/slide8.xml" ContentType="application/vnd.openxmlformats-officedocument.presentationml.slide+xml"/>
  <Override PartName="/ppt/slides/slide52.xml" ContentType="application/vnd.openxmlformats-officedocument.presentationml.slide+xml"/>
  <Override PartName="/ppt/slides/slide121.xml" ContentType="application/vnd.openxmlformats-officedocument.presentationml.slide+xml"/>
  <Override PartName="/ppt/slides/slide268.xml" ContentType="application/vnd.openxmlformats-officedocument.presentationml.slide+xml"/>
  <Override PartName="/ppt/slides/slide184.xml" ContentType="application/vnd.openxmlformats-officedocument.presentationml.slide+xml"/>
  <Override PartName="/ppt/slides/slide252.xml" ContentType="application/vnd.openxmlformats-officedocument.presentationml.slide+xml"/>
  <Override PartName="/ppt/slides/slide18.xml" ContentType="application/vnd.openxmlformats-officedocument.presentationml.slide+xml"/>
  <Override PartName="/ppt/slides/slide42.xml" ContentType="application/vnd.openxmlformats-officedocument.presentationml.slide+xml"/>
  <Override PartName="/ppt/slides/slide111.xml" ContentType="application/vnd.openxmlformats-officedocument.presentationml.slide+xml"/>
  <Override PartName="/ppt/slides/slide258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s/slide110.xml" ContentType="application/vnd.openxmlformats-officedocument.presentationml.slide+xml"/>
  <Override PartName="/ppt/slides/slide257.xml" ContentType="application/vnd.openxmlformats-officedocument.presentationml.slide+xml"/>
  <Override PartName="/ppt/slides/slide6.xml" ContentType="application/vnd.openxmlformats-officedocument.presentationml.slide+xml"/>
  <Override PartName="/ppt/slides/slide27.xml" ContentType="application/vnd.openxmlformats-officedocument.presentationml.slide+xml"/>
  <Override PartName="/ppt/slides/slide261.xml" ContentType="application/vnd.openxmlformats-officedocument.presentationml.slide+xml"/>
  <Override PartName="/ppt/slides/slide59.xml" ContentType="application/vnd.openxmlformats-officedocument.presentationml.slide+xml"/>
  <Override PartName="/ppt/slides/slide128.xml" ContentType="application/vnd.openxmlformats-officedocument.presentationml.slide+xml"/>
  <Override PartName="/ppt/slides/slide196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30.xml" ContentType="application/vnd.openxmlformats-officedocument.presentationml.slide+xml"/>
  <Override PartName="/ppt/slides/slide260.xml" ContentType="application/vnd.openxmlformats-officedocument.presentationml.slide+xml"/>
  <Override PartName="/ppt/slides/slide26.xml" ContentType="application/vnd.openxmlformats-officedocument.presentationml.slide+xml"/>
  <Override PartName="/ppt/slides/slide70.xml" ContentType="application/vnd.openxmlformats-officedocument.presentationml.slide+xml"/>
  <Override PartName="/ppt/slides/slide263.xml" ContentType="application/vnd.openxmlformats-officedocument.presentationml.slide+xml"/>
  <Override PartName="/ppt/slides/slide29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262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80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16.xml" ContentType="application/vnd.openxmlformats-officedocument.presentationml.slide+xml"/>
  <Override PartName="/ppt/slides/slide47.xml" ContentType="application/vnd.openxmlformats-officedocument.presentationml.slide+xml"/>
  <Override PartName="/ppt/slides/slide253.xml" ContentType="application/vnd.openxmlformats-officedocument.presentationml.slide+xml"/>
  <Override PartName="/ppt/slides/slide19.xml" ContentType="application/vnd.openxmlformats-officedocument.presentationml.slide+xml"/>
  <Override PartName="/ppt/slides/slide60.xml" ContentType="application/vnd.openxmlformats-officedocument.presentationml.slide+xml"/>
  <Override PartName="/ppt/slides/slide129.xml" ContentType="application/vnd.openxmlformats-officedocument.presentationml.slide+xml"/>
  <Override PartName="/ppt/slides/slide197.xml" ContentType="application/vnd.openxmlformats-officedocument.presentationml.slide+xml"/>
  <Override PartName="/ppt/slides/slide61.xml" ContentType="application/vnd.openxmlformats-officedocument.presentationml.slide+xml"/>
  <Override PartName="/ppt/slides/slide130.xml" ContentType="application/vnd.openxmlformats-officedocument.presentationml.slide+xml"/>
  <Override PartName="/ppt/slides/slide62.xml" ContentType="application/vnd.openxmlformats-officedocument.presentationml.slide+xml"/>
  <Override PartName="/ppt/slides/slide131.xml" ContentType="application/vnd.openxmlformats-officedocument.presentationml.slide+xml"/>
  <Override PartName="/ppt/slides/slide63.xml" ContentType="application/vnd.openxmlformats-officedocument.presentationml.slide+xml"/>
  <Override PartName="/ppt/slides/slide132.xml" ContentType="application/vnd.openxmlformats-officedocument.presentationml.slide+xml"/>
  <Override PartName="/ppt/slides/slide64.xml" ContentType="application/vnd.openxmlformats-officedocument.presentationml.slide+xml"/>
  <Override PartName="/ppt/slides/slide133.xml" ContentType="application/vnd.openxmlformats-officedocument.presentationml.slide+xml"/>
  <Override PartName="/ppt/slides/slide65.xml" ContentType="application/vnd.openxmlformats-officedocument.presentationml.slide+xml"/>
  <Override PartName="/ppt/slides/slide134.xml" ContentType="application/vnd.openxmlformats-officedocument.presentationml.slide+xml"/>
  <Override PartName="/ppt/slides/slide66.xml" ContentType="application/vnd.openxmlformats-officedocument.presentationml.slide+xml"/>
  <Override PartName="/ppt/slides/slide135.xml" ContentType="application/vnd.openxmlformats-officedocument.presentationml.slide+xml"/>
  <Override PartName="/ppt/slides/slide67.xml" ContentType="application/vnd.openxmlformats-officedocument.presentationml.slide+xml"/>
  <Override PartName="/ppt/slides/slide136.xml" ContentType="application/vnd.openxmlformats-officedocument.presentationml.slide+xml"/>
  <Override PartName="/ppt/slides/slide68.xml" ContentType="application/vnd.openxmlformats-officedocument.presentationml.slide+xml"/>
  <Override PartName="/ppt/slides/slide137.xml" ContentType="application/vnd.openxmlformats-officedocument.presentationml.slide+xml"/>
  <Override PartName="/ppt/slides/slide69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71.xml" ContentType="application/vnd.openxmlformats-officedocument.presentationml.slide+xml"/>
  <Override PartName="/ppt/slides/slide140.xml" ContentType="application/vnd.openxmlformats-officedocument.presentationml.slide+xml"/>
  <Override PartName="/ppt/slides/slide72.xml" ContentType="application/vnd.openxmlformats-officedocument.presentationml.slide+xml"/>
  <Override PartName="/ppt/slides/slide141.xml" ContentType="application/vnd.openxmlformats-officedocument.presentationml.slide+xml"/>
  <Override PartName="/ppt/slides/slide73.xml" ContentType="application/vnd.openxmlformats-officedocument.presentationml.slide+xml"/>
  <Override PartName="/ppt/slides/slide142.xml" ContentType="application/vnd.openxmlformats-officedocument.presentationml.slide+xml"/>
  <Override PartName="/ppt/slides/slide74.xml" ContentType="application/vnd.openxmlformats-officedocument.presentationml.slide+xml"/>
  <Override PartName="/ppt/slides/slide143.xml" ContentType="application/vnd.openxmlformats-officedocument.presentationml.slide+xml"/>
  <Override PartName="/ppt/slides/slide75.xml" ContentType="application/vnd.openxmlformats-officedocument.presentationml.slide+xml"/>
  <Override PartName="/ppt/slides/slide144.xml" ContentType="application/vnd.openxmlformats-officedocument.presentationml.slide+xml"/>
  <Override PartName="/ppt/slides/slide76.xml" ContentType="application/vnd.openxmlformats-officedocument.presentationml.slide+xml"/>
  <Override PartName="/ppt/slides/slide145.xml" ContentType="application/vnd.openxmlformats-officedocument.presentationml.slide+xml"/>
  <Override PartName="/ppt/slides/slide77.xml" ContentType="application/vnd.openxmlformats-officedocument.presentationml.slide+xml"/>
  <Override PartName="/ppt/slides/slide146.xml" ContentType="application/vnd.openxmlformats-officedocument.presentationml.slide+xml"/>
  <Override PartName="/ppt/slides/slide78.xml" ContentType="application/vnd.openxmlformats-officedocument.presentationml.slide+xml"/>
  <Override PartName="/ppt/slides/slide147.xml" ContentType="application/vnd.openxmlformats-officedocument.presentationml.slide+xml"/>
  <Override PartName="/ppt/slides/slide79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81.xml" ContentType="application/vnd.openxmlformats-officedocument.presentationml.slide+xml"/>
  <Override PartName="/ppt/slides/slide150.xml" ContentType="application/vnd.openxmlformats-officedocument.presentationml.slide+xml"/>
  <Override PartName="/ppt/slides/slide82.xml" ContentType="application/vnd.openxmlformats-officedocument.presentationml.slide+xml"/>
  <Override PartName="/ppt/slides/slide151.xml" ContentType="application/vnd.openxmlformats-officedocument.presentationml.slide+xml"/>
  <Override PartName="/ppt/slides/slide83.xml" ContentType="application/vnd.openxmlformats-officedocument.presentationml.slide+xml"/>
  <Override PartName="/ppt/slides/slide152.xml" ContentType="application/vnd.openxmlformats-officedocument.presentationml.slide+xml"/>
  <Override PartName="/ppt/slides/slide84.xml" ContentType="application/vnd.openxmlformats-officedocument.presentationml.slide+xml"/>
  <Override PartName="/ppt/slides/slide153.xml" ContentType="application/vnd.openxmlformats-officedocument.presentationml.slide+xml"/>
  <Override PartName="/ppt/slides/slide85.xml" ContentType="application/vnd.openxmlformats-officedocument.presentationml.slide+xml"/>
  <Override PartName="/ppt/slides/slide154.xml" ContentType="application/vnd.openxmlformats-officedocument.presentationml.slide+xml"/>
  <Override PartName="/ppt/slides/slide86.xml" ContentType="application/vnd.openxmlformats-officedocument.presentationml.slide+xml"/>
  <Override PartName="/ppt/slides/slide155.xml" ContentType="application/vnd.openxmlformats-officedocument.presentationml.slide+xml"/>
  <Override PartName="/ppt/slides/slide87.xml" ContentType="application/vnd.openxmlformats-officedocument.presentationml.slide+xml"/>
  <Override PartName="/ppt/slides/slide156.xml" ContentType="application/vnd.openxmlformats-officedocument.presentationml.slide+xml"/>
  <Override PartName="/ppt/slides/slide88.xml" ContentType="application/vnd.openxmlformats-officedocument.presentationml.slide+xml"/>
  <Override PartName="/ppt/slides/slide157.xml" ContentType="application/vnd.openxmlformats-officedocument.presentationml.slide+xml"/>
  <Override PartName="/ppt/slides/slide89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91.xml" ContentType="application/vnd.openxmlformats-officedocument.presentationml.slide+xml"/>
  <Override PartName="/ppt/slides/slide160.xml" ContentType="application/vnd.openxmlformats-officedocument.presentationml.slide+xml"/>
  <Override PartName="/ppt/slides/slide92.xml" ContentType="application/vnd.openxmlformats-officedocument.presentationml.slide+xml"/>
  <Override PartName="/ppt/slides/slide161.xml" ContentType="application/vnd.openxmlformats-officedocument.presentationml.slide+xml"/>
  <Override PartName="/ppt/slides/slide93.xml" ContentType="application/vnd.openxmlformats-officedocument.presentationml.slide+xml"/>
  <Override PartName="/ppt/slides/slide162.xml" ContentType="application/vnd.openxmlformats-officedocument.presentationml.slide+xml"/>
  <Override PartName="/ppt/slides/slide94.xml" ContentType="application/vnd.openxmlformats-officedocument.presentationml.slide+xml"/>
  <Override PartName="/ppt/slides/slide163.xml" ContentType="application/vnd.openxmlformats-officedocument.presentationml.slide+xml"/>
  <Override PartName="/ppt/slides/slide95.xml" ContentType="application/vnd.openxmlformats-officedocument.presentationml.slide+xml"/>
  <Override PartName="/ppt/slides/slide164.xml" ContentType="application/vnd.openxmlformats-officedocument.presentationml.slide+xml"/>
  <Override PartName="/ppt/slides/slide96.xml" ContentType="application/vnd.openxmlformats-officedocument.presentationml.slide+xml"/>
  <Override PartName="/ppt/slides/slide165.xml" ContentType="application/vnd.openxmlformats-officedocument.presentationml.slide+xml"/>
  <Override PartName="/ppt/slides/slide97.xml" ContentType="application/vnd.openxmlformats-officedocument.presentationml.slide+xml"/>
  <Override PartName="/ppt/slides/slide166.xml" ContentType="application/vnd.openxmlformats-officedocument.presentationml.slide+xml"/>
  <Override PartName="/ppt/slides/slide98.xml" ContentType="application/vnd.openxmlformats-officedocument.presentationml.slide+xml"/>
  <Override PartName="/ppt/slides/slide167.xml" ContentType="application/vnd.openxmlformats-officedocument.presentationml.slide+xml"/>
  <Override PartName="/ppt/slides/slide99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8.xml" ContentType="application/vnd.openxmlformats-officedocument.presentationml.slide+xml"/>
  <Override PartName="/ppt/slides/slide200.xml" ContentType="application/vnd.openxmlformats-officedocument.presentationml.slide+xml"/>
  <Override PartName="/ppt/slides/slide199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180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190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notesSlides/_rels/notesSlide81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90.xml.rels" ContentType="application/vnd.openxmlformats-package.relationships+xml"/>
  <Override PartName="/ppt/notesSlides/_rels/notesSlide208.xml.rels" ContentType="application/vnd.openxmlformats-package.relationships+xml"/>
  <Override PartName="/ppt/notesSlides/_rels/notesSlide83.xml.rels" ContentType="application/vnd.openxmlformats-package.relationships+xml"/>
  <Override PartName="/ppt/notesSlides/_rels/notesSlide212.xml.rels" ContentType="application/vnd.openxmlformats-package.relationships+xml"/>
  <Override PartName="/ppt/notesSlides/_rels/notesSlide131.xml.rels" ContentType="application/vnd.openxmlformats-package.relationships+xml"/>
  <Override PartName="/ppt/notesSlides/_rels/notesSlide168.xml.rels" ContentType="application/vnd.openxmlformats-package.relationships+xml"/>
  <Override PartName="/ppt/notesSlides/_rels/notesSlide96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202.xml.rels" ContentType="application/vnd.openxmlformats-package.relationships+xml"/>
  <Override PartName="/ppt/notesSlides/_rels/notesSlide156.xml.rels" ContentType="application/vnd.openxmlformats-package.relationships+xml"/>
  <Override PartName="/ppt/notesSlides/_rels/notesSlide239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237.xml.rels" ContentType="application/vnd.openxmlformats-package.relationships+xml"/>
  <Override PartName="/ppt/notesSlides/_rels/notesSlide236.xml.rels" ContentType="application/vnd.openxmlformats-package.relationships+xml"/>
  <Override PartName="/ppt/notesSlides/_rels/notesSlide211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238.xml.rels" ContentType="application/vnd.openxmlformats-package.relationships+xml"/>
  <Override PartName="/ppt/notesSlides/_rels/notesSlide183.xml.rels" ContentType="application/vnd.openxmlformats-package.relationships+xml"/>
  <Override PartName="/ppt/notesSlides/_rels/notesSlide137.xml.rels" ContentType="application/vnd.openxmlformats-package.relationships+xml"/>
  <Override PartName="/ppt/notesSlides/_rels/notesSlide98.xml.rels" ContentType="application/vnd.openxmlformats-package.relationships+xml"/>
  <Override PartName="/ppt/notesSlides/_rels/notesSlide203.xml.rels" ContentType="application/vnd.openxmlformats-package.relationships+xml"/>
  <Override PartName="/ppt/notesSlides/_rels/notesSlide157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78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235.xml.rels" ContentType="application/vnd.openxmlformats-package.relationships+xml"/>
  <Override PartName="/ppt/notesSlides/_rels/notesSlide185.xml.rels" ContentType="application/vnd.openxmlformats-package.relationships+xml"/>
  <Override PartName="/ppt/notesSlides/_rels/notesSlide52.xml.rels" ContentType="application/vnd.openxmlformats-package.relationships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0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91" r:id="rId20"/>
    <p:sldMasterId id="2147483693" r:id="rId21"/>
    <p:sldMasterId id="2147483695" r:id="rId22"/>
    <p:sldMasterId id="2147483697" r:id="rId23"/>
    <p:sldMasterId id="2147483699" r:id="rId24"/>
    <p:sldMasterId id="2147483701" r:id="rId25"/>
    <p:sldMasterId id="2147483703" r:id="rId26"/>
  </p:sldMasterIdLst>
  <p:notesMasterIdLst>
    <p:notesMasterId r:id="rId27"/>
  </p:notesMasterIdLst>
  <p:sldIdLst>
    <p:sldId id="256" r:id="rId28"/>
    <p:sldId id="257" r:id="rId29"/>
    <p:sldId id="258" r:id="rId30"/>
    <p:sldId id="259" r:id="rId31"/>
    <p:sldId id="260" r:id="rId32"/>
    <p:sldId id="261" r:id="rId33"/>
    <p:sldId id="262" r:id="rId34"/>
    <p:sldId id="263" r:id="rId35"/>
    <p:sldId id="264" r:id="rId36"/>
    <p:sldId id="265" r:id="rId37"/>
    <p:sldId id="266" r:id="rId38"/>
    <p:sldId id="267" r:id="rId39"/>
    <p:sldId id="268" r:id="rId40"/>
    <p:sldId id="269" r:id="rId41"/>
    <p:sldId id="270" r:id="rId42"/>
    <p:sldId id="271" r:id="rId43"/>
    <p:sldId id="272" r:id="rId44"/>
    <p:sldId id="273" r:id="rId45"/>
    <p:sldId id="274" r:id="rId46"/>
    <p:sldId id="275" r:id="rId47"/>
    <p:sldId id="276" r:id="rId48"/>
    <p:sldId id="277" r:id="rId49"/>
    <p:sldId id="278" r:id="rId50"/>
    <p:sldId id="279" r:id="rId51"/>
    <p:sldId id="280" r:id="rId52"/>
    <p:sldId id="281" r:id="rId53"/>
    <p:sldId id="282" r:id="rId54"/>
    <p:sldId id="283" r:id="rId55"/>
    <p:sldId id="284" r:id="rId56"/>
    <p:sldId id="285" r:id="rId57"/>
    <p:sldId id="286" r:id="rId58"/>
    <p:sldId id="287" r:id="rId59"/>
    <p:sldId id="288" r:id="rId60"/>
    <p:sldId id="289" r:id="rId61"/>
    <p:sldId id="290" r:id="rId62"/>
    <p:sldId id="291" r:id="rId63"/>
    <p:sldId id="292" r:id="rId64"/>
    <p:sldId id="293" r:id="rId65"/>
    <p:sldId id="294" r:id="rId66"/>
    <p:sldId id="295" r:id="rId67"/>
    <p:sldId id="296" r:id="rId68"/>
    <p:sldId id="297" r:id="rId69"/>
    <p:sldId id="298" r:id="rId70"/>
    <p:sldId id="299" r:id="rId71"/>
    <p:sldId id="300" r:id="rId72"/>
    <p:sldId id="301" r:id="rId73"/>
    <p:sldId id="302" r:id="rId74"/>
    <p:sldId id="303" r:id="rId75"/>
    <p:sldId id="304" r:id="rId76"/>
    <p:sldId id="305" r:id="rId77"/>
    <p:sldId id="306" r:id="rId78"/>
    <p:sldId id="307" r:id="rId79"/>
    <p:sldId id="308" r:id="rId80"/>
    <p:sldId id="309" r:id="rId81"/>
    <p:sldId id="310" r:id="rId82"/>
    <p:sldId id="311" r:id="rId83"/>
    <p:sldId id="312" r:id="rId84"/>
    <p:sldId id="313" r:id="rId85"/>
    <p:sldId id="314" r:id="rId86"/>
    <p:sldId id="315" r:id="rId87"/>
    <p:sldId id="316" r:id="rId88"/>
    <p:sldId id="317" r:id="rId89"/>
    <p:sldId id="318" r:id="rId90"/>
    <p:sldId id="319" r:id="rId91"/>
    <p:sldId id="320" r:id="rId92"/>
    <p:sldId id="321" r:id="rId93"/>
    <p:sldId id="322" r:id="rId94"/>
    <p:sldId id="323" r:id="rId95"/>
    <p:sldId id="324" r:id="rId96"/>
    <p:sldId id="325" r:id="rId97"/>
    <p:sldId id="326" r:id="rId98"/>
    <p:sldId id="327" r:id="rId99"/>
    <p:sldId id="328" r:id="rId100"/>
    <p:sldId id="329" r:id="rId101"/>
    <p:sldId id="330" r:id="rId102"/>
    <p:sldId id="331" r:id="rId103"/>
    <p:sldId id="332" r:id="rId104"/>
    <p:sldId id="333" r:id="rId105"/>
    <p:sldId id="334" r:id="rId106"/>
    <p:sldId id="335" r:id="rId107"/>
    <p:sldId id="336" r:id="rId108"/>
    <p:sldId id="337" r:id="rId109"/>
    <p:sldId id="338" r:id="rId110"/>
    <p:sldId id="339" r:id="rId111"/>
    <p:sldId id="340" r:id="rId112"/>
    <p:sldId id="341" r:id="rId113"/>
    <p:sldId id="342" r:id="rId114"/>
    <p:sldId id="343" r:id="rId115"/>
    <p:sldId id="344" r:id="rId116"/>
    <p:sldId id="345" r:id="rId117"/>
    <p:sldId id="346" r:id="rId118"/>
    <p:sldId id="347" r:id="rId119"/>
    <p:sldId id="348" r:id="rId120"/>
    <p:sldId id="349" r:id="rId121"/>
    <p:sldId id="350" r:id="rId122"/>
    <p:sldId id="351" r:id="rId123"/>
    <p:sldId id="352" r:id="rId124"/>
    <p:sldId id="353" r:id="rId125"/>
    <p:sldId id="354" r:id="rId126"/>
    <p:sldId id="355" r:id="rId127"/>
    <p:sldId id="356" r:id="rId128"/>
    <p:sldId id="357" r:id="rId129"/>
    <p:sldId id="358" r:id="rId130"/>
    <p:sldId id="359" r:id="rId131"/>
    <p:sldId id="360" r:id="rId132"/>
    <p:sldId id="361" r:id="rId133"/>
    <p:sldId id="362" r:id="rId134"/>
    <p:sldId id="363" r:id="rId135"/>
    <p:sldId id="364" r:id="rId136"/>
    <p:sldId id="365" r:id="rId137"/>
    <p:sldId id="366" r:id="rId138"/>
    <p:sldId id="367" r:id="rId139"/>
    <p:sldId id="368" r:id="rId140"/>
    <p:sldId id="369" r:id="rId141"/>
    <p:sldId id="370" r:id="rId142"/>
    <p:sldId id="371" r:id="rId143"/>
    <p:sldId id="372" r:id="rId144"/>
    <p:sldId id="373" r:id="rId145"/>
    <p:sldId id="374" r:id="rId146"/>
    <p:sldId id="375" r:id="rId147"/>
    <p:sldId id="376" r:id="rId148"/>
    <p:sldId id="377" r:id="rId149"/>
    <p:sldId id="378" r:id="rId150"/>
    <p:sldId id="379" r:id="rId151"/>
    <p:sldId id="380" r:id="rId152"/>
    <p:sldId id="381" r:id="rId153"/>
    <p:sldId id="382" r:id="rId154"/>
    <p:sldId id="383" r:id="rId155"/>
    <p:sldId id="384" r:id="rId156"/>
    <p:sldId id="385" r:id="rId157"/>
    <p:sldId id="386" r:id="rId158"/>
    <p:sldId id="387" r:id="rId159"/>
    <p:sldId id="388" r:id="rId160"/>
    <p:sldId id="389" r:id="rId161"/>
    <p:sldId id="390" r:id="rId162"/>
    <p:sldId id="391" r:id="rId163"/>
    <p:sldId id="392" r:id="rId164"/>
    <p:sldId id="393" r:id="rId165"/>
    <p:sldId id="394" r:id="rId166"/>
    <p:sldId id="395" r:id="rId167"/>
    <p:sldId id="396" r:id="rId168"/>
    <p:sldId id="397" r:id="rId169"/>
    <p:sldId id="398" r:id="rId170"/>
    <p:sldId id="399" r:id="rId171"/>
    <p:sldId id="400" r:id="rId172"/>
    <p:sldId id="401" r:id="rId173"/>
    <p:sldId id="402" r:id="rId174"/>
    <p:sldId id="403" r:id="rId175"/>
    <p:sldId id="404" r:id="rId176"/>
    <p:sldId id="405" r:id="rId177"/>
    <p:sldId id="406" r:id="rId178"/>
    <p:sldId id="407" r:id="rId179"/>
    <p:sldId id="408" r:id="rId180"/>
    <p:sldId id="409" r:id="rId181"/>
    <p:sldId id="410" r:id="rId182"/>
    <p:sldId id="411" r:id="rId183"/>
    <p:sldId id="412" r:id="rId184"/>
    <p:sldId id="413" r:id="rId185"/>
    <p:sldId id="414" r:id="rId186"/>
    <p:sldId id="415" r:id="rId187"/>
    <p:sldId id="416" r:id="rId188"/>
    <p:sldId id="417" r:id="rId189"/>
    <p:sldId id="418" r:id="rId190"/>
    <p:sldId id="419" r:id="rId191"/>
    <p:sldId id="420" r:id="rId192"/>
    <p:sldId id="421" r:id="rId193"/>
    <p:sldId id="422" r:id="rId194"/>
    <p:sldId id="423" r:id="rId195"/>
    <p:sldId id="424" r:id="rId196"/>
    <p:sldId id="425" r:id="rId197"/>
    <p:sldId id="426" r:id="rId198"/>
    <p:sldId id="427" r:id="rId199"/>
    <p:sldId id="428" r:id="rId200"/>
    <p:sldId id="429" r:id="rId201"/>
    <p:sldId id="430" r:id="rId202"/>
    <p:sldId id="431" r:id="rId203"/>
    <p:sldId id="432" r:id="rId204"/>
    <p:sldId id="433" r:id="rId205"/>
    <p:sldId id="434" r:id="rId206"/>
    <p:sldId id="435" r:id="rId207"/>
    <p:sldId id="436" r:id="rId208"/>
    <p:sldId id="437" r:id="rId209"/>
    <p:sldId id="438" r:id="rId210"/>
    <p:sldId id="439" r:id="rId211"/>
    <p:sldId id="440" r:id="rId212"/>
    <p:sldId id="441" r:id="rId213"/>
    <p:sldId id="442" r:id="rId214"/>
    <p:sldId id="443" r:id="rId215"/>
    <p:sldId id="444" r:id="rId216"/>
    <p:sldId id="445" r:id="rId217"/>
    <p:sldId id="446" r:id="rId218"/>
    <p:sldId id="447" r:id="rId219"/>
    <p:sldId id="448" r:id="rId220"/>
    <p:sldId id="449" r:id="rId221"/>
    <p:sldId id="450" r:id="rId222"/>
    <p:sldId id="451" r:id="rId223"/>
    <p:sldId id="452" r:id="rId224"/>
    <p:sldId id="453" r:id="rId225"/>
    <p:sldId id="454" r:id="rId226"/>
    <p:sldId id="455" r:id="rId227"/>
    <p:sldId id="456" r:id="rId228"/>
    <p:sldId id="457" r:id="rId229"/>
    <p:sldId id="458" r:id="rId230"/>
    <p:sldId id="459" r:id="rId231"/>
    <p:sldId id="460" r:id="rId232"/>
    <p:sldId id="461" r:id="rId233"/>
    <p:sldId id="462" r:id="rId234"/>
    <p:sldId id="463" r:id="rId235"/>
    <p:sldId id="464" r:id="rId236"/>
    <p:sldId id="465" r:id="rId237"/>
    <p:sldId id="466" r:id="rId238"/>
    <p:sldId id="467" r:id="rId239"/>
    <p:sldId id="468" r:id="rId240"/>
    <p:sldId id="469" r:id="rId241"/>
    <p:sldId id="470" r:id="rId242"/>
    <p:sldId id="471" r:id="rId243"/>
    <p:sldId id="472" r:id="rId244"/>
    <p:sldId id="473" r:id="rId245"/>
    <p:sldId id="474" r:id="rId246"/>
    <p:sldId id="475" r:id="rId247"/>
    <p:sldId id="476" r:id="rId248"/>
    <p:sldId id="477" r:id="rId249"/>
    <p:sldId id="478" r:id="rId250"/>
    <p:sldId id="479" r:id="rId251"/>
    <p:sldId id="480" r:id="rId252"/>
    <p:sldId id="481" r:id="rId253"/>
    <p:sldId id="482" r:id="rId254"/>
    <p:sldId id="483" r:id="rId255"/>
    <p:sldId id="484" r:id="rId256"/>
    <p:sldId id="485" r:id="rId257"/>
    <p:sldId id="486" r:id="rId258"/>
    <p:sldId id="487" r:id="rId259"/>
    <p:sldId id="488" r:id="rId260"/>
    <p:sldId id="489" r:id="rId261"/>
    <p:sldId id="490" r:id="rId262"/>
    <p:sldId id="491" r:id="rId263"/>
    <p:sldId id="492" r:id="rId264"/>
    <p:sldId id="493" r:id="rId265"/>
    <p:sldId id="494" r:id="rId266"/>
    <p:sldId id="495" r:id="rId267"/>
    <p:sldId id="496" r:id="rId268"/>
    <p:sldId id="497" r:id="rId269"/>
    <p:sldId id="498" r:id="rId270"/>
    <p:sldId id="499" r:id="rId271"/>
    <p:sldId id="500" r:id="rId272"/>
    <p:sldId id="501" r:id="rId273"/>
    <p:sldId id="502" r:id="rId274"/>
    <p:sldId id="503" r:id="rId275"/>
    <p:sldId id="504" r:id="rId276"/>
    <p:sldId id="505" r:id="rId277"/>
    <p:sldId id="506" r:id="rId278"/>
    <p:sldId id="507" r:id="rId279"/>
    <p:sldId id="508" r:id="rId280"/>
    <p:sldId id="509" r:id="rId281"/>
    <p:sldId id="510" r:id="rId282"/>
    <p:sldId id="511" r:id="rId283"/>
    <p:sldId id="512" r:id="rId284"/>
    <p:sldId id="513" r:id="rId285"/>
    <p:sldId id="514" r:id="rId286"/>
    <p:sldId id="515" r:id="rId287"/>
    <p:sldId id="516" r:id="rId288"/>
    <p:sldId id="517" r:id="rId289"/>
    <p:sldId id="518" r:id="rId290"/>
    <p:sldId id="519" r:id="rId291"/>
    <p:sldId id="520" r:id="rId292"/>
    <p:sldId id="521" r:id="rId293"/>
    <p:sldId id="522" r:id="rId294"/>
    <p:sldId id="523" r:id="rId29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1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slide" Target="slides/slide9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2.xml"/><Relationship Id="rId40" Type="http://schemas.openxmlformats.org/officeDocument/2006/relationships/slide" Target="slides/slide13.xml"/><Relationship Id="rId41" Type="http://schemas.openxmlformats.org/officeDocument/2006/relationships/slide" Target="slides/slide14.xml"/><Relationship Id="rId42" Type="http://schemas.openxmlformats.org/officeDocument/2006/relationships/slide" Target="slides/slide15.xml"/><Relationship Id="rId43" Type="http://schemas.openxmlformats.org/officeDocument/2006/relationships/slide" Target="slides/slide16.xml"/><Relationship Id="rId44" Type="http://schemas.openxmlformats.org/officeDocument/2006/relationships/slide" Target="slides/slide17.xml"/><Relationship Id="rId45" Type="http://schemas.openxmlformats.org/officeDocument/2006/relationships/slide" Target="slides/slide18.xml"/><Relationship Id="rId46" Type="http://schemas.openxmlformats.org/officeDocument/2006/relationships/slide" Target="slides/slide19.xml"/><Relationship Id="rId47" Type="http://schemas.openxmlformats.org/officeDocument/2006/relationships/slide" Target="slides/slide20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Relationship Id="rId57" Type="http://schemas.openxmlformats.org/officeDocument/2006/relationships/slide" Target="slides/slide30.xml"/><Relationship Id="rId58" Type="http://schemas.openxmlformats.org/officeDocument/2006/relationships/slide" Target="slides/slide31.xml"/><Relationship Id="rId59" Type="http://schemas.openxmlformats.org/officeDocument/2006/relationships/slide" Target="slides/slide32.xml"/><Relationship Id="rId60" Type="http://schemas.openxmlformats.org/officeDocument/2006/relationships/slide" Target="slides/slide33.xml"/><Relationship Id="rId61" Type="http://schemas.openxmlformats.org/officeDocument/2006/relationships/slide" Target="slides/slide34.xml"/><Relationship Id="rId62" Type="http://schemas.openxmlformats.org/officeDocument/2006/relationships/slide" Target="slides/slide35.xml"/><Relationship Id="rId63" Type="http://schemas.openxmlformats.org/officeDocument/2006/relationships/slide" Target="slides/slide36.xml"/><Relationship Id="rId64" Type="http://schemas.openxmlformats.org/officeDocument/2006/relationships/slide" Target="slides/slide37.xml"/><Relationship Id="rId65" Type="http://schemas.openxmlformats.org/officeDocument/2006/relationships/slide" Target="slides/slide38.xml"/><Relationship Id="rId66" Type="http://schemas.openxmlformats.org/officeDocument/2006/relationships/slide" Target="slides/slide39.xml"/><Relationship Id="rId67" Type="http://schemas.openxmlformats.org/officeDocument/2006/relationships/slide" Target="slides/slide40.xml"/><Relationship Id="rId68" Type="http://schemas.openxmlformats.org/officeDocument/2006/relationships/slide" Target="slides/slide41.xml"/><Relationship Id="rId69" Type="http://schemas.openxmlformats.org/officeDocument/2006/relationships/slide" Target="slides/slide42.xml"/><Relationship Id="rId70" Type="http://schemas.openxmlformats.org/officeDocument/2006/relationships/slide" Target="slides/slide43.xml"/><Relationship Id="rId71" Type="http://schemas.openxmlformats.org/officeDocument/2006/relationships/slide" Target="slides/slide44.xml"/><Relationship Id="rId72" Type="http://schemas.openxmlformats.org/officeDocument/2006/relationships/slide" Target="slides/slide45.xml"/><Relationship Id="rId73" Type="http://schemas.openxmlformats.org/officeDocument/2006/relationships/slide" Target="slides/slide46.xml"/><Relationship Id="rId74" Type="http://schemas.openxmlformats.org/officeDocument/2006/relationships/slide" Target="slides/slide47.xml"/><Relationship Id="rId75" Type="http://schemas.openxmlformats.org/officeDocument/2006/relationships/slide" Target="slides/slide48.xml"/><Relationship Id="rId76" Type="http://schemas.openxmlformats.org/officeDocument/2006/relationships/slide" Target="slides/slide49.xml"/><Relationship Id="rId77" Type="http://schemas.openxmlformats.org/officeDocument/2006/relationships/slide" Target="slides/slide50.xml"/><Relationship Id="rId78" Type="http://schemas.openxmlformats.org/officeDocument/2006/relationships/slide" Target="slides/slide51.xml"/><Relationship Id="rId79" Type="http://schemas.openxmlformats.org/officeDocument/2006/relationships/slide" Target="slides/slide52.xml"/><Relationship Id="rId80" Type="http://schemas.openxmlformats.org/officeDocument/2006/relationships/slide" Target="slides/slide53.xml"/><Relationship Id="rId81" Type="http://schemas.openxmlformats.org/officeDocument/2006/relationships/slide" Target="slides/slide54.xml"/><Relationship Id="rId82" Type="http://schemas.openxmlformats.org/officeDocument/2006/relationships/slide" Target="slides/slide55.xml"/><Relationship Id="rId83" Type="http://schemas.openxmlformats.org/officeDocument/2006/relationships/slide" Target="slides/slide56.xml"/><Relationship Id="rId84" Type="http://schemas.openxmlformats.org/officeDocument/2006/relationships/slide" Target="slides/slide57.xml"/><Relationship Id="rId85" Type="http://schemas.openxmlformats.org/officeDocument/2006/relationships/slide" Target="slides/slide58.xml"/><Relationship Id="rId86" Type="http://schemas.openxmlformats.org/officeDocument/2006/relationships/slide" Target="slides/slide59.xml"/><Relationship Id="rId87" Type="http://schemas.openxmlformats.org/officeDocument/2006/relationships/slide" Target="slides/slide60.xml"/><Relationship Id="rId88" Type="http://schemas.openxmlformats.org/officeDocument/2006/relationships/slide" Target="slides/slide61.xml"/><Relationship Id="rId89" Type="http://schemas.openxmlformats.org/officeDocument/2006/relationships/slide" Target="slides/slide62.xml"/><Relationship Id="rId90" Type="http://schemas.openxmlformats.org/officeDocument/2006/relationships/slide" Target="slides/slide63.xml"/><Relationship Id="rId91" Type="http://schemas.openxmlformats.org/officeDocument/2006/relationships/slide" Target="slides/slide64.xml"/><Relationship Id="rId92" Type="http://schemas.openxmlformats.org/officeDocument/2006/relationships/slide" Target="slides/slide65.xml"/><Relationship Id="rId93" Type="http://schemas.openxmlformats.org/officeDocument/2006/relationships/slide" Target="slides/slide66.xml"/><Relationship Id="rId94" Type="http://schemas.openxmlformats.org/officeDocument/2006/relationships/slide" Target="slides/slide67.xml"/><Relationship Id="rId95" Type="http://schemas.openxmlformats.org/officeDocument/2006/relationships/slide" Target="slides/slide68.xml"/><Relationship Id="rId96" Type="http://schemas.openxmlformats.org/officeDocument/2006/relationships/slide" Target="slides/slide69.xml"/><Relationship Id="rId97" Type="http://schemas.openxmlformats.org/officeDocument/2006/relationships/slide" Target="slides/slide70.xml"/><Relationship Id="rId98" Type="http://schemas.openxmlformats.org/officeDocument/2006/relationships/slide" Target="slides/slide71.xml"/><Relationship Id="rId99" Type="http://schemas.openxmlformats.org/officeDocument/2006/relationships/slide" Target="slides/slide72.xml"/><Relationship Id="rId100" Type="http://schemas.openxmlformats.org/officeDocument/2006/relationships/slide" Target="slides/slide73.xml"/><Relationship Id="rId101" Type="http://schemas.openxmlformats.org/officeDocument/2006/relationships/slide" Target="slides/slide74.xml"/><Relationship Id="rId102" Type="http://schemas.openxmlformats.org/officeDocument/2006/relationships/slide" Target="slides/slide75.xml"/><Relationship Id="rId103" Type="http://schemas.openxmlformats.org/officeDocument/2006/relationships/slide" Target="slides/slide76.xml"/><Relationship Id="rId104" Type="http://schemas.openxmlformats.org/officeDocument/2006/relationships/slide" Target="slides/slide77.xml"/><Relationship Id="rId105" Type="http://schemas.openxmlformats.org/officeDocument/2006/relationships/slide" Target="slides/slide78.xml"/><Relationship Id="rId106" Type="http://schemas.openxmlformats.org/officeDocument/2006/relationships/slide" Target="slides/slide79.xml"/><Relationship Id="rId107" Type="http://schemas.openxmlformats.org/officeDocument/2006/relationships/slide" Target="slides/slide80.xml"/><Relationship Id="rId108" Type="http://schemas.openxmlformats.org/officeDocument/2006/relationships/slide" Target="slides/slide81.xml"/><Relationship Id="rId109" Type="http://schemas.openxmlformats.org/officeDocument/2006/relationships/slide" Target="slides/slide82.xml"/><Relationship Id="rId110" Type="http://schemas.openxmlformats.org/officeDocument/2006/relationships/slide" Target="slides/slide83.xml"/><Relationship Id="rId111" Type="http://schemas.openxmlformats.org/officeDocument/2006/relationships/slide" Target="slides/slide84.xml"/><Relationship Id="rId112" Type="http://schemas.openxmlformats.org/officeDocument/2006/relationships/slide" Target="slides/slide85.xml"/><Relationship Id="rId113" Type="http://schemas.openxmlformats.org/officeDocument/2006/relationships/slide" Target="slides/slide86.xml"/><Relationship Id="rId114" Type="http://schemas.openxmlformats.org/officeDocument/2006/relationships/slide" Target="slides/slide87.xml"/><Relationship Id="rId115" Type="http://schemas.openxmlformats.org/officeDocument/2006/relationships/slide" Target="slides/slide88.xml"/><Relationship Id="rId116" Type="http://schemas.openxmlformats.org/officeDocument/2006/relationships/slide" Target="slides/slide89.xml"/><Relationship Id="rId117" Type="http://schemas.openxmlformats.org/officeDocument/2006/relationships/slide" Target="slides/slide90.xml"/><Relationship Id="rId118" Type="http://schemas.openxmlformats.org/officeDocument/2006/relationships/slide" Target="slides/slide91.xml"/><Relationship Id="rId119" Type="http://schemas.openxmlformats.org/officeDocument/2006/relationships/slide" Target="slides/slide92.xml"/><Relationship Id="rId120" Type="http://schemas.openxmlformats.org/officeDocument/2006/relationships/slide" Target="slides/slide93.xml"/><Relationship Id="rId121" Type="http://schemas.openxmlformats.org/officeDocument/2006/relationships/slide" Target="slides/slide94.xml"/><Relationship Id="rId122" Type="http://schemas.openxmlformats.org/officeDocument/2006/relationships/slide" Target="slides/slide95.xml"/><Relationship Id="rId123" Type="http://schemas.openxmlformats.org/officeDocument/2006/relationships/slide" Target="slides/slide96.xml"/><Relationship Id="rId124" Type="http://schemas.openxmlformats.org/officeDocument/2006/relationships/slide" Target="slides/slide97.xml"/><Relationship Id="rId125" Type="http://schemas.openxmlformats.org/officeDocument/2006/relationships/slide" Target="slides/slide98.xml"/><Relationship Id="rId126" Type="http://schemas.openxmlformats.org/officeDocument/2006/relationships/slide" Target="slides/slide99.xml"/><Relationship Id="rId127" Type="http://schemas.openxmlformats.org/officeDocument/2006/relationships/slide" Target="slides/slide100.xml"/><Relationship Id="rId128" Type="http://schemas.openxmlformats.org/officeDocument/2006/relationships/slide" Target="slides/slide101.xml"/><Relationship Id="rId129" Type="http://schemas.openxmlformats.org/officeDocument/2006/relationships/slide" Target="slides/slide102.xml"/><Relationship Id="rId130" Type="http://schemas.openxmlformats.org/officeDocument/2006/relationships/slide" Target="slides/slide103.xml"/><Relationship Id="rId131" Type="http://schemas.openxmlformats.org/officeDocument/2006/relationships/slide" Target="slides/slide104.xml"/><Relationship Id="rId132" Type="http://schemas.openxmlformats.org/officeDocument/2006/relationships/slide" Target="slides/slide105.xml"/><Relationship Id="rId133" Type="http://schemas.openxmlformats.org/officeDocument/2006/relationships/slide" Target="slides/slide106.xml"/><Relationship Id="rId134" Type="http://schemas.openxmlformats.org/officeDocument/2006/relationships/slide" Target="slides/slide107.xml"/><Relationship Id="rId135" Type="http://schemas.openxmlformats.org/officeDocument/2006/relationships/slide" Target="slides/slide108.xml"/><Relationship Id="rId136" Type="http://schemas.openxmlformats.org/officeDocument/2006/relationships/slide" Target="slides/slide109.xml"/><Relationship Id="rId137" Type="http://schemas.openxmlformats.org/officeDocument/2006/relationships/slide" Target="slides/slide110.xml"/><Relationship Id="rId138" Type="http://schemas.openxmlformats.org/officeDocument/2006/relationships/slide" Target="slides/slide111.xml"/><Relationship Id="rId139" Type="http://schemas.openxmlformats.org/officeDocument/2006/relationships/slide" Target="slides/slide112.xml"/><Relationship Id="rId140" Type="http://schemas.openxmlformats.org/officeDocument/2006/relationships/slide" Target="slides/slide113.xml"/><Relationship Id="rId141" Type="http://schemas.openxmlformats.org/officeDocument/2006/relationships/slide" Target="slides/slide114.xml"/><Relationship Id="rId142" Type="http://schemas.openxmlformats.org/officeDocument/2006/relationships/slide" Target="slides/slide115.xml"/><Relationship Id="rId143" Type="http://schemas.openxmlformats.org/officeDocument/2006/relationships/slide" Target="slides/slide116.xml"/><Relationship Id="rId144" Type="http://schemas.openxmlformats.org/officeDocument/2006/relationships/slide" Target="slides/slide117.xml"/><Relationship Id="rId145" Type="http://schemas.openxmlformats.org/officeDocument/2006/relationships/slide" Target="slides/slide118.xml"/><Relationship Id="rId146" Type="http://schemas.openxmlformats.org/officeDocument/2006/relationships/slide" Target="slides/slide119.xml"/><Relationship Id="rId147" Type="http://schemas.openxmlformats.org/officeDocument/2006/relationships/slide" Target="slides/slide120.xml"/><Relationship Id="rId148" Type="http://schemas.openxmlformats.org/officeDocument/2006/relationships/slide" Target="slides/slide121.xml"/><Relationship Id="rId149" Type="http://schemas.openxmlformats.org/officeDocument/2006/relationships/slide" Target="slides/slide122.xml"/><Relationship Id="rId150" Type="http://schemas.openxmlformats.org/officeDocument/2006/relationships/slide" Target="slides/slide123.xml"/><Relationship Id="rId151" Type="http://schemas.openxmlformats.org/officeDocument/2006/relationships/slide" Target="slides/slide124.xml"/><Relationship Id="rId152" Type="http://schemas.openxmlformats.org/officeDocument/2006/relationships/slide" Target="slides/slide125.xml"/><Relationship Id="rId153" Type="http://schemas.openxmlformats.org/officeDocument/2006/relationships/slide" Target="slides/slide126.xml"/><Relationship Id="rId154" Type="http://schemas.openxmlformats.org/officeDocument/2006/relationships/slide" Target="slides/slide127.xml"/><Relationship Id="rId155" Type="http://schemas.openxmlformats.org/officeDocument/2006/relationships/slide" Target="slides/slide128.xml"/><Relationship Id="rId156" Type="http://schemas.openxmlformats.org/officeDocument/2006/relationships/slide" Target="slides/slide129.xml"/><Relationship Id="rId157" Type="http://schemas.openxmlformats.org/officeDocument/2006/relationships/slide" Target="slides/slide130.xml"/><Relationship Id="rId158" Type="http://schemas.openxmlformats.org/officeDocument/2006/relationships/slide" Target="slides/slide131.xml"/><Relationship Id="rId159" Type="http://schemas.openxmlformats.org/officeDocument/2006/relationships/slide" Target="slides/slide132.xml"/><Relationship Id="rId160" Type="http://schemas.openxmlformats.org/officeDocument/2006/relationships/slide" Target="slides/slide133.xml"/><Relationship Id="rId161" Type="http://schemas.openxmlformats.org/officeDocument/2006/relationships/slide" Target="slides/slide134.xml"/><Relationship Id="rId162" Type="http://schemas.openxmlformats.org/officeDocument/2006/relationships/slide" Target="slides/slide135.xml"/><Relationship Id="rId163" Type="http://schemas.openxmlformats.org/officeDocument/2006/relationships/slide" Target="slides/slide136.xml"/><Relationship Id="rId164" Type="http://schemas.openxmlformats.org/officeDocument/2006/relationships/slide" Target="slides/slide137.xml"/><Relationship Id="rId165" Type="http://schemas.openxmlformats.org/officeDocument/2006/relationships/slide" Target="slides/slide138.xml"/><Relationship Id="rId166" Type="http://schemas.openxmlformats.org/officeDocument/2006/relationships/slide" Target="slides/slide139.xml"/><Relationship Id="rId167" Type="http://schemas.openxmlformats.org/officeDocument/2006/relationships/slide" Target="slides/slide140.xml"/><Relationship Id="rId168" Type="http://schemas.openxmlformats.org/officeDocument/2006/relationships/slide" Target="slides/slide141.xml"/><Relationship Id="rId169" Type="http://schemas.openxmlformats.org/officeDocument/2006/relationships/slide" Target="slides/slide142.xml"/><Relationship Id="rId170" Type="http://schemas.openxmlformats.org/officeDocument/2006/relationships/slide" Target="slides/slide143.xml"/><Relationship Id="rId171" Type="http://schemas.openxmlformats.org/officeDocument/2006/relationships/slide" Target="slides/slide144.xml"/><Relationship Id="rId172" Type="http://schemas.openxmlformats.org/officeDocument/2006/relationships/slide" Target="slides/slide145.xml"/><Relationship Id="rId173" Type="http://schemas.openxmlformats.org/officeDocument/2006/relationships/slide" Target="slides/slide146.xml"/><Relationship Id="rId174" Type="http://schemas.openxmlformats.org/officeDocument/2006/relationships/slide" Target="slides/slide147.xml"/><Relationship Id="rId175" Type="http://schemas.openxmlformats.org/officeDocument/2006/relationships/slide" Target="slides/slide148.xml"/><Relationship Id="rId176" Type="http://schemas.openxmlformats.org/officeDocument/2006/relationships/slide" Target="slides/slide149.xml"/><Relationship Id="rId177" Type="http://schemas.openxmlformats.org/officeDocument/2006/relationships/slide" Target="slides/slide150.xml"/><Relationship Id="rId178" Type="http://schemas.openxmlformats.org/officeDocument/2006/relationships/slide" Target="slides/slide151.xml"/><Relationship Id="rId179" Type="http://schemas.openxmlformats.org/officeDocument/2006/relationships/slide" Target="slides/slide152.xml"/><Relationship Id="rId180" Type="http://schemas.openxmlformats.org/officeDocument/2006/relationships/slide" Target="slides/slide153.xml"/><Relationship Id="rId181" Type="http://schemas.openxmlformats.org/officeDocument/2006/relationships/slide" Target="slides/slide154.xml"/><Relationship Id="rId182" Type="http://schemas.openxmlformats.org/officeDocument/2006/relationships/slide" Target="slides/slide155.xml"/><Relationship Id="rId183" Type="http://schemas.openxmlformats.org/officeDocument/2006/relationships/slide" Target="slides/slide156.xml"/><Relationship Id="rId184" Type="http://schemas.openxmlformats.org/officeDocument/2006/relationships/slide" Target="slides/slide157.xml"/><Relationship Id="rId185" Type="http://schemas.openxmlformats.org/officeDocument/2006/relationships/slide" Target="slides/slide158.xml"/><Relationship Id="rId186" Type="http://schemas.openxmlformats.org/officeDocument/2006/relationships/slide" Target="slides/slide159.xml"/><Relationship Id="rId187" Type="http://schemas.openxmlformats.org/officeDocument/2006/relationships/slide" Target="slides/slide160.xml"/><Relationship Id="rId188" Type="http://schemas.openxmlformats.org/officeDocument/2006/relationships/slide" Target="slides/slide161.xml"/><Relationship Id="rId189" Type="http://schemas.openxmlformats.org/officeDocument/2006/relationships/slide" Target="slides/slide162.xml"/><Relationship Id="rId190" Type="http://schemas.openxmlformats.org/officeDocument/2006/relationships/slide" Target="slides/slide163.xml"/><Relationship Id="rId191" Type="http://schemas.openxmlformats.org/officeDocument/2006/relationships/slide" Target="slides/slide164.xml"/><Relationship Id="rId192" Type="http://schemas.openxmlformats.org/officeDocument/2006/relationships/slide" Target="slides/slide165.xml"/><Relationship Id="rId193" Type="http://schemas.openxmlformats.org/officeDocument/2006/relationships/slide" Target="slides/slide166.xml"/><Relationship Id="rId194" Type="http://schemas.openxmlformats.org/officeDocument/2006/relationships/slide" Target="slides/slide167.xml"/><Relationship Id="rId195" Type="http://schemas.openxmlformats.org/officeDocument/2006/relationships/slide" Target="slides/slide168.xml"/><Relationship Id="rId196" Type="http://schemas.openxmlformats.org/officeDocument/2006/relationships/slide" Target="slides/slide169.xml"/><Relationship Id="rId197" Type="http://schemas.openxmlformats.org/officeDocument/2006/relationships/slide" Target="slides/slide170.xml"/><Relationship Id="rId198" Type="http://schemas.openxmlformats.org/officeDocument/2006/relationships/slide" Target="slides/slide171.xml"/><Relationship Id="rId199" Type="http://schemas.openxmlformats.org/officeDocument/2006/relationships/slide" Target="slides/slide172.xml"/><Relationship Id="rId200" Type="http://schemas.openxmlformats.org/officeDocument/2006/relationships/slide" Target="slides/slide173.xml"/><Relationship Id="rId201" Type="http://schemas.openxmlformats.org/officeDocument/2006/relationships/slide" Target="slides/slide174.xml"/><Relationship Id="rId202" Type="http://schemas.openxmlformats.org/officeDocument/2006/relationships/slide" Target="slides/slide175.xml"/><Relationship Id="rId203" Type="http://schemas.openxmlformats.org/officeDocument/2006/relationships/slide" Target="slides/slide176.xml"/><Relationship Id="rId204" Type="http://schemas.openxmlformats.org/officeDocument/2006/relationships/slide" Target="slides/slide177.xml"/><Relationship Id="rId205" Type="http://schemas.openxmlformats.org/officeDocument/2006/relationships/slide" Target="slides/slide178.xml"/><Relationship Id="rId206" Type="http://schemas.openxmlformats.org/officeDocument/2006/relationships/slide" Target="slides/slide179.xml"/><Relationship Id="rId207" Type="http://schemas.openxmlformats.org/officeDocument/2006/relationships/slide" Target="slides/slide180.xml"/><Relationship Id="rId208" Type="http://schemas.openxmlformats.org/officeDocument/2006/relationships/slide" Target="slides/slide181.xml"/><Relationship Id="rId209" Type="http://schemas.openxmlformats.org/officeDocument/2006/relationships/slide" Target="slides/slide182.xml"/><Relationship Id="rId210" Type="http://schemas.openxmlformats.org/officeDocument/2006/relationships/slide" Target="slides/slide183.xml"/><Relationship Id="rId211" Type="http://schemas.openxmlformats.org/officeDocument/2006/relationships/slide" Target="slides/slide184.xml"/><Relationship Id="rId212" Type="http://schemas.openxmlformats.org/officeDocument/2006/relationships/slide" Target="slides/slide185.xml"/><Relationship Id="rId213" Type="http://schemas.openxmlformats.org/officeDocument/2006/relationships/slide" Target="slides/slide186.xml"/><Relationship Id="rId214" Type="http://schemas.openxmlformats.org/officeDocument/2006/relationships/slide" Target="slides/slide187.xml"/><Relationship Id="rId215" Type="http://schemas.openxmlformats.org/officeDocument/2006/relationships/slide" Target="slides/slide188.xml"/><Relationship Id="rId216" Type="http://schemas.openxmlformats.org/officeDocument/2006/relationships/slide" Target="slides/slide189.xml"/><Relationship Id="rId217" Type="http://schemas.openxmlformats.org/officeDocument/2006/relationships/slide" Target="slides/slide190.xml"/><Relationship Id="rId218" Type="http://schemas.openxmlformats.org/officeDocument/2006/relationships/slide" Target="slides/slide191.xml"/><Relationship Id="rId219" Type="http://schemas.openxmlformats.org/officeDocument/2006/relationships/slide" Target="slides/slide192.xml"/><Relationship Id="rId220" Type="http://schemas.openxmlformats.org/officeDocument/2006/relationships/slide" Target="slides/slide193.xml"/><Relationship Id="rId221" Type="http://schemas.openxmlformats.org/officeDocument/2006/relationships/slide" Target="slides/slide194.xml"/><Relationship Id="rId222" Type="http://schemas.openxmlformats.org/officeDocument/2006/relationships/slide" Target="slides/slide195.xml"/><Relationship Id="rId223" Type="http://schemas.openxmlformats.org/officeDocument/2006/relationships/slide" Target="slides/slide196.xml"/><Relationship Id="rId224" Type="http://schemas.openxmlformats.org/officeDocument/2006/relationships/slide" Target="slides/slide197.xml"/><Relationship Id="rId225" Type="http://schemas.openxmlformats.org/officeDocument/2006/relationships/slide" Target="slides/slide198.xml"/><Relationship Id="rId226" Type="http://schemas.openxmlformats.org/officeDocument/2006/relationships/slide" Target="slides/slide199.xml"/><Relationship Id="rId227" Type="http://schemas.openxmlformats.org/officeDocument/2006/relationships/slide" Target="slides/slide200.xml"/><Relationship Id="rId228" Type="http://schemas.openxmlformats.org/officeDocument/2006/relationships/slide" Target="slides/slide201.xml"/><Relationship Id="rId229" Type="http://schemas.openxmlformats.org/officeDocument/2006/relationships/slide" Target="slides/slide202.xml"/><Relationship Id="rId230" Type="http://schemas.openxmlformats.org/officeDocument/2006/relationships/slide" Target="slides/slide203.xml"/><Relationship Id="rId231" Type="http://schemas.openxmlformats.org/officeDocument/2006/relationships/slide" Target="slides/slide204.xml"/><Relationship Id="rId232" Type="http://schemas.openxmlformats.org/officeDocument/2006/relationships/slide" Target="slides/slide205.xml"/><Relationship Id="rId233" Type="http://schemas.openxmlformats.org/officeDocument/2006/relationships/slide" Target="slides/slide206.xml"/><Relationship Id="rId234" Type="http://schemas.openxmlformats.org/officeDocument/2006/relationships/slide" Target="slides/slide207.xml"/><Relationship Id="rId235" Type="http://schemas.openxmlformats.org/officeDocument/2006/relationships/slide" Target="slides/slide208.xml"/><Relationship Id="rId236" Type="http://schemas.openxmlformats.org/officeDocument/2006/relationships/slide" Target="slides/slide209.xml"/><Relationship Id="rId237" Type="http://schemas.openxmlformats.org/officeDocument/2006/relationships/slide" Target="slides/slide210.xml"/><Relationship Id="rId238" Type="http://schemas.openxmlformats.org/officeDocument/2006/relationships/slide" Target="slides/slide211.xml"/><Relationship Id="rId239" Type="http://schemas.openxmlformats.org/officeDocument/2006/relationships/slide" Target="slides/slide212.xml"/><Relationship Id="rId240" Type="http://schemas.openxmlformats.org/officeDocument/2006/relationships/slide" Target="slides/slide213.xml"/><Relationship Id="rId241" Type="http://schemas.openxmlformats.org/officeDocument/2006/relationships/slide" Target="slides/slide214.xml"/><Relationship Id="rId242" Type="http://schemas.openxmlformats.org/officeDocument/2006/relationships/slide" Target="slides/slide215.xml"/><Relationship Id="rId243" Type="http://schemas.openxmlformats.org/officeDocument/2006/relationships/slide" Target="slides/slide216.xml"/><Relationship Id="rId244" Type="http://schemas.openxmlformats.org/officeDocument/2006/relationships/slide" Target="slides/slide217.xml"/><Relationship Id="rId245" Type="http://schemas.openxmlformats.org/officeDocument/2006/relationships/slide" Target="slides/slide218.xml"/><Relationship Id="rId246" Type="http://schemas.openxmlformats.org/officeDocument/2006/relationships/slide" Target="slides/slide219.xml"/><Relationship Id="rId247" Type="http://schemas.openxmlformats.org/officeDocument/2006/relationships/slide" Target="slides/slide220.xml"/><Relationship Id="rId248" Type="http://schemas.openxmlformats.org/officeDocument/2006/relationships/slide" Target="slides/slide221.xml"/><Relationship Id="rId249" Type="http://schemas.openxmlformats.org/officeDocument/2006/relationships/slide" Target="slides/slide222.xml"/><Relationship Id="rId250" Type="http://schemas.openxmlformats.org/officeDocument/2006/relationships/slide" Target="slides/slide223.xml"/><Relationship Id="rId251" Type="http://schemas.openxmlformats.org/officeDocument/2006/relationships/slide" Target="slides/slide224.xml"/><Relationship Id="rId252" Type="http://schemas.openxmlformats.org/officeDocument/2006/relationships/slide" Target="slides/slide225.xml"/><Relationship Id="rId253" Type="http://schemas.openxmlformats.org/officeDocument/2006/relationships/slide" Target="slides/slide226.xml"/><Relationship Id="rId254" Type="http://schemas.openxmlformats.org/officeDocument/2006/relationships/slide" Target="slides/slide227.xml"/><Relationship Id="rId255" Type="http://schemas.openxmlformats.org/officeDocument/2006/relationships/slide" Target="slides/slide228.xml"/><Relationship Id="rId256" Type="http://schemas.openxmlformats.org/officeDocument/2006/relationships/slide" Target="slides/slide229.xml"/><Relationship Id="rId257" Type="http://schemas.openxmlformats.org/officeDocument/2006/relationships/slide" Target="slides/slide230.xml"/><Relationship Id="rId258" Type="http://schemas.openxmlformats.org/officeDocument/2006/relationships/slide" Target="slides/slide231.xml"/><Relationship Id="rId259" Type="http://schemas.openxmlformats.org/officeDocument/2006/relationships/slide" Target="slides/slide232.xml"/><Relationship Id="rId260" Type="http://schemas.openxmlformats.org/officeDocument/2006/relationships/slide" Target="slides/slide233.xml"/><Relationship Id="rId261" Type="http://schemas.openxmlformats.org/officeDocument/2006/relationships/slide" Target="slides/slide234.xml"/><Relationship Id="rId262" Type="http://schemas.openxmlformats.org/officeDocument/2006/relationships/slide" Target="slides/slide235.xml"/><Relationship Id="rId263" Type="http://schemas.openxmlformats.org/officeDocument/2006/relationships/slide" Target="slides/slide236.xml"/><Relationship Id="rId264" Type="http://schemas.openxmlformats.org/officeDocument/2006/relationships/slide" Target="slides/slide237.xml"/><Relationship Id="rId265" Type="http://schemas.openxmlformats.org/officeDocument/2006/relationships/slide" Target="slides/slide238.xml"/><Relationship Id="rId266" Type="http://schemas.openxmlformats.org/officeDocument/2006/relationships/slide" Target="slides/slide239.xml"/><Relationship Id="rId267" Type="http://schemas.openxmlformats.org/officeDocument/2006/relationships/slide" Target="slides/slide240.xml"/><Relationship Id="rId268" Type="http://schemas.openxmlformats.org/officeDocument/2006/relationships/slide" Target="slides/slide241.xml"/><Relationship Id="rId269" Type="http://schemas.openxmlformats.org/officeDocument/2006/relationships/slide" Target="slides/slide242.xml"/><Relationship Id="rId270" Type="http://schemas.openxmlformats.org/officeDocument/2006/relationships/slide" Target="slides/slide243.xml"/><Relationship Id="rId271" Type="http://schemas.openxmlformats.org/officeDocument/2006/relationships/slide" Target="slides/slide244.xml"/><Relationship Id="rId272" Type="http://schemas.openxmlformats.org/officeDocument/2006/relationships/slide" Target="slides/slide245.xml"/><Relationship Id="rId273" Type="http://schemas.openxmlformats.org/officeDocument/2006/relationships/slide" Target="slides/slide246.xml"/><Relationship Id="rId274" Type="http://schemas.openxmlformats.org/officeDocument/2006/relationships/slide" Target="slides/slide247.xml"/><Relationship Id="rId275" Type="http://schemas.openxmlformats.org/officeDocument/2006/relationships/slide" Target="slides/slide248.xml"/><Relationship Id="rId276" Type="http://schemas.openxmlformats.org/officeDocument/2006/relationships/slide" Target="slides/slide249.xml"/><Relationship Id="rId277" Type="http://schemas.openxmlformats.org/officeDocument/2006/relationships/slide" Target="slides/slide250.xml"/><Relationship Id="rId278" Type="http://schemas.openxmlformats.org/officeDocument/2006/relationships/slide" Target="slides/slide251.xml"/><Relationship Id="rId279" Type="http://schemas.openxmlformats.org/officeDocument/2006/relationships/slide" Target="slides/slide252.xml"/><Relationship Id="rId280" Type="http://schemas.openxmlformats.org/officeDocument/2006/relationships/slide" Target="slides/slide253.xml"/><Relationship Id="rId281" Type="http://schemas.openxmlformats.org/officeDocument/2006/relationships/slide" Target="slides/slide254.xml"/><Relationship Id="rId282" Type="http://schemas.openxmlformats.org/officeDocument/2006/relationships/slide" Target="slides/slide255.xml"/><Relationship Id="rId283" Type="http://schemas.openxmlformats.org/officeDocument/2006/relationships/slide" Target="slides/slide256.xml"/><Relationship Id="rId284" Type="http://schemas.openxmlformats.org/officeDocument/2006/relationships/slide" Target="slides/slide257.xml"/><Relationship Id="rId285" Type="http://schemas.openxmlformats.org/officeDocument/2006/relationships/slide" Target="slides/slide258.xml"/><Relationship Id="rId286" Type="http://schemas.openxmlformats.org/officeDocument/2006/relationships/slide" Target="slides/slide259.xml"/><Relationship Id="rId287" Type="http://schemas.openxmlformats.org/officeDocument/2006/relationships/slide" Target="slides/slide260.xml"/><Relationship Id="rId288" Type="http://schemas.openxmlformats.org/officeDocument/2006/relationships/slide" Target="slides/slide261.xml"/><Relationship Id="rId289" Type="http://schemas.openxmlformats.org/officeDocument/2006/relationships/slide" Target="slides/slide262.xml"/><Relationship Id="rId290" Type="http://schemas.openxmlformats.org/officeDocument/2006/relationships/slide" Target="slides/slide263.xml"/><Relationship Id="rId291" Type="http://schemas.openxmlformats.org/officeDocument/2006/relationships/slide" Target="slides/slide264.xml"/><Relationship Id="rId292" Type="http://schemas.openxmlformats.org/officeDocument/2006/relationships/slide" Target="slides/slide265.xml"/><Relationship Id="rId293" Type="http://schemas.openxmlformats.org/officeDocument/2006/relationships/slide" Target="slides/slide266.xml"/><Relationship Id="rId294" Type="http://schemas.openxmlformats.org/officeDocument/2006/relationships/slide" Target="slides/slide267.xml"/><Relationship Id="rId295" Type="http://schemas.openxmlformats.org/officeDocument/2006/relationships/slide" Target="slides/slide268.xml"/><Relationship Id="rId296" Type="http://schemas.openxmlformats.org/officeDocument/2006/relationships/presProps" Target="presProps.xml"/>
</Relationships>
</file>

<file path=ppt/diagrams/_rels/data2.xml.rels><?xml version="1.0" encoding="UTF-8"?>
<Relationships xmlns="http://schemas.openxmlformats.org/package/2006/relationships"><Relationship Id="rId1" Type="http://schemas.openxmlformats.org/officeDocument/2006/relationships/image" Target="../media/OOXDiagramDataRels2_0.png"/><Relationship Id="rId2" Type="http://schemas.openxmlformats.org/officeDocument/2006/relationships/image" Target="../media/OOXDiagramDataRels2_1.svg"/><Relationship Id="rId3" Type="http://schemas.openxmlformats.org/officeDocument/2006/relationships/image" Target="../media/OOXDiagramDataRels2_2.png"/><Relationship Id="rId4" Type="http://schemas.openxmlformats.org/officeDocument/2006/relationships/image" Target="../media/OOXDiagramDataRels2_3.svg"/><Relationship Id="rId5" Type="http://schemas.openxmlformats.org/officeDocument/2006/relationships/image" Target="../media/OOXDiagramDataRels2_4.png"/><Relationship Id="rId6" Type="http://schemas.openxmlformats.org/officeDocument/2006/relationships/image" Target="../media/OOXDiagramDataRels2_5.svg"/><Relationship Id="rId7" Type="http://schemas.openxmlformats.org/officeDocument/2006/relationships/image" Target="../media/OOXDiagramDataRels2_6.png"/><Relationship Id="rId8" Type="http://schemas.openxmlformats.org/officeDocument/2006/relationships/image" Target="../media/OOXDiagramDataRels2_7.svg"/>
</Relationships>
</file>

<file path=ppt/diagrams/_rels/data8.xml.rels><?xml version="1.0" encoding="UTF-8"?>
<Relationships xmlns="http://schemas.openxmlformats.org/package/2006/relationships"><Relationship Id="rId1" Type="http://schemas.openxmlformats.org/officeDocument/2006/relationships/image" Target="../media/OOXDiagramDataRels8_0.png"/><Relationship Id="rId2" Type="http://schemas.openxmlformats.org/officeDocument/2006/relationships/image" Target="../media/OOXDiagramDataRels8_1.svg"/><Relationship Id="rId3" Type="http://schemas.openxmlformats.org/officeDocument/2006/relationships/image" Target="../media/OOXDiagramDataRels8_2.png"/><Relationship Id="rId4" Type="http://schemas.openxmlformats.org/officeDocument/2006/relationships/image" Target="../media/OOXDiagramDataRels8_3.svg"/><Relationship Id="rId5" Type="http://schemas.openxmlformats.org/officeDocument/2006/relationships/image" Target="../media/OOXDiagramDataRels8_4.png"/><Relationship Id="rId6" Type="http://schemas.openxmlformats.org/officeDocument/2006/relationships/image" Target="../media/OOXDiagramDataRels8_5.svg"/><Relationship Id="rId7" Type="http://schemas.openxmlformats.org/officeDocument/2006/relationships/image" Target="../media/OOXDiagramDataRels8_6.png"/><Relationship Id="rId8" Type="http://schemas.openxmlformats.org/officeDocument/2006/relationships/image" Target="../media/OOXDiagramDataRels8_7.svg"/>
</Relationships>
</file>

<file path=ppt/diagrams/_rels/drawing2.xml.rels><?xml version="1.0" encoding="UTF-8"?>
<Relationships xmlns="http://schemas.openxmlformats.org/package/2006/relationships"><Relationship Id="rId1" Type="http://schemas.openxmlformats.org/officeDocument/2006/relationships/image" Target="../media/OOXDiagramDrawingRels2_0.png"/><Relationship Id="rId2" Type="http://schemas.openxmlformats.org/officeDocument/2006/relationships/image" Target="../media/OOXDiagramDrawingRels2_1.svg"/><Relationship Id="rId3" Type="http://schemas.openxmlformats.org/officeDocument/2006/relationships/image" Target="../media/OOXDiagramDrawingRels2_2.png"/><Relationship Id="rId4" Type="http://schemas.openxmlformats.org/officeDocument/2006/relationships/image" Target="../media/OOXDiagramDrawingRels2_3.svg"/><Relationship Id="rId5" Type="http://schemas.openxmlformats.org/officeDocument/2006/relationships/image" Target="../media/OOXDiagramDrawingRels2_4.png"/><Relationship Id="rId6" Type="http://schemas.openxmlformats.org/officeDocument/2006/relationships/image" Target="../media/OOXDiagramDrawingRels2_5.svg"/><Relationship Id="rId7" Type="http://schemas.openxmlformats.org/officeDocument/2006/relationships/image" Target="../media/OOXDiagramDrawingRels2_6.png"/><Relationship Id="rId8" Type="http://schemas.openxmlformats.org/officeDocument/2006/relationships/image" Target="../media/OOXDiagramDrawingRels2_7.svg"/>
</Relationships>
</file>

<file path=ppt/diagrams/_rels/drawing8.xml.rels><?xml version="1.0" encoding="UTF-8"?>
<Relationships xmlns="http://schemas.openxmlformats.org/package/2006/relationships"><Relationship Id="rId1" Type="http://schemas.openxmlformats.org/officeDocument/2006/relationships/image" Target="../media/OOXDiagramDrawingRels8_0.png"/><Relationship Id="rId2" Type="http://schemas.openxmlformats.org/officeDocument/2006/relationships/image" Target="../media/OOXDiagramDrawingRels8_1.svg"/><Relationship Id="rId3" Type="http://schemas.openxmlformats.org/officeDocument/2006/relationships/image" Target="../media/OOXDiagramDrawingRels8_2.png"/><Relationship Id="rId4" Type="http://schemas.openxmlformats.org/officeDocument/2006/relationships/image" Target="../media/OOXDiagramDrawingRels8_3.svg"/><Relationship Id="rId5" Type="http://schemas.openxmlformats.org/officeDocument/2006/relationships/image" Target="../media/OOXDiagramDrawingRels8_4.png"/><Relationship Id="rId6" Type="http://schemas.openxmlformats.org/officeDocument/2006/relationships/image" Target="../media/OOXDiagramDrawingRels8_5.svg"/><Relationship Id="rId7" Type="http://schemas.openxmlformats.org/officeDocument/2006/relationships/image" Target="../media/OOXDiagramDrawingRels8_6.png"/><Relationship Id="rId8" Type="http://schemas.openxmlformats.org/officeDocument/2006/relationships/image" Target="../media/OOXDiagramDrawingRels8_7.svg"/>
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2899A7-F8CE-4E4E-B7D1-30CD247456B0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</dgm:pt>
    <dgm:pt modelId="{EAC66E43-3674-4006-AFB0-A24F53AA8038}">
      <dgm:prSet phldrT="[Text]"/>
      <dgm:spPr/>
      <dgm:t>
        <a:bodyPr/>
        <a:lstStyle/>
        <a:p>
          <a:r>
            <a:rPr lang="de-DE" dirty="0"/>
            <a:t>ECMAScript5</a:t>
          </a:r>
        </a:p>
      </dgm:t>
    </dgm:pt>
    <dgm:pt modelId="{E31B56DD-61D7-4A2B-B157-17F5CF044BC2}" type="parTrans" cxnId="{B4FF6614-4542-4469-BAAE-7357662BDBBC}">
      <dgm:prSet/>
      <dgm:spPr/>
      <dgm:t>
        <a:bodyPr/>
        <a:lstStyle/>
        <a:p>
          <a:endParaRPr lang="de-DE"/>
        </a:p>
      </dgm:t>
    </dgm:pt>
    <dgm:pt modelId="{A7CA5B0D-5A9A-4DFD-A09D-356C7081D18D}" type="sibTrans" cxnId="{B4FF6614-4542-4469-BAAE-7357662BDBBC}">
      <dgm:prSet/>
      <dgm:spPr/>
      <dgm:t>
        <a:bodyPr/>
        <a:lstStyle/>
        <a:p>
          <a:endParaRPr lang="de-DE"/>
        </a:p>
      </dgm:t>
    </dgm:pt>
    <dgm:pt modelId="{9A9F24FF-B712-437E-8967-84AA45106B93}">
      <dgm:prSet phldrT="[Text]"/>
      <dgm:spPr/>
      <dgm:t>
        <a:bodyPr/>
        <a:lstStyle/>
        <a:p>
          <a:r>
            <a:rPr lang="de-DE" dirty="0"/>
            <a:t>ECMAScript6</a:t>
          </a:r>
        </a:p>
      </dgm:t>
    </dgm:pt>
    <dgm:pt modelId="{6AF8A30E-5DBC-43FC-933E-B09058C1B91E}" type="parTrans" cxnId="{7C0A2A5F-9CEC-4D37-A3CD-F2E512254500}">
      <dgm:prSet/>
      <dgm:spPr/>
      <dgm:t>
        <a:bodyPr/>
        <a:lstStyle/>
        <a:p>
          <a:endParaRPr lang="de-DE"/>
        </a:p>
      </dgm:t>
    </dgm:pt>
    <dgm:pt modelId="{A9E67323-99C6-4949-8D2A-F5332FF7EF7C}" type="sibTrans" cxnId="{7C0A2A5F-9CEC-4D37-A3CD-F2E512254500}">
      <dgm:prSet/>
      <dgm:spPr/>
      <dgm:t>
        <a:bodyPr/>
        <a:lstStyle/>
        <a:p>
          <a:endParaRPr lang="de-DE"/>
        </a:p>
      </dgm:t>
    </dgm:pt>
    <dgm:pt modelId="{AF9C3BBC-A58C-405B-A78C-B4C8F8062441}">
      <dgm:prSet phldrT="[Text]"/>
      <dgm:spPr/>
      <dgm:t>
        <a:bodyPr/>
        <a:lstStyle/>
        <a:p>
          <a:r>
            <a:rPr lang="de-DE" dirty="0"/>
            <a:t>Additional Features</a:t>
          </a:r>
        </a:p>
      </dgm:t>
    </dgm:pt>
    <dgm:pt modelId="{579E1ABD-0A77-4816-80D5-1A2C55E00D45}" type="parTrans" cxnId="{7122761A-518B-4B6D-9386-B785EDE114AC}">
      <dgm:prSet/>
      <dgm:spPr/>
      <dgm:t>
        <a:bodyPr/>
        <a:lstStyle/>
        <a:p>
          <a:endParaRPr lang="de-DE"/>
        </a:p>
      </dgm:t>
    </dgm:pt>
    <dgm:pt modelId="{843DC590-28AC-4841-822B-C6D16F7C29D5}" type="sibTrans" cxnId="{7122761A-518B-4B6D-9386-B785EDE114AC}">
      <dgm:prSet/>
      <dgm:spPr/>
      <dgm:t>
        <a:bodyPr/>
        <a:lstStyle/>
        <a:p>
          <a:endParaRPr lang="de-DE"/>
        </a:p>
      </dgm:t>
    </dgm:pt>
    <dgm:pt modelId="{21B4A07F-802F-4762-9ECD-1158ABD2C30B}">
      <dgm:prSet phldrT="[Text]"/>
      <dgm:spPr/>
      <dgm:t>
        <a:bodyPr/>
        <a:lstStyle/>
        <a:p>
          <a:r>
            <a:rPr lang="de-DE" dirty="0" err="1"/>
            <a:t>TypeScript</a:t>
          </a:r>
          <a:endParaRPr lang="de-DE" dirty="0"/>
        </a:p>
      </dgm:t>
    </dgm:pt>
    <dgm:pt modelId="{2EC3F521-D051-4D87-924F-823A0ED1EE60}" type="parTrans" cxnId="{0DADFF49-D4CE-4C6C-B367-35A645486CAB}">
      <dgm:prSet/>
      <dgm:spPr/>
      <dgm:t>
        <a:bodyPr/>
        <a:lstStyle/>
        <a:p>
          <a:endParaRPr lang="de-DE"/>
        </a:p>
      </dgm:t>
    </dgm:pt>
    <dgm:pt modelId="{907DA1E2-157E-4734-9324-1E41CBC74361}" type="sibTrans" cxnId="{0DADFF49-D4CE-4C6C-B367-35A645486CAB}">
      <dgm:prSet/>
      <dgm:spPr/>
      <dgm:t>
        <a:bodyPr/>
        <a:lstStyle/>
        <a:p>
          <a:endParaRPr lang="de-DE"/>
        </a:p>
      </dgm:t>
    </dgm:pt>
    <dgm:pt modelId="{BFDC35CA-9B77-498C-819D-D9E5FDBC6BA6}" type="pres">
      <dgm:prSet presAssocID="{592899A7-F8CE-4E4E-B7D1-30CD247456B0}" presName="linearFlow" presStyleCnt="0">
        <dgm:presLayoutVars>
          <dgm:dir/>
          <dgm:resizeHandles val="exact"/>
        </dgm:presLayoutVars>
      </dgm:prSet>
      <dgm:spPr/>
    </dgm:pt>
    <dgm:pt modelId="{A61DC1D8-AF8E-4AD3-8F3A-028424C67A03}" type="pres">
      <dgm:prSet presAssocID="{EAC66E43-3674-4006-AFB0-A24F53AA8038}" presName="node" presStyleLbl="node1" presStyleIdx="0" presStyleCnt="4">
        <dgm:presLayoutVars>
          <dgm:bulletEnabled val="1"/>
        </dgm:presLayoutVars>
      </dgm:prSet>
      <dgm:spPr/>
    </dgm:pt>
    <dgm:pt modelId="{C8019409-D9DE-468C-80F9-300FDE8628AC}" type="pres">
      <dgm:prSet presAssocID="{A7CA5B0D-5A9A-4DFD-A09D-356C7081D18D}" presName="spacerL" presStyleCnt="0"/>
      <dgm:spPr/>
    </dgm:pt>
    <dgm:pt modelId="{77389B7C-EEFA-49BC-ACFE-3BCDC31F3A4E}" type="pres">
      <dgm:prSet presAssocID="{A7CA5B0D-5A9A-4DFD-A09D-356C7081D18D}" presName="sibTrans" presStyleLbl="sibTrans2D1" presStyleIdx="0" presStyleCnt="3"/>
      <dgm:spPr/>
    </dgm:pt>
    <dgm:pt modelId="{7088FFEB-9732-44B5-83F3-2F41A6B4705C}" type="pres">
      <dgm:prSet presAssocID="{A7CA5B0D-5A9A-4DFD-A09D-356C7081D18D}" presName="spacerR" presStyleCnt="0"/>
      <dgm:spPr/>
    </dgm:pt>
    <dgm:pt modelId="{AFF351EB-85E5-496F-B9AB-45A5B109EEBC}" type="pres">
      <dgm:prSet presAssocID="{9A9F24FF-B712-437E-8967-84AA45106B93}" presName="node" presStyleLbl="node1" presStyleIdx="1" presStyleCnt="4">
        <dgm:presLayoutVars>
          <dgm:bulletEnabled val="1"/>
        </dgm:presLayoutVars>
      </dgm:prSet>
      <dgm:spPr/>
    </dgm:pt>
    <dgm:pt modelId="{64EADB6B-6BF2-4D5C-8D1F-CDC37D616DC0}" type="pres">
      <dgm:prSet presAssocID="{A9E67323-99C6-4949-8D2A-F5332FF7EF7C}" presName="spacerL" presStyleCnt="0"/>
      <dgm:spPr/>
    </dgm:pt>
    <dgm:pt modelId="{523619B0-4836-4F85-B178-D0067AC72FCE}" type="pres">
      <dgm:prSet presAssocID="{A9E67323-99C6-4949-8D2A-F5332FF7EF7C}" presName="sibTrans" presStyleLbl="sibTrans2D1" presStyleIdx="1" presStyleCnt="3"/>
      <dgm:spPr/>
    </dgm:pt>
    <dgm:pt modelId="{0C071449-DDBC-4C5C-95A6-416FB507516B}" type="pres">
      <dgm:prSet presAssocID="{A9E67323-99C6-4949-8D2A-F5332FF7EF7C}" presName="spacerR" presStyleCnt="0"/>
      <dgm:spPr/>
    </dgm:pt>
    <dgm:pt modelId="{356DDC87-D1BE-49E9-9017-C238619EE953}" type="pres">
      <dgm:prSet presAssocID="{AF9C3BBC-A58C-405B-A78C-B4C8F8062441}" presName="node" presStyleLbl="node1" presStyleIdx="2" presStyleCnt="4">
        <dgm:presLayoutVars>
          <dgm:bulletEnabled val="1"/>
        </dgm:presLayoutVars>
      </dgm:prSet>
      <dgm:spPr/>
    </dgm:pt>
    <dgm:pt modelId="{57F42E0D-7D02-47FE-B2D3-063B033C8929}" type="pres">
      <dgm:prSet presAssocID="{843DC590-28AC-4841-822B-C6D16F7C29D5}" presName="spacerL" presStyleCnt="0"/>
      <dgm:spPr/>
    </dgm:pt>
    <dgm:pt modelId="{045500DA-CC1F-4371-AA73-63024F1D06F3}" type="pres">
      <dgm:prSet presAssocID="{843DC590-28AC-4841-822B-C6D16F7C29D5}" presName="sibTrans" presStyleLbl="sibTrans2D1" presStyleIdx="2" presStyleCnt="3"/>
      <dgm:spPr/>
    </dgm:pt>
    <dgm:pt modelId="{0C9B1D4B-F179-4B64-9F56-67764DDE9526}" type="pres">
      <dgm:prSet presAssocID="{843DC590-28AC-4841-822B-C6D16F7C29D5}" presName="spacerR" presStyleCnt="0"/>
      <dgm:spPr/>
    </dgm:pt>
    <dgm:pt modelId="{2A966352-D133-4596-A883-D312A2B550E6}" type="pres">
      <dgm:prSet presAssocID="{21B4A07F-802F-4762-9ECD-1158ABD2C30B}" presName="node" presStyleLbl="node1" presStyleIdx="3" presStyleCnt="4">
        <dgm:presLayoutVars>
          <dgm:bulletEnabled val="1"/>
        </dgm:presLayoutVars>
      </dgm:prSet>
      <dgm:spPr/>
    </dgm:pt>
  </dgm:ptLst>
  <dgm:cxnLst>
    <dgm:cxn modelId="{B4FF6614-4542-4469-BAAE-7357662BDBBC}" srcId="{592899A7-F8CE-4E4E-B7D1-30CD247456B0}" destId="{EAC66E43-3674-4006-AFB0-A24F53AA8038}" srcOrd="0" destOrd="0" parTransId="{E31B56DD-61D7-4A2B-B157-17F5CF044BC2}" sibTransId="{A7CA5B0D-5A9A-4DFD-A09D-356C7081D18D}"/>
    <dgm:cxn modelId="{7122761A-518B-4B6D-9386-B785EDE114AC}" srcId="{592899A7-F8CE-4E4E-B7D1-30CD247456B0}" destId="{AF9C3BBC-A58C-405B-A78C-B4C8F8062441}" srcOrd="2" destOrd="0" parTransId="{579E1ABD-0A77-4816-80D5-1A2C55E00D45}" sibTransId="{843DC590-28AC-4841-822B-C6D16F7C29D5}"/>
    <dgm:cxn modelId="{7BA87F24-6822-43B1-9028-B1BA60ED6A05}" type="presOf" srcId="{592899A7-F8CE-4E4E-B7D1-30CD247456B0}" destId="{BFDC35CA-9B77-498C-819D-D9E5FDBC6BA6}" srcOrd="0" destOrd="0" presId="urn:microsoft.com/office/officeart/2005/8/layout/equation1"/>
    <dgm:cxn modelId="{7C0A2A5F-9CEC-4D37-A3CD-F2E512254500}" srcId="{592899A7-F8CE-4E4E-B7D1-30CD247456B0}" destId="{9A9F24FF-B712-437E-8967-84AA45106B93}" srcOrd="1" destOrd="0" parTransId="{6AF8A30E-5DBC-43FC-933E-B09058C1B91E}" sibTransId="{A9E67323-99C6-4949-8D2A-F5332FF7EF7C}"/>
    <dgm:cxn modelId="{0DADFF49-D4CE-4C6C-B367-35A645486CAB}" srcId="{592899A7-F8CE-4E4E-B7D1-30CD247456B0}" destId="{21B4A07F-802F-4762-9ECD-1158ABD2C30B}" srcOrd="3" destOrd="0" parTransId="{2EC3F521-D051-4D87-924F-823A0ED1EE60}" sibTransId="{907DA1E2-157E-4734-9324-1E41CBC74361}"/>
    <dgm:cxn modelId="{93569A81-726B-4B2D-9A25-8DD075D3BE15}" type="presOf" srcId="{AF9C3BBC-A58C-405B-A78C-B4C8F8062441}" destId="{356DDC87-D1BE-49E9-9017-C238619EE953}" srcOrd="0" destOrd="0" presId="urn:microsoft.com/office/officeart/2005/8/layout/equation1"/>
    <dgm:cxn modelId="{75139287-B80C-481A-9F58-76F8D3CCF7B5}" type="presOf" srcId="{21B4A07F-802F-4762-9ECD-1158ABD2C30B}" destId="{2A966352-D133-4596-A883-D312A2B550E6}" srcOrd="0" destOrd="0" presId="urn:microsoft.com/office/officeart/2005/8/layout/equation1"/>
    <dgm:cxn modelId="{5EF563C0-3AB4-4083-B702-679297F5AE32}" type="presOf" srcId="{9A9F24FF-B712-437E-8967-84AA45106B93}" destId="{AFF351EB-85E5-496F-B9AB-45A5B109EEBC}" srcOrd="0" destOrd="0" presId="urn:microsoft.com/office/officeart/2005/8/layout/equation1"/>
    <dgm:cxn modelId="{BD37B4DE-970A-4086-A9C2-949458467D06}" type="presOf" srcId="{843DC590-28AC-4841-822B-C6D16F7C29D5}" destId="{045500DA-CC1F-4371-AA73-63024F1D06F3}" srcOrd="0" destOrd="0" presId="urn:microsoft.com/office/officeart/2005/8/layout/equation1"/>
    <dgm:cxn modelId="{96C23DF2-B0D6-40E5-822F-FCBF12EA0FC0}" type="presOf" srcId="{A7CA5B0D-5A9A-4DFD-A09D-356C7081D18D}" destId="{77389B7C-EEFA-49BC-ACFE-3BCDC31F3A4E}" srcOrd="0" destOrd="0" presId="urn:microsoft.com/office/officeart/2005/8/layout/equation1"/>
    <dgm:cxn modelId="{945841F2-668A-4864-A8F8-4CFBCA8F6B5D}" type="presOf" srcId="{A9E67323-99C6-4949-8D2A-F5332FF7EF7C}" destId="{523619B0-4836-4F85-B178-D0067AC72FCE}" srcOrd="0" destOrd="0" presId="urn:microsoft.com/office/officeart/2005/8/layout/equation1"/>
    <dgm:cxn modelId="{211F89F8-1AB9-4394-9015-34E038EDBD04}" type="presOf" srcId="{EAC66E43-3674-4006-AFB0-A24F53AA8038}" destId="{A61DC1D8-AF8E-4AD3-8F3A-028424C67A03}" srcOrd="0" destOrd="0" presId="urn:microsoft.com/office/officeart/2005/8/layout/equation1"/>
    <dgm:cxn modelId="{2D02DC6C-9FAA-4F0C-93CE-80050E6462CC}" type="presParOf" srcId="{BFDC35CA-9B77-498C-819D-D9E5FDBC6BA6}" destId="{A61DC1D8-AF8E-4AD3-8F3A-028424C67A03}" srcOrd="0" destOrd="0" presId="urn:microsoft.com/office/officeart/2005/8/layout/equation1"/>
    <dgm:cxn modelId="{4C613C36-9DEA-4C93-A052-A8CFE2F2C9BE}" type="presParOf" srcId="{BFDC35CA-9B77-498C-819D-D9E5FDBC6BA6}" destId="{C8019409-D9DE-468C-80F9-300FDE8628AC}" srcOrd="1" destOrd="0" presId="urn:microsoft.com/office/officeart/2005/8/layout/equation1"/>
    <dgm:cxn modelId="{2EBEA0FE-9879-40CE-8EF0-AE1D3A5ECA94}" type="presParOf" srcId="{BFDC35CA-9B77-498C-819D-D9E5FDBC6BA6}" destId="{77389B7C-EEFA-49BC-ACFE-3BCDC31F3A4E}" srcOrd="2" destOrd="0" presId="urn:microsoft.com/office/officeart/2005/8/layout/equation1"/>
    <dgm:cxn modelId="{2BEF9DD6-DD52-41AB-9EA1-5F4C719065D1}" type="presParOf" srcId="{BFDC35CA-9B77-498C-819D-D9E5FDBC6BA6}" destId="{7088FFEB-9732-44B5-83F3-2F41A6B4705C}" srcOrd="3" destOrd="0" presId="urn:microsoft.com/office/officeart/2005/8/layout/equation1"/>
    <dgm:cxn modelId="{A7C190C1-4F1D-4BEA-8EF2-1927EDBC6D11}" type="presParOf" srcId="{BFDC35CA-9B77-498C-819D-D9E5FDBC6BA6}" destId="{AFF351EB-85E5-496F-B9AB-45A5B109EEBC}" srcOrd="4" destOrd="0" presId="urn:microsoft.com/office/officeart/2005/8/layout/equation1"/>
    <dgm:cxn modelId="{150396D6-6DFB-40EA-B8FF-A64D249C64F6}" type="presParOf" srcId="{BFDC35CA-9B77-498C-819D-D9E5FDBC6BA6}" destId="{64EADB6B-6BF2-4D5C-8D1F-CDC37D616DC0}" srcOrd="5" destOrd="0" presId="urn:microsoft.com/office/officeart/2005/8/layout/equation1"/>
    <dgm:cxn modelId="{8EBFB873-A719-4116-85CB-AB9CE12078F9}" type="presParOf" srcId="{BFDC35CA-9B77-498C-819D-D9E5FDBC6BA6}" destId="{523619B0-4836-4F85-B178-D0067AC72FCE}" srcOrd="6" destOrd="0" presId="urn:microsoft.com/office/officeart/2005/8/layout/equation1"/>
    <dgm:cxn modelId="{0D893633-2E4A-4E44-B7E7-D09ABAA7EB06}" type="presParOf" srcId="{BFDC35CA-9B77-498C-819D-D9E5FDBC6BA6}" destId="{0C071449-DDBC-4C5C-95A6-416FB507516B}" srcOrd="7" destOrd="0" presId="urn:microsoft.com/office/officeart/2005/8/layout/equation1"/>
    <dgm:cxn modelId="{0661AA73-4604-4965-BC38-61B5F0F45036}" type="presParOf" srcId="{BFDC35CA-9B77-498C-819D-D9E5FDBC6BA6}" destId="{356DDC87-D1BE-49E9-9017-C238619EE953}" srcOrd="8" destOrd="0" presId="urn:microsoft.com/office/officeart/2005/8/layout/equation1"/>
    <dgm:cxn modelId="{97C816B0-0B92-4055-BDB2-D901E09B32F9}" type="presParOf" srcId="{BFDC35CA-9B77-498C-819D-D9E5FDBC6BA6}" destId="{57F42E0D-7D02-47FE-B2D3-063B033C8929}" srcOrd="9" destOrd="0" presId="urn:microsoft.com/office/officeart/2005/8/layout/equation1"/>
    <dgm:cxn modelId="{124C7544-E2D6-4955-8E1F-F697C63F31D7}" type="presParOf" srcId="{BFDC35CA-9B77-498C-819D-D9E5FDBC6BA6}" destId="{045500DA-CC1F-4371-AA73-63024F1D06F3}" srcOrd="10" destOrd="0" presId="urn:microsoft.com/office/officeart/2005/8/layout/equation1"/>
    <dgm:cxn modelId="{F0BD6EA5-3B98-4034-A9D8-968EF38B87EB}" type="presParOf" srcId="{BFDC35CA-9B77-498C-819D-D9E5FDBC6BA6}" destId="{0C9B1D4B-F179-4B64-9F56-67764DDE9526}" srcOrd="11" destOrd="0" presId="urn:microsoft.com/office/officeart/2005/8/layout/equation1"/>
    <dgm:cxn modelId="{FB362335-166D-4320-A2DC-8F50161EC8AB}" type="presParOf" srcId="{BFDC35CA-9B77-498C-819D-D9E5FDBC6BA6}" destId="{2A966352-D133-4596-A883-D312A2B550E6}" srcOrd="12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EC213B-8802-41D1-821E-5B4068B8B41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</dgm:pt>
    <dgm:pt modelId="{5E31C331-AE11-4773-91E7-B14951838EE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Supports Type Definitions</a:t>
          </a:r>
        </a:p>
      </dgm:t>
    </dgm:pt>
    <dgm:pt modelId="{1D9CCEE0-AA5E-484B-90C2-CF1B92DCFFBB}" type="parTrans" cxnId="{E02396EC-A1C1-4168-8813-D1512CFFB914}">
      <dgm:prSet/>
      <dgm:spPr/>
      <dgm:t>
        <a:bodyPr/>
        <a:lstStyle/>
        <a:p>
          <a:endParaRPr lang="de-DE"/>
        </a:p>
      </dgm:t>
    </dgm:pt>
    <dgm:pt modelId="{78A6E2AD-872A-43EF-B9F7-A85C4FE16F45}" type="sibTrans" cxnId="{E02396EC-A1C1-4168-8813-D1512CFFB914}">
      <dgm:prSet/>
      <dgm:spPr/>
      <dgm:t>
        <a:bodyPr/>
        <a:lstStyle/>
        <a:p>
          <a:endParaRPr lang="de-DE"/>
        </a:p>
      </dgm:t>
    </dgm:pt>
    <dgm:pt modelId="{F0816492-5413-4966-AD7D-DC7B6568C9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Strong static Type</a:t>
          </a:r>
        </a:p>
      </dgm:t>
    </dgm:pt>
    <dgm:pt modelId="{89441E7D-040D-4B3E-A697-43380679AFD4}" type="parTrans" cxnId="{461EC8C5-FBC8-412D-808F-A255C21A9D56}">
      <dgm:prSet/>
      <dgm:spPr/>
      <dgm:t>
        <a:bodyPr/>
        <a:lstStyle/>
        <a:p>
          <a:endParaRPr lang="de-DE"/>
        </a:p>
      </dgm:t>
    </dgm:pt>
    <dgm:pt modelId="{4C24C8AB-D320-425D-94BA-CCF7D6D1C726}" type="sibTrans" cxnId="{461EC8C5-FBC8-412D-808F-A255C21A9D56}">
      <dgm:prSet/>
      <dgm:spPr/>
      <dgm:t>
        <a:bodyPr/>
        <a:lstStyle/>
        <a:p>
          <a:endParaRPr lang="de-DE"/>
        </a:p>
      </dgm:t>
    </dgm:pt>
    <dgm:pt modelId="{F8F9A2AF-E562-4729-9A69-AB7CB28598C2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Compilation</a:t>
          </a:r>
        </a:p>
      </dgm:t>
    </dgm:pt>
    <dgm:pt modelId="{2340EA12-9DE7-46F5-B73F-4781BD3452FC}" type="parTrans" cxnId="{F6CB0C46-C392-4ECB-95AE-96C7F5B692C4}">
      <dgm:prSet/>
      <dgm:spPr/>
      <dgm:t>
        <a:bodyPr/>
        <a:lstStyle/>
        <a:p>
          <a:endParaRPr lang="de-DE"/>
        </a:p>
      </dgm:t>
    </dgm:pt>
    <dgm:pt modelId="{592DFE13-0DB8-4445-A4EC-2EF953541D5E}" type="sibTrans" cxnId="{F6CB0C46-C392-4ECB-95AE-96C7F5B692C4}">
      <dgm:prSet/>
      <dgm:spPr/>
      <dgm:t>
        <a:bodyPr/>
        <a:lstStyle/>
        <a:p>
          <a:endParaRPr lang="de-DE"/>
        </a:p>
      </dgm:t>
    </dgm:pt>
    <dgm:pt modelId="{49614048-3D16-4737-BBB6-21FFAB6EBF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OO Concepts</a:t>
          </a:r>
        </a:p>
      </dgm:t>
    </dgm:pt>
    <dgm:pt modelId="{501E4014-3887-4EF2-A24E-FC9A628C2C8A}" type="parTrans" cxnId="{5F49C5C2-403D-4B8A-BB8E-B811975EA687}">
      <dgm:prSet/>
      <dgm:spPr/>
      <dgm:t>
        <a:bodyPr/>
        <a:lstStyle/>
        <a:p>
          <a:endParaRPr lang="de-DE"/>
        </a:p>
      </dgm:t>
    </dgm:pt>
    <dgm:pt modelId="{4FF94062-1E0C-4763-93AA-C79AE881643A}" type="sibTrans" cxnId="{5F49C5C2-403D-4B8A-BB8E-B811975EA687}">
      <dgm:prSet/>
      <dgm:spPr/>
      <dgm:t>
        <a:bodyPr/>
        <a:lstStyle/>
        <a:p>
          <a:endParaRPr lang="de-DE"/>
        </a:p>
      </dgm:t>
    </dgm:pt>
    <dgm:pt modelId="{2F9B1718-3DE8-40D6-A084-222D379BB0EA}" type="pres">
      <dgm:prSet presAssocID="{79EC213B-8802-41D1-821E-5B4068B8B41A}" presName="root" presStyleCnt="0">
        <dgm:presLayoutVars>
          <dgm:dir/>
          <dgm:resizeHandles val="exact"/>
        </dgm:presLayoutVars>
      </dgm:prSet>
      <dgm:spPr/>
    </dgm:pt>
    <dgm:pt modelId="{C27C6166-C226-41B7-9268-B0D0A91F17BB}" type="pres">
      <dgm:prSet presAssocID="{49614048-3D16-4737-BBB6-21FFAB6EBF37}" presName="compNode" presStyleCnt="0"/>
      <dgm:spPr/>
    </dgm:pt>
    <dgm:pt modelId="{B7B80C5E-CCF4-4E52-8E57-FC1AA715B429}" type="pres">
      <dgm:prSet presAssocID="{49614048-3D16-4737-BBB6-21FFAB6EBF37}" presName="bgRect" presStyleLbl="bgShp" presStyleIdx="0" presStyleCnt="4"/>
      <dgm:spPr/>
    </dgm:pt>
    <dgm:pt modelId="{98C8B915-614F-48DD-A952-C233801F106C}" type="pres">
      <dgm:prSet presAssocID="{49614048-3D16-4737-BBB6-21FFAB6EBF3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E572F2F-1CC9-4BA1-8630-C9EDB654C37A}" type="pres">
      <dgm:prSet presAssocID="{49614048-3D16-4737-BBB6-21FFAB6EBF37}" presName="spaceRect" presStyleCnt="0"/>
      <dgm:spPr/>
    </dgm:pt>
    <dgm:pt modelId="{F319D7F5-0A2C-46EE-96E8-F0EA10ECDAD4}" type="pres">
      <dgm:prSet presAssocID="{49614048-3D16-4737-BBB6-21FFAB6EBF37}" presName="parTx" presStyleLbl="revTx" presStyleIdx="0" presStyleCnt="4">
        <dgm:presLayoutVars>
          <dgm:chMax val="0"/>
          <dgm:chPref val="0"/>
        </dgm:presLayoutVars>
      </dgm:prSet>
      <dgm:spPr/>
    </dgm:pt>
    <dgm:pt modelId="{A03C1037-4E4D-4F20-810E-34897D0C7C4B}" type="pres">
      <dgm:prSet presAssocID="{4FF94062-1E0C-4763-93AA-C79AE881643A}" presName="sibTrans" presStyleCnt="0"/>
      <dgm:spPr/>
    </dgm:pt>
    <dgm:pt modelId="{EFE04E3E-E2AB-4DDD-9149-40C028BEF7CD}" type="pres">
      <dgm:prSet presAssocID="{5E31C331-AE11-4773-91E7-B14951838EE0}" presName="compNode" presStyleCnt="0"/>
      <dgm:spPr/>
    </dgm:pt>
    <dgm:pt modelId="{7DDD0EAC-A835-4F9E-AA7C-B442F1F3BE44}" type="pres">
      <dgm:prSet presAssocID="{5E31C331-AE11-4773-91E7-B14951838EE0}" presName="bgRect" presStyleLbl="bgShp" presStyleIdx="1" presStyleCnt="4"/>
      <dgm:spPr/>
    </dgm:pt>
    <dgm:pt modelId="{50681CE2-3EFC-461B-8124-EF43EC9E024E}" type="pres">
      <dgm:prSet presAssocID="{5E31C331-AE11-4773-91E7-B14951838EE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D2593FA3-DEE9-4441-A68D-86BC1720B2B0}" type="pres">
      <dgm:prSet presAssocID="{5E31C331-AE11-4773-91E7-B14951838EE0}" presName="spaceRect" presStyleCnt="0"/>
      <dgm:spPr/>
    </dgm:pt>
    <dgm:pt modelId="{9465C624-F9BD-4CE2-814A-48072C0A76A2}" type="pres">
      <dgm:prSet presAssocID="{5E31C331-AE11-4773-91E7-B14951838EE0}" presName="parTx" presStyleLbl="revTx" presStyleIdx="1" presStyleCnt="4">
        <dgm:presLayoutVars>
          <dgm:chMax val="0"/>
          <dgm:chPref val="0"/>
        </dgm:presLayoutVars>
      </dgm:prSet>
      <dgm:spPr/>
    </dgm:pt>
    <dgm:pt modelId="{7B5153E1-0362-4C5B-83AA-6EEE132052C6}" type="pres">
      <dgm:prSet presAssocID="{78A6E2AD-872A-43EF-B9F7-A85C4FE16F45}" presName="sibTrans" presStyleCnt="0"/>
      <dgm:spPr/>
    </dgm:pt>
    <dgm:pt modelId="{74D4E68F-D7B9-49B8-BDE1-26114D8BF86B}" type="pres">
      <dgm:prSet presAssocID="{F0816492-5413-4966-AD7D-DC7B6568C937}" presName="compNode" presStyleCnt="0"/>
      <dgm:spPr/>
    </dgm:pt>
    <dgm:pt modelId="{F4600845-C547-45B3-BC28-88871AFBDCF5}" type="pres">
      <dgm:prSet presAssocID="{F0816492-5413-4966-AD7D-DC7B6568C937}" presName="bgRect" presStyleLbl="bgShp" presStyleIdx="2" presStyleCnt="4"/>
      <dgm:spPr/>
    </dgm:pt>
    <dgm:pt modelId="{F16494FC-222B-4EBA-8304-186FCD3D3D7C}" type="pres">
      <dgm:prSet presAssocID="{F0816492-5413-4966-AD7D-DC7B6568C9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2D776D78-C278-4802-90EA-86842CDC1AB6}" type="pres">
      <dgm:prSet presAssocID="{F0816492-5413-4966-AD7D-DC7B6568C937}" presName="spaceRect" presStyleCnt="0"/>
      <dgm:spPr/>
    </dgm:pt>
    <dgm:pt modelId="{3BB3A14C-6BC7-48A5-8CA2-4A49C385E09D}" type="pres">
      <dgm:prSet presAssocID="{F0816492-5413-4966-AD7D-DC7B6568C937}" presName="parTx" presStyleLbl="revTx" presStyleIdx="2" presStyleCnt="4">
        <dgm:presLayoutVars>
          <dgm:chMax val="0"/>
          <dgm:chPref val="0"/>
        </dgm:presLayoutVars>
      </dgm:prSet>
      <dgm:spPr/>
    </dgm:pt>
    <dgm:pt modelId="{36ECC886-2BC3-404F-8C6D-9EE3F039458E}" type="pres">
      <dgm:prSet presAssocID="{4C24C8AB-D320-425D-94BA-CCF7D6D1C726}" presName="sibTrans" presStyleCnt="0"/>
      <dgm:spPr/>
    </dgm:pt>
    <dgm:pt modelId="{BD8FD87B-CDD8-4171-93FD-502BC1441C0B}" type="pres">
      <dgm:prSet presAssocID="{F8F9A2AF-E562-4729-9A69-AB7CB28598C2}" presName="compNode" presStyleCnt="0"/>
      <dgm:spPr/>
    </dgm:pt>
    <dgm:pt modelId="{F0A0FE29-1A60-4E3F-8AEA-3A981C2DD80E}" type="pres">
      <dgm:prSet presAssocID="{F8F9A2AF-E562-4729-9A69-AB7CB28598C2}" presName="bgRect" presStyleLbl="bgShp" presStyleIdx="3" presStyleCnt="4"/>
      <dgm:spPr/>
    </dgm:pt>
    <dgm:pt modelId="{37122F4D-38B5-49EA-8A54-040F6BF8EB1A}" type="pres">
      <dgm:prSet presAssocID="{F8F9A2AF-E562-4729-9A69-AB7CB28598C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E05BD7F-C4EA-46A2-8740-817FB3C5C98E}" type="pres">
      <dgm:prSet presAssocID="{F8F9A2AF-E562-4729-9A69-AB7CB28598C2}" presName="spaceRect" presStyleCnt="0"/>
      <dgm:spPr/>
    </dgm:pt>
    <dgm:pt modelId="{7DC885B9-CFC0-4FF9-BB7A-D03C3BA6AA97}" type="pres">
      <dgm:prSet presAssocID="{F8F9A2AF-E562-4729-9A69-AB7CB28598C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C2E4C31-A193-7545-9830-334AC21255AC}" type="presOf" srcId="{F8F9A2AF-E562-4729-9A69-AB7CB28598C2}" destId="{7DC885B9-CFC0-4FF9-BB7A-D03C3BA6AA97}" srcOrd="0" destOrd="0" presId="urn:microsoft.com/office/officeart/2018/2/layout/IconVerticalSolidList"/>
    <dgm:cxn modelId="{04550941-14BC-EC43-8DE6-CF269921CB44}" type="presOf" srcId="{5E31C331-AE11-4773-91E7-B14951838EE0}" destId="{9465C624-F9BD-4CE2-814A-48072C0A76A2}" srcOrd="0" destOrd="0" presId="urn:microsoft.com/office/officeart/2018/2/layout/IconVerticalSolidList"/>
    <dgm:cxn modelId="{F6CB0C46-C392-4ECB-95AE-96C7F5B692C4}" srcId="{79EC213B-8802-41D1-821E-5B4068B8B41A}" destId="{F8F9A2AF-E562-4729-9A69-AB7CB28598C2}" srcOrd="3" destOrd="0" parTransId="{2340EA12-9DE7-46F5-B73F-4781BD3452FC}" sibTransId="{592DFE13-0DB8-4445-A4EC-2EF953541D5E}"/>
    <dgm:cxn modelId="{FD047354-2082-6D41-8491-9066024C290C}" type="presOf" srcId="{49614048-3D16-4737-BBB6-21FFAB6EBF37}" destId="{F319D7F5-0A2C-46EE-96E8-F0EA10ECDAD4}" srcOrd="0" destOrd="0" presId="urn:microsoft.com/office/officeart/2018/2/layout/IconVerticalSolidList"/>
    <dgm:cxn modelId="{39EEBF97-866C-2844-AAC6-09838A1BC325}" type="presOf" srcId="{79EC213B-8802-41D1-821E-5B4068B8B41A}" destId="{2F9B1718-3DE8-40D6-A084-222D379BB0EA}" srcOrd="0" destOrd="0" presId="urn:microsoft.com/office/officeart/2018/2/layout/IconVerticalSolidList"/>
    <dgm:cxn modelId="{80458FB2-928B-3C42-AA96-015132BFAF8B}" type="presOf" srcId="{F0816492-5413-4966-AD7D-DC7B6568C937}" destId="{3BB3A14C-6BC7-48A5-8CA2-4A49C385E09D}" srcOrd="0" destOrd="0" presId="urn:microsoft.com/office/officeart/2018/2/layout/IconVerticalSolidList"/>
    <dgm:cxn modelId="{5F49C5C2-403D-4B8A-BB8E-B811975EA687}" srcId="{79EC213B-8802-41D1-821E-5B4068B8B41A}" destId="{49614048-3D16-4737-BBB6-21FFAB6EBF37}" srcOrd="0" destOrd="0" parTransId="{501E4014-3887-4EF2-A24E-FC9A628C2C8A}" sibTransId="{4FF94062-1E0C-4763-93AA-C79AE881643A}"/>
    <dgm:cxn modelId="{461EC8C5-FBC8-412D-808F-A255C21A9D56}" srcId="{79EC213B-8802-41D1-821E-5B4068B8B41A}" destId="{F0816492-5413-4966-AD7D-DC7B6568C937}" srcOrd="2" destOrd="0" parTransId="{89441E7D-040D-4B3E-A697-43380679AFD4}" sibTransId="{4C24C8AB-D320-425D-94BA-CCF7D6D1C726}"/>
    <dgm:cxn modelId="{E02396EC-A1C1-4168-8813-D1512CFFB914}" srcId="{79EC213B-8802-41D1-821E-5B4068B8B41A}" destId="{5E31C331-AE11-4773-91E7-B14951838EE0}" srcOrd="1" destOrd="0" parTransId="{1D9CCEE0-AA5E-484B-90C2-CF1B92DCFFBB}" sibTransId="{78A6E2AD-872A-43EF-B9F7-A85C4FE16F45}"/>
    <dgm:cxn modelId="{A6450447-8317-6E4B-8D7D-8FAA275D8315}" type="presParOf" srcId="{2F9B1718-3DE8-40D6-A084-222D379BB0EA}" destId="{C27C6166-C226-41B7-9268-B0D0A91F17BB}" srcOrd="0" destOrd="0" presId="urn:microsoft.com/office/officeart/2018/2/layout/IconVerticalSolidList"/>
    <dgm:cxn modelId="{C64F6F01-FB62-FA45-B664-5940ADF8F332}" type="presParOf" srcId="{C27C6166-C226-41B7-9268-B0D0A91F17BB}" destId="{B7B80C5E-CCF4-4E52-8E57-FC1AA715B429}" srcOrd="0" destOrd="0" presId="urn:microsoft.com/office/officeart/2018/2/layout/IconVerticalSolidList"/>
    <dgm:cxn modelId="{2324C63A-E080-0349-ACF8-3A6914E3EBFF}" type="presParOf" srcId="{C27C6166-C226-41B7-9268-B0D0A91F17BB}" destId="{98C8B915-614F-48DD-A952-C233801F106C}" srcOrd="1" destOrd="0" presId="urn:microsoft.com/office/officeart/2018/2/layout/IconVerticalSolidList"/>
    <dgm:cxn modelId="{48852EE7-6A76-634E-BD04-DDBD6F99CE4E}" type="presParOf" srcId="{C27C6166-C226-41B7-9268-B0D0A91F17BB}" destId="{3E572F2F-1CC9-4BA1-8630-C9EDB654C37A}" srcOrd="2" destOrd="0" presId="urn:microsoft.com/office/officeart/2018/2/layout/IconVerticalSolidList"/>
    <dgm:cxn modelId="{74452D27-2820-2D44-90E6-CA9EFBB6FE19}" type="presParOf" srcId="{C27C6166-C226-41B7-9268-B0D0A91F17BB}" destId="{F319D7F5-0A2C-46EE-96E8-F0EA10ECDAD4}" srcOrd="3" destOrd="0" presId="urn:microsoft.com/office/officeart/2018/2/layout/IconVerticalSolidList"/>
    <dgm:cxn modelId="{36379C4C-DB96-C94E-81A7-68E092045C66}" type="presParOf" srcId="{2F9B1718-3DE8-40D6-A084-222D379BB0EA}" destId="{A03C1037-4E4D-4F20-810E-34897D0C7C4B}" srcOrd="1" destOrd="0" presId="urn:microsoft.com/office/officeart/2018/2/layout/IconVerticalSolidList"/>
    <dgm:cxn modelId="{E08CB89A-B993-9545-8EDC-EB009CBFB1A4}" type="presParOf" srcId="{2F9B1718-3DE8-40D6-A084-222D379BB0EA}" destId="{EFE04E3E-E2AB-4DDD-9149-40C028BEF7CD}" srcOrd="2" destOrd="0" presId="urn:microsoft.com/office/officeart/2018/2/layout/IconVerticalSolidList"/>
    <dgm:cxn modelId="{793A6BEC-6F22-3A49-8EC5-BEC217F99ADF}" type="presParOf" srcId="{EFE04E3E-E2AB-4DDD-9149-40C028BEF7CD}" destId="{7DDD0EAC-A835-4F9E-AA7C-B442F1F3BE44}" srcOrd="0" destOrd="0" presId="urn:microsoft.com/office/officeart/2018/2/layout/IconVerticalSolidList"/>
    <dgm:cxn modelId="{0B428880-257B-D341-AD3C-4C37BC137C7C}" type="presParOf" srcId="{EFE04E3E-E2AB-4DDD-9149-40C028BEF7CD}" destId="{50681CE2-3EFC-461B-8124-EF43EC9E024E}" srcOrd="1" destOrd="0" presId="urn:microsoft.com/office/officeart/2018/2/layout/IconVerticalSolidList"/>
    <dgm:cxn modelId="{240E0CCC-5362-A140-B334-0D7147A87499}" type="presParOf" srcId="{EFE04E3E-E2AB-4DDD-9149-40C028BEF7CD}" destId="{D2593FA3-DEE9-4441-A68D-86BC1720B2B0}" srcOrd="2" destOrd="0" presId="urn:microsoft.com/office/officeart/2018/2/layout/IconVerticalSolidList"/>
    <dgm:cxn modelId="{847E0EEC-9DE4-B44A-8D36-AE9D9B84F457}" type="presParOf" srcId="{EFE04E3E-E2AB-4DDD-9149-40C028BEF7CD}" destId="{9465C624-F9BD-4CE2-814A-48072C0A76A2}" srcOrd="3" destOrd="0" presId="urn:microsoft.com/office/officeart/2018/2/layout/IconVerticalSolidList"/>
    <dgm:cxn modelId="{E245EF5D-5949-4349-B749-6B6D5D5787D4}" type="presParOf" srcId="{2F9B1718-3DE8-40D6-A084-222D379BB0EA}" destId="{7B5153E1-0362-4C5B-83AA-6EEE132052C6}" srcOrd="3" destOrd="0" presId="urn:microsoft.com/office/officeart/2018/2/layout/IconVerticalSolidList"/>
    <dgm:cxn modelId="{A4FD2DFC-DA2B-6845-A549-785D8C308B86}" type="presParOf" srcId="{2F9B1718-3DE8-40D6-A084-222D379BB0EA}" destId="{74D4E68F-D7B9-49B8-BDE1-26114D8BF86B}" srcOrd="4" destOrd="0" presId="urn:microsoft.com/office/officeart/2018/2/layout/IconVerticalSolidList"/>
    <dgm:cxn modelId="{47EB5A05-8259-7540-B55C-D77E19B9A61B}" type="presParOf" srcId="{74D4E68F-D7B9-49B8-BDE1-26114D8BF86B}" destId="{F4600845-C547-45B3-BC28-88871AFBDCF5}" srcOrd="0" destOrd="0" presId="urn:microsoft.com/office/officeart/2018/2/layout/IconVerticalSolidList"/>
    <dgm:cxn modelId="{F182DC4A-2578-5543-9757-FD0FDF678FB2}" type="presParOf" srcId="{74D4E68F-D7B9-49B8-BDE1-26114D8BF86B}" destId="{F16494FC-222B-4EBA-8304-186FCD3D3D7C}" srcOrd="1" destOrd="0" presId="urn:microsoft.com/office/officeart/2018/2/layout/IconVerticalSolidList"/>
    <dgm:cxn modelId="{7CFBD83E-9E84-554D-A456-A09812A3B278}" type="presParOf" srcId="{74D4E68F-D7B9-49B8-BDE1-26114D8BF86B}" destId="{2D776D78-C278-4802-90EA-86842CDC1AB6}" srcOrd="2" destOrd="0" presId="urn:microsoft.com/office/officeart/2018/2/layout/IconVerticalSolidList"/>
    <dgm:cxn modelId="{BC6E906C-1894-1E4B-85CE-8EAFCB5C96C9}" type="presParOf" srcId="{74D4E68F-D7B9-49B8-BDE1-26114D8BF86B}" destId="{3BB3A14C-6BC7-48A5-8CA2-4A49C385E09D}" srcOrd="3" destOrd="0" presId="urn:microsoft.com/office/officeart/2018/2/layout/IconVerticalSolidList"/>
    <dgm:cxn modelId="{CA53F7D3-B21C-8542-84BA-DC3219549911}" type="presParOf" srcId="{2F9B1718-3DE8-40D6-A084-222D379BB0EA}" destId="{36ECC886-2BC3-404F-8C6D-9EE3F039458E}" srcOrd="5" destOrd="0" presId="urn:microsoft.com/office/officeart/2018/2/layout/IconVerticalSolidList"/>
    <dgm:cxn modelId="{EA825745-E85F-5C4E-8EAE-F0E477E9B826}" type="presParOf" srcId="{2F9B1718-3DE8-40D6-A084-222D379BB0EA}" destId="{BD8FD87B-CDD8-4171-93FD-502BC1441C0B}" srcOrd="6" destOrd="0" presId="urn:microsoft.com/office/officeart/2018/2/layout/IconVerticalSolidList"/>
    <dgm:cxn modelId="{4FCFFBFE-451D-B444-8FF5-AB68A349D9CA}" type="presParOf" srcId="{BD8FD87B-CDD8-4171-93FD-502BC1441C0B}" destId="{F0A0FE29-1A60-4E3F-8AEA-3A981C2DD80E}" srcOrd="0" destOrd="0" presId="urn:microsoft.com/office/officeart/2018/2/layout/IconVerticalSolidList"/>
    <dgm:cxn modelId="{B41AFD78-C538-2340-B6C8-13E6BF4DF0C7}" type="presParOf" srcId="{BD8FD87B-CDD8-4171-93FD-502BC1441C0B}" destId="{37122F4D-38B5-49EA-8A54-040F6BF8EB1A}" srcOrd="1" destOrd="0" presId="urn:microsoft.com/office/officeart/2018/2/layout/IconVerticalSolidList"/>
    <dgm:cxn modelId="{3F50617D-FD4A-334C-907E-0B5B9B53F33D}" type="presParOf" srcId="{BD8FD87B-CDD8-4171-93FD-502BC1441C0B}" destId="{0E05BD7F-C4EA-46A2-8740-817FB3C5C98E}" srcOrd="2" destOrd="0" presId="urn:microsoft.com/office/officeart/2018/2/layout/IconVerticalSolidList"/>
    <dgm:cxn modelId="{9439A941-125A-9944-A81E-86C23AE94C41}" type="presParOf" srcId="{BD8FD87B-CDD8-4171-93FD-502BC1441C0B}" destId="{7DC885B9-CFC0-4FF9-BB7A-D03C3BA6AA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25EB332-7BFC-4F38-B3C2-86915A2096A7}" type="doc">
      <dgm:prSet loTypeId="urn:microsoft.com/office/officeart/2008/layout/HalfCircleOrganizationChart" loCatId="hierarchy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66E411B0-21E1-46BB-A56F-5C0526678BDC}">
      <dgm:prSet phldrT="[Text]"/>
      <dgm:spPr/>
      <dgm:t>
        <a:bodyPr/>
        <a:lstStyle/>
        <a:p>
          <a:r>
            <a:rPr lang="de-DE" dirty="0" err="1"/>
            <a:t>any</a:t>
          </a:r>
          <a:endParaRPr lang="de-DE" dirty="0"/>
        </a:p>
      </dgm:t>
    </dgm:pt>
    <dgm:pt modelId="{717B430E-5371-45EA-B172-51C95831C4A0}" type="parTrans" cxnId="{C5CA0EDE-BC06-43B6-AB54-5F1BC37D21D4}">
      <dgm:prSet/>
      <dgm:spPr/>
      <dgm:t>
        <a:bodyPr/>
        <a:lstStyle/>
        <a:p>
          <a:endParaRPr lang="de-DE"/>
        </a:p>
      </dgm:t>
    </dgm:pt>
    <dgm:pt modelId="{BFB57B88-151C-4CB7-9F27-9286D46856AD}" type="sibTrans" cxnId="{C5CA0EDE-BC06-43B6-AB54-5F1BC37D21D4}">
      <dgm:prSet/>
      <dgm:spPr/>
      <dgm:t>
        <a:bodyPr/>
        <a:lstStyle/>
        <a:p>
          <a:endParaRPr lang="de-DE"/>
        </a:p>
      </dgm:t>
    </dgm:pt>
    <dgm:pt modelId="{5EE6A9FA-6940-44C5-9799-E6B48680286D}" type="asst">
      <dgm:prSet phldrT="[Text]"/>
      <dgm:spPr/>
      <dgm:t>
        <a:bodyPr/>
        <a:lstStyle/>
        <a:p>
          <a:r>
            <a:rPr lang="de-DE" dirty="0" err="1"/>
            <a:t>build</a:t>
          </a:r>
          <a:r>
            <a:rPr lang="de-DE" dirty="0"/>
            <a:t>-in </a:t>
          </a:r>
        </a:p>
      </dgm:t>
    </dgm:pt>
    <dgm:pt modelId="{C7555B13-EADA-43C8-BCC7-8E40F734D9D4}" type="parTrans" cxnId="{C7FA707B-7085-4ECE-8EAE-0AEB83CED243}">
      <dgm:prSet/>
      <dgm:spPr/>
      <dgm:t>
        <a:bodyPr/>
        <a:lstStyle/>
        <a:p>
          <a:endParaRPr lang="de-DE"/>
        </a:p>
      </dgm:t>
    </dgm:pt>
    <dgm:pt modelId="{FFE65735-93C1-404F-BAAA-74526C925BA9}" type="sibTrans" cxnId="{C7FA707B-7085-4ECE-8EAE-0AEB83CED243}">
      <dgm:prSet/>
      <dgm:spPr/>
      <dgm:t>
        <a:bodyPr/>
        <a:lstStyle/>
        <a:p>
          <a:endParaRPr lang="de-DE"/>
        </a:p>
      </dgm:t>
    </dgm:pt>
    <dgm:pt modelId="{BB74A2FE-F37E-4D5E-AB25-CE0E373C0801}">
      <dgm:prSet phldrT="[Text]"/>
      <dgm:spPr/>
      <dgm:t>
        <a:bodyPr/>
        <a:lstStyle/>
        <a:p>
          <a:r>
            <a:rPr lang="de-DE" dirty="0"/>
            <a:t>user-</a:t>
          </a:r>
          <a:r>
            <a:rPr lang="de-DE" dirty="0" err="1"/>
            <a:t>defined</a:t>
          </a:r>
          <a:endParaRPr lang="de-DE" dirty="0"/>
        </a:p>
      </dgm:t>
    </dgm:pt>
    <dgm:pt modelId="{7DF84661-5BD8-400B-85D2-4E0300FB7E5B}" type="parTrans" cxnId="{C53DE538-4118-4473-8999-D8B3157AAB06}">
      <dgm:prSet/>
      <dgm:spPr/>
      <dgm:t>
        <a:bodyPr/>
        <a:lstStyle/>
        <a:p>
          <a:endParaRPr lang="de-DE"/>
        </a:p>
      </dgm:t>
    </dgm:pt>
    <dgm:pt modelId="{9AB06497-A5F4-421E-BD3C-511F1EF38DCC}" type="sibTrans" cxnId="{C53DE538-4118-4473-8999-D8B3157AAB06}">
      <dgm:prSet/>
      <dgm:spPr/>
      <dgm:t>
        <a:bodyPr/>
        <a:lstStyle/>
        <a:p>
          <a:endParaRPr lang="de-DE"/>
        </a:p>
      </dgm:t>
    </dgm:pt>
    <dgm:pt modelId="{BB93813A-070A-8D4A-9843-3CCBDE9737C1}" type="pres">
      <dgm:prSet presAssocID="{725EB332-7BFC-4F38-B3C2-86915A2096A7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5509138-3CB7-2441-857A-26BFDF3AC619}" type="pres">
      <dgm:prSet presAssocID="{66E411B0-21E1-46BB-A56F-5C0526678BDC}" presName="hierRoot1" presStyleCnt="0">
        <dgm:presLayoutVars>
          <dgm:hierBranch val="init"/>
        </dgm:presLayoutVars>
      </dgm:prSet>
      <dgm:spPr/>
    </dgm:pt>
    <dgm:pt modelId="{7C1E00F0-6F2E-9F45-A260-CAD07C8C3326}" type="pres">
      <dgm:prSet presAssocID="{66E411B0-21E1-46BB-A56F-5C0526678BDC}" presName="rootComposite1" presStyleCnt="0"/>
      <dgm:spPr/>
    </dgm:pt>
    <dgm:pt modelId="{E483DDC5-6826-BD44-AB99-BD67F09563F2}" type="pres">
      <dgm:prSet presAssocID="{66E411B0-21E1-46BB-A56F-5C0526678BDC}" presName="rootText1" presStyleLbl="alignAcc1" presStyleIdx="0" presStyleCnt="0">
        <dgm:presLayoutVars>
          <dgm:chPref val="3"/>
        </dgm:presLayoutVars>
      </dgm:prSet>
      <dgm:spPr/>
    </dgm:pt>
    <dgm:pt modelId="{34259B3B-D6B1-F743-83B8-9AB1A60E7DE1}" type="pres">
      <dgm:prSet presAssocID="{66E411B0-21E1-46BB-A56F-5C0526678BDC}" presName="topArc1" presStyleLbl="parChTrans1D1" presStyleIdx="0" presStyleCnt="6"/>
      <dgm:spPr/>
    </dgm:pt>
    <dgm:pt modelId="{B4A37C34-5D0F-3C47-9836-F4DB7D8FF3A7}" type="pres">
      <dgm:prSet presAssocID="{66E411B0-21E1-46BB-A56F-5C0526678BDC}" presName="bottomArc1" presStyleLbl="parChTrans1D1" presStyleIdx="1" presStyleCnt="6"/>
      <dgm:spPr/>
    </dgm:pt>
    <dgm:pt modelId="{DA03E829-B13E-CA42-978B-A244B7328CE7}" type="pres">
      <dgm:prSet presAssocID="{66E411B0-21E1-46BB-A56F-5C0526678BDC}" presName="topConnNode1" presStyleLbl="node1" presStyleIdx="0" presStyleCnt="0"/>
      <dgm:spPr/>
    </dgm:pt>
    <dgm:pt modelId="{B073C965-7A1D-7349-80AF-B53489CD1BFB}" type="pres">
      <dgm:prSet presAssocID="{66E411B0-21E1-46BB-A56F-5C0526678BDC}" presName="hierChild2" presStyleCnt="0"/>
      <dgm:spPr/>
    </dgm:pt>
    <dgm:pt modelId="{203A3C33-7FFA-3748-8258-C09732752CE2}" type="pres">
      <dgm:prSet presAssocID="{7DF84661-5BD8-400B-85D2-4E0300FB7E5B}" presName="Name28" presStyleLbl="parChTrans1D2" presStyleIdx="0" presStyleCnt="2"/>
      <dgm:spPr/>
    </dgm:pt>
    <dgm:pt modelId="{857D2D53-EA34-0541-BD5E-8D6BCDAE294D}" type="pres">
      <dgm:prSet presAssocID="{BB74A2FE-F37E-4D5E-AB25-CE0E373C0801}" presName="hierRoot2" presStyleCnt="0">
        <dgm:presLayoutVars>
          <dgm:hierBranch val="init"/>
        </dgm:presLayoutVars>
      </dgm:prSet>
      <dgm:spPr/>
    </dgm:pt>
    <dgm:pt modelId="{97108150-63F1-4048-8CD1-B27EC454E8AB}" type="pres">
      <dgm:prSet presAssocID="{BB74A2FE-F37E-4D5E-AB25-CE0E373C0801}" presName="rootComposite2" presStyleCnt="0"/>
      <dgm:spPr/>
    </dgm:pt>
    <dgm:pt modelId="{E2F1E523-5190-424F-BA86-8372C6F5CAC4}" type="pres">
      <dgm:prSet presAssocID="{BB74A2FE-F37E-4D5E-AB25-CE0E373C0801}" presName="rootText2" presStyleLbl="alignAcc1" presStyleIdx="0" presStyleCnt="0">
        <dgm:presLayoutVars>
          <dgm:chPref val="3"/>
        </dgm:presLayoutVars>
      </dgm:prSet>
      <dgm:spPr/>
    </dgm:pt>
    <dgm:pt modelId="{9D02861B-EA84-F748-AE6A-3B31D1F98643}" type="pres">
      <dgm:prSet presAssocID="{BB74A2FE-F37E-4D5E-AB25-CE0E373C0801}" presName="topArc2" presStyleLbl="parChTrans1D1" presStyleIdx="2" presStyleCnt="6"/>
      <dgm:spPr/>
    </dgm:pt>
    <dgm:pt modelId="{42882EBD-7C86-3F4E-ACFA-7AFD645EE42A}" type="pres">
      <dgm:prSet presAssocID="{BB74A2FE-F37E-4D5E-AB25-CE0E373C0801}" presName="bottomArc2" presStyleLbl="parChTrans1D1" presStyleIdx="3" presStyleCnt="6"/>
      <dgm:spPr/>
    </dgm:pt>
    <dgm:pt modelId="{A1AF99B4-6369-2542-B197-A64E68C05C52}" type="pres">
      <dgm:prSet presAssocID="{BB74A2FE-F37E-4D5E-AB25-CE0E373C0801}" presName="topConnNode2" presStyleLbl="node2" presStyleIdx="0" presStyleCnt="0"/>
      <dgm:spPr/>
    </dgm:pt>
    <dgm:pt modelId="{135A7650-73D1-9344-98C3-9249746E3B7F}" type="pres">
      <dgm:prSet presAssocID="{BB74A2FE-F37E-4D5E-AB25-CE0E373C0801}" presName="hierChild4" presStyleCnt="0"/>
      <dgm:spPr/>
    </dgm:pt>
    <dgm:pt modelId="{3DD6243B-1954-384F-BF61-A19082DAA9B9}" type="pres">
      <dgm:prSet presAssocID="{BB74A2FE-F37E-4D5E-AB25-CE0E373C0801}" presName="hierChild5" presStyleCnt="0"/>
      <dgm:spPr/>
    </dgm:pt>
    <dgm:pt modelId="{BE3F49F2-7A25-2340-9C96-91A699328FFB}" type="pres">
      <dgm:prSet presAssocID="{66E411B0-21E1-46BB-A56F-5C0526678BDC}" presName="hierChild3" presStyleCnt="0"/>
      <dgm:spPr/>
    </dgm:pt>
    <dgm:pt modelId="{E9E1DB7A-644C-3B42-AD25-2ECA5A8DDB63}" type="pres">
      <dgm:prSet presAssocID="{C7555B13-EADA-43C8-BCC7-8E40F734D9D4}" presName="Name101" presStyleLbl="parChTrans1D2" presStyleIdx="1" presStyleCnt="2"/>
      <dgm:spPr/>
    </dgm:pt>
    <dgm:pt modelId="{D11FF0FD-A7C1-0049-B2A7-95F114818287}" type="pres">
      <dgm:prSet presAssocID="{5EE6A9FA-6940-44C5-9799-E6B48680286D}" presName="hierRoot3" presStyleCnt="0">
        <dgm:presLayoutVars>
          <dgm:hierBranch val="init"/>
        </dgm:presLayoutVars>
      </dgm:prSet>
      <dgm:spPr/>
    </dgm:pt>
    <dgm:pt modelId="{7E79596E-C293-9641-ABE6-EAF1B3C07CA6}" type="pres">
      <dgm:prSet presAssocID="{5EE6A9FA-6940-44C5-9799-E6B48680286D}" presName="rootComposite3" presStyleCnt="0"/>
      <dgm:spPr/>
    </dgm:pt>
    <dgm:pt modelId="{177331BC-3BBA-3E4D-9943-2B47AE708F1D}" type="pres">
      <dgm:prSet presAssocID="{5EE6A9FA-6940-44C5-9799-E6B48680286D}" presName="rootText3" presStyleLbl="alignAcc1" presStyleIdx="0" presStyleCnt="0">
        <dgm:presLayoutVars>
          <dgm:chPref val="3"/>
        </dgm:presLayoutVars>
      </dgm:prSet>
      <dgm:spPr/>
    </dgm:pt>
    <dgm:pt modelId="{80A84B1A-C964-A646-BC6F-F9605462D7EA}" type="pres">
      <dgm:prSet presAssocID="{5EE6A9FA-6940-44C5-9799-E6B48680286D}" presName="topArc3" presStyleLbl="parChTrans1D1" presStyleIdx="4" presStyleCnt="6"/>
      <dgm:spPr/>
    </dgm:pt>
    <dgm:pt modelId="{2F2A00A7-8A99-564A-9E40-413619C32B17}" type="pres">
      <dgm:prSet presAssocID="{5EE6A9FA-6940-44C5-9799-E6B48680286D}" presName="bottomArc3" presStyleLbl="parChTrans1D1" presStyleIdx="5" presStyleCnt="6"/>
      <dgm:spPr/>
    </dgm:pt>
    <dgm:pt modelId="{C3CF920B-9328-2A4B-BFE0-B576720ADB03}" type="pres">
      <dgm:prSet presAssocID="{5EE6A9FA-6940-44C5-9799-E6B48680286D}" presName="topConnNode3" presStyleLbl="asst1" presStyleIdx="0" presStyleCnt="0"/>
      <dgm:spPr/>
    </dgm:pt>
    <dgm:pt modelId="{7D0D0836-BA28-054C-841D-C88C0A8E0625}" type="pres">
      <dgm:prSet presAssocID="{5EE6A9FA-6940-44C5-9799-E6B48680286D}" presName="hierChild6" presStyleCnt="0"/>
      <dgm:spPr/>
    </dgm:pt>
    <dgm:pt modelId="{74AB9EDA-C9EF-FD40-8179-6632100F1AE8}" type="pres">
      <dgm:prSet presAssocID="{5EE6A9FA-6940-44C5-9799-E6B48680286D}" presName="hierChild7" presStyleCnt="0"/>
      <dgm:spPr/>
    </dgm:pt>
  </dgm:ptLst>
  <dgm:cxnLst>
    <dgm:cxn modelId="{C53DE538-4118-4473-8999-D8B3157AAB06}" srcId="{66E411B0-21E1-46BB-A56F-5C0526678BDC}" destId="{BB74A2FE-F37E-4D5E-AB25-CE0E373C0801}" srcOrd="1" destOrd="0" parTransId="{7DF84661-5BD8-400B-85D2-4E0300FB7E5B}" sibTransId="{9AB06497-A5F4-421E-BD3C-511F1EF38DCC}"/>
    <dgm:cxn modelId="{94207C39-5862-F34C-B524-DC1FCFDBCC17}" type="presOf" srcId="{BB74A2FE-F37E-4D5E-AB25-CE0E373C0801}" destId="{A1AF99B4-6369-2542-B197-A64E68C05C52}" srcOrd="1" destOrd="0" presId="urn:microsoft.com/office/officeart/2008/layout/HalfCircleOrganizationChart"/>
    <dgm:cxn modelId="{36CB1A6E-2D7D-B94D-8D37-C1B345F385BF}" type="presOf" srcId="{7DF84661-5BD8-400B-85D2-4E0300FB7E5B}" destId="{203A3C33-7FFA-3748-8258-C09732752CE2}" srcOrd="0" destOrd="0" presId="urn:microsoft.com/office/officeart/2008/layout/HalfCircleOrganizationChart"/>
    <dgm:cxn modelId="{A3FEA051-3E46-8149-9C70-488C27084635}" type="presOf" srcId="{5EE6A9FA-6940-44C5-9799-E6B48680286D}" destId="{177331BC-3BBA-3E4D-9943-2B47AE708F1D}" srcOrd="0" destOrd="0" presId="urn:microsoft.com/office/officeart/2008/layout/HalfCircleOrganizationChart"/>
    <dgm:cxn modelId="{C7FA707B-7085-4ECE-8EAE-0AEB83CED243}" srcId="{66E411B0-21E1-46BB-A56F-5C0526678BDC}" destId="{5EE6A9FA-6940-44C5-9799-E6B48680286D}" srcOrd="0" destOrd="0" parTransId="{C7555B13-EADA-43C8-BCC7-8E40F734D9D4}" sibTransId="{FFE65735-93C1-404F-BAAA-74526C925BA9}"/>
    <dgm:cxn modelId="{FB05FF8B-A3FA-804D-94C0-87D55B4A8A64}" type="presOf" srcId="{725EB332-7BFC-4F38-B3C2-86915A2096A7}" destId="{BB93813A-070A-8D4A-9843-3CCBDE9737C1}" srcOrd="0" destOrd="0" presId="urn:microsoft.com/office/officeart/2008/layout/HalfCircleOrganizationChart"/>
    <dgm:cxn modelId="{AF4D808D-8F6E-0F49-961A-A430AC5CC03A}" type="presOf" srcId="{66E411B0-21E1-46BB-A56F-5C0526678BDC}" destId="{E483DDC5-6826-BD44-AB99-BD67F09563F2}" srcOrd="0" destOrd="0" presId="urn:microsoft.com/office/officeart/2008/layout/HalfCircleOrganizationChart"/>
    <dgm:cxn modelId="{BF3E1893-D261-5B4A-BC0C-209A25151518}" type="presOf" srcId="{C7555B13-EADA-43C8-BCC7-8E40F734D9D4}" destId="{E9E1DB7A-644C-3B42-AD25-2ECA5A8DDB63}" srcOrd="0" destOrd="0" presId="urn:microsoft.com/office/officeart/2008/layout/HalfCircleOrganizationChart"/>
    <dgm:cxn modelId="{0D6B609B-4CB3-5C40-9D88-5E44C4A97F30}" type="presOf" srcId="{5EE6A9FA-6940-44C5-9799-E6B48680286D}" destId="{C3CF920B-9328-2A4B-BFE0-B576720ADB03}" srcOrd="1" destOrd="0" presId="urn:microsoft.com/office/officeart/2008/layout/HalfCircleOrganizationChart"/>
    <dgm:cxn modelId="{C864A3CB-AEAE-F94E-A71C-C0AC62F47E75}" type="presOf" srcId="{66E411B0-21E1-46BB-A56F-5C0526678BDC}" destId="{DA03E829-B13E-CA42-978B-A244B7328CE7}" srcOrd="1" destOrd="0" presId="urn:microsoft.com/office/officeart/2008/layout/HalfCircleOrganizationChart"/>
    <dgm:cxn modelId="{C5CA0EDE-BC06-43B6-AB54-5F1BC37D21D4}" srcId="{725EB332-7BFC-4F38-B3C2-86915A2096A7}" destId="{66E411B0-21E1-46BB-A56F-5C0526678BDC}" srcOrd="0" destOrd="0" parTransId="{717B430E-5371-45EA-B172-51C95831C4A0}" sibTransId="{BFB57B88-151C-4CB7-9F27-9286D46856AD}"/>
    <dgm:cxn modelId="{6945E1F4-AB31-7843-9954-899710275D46}" type="presOf" srcId="{BB74A2FE-F37E-4D5E-AB25-CE0E373C0801}" destId="{E2F1E523-5190-424F-BA86-8372C6F5CAC4}" srcOrd="0" destOrd="0" presId="urn:microsoft.com/office/officeart/2008/layout/HalfCircleOrganizationChart"/>
    <dgm:cxn modelId="{C37823E0-6CA4-9F48-85EF-CA209D9C09B0}" type="presParOf" srcId="{BB93813A-070A-8D4A-9843-3CCBDE9737C1}" destId="{05509138-3CB7-2441-857A-26BFDF3AC619}" srcOrd="0" destOrd="0" presId="urn:microsoft.com/office/officeart/2008/layout/HalfCircleOrganizationChart"/>
    <dgm:cxn modelId="{C75A147B-F44F-6342-B98E-3267762C3403}" type="presParOf" srcId="{05509138-3CB7-2441-857A-26BFDF3AC619}" destId="{7C1E00F0-6F2E-9F45-A260-CAD07C8C3326}" srcOrd="0" destOrd="0" presId="urn:microsoft.com/office/officeart/2008/layout/HalfCircleOrganizationChart"/>
    <dgm:cxn modelId="{B56ECF03-01F2-0F42-9F31-1F9EF3F4EFA7}" type="presParOf" srcId="{7C1E00F0-6F2E-9F45-A260-CAD07C8C3326}" destId="{E483DDC5-6826-BD44-AB99-BD67F09563F2}" srcOrd="0" destOrd="0" presId="urn:microsoft.com/office/officeart/2008/layout/HalfCircleOrganizationChart"/>
    <dgm:cxn modelId="{D9A46C8F-4B6D-FF46-B526-41C3AE194F28}" type="presParOf" srcId="{7C1E00F0-6F2E-9F45-A260-CAD07C8C3326}" destId="{34259B3B-D6B1-F743-83B8-9AB1A60E7DE1}" srcOrd="1" destOrd="0" presId="urn:microsoft.com/office/officeart/2008/layout/HalfCircleOrganizationChart"/>
    <dgm:cxn modelId="{50E0C9A6-4064-804F-B01F-FF99F907EA52}" type="presParOf" srcId="{7C1E00F0-6F2E-9F45-A260-CAD07C8C3326}" destId="{B4A37C34-5D0F-3C47-9836-F4DB7D8FF3A7}" srcOrd="2" destOrd="0" presId="urn:microsoft.com/office/officeart/2008/layout/HalfCircleOrganizationChart"/>
    <dgm:cxn modelId="{21997B97-1D04-E34B-884B-435F3392D87B}" type="presParOf" srcId="{7C1E00F0-6F2E-9F45-A260-CAD07C8C3326}" destId="{DA03E829-B13E-CA42-978B-A244B7328CE7}" srcOrd="3" destOrd="0" presId="urn:microsoft.com/office/officeart/2008/layout/HalfCircleOrganizationChart"/>
    <dgm:cxn modelId="{DC4B6C23-E12D-2A4B-BE9E-DE6ED8BFFAF1}" type="presParOf" srcId="{05509138-3CB7-2441-857A-26BFDF3AC619}" destId="{B073C965-7A1D-7349-80AF-B53489CD1BFB}" srcOrd="1" destOrd="0" presId="urn:microsoft.com/office/officeart/2008/layout/HalfCircleOrganizationChart"/>
    <dgm:cxn modelId="{7282149E-4891-A647-88B9-B8C0CAE694AD}" type="presParOf" srcId="{B073C965-7A1D-7349-80AF-B53489CD1BFB}" destId="{203A3C33-7FFA-3748-8258-C09732752CE2}" srcOrd="0" destOrd="0" presId="urn:microsoft.com/office/officeart/2008/layout/HalfCircleOrganizationChart"/>
    <dgm:cxn modelId="{EFBF637C-49D7-5045-9C24-5EDDE3EE1485}" type="presParOf" srcId="{B073C965-7A1D-7349-80AF-B53489CD1BFB}" destId="{857D2D53-EA34-0541-BD5E-8D6BCDAE294D}" srcOrd="1" destOrd="0" presId="urn:microsoft.com/office/officeart/2008/layout/HalfCircleOrganizationChart"/>
    <dgm:cxn modelId="{85029D80-BB9B-A243-8C9E-04B574584B2A}" type="presParOf" srcId="{857D2D53-EA34-0541-BD5E-8D6BCDAE294D}" destId="{97108150-63F1-4048-8CD1-B27EC454E8AB}" srcOrd="0" destOrd="0" presId="urn:microsoft.com/office/officeart/2008/layout/HalfCircleOrganizationChart"/>
    <dgm:cxn modelId="{B33B9C14-AC07-9644-8AE0-6E531DC0476B}" type="presParOf" srcId="{97108150-63F1-4048-8CD1-B27EC454E8AB}" destId="{E2F1E523-5190-424F-BA86-8372C6F5CAC4}" srcOrd="0" destOrd="0" presId="urn:microsoft.com/office/officeart/2008/layout/HalfCircleOrganizationChart"/>
    <dgm:cxn modelId="{9922A569-E32B-8B47-A285-92C5A3E32268}" type="presParOf" srcId="{97108150-63F1-4048-8CD1-B27EC454E8AB}" destId="{9D02861B-EA84-F748-AE6A-3B31D1F98643}" srcOrd="1" destOrd="0" presId="urn:microsoft.com/office/officeart/2008/layout/HalfCircleOrganizationChart"/>
    <dgm:cxn modelId="{C8A36A55-E85A-8B45-B1A1-70226A92CBF2}" type="presParOf" srcId="{97108150-63F1-4048-8CD1-B27EC454E8AB}" destId="{42882EBD-7C86-3F4E-ACFA-7AFD645EE42A}" srcOrd="2" destOrd="0" presId="urn:microsoft.com/office/officeart/2008/layout/HalfCircleOrganizationChart"/>
    <dgm:cxn modelId="{2A3FC653-FDAA-E949-8638-5F793BAE1F45}" type="presParOf" srcId="{97108150-63F1-4048-8CD1-B27EC454E8AB}" destId="{A1AF99B4-6369-2542-B197-A64E68C05C52}" srcOrd="3" destOrd="0" presId="urn:microsoft.com/office/officeart/2008/layout/HalfCircleOrganizationChart"/>
    <dgm:cxn modelId="{8BEEAA47-6E24-904A-BAE2-344B3C891897}" type="presParOf" srcId="{857D2D53-EA34-0541-BD5E-8D6BCDAE294D}" destId="{135A7650-73D1-9344-98C3-9249746E3B7F}" srcOrd="1" destOrd="0" presId="urn:microsoft.com/office/officeart/2008/layout/HalfCircleOrganizationChart"/>
    <dgm:cxn modelId="{D4BC3DD5-C0B6-514B-BC82-6525EC4FE03C}" type="presParOf" srcId="{857D2D53-EA34-0541-BD5E-8D6BCDAE294D}" destId="{3DD6243B-1954-384F-BF61-A19082DAA9B9}" srcOrd="2" destOrd="0" presId="urn:microsoft.com/office/officeart/2008/layout/HalfCircleOrganizationChart"/>
    <dgm:cxn modelId="{29420D23-1D4A-EC48-9DEE-480C366F2819}" type="presParOf" srcId="{05509138-3CB7-2441-857A-26BFDF3AC619}" destId="{BE3F49F2-7A25-2340-9C96-91A699328FFB}" srcOrd="2" destOrd="0" presId="urn:microsoft.com/office/officeart/2008/layout/HalfCircleOrganizationChart"/>
    <dgm:cxn modelId="{DE0614E3-912F-D941-9116-403F246A6705}" type="presParOf" srcId="{BE3F49F2-7A25-2340-9C96-91A699328FFB}" destId="{E9E1DB7A-644C-3B42-AD25-2ECA5A8DDB63}" srcOrd="0" destOrd="0" presId="urn:microsoft.com/office/officeart/2008/layout/HalfCircleOrganizationChart"/>
    <dgm:cxn modelId="{1E868B6F-863D-014B-A9CC-405E5F29C8BA}" type="presParOf" srcId="{BE3F49F2-7A25-2340-9C96-91A699328FFB}" destId="{D11FF0FD-A7C1-0049-B2A7-95F114818287}" srcOrd="1" destOrd="0" presId="urn:microsoft.com/office/officeart/2008/layout/HalfCircleOrganizationChart"/>
    <dgm:cxn modelId="{12E25E0A-801F-0B48-A205-AB94D9AC939A}" type="presParOf" srcId="{D11FF0FD-A7C1-0049-B2A7-95F114818287}" destId="{7E79596E-C293-9641-ABE6-EAF1B3C07CA6}" srcOrd="0" destOrd="0" presId="urn:microsoft.com/office/officeart/2008/layout/HalfCircleOrganizationChart"/>
    <dgm:cxn modelId="{2C933C08-4948-114B-825C-262F7E09BC06}" type="presParOf" srcId="{7E79596E-C293-9641-ABE6-EAF1B3C07CA6}" destId="{177331BC-3BBA-3E4D-9943-2B47AE708F1D}" srcOrd="0" destOrd="0" presId="urn:microsoft.com/office/officeart/2008/layout/HalfCircleOrganizationChart"/>
    <dgm:cxn modelId="{C7A2A12C-ABB2-CD49-B89D-18B6DCE9AFA6}" type="presParOf" srcId="{7E79596E-C293-9641-ABE6-EAF1B3C07CA6}" destId="{80A84B1A-C964-A646-BC6F-F9605462D7EA}" srcOrd="1" destOrd="0" presId="urn:microsoft.com/office/officeart/2008/layout/HalfCircleOrganizationChart"/>
    <dgm:cxn modelId="{E5D4FD01-01D8-BB4A-ACCA-DBC608656B5B}" type="presParOf" srcId="{7E79596E-C293-9641-ABE6-EAF1B3C07CA6}" destId="{2F2A00A7-8A99-564A-9E40-413619C32B17}" srcOrd="2" destOrd="0" presId="urn:microsoft.com/office/officeart/2008/layout/HalfCircleOrganizationChart"/>
    <dgm:cxn modelId="{70013983-8107-BC43-8A37-6340A7050B50}" type="presParOf" srcId="{7E79596E-C293-9641-ABE6-EAF1B3C07CA6}" destId="{C3CF920B-9328-2A4B-BFE0-B576720ADB03}" srcOrd="3" destOrd="0" presId="urn:microsoft.com/office/officeart/2008/layout/HalfCircleOrganizationChart"/>
    <dgm:cxn modelId="{A51C989B-4132-8748-8F72-3DE61C00DAE1}" type="presParOf" srcId="{D11FF0FD-A7C1-0049-B2A7-95F114818287}" destId="{7D0D0836-BA28-054C-841D-C88C0A8E0625}" srcOrd="1" destOrd="0" presId="urn:microsoft.com/office/officeart/2008/layout/HalfCircleOrganizationChart"/>
    <dgm:cxn modelId="{BA520CE5-3684-754C-A1D0-C3B051BA40AC}" type="presParOf" srcId="{D11FF0FD-A7C1-0049-B2A7-95F114818287}" destId="{74AB9EDA-C9EF-FD40-8179-6632100F1AE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7509F39-E273-7E46-9908-3291EEE0B8B5}" type="doc">
      <dgm:prSet loTypeId="urn:microsoft.com/office/officeart/2005/8/layout/default" loCatId="" qsTypeId="urn:microsoft.com/office/officeart/2005/8/quickstyle/3d7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A28DC43-6AC2-444F-A371-4E893A1E9445}">
      <dgm:prSet phldrT="[Text]"/>
      <dgm:spPr/>
      <dgm:t>
        <a:bodyPr/>
        <a:lstStyle/>
        <a:p>
          <a:r>
            <a:rPr lang="en-GB" dirty="0"/>
            <a:t>MAX_VALUE</a:t>
          </a:r>
        </a:p>
      </dgm:t>
    </dgm:pt>
    <dgm:pt modelId="{0CE3651C-D5CB-6241-ADA6-649E0F0125F1}" type="parTrans" cxnId="{920A8065-1413-D74E-A47F-8D33714604CF}">
      <dgm:prSet/>
      <dgm:spPr/>
      <dgm:t>
        <a:bodyPr/>
        <a:lstStyle/>
        <a:p>
          <a:endParaRPr lang="en-GB"/>
        </a:p>
      </dgm:t>
    </dgm:pt>
    <dgm:pt modelId="{BB1F1825-C695-0B49-A760-5583FBBAD53C}" type="sibTrans" cxnId="{920A8065-1413-D74E-A47F-8D33714604CF}">
      <dgm:prSet/>
      <dgm:spPr/>
      <dgm:t>
        <a:bodyPr/>
        <a:lstStyle/>
        <a:p>
          <a:endParaRPr lang="en-GB"/>
        </a:p>
      </dgm:t>
    </dgm:pt>
    <dgm:pt modelId="{9B62F52B-1644-124B-8937-304495188692}">
      <dgm:prSet phldrT="[Text]"/>
      <dgm:spPr/>
      <dgm:t>
        <a:bodyPr/>
        <a:lstStyle/>
        <a:p>
          <a:r>
            <a:rPr lang="en-GB" dirty="0"/>
            <a:t>MIN_VALUE</a:t>
          </a:r>
        </a:p>
      </dgm:t>
    </dgm:pt>
    <dgm:pt modelId="{45770209-43C6-F940-8F8D-5EF16205BD6B}" type="parTrans" cxnId="{2B959D7F-C8F4-5945-9E11-74F281FC290E}">
      <dgm:prSet/>
      <dgm:spPr/>
      <dgm:t>
        <a:bodyPr/>
        <a:lstStyle/>
        <a:p>
          <a:endParaRPr lang="en-GB"/>
        </a:p>
      </dgm:t>
    </dgm:pt>
    <dgm:pt modelId="{80089DFC-22C7-2D43-8EDE-78799B3EEE08}" type="sibTrans" cxnId="{2B959D7F-C8F4-5945-9E11-74F281FC290E}">
      <dgm:prSet/>
      <dgm:spPr/>
      <dgm:t>
        <a:bodyPr/>
        <a:lstStyle/>
        <a:p>
          <a:endParaRPr lang="en-GB"/>
        </a:p>
      </dgm:t>
    </dgm:pt>
    <dgm:pt modelId="{B869F354-5D91-9045-9855-32CDD662FB45}">
      <dgm:prSet phldrT="[Text]"/>
      <dgm:spPr/>
      <dgm:t>
        <a:bodyPr/>
        <a:lstStyle/>
        <a:p>
          <a:r>
            <a:rPr lang="en-GB" dirty="0" err="1"/>
            <a:t>NaN</a:t>
          </a:r>
          <a:endParaRPr lang="en-GB" dirty="0"/>
        </a:p>
      </dgm:t>
    </dgm:pt>
    <dgm:pt modelId="{B59FA554-961F-4A43-ABDD-02C9250A1B72}" type="parTrans" cxnId="{F44AA699-5C92-1C46-9C10-A946B9AD2B30}">
      <dgm:prSet/>
      <dgm:spPr/>
      <dgm:t>
        <a:bodyPr/>
        <a:lstStyle/>
        <a:p>
          <a:endParaRPr lang="en-GB"/>
        </a:p>
      </dgm:t>
    </dgm:pt>
    <dgm:pt modelId="{3DF9D38F-84AA-294D-846D-BF332787FF6A}" type="sibTrans" cxnId="{F44AA699-5C92-1C46-9C10-A946B9AD2B30}">
      <dgm:prSet/>
      <dgm:spPr/>
      <dgm:t>
        <a:bodyPr/>
        <a:lstStyle/>
        <a:p>
          <a:endParaRPr lang="en-GB"/>
        </a:p>
      </dgm:t>
    </dgm:pt>
    <dgm:pt modelId="{B2038E9B-3E3D-4143-906A-DB31618211D9}">
      <dgm:prSet phldrT="[Text]"/>
      <dgm:spPr/>
      <dgm:t>
        <a:bodyPr/>
        <a:lstStyle/>
        <a:p>
          <a:r>
            <a:rPr lang="en-GB" dirty="0"/>
            <a:t>NEGATIVE_INFINITY</a:t>
          </a:r>
        </a:p>
      </dgm:t>
    </dgm:pt>
    <dgm:pt modelId="{1AC7C9FF-09A0-0B4F-A0D2-59FC455CF9E8}" type="parTrans" cxnId="{481578E0-103F-FF41-9854-F2C2EE3E75D3}">
      <dgm:prSet/>
      <dgm:spPr/>
      <dgm:t>
        <a:bodyPr/>
        <a:lstStyle/>
        <a:p>
          <a:endParaRPr lang="en-GB"/>
        </a:p>
      </dgm:t>
    </dgm:pt>
    <dgm:pt modelId="{46FF58E2-5216-DC4B-84B9-8BA28EA24F88}" type="sibTrans" cxnId="{481578E0-103F-FF41-9854-F2C2EE3E75D3}">
      <dgm:prSet/>
      <dgm:spPr/>
      <dgm:t>
        <a:bodyPr/>
        <a:lstStyle/>
        <a:p>
          <a:endParaRPr lang="en-GB"/>
        </a:p>
      </dgm:t>
    </dgm:pt>
    <dgm:pt modelId="{CF309546-59E8-714F-942F-FD6F0BD11487}">
      <dgm:prSet phldrT="[Text]"/>
      <dgm:spPr/>
      <dgm:t>
        <a:bodyPr/>
        <a:lstStyle/>
        <a:p>
          <a:r>
            <a:rPr lang="en-GB" dirty="0"/>
            <a:t>POSITIVE_INFINITY</a:t>
          </a:r>
        </a:p>
      </dgm:t>
    </dgm:pt>
    <dgm:pt modelId="{D3283F25-8596-B740-821D-D46CE40D19CF}" type="parTrans" cxnId="{234A7ABB-B094-A046-ACD9-90AA15D9B4AF}">
      <dgm:prSet/>
      <dgm:spPr/>
      <dgm:t>
        <a:bodyPr/>
        <a:lstStyle/>
        <a:p>
          <a:endParaRPr lang="en-GB"/>
        </a:p>
      </dgm:t>
    </dgm:pt>
    <dgm:pt modelId="{0FE012E0-347A-D543-B608-199177513278}" type="sibTrans" cxnId="{234A7ABB-B094-A046-ACD9-90AA15D9B4AF}">
      <dgm:prSet/>
      <dgm:spPr/>
      <dgm:t>
        <a:bodyPr/>
        <a:lstStyle/>
        <a:p>
          <a:endParaRPr lang="en-GB"/>
        </a:p>
      </dgm:t>
    </dgm:pt>
    <dgm:pt modelId="{3AB08CA8-A5D3-7F43-B5BE-DFB6386154B3}" type="pres">
      <dgm:prSet presAssocID="{67509F39-E273-7E46-9908-3291EEE0B8B5}" presName="diagram" presStyleCnt="0">
        <dgm:presLayoutVars>
          <dgm:dir/>
          <dgm:resizeHandles val="exact"/>
        </dgm:presLayoutVars>
      </dgm:prSet>
      <dgm:spPr/>
    </dgm:pt>
    <dgm:pt modelId="{08B51B93-AE9B-B94B-9913-A0FA94D542D5}" type="pres">
      <dgm:prSet presAssocID="{3A28DC43-6AC2-444F-A371-4E893A1E9445}" presName="node" presStyleLbl="node1" presStyleIdx="0" presStyleCnt="5">
        <dgm:presLayoutVars>
          <dgm:bulletEnabled val="1"/>
        </dgm:presLayoutVars>
      </dgm:prSet>
      <dgm:spPr/>
    </dgm:pt>
    <dgm:pt modelId="{B774EAF2-4640-494A-917E-8155A13B900B}" type="pres">
      <dgm:prSet presAssocID="{BB1F1825-C695-0B49-A760-5583FBBAD53C}" presName="sibTrans" presStyleCnt="0"/>
      <dgm:spPr/>
    </dgm:pt>
    <dgm:pt modelId="{E2874CD4-E27F-6D4D-AF3E-0BA502B88C85}" type="pres">
      <dgm:prSet presAssocID="{9B62F52B-1644-124B-8937-304495188692}" presName="node" presStyleLbl="node1" presStyleIdx="1" presStyleCnt="5">
        <dgm:presLayoutVars>
          <dgm:bulletEnabled val="1"/>
        </dgm:presLayoutVars>
      </dgm:prSet>
      <dgm:spPr/>
    </dgm:pt>
    <dgm:pt modelId="{145749C5-A9C4-1946-A6FD-B2C17436FC2E}" type="pres">
      <dgm:prSet presAssocID="{80089DFC-22C7-2D43-8EDE-78799B3EEE08}" presName="sibTrans" presStyleCnt="0"/>
      <dgm:spPr/>
    </dgm:pt>
    <dgm:pt modelId="{46BD3462-22A5-B848-B3BF-947443600A3F}" type="pres">
      <dgm:prSet presAssocID="{B869F354-5D91-9045-9855-32CDD662FB45}" presName="node" presStyleLbl="node1" presStyleIdx="2" presStyleCnt="5">
        <dgm:presLayoutVars>
          <dgm:bulletEnabled val="1"/>
        </dgm:presLayoutVars>
      </dgm:prSet>
      <dgm:spPr/>
    </dgm:pt>
    <dgm:pt modelId="{628B20C8-D8D9-A148-8DF2-4CD781AF1355}" type="pres">
      <dgm:prSet presAssocID="{3DF9D38F-84AA-294D-846D-BF332787FF6A}" presName="sibTrans" presStyleCnt="0"/>
      <dgm:spPr/>
    </dgm:pt>
    <dgm:pt modelId="{5278F817-5899-5244-957D-90D74475FF53}" type="pres">
      <dgm:prSet presAssocID="{B2038E9B-3E3D-4143-906A-DB31618211D9}" presName="node" presStyleLbl="node1" presStyleIdx="3" presStyleCnt="5">
        <dgm:presLayoutVars>
          <dgm:bulletEnabled val="1"/>
        </dgm:presLayoutVars>
      </dgm:prSet>
      <dgm:spPr/>
    </dgm:pt>
    <dgm:pt modelId="{9CAD8578-BAA8-2745-850E-1990B6629710}" type="pres">
      <dgm:prSet presAssocID="{46FF58E2-5216-DC4B-84B9-8BA28EA24F88}" presName="sibTrans" presStyleCnt="0"/>
      <dgm:spPr/>
    </dgm:pt>
    <dgm:pt modelId="{7088EFB0-72B3-8348-9AFC-21329A1C7953}" type="pres">
      <dgm:prSet presAssocID="{CF309546-59E8-714F-942F-FD6F0BD11487}" presName="node" presStyleLbl="node1" presStyleIdx="4" presStyleCnt="5">
        <dgm:presLayoutVars>
          <dgm:bulletEnabled val="1"/>
        </dgm:presLayoutVars>
      </dgm:prSet>
      <dgm:spPr/>
    </dgm:pt>
  </dgm:ptLst>
  <dgm:cxnLst>
    <dgm:cxn modelId="{AAF6662D-D644-3540-ADE2-9C528CD4930F}" type="presOf" srcId="{3A28DC43-6AC2-444F-A371-4E893A1E9445}" destId="{08B51B93-AE9B-B94B-9913-A0FA94D542D5}" srcOrd="0" destOrd="0" presId="urn:microsoft.com/office/officeart/2005/8/layout/default"/>
    <dgm:cxn modelId="{0B71923A-AEF5-8A45-B243-6CCFD22E63B4}" type="presOf" srcId="{9B62F52B-1644-124B-8937-304495188692}" destId="{E2874CD4-E27F-6D4D-AF3E-0BA502B88C85}" srcOrd="0" destOrd="0" presId="urn:microsoft.com/office/officeart/2005/8/layout/default"/>
    <dgm:cxn modelId="{920A8065-1413-D74E-A47F-8D33714604CF}" srcId="{67509F39-E273-7E46-9908-3291EEE0B8B5}" destId="{3A28DC43-6AC2-444F-A371-4E893A1E9445}" srcOrd="0" destOrd="0" parTransId="{0CE3651C-D5CB-6241-ADA6-649E0F0125F1}" sibTransId="{BB1F1825-C695-0B49-A760-5583FBBAD53C}"/>
    <dgm:cxn modelId="{F952426A-7CB4-7E4E-A1ED-61750E4C60C0}" type="presOf" srcId="{67509F39-E273-7E46-9908-3291EEE0B8B5}" destId="{3AB08CA8-A5D3-7F43-B5BE-DFB6386154B3}" srcOrd="0" destOrd="0" presId="urn:microsoft.com/office/officeart/2005/8/layout/default"/>
    <dgm:cxn modelId="{C46BCF77-AF4E-3343-92D5-D4156277CEB5}" type="presOf" srcId="{B869F354-5D91-9045-9855-32CDD662FB45}" destId="{46BD3462-22A5-B848-B3BF-947443600A3F}" srcOrd="0" destOrd="0" presId="urn:microsoft.com/office/officeart/2005/8/layout/default"/>
    <dgm:cxn modelId="{2B959D7F-C8F4-5945-9E11-74F281FC290E}" srcId="{67509F39-E273-7E46-9908-3291EEE0B8B5}" destId="{9B62F52B-1644-124B-8937-304495188692}" srcOrd="1" destOrd="0" parTransId="{45770209-43C6-F940-8F8D-5EF16205BD6B}" sibTransId="{80089DFC-22C7-2D43-8EDE-78799B3EEE08}"/>
    <dgm:cxn modelId="{0D9E3D95-7250-5447-B6AA-1D2ADA914D08}" type="presOf" srcId="{CF309546-59E8-714F-942F-FD6F0BD11487}" destId="{7088EFB0-72B3-8348-9AFC-21329A1C7953}" srcOrd="0" destOrd="0" presId="urn:microsoft.com/office/officeart/2005/8/layout/default"/>
    <dgm:cxn modelId="{F44AA699-5C92-1C46-9C10-A946B9AD2B30}" srcId="{67509F39-E273-7E46-9908-3291EEE0B8B5}" destId="{B869F354-5D91-9045-9855-32CDD662FB45}" srcOrd="2" destOrd="0" parTransId="{B59FA554-961F-4A43-ABDD-02C9250A1B72}" sibTransId="{3DF9D38F-84AA-294D-846D-BF332787FF6A}"/>
    <dgm:cxn modelId="{234A7ABB-B094-A046-ACD9-90AA15D9B4AF}" srcId="{67509F39-E273-7E46-9908-3291EEE0B8B5}" destId="{CF309546-59E8-714F-942F-FD6F0BD11487}" srcOrd="4" destOrd="0" parTransId="{D3283F25-8596-B740-821D-D46CE40D19CF}" sibTransId="{0FE012E0-347A-D543-B608-199177513278}"/>
    <dgm:cxn modelId="{EC1593C6-37FB-F94A-9F02-0DAA70D3EFB4}" type="presOf" srcId="{B2038E9B-3E3D-4143-906A-DB31618211D9}" destId="{5278F817-5899-5244-957D-90D74475FF53}" srcOrd="0" destOrd="0" presId="urn:microsoft.com/office/officeart/2005/8/layout/default"/>
    <dgm:cxn modelId="{481578E0-103F-FF41-9854-F2C2EE3E75D3}" srcId="{67509F39-E273-7E46-9908-3291EEE0B8B5}" destId="{B2038E9B-3E3D-4143-906A-DB31618211D9}" srcOrd="3" destOrd="0" parTransId="{1AC7C9FF-09A0-0B4F-A0D2-59FC455CF9E8}" sibTransId="{46FF58E2-5216-DC4B-84B9-8BA28EA24F88}"/>
    <dgm:cxn modelId="{6505E1D9-D5B0-6C47-9667-4A1AD4A65740}" type="presParOf" srcId="{3AB08CA8-A5D3-7F43-B5BE-DFB6386154B3}" destId="{08B51B93-AE9B-B94B-9913-A0FA94D542D5}" srcOrd="0" destOrd="0" presId="urn:microsoft.com/office/officeart/2005/8/layout/default"/>
    <dgm:cxn modelId="{48591F3F-DB6A-9A46-BEC7-0334784760FD}" type="presParOf" srcId="{3AB08CA8-A5D3-7F43-B5BE-DFB6386154B3}" destId="{B774EAF2-4640-494A-917E-8155A13B900B}" srcOrd="1" destOrd="0" presId="urn:microsoft.com/office/officeart/2005/8/layout/default"/>
    <dgm:cxn modelId="{569F7194-20C0-D24C-91FD-AF1CD6B9FC86}" type="presParOf" srcId="{3AB08CA8-A5D3-7F43-B5BE-DFB6386154B3}" destId="{E2874CD4-E27F-6D4D-AF3E-0BA502B88C85}" srcOrd="2" destOrd="0" presId="urn:microsoft.com/office/officeart/2005/8/layout/default"/>
    <dgm:cxn modelId="{BC7C6E68-D965-3C40-84F2-4534C98AAF4E}" type="presParOf" srcId="{3AB08CA8-A5D3-7F43-B5BE-DFB6386154B3}" destId="{145749C5-A9C4-1946-A6FD-B2C17436FC2E}" srcOrd="3" destOrd="0" presId="urn:microsoft.com/office/officeart/2005/8/layout/default"/>
    <dgm:cxn modelId="{61C7FAE3-3751-384E-BDCE-B5241BACE619}" type="presParOf" srcId="{3AB08CA8-A5D3-7F43-B5BE-DFB6386154B3}" destId="{46BD3462-22A5-B848-B3BF-947443600A3F}" srcOrd="4" destOrd="0" presId="urn:microsoft.com/office/officeart/2005/8/layout/default"/>
    <dgm:cxn modelId="{3B5434CC-8260-3744-93B5-CF31E7FEB840}" type="presParOf" srcId="{3AB08CA8-A5D3-7F43-B5BE-DFB6386154B3}" destId="{628B20C8-D8D9-A148-8DF2-4CD781AF1355}" srcOrd="5" destOrd="0" presId="urn:microsoft.com/office/officeart/2005/8/layout/default"/>
    <dgm:cxn modelId="{141681DB-0DE7-6A45-9A15-38C0D1CB78CF}" type="presParOf" srcId="{3AB08CA8-A5D3-7F43-B5BE-DFB6386154B3}" destId="{5278F817-5899-5244-957D-90D74475FF53}" srcOrd="6" destOrd="0" presId="urn:microsoft.com/office/officeart/2005/8/layout/default"/>
    <dgm:cxn modelId="{C51CC7E0-9878-5946-A3DC-266DC0152F72}" type="presParOf" srcId="{3AB08CA8-A5D3-7F43-B5BE-DFB6386154B3}" destId="{9CAD8578-BAA8-2745-850E-1990B6629710}" srcOrd="7" destOrd="0" presId="urn:microsoft.com/office/officeart/2005/8/layout/default"/>
    <dgm:cxn modelId="{89B1B5C4-72AD-D74F-AD83-7E2CFD56D9CF}" type="presParOf" srcId="{3AB08CA8-A5D3-7F43-B5BE-DFB6386154B3}" destId="{7088EFB0-72B3-8348-9AFC-21329A1C7953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729D760-645E-F948-95AE-ACE07D392A03}" type="doc">
      <dgm:prSet loTypeId="urn:microsoft.com/office/officeart/2005/8/layout/list1" loCatId="" qsTypeId="urn:microsoft.com/office/officeart/2005/8/quickstyle/3d6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EA5F470-378E-E94D-83AA-F4300F00D9D6}">
      <dgm:prSet phldrT="[Text]"/>
      <dgm:spPr/>
      <dgm:t>
        <a:bodyPr/>
        <a:lstStyle/>
        <a:p>
          <a:r>
            <a:rPr lang="en-GB" dirty="0"/>
            <a:t>Felder</a:t>
          </a:r>
        </a:p>
      </dgm:t>
    </dgm:pt>
    <dgm:pt modelId="{0388EA47-AD5C-1F4E-BDA0-21651BD4A3CA}" type="parTrans" cxnId="{C1ABBBEF-89B4-4E4B-AEC9-B8278F63F136}">
      <dgm:prSet/>
      <dgm:spPr/>
      <dgm:t>
        <a:bodyPr/>
        <a:lstStyle/>
        <a:p>
          <a:endParaRPr lang="en-GB"/>
        </a:p>
      </dgm:t>
    </dgm:pt>
    <dgm:pt modelId="{7D1155B2-4D96-B649-82AB-04A0CBBD69AE}" type="sibTrans" cxnId="{C1ABBBEF-89B4-4E4B-AEC9-B8278F63F136}">
      <dgm:prSet/>
      <dgm:spPr/>
      <dgm:t>
        <a:bodyPr/>
        <a:lstStyle/>
        <a:p>
          <a:endParaRPr lang="en-GB"/>
        </a:p>
      </dgm:t>
    </dgm:pt>
    <dgm:pt modelId="{158F50CC-BDB6-6440-99F5-4D1250C18504}">
      <dgm:prSet phldrT="[Text]"/>
      <dgm:spPr/>
      <dgm:t>
        <a:bodyPr/>
        <a:lstStyle/>
        <a:p>
          <a:r>
            <a:rPr lang="en-GB" dirty="0" err="1"/>
            <a:t>Konstruktoren</a:t>
          </a:r>
          <a:endParaRPr lang="en-GB" dirty="0"/>
        </a:p>
      </dgm:t>
    </dgm:pt>
    <dgm:pt modelId="{2CB57656-11CF-C547-A029-4C2B0CCA6D1E}" type="parTrans" cxnId="{1F7FD93C-2091-4644-90AF-2ED158C60622}">
      <dgm:prSet/>
      <dgm:spPr/>
      <dgm:t>
        <a:bodyPr/>
        <a:lstStyle/>
        <a:p>
          <a:endParaRPr lang="en-GB"/>
        </a:p>
      </dgm:t>
    </dgm:pt>
    <dgm:pt modelId="{49CC0F1B-FB2B-9D49-A58E-2C9F2E06D72D}" type="sibTrans" cxnId="{1F7FD93C-2091-4644-90AF-2ED158C60622}">
      <dgm:prSet/>
      <dgm:spPr/>
      <dgm:t>
        <a:bodyPr/>
        <a:lstStyle/>
        <a:p>
          <a:endParaRPr lang="en-GB"/>
        </a:p>
      </dgm:t>
    </dgm:pt>
    <dgm:pt modelId="{918EDE0F-AE72-C846-8F77-058606A3A717}">
      <dgm:prSet phldrT="[Text]"/>
      <dgm:spPr/>
      <dgm:t>
        <a:bodyPr/>
        <a:lstStyle/>
        <a:p>
          <a:r>
            <a:rPr lang="en-GB" dirty="0" err="1"/>
            <a:t>Funktionen</a:t>
          </a:r>
          <a:endParaRPr lang="en-GB" dirty="0"/>
        </a:p>
      </dgm:t>
    </dgm:pt>
    <dgm:pt modelId="{8E4DD6E5-1AE6-EF4D-A719-B1C7F8AEB17D}" type="parTrans" cxnId="{D112DDEF-E036-E248-8413-4EB86B2A55E7}">
      <dgm:prSet/>
      <dgm:spPr/>
      <dgm:t>
        <a:bodyPr/>
        <a:lstStyle/>
        <a:p>
          <a:endParaRPr lang="en-GB"/>
        </a:p>
      </dgm:t>
    </dgm:pt>
    <dgm:pt modelId="{F0E527BE-D71B-B443-88A1-E998DB7F4343}" type="sibTrans" cxnId="{D112DDEF-E036-E248-8413-4EB86B2A55E7}">
      <dgm:prSet/>
      <dgm:spPr/>
      <dgm:t>
        <a:bodyPr/>
        <a:lstStyle/>
        <a:p>
          <a:endParaRPr lang="en-GB"/>
        </a:p>
      </dgm:t>
    </dgm:pt>
    <dgm:pt modelId="{B174EBD9-067C-B043-8AEF-7463CB33E8E9}" type="pres">
      <dgm:prSet presAssocID="{4729D760-645E-F948-95AE-ACE07D392A03}" presName="linear" presStyleCnt="0">
        <dgm:presLayoutVars>
          <dgm:dir/>
          <dgm:animLvl val="lvl"/>
          <dgm:resizeHandles val="exact"/>
        </dgm:presLayoutVars>
      </dgm:prSet>
      <dgm:spPr/>
    </dgm:pt>
    <dgm:pt modelId="{E2969A43-C29F-104F-8FD9-9942256D66E8}" type="pres">
      <dgm:prSet presAssocID="{4EA5F470-378E-E94D-83AA-F4300F00D9D6}" presName="parentLin" presStyleCnt="0"/>
      <dgm:spPr/>
    </dgm:pt>
    <dgm:pt modelId="{586726A5-281B-8A4A-B1FA-688C0E0E119E}" type="pres">
      <dgm:prSet presAssocID="{4EA5F470-378E-E94D-83AA-F4300F00D9D6}" presName="parentLeftMargin" presStyleLbl="node1" presStyleIdx="0" presStyleCnt="3"/>
      <dgm:spPr/>
    </dgm:pt>
    <dgm:pt modelId="{CD4F5A90-57FB-7D46-8ACA-77784286DEBB}" type="pres">
      <dgm:prSet presAssocID="{4EA5F470-378E-E94D-83AA-F4300F00D9D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0F38D66-5E9C-1E4C-AE2A-F16C5D2FB502}" type="pres">
      <dgm:prSet presAssocID="{4EA5F470-378E-E94D-83AA-F4300F00D9D6}" presName="negativeSpace" presStyleCnt="0"/>
      <dgm:spPr/>
    </dgm:pt>
    <dgm:pt modelId="{6305A6E9-FF4C-384A-B7B4-505B04A5AE37}" type="pres">
      <dgm:prSet presAssocID="{4EA5F470-378E-E94D-83AA-F4300F00D9D6}" presName="childText" presStyleLbl="conFgAcc1" presStyleIdx="0" presStyleCnt="3">
        <dgm:presLayoutVars>
          <dgm:bulletEnabled val="1"/>
        </dgm:presLayoutVars>
      </dgm:prSet>
      <dgm:spPr/>
    </dgm:pt>
    <dgm:pt modelId="{7B84153A-1800-E246-9D82-9D4AE78ADE5A}" type="pres">
      <dgm:prSet presAssocID="{7D1155B2-4D96-B649-82AB-04A0CBBD69AE}" presName="spaceBetweenRectangles" presStyleCnt="0"/>
      <dgm:spPr/>
    </dgm:pt>
    <dgm:pt modelId="{434C2E39-DE1C-5645-B960-5E81095BFF9B}" type="pres">
      <dgm:prSet presAssocID="{158F50CC-BDB6-6440-99F5-4D1250C18504}" presName="parentLin" presStyleCnt="0"/>
      <dgm:spPr/>
    </dgm:pt>
    <dgm:pt modelId="{A44F24C7-7315-AC4E-9008-58E23BEE5FC2}" type="pres">
      <dgm:prSet presAssocID="{158F50CC-BDB6-6440-99F5-4D1250C18504}" presName="parentLeftMargin" presStyleLbl="node1" presStyleIdx="0" presStyleCnt="3"/>
      <dgm:spPr/>
    </dgm:pt>
    <dgm:pt modelId="{4E23C32B-D4F3-744A-BC62-B4277299AEA4}" type="pres">
      <dgm:prSet presAssocID="{158F50CC-BDB6-6440-99F5-4D1250C1850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FCAF94A-5F56-5548-BE0C-C28D83D5B8D4}" type="pres">
      <dgm:prSet presAssocID="{158F50CC-BDB6-6440-99F5-4D1250C18504}" presName="negativeSpace" presStyleCnt="0"/>
      <dgm:spPr/>
    </dgm:pt>
    <dgm:pt modelId="{3034F782-9A22-1242-AEDF-EC2E88C0D473}" type="pres">
      <dgm:prSet presAssocID="{158F50CC-BDB6-6440-99F5-4D1250C18504}" presName="childText" presStyleLbl="conFgAcc1" presStyleIdx="1" presStyleCnt="3">
        <dgm:presLayoutVars>
          <dgm:bulletEnabled val="1"/>
        </dgm:presLayoutVars>
      </dgm:prSet>
      <dgm:spPr/>
    </dgm:pt>
    <dgm:pt modelId="{398D0247-9D51-014C-B487-BCF1BA668707}" type="pres">
      <dgm:prSet presAssocID="{49CC0F1B-FB2B-9D49-A58E-2C9F2E06D72D}" presName="spaceBetweenRectangles" presStyleCnt="0"/>
      <dgm:spPr/>
    </dgm:pt>
    <dgm:pt modelId="{29F9E2BB-F30E-2242-998F-28EBE8DBEA5D}" type="pres">
      <dgm:prSet presAssocID="{918EDE0F-AE72-C846-8F77-058606A3A717}" presName="parentLin" presStyleCnt="0"/>
      <dgm:spPr/>
    </dgm:pt>
    <dgm:pt modelId="{7B3BCBD8-9DC0-B34A-82D1-99E3258F9BA5}" type="pres">
      <dgm:prSet presAssocID="{918EDE0F-AE72-C846-8F77-058606A3A717}" presName="parentLeftMargin" presStyleLbl="node1" presStyleIdx="1" presStyleCnt="3"/>
      <dgm:spPr/>
    </dgm:pt>
    <dgm:pt modelId="{CC22D886-3319-7642-954B-BB2ED3D676DC}" type="pres">
      <dgm:prSet presAssocID="{918EDE0F-AE72-C846-8F77-058606A3A71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BE4316-FAB4-144F-B917-B92F563C900E}" type="pres">
      <dgm:prSet presAssocID="{918EDE0F-AE72-C846-8F77-058606A3A717}" presName="negativeSpace" presStyleCnt="0"/>
      <dgm:spPr/>
    </dgm:pt>
    <dgm:pt modelId="{A4D8D4E7-691F-9E42-92CE-F4F5D0B447C7}" type="pres">
      <dgm:prSet presAssocID="{918EDE0F-AE72-C846-8F77-058606A3A71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0961610-86ED-D644-8AED-71B32BA80B64}" type="presOf" srcId="{918EDE0F-AE72-C846-8F77-058606A3A717}" destId="{7B3BCBD8-9DC0-B34A-82D1-99E3258F9BA5}" srcOrd="0" destOrd="0" presId="urn:microsoft.com/office/officeart/2005/8/layout/list1"/>
    <dgm:cxn modelId="{D189F624-110C-E54E-99A1-83FFA9674207}" type="presOf" srcId="{918EDE0F-AE72-C846-8F77-058606A3A717}" destId="{CC22D886-3319-7642-954B-BB2ED3D676DC}" srcOrd="1" destOrd="0" presId="urn:microsoft.com/office/officeart/2005/8/layout/list1"/>
    <dgm:cxn modelId="{E00BC427-22B8-FA45-849C-461FE38490E4}" type="presOf" srcId="{158F50CC-BDB6-6440-99F5-4D1250C18504}" destId="{4E23C32B-D4F3-744A-BC62-B4277299AEA4}" srcOrd="1" destOrd="0" presId="urn:microsoft.com/office/officeart/2005/8/layout/list1"/>
    <dgm:cxn modelId="{1F7FD93C-2091-4644-90AF-2ED158C60622}" srcId="{4729D760-645E-F948-95AE-ACE07D392A03}" destId="{158F50CC-BDB6-6440-99F5-4D1250C18504}" srcOrd="1" destOrd="0" parTransId="{2CB57656-11CF-C547-A029-4C2B0CCA6D1E}" sibTransId="{49CC0F1B-FB2B-9D49-A58E-2C9F2E06D72D}"/>
    <dgm:cxn modelId="{DB569743-2D4D-AD44-9132-B732DC07EE53}" type="presOf" srcId="{4EA5F470-378E-E94D-83AA-F4300F00D9D6}" destId="{CD4F5A90-57FB-7D46-8ACA-77784286DEBB}" srcOrd="1" destOrd="0" presId="urn:microsoft.com/office/officeart/2005/8/layout/list1"/>
    <dgm:cxn modelId="{E0E81867-6A6D-3E4F-A530-562871CB5D94}" type="presOf" srcId="{4729D760-645E-F948-95AE-ACE07D392A03}" destId="{B174EBD9-067C-B043-8AEF-7463CB33E8E9}" srcOrd="0" destOrd="0" presId="urn:microsoft.com/office/officeart/2005/8/layout/list1"/>
    <dgm:cxn modelId="{2C3833A6-F4AB-4F48-9A13-CC7974045AFC}" type="presOf" srcId="{4EA5F470-378E-E94D-83AA-F4300F00D9D6}" destId="{586726A5-281B-8A4A-B1FA-688C0E0E119E}" srcOrd="0" destOrd="0" presId="urn:microsoft.com/office/officeart/2005/8/layout/list1"/>
    <dgm:cxn modelId="{A0DAB3CE-BDFC-4E4A-A232-13980DD6BD91}" type="presOf" srcId="{158F50CC-BDB6-6440-99F5-4D1250C18504}" destId="{A44F24C7-7315-AC4E-9008-58E23BEE5FC2}" srcOrd="0" destOrd="0" presId="urn:microsoft.com/office/officeart/2005/8/layout/list1"/>
    <dgm:cxn modelId="{C1ABBBEF-89B4-4E4B-AEC9-B8278F63F136}" srcId="{4729D760-645E-F948-95AE-ACE07D392A03}" destId="{4EA5F470-378E-E94D-83AA-F4300F00D9D6}" srcOrd="0" destOrd="0" parTransId="{0388EA47-AD5C-1F4E-BDA0-21651BD4A3CA}" sibTransId="{7D1155B2-4D96-B649-82AB-04A0CBBD69AE}"/>
    <dgm:cxn modelId="{D112DDEF-E036-E248-8413-4EB86B2A55E7}" srcId="{4729D760-645E-F948-95AE-ACE07D392A03}" destId="{918EDE0F-AE72-C846-8F77-058606A3A717}" srcOrd="2" destOrd="0" parTransId="{8E4DD6E5-1AE6-EF4D-A719-B1C7F8AEB17D}" sibTransId="{F0E527BE-D71B-B443-88A1-E998DB7F4343}"/>
    <dgm:cxn modelId="{E331F2DA-9E17-0944-BFFF-F62EDFD39EC0}" type="presParOf" srcId="{B174EBD9-067C-B043-8AEF-7463CB33E8E9}" destId="{E2969A43-C29F-104F-8FD9-9942256D66E8}" srcOrd="0" destOrd="0" presId="urn:microsoft.com/office/officeart/2005/8/layout/list1"/>
    <dgm:cxn modelId="{0F58CE9B-98D7-5046-8F5C-ABD2EA47139C}" type="presParOf" srcId="{E2969A43-C29F-104F-8FD9-9942256D66E8}" destId="{586726A5-281B-8A4A-B1FA-688C0E0E119E}" srcOrd="0" destOrd="0" presId="urn:microsoft.com/office/officeart/2005/8/layout/list1"/>
    <dgm:cxn modelId="{0AA33272-D21F-1949-BF78-41D153E8F025}" type="presParOf" srcId="{E2969A43-C29F-104F-8FD9-9942256D66E8}" destId="{CD4F5A90-57FB-7D46-8ACA-77784286DEBB}" srcOrd="1" destOrd="0" presId="urn:microsoft.com/office/officeart/2005/8/layout/list1"/>
    <dgm:cxn modelId="{A4E80314-4BD5-5F4A-B0A1-77EECBA16932}" type="presParOf" srcId="{B174EBD9-067C-B043-8AEF-7463CB33E8E9}" destId="{10F38D66-5E9C-1E4C-AE2A-F16C5D2FB502}" srcOrd="1" destOrd="0" presId="urn:microsoft.com/office/officeart/2005/8/layout/list1"/>
    <dgm:cxn modelId="{17C7917C-0D13-0940-8EC5-E86E3422A4C3}" type="presParOf" srcId="{B174EBD9-067C-B043-8AEF-7463CB33E8E9}" destId="{6305A6E9-FF4C-384A-B7B4-505B04A5AE37}" srcOrd="2" destOrd="0" presId="urn:microsoft.com/office/officeart/2005/8/layout/list1"/>
    <dgm:cxn modelId="{D95D24F1-B09A-D64B-948B-24FB27CB1B26}" type="presParOf" srcId="{B174EBD9-067C-B043-8AEF-7463CB33E8E9}" destId="{7B84153A-1800-E246-9D82-9D4AE78ADE5A}" srcOrd="3" destOrd="0" presId="urn:microsoft.com/office/officeart/2005/8/layout/list1"/>
    <dgm:cxn modelId="{4E23D440-5140-2E47-8911-5A35DD363399}" type="presParOf" srcId="{B174EBD9-067C-B043-8AEF-7463CB33E8E9}" destId="{434C2E39-DE1C-5645-B960-5E81095BFF9B}" srcOrd="4" destOrd="0" presId="urn:microsoft.com/office/officeart/2005/8/layout/list1"/>
    <dgm:cxn modelId="{FA3107CE-3BB4-2F45-B8CC-B5887D5112A9}" type="presParOf" srcId="{434C2E39-DE1C-5645-B960-5E81095BFF9B}" destId="{A44F24C7-7315-AC4E-9008-58E23BEE5FC2}" srcOrd="0" destOrd="0" presId="urn:microsoft.com/office/officeart/2005/8/layout/list1"/>
    <dgm:cxn modelId="{7E0AEB05-B3FA-8D47-B80E-E9D7D509B5B2}" type="presParOf" srcId="{434C2E39-DE1C-5645-B960-5E81095BFF9B}" destId="{4E23C32B-D4F3-744A-BC62-B4277299AEA4}" srcOrd="1" destOrd="0" presId="urn:microsoft.com/office/officeart/2005/8/layout/list1"/>
    <dgm:cxn modelId="{B261C69B-59D0-CA46-89EC-85E4932F5673}" type="presParOf" srcId="{B174EBD9-067C-B043-8AEF-7463CB33E8E9}" destId="{2FCAF94A-5F56-5548-BE0C-C28D83D5B8D4}" srcOrd="5" destOrd="0" presId="urn:microsoft.com/office/officeart/2005/8/layout/list1"/>
    <dgm:cxn modelId="{73B38399-4448-D244-B2FC-3D4C5765BA92}" type="presParOf" srcId="{B174EBD9-067C-B043-8AEF-7463CB33E8E9}" destId="{3034F782-9A22-1242-AEDF-EC2E88C0D473}" srcOrd="6" destOrd="0" presId="urn:microsoft.com/office/officeart/2005/8/layout/list1"/>
    <dgm:cxn modelId="{8A3971A1-CAEA-7A4C-AE3B-CE56F5FE6FC9}" type="presParOf" srcId="{B174EBD9-067C-B043-8AEF-7463CB33E8E9}" destId="{398D0247-9D51-014C-B487-BCF1BA668707}" srcOrd="7" destOrd="0" presId="urn:microsoft.com/office/officeart/2005/8/layout/list1"/>
    <dgm:cxn modelId="{B1EA2A1E-82B8-A646-B895-E61E4F8717C9}" type="presParOf" srcId="{B174EBD9-067C-B043-8AEF-7463CB33E8E9}" destId="{29F9E2BB-F30E-2242-998F-28EBE8DBEA5D}" srcOrd="8" destOrd="0" presId="urn:microsoft.com/office/officeart/2005/8/layout/list1"/>
    <dgm:cxn modelId="{D1DF82D4-0FAD-BC49-BB81-8240320A5A32}" type="presParOf" srcId="{29F9E2BB-F30E-2242-998F-28EBE8DBEA5D}" destId="{7B3BCBD8-9DC0-B34A-82D1-99E3258F9BA5}" srcOrd="0" destOrd="0" presId="urn:microsoft.com/office/officeart/2005/8/layout/list1"/>
    <dgm:cxn modelId="{F2FF3675-CC29-9849-91A9-762A269D4A6F}" type="presParOf" srcId="{29F9E2BB-F30E-2242-998F-28EBE8DBEA5D}" destId="{CC22D886-3319-7642-954B-BB2ED3D676DC}" srcOrd="1" destOrd="0" presId="urn:microsoft.com/office/officeart/2005/8/layout/list1"/>
    <dgm:cxn modelId="{A646361C-F543-8644-B9E0-99053E0E13F3}" type="presParOf" srcId="{B174EBD9-067C-B043-8AEF-7463CB33E8E9}" destId="{9CBE4316-FAB4-144F-B917-B92F563C900E}" srcOrd="9" destOrd="0" presId="urn:microsoft.com/office/officeart/2005/8/layout/list1"/>
    <dgm:cxn modelId="{039630F7-752E-9B4F-B432-6FC5D3D93F1A}" type="presParOf" srcId="{B174EBD9-067C-B043-8AEF-7463CB33E8E9}" destId="{A4D8D4E7-691F-9E42-92CE-F4F5D0B447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3665B87-71B1-463F-8377-2F135910FC6B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15E1171-5EFB-4081-A73D-71CF990DB73E}">
      <dgm:prSet/>
      <dgm:spPr/>
      <dgm:t>
        <a:bodyPr/>
        <a:lstStyle/>
        <a:p>
          <a:r>
            <a:rPr lang="de-DE"/>
            <a:t>node und npm sind auf einem Entwicklerrechner zu installieren</a:t>
          </a:r>
          <a:endParaRPr lang="en-US"/>
        </a:p>
      </dgm:t>
    </dgm:pt>
    <dgm:pt modelId="{5A362385-6E12-486D-BE43-6F487084DD8F}" type="parTrans" cxnId="{639FE52B-201A-43F0-9BF1-80974B1C7181}">
      <dgm:prSet/>
      <dgm:spPr/>
      <dgm:t>
        <a:bodyPr/>
        <a:lstStyle/>
        <a:p>
          <a:endParaRPr lang="en-US"/>
        </a:p>
      </dgm:t>
    </dgm:pt>
    <dgm:pt modelId="{E6B74E0D-D39D-4EA6-91A8-FC3CFD3FA833}" type="sibTrans" cxnId="{639FE52B-201A-43F0-9BF1-80974B1C7181}">
      <dgm:prSet/>
      <dgm:spPr/>
      <dgm:t>
        <a:bodyPr/>
        <a:lstStyle/>
        <a:p>
          <a:endParaRPr lang="en-US"/>
        </a:p>
      </dgm:t>
    </dgm:pt>
    <dgm:pt modelId="{6C7CD90D-DDC6-4B24-9693-5BE1C9C69296}">
      <dgm:prSet/>
      <dgm:spPr/>
      <dgm:t>
        <a:bodyPr/>
        <a:lstStyle/>
        <a:p>
          <a:r>
            <a:rPr lang="de-DE"/>
            <a:t>Näheres hierzu im Anhang</a:t>
          </a:r>
          <a:endParaRPr lang="en-US"/>
        </a:p>
      </dgm:t>
    </dgm:pt>
    <dgm:pt modelId="{4CBF7A68-EC9B-46C0-87F9-FA56BAB33DD1}" type="parTrans" cxnId="{4185FEFC-F1E1-4E45-BA5F-383C4C60CE69}">
      <dgm:prSet/>
      <dgm:spPr/>
      <dgm:t>
        <a:bodyPr/>
        <a:lstStyle/>
        <a:p>
          <a:endParaRPr lang="en-US"/>
        </a:p>
      </dgm:t>
    </dgm:pt>
    <dgm:pt modelId="{C5948A44-319F-4495-A741-934DE44FD0CC}" type="sibTrans" cxnId="{4185FEFC-F1E1-4E45-BA5F-383C4C60CE69}">
      <dgm:prSet/>
      <dgm:spPr/>
      <dgm:t>
        <a:bodyPr/>
        <a:lstStyle/>
        <a:p>
          <a:endParaRPr lang="en-US"/>
        </a:p>
      </dgm:t>
    </dgm:pt>
    <dgm:pt modelId="{BA20D512-B778-4FAD-9FA7-961588FF97B2}">
      <dgm:prSet/>
      <dgm:spPr/>
      <dgm:t>
        <a:bodyPr/>
        <a:lstStyle/>
        <a:p>
          <a:r>
            <a:rPr lang="de-DE"/>
            <a:t>Damit steht ein ausgefeilter Buildprozess zur Verfügung</a:t>
          </a:r>
          <a:endParaRPr lang="en-US"/>
        </a:p>
      </dgm:t>
    </dgm:pt>
    <dgm:pt modelId="{64346143-7848-4874-9944-972660A6447E}" type="parTrans" cxnId="{39B2C9AC-5F1E-4AC6-BC55-4DB171C59DB0}">
      <dgm:prSet/>
      <dgm:spPr/>
      <dgm:t>
        <a:bodyPr/>
        <a:lstStyle/>
        <a:p>
          <a:endParaRPr lang="en-US"/>
        </a:p>
      </dgm:t>
    </dgm:pt>
    <dgm:pt modelId="{CDF8A544-924E-4F19-8FCB-E595BFBC5B03}" type="sibTrans" cxnId="{39B2C9AC-5F1E-4AC6-BC55-4DB171C59DB0}">
      <dgm:prSet/>
      <dgm:spPr/>
      <dgm:t>
        <a:bodyPr/>
        <a:lstStyle/>
        <a:p>
          <a:endParaRPr lang="en-US"/>
        </a:p>
      </dgm:t>
    </dgm:pt>
    <dgm:pt modelId="{1E64982C-F2A1-4FAE-8610-4AD0A53EF3FF}">
      <dgm:prSet/>
      <dgm:spPr/>
      <dgm:t>
        <a:bodyPr/>
        <a:lstStyle/>
        <a:p>
          <a:r>
            <a:rPr lang="de-DE"/>
            <a:t>Verzeichnisstruktur und Projekt-Organisation</a:t>
          </a:r>
          <a:endParaRPr lang="en-US"/>
        </a:p>
      </dgm:t>
    </dgm:pt>
    <dgm:pt modelId="{35EA72F7-E818-42F9-A049-45CAE2CCF8BA}" type="parTrans" cxnId="{3B5A711C-6332-4933-BD51-1F3BDD901DB1}">
      <dgm:prSet/>
      <dgm:spPr/>
      <dgm:t>
        <a:bodyPr/>
        <a:lstStyle/>
        <a:p>
          <a:endParaRPr lang="en-US"/>
        </a:p>
      </dgm:t>
    </dgm:pt>
    <dgm:pt modelId="{E2F2C0EB-EDFE-458D-8D19-AD401B87547C}" type="sibTrans" cxnId="{3B5A711C-6332-4933-BD51-1F3BDD901DB1}">
      <dgm:prSet/>
      <dgm:spPr/>
      <dgm:t>
        <a:bodyPr/>
        <a:lstStyle/>
        <a:p>
          <a:endParaRPr lang="en-US"/>
        </a:p>
      </dgm:t>
    </dgm:pt>
    <dgm:pt modelId="{23C68FED-4AB5-4B5F-8C5A-5E73E365C24B}">
      <dgm:prSet/>
      <dgm:spPr/>
      <dgm:t>
        <a:bodyPr/>
        <a:lstStyle/>
        <a:p>
          <a:r>
            <a:rPr lang="de-DE"/>
            <a:t>Automatische Transpilation</a:t>
          </a:r>
          <a:endParaRPr lang="en-US"/>
        </a:p>
      </dgm:t>
    </dgm:pt>
    <dgm:pt modelId="{F4110FF9-A511-442E-A751-AD4812C1AD32}" type="parTrans" cxnId="{16B3BFD7-57EF-4C3E-B5B7-1CE3C899F3C0}">
      <dgm:prSet/>
      <dgm:spPr/>
      <dgm:t>
        <a:bodyPr/>
        <a:lstStyle/>
        <a:p>
          <a:endParaRPr lang="en-US"/>
        </a:p>
      </dgm:t>
    </dgm:pt>
    <dgm:pt modelId="{BAFDB3E9-5FC8-47DF-A24A-6BA45BA7AA58}" type="sibTrans" cxnId="{16B3BFD7-57EF-4C3E-B5B7-1CE3C899F3C0}">
      <dgm:prSet/>
      <dgm:spPr/>
      <dgm:t>
        <a:bodyPr/>
        <a:lstStyle/>
        <a:p>
          <a:endParaRPr lang="en-US"/>
        </a:p>
      </dgm:t>
    </dgm:pt>
    <dgm:pt modelId="{F375148D-37B2-433F-A706-12033F818F31}">
      <dgm:prSet/>
      <dgm:spPr/>
      <dgm:t>
        <a:bodyPr/>
        <a:lstStyle/>
        <a:p>
          <a:r>
            <a:rPr lang="de-DE"/>
            <a:t>Browser-Update bei Änderungen an den Quellen</a:t>
          </a:r>
          <a:endParaRPr lang="en-US"/>
        </a:p>
      </dgm:t>
    </dgm:pt>
    <dgm:pt modelId="{09139E07-0692-4020-B878-D0543F3DCE4B}" type="parTrans" cxnId="{D336A91B-FD78-4A6E-B54B-2629835131A2}">
      <dgm:prSet/>
      <dgm:spPr/>
      <dgm:t>
        <a:bodyPr/>
        <a:lstStyle/>
        <a:p>
          <a:endParaRPr lang="en-US"/>
        </a:p>
      </dgm:t>
    </dgm:pt>
    <dgm:pt modelId="{06F9513D-6B45-4FD3-9372-1695F732396B}" type="sibTrans" cxnId="{D336A91B-FD78-4A6E-B54B-2629835131A2}">
      <dgm:prSet/>
      <dgm:spPr/>
      <dgm:t>
        <a:bodyPr/>
        <a:lstStyle/>
        <a:p>
          <a:endParaRPr lang="en-US"/>
        </a:p>
      </dgm:t>
    </dgm:pt>
    <dgm:pt modelId="{11D65E8A-52D3-476B-BF61-4DF2A66F3EB1}">
      <dgm:prSet/>
      <dgm:spPr/>
      <dgm:t>
        <a:bodyPr/>
        <a:lstStyle/>
        <a:p>
          <a:r>
            <a:rPr lang="de-DE"/>
            <a:t>Ein spezieller Editor ist nicht notwendig</a:t>
          </a:r>
          <a:endParaRPr lang="en-US"/>
        </a:p>
      </dgm:t>
    </dgm:pt>
    <dgm:pt modelId="{6912DD97-64FB-40E1-8735-B81CEB1A20F1}" type="parTrans" cxnId="{29FA3C11-ABB9-4E8B-ABA0-0704684BCF57}">
      <dgm:prSet/>
      <dgm:spPr/>
      <dgm:t>
        <a:bodyPr/>
        <a:lstStyle/>
        <a:p>
          <a:endParaRPr lang="en-US"/>
        </a:p>
      </dgm:t>
    </dgm:pt>
    <dgm:pt modelId="{4AAADF7F-7135-4AC7-ADB9-04F9BC7A168C}" type="sibTrans" cxnId="{29FA3C11-ABB9-4E8B-ABA0-0704684BCF57}">
      <dgm:prSet/>
      <dgm:spPr/>
      <dgm:t>
        <a:bodyPr/>
        <a:lstStyle/>
        <a:p>
          <a:endParaRPr lang="en-US"/>
        </a:p>
      </dgm:t>
    </dgm:pt>
    <dgm:pt modelId="{F8450A2F-F2A5-49F9-A321-A0273B58A1F7}">
      <dgm:prSet/>
      <dgm:spPr/>
      <dgm:t>
        <a:bodyPr/>
        <a:lstStyle/>
        <a:p>
          <a:r>
            <a:rPr lang="de-DE"/>
            <a:t>Empfohlen wird Atom oder ähnliches</a:t>
          </a:r>
          <a:endParaRPr lang="en-US"/>
        </a:p>
      </dgm:t>
    </dgm:pt>
    <dgm:pt modelId="{387DE0BD-FA43-46E7-9479-A69161F4245F}" type="parTrans" cxnId="{2F6A8109-5362-4F87-A1AA-D84652B0E62A}">
      <dgm:prSet/>
      <dgm:spPr/>
      <dgm:t>
        <a:bodyPr/>
        <a:lstStyle/>
        <a:p>
          <a:endParaRPr lang="en-US"/>
        </a:p>
      </dgm:t>
    </dgm:pt>
    <dgm:pt modelId="{4C99E8AC-7583-4290-B35C-12884513C62F}" type="sibTrans" cxnId="{2F6A8109-5362-4F87-A1AA-D84652B0E62A}">
      <dgm:prSet/>
      <dgm:spPr/>
      <dgm:t>
        <a:bodyPr/>
        <a:lstStyle/>
        <a:p>
          <a:endParaRPr lang="en-US"/>
        </a:p>
      </dgm:t>
    </dgm:pt>
    <dgm:pt modelId="{AD181E89-A120-CE4B-B54A-7AF8C9A8FDAE}" type="pres">
      <dgm:prSet presAssocID="{23665B87-71B1-463F-8377-2F135910FC6B}" presName="linear" presStyleCnt="0">
        <dgm:presLayoutVars>
          <dgm:animLvl val="lvl"/>
          <dgm:resizeHandles val="exact"/>
        </dgm:presLayoutVars>
      </dgm:prSet>
      <dgm:spPr/>
    </dgm:pt>
    <dgm:pt modelId="{CD32D7E5-5B7E-4B4E-BE4E-D9A3694AD337}" type="pres">
      <dgm:prSet presAssocID="{115E1171-5EFB-4081-A73D-71CF990DB73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969A8D0-9CFE-214F-BD05-D00F95DD159B}" type="pres">
      <dgm:prSet presAssocID="{115E1171-5EFB-4081-A73D-71CF990DB73E}" presName="childText" presStyleLbl="revTx" presStyleIdx="0" presStyleCnt="3">
        <dgm:presLayoutVars>
          <dgm:bulletEnabled val="1"/>
        </dgm:presLayoutVars>
      </dgm:prSet>
      <dgm:spPr/>
    </dgm:pt>
    <dgm:pt modelId="{DBF7F457-3343-C743-B657-5249DC45C846}" type="pres">
      <dgm:prSet presAssocID="{BA20D512-B778-4FAD-9FA7-961588FF97B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6A05BEB-80B6-B94B-9381-3A33D3FEE699}" type="pres">
      <dgm:prSet presAssocID="{BA20D512-B778-4FAD-9FA7-961588FF97B2}" presName="childText" presStyleLbl="revTx" presStyleIdx="1" presStyleCnt="3">
        <dgm:presLayoutVars>
          <dgm:bulletEnabled val="1"/>
        </dgm:presLayoutVars>
      </dgm:prSet>
      <dgm:spPr/>
    </dgm:pt>
    <dgm:pt modelId="{7E8F63C5-9C34-FF4D-801C-0AF2CF2B8D4C}" type="pres">
      <dgm:prSet presAssocID="{11D65E8A-52D3-476B-BF61-4DF2A66F3EB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5F93022-1561-DD4F-993E-1F43A17E9D3C}" type="pres">
      <dgm:prSet presAssocID="{11D65E8A-52D3-476B-BF61-4DF2A66F3EB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2F6A8109-5362-4F87-A1AA-D84652B0E62A}" srcId="{11D65E8A-52D3-476B-BF61-4DF2A66F3EB1}" destId="{F8450A2F-F2A5-49F9-A321-A0273B58A1F7}" srcOrd="0" destOrd="0" parTransId="{387DE0BD-FA43-46E7-9479-A69161F4245F}" sibTransId="{4C99E8AC-7583-4290-B35C-12884513C62F}"/>
    <dgm:cxn modelId="{29FA3C11-ABB9-4E8B-ABA0-0704684BCF57}" srcId="{23665B87-71B1-463F-8377-2F135910FC6B}" destId="{11D65E8A-52D3-476B-BF61-4DF2A66F3EB1}" srcOrd="2" destOrd="0" parTransId="{6912DD97-64FB-40E1-8735-B81CEB1A20F1}" sibTransId="{4AAADF7F-7135-4AC7-ADB9-04F9BC7A168C}"/>
    <dgm:cxn modelId="{D336A91B-FD78-4A6E-B54B-2629835131A2}" srcId="{BA20D512-B778-4FAD-9FA7-961588FF97B2}" destId="{F375148D-37B2-433F-A706-12033F818F31}" srcOrd="2" destOrd="0" parTransId="{09139E07-0692-4020-B878-D0543F3DCE4B}" sibTransId="{06F9513D-6B45-4FD3-9372-1695F732396B}"/>
    <dgm:cxn modelId="{3B5A711C-6332-4933-BD51-1F3BDD901DB1}" srcId="{BA20D512-B778-4FAD-9FA7-961588FF97B2}" destId="{1E64982C-F2A1-4FAE-8610-4AD0A53EF3FF}" srcOrd="0" destOrd="0" parTransId="{35EA72F7-E818-42F9-A049-45CAE2CCF8BA}" sibTransId="{E2F2C0EB-EDFE-458D-8D19-AD401B87547C}"/>
    <dgm:cxn modelId="{639FE52B-201A-43F0-9BF1-80974B1C7181}" srcId="{23665B87-71B1-463F-8377-2F135910FC6B}" destId="{115E1171-5EFB-4081-A73D-71CF990DB73E}" srcOrd="0" destOrd="0" parTransId="{5A362385-6E12-486D-BE43-6F487084DD8F}" sibTransId="{E6B74E0D-D39D-4EA6-91A8-FC3CFD3FA833}"/>
    <dgm:cxn modelId="{7B0F4F2E-CC61-4A45-A200-58F0CA718538}" type="presOf" srcId="{F375148D-37B2-433F-A706-12033F818F31}" destId="{86A05BEB-80B6-B94B-9381-3A33D3FEE699}" srcOrd="0" destOrd="2" presId="urn:microsoft.com/office/officeart/2005/8/layout/vList2"/>
    <dgm:cxn modelId="{309A0743-8273-0A4F-B6D1-C092FA1B3436}" type="presOf" srcId="{23C68FED-4AB5-4B5F-8C5A-5E73E365C24B}" destId="{86A05BEB-80B6-B94B-9381-3A33D3FEE699}" srcOrd="0" destOrd="1" presId="urn:microsoft.com/office/officeart/2005/8/layout/vList2"/>
    <dgm:cxn modelId="{CE4E4854-A33B-6F47-92DF-EB6E89701863}" type="presOf" srcId="{F8450A2F-F2A5-49F9-A321-A0273B58A1F7}" destId="{F5F93022-1561-DD4F-993E-1F43A17E9D3C}" srcOrd="0" destOrd="0" presId="urn:microsoft.com/office/officeart/2005/8/layout/vList2"/>
    <dgm:cxn modelId="{FAE4BA57-C6A5-3743-91B0-F066CBDACB25}" type="presOf" srcId="{6C7CD90D-DDC6-4B24-9693-5BE1C9C69296}" destId="{C969A8D0-9CFE-214F-BD05-D00F95DD159B}" srcOrd="0" destOrd="0" presId="urn:microsoft.com/office/officeart/2005/8/layout/vList2"/>
    <dgm:cxn modelId="{2AD45383-B034-2C44-AB01-DEEE6499E2CC}" type="presOf" srcId="{1E64982C-F2A1-4FAE-8610-4AD0A53EF3FF}" destId="{86A05BEB-80B6-B94B-9381-3A33D3FEE699}" srcOrd="0" destOrd="0" presId="urn:microsoft.com/office/officeart/2005/8/layout/vList2"/>
    <dgm:cxn modelId="{6F94D58A-B6F1-D244-B432-3D93F351EB46}" type="presOf" srcId="{BA20D512-B778-4FAD-9FA7-961588FF97B2}" destId="{DBF7F457-3343-C743-B657-5249DC45C846}" srcOrd="0" destOrd="0" presId="urn:microsoft.com/office/officeart/2005/8/layout/vList2"/>
    <dgm:cxn modelId="{39B2C9AC-5F1E-4AC6-BC55-4DB171C59DB0}" srcId="{23665B87-71B1-463F-8377-2F135910FC6B}" destId="{BA20D512-B778-4FAD-9FA7-961588FF97B2}" srcOrd="1" destOrd="0" parTransId="{64346143-7848-4874-9944-972660A6447E}" sibTransId="{CDF8A544-924E-4F19-8FCB-E595BFBC5B03}"/>
    <dgm:cxn modelId="{16B3BFD7-57EF-4C3E-B5B7-1CE3C899F3C0}" srcId="{BA20D512-B778-4FAD-9FA7-961588FF97B2}" destId="{23C68FED-4AB5-4B5F-8C5A-5E73E365C24B}" srcOrd="1" destOrd="0" parTransId="{F4110FF9-A511-442E-A751-AD4812C1AD32}" sibTransId="{BAFDB3E9-5FC8-47DF-A24A-6BA45BA7AA58}"/>
    <dgm:cxn modelId="{4340A2D8-4E3E-3F41-98AD-E22AAEAF5C9F}" type="presOf" srcId="{23665B87-71B1-463F-8377-2F135910FC6B}" destId="{AD181E89-A120-CE4B-B54A-7AF8C9A8FDAE}" srcOrd="0" destOrd="0" presId="urn:microsoft.com/office/officeart/2005/8/layout/vList2"/>
    <dgm:cxn modelId="{F81DE3D8-B33E-7441-844E-7D957D501CA3}" type="presOf" srcId="{115E1171-5EFB-4081-A73D-71CF990DB73E}" destId="{CD32D7E5-5B7E-4B4E-BE4E-D9A3694AD337}" srcOrd="0" destOrd="0" presId="urn:microsoft.com/office/officeart/2005/8/layout/vList2"/>
    <dgm:cxn modelId="{19B2E8D9-CD16-EF44-B5FB-C63C55E338F3}" type="presOf" srcId="{11D65E8A-52D3-476B-BF61-4DF2A66F3EB1}" destId="{7E8F63C5-9C34-FF4D-801C-0AF2CF2B8D4C}" srcOrd="0" destOrd="0" presId="urn:microsoft.com/office/officeart/2005/8/layout/vList2"/>
    <dgm:cxn modelId="{4185FEFC-F1E1-4E45-BA5F-383C4C60CE69}" srcId="{115E1171-5EFB-4081-A73D-71CF990DB73E}" destId="{6C7CD90D-DDC6-4B24-9693-5BE1C9C69296}" srcOrd="0" destOrd="0" parTransId="{4CBF7A68-EC9B-46C0-87F9-FA56BAB33DD1}" sibTransId="{C5948A44-319F-4495-A741-934DE44FD0CC}"/>
    <dgm:cxn modelId="{61BE4905-57AD-9347-BA87-17D60941DE41}" type="presParOf" srcId="{AD181E89-A120-CE4B-B54A-7AF8C9A8FDAE}" destId="{CD32D7E5-5B7E-4B4E-BE4E-D9A3694AD337}" srcOrd="0" destOrd="0" presId="urn:microsoft.com/office/officeart/2005/8/layout/vList2"/>
    <dgm:cxn modelId="{B67D2794-9916-2E4A-8093-202372F66A50}" type="presParOf" srcId="{AD181E89-A120-CE4B-B54A-7AF8C9A8FDAE}" destId="{C969A8D0-9CFE-214F-BD05-D00F95DD159B}" srcOrd="1" destOrd="0" presId="urn:microsoft.com/office/officeart/2005/8/layout/vList2"/>
    <dgm:cxn modelId="{A3B3D4C9-22A3-EA42-A3A6-33844E3F6E6B}" type="presParOf" srcId="{AD181E89-A120-CE4B-B54A-7AF8C9A8FDAE}" destId="{DBF7F457-3343-C743-B657-5249DC45C846}" srcOrd="2" destOrd="0" presId="urn:microsoft.com/office/officeart/2005/8/layout/vList2"/>
    <dgm:cxn modelId="{C27AFC46-B876-DC46-A0C0-881D7378BE08}" type="presParOf" srcId="{AD181E89-A120-CE4B-B54A-7AF8C9A8FDAE}" destId="{86A05BEB-80B6-B94B-9381-3A33D3FEE699}" srcOrd="3" destOrd="0" presId="urn:microsoft.com/office/officeart/2005/8/layout/vList2"/>
    <dgm:cxn modelId="{6E1844DE-0F0E-3546-A93B-BCE971F22D24}" type="presParOf" srcId="{AD181E89-A120-CE4B-B54A-7AF8C9A8FDAE}" destId="{7E8F63C5-9C34-FF4D-801C-0AF2CF2B8D4C}" srcOrd="4" destOrd="0" presId="urn:microsoft.com/office/officeart/2005/8/layout/vList2"/>
    <dgm:cxn modelId="{472F9EE9-98C9-424F-8FE3-0F840244FC18}" type="presParOf" srcId="{AD181E89-A120-CE4B-B54A-7AF8C9A8FDAE}" destId="{F5F93022-1561-DD4F-993E-1F43A17E9D3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993932D-B877-4D49-9F27-DDEBE7B749F3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DC8AD5F-E057-C745-9BC0-D7F20F252283}">
      <dgm:prSet phldrT="[Text]"/>
      <dgm:spPr/>
      <dgm:t>
        <a:bodyPr/>
        <a:lstStyle/>
        <a:p>
          <a:r>
            <a:rPr lang="de-DE" dirty="0"/>
            <a:t>Template Operatoren</a:t>
          </a:r>
        </a:p>
      </dgm:t>
    </dgm:pt>
    <dgm:pt modelId="{3E9B5C01-3AAB-3447-A843-5C3A868A17C5}" type="parTrans" cxnId="{6F09E376-EC94-C145-BC08-42F3EEB4EE90}">
      <dgm:prSet/>
      <dgm:spPr/>
      <dgm:t>
        <a:bodyPr/>
        <a:lstStyle/>
        <a:p>
          <a:endParaRPr lang="de-DE"/>
        </a:p>
      </dgm:t>
    </dgm:pt>
    <dgm:pt modelId="{57858725-9789-2E40-83DA-223F2E6C986E}" type="sibTrans" cxnId="{6F09E376-EC94-C145-BC08-42F3EEB4EE90}">
      <dgm:prSet/>
      <dgm:spPr/>
      <dgm:t>
        <a:bodyPr/>
        <a:lstStyle/>
        <a:p>
          <a:endParaRPr lang="de-DE"/>
        </a:p>
      </dgm:t>
    </dgm:pt>
    <dgm:pt modelId="{7580ECE1-ACEC-4641-B6FA-82103BCF2D8F}">
      <dgm:prSet phldrT="[Text]"/>
      <dgm:spPr/>
      <dgm:t>
        <a:bodyPr/>
        <a:lstStyle/>
        <a:p>
          <a:r>
            <a:rPr lang="de-DE" dirty="0"/>
            <a:t>Evaluation Kontext</a:t>
          </a:r>
        </a:p>
      </dgm:t>
    </dgm:pt>
    <dgm:pt modelId="{20D6F8DF-BA45-1544-8D75-BA0F4B51C9AA}" type="parTrans" cxnId="{D5137189-C39E-864B-A4FA-74B39979BDF8}">
      <dgm:prSet/>
      <dgm:spPr/>
      <dgm:t>
        <a:bodyPr/>
        <a:lstStyle/>
        <a:p>
          <a:endParaRPr lang="de-DE"/>
        </a:p>
      </dgm:t>
    </dgm:pt>
    <dgm:pt modelId="{1865135D-D6AE-F24A-8425-FE5B0287B25E}" type="sibTrans" cxnId="{D5137189-C39E-864B-A4FA-74B39979BDF8}">
      <dgm:prSet/>
      <dgm:spPr/>
      <dgm:t>
        <a:bodyPr/>
        <a:lstStyle/>
        <a:p>
          <a:endParaRPr lang="de-DE"/>
        </a:p>
      </dgm:t>
    </dgm:pt>
    <dgm:pt modelId="{3AB61B9E-4A2E-5644-A4ED-6B9336F7A8DD}">
      <dgm:prSet phldrT="[Text]"/>
      <dgm:spPr/>
      <dgm:t>
        <a:bodyPr/>
        <a:lstStyle/>
        <a:p>
          <a:r>
            <a:rPr lang="de-DE" dirty="0"/>
            <a:t>Pipe Operator |</a:t>
          </a:r>
        </a:p>
      </dgm:t>
    </dgm:pt>
    <dgm:pt modelId="{EBBC5487-A3E0-9449-9C04-4D5A6B267B22}" type="parTrans" cxnId="{4B99E4B7-BBE0-604A-BA3E-413C84B5790A}">
      <dgm:prSet/>
      <dgm:spPr/>
      <dgm:t>
        <a:bodyPr/>
        <a:lstStyle/>
        <a:p>
          <a:endParaRPr lang="de-DE"/>
        </a:p>
      </dgm:t>
    </dgm:pt>
    <dgm:pt modelId="{21146429-2A08-1245-B837-6CA429F08C66}" type="sibTrans" cxnId="{4B99E4B7-BBE0-604A-BA3E-413C84B5790A}">
      <dgm:prSet/>
      <dgm:spPr/>
      <dgm:t>
        <a:bodyPr/>
        <a:lstStyle/>
        <a:p>
          <a:endParaRPr lang="de-DE"/>
        </a:p>
      </dgm:t>
    </dgm:pt>
    <dgm:pt modelId="{19CBA870-31D1-AD40-8CBC-A65F5B1634A3}">
      <dgm:prSet phldrT="[Text]"/>
      <dgm:spPr/>
      <dgm:t>
        <a:bodyPr/>
        <a:lstStyle/>
        <a:p>
          <a:r>
            <a:rPr lang="de-DE" dirty="0" err="1"/>
            <a:t>Elivs</a:t>
          </a:r>
          <a:r>
            <a:rPr lang="de-DE" dirty="0"/>
            <a:t> Operator als Safe Navigation ?.</a:t>
          </a:r>
        </a:p>
      </dgm:t>
    </dgm:pt>
    <dgm:pt modelId="{E701AB9E-A91D-294A-8743-9C4904852B19}" type="parTrans" cxnId="{9A24B10F-57E5-1342-BC17-1C56C8F4160C}">
      <dgm:prSet/>
      <dgm:spPr/>
      <dgm:t>
        <a:bodyPr/>
        <a:lstStyle/>
        <a:p>
          <a:endParaRPr lang="de-DE"/>
        </a:p>
      </dgm:t>
    </dgm:pt>
    <dgm:pt modelId="{8C6665BA-1D69-C148-B377-0EA188AEA810}" type="sibTrans" cxnId="{9A24B10F-57E5-1342-BC17-1C56C8F4160C}">
      <dgm:prSet/>
      <dgm:spPr/>
      <dgm:t>
        <a:bodyPr/>
        <a:lstStyle/>
        <a:p>
          <a:endParaRPr lang="de-DE"/>
        </a:p>
      </dgm:t>
    </dgm:pt>
    <dgm:pt modelId="{8F4628A2-DEF2-8D43-9AC1-C109646C43CA}">
      <dgm:prSet phldrT="[Text]"/>
      <dgm:spPr/>
      <dgm:t>
        <a:bodyPr/>
        <a:lstStyle/>
        <a:p>
          <a:r>
            <a:rPr lang="de-DE" dirty="0"/>
            <a:t>Globaler Namensraum nicht zugreifbar</a:t>
          </a:r>
        </a:p>
      </dgm:t>
    </dgm:pt>
    <dgm:pt modelId="{841D39BF-487F-8D43-8B1F-6A107AB9CF8B}" type="parTrans" cxnId="{7EE5C24D-2B04-CA4E-91BB-07B07A809697}">
      <dgm:prSet/>
      <dgm:spPr/>
      <dgm:t>
        <a:bodyPr/>
        <a:lstStyle/>
        <a:p>
          <a:endParaRPr lang="de-DE"/>
        </a:p>
      </dgm:t>
    </dgm:pt>
    <dgm:pt modelId="{EFD57211-5120-1945-98E9-DD7D3B2F438D}" type="sibTrans" cxnId="{7EE5C24D-2B04-CA4E-91BB-07B07A809697}">
      <dgm:prSet/>
      <dgm:spPr/>
      <dgm:t>
        <a:bodyPr/>
        <a:lstStyle/>
        <a:p>
          <a:endParaRPr lang="de-DE"/>
        </a:p>
      </dgm:t>
    </dgm:pt>
    <dgm:pt modelId="{BB5B0957-37E7-9945-AD25-5CD47AA8E83E}">
      <dgm:prSet phldrT="[Text]"/>
      <dgm:spPr/>
      <dgm:t>
        <a:bodyPr/>
        <a:lstStyle/>
        <a:p>
          <a:r>
            <a:rPr lang="de-DE" dirty="0" err="1"/>
            <a:t>this</a:t>
          </a:r>
          <a:r>
            <a:rPr lang="de-DE" dirty="0"/>
            <a:t> --&gt; </a:t>
          </a:r>
          <a:r>
            <a:rPr lang="de-DE" dirty="0" err="1"/>
            <a:t>Instanzvariablen</a:t>
          </a:r>
          <a:r>
            <a:rPr lang="de-DE" dirty="0"/>
            <a:t> der @</a:t>
          </a:r>
          <a:r>
            <a:rPr lang="de-DE" dirty="0" err="1"/>
            <a:t>Component</a:t>
          </a:r>
          <a:r>
            <a:rPr lang="de-DE" dirty="0"/>
            <a:t> Klasse</a:t>
          </a:r>
        </a:p>
      </dgm:t>
    </dgm:pt>
    <dgm:pt modelId="{B3E54306-BB23-8944-862D-99C709815FAE}" type="parTrans" cxnId="{07F6098B-1C7E-5547-9EC5-8F78513AC49E}">
      <dgm:prSet/>
      <dgm:spPr/>
      <dgm:t>
        <a:bodyPr/>
        <a:lstStyle/>
        <a:p>
          <a:endParaRPr lang="de-DE"/>
        </a:p>
      </dgm:t>
    </dgm:pt>
    <dgm:pt modelId="{7B6487FE-728B-EF45-92FA-CA01B6931CB2}" type="sibTrans" cxnId="{07F6098B-1C7E-5547-9EC5-8F78513AC49E}">
      <dgm:prSet/>
      <dgm:spPr/>
      <dgm:t>
        <a:bodyPr/>
        <a:lstStyle/>
        <a:p>
          <a:endParaRPr lang="de-DE"/>
        </a:p>
      </dgm:t>
    </dgm:pt>
    <dgm:pt modelId="{A686048A-E082-834D-8CB1-73E3405219D7}">
      <dgm:prSet phldrT="[Text]"/>
      <dgm:spPr/>
      <dgm:t>
        <a:bodyPr/>
        <a:lstStyle/>
        <a:p>
          <a:r>
            <a:rPr lang="de-DE" dirty="0"/>
            <a:t>Eigene Template Variablen</a:t>
          </a:r>
        </a:p>
      </dgm:t>
    </dgm:pt>
    <dgm:pt modelId="{CED99273-C1C8-D54D-AF28-4BD02A7225D1}" type="parTrans" cxnId="{E1E177FD-03AF-E248-87CB-7823D42F3E2C}">
      <dgm:prSet/>
      <dgm:spPr/>
      <dgm:t>
        <a:bodyPr/>
        <a:lstStyle/>
        <a:p>
          <a:endParaRPr lang="de-DE"/>
        </a:p>
      </dgm:t>
    </dgm:pt>
    <dgm:pt modelId="{29A0F4A1-A9A8-554A-A1D4-A3605CCA08F4}" type="sibTrans" cxnId="{E1E177FD-03AF-E248-87CB-7823D42F3E2C}">
      <dgm:prSet/>
      <dgm:spPr/>
      <dgm:t>
        <a:bodyPr/>
        <a:lstStyle/>
        <a:p>
          <a:endParaRPr lang="de-DE"/>
        </a:p>
      </dgm:t>
    </dgm:pt>
    <dgm:pt modelId="{34C14D68-AE7C-164C-88C9-9491A866C0C6}">
      <dgm:prSet phldrT="[Text]"/>
      <dgm:spPr/>
      <dgm:t>
        <a:bodyPr/>
        <a:lstStyle/>
        <a:p>
          <a:r>
            <a:rPr lang="de-DE" dirty="0"/>
            <a:t>Was geht nicht</a:t>
          </a:r>
        </a:p>
      </dgm:t>
    </dgm:pt>
    <dgm:pt modelId="{131CDE94-8B0D-2A41-A85B-C822C7688758}" type="parTrans" cxnId="{49ED00EC-D3EC-1A4E-A1C9-979978F71DEF}">
      <dgm:prSet/>
      <dgm:spPr/>
      <dgm:t>
        <a:bodyPr/>
        <a:lstStyle/>
        <a:p>
          <a:endParaRPr lang="de-DE"/>
        </a:p>
      </dgm:t>
    </dgm:pt>
    <dgm:pt modelId="{486649D2-723B-5748-97EB-E8724454A547}" type="sibTrans" cxnId="{49ED00EC-D3EC-1A4E-A1C9-979978F71DEF}">
      <dgm:prSet/>
      <dgm:spPr/>
      <dgm:t>
        <a:bodyPr/>
        <a:lstStyle/>
        <a:p>
          <a:endParaRPr lang="de-DE"/>
        </a:p>
      </dgm:t>
    </dgm:pt>
    <dgm:pt modelId="{13776300-F725-6F49-8706-0FDE9774630A}">
      <dgm:prSet phldrT="[Text]"/>
      <dgm:spPr/>
      <dgm:t>
        <a:bodyPr/>
        <a:lstStyle/>
        <a:p>
          <a:r>
            <a:rPr lang="de-DE" dirty="0" err="1"/>
            <a:t>new</a:t>
          </a:r>
          <a:r>
            <a:rPr lang="de-DE" dirty="0"/>
            <a:t> Operator</a:t>
          </a:r>
        </a:p>
      </dgm:t>
    </dgm:pt>
    <dgm:pt modelId="{C12DBBAA-1625-134A-9486-6F785EFAB7B5}" type="parTrans" cxnId="{EAA9CC6B-FF6C-934D-A0DD-F2E58F01075B}">
      <dgm:prSet/>
      <dgm:spPr/>
      <dgm:t>
        <a:bodyPr/>
        <a:lstStyle/>
        <a:p>
          <a:endParaRPr lang="de-DE"/>
        </a:p>
      </dgm:t>
    </dgm:pt>
    <dgm:pt modelId="{9A651ADA-DDC3-A64D-A083-5C8E8F88E2EE}" type="sibTrans" cxnId="{EAA9CC6B-FF6C-934D-A0DD-F2E58F01075B}">
      <dgm:prSet/>
      <dgm:spPr/>
      <dgm:t>
        <a:bodyPr/>
        <a:lstStyle/>
        <a:p>
          <a:endParaRPr lang="de-DE"/>
        </a:p>
      </dgm:t>
    </dgm:pt>
    <dgm:pt modelId="{B8159EF1-57D0-7140-ABD7-313C5E6F98CC}">
      <dgm:prSet phldrT="[Text]"/>
      <dgm:spPr/>
      <dgm:t>
        <a:bodyPr/>
        <a:lstStyle/>
        <a:p>
          <a:r>
            <a:rPr lang="de-DE" dirty="0"/>
            <a:t>Bit-Operatoren | und &amp;</a:t>
          </a:r>
        </a:p>
      </dgm:t>
    </dgm:pt>
    <dgm:pt modelId="{9A67E168-B7E2-F344-A4BF-6784816A0F88}" type="parTrans" cxnId="{395D2FEE-84E5-454E-BF91-6C6DC69D0BE4}">
      <dgm:prSet/>
      <dgm:spPr/>
      <dgm:t>
        <a:bodyPr/>
        <a:lstStyle/>
        <a:p>
          <a:endParaRPr lang="de-DE"/>
        </a:p>
      </dgm:t>
    </dgm:pt>
    <dgm:pt modelId="{AC09F5DC-6D83-6B4E-9760-A325B220D836}" type="sibTrans" cxnId="{395D2FEE-84E5-454E-BF91-6C6DC69D0BE4}">
      <dgm:prSet/>
      <dgm:spPr/>
      <dgm:t>
        <a:bodyPr/>
        <a:lstStyle/>
        <a:p>
          <a:endParaRPr lang="de-DE"/>
        </a:p>
      </dgm:t>
    </dgm:pt>
    <dgm:pt modelId="{826C3B17-E829-FD4F-9519-38D62E8819AF}">
      <dgm:prSet phldrT="[Text]"/>
      <dgm:spPr/>
      <dgm:t>
        <a:bodyPr/>
        <a:lstStyle/>
        <a:p>
          <a:r>
            <a:rPr lang="de-DE" dirty="0"/>
            <a:t>Inkrement bzw. Dekrement</a:t>
          </a:r>
        </a:p>
      </dgm:t>
    </dgm:pt>
    <dgm:pt modelId="{B37D2F4E-A4C8-5149-8450-4EDD9EADEDD7}" type="parTrans" cxnId="{71E112EA-6A8B-1547-8404-C270A3DDC585}">
      <dgm:prSet/>
      <dgm:spPr/>
      <dgm:t>
        <a:bodyPr/>
        <a:lstStyle/>
        <a:p>
          <a:endParaRPr lang="de-DE"/>
        </a:p>
      </dgm:t>
    </dgm:pt>
    <dgm:pt modelId="{48DCA76D-FD96-EF44-ABC2-FD53AC11A4E0}" type="sibTrans" cxnId="{71E112EA-6A8B-1547-8404-C270A3DDC585}">
      <dgm:prSet/>
      <dgm:spPr/>
      <dgm:t>
        <a:bodyPr/>
        <a:lstStyle/>
        <a:p>
          <a:endParaRPr lang="de-DE"/>
        </a:p>
      </dgm:t>
    </dgm:pt>
    <dgm:pt modelId="{4E79E88F-18C8-884B-BF32-AE41C041D9CC}" type="pres">
      <dgm:prSet presAssocID="{1993932D-B877-4D49-9F27-DDEBE7B749F3}" presName="linear" presStyleCnt="0">
        <dgm:presLayoutVars>
          <dgm:dir/>
          <dgm:animLvl val="lvl"/>
          <dgm:resizeHandles val="exact"/>
        </dgm:presLayoutVars>
      </dgm:prSet>
      <dgm:spPr/>
    </dgm:pt>
    <dgm:pt modelId="{5F19B447-A0B4-044E-9856-64B3DF957651}" type="pres">
      <dgm:prSet presAssocID="{BDC8AD5F-E057-C745-9BC0-D7F20F252283}" presName="parentLin" presStyleCnt="0"/>
      <dgm:spPr/>
    </dgm:pt>
    <dgm:pt modelId="{2DAF25DC-B44D-6F44-9862-C4D498337175}" type="pres">
      <dgm:prSet presAssocID="{BDC8AD5F-E057-C745-9BC0-D7F20F252283}" presName="parentLeftMargin" presStyleLbl="node1" presStyleIdx="0" presStyleCnt="3"/>
      <dgm:spPr/>
    </dgm:pt>
    <dgm:pt modelId="{5202CEB0-16B7-4D40-BC11-729BF95DB8C6}" type="pres">
      <dgm:prSet presAssocID="{BDC8AD5F-E057-C745-9BC0-D7F20F25228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D497428-CC8D-B74B-B494-0ED19CAF24C9}" type="pres">
      <dgm:prSet presAssocID="{BDC8AD5F-E057-C745-9BC0-D7F20F252283}" presName="negativeSpace" presStyleCnt="0"/>
      <dgm:spPr/>
    </dgm:pt>
    <dgm:pt modelId="{486A9BEA-F847-4040-A8F5-FD6605508718}" type="pres">
      <dgm:prSet presAssocID="{BDC8AD5F-E057-C745-9BC0-D7F20F252283}" presName="childText" presStyleLbl="conFgAcc1" presStyleIdx="0" presStyleCnt="3">
        <dgm:presLayoutVars>
          <dgm:bulletEnabled val="1"/>
        </dgm:presLayoutVars>
      </dgm:prSet>
      <dgm:spPr/>
    </dgm:pt>
    <dgm:pt modelId="{AEC95825-0795-944E-8C26-3C8F5235303B}" type="pres">
      <dgm:prSet presAssocID="{57858725-9789-2E40-83DA-223F2E6C986E}" presName="spaceBetweenRectangles" presStyleCnt="0"/>
      <dgm:spPr/>
    </dgm:pt>
    <dgm:pt modelId="{7AF544AE-B80B-FF4C-8137-E92BC31BC813}" type="pres">
      <dgm:prSet presAssocID="{7580ECE1-ACEC-4641-B6FA-82103BCF2D8F}" presName="parentLin" presStyleCnt="0"/>
      <dgm:spPr/>
    </dgm:pt>
    <dgm:pt modelId="{FED1427D-39AE-A74C-97BD-39270BAEB0B3}" type="pres">
      <dgm:prSet presAssocID="{7580ECE1-ACEC-4641-B6FA-82103BCF2D8F}" presName="parentLeftMargin" presStyleLbl="node1" presStyleIdx="0" presStyleCnt="3"/>
      <dgm:spPr/>
    </dgm:pt>
    <dgm:pt modelId="{5310B6EA-5864-1B4C-9625-C056B4C29F34}" type="pres">
      <dgm:prSet presAssocID="{7580ECE1-ACEC-4641-B6FA-82103BCF2D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43ACBDC-7D51-A943-820C-1FDA9B81C174}" type="pres">
      <dgm:prSet presAssocID="{7580ECE1-ACEC-4641-B6FA-82103BCF2D8F}" presName="negativeSpace" presStyleCnt="0"/>
      <dgm:spPr/>
    </dgm:pt>
    <dgm:pt modelId="{C6CB5430-CED1-A348-986D-FE18CC657550}" type="pres">
      <dgm:prSet presAssocID="{7580ECE1-ACEC-4641-B6FA-82103BCF2D8F}" presName="childText" presStyleLbl="conFgAcc1" presStyleIdx="1" presStyleCnt="3">
        <dgm:presLayoutVars>
          <dgm:bulletEnabled val="1"/>
        </dgm:presLayoutVars>
      </dgm:prSet>
      <dgm:spPr/>
    </dgm:pt>
    <dgm:pt modelId="{34AC0287-6656-E74A-9180-82D96BB6BFF9}" type="pres">
      <dgm:prSet presAssocID="{1865135D-D6AE-F24A-8425-FE5B0287B25E}" presName="spaceBetweenRectangles" presStyleCnt="0"/>
      <dgm:spPr/>
    </dgm:pt>
    <dgm:pt modelId="{48000AA2-5EA8-4A4E-A48C-9D150AABB55E}" type="pres">
      <dgm:prSet presAssocID="{34C14D68-AE7C-164C-88C9-9491A866C0C6}" presName="parentLin" presStyleCnt="0"/>
      <dgm:spPr/>
    </dgm:pt>
    <dgm:pt modelId="{1328BB9C-AE3B-474C-BEA3-6743823BF4EC}" type="pres">
      <dgm:prSet presAssocID="{34C14D68-AE7C-164C-88C9-9491A866C0C6}" presName="parentLeftMargin" presStyleLbl="node1" presStyleIdx="1" presStyleCnt="3"/>
      <dgm:spPr/>
    </dgm:pt>
    <dgm:pt modelId="{6C085811-A8B6-9D40-B9F3-8085E71D5E6F}" type="pres">
      <dgm:prSet presAssocID="{34C14D68-AE7C-164C-88C9-9491A866C0C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F67E264-D6F6-7A49-860F-9D5C72B8E86B}" type="pres">
      <dgm:prSet presAssocID="{34C14D68-AE7C-164C-88C9-9491A866C0C6}" presName="negativeSpace" presStyleCnt="0"/>
      <dgm:spPr/>
    </dgm:pt>
    <dgm:pt modelId="{6B88DEFE-8CDA-9446-B0C9-4194498CC200}" type="pres">
      <dgm:prSet presAssocID="{34C14D68-AE7C-164C-88C9-9491A866C0C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103E703-262E-9F4A-9D7D-931CFC5DB401}" type="presOf" srcId="{34C14D68-AE7C-164C-88C9-9491A866C0C6}" destId="{1328BB9C-AE3B-474C-BEA3-6743823BF4EC}" srcOrd="0" destOrd="0" presId="urn:microsoft.com/office/officeart/2005/8/layout/list1"/>
    <dgm:cxn modelId="{9A24B10F-57E5-1342-BC17-1C56C8F4160C}" srcId="{BDC8AD5F-E057-C745-9BC0-D7F20F252283}" destId="{19CBA870-31D1-AD40-8CBC-A65F5B1634A3}" srcOrd="1" destOrd="0" parTransId="{E701AB9E-A91D-294A-8743-9C4904852B19}" sibTransId="{8C6665BA-1D69-C148-B377-0EA188AEA810}"/>
    <dgm:cxn modelId="{476E3024-EBAC-B44D-B8A2-57885ED7175E}" type="presOf" srcId="{3AB61B9E-4A2E-5644-A4ED-6B9336F7A8DD}" destId="{486A9BEA-F847-4040-A8F5-FD6605508718}" srcOrd="0" destOrd="0" presId="urn:microsoft.com/office/officeart/2005/8/layout/list1"/>
    <dgm:cxn modelId="{C161CD63-9EDA-1B43-9F47-F3BB345E0E4A}" type="presOf" srcId="{7580ECE1-ACEC-4641-B6FA-82103BCF2D8F}" destId="{FED1427D-39AE-A74C-97BD-39270BAEB0B3}" srcOrd="0" destOrd="0" presId="urn:microsoft.com/office/officeart/2005/8/layout/list1"/>
    <dgm:cxn modelId="{EAA9CC6B-FF6C-934D-A0DD-F2E58F01075B}" srcId="{34C14D68-AE7C-164C-88C9-9491A866C0C6}" destId="{13776300-F725-6F49-8706-0FDE9774630A}" srcOrd="0" destOrd="0" parTransId="{C12DBBAA-1625-134A-9486-6F785EFAB7B5}" sibTransId="{9A651ADA-DDC3-A64D-A083-5C8E8F88E2EE}"/>
    <dgm:cxn modelId="{7EE5C24D-2B04-CA4E-91BB-07B07A809697}" srcId="{7580ECE1-ACEC-4641-B6FA-82103BCF2D8F}" destId="{8F4628A2-DEF2-8D43-9AC1-C109646C43CA}" srcOrd="0" destOrd="0" parTransId="{841D39BF-487F-8D43-8B1F-6A107AB9CF8B}" sibTransId="{EFD57211-5120-1945-98E9-DD7D3B2F438D}"/>
    <dgm:cxn modelId="{6F09E376-EC94-C145-BC08-42F3EEB4EE90}" srcId="{1993932D-B877-4D49-9F27-DDEBE7B749F3}" destId="{BDC8AD5F-E057-C745-9BC0-D7F20F252283}" srcOrd="0" destOrd="0" parTransId="{3E9B5C01-3AAB-3447-A843-5C3A868A17C5}" sibTransId="{57858725-9789-2E40-83DA-223F2E6C986E}"/>
    <dgm:cxn modelId="{C3087F78-F869-CC4B-A5CA-5F5276EE158D}" type="presOf" srcId="{A686048A-E082-834D-8CB1-73E3405219D7}" destId="{C6CB5430-CED1-A348-986D-FE18CC657550}" srcOrd="0" destOrd="2" presId="urn:microsoft.com/office/officeart/2005/8/layout/list1"/>
    <dgm:cxn modelId="{99F4E358-EFDD-2145-BCFD-EE06BB3F74E8}" type="presOf" srcId="{34C14D68-AE7C-164C-88C9-9491A866C0C6}" destId="{6C085811-A8B6-9D40-B9F3-8085E71D5E6F}" srcOrd="1" destOrd="0" presId="urn:microsoft.com/office/officeart/2005/8/layout/list1"/>
    <dgm:cxn modelId="{CCB94A7D-5BB7-934A-AA69-A4399BE6A5F2}" type="presOf" srcId="{19CBA870-31D1-AD40-8CBC-A65F5B1634A3}" destId="{486A9BEA-F847-4040-A8F5-FD6605508718}" srcOrd="0" destOrd="1" presId="urn:microsoft.com/office/officeart/2005/8/layout/list1"/>
    <dgm:cxn modelId="{D5137189-C39E-864B-A4FA-74B39979BDF8}" srcId="{1993932D-B877-4D49-9F27-DDEBE7B749F3}" destId="{7580ECE1-ACEC-4641-B6FA-82103BCF2D8F}" srcOrd="1" destOrd="0" parTransId="{20D6F8DF-BA45-1544-8D75-BA0F4B51C9AA}" sibTransId="{1865135D-D6AE-F24A-8425-FE5B0287B25E}"/>
    <dgm:cxn modelId="{07F6098B-1C7E-5547-9EC5-8F78513AC49E}" srcId="{7580ECE1-ACEC-4641-B6FA-82103BCF2D8F}" destId="{BB5B0957-37E7-9945-AD25-5CD47AA8E83E}" srcOrd="1" destOrd="0" parTransId="{B3E54306-BB23-8944-862D-99C709815FAE}" sibTransId="{7B6487FE-728B-EF45-92FA-CA01B6931CB2}"/>
    <dgm:cxn modelId="{D6ADBA8E-6FA6-254B-88AD-3CF7A686AF81}" type="presOf" srcId="{BDC8AD5F-E057-C745-9BC0-D7F20F252283}" destId="{5202CEB0-16B7-4D40-BC11-729BF95DB8C6}" srcOrd="1" destOrd="0" presId="urn:microsoft.com/office/officeart/2005/8/layout/list1"/>
    <dgm:cxn modelId="{EE969898-24EA-3248-AAFB-917A8260EF61}" type="presOf" srcId="{B8159EF1-57D0-7140-ABD7-313C5E6F98CC}" destId="{6B88DEFE-8CDA-9446-B0C9-4194498CC200}" srcOrd="0" destOrd="1" presId="urn:microsoft.com/office/officeart/2005/8/layout/list1"/>
    <dgm:cxn modelId="{73165DAA-561D-8043-818F-B259D9B44F7C}" type="presOf" srcId="{8F4628A2-DEF2-8D43-9AC1-C109646C43CA}" destId="{C6CB5430-CED1-A348-986D-FE18CC657550}" srcOrd="0" destOrd="0" presId="urn:microsoft.com/office/officeart/2005/8/layout/list1"/>
    <dgm:cxn modelId="{1FAC23AE-C704-D646-A036-D0A158D04B38}" type="presOf" srcId="{BDC8AD5F-E057-C745-9BC0-D7F20F252283}" destId="{2DAF25DC-B44D-6F44-9862-C4D498337175}" srcOrd="0" destOrd="0" presId="urn:microsoft.com/office/officeart/2005/8/layout/list1"/>
    <dgm:cxn modelId="{4B99E4B7-BBE0-604A-BA3E-413C84B5790A}" srcId="{BDC8AD5F-E057-C745-9BC0-D7F20F252283}" destId="{3AB61B9E-4A2E-5644-A4ED-6B9336F7A8DD}" srcOrd="0" destOrd="0" parTransId="{EBBC5487-A3E0-9449-9C04-4D5A6B267B22}" sibTransId="{21146429-2A08-1245-B837-6CA429F08C66}"/>
    <dgm:cxn modelId="{3F017FBA-B4EE-294E-839C-37412F8ABA09}" type="presOf" srcId="{7580ECE1-ACEC-4641-B6FA-82103BCF2D8F}" destId="{5310B6EA-5864-1B4C-9625-C056B4C29F34}" srcOrd="1" destOrd="0" presId="urn:microsoft.com/office/officeart/2005/8/layout/list1"/>
    <dgm:cxn modelId="{0AD3FDBC-CAD3-9448-B876-238A7A2C1CCB}" type="presOf" srcId="{826C3B17-E829-FD4F-9519-38D62E8819AF}" destId="{6B88DEFE-8CDA-9446-B0C9-4194498CC200}" srcOrd="0" destOrd="2" presId="urn:microsoft.com/office/officeart/2005/8/layout/list1"/>
    <dgm:cxn modelId="{8746B1DA-A27D-AB42-962D-D87DD329B4F9}" type="presOf" srcId="{BB5B0957-37E7-9945-AD25-5CD47AA8E83E}" destId="{C6CB5430-CED1-A348-986D-FE18CC657550}" srcOrd="0" destOrd="1" presId="urn:microsoft.com/office/officeart/2005/8/layout/list1"/>
    <dgm:cxn modelId="{EA2A89DF-E529-F84A-95E0-983C0C31A1BB}" type="presOf" srcId="{1993932D-B877-4D49-9F27-DDEBE7B749F3}" destId="{4E79E88F-18C8-884B-BF32-AE41C041D9CC}" srcOrd="0" destOrd="0" presId="urn:microsoft.com/office/officeart/2005/8/layout/list1"/>
    <dgm:cxn modelId="{420A93E4-E842-344D-9DEC-FFAFD749131B}" type="presOf" srcId="{13776300-F725-6F49-8706-0FDE9774630A}" destId="{6B88DEFE-8CDA-9446-B0C9-4194498CC200}" srcOrd="0" destOrd="0" presId="urn:microsoft.com/office/officeart/2005/8/layout/list1"/>
    <dgm:cxn modelId="{71E112EA-6A8B-1547-8404-C270A3DDC585}" srcId="{34C14D68-AE7C-164C-88C9-9491A866C0C6}" destId="{826C3B17-E829-FD4F-9519-38D62E8819AF}" srcOrd="2" destOrd="0" parTransId="{B37D2F4E-A4C8-5149-8450-4EDD9EADEDD7}" sibTransId="{48DCA76D-FD96-EF44-ABC2-FD53AC11A4E0}"/>
    <dgm:cxn modelId="{49ED00EC-D3EC-1A4E-A1C9-979978F71DEF}" srcId="{1993932D-B877-4D49-9F27-DDEBE7B749F3}" destId="{34C14D68-AE7C-164C-88C9-9491A866C0C6}" srcOrd="2" destOrd="0" parTransId="{131CDE94-8B0D-2A41-A85B-C822C7688758}" sibTransId="{486649D2-723B-5748-97EB-E8724454A547}"/>
    <dgm:cxn modelId="{395D2FEE-84E5-454E-BF91-6C6DC69D0BE4}" srcId="{34C14D68-AE7C-164C-88C9-9491A866C0C6}" destId="{B8159EF1-57D0-7140-ABD7-313C5E6F98CC}" srcOrd="1" destOrd="0" parTransId="{9A67E168-B7E2-F344-A4BF-6784816A0F88}" sibTransId="{AC09F5DC-6D83-6B4E-9760-A325B220D836}"/>
    <dgm:cxn modelId="{E1E177FD-03AF-E248-87CB-7823D42F3E2C}" srcId="{7580ECE1-ACEC-4641-B6FA-82103BCF2D8F}" destId="{A686048A-E082-834D-8CB1-73E3405219D7}" srcOrd="2" destOrd="0" parTransId="{CED99273-C1C8-D54D-AF28-4BD02A7225D1}" sibTransId="{29A0F4A1-A9A8-554A-A1D4-A3605CCA08F4}"/>
    <dgm:cxn modelId="{85657A1C-5F1F-704B-B7F5-F7A6FF0D2FE8}" type="presParOf" srcId="{4E79E88F-18C8-884B-BF32-AE41C041D9CC}" destId="{5F19B447-A0B4-044E-9856-64B3DF957651}" srcOrd="0" destOrd="0" presId="urn:microsoft.com/office/officeart/2005/8/layout/list1"/>
    <dgm:cxn modelId="{7D9961E6-866B-F64B-886F-64372BE9EC68}" type="presParOf" srcId="{5F19B447-A0B4-044E-9856-64B3DF957651}" destId="{2DAF25DC-B44D-6F44-9862-C4D498337175}" srcOrd="0" destOrd="0" presId="urn:microsoft.com/office/officeart/2005/8/layout/list1"/>
    <dgm:cxn modelId="{3112C553-25DF-5646-BA72-A9D46615B7F4}" type="presParOf" srcId="{5F19B447-A0B4-044E-9856-64B3DF957651}" destId="{5202CEB0-16B7-4D40-BC11-729BF95DB8C6}" srcOrd="1" destOrd="0" presId="urn:microsoft.com/office/officeart/2005/8/layout/list1"/>
    <dgm:cxn modelId="{597F56A8-5F13-EA4F-BE25-22A88C7145B9}" type="presParOf" srcId="{4E79E88F-18C8-884B-BF32-AE41C041D9CC}" destId="{7D497428-CC8D-B74B-B494-0ED19CAF24C9}" srcOrd="1" destOrd="0" presId="urn:microsoft.com/office/officeart/2005/8/layout/list1"/>
    <dgm:cxn modelId="{AF483F38-0373-8C44-BF9B-AADD7B681424}" type="presParOf" srcId="{4E79E88F-18C8-884B-BF32-AE41C041D9CC}" destId="{486A9BEA-F847-4040-A8F5-FD6605508718}" srcOrd="2" destOrd="0" presId="urn:microsoft.com/office/officeart/2005/8/layout/list1"/>
    <dgm:cxn modelId="{E9B94DB3-5E3D-B54A-9630-E60728A57618}" type="presParOf" srcId="{4E79E88F-18C8-884B-BF32-AE41C041D9CC}" destId="{AEC95825-0795-944E-8C26-3C8F5235303B}" srcOrd="3" destOrd="0" presId="urn:microsoft.com/office/officeart/2005/8/layout/list1"/>
    <dgm:cxn modelId="{B3728048-CADA-AB46-9434-9A05D1B8A2A6}" type="presParOf" srcId="{4E79E88F-18C8-884B-BF32-AE41C041D9CC}" destId="{7AF544AE-B80B-FF4C-8137-E92BC31BC813}" srcOrd="4" destOrd="0" presId="urn:microsoft.com/office/officeart/2005/8/layout/list1"/>
    <dgm:cxn modelId="{EEB0A904-BBDE-8C47-AD64-C051EBC91D46}" type="presParOf" srcId="{7AF544AE-B80B-FF4C-8137-E92BC31BC813}" destId="{FED1427D-39AE-A74C-97BD-39270BAEB0B3}" srcOrd="0" destOrd="0" presId="urn:microsoft.com/office/officeart/2005/8/layout/list1"/>
    <dgm:cxn modelId="{F903373C-7E6A-1246-87C5-40156077F433}" type="presParOf" srcId="{7AF544AE-B80B-FF4C-8137-E92BC31BC813}" destId="{5310B6EA-5864-1B4C-9625-C056B4C29F34}" srcOrd="1" destOrd="0" presId="urn:microsoft.com/office/officeart/2005/8/layout/list1"/>
    <dgm:cxn modelId="{0E4C123B-CB24-9245-9BF2-85B052CFE8B4}" type="presParOf" srcId="{4E79E88F-18C8-884B-BF32-AE41C041D9CC}" destId="{943ACBDC-7D51-A943-820C-1FDA9B81C174}" srcOrd="5" destOrd="0" presId="urn:microsoft.com/office/officeart/2005/8/layout/list1"/>
    <dgm:cxn modelId="{F6F48030-DB47-8D4B-871A-315340671494}" type="presParOf" srcId="{4E79E88F-18C8-884B-BF32-AE41C041D9CC}" destId="{C6CB5430-CED1-A348-986D-FE18CC657550}" srcOrd="6" destOrd="0" presId="urn:microsoft.com/office/officeart/2005/8/layout/list1"/>
    <dgm:cxn modelId="{59A2C561-44BD-6A45-B8A4-57A590517826}" type="presParOf" srcId="{4E79E88F-18C8-884B-BF32-AE41C041D9CC}" destId="{34AC0287-6656-E74A-9180-82D96BB6BFF9}" srcOrd="7" destOrd="0" presId="urn:microsoft.com/office/officeart/2005/8/layout/list1"/>
    <dgm:cxn modelId="{19D10126-A8C6-1641-B86F-6F2BA63DC142}" type="presParOf" srcId="{4E79E88F-18C8-884B-BF32-AE41C041D9CC}" destId="{48000AA2-5EA8-4A4E-A48C-9D150AABB55E}" srcOrd="8" destOrd="0" presId="urn:microsoft.com/office/officeart/2005/8/layout/list1"/>
    <dgm:cxn modelId="{5F5F9BFF-E4B8-7C4A-A429-A36FCB9E6AFD}" type="presParOf" srcId="{48000AA2-5EA8-4A4E-A48C-9D150AABB55E}" destId="{1328BB9C-AE3B-474C-BEA3-6743823BF4EC}" srcOrd="0" destOrd="0" presId="urn:microsoft.com/office/officeart/2005/8/layout/list1"/>
    <dgm:cxn modelId="{4494135A-0B52-F649-AC74-9FEAC1707F0A}" type="presParOf" srcId="{48000AA2-5EA8-4A4E-A48C-9D150AABB55E}" destId="{6C085811-A8B6-9D40-B9F3-8085E71D5E6F}" srcOrd="1" destOrd="0" presId="urn:microsoft.com/office/officeart/2005/8/layout/list1"/>
    <dgm:cxn modelId="{641887C4-3AD1-8E44-B242-E8C966B948DE}" type="presParOf" srcId="{4E79E88F-18C8-884B-BF32-AE41C041D9CC}" destId="{9F67E264-D6F6-7A49-860F-9D5C72B8E86B}" srcOrd="9" destOrd="0" presId="urn:microsoft.com/office/officeart/2005/8/layout/list1"/>
    <dgm:cxn modelId="{1856EE98-9D1A-814F-A810-63684A4A5563}" type="presParOf" srcId="{4E79E88F-18C8-884B-BF32-AE41C041D9CC}" destId="{6B88DEFE-8CDA-9446-B0C9-4194498CC200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60D69EC-337A-410E-98C9-B47782E5B8E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76CB2D9-1448-4B10-BA6D-E30012C0EBED}">
      <dgm:prSet/>
      <dgm:spPr/>
      <dgm:t>
        <a:bodyPr/>
        <a:lstStyle/>
        <a:p>
          <a:r>
            <a:rPr lang="de-DE" dirty="0"/>
            <a:t>Services sind </a:t>
          </a:r>
          <a:r>
            <a:rPr lang="de-DE" dirty="0" err="1"/>
            <a:t>TypeScript</a:t>
          </a:r>
          <a:r>
            <a:rPr lang="de-DE" dirty="0"/>
            <a:t>-Klassen</a:t>
          </a:r>
          <a:endParaRPr lang="en-US" dirty="0"/>
        </a:p>
      </dgm:t>
    </dgm:pt>
    <dgm:pt modelId="{247CDC3D-CBE0-4F4D-99BA-9C0421175A56}" type="parTrans" cxnId="{5ACF4F60-07E9-4E75-BE8E-338A16A435E0}">
      <dgm:prSet/>
      <dgm:spPr/>
      <dgm:t>
        <a:bodyPr/>
        <a:lstStyle/>
        <a:p>
          <a:endParaRPr lang="en-US"/>
        </a:p>
      </dgm:t>
    </dgm:pt>
    <dgm:pt modelId="{C22B9881-734C-4781-AA03-38255CC07D5D}" type="sibTrans" cxnId="{5ACF4F60-07E9-4E75-BE8E-338A16A435E0}">
      <dgm:prSet/>
      <dgm:spPr/>
      <dgm:t>
        <a:bodyPr/>
        <a:lstStyle/>
        <a:p>
          <a:endParaRPr lang="en-US"/>
        </a:p>
      </dgm:t>
    </dgm:pt>
    <dgm:pt modelId="{2AD4B2DB-8230-4E56-A4C8-12BD92D28130}">
      <dgm:prSet/>
      <dgm:spPr/>
      <dgm:t>
        <a:bodyPr/>
        <a:lstStyle/>
        <a:p>
          <a:r>
            <a:rPr lang="de-DE"/>
            <a:t>Diese werden ausschließlich vom Angular-Framework instanziert</a:t>
          </a:r>
          <a:endParaRPr lang="en-US"/>
        </a:p>
      </dgm:t>
    </dgm:pt>
    <dgm:pt modelId="{28C7699C-9BC6-4610-802F-32DAF4513F0E}" type="parTrans" cxnId="{24FEA467-43D7-4DD7-90B8-6A57C05B40EB}">
      <dgm:prSet/>
      <dgm:spPr/>
      <dgm:t>
        <a:bodyPr/>
        <a:lstStyle/>
        <a:p>
          <a:endParaRPr lang="en-US"/>
        </a:p>
      </dgm:t>
    </dgm:pt>
    <dgm:pt modelId="{5F3A1237-0806-4500-99E0-0B0A54E641EE}" type="sibTrans" cxnId="{24FEA467-43D7-4DD7-90B8-6A57C05B40EB}">
      <dgm:prSet/>
      <dgm:spPr/>
      <dgm:t>
        <a:bodyPr/>
        <a:lstStyle/>
        <a:p>
          <a:endParaRPr lang="en-US"/>
        </a:p>
      </dgm:t>
    </dgm:pt>
    <dgm:pt modelId="{4F20B4F8-174B-4E1B-A1C8-A6F4EB74BA77}">
      <dgm:prSet/>
      <dgm:spPr/>
      <dgm:t>
        <a:bodyPr/>
        <a:lstStyle/>
        <a:p>
          <a:r>
            <a:rPr lang="de-DE"/>
            <a:t>Diese Aufgabe übernimmt der Angular-Context</a:t>
          </a:r>
          <a:endParaRPr lang="en-US"/>
        </a:p>
      </dgm:t>
    </dgm:pt>
    <dgm:pt modelId="{AB2AD178-E736-4D50-80FC-DB08CEAF7AF6}" type="parTrans" cxnId="{D26E0E24-B095-42A0-B412-FDD03CF14B21}">
      <dgm:prSet/>
      <dgm:spPr/>
      <dgm:t>
        <a:bodyPr/>
        <a:lstStyle/>
        <a:p>
          <a:endParaRPr lang="en-US"/>
        </a:p>
      </dgm:t>
    </dgm:pt>
    <dgm:pt modelId="{713B62E8-C931-4AD3-AE16-095EE7BCA9D6}" type="sibTrans" cxnId="{D26E0E24-B095-42A0-B412-FDD03CF14B21}">
      <dgm:prSet/>
      <dgm:spPr/>
      <dgm:t>
        <a:bodyPr/>
        <a:lstStyle/>
        <a:p>
          <a:endParaRPr lang="en-US"/>
        </a:p>
      </dgm:t>
    </dgm:pt>
    <dgm:pt modelId="{A35AE2AE-351F-43CA-AAD8-83CC058E7C66}">
      <dgm:prSet/>
      <dgm:spPr/>
      <dgm:t>
        <a:bodyPr/>
        <a:lstStyle/>
        <a:p>
          <a:r>
            <a:rPr lang="de-DE"/>
            <a:t>Benötigt eine Component den Zugriff auf einen Service, so wird dieser automatisch gesetzt</a:t>
          </a:r>
          <a:endParaRPr lang="en-US"/>
        </a:p>
      </dgm:t>
    </dgm:pt>
    <dgm:pt modelId="{087489DA-7FB3-424C-B74E-3D9F8A58B10C}" type="parTrans" cxnId="{E5F92639-988C-43AB-9FFA-B2D4291C8DDB}">
      <dgm:prSet/>
      <dgm:spPr/>
      <dgm:t>
        <a:bodyPr/>
        <a:lstStyle/>
        <a:p>
          <a:endParaRPr lang="en-US"/>
        </a:p>
      </dgm:t>
    </dgm:pt>
    <dgm:pt modelId="{A6B7142D-854F-40C9-825D-25E151AEE622}" type="sibTrans" cxnId="{E5F92639-988C-43AB-9FFA-B2D4291C8DDB}">
      <dgm:prSet/>
      <dgm:spPr/>
      <dgm:t>
        <a:bodyPr/>
        <a:lstStyle/>
        <a:p>
          <a:endParaRPr lang="en-US"/>
        </a:p>
      </dgm:t>
    </dgm:pt>
    <dgm:pt modelId="{78672E6E-4794-4166-97AC-6B1D7AF1399A}">
      <dgm:prSet/>
      <dgm:spPr/>
      <dgm:t>
        <a:bodyPr/>
        <a:lstStyle/>
        <a:p>
          <a:r>
            <a:rPr lang="de-DE"/>
            <a:t>Dieses Verfahren heißt Dependency Injection</a:t>
          </a:r>
          <a:endParaRPr lang="en-US"/>
        </a:p>
      </dgm:t>
    </dgm:pt>
    <dgm:pt modelId="{486F59B5-67F3-4987-841C-01032E678CC9}" type="parTrans" cxnId="{CF96FD0B-2CD2-4949-9F36-2C94077B3805}">
      <dgm:prSet/>
      <dgm:spPr/>
      <dgm:t>
        <a:bodyPr/>
        <a:lstStyle/>
        <a:p>
          <a:endParaRPr lang="en-US"/>
        </a:p>
      </dgm:t>
    </dgm:pt>
    <dgm:pt modelId="{C15A3230-61F6-48E2-87CD-438F66EABDEB}" type="sibTrans" cxnId="{CF96FD0B-2CD2-4949-9F36-2C94077B3805}">
      <dgm:prSet/>
      <dgm:spPr/>
      <dgm:t>
        <a:bodyPr/>
        <a:lstStyle/>
        <a:p>
          <a:endParaRPr lang="en-US"/>
        </a:p>
      </dgm:t>
    </dgm:pt>
    <dgm:pt modelId="{882A5A61-D7DE-4EAF-B320-BC1602CF3672}">
      <dgm:prSet/>
      <dgm:spPr/>
      <dgm:t>
        <a:bodyPr/>
        <a:lstStyle/>
        <a:p>
          <a:r>
            <a:rPr lang="de-DE"/>
            <a:t>Insgesamt stellt Angular mit dem Service-Mechanismus ein Dependency-Injection-Framework zur Verfügung</a:t>
          </a:r>
          <a:endParaRPr lang="en-US"/>
        </a:p>
      </dgm:t>
    </dgm:pt>
    <dgm:pt modelId="{912B6251-8EFA-4363-B84F-14D9A861368E}" type="parTrans" cxnId="{579813E4-05AA-4A1F-A177-780693575C2B}">
      <dgm:prSet/>
      <dgm:spPr/>
      <dgm:t>
        <a:bodyPr/>
        <a:lstStyle/>
        <a:p>
          <a:endParaRPr lang="en-US"/>
        </a:p>
      </dgm:t>
    </dgm:pt>
    <dgm:pt modelId="{FFF61A67-DCA7-4E28-A385-3A3525944CBB}" type="sibTrans" cxnId="{579813E4-05AA-4A1F-A177-780693575C2B}">
      <dgm:prSet/>
      <dgm:spPr/>
      <dgm:t>
        <a:bodyPr/>
        <a:lstStyle/>
        <a:p>
          <a:endParaRPr lang="en-US"/>
        </a:p>
      </dgm:t>
    </dgm:pt>
    <dgm:pt modelId="{0C392389-E615-4F9D-ABD8-3F539546B091}" type="pres">
      <dgm:prSet presAssocID="{460D69EC-337A-410E-98C9-B47782E5B8E5}" presName="root" presStyleCnt="0">
        <dgm:presLayoutVars>
          <dgm:dir/>
          <dgm:resizeHandles val="exact"/>
        </dgm:presLayoutVars>
      </dgm:prSet>
      <dgm:spPr/>
    </dgm:pt>
    <dgm:pt modelId="{304C484B-0E11-4FD5-98E6-C7043649BA04}" type="pres">
      <dgm:prSet presAssocID="{376CB2D9-1448-4B10-BA6D-E30012C0EBED}" presName="compNode" presStyleCnt="0"/>
      <dgm:spPr/>
    </dgm:pt>
    <dgm:pt modelId="{234CC3FB-ED5E-4A31-AD32-FCEEE3CBF675}" type="pres">
      <dgm:prSet presAssocID="{376CB2D9-1448-4B10-BA6D-E30012C0EBED}" presName="bgRect" presStyleLbl="bgShp" presStyleIdx="0" presStyleCnt="4"/>
      <dgm:spPr/>
    </dgm:pt>
    <dgm:pt modelId="{70804EFC-3DC6-4BBA-A99B-495A788E834C}" type="pres">
      <dgm:prSet presAssocID="{376CB2D9-1448-4B10-BA6D-E30012C0EBE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lassenzimmer"/>
        </a:ext>
      </dgm:extLst>
    </dgm:pt>
    <dgm:pt modelId="{68CA0AF1-E321-4CCB-A40D-D34DB9D97DA1}" type="pres">
      <dgm:prSet presAssocID="{376CB2D9-1448-4B10-BA6D-E30012C0EBED}" presName="spaceRect" presStyleCnt="0"/>
      <dgm:spPr/>
    </dgm:pt>
    <dgm:pt modelId="{3BA25F34-095C-4CED-B2F8-875B43140EE7}" type="pres">
      <dgm:prSet presAssocID="{376CB2D9-1448-4B10-BA6D-E30012C0EBED}" presName="parTx" presStyleLbl="revTx" presStyleIdx="0" presStyleCnt="6">
        <dgm:presLayoutVars>
          <dgm:chMax val="0"/>
          <dgm:chPref val="0"/>
        </dgm:presLayoutVars>
      </dgm:prSet>
      <dgm:spPr/>
    </dgm:pt>
    <dgm:pt modelId="{F7820C24-6C2D-4C43-89A8-48347AFF1A9B}" type="pres">
      <dgm:prSet presAssocID="{C22B9881-734C-4781-AA03-38255CC07D5D}" presName="sibTrans" presStyleCnt="0"/>
      <dgm:spPr/>
    </dgm:pt>
    <dgm:pt modelId="{32DBAE17-6AC5-4B87-876C-6D1299D092E2}" type="pres">
      <dgm:prSet presAssocID="{2AD4B2DB-8230-4E56-A4C8-12BD92D28130}" presName="compNode" presStyleCnt="0"/>
      <dgm:spPr/>
    </dgm:pt>
    <dgm:pt modelId="{4BE57F8C-3983-4127-9440-E398578B117F}" type="pres">
      <dgm:prSet presAssocID="{2AD4B2DB-8230-4E56-A4C8-12BD92D28130}" presName="bgRect" presStyleLbl="bgShp" presStyleIdx="1" presStyleCnt="4"/>
      <dgm:spPr/>
    </dgm:pt>
    <dgm:pt modelId="{D8E87817-B150-4258-BE5E-7887ABC4D675}" type="pres">
      <dgm:prSet presAssocID="{2AD4B2DB-8230-4E56-A4C8-12BD92D2813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bunden"/>
        </a:ext>
      </dgm:extLst>
    </dgm:pt>
    <dgm:pt modelId="{468AE4C7-B4EB-4224-B9F1-72B198245770}" type="pres">
      <dgm:prSet presAssocID="{2AD4B2DB-8230-4E56-A4C8-12BD92D28130}" presName="spaceRect" presStyleCnt="0"/>
      <dgm:spPr/>
    </dgm:pt>
    <dgm:pt modelId="{4562B386-BF00-4470-8429-B58BA85112D7}" type="pres">
      <dgm:prSet presAssocID="{2AD4B2DB-8230-4E56-A4C8-12BD92D28130}" presName="parTx" presStyleLbl="revTx" presStyleIdx="1" presStyleCnt="6">
        <dgm:presLayoutVars>
          <dgm:chMax val="0"/>
          <dgm:chPref val="0"/>
        </dgm:presLayoutVars>
      </dgm:prSet>
      <dgm:spPr/>
    </dgm:pt>
    <dgm:pt modelId="{042DECAB-DBF2-4E95-B4B7-6C6A52F4443E}" type="pres">
      <dgm:prSet presAssocID="{2AD4B2DB-8230-4E56-A4C8-12BD92D28130}" presName="desTx" presStyleLbl="revTx" presStyleIdx="2" presStyleCnt="6">
        <dgm:presLayoutVars/>
      </dgm:prSet>
      <dgm:spPr/>
    </dgm:pt>
    <dgm:pt modelId="{84501B32-CC71-4D02-825F-736B52A8A400}" type="pres">
      <dgm:prSet presAssocID="{5F3A1237-0806-4500-99E0-0B0A54E641EE}" presName="sibTrans" presStyleCnt="0"/>
      <dgm:spPr/>
    </dgm:pt>
    <dgm:pt modelId="{E194BAB7-64F8-4535-B7FD-AA2DC06A101D}" type="pres">
      <dgm:prSet presAssocID="{A35AE2AE-351F-43CA-AAD8-83CC058E7C66}" presName="compNode" presStyleCnt="0"/>
      <dgm:spPr/>
    </dgm:pt>
    <dgm:pt modelId="{A4DC7493-295E-4408-B34F-BB43D6EDAD58}" type="pres">
      <dgm:prSet presAssocID="{A35AE2AE-351F-43CA-AAD8-83CC058E7C66}" presName="bgRect" presStyleLbl="bgShp" presStyleIdx="2" presStyleCnt="4"/>
      <dgm:spPr/>
    </dgm:pt>
    <dgm:pt modelId="{A80234B0-4EAC-44EB-95C4-F78A7CD8D387}" type="pres">
      <dgm:prSet presAssocID="{A35AE2AE-351F-43CA-AAD8-83CC058E7C6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diagramm"/>
        </a:ext>
      </dgm:extLst>
    </dgm:pt>
    <dgm:pt modelId="{9A5203D8-A837-40AA-91EC-07D8EC633BAC}" type="pres">
      <dgm:prSet presAssocID="{A35AE2AE-351F-43CA-AAD8-83CC058E7C66}" presName="spaceRect" presStyleCnt="0"/>
      <dgm:spPr/>
    </dgm:pt>
    <dgm:pt modelId="{39126E73-0021-4537-8337-D686F97F9B26}" type="pres">
      <dgm:prSet presAssocID="{A35AE2AE-351F-43CA-AAD8-83CC058E7C66}" presName="parTx" presStyleLbl="revTx" presStyleIdx="3" presStyleCnt="6">
        <dgm:presLayoutVars>
          <dgm:chMax val="0"/>
          <dgm:chPref val="0"/>
        </dgm:presLayoutVars>
      </dgm:prSet>
      <dgm:spPr/>
    </dgm:pt>
    <dgm:pt modelId="{6C604A4D-86D1-4321-9052-AF311CDFB6AD}" type="pres">
      <dgm:prSet presAssocID="{A35AE2AE-351F-43CA-AAD8-83CC058E7C66}" presName="desTx" presStyleLbl="revTx" presStyleIdx="4" presStyleCnt="6">
        <dgm:presLayoutVars/>
      </dgm:prSet>
      <dgm:spPr/>
    </dgm:pt>
    <dgm:pt modelId="{4EEDEF0D-83B6-4F08-92CF-0A0E97075928}" type="pres">
      <dgm:prSet presAssocID="{A6B7142D-854F-40C9-825D-25E151AEE622}" presName="sibTrans" presStyleCnt="0"/>
      <dgm:spPr/>
    </dgm:pt>
    <dgm:pt modelId="{4D659384-53A9-4A12-A464-27876C457611}" type="pres">
      <dgm:prSet presAssocID="{882A5A61-D7DE-4EAF-B320-BC1602CF3672}" presName="compNode" presStyleCnt="0"/>
      <dgm:spPr/>
    </dgm:pt>
    <dgm:pt modelId="{6080E5D3-8DA7-467D-A06F-D6F7EACC4246}" type="pres">
      <dgm:prSet presAssocID="{882A5A61-D7DE-4EAF-B320-BC1602CF3672}" presName="bgRect" presStyleLbl="bgShp" presStyleIdx="3" presStyleCnt="4"/>
      <dgm:spPr/>
    </dgm:pt>
    <dgm:pt modelId="{25F5F76A-6D3A-4E8E-B4EB-8D5E159414E7}" type="pres">
      <dgm:prSet presAssocID="{882A5A61-D7DE-4EAF-B320-BC1602CF367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uktionshammer"/>
        </a:ext>
      </dgm:extLst>
    </dgm:pt>
    <dgm:pt modelId="{5A3B67A7-BBE5-48CD-A3DB-08EBF940D838}" type="pres">
      <dgm:prSet presAssocID="{882A5A61-D7DE-4EAF-B320-BC1602CF3672}" presName="spaceRect" presStyleCnt="0"/>
      <dgm:spPr/>
    </dgm:pt>
    <dgm:pt modelId="{19496FC2-0F73-42BF-8BC1-5D83F2FD5A7F}" type="pres">
      <dgm:prSet presAssocID="{882A5A61-D7DE-4EAF-B320-BC1602CF36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F96FD0B-2CD2-4949-9F36-2C94077B3805}" srcId="{A35AE2AE-351F-43CA-AAD8-83CC058E7C66}" destId="{78672E6E-4794-4166-97AC-6B1D7AF1399A}" srcOrd="0" destOrd="0" parTransId="{486F59B5-67F3-4987-841C-01032E678CC9}" sibTransId="{C15A3230-61F6-48E2-87CD-438F66EABDEB}"/>
    <dgm:cxn modelId="{336ACC22-E93C-4962-8497-7E9D1F743984}" type="presOf" srcId="{376CB2D9-1448-4B10-BA6D-E30012C0EBED}" destId="{3BA25F34-095C-4CED-B2F8-875B43140EE7}" srcOrd="0" destOrd="0" presId="urn:microsoft.com/office/officeart/2018/2/layout/IconVerticalSolidList"/>
    <dgm:cxn modelId="{D26E0E24-B095-42A0-B412-FDD03CF14B21}" srcId="{2AD4B2DB-8230-4E56-A4C8-12BD92D28130}" destId="{4F20B4F8-174B-4E1B-A1C8-A6F4EB74BA77}" srcOrd="0" destOrd="0" parTransId="{AB2AD178-E736-4D50-80FC-DB08CEAF7AF6}" sibTransId="{713B62E8-C931-4AD3-AE16-095EE7BCA9D6}"/>
    <dgm:cxn modelId="{E5F92639-988C-43AB-9FFA-B2D4291C8DDB}" srcId="{460D69EC-337A-410E-98C9-B47782E5B8E5}" destId="{A35AE2AE-351F-43CA-AAD8-83CC058E7C66}" srcOrd="2" destOrd="0" parTransId="{087489DA-7FB3-424C-B74E-3D9F8A58B10C}" sibTransId="{A6B7142D-854F-40C9-825D-25E151AEE622}"/>
    <dgm:cxn modelId="{86A58A40-60FA-4BAB-8341-EB524061ECD5}" type="presOf" srcId="{A35AE2AE-351F-43CA-AAD8-83CC058E7C66}" destId="{39126E73-0021-4537-8337-D686F97F9B26}" srcOrd="0" destOrd="0" presId="urn:microsoft.com/office/officeart/2018/2/layout/IconVerticalSolidList"/>
    <dgm:cxn modelId="{5ACF4F60-07E9-4E75-BE8E-338A16A435E0}" srcId="{460D69EC-337A-410E-98C9-B47782E5B8E5}" destId="{376CB2D9-1448-4B10-BA6D-E30012C0EBED}" srcOrd="0" destOrd="0" parTransId="{247CDC3D-CBE0-4F4D-99BA-9C0421175A56}" sibTransId="{C22B9881-734C-4781-AA03-38255CC07D5D}"/>
    <dgm:cxn modelId="{24FEA467-43D7-4DD7-90B8-6A57C05B40EB}" srcId="{460D69EC-337A-410E-98C9-B47782E5B8E5}" destId="{2AD4B2DB-8230-4E56-A4C8-12BD92D28130}" srcOrd="1" destOrd="0" parTransId="{28C7699C-9BC6-4610-802F-32DAF4513F0E}" sibTransId="{5F3A1237-0806-4500-99E0-0B0A54E641EE}"/>
    <dgm:cxn modelId="{8ED7F36D-217F-4CA0-AC32-66DAB979A790}" type="presOf" srcId="{4F20B4F8-174B-4E1B-A1C8-A6F4EB74BA77}" destId="{042DECAB-DBF2-4E95-B4B7-6C6A52F4443E}" srcOrd="0" destOrd="0" presId="urn:microsoft.com/office/officeart/2018/2/layout/IconVerticalSolidList"/>
    <dgm:cxn modelId="{935DA371-2F75-433A-9821-E8DC86800BCE}" type="presOf" srcId="{460D69EC-337A-410E-98C9-B47782E5B8E5}" destId="{0C392389-E615-4F9D-ABD8-3F539546B091}" srcOrd="0" destOrd="0" presId="urn:microsoft.com/office/officeart/2018/2/layout/IconVerticalSolidList"/>
    <dgm:cxn modelId="{E2A0C085-123E-4E43-9ED4-8D974AF7C04F}" type="presOf" srcId="{78672E6E-4794-4166-97AC-6B1D7AF1399A}" destId="{6C604A4D-86D1-4321-9052-AF311CDFB6AD}" srcOrd="0" destOrd="0" presId="urn:microsoft.com/office/officeart/2018/2/layout/IconVerticalSolidList"/>
    <dgm:cxn modelId="{699B8FB0-51BA-4617-99E2-946854327350}" type="presOf" srcId="{2AD4B2DB-8230-4E56-A4C8-12BD92D28130}" destId="{4562B386-BF00-4470-8429-B58BA85112D7}" srcOrd="0" destOrd="0" presId="urn:microsoft.com/office/officeart/2018/2/layout/IconVerticalSolidList"/>
    <dgm:cxn modelId="{597ABAC8-DAF4-43EF-A5EC-60669B27B512}" type="presOf" srcId="{882A5A61-D7DE-4EAF-B320-BC1602CF3672}" destId="{19496FC2-0F73-42BF-8BC1-5D83F2FD5A7F}" srcOrd="0" destOrd="0" presId="urn:microsoft.com/office/officeart/2018/2/layout/IconVerticalSolidList"/>
    <dgm:cxn modelId="{579813E4-05AA-4A1F-A177-780693575C2B}" srcId="{460D69EC-337A-410E-98C9-B47782E5B8E5}" destId="{882A5A61-D7DE-4EAF-B320-BC1602CF3672}" srcOrd="3" destOrd="0" parTransId="{912B6251-8EFA-4363-B84F-14D9A861368E}" sibTransId="{FFF61A67-DCA7-4E28-A385-3A3525944CBB}"/>
    <dgm:cxn modelId="{0A9B2747-5346-441A-AF43-A821BD4D0807}" type="presParOf" srcId="{0C392389-E615-4F9D-ABD8-3F539546B091}" destId="{304C484B-0E11-4FD5-98E6-C7043649BA04}" srcOrd="0" destOrd="0" presId="urn:microsoft.com/office/officeart/2018/2/layout/IconVerticalSolidList"/>
    <dgm:cxn modelId="{06936B16-965D-4D12-B6BB-2FF374DE7FF3}" type="presParOf" srcId="{304C484B-0E11-4FD5-98E6-C7043649BA04}" destId="{234CC3FB-ED5E-4A31-AD32-FCEEE3CBF675}" srcOrd="0" destOrd="0" presId="urn:microsoft.com/office/officeart/2018/2/layout/IconVerticalSolidList"/>
    <dgm:cxn modelId="{00368D46-151D-4A82-8E37-0D852BE15B46}" type="presParOf" srcId="{304C484B-0E11-4FD5-98E6-C7043649BA04}" destId="{70804EFC-3DC6-4BBA-A99B-495A788E834C}" srcOrd="1" destOrd="0" presId="urn:microsoft.com/office/officeart/2018/2/layout/IconVerticalSolidList"/>
    <dgm:cxn modelId="{37838A36-F61C-4E19-9A5E-DA201422166B}" type="presParOf" srcId="{304C484B-0E11-4FD5-98E6-C7043649BA04}" destId="{68CA0AF1-E321-4CCB-A40D-D34DB9D97DA1}" srcOrd="2" destOrd="0" presId="urn:microsoft.com/office/officeart/2018/2/layout/IconVerticalSolidList"/>
    <dgm:cxn modelId="{FE9B30F4-A53D-4B80-94C9-5776A81C5676}" type="presParOf" srcId="{304C484B-0E11-4FD5-98E6-C7043649BA04}" destId="{3BA25F34-095C-4CED-B2F8-875B43140EE7}" srcOrd="3" destOrd="0" presId="urn:microsoft.com/office/officeart/2018/2/layout/IconVerticalSolidList"/>
    <dgm:cxn modelId="{03008DF7-2978-4796-933B-923D48847EF9}" type="presParOf" srcId="{0C392389-E615-4F9D-ABD8-3F539546B091}" destId="{F7820C24-6C2D-4C43-89A8-48347AFF1A9B}" srcOrd="1" destOrd="0" presId="urn:microsoft.com/office/officeart/2018/2/layout/IconVerticalSolidList"/>
    <dgm:cxn modelId="{E1E2AB15-8098-48C3-BA10-4CAFE6968F27}" type="presParOf" srcId="{0C392389-E615-4F9D-ABD8-3F539546B091}" destId="{32DBAE17-6AC5-4B87-876C-6D1299D092E2}" srcOrd="2" destOrd="0" presId="urn:microsoft.com/office/officeart/2018/2/layout/IconVerticalSolidList"/>
    <dgm:cxn modelId="{9D8DB24A-762B-42A3-9C20-32582FFA6D44}" type="presParOf" srcId="{32DBAE17-6AC5-4B87-876C-6D1299D092E2}" destId="{4BE57F8C-3983-4127-9440-E398578B117F}" srcOrd="0" destOrd="0" presId="urn:microsoft.com/office/officeart/2018/2/layout/IconVerticalSolidList"/>
    <dgm:cxn modelId="{CA7C296E-6498-42ED-8EC2-C0754592C591}" type="presParOf" srcId="{32DBAE17-6AC5-4B87-876C-6D1299D092E2}" destId="{D8E87817-B150-4258-BE5E-7887ABC4D675}" srcOrd="1" destOrd="0" presId="urn:microsoft.com/office/officeart/2018/2/layout/IconVerticalSolidList"/>
    <dgm:cxn modelId="{B752C79E-556D-4C75-9EA4-0C43AAEC3DBD}" type="presParOf" srcId="{32DBAE17-6AC5-4B87-876C-6D1299D092E2}" destId="{468AE4C7-B4EB-4224-B9F1-72B198245770}" srcOrd="2" destOrd="0" presId="urn:microsoft.com/office/officeart/2018/2/layout/IconVerticalSolidList"/>
    <dgm:cxn modelId="{DFA06290-770A-4616-A68C-9430E92DF478}" type="presParOf" srcId="{32DBAE17-6AC5-4B87-876C-6D1299D092E2}" destId="{4562B386-BF00-4470-8429-B58BA85112D7}" srcOrd="3" destOrd="0" presId="urn:microsoft.com/office/officeart/2018/2/layout/IconVerticalSolidList"/>
    <dgm:cxn modelId="{6CE03E4C-7765-40A6-A304-42272C0365AA}" type="presParOf" srcId="{32DBAE17-6AC5-4B87-876C-6D1299D092E2}" destId="{042DECAB-DBF2-4E95-B4B7-6C6A52F4443E}" srcOrd="4" destOrd="0" presId="urn:microsoft.com/office/officeart/2018/2/layout/IconVerticalSolidList"/>
    <dgm:cxn modelId="{AF2C883A-580B-412B-AA1E-66BAE996B64A}" type="presParOf" srcId="{0C392389-E615-4F9D-ABD8-3F539546B091}" destId="{84501B32-CC71-4D02-825F-736B52A8A400}" srcOrd="3" destOrd="0" presId="urn:microsoft.com/office/officeart/2018/2/layout/IconVerticalSolidList"/>
    <dgm:cxn modelId="{C212B1C3-82B1-4FFC-8697-0D2701C31D44}" type="presParOf" srcId="{0C392389-E615-4F9D-ABD8-3F539546B091}" destId="{E194BAB7-64F8-4535-B7FD-AA2DC06A101D}" srcOrd="4" destOrd="0" presId="urn:microsoft.com/office/officeart/2018/2/layout/IconVerticalSolidList"/>
    <dgm:cxn modelId="{4EF4CF74-2431-48FA-AA2D-35E1E4A06248}" type="presParOf" srcId="{E194BAB7-64F8-4535-B7FD-AA2DC06A101D}" destId="{A4DC7493-295E-4408-B34F-BB43D6EDAD58}" srcOrd="0" destOrd="0" presId="urn:microsoft.com/office/officeart/2018/2/layout/IconVerticalSolidList"/>
    <dgm:cxn modelId="{308079AC-EB13-432B-AD84-0434268316B9}" type="presParOf" srcId="{E194BAB7-64F8-4535-B7FD-AA2DC06A101D}" destId="{A80234B0-4EAC-44EB-95C4-F78A7CD8D387}" srcOrd="1" destOrd="0" presId="urn:microsoft.com/office/officeart/2018/2/layout/IconVerticalSolidList"/>
    <dgm:cxn modelId="{EA37ABFF-326A-4546-961B-95F875F893AD}" type="presParOf" srcId="{E194BAB7-64F8-4535-B7FD-AA2DC06A101D}" destId="{9A5203D8-A837-40AA-91EC-07D8EC633BAC}" srcOrd="2" destOrd="0" presId="urn:microsoft.com/office/officeart/2018/2/layout/IconVerticalSolidList"/>
    <dgm:cxn modelId="{BE859179-C4CC-49B4-95CF-81A0481F1CCD}" type="presParOf" srcId="{E194BAB7-64F8-4535-B7FD-AA2DC06A101D}" destId="{39126E73-0021-4537-8337-D686F97F9B26}" srcOrd="3" destOrd="0" presId="urn:microsoft.com/office/officeart/2018/2/layout/IconVerticalSolidList"/>
    <dgm:cxn modelId="{B50EBB1D-60FB-4941-9E9F-303A1F22D01E}" type="presParOf" srcId="{E194BAB7-64F8-4535-B7FD-AA2DC06A101D}" destId="{6C604A4D-86D1-4321-9052-AF311CDFB6AD}" srcOrd="4" destOrd="0" presId="urn:microsoft.com/office/officeart/2018/2/layout/IconVerticalSolidList"/>
    <dgm:cxn modelId="{BA389F68-90F1-45F8-82E5-2FB0530480D6}" type="presParOf" srcId="{0C392389-E615-4F9D-ABD8-3F539546B091}" destId="{4EEDEF0D-83B6-4F08-92CF-0A0E97075928}" srcOrd="5" destOrd="0" presId="urn:microsoft.com/office/officeart/2018/2/layout/IconVerticalSolidList"/>
    <dgm:cxn modelId="{E7340603-1D08-49BE-8612-AA258511B20D}" type="presParOf" srcId="{0C392389-E615-4F9D-ABD8-3F539546B091}" destId="{4D659384-53A9-4A12-A464-27876C457611}" srcOrd="6" destOrd="0" presId="urn:microsoft.com/office/officeart/2018/2/layout/IconVerticalSolidList"/>
    <dgm:cxn modelId="{4427EEDD-2B8F-409D-A030-F008B25BA6FA}" type="presParOf" srcId="{4D659384-53A9-4A12-A464-27876C457611}" destId="{6080E5D3-8DA7-467D-A06F-D6F7EACC4246}" srcOrd="0" destOrd="0" presId="urn:microsoft.com/office/officeart/2018/2/layout/IconVerticalSolidList"/>
    <dgm:cxn modelId="{8B50E764-B771-4263-9D4E-7FD859B2F706}" type="presParOf" srcId="{4D659384-53A9-4A12-A464-27876C457611}" destId="{25F5F76A-6D3A-4E8E-B4EB-8D5E159414E7}" srcOrd="1" destOrd="0" presId="urn:microsoft.com/office/officeart/2018/2/layout/IconVerticalSolidList"/>
    <dgm:cxn modelId="{FF0BE2E2-B990-4901-B9F1-F62E7BB35585}" type="presParOf" srcId="{4D659384-53A9-4A12-A464-27876C457611}" destId="{5A3B67A7-BBE5-48CD-A3DB-08EBF940D838}" srcOrd="2" destOrd="0" presId="urn:microsoft.com/office/officeart/2018/2/layout/IconVerticalSolidList"/>
    <dgm:cxn modelId="{3375F857-C647-45FA-B1C6-43200B3F0B59}" type="presParOf" srcId="{4D659384-53A9-4A12-A464-27876C457611}" destId="{19496FC2-0F73-42BF-8BC1-5D83F2FD5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0BA5FF-FBB8-47EE-A49F-CDE9898F422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5AEF37E-1A91-40B0-92CF-7D91383B42BC}">
      <dgm:prSet/>
      <dgm:spPr/>
      <dgm:t>
        <a:bodyPr/>
        <a:lstStyle/>
        <a:p>
          <a:r>
            <a:rPr lang="de-DE"/>
            <a:t>Sehr allgemeines Konzept</a:t>
          </a:r>
          <a:endParaRPr lang="en-US"/>
        </a:p>
      </dgm:t>
    </dgm:pt>
    <dgm:pt modelId="{7E20CC9F-EE43-471B-BB00-96EEE5E4E32C}" type="parTrans" cxnId="{79F0D6FF-3419-4D9F-99CE-DAE3500B0000}">
      <dgm:prSet/>
      <dgm:spPr/>
      <dgm:t>
        <a:bodyPr/>
        <a:lstStyle/>
        <a:p>
          <a:endParaRPr lang="en-US"/>
        </a:p>
      </dgm:t>
    </dgm:pt>
    <dgm:pt modelId="{87064FA8-6B1E-4AD4-9B18-AFE4F436AE24}" type="sibTrans" cxnId="{79F0D6FF-3419-4D9F-99CE-DAE3500B0000}">
      <dgm:prSet/>
      <dgm:spPr/>
      <dgm:t>
        <a:bodyPr/>
        <a:lstStyle/>
        <a:p>
          <a:endParaRPr lang="en-US"/>
        </a:p>
      </dgm:t>
    </dgm:pt>
    <dgm:pt modelId="{FBB3657C-C5F6-483F-B2E1-F304FF747CC2}">
      <dgm:prSet/>
      <dgm:spPr/>
      <dgm:t>
        <a:bodyPr/>
        <a:lstStyle/>
        <a:p>
          <a:r>
            <a:rPr lang="de-DE"/>
            <a:t>Irgendwelche Funktionalität kapseln</a:t>
          </a:r>
          <a:endParaRPr lang="en-US"/>
        </a:p>
      </dgm:t>
    </dgm:pt>
    <dgm:pt modelId="{85443718-1550-46CE-96CB-78EC3B9613A5}" type="parTrans" cxnId="{A178F1A3-3F0E-43F5-9C28-1C22C0485978}">
      <dgm:prSet/>
      <dgm:spPr/>
      <dgm:t>
        <a:bodyPr/>
        <a:lstStyle/>
        <a:p>
          <a:endParaRPr lang="en-US"/>
        </a:p>
      </dgm:t>
    </dgm:pt>
    <dgm:pt modelId="{A05EC887-17FA-46A5-88B3-13577CBF0ECC}" type="sibTrans" cxnId="{A178F1A3-3F0E-43F5-9C28-1C22C0485978}">
      <dgm:prSet/>
      <dgm:spPr/>
      <dgm:t>
        <a:bodyPr/>
        <a:lstStyle/>
        <a:p>
          <a:endParaRPr lang="en-US"/>
        </a:p>
      </dgm:t>
    </dgm:pt>
    <dgm:pt modelId="{B51B687C-5B4F-4241-8A08-08900A297552}">
      <dgm:prSet/>
      <dgm:spPr/>
      <dgm:t>
        <a:bodyPr/>
        <a:lstStyle/>
        <a:p>
          <a:r>
            <a:rPr lang="de-DE"/>
            <a:t>Nicht UI spezifisch</a:t>
          </a:r>
          <a:endParaRPr lang="en-US"/>
        </a:p>
      </dgm:t>
    </dgm:pt>
    <dgm:pt modelId="{C58286B2-5BD3-4229-B34F-6473C5C39825}" type="parTrans" cxnId="{6C31A9AD-1429-4007-8478-E731DC8EDE5B}">
      <dgm:prSet/>
      <dgm:spPr/>
      <dgm:t>
        <a:bodyPr/>
        <a:lstStyle/>
        <a:p>
          <a:endParaRPr lang="en-US"/>
        </a:p>
      </dgm:t>
    </dgm:pt>
    <dgm:pt modelId="{FB8F29B8-9D4B-415C-BD4D-02B2A45DDEC6}" type="sibTrans" cxnId="{6C31A9AD-1429-4007-8478-E731DC8EDE5B}">
      <dgm:prSet/>
      <dgm:spPr/>
      <dgm:t>
        <a:bodyPr/>
        <a:lstStyle/>
        <a:p>
          <a:endParaRPr lang="en-US"/>
        </a:p>
      </dgm:t>
    </dgm:pt>
    <dgm:pt modelId="{D6A51D03-DBAD-409B-9EC6-7E2E1C3F585F}">
      <dgm:prSet/>
      <dgm:spPr/>
      <dgm:t>
        <a:bodyPr/>
        <a:lstStyle/>
        <a:p>
          <a:r>
            <a:rPr lang="de-DE"/>
            <a:t>Implementierungsdetails verstecken</a:t>
          </a:r>
          <a:endParaRPr lang="en-US"/>
        </a:p>
      </dgm:t>
    </dgm:pt>
    <dgm:pt modelId="{7CCB2F7D-AF46-46ED-9726-460BCAE82CFC}" type="parTrans" cxnId="{09329454-3248-47B7-8CA4-6E6B50B43705}">
      <dgm:prSet/>
      <dgm:spPr/>
      <dgm:t>
        <a:bodyPr/>
        <a:lstStyle/>
        <a:p>
          <a:endParaRPr lang="en-US"/>
        </a:p>
      </dgm:t>
    </dgm:pt>
    <dgm:pt modelId="{5E597879-C1A6-4684-ADB5-2616FC0C3B42}" type="sibTrans" cxnId="{09329454-3248-47B7-8CA4-6E6B50B43705}">
      <dgm:prSet/>
      <dgm:spPr/>
      <dgm:t>
        <a:bodyPr/>
        <a:lstStyle/>
        <a:p>
          <a:endParaRPr lang="en-US"/>
        </a:p>
      </dgm:t>
    </dgm:pt>
    <dgm:pt modelId="{EED6FFE0-2A44-4B27-A611-05CF667607C5}">
      <dgm:prSet/>
      <dgm:spPr/>
      <dgm:t>
        <a:bodyPr/>
        <a:lstStyle/>
        <a:p>
          <a:r>
            <a:rPr lang="de-DE"/>
            <a:t>Einsatzmöglichkeiten</a:t>
          </a:r>
          <a:endParaRPr lang="en-US"/>
        </a:p>
      </dgm:t>
    </dgm:pt>
    <dgm:pt modelId="{7E135D92-DED6-48E4-8F92-60A0FD81699B}" type="parTrans" cxnId="{0ADD433C-2A4D-4A44-8D07-0094235D64D4}">
      <dgm:prSet/>
      <dgm:spPr/>
      <dgm:t>
        <a:bodyPr/>
        <a:lstStyle/>
        <a:p>
          <a:endParaRPr lang="en-US"/>
        </a:p>
      </dgm:t>
    </dgm:pt>
    <dgm:pt modelId="{5B1E17C6-C322-4A6C-A038-2CD9288B24D0}" type="sibTrans" cxnId="{0ADD433C-2A4D-4A44-8D07-0094235D64D4}">
      <dgm:prSet/>
      <dgm:spPr/>
      <dgm:t>
        <a:bodyPr/>
        <a:lstStyle/>
        <a:p>
          <a:endParaRPr lang="en-US"/>
        </a:p>
      </dgm:t>
    </dgm:pt>
    <dgm:pt modelId="{3AC862C0-C465-4C9D-8D72-02B075445E8E}">
      <dgm:prSet/>
      <dgm:spPr/>
      <dgm:t>
        <a:bodyPr/>
        <a:lstStyle/>
        <a:p>
          <a:r>
            <a:rPr lang="de-DE"/>
            <a:t>Höhere Abstraktion schaffen (REST)</a:t>
          </a:r>
          <a:endParaRPr lang="en-US"/>
        </a:p>
      </dgm:t>
    </dgm:pt>
    <dgm:pt modelId="{40B3C684-C7E1-486F-A98F-AB41C49A44A7}" type="parTrans" cxnId="{077A92A8-2677-48C0-ABCB-210F54FB1708}">
      <dgm:prSet/>
      <dgm:spPr/>
      <dgm:t>
        <a:bodyPr/>
        <a:lstStyle/>
        <a:p>
          <a:endParaRPr lang="en-US"/>
        </a:p>
      </dgm:t>
    </dgm:pt>
    <dgm:pt modelId="{9D6419F5-4D5A-4B71-9804-E47FA78C7224}" type="sibTrans" cxnId="{077A92A8-2677-48C0-ABCB-210F54FB1708}">
      <dgm:prSet/>
      <dgm:spPr/>
      <dgm:t>
        <a:bodyPr/>
        <a:lstStyle/>
        <a:p>
          <a:endParaRPr lang="en-US"/>
        </a:p>
      </dgm:t>
    </dgm:pt>
    <dgm:pt modelId="{6838FDA3-DDC8-43E9-B255-9E618A481BE5}">
      <dgm:prSet/>
      <dgm:spPr/>
      <dgm:t>
        <a:bodyPr/>
        <a:lstStyle/>
        <a:p>
          <a:r>
            <a:rPr lang="de-DE"/>
            <a:t>Integration anderer Bibliotheken (WebSocket)</a:t>
          </a:r>
          <a:endParaRPr lang="en-US"/>
        </a:p>
      </dgm:t>
    </dgm:pt>
    <dgm:pt modelId="{55BC20D8-05C7-4936-AA8E-8381D756AB98}" type="parTrans" cxnId="{9D8CA647-290F-4E96-9736-1999688677FC}">
      <dgm:prSet/>
      <dgm:spPr/>
      <dgm:t>
        <a:bodyPr/>
        <a:lstStyle/>
        <a:p>
          <a:endParaRPr lang="en-US"/>
        </a:p>
      </dgm:t>
    </dgm:pt>
    <dgm:pt modelId="{34060F6D-81FD-4A68-B66C-B7BB7B18C027}" type="sibTrans" cxnId="{9D8CA647-290F-4E96-9736-1999688677FC}">
      <dgm:prSet/>
      <dgm:spPr/>
      <dgm:t>
        <a:bodyPr/>
        <a:lstStyle/>
        <a:p>
          <a:endParaRPr lang="en-US"/>
        </a:p>
      </dgm:t>
    </dgm:pt>
    <dgm:pt modelId="{CD1D927F-DAAB-42CC-BE2A-48B1C7DB9ED8}">
      <dgm:prSet/>
      <dgm:spPr/>
      <dgm:t>
        <a:bodyPr/>
        <a:lstStyle/>
        <a:p>
          <a:r>
            <a:rPr lang="de-DE"/>
            <a:t>Datenhaltung, Datenzugriff, Caching, Logik, ...</a:t>
          </a:r>
          <a:endParaRPr lang="en-US"/>
        </a:p>
      </dgm:t>
    </dgm:pt>
    <dgm:pt modelId="{C7866F7A-9D76-40CE-BA0F-7D5F2A320B2A}" type="parTrans" cxnId="{ECFB7CAC-57BD-4550-AB46-CC3015AE4FDE}">
      <dgm:prSet/>
      <dgm:spPr/>
      <dgm:t>
        <a:bodyPr/>
        <a:lstStyle/>
        <a:p>
          <a:endParaRPr lang="en-US"/>
        </a:p>
      </dgm:t>
    </dgm:pt>
    <dgm:pt modelId="{4DDE1EE8-347C-4815-8E49-4CE061E06F7F}" type="sibTrans" cxnId="{ECFB7CAC-57BD-4550-AB46-CC3015AE4FDE}">
      <dgm:prSet/>
      <dgm:spPr/>
      <dgm:t>
        <a:bodyPr/>
        <a:lstStyle/>
        <a:p>
          <a:endParaRPr lang="en-US"/>
        </a:p>
      </dgm:t>
    </dgm:pt>
    <dgm:pt modelId="{AC5FE8A3-AD15-4EA5-9DFC-C25661387BAD}">
      <dgm:prSet/>
      <dgm:spPr/>
      <dgm:t>
        <a:bodyPr/>
        <a:lstStyle/>
        <a:p>
          <a:r>
            <a:rPr lang="de-DE"/>
            <a:t>Können Abhängigkeit zu anderen Services haben</a:t>
          </a:r>
          <a:endParaRPr lang="en-US"/>
        </a:p>
      </dgm:t>
    </dgm:pt>
    <dgm:pt modelId="{51B7961F-0CD8-47C1-A88E-CFDA728CE568}" type="parTrans" cxnId="{8D780701-4EEC-4796-BBB9-28474F19BF09}">
      <dgm:prSet/>
      <dgm:spPr/>
      <dgm:t>
        <a:bodyPr/>
        <a:lstStyle/>
        <a:p>
          <a:endParaRPr lang="en-US"/>
        </a:p>
      </dgm:t>
    </dgm:pt>
    <dgm:pt modelId="{8A19C35F-73AE-4335-9887-BBED9EB2C534}" type="sibTrans" cxnId="{8D780701-4EEC-4796-BBB9-28474F19BF09}">
      <dgm:prSet/>
      <dgm:spPr/>
      <dgm:t>
        <a:bodyPr/>
        <a:lstStyle/>
        <a:p>
          <a:endParaRPr lang="en-US"/>
        </a:p>
      </dgm:t>
    </dgm:pt>
    <dgm:pt modelId="{3E4DFD8E-2511-4E47-92B2-F7733B621AE5}" type="pres">
      <dgm:prSet presAssocID="{F70BA5FF-FBB8-47EE-A49F-CDE9898F4229}" presName="linear" presStyleCnt="0">
        <dgm:presLayoutVars>
          <dgm:animLvl val="lvl"/>
          <dgm:resizeHandles val="exact"/>
        </dgm:presLayoutVars>
      </dgm:prSet>
      <dgm:spPr/>
    </dgm:pt>
    <dgm:pt modelId="{8580140C-DC50-9B42-93EF-E0A8E23B5672}" type="pres">
      <dgm:prSet presAssocID="{75AEF37E-1A91-40B0-92CF-7D91383B42B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3706BF3-EB0C-B54A-9900-D0462B14A2C2}" type="pres">
      <dgm:prSet presAssocID="{75AEF37E-1A91-40B0-92CF-7D91383B42BC}" presName="childText" presStyleLbl="revTx" presStyleIdx="0" presStyleCnt="2">
        <dgm:presLayoutVars>
          <dgm:bulletEnabled val="1"/>
        </dgm:presLayoutVars>
      </dgm:prSet>
      <dgm:spPr/>
    </dgm:pt>
    <dgm:pt modelId="{E8370226-5730-B142-9DD9-D629D96B8129}" type="pres">
      <dgm:prSet presAssocID="{EED6FFE0-2A44-4B27-A611-05CF667607C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5B4C076-C19F-FA44-9E00-83D9F1C8BFCC}" type="pres">
      <dgm:prSet presAssocID="{EED6FFE0-2A44-4B27-A611-05CF667607C5}" presName="childText" presStyleLbl="revTx" presStyleIdx="1" presStyleCnt="2">
        <dgm:presLayoutVars>
          <dgm:bulletEnabled val="1"/>
        </dgm:presLayoutVars>
      </dgm:prSet>
      <dgm:spPr/>
    </dgm:pt>
    <dgm:pt modelId="{D268AD21-B487-BF4A-9B84-2EF1C86BF016}" type="pres">
      <dgm:prSet presAssocID="{AC5FE8A3-AD15-4EA5-9DFC-C25661387BA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D780701-4EEC-4796-BBB9-28474F19BF09}" srcId="{F70BA5FF-FBB8-47EE-A49F-CDE9898F4229}" destId="{AC5FE8A3-AD15-4EA5-9DFC-C25661387BAD}" srcOrd="2" destOrd="0" parTransId="{51B7961F-0CD8-47C1-A88E-CFDA728CE568}" sibTransId="{8A19C35F-73AE-4335-9887-BBED9EB2C534}"/>
    <dgm:cxn modelId="{2E196309-390B-BF47-9C23-10586A384BBD}" type="presOf" srcId="{75AEF37E-1A91-40B0-92CF-7D91383B42BC}" destId="{8580140C-DC50-9B42-93EF-E0A8E23B5672}" srcOrd="0" destOrd="0" presId="urn:microsoft.com/office/officeart/2005/8/layout/vList2"/>
    <dgm:cxn modelId="{DDB78724-0A9F-A841-AF65-CF0B6D1FF10F}" type="presOf" srcId="{B51B687C-5B4F-4241-8A08-08900A297552}" destId="{E3706BF3-EB0C-B54A-9900-D0462B14A2C2}" srcOrd="0" destOrd="1" presId="urn:microsoft.com/office/officeart/2005/8/layout/vList2"/>
    <dgm:cxn modelId="{0ADD433C-2A4D-4A44-8D07-0094235D64D4}" srcId="{F70BA5FF-FBB8-47EE-A49F-CDE9898F4229}" destId="{EED6FFE0-2A44-4B27-A611-05CF667607C5}" srcOrd="1" destOrd="0" parTransId="{7E135D92-DED6-48E4-8F92-60A0FD81699B}" sibTransId="{5B1E17C6-C322-4A6C-A038-2CD9288B24D0}"/>
    <dgm:cxn modelId="{9D8CA647-290F-4E96-9736-1999688677FC}" srcId="{EED6FFE0-2A44-4B27-A611-05CF667607C5}" destId="{6838FDA3-DDC8-43E9-B255-9E618A481BE5}" srcOrd="1" destOrd="0" parTransId="{55BC20D8-05C7-4936-AA8E-8381D756AB98}" sibTransId="{34060F6D-81FD-4A68-B66C-B7BB7B18C027}"/>
    <dgm:cxn modelId="{09329454-3248-47B7-8CA4-6E6B50B43705}" srcId="{75AEF37E-1A91-40B0-92CF-7D91383B42BC}" destId="{D6A51D03-DBAD-409B-9EC6-7E2E1C3F585F}" srcOrd="2" destOrd="0" parTransId="{7CCB2F7D-AF46-46ED-9726-460BCAE82CFC}" sibTransId="{5E597879-C1A6-4684-ADB5-2616FC0C3B42}"/>
    <dgm:cxn modelId="{B2202183-2B95-9848-BCF8-CE3F5D6E2DD5}" type="presOf" srcId="{EED6FFE0-2A44-4B27-A611-05CF667607C5}" destId="{E8370226-5730-B142-9DD9-D629D96B8129}" srcOrd="0" destOrd="0" presId="urn:microsoft.com/office/officeart/2005/8/layout/vList2"/>
    <dgm:cxn modelId="{02414C8C-169E-304E-BBFF-8FBD24003D74}" type="presOf" srcId="{CD1D927F-DAAB-42CC-BE2A-48B1C7DB9ED8}" destId="{85B4C076-C19F-FA44-9E00-83D9F1C8BFCC}" srcOrd="0" destOrd="2" presId="urn:microsoft.com/office/officeart/2005/8/layout/vList2"/>
    <dgm:cxn modelId="{A178F1A3-3F0E-43F5-9C28-1C22C0485978}" srcId="{75AEF37E-1A91-40B0-92CF-7D91383B42BC}" destId="{FBB3657C-C5F6-483F-B2E1-F304FF747CC2}" srcOrd="0" destOrd="0" parTransId="{85443718-1550-46CE-96CB-78EC3B9613A5}" sibTransId="{A05EC887-17FA-46A5-88B3-13577CBF0ECC}"/>
    <dgm:cxn modelId="{077A92A8-2677-48C0-ABCB-210F54FB1708}" srcId="{EED6FFE0-2A44-4B27-A611-05CF667607C5}" destId="{3AC862C0-C465-4C9D-8D72-02B075445E8E}" srcOrd="0" destOrd="0" parTransId="{40B3C684-C7E1-486F-A98F-AB41C49A44A7}" sibTransId="{9D6419F5-4D5A-4B71-9804-E47FA78C7224}"/>
    <dgm:cxn modelId="{ECFB7CAC-57BD-4550-AB46-CC3015AE4FDE}" srcId="{EED6FFE0-2A44-4B27-A611-05CF667607C5}" destId="{CD1D927F-DAAB-42CC-BE2A-48B1C7DB9ED8}" srcOrd="2" destOrd="0" parTransId="{C7866F7A-9D76-40CE-BA0F-7D5F2A320B2A}" sibTransId="{4DDE1EE8-347C-4815-8E49-4CE061E06F7F}"/>
    <dgm:cxn modelId="{6C31A9AD-1429-4007-8478-E731DC8EDE5B}" srcId="{75AEF37E-1A91-40B0-92CF-7D91383B42BC}" destId="{B51B687C-5B4F-4241-8A08-08900A297552}" srcOrd="1" destOrd="0" parTransId="{C58286B2-5BD3-4229-B34F-6473C5C39825}" sibTransId="{FB8F29B8-9D4B-415C-BD4D-02B2A45DDEC6}"/>
    <dgm:cxn modelId="{06068BAF-A150-EF46-B1BE-C80A5602C20A}" type="presOf" srcId="{6838FDA3-DDC8-43E9-B255-9E618A481BE5}" destId="{85B4C076-C19F-FA44-9E00-83D9F1C8BFCC}" srcOrd="0" destOrd="1" presId="urn:microsoft.com/office/officeart/2005/8/layout/vList2"/>
    <dgm:cxn modelId="{4E7D84B0-CC58-854E-99D9-EBFE9400A8D3}" type="presOf" srcId="{D6A51D03-DBAD-409B-9EC6-7E2E1C3F585F}" destId="{E3706BF3-EB0C-B54A-9900-D0462B14A2C2}" srcOrd="0" destOrd="2" presId="urn:microsoft.com/office/officeart/2005/8/layout/vList2"/>
    <dgm:cxn modelId="{1D3CD4D6-CDD7-624A-867F-16FAC75ED0A5}" type="presOf" srcId="{FBB3657C-C5F6-483F-B2E1-F304FF747CC2}" destId="{E3706BF3-EB0C-B54A-9900-D0462B14A2C2}" srcOrd="0" destOrd="0" presId="urn:microsoft.com/office/officeart/2005/8/layout/vList2"/>
    <dgm:cxn modelId="{DD8AE4DC-3F2A-6241-BF32-E48641767E88}" type="presOf" srcId="{AC5FE8A3-AD15-4EA5-9DFC-C25661387BAD}" destId="{D268AD21-B487-BF4A-9B84-2EF1C86BF016}" srcOrd="0" destOrd="0" presId="urn:microsoft.com/office/officeart/2005/8/layout/vList2"/>
    <dgm:cxn modelId="{AD67A3EA-617C-D442-831F-201FEAD1F238}" type="presOf" srcId="{3AC862C0-C465-4C9D-8D72-02B075445E8E}" destId="{85B4C076-C19F-FA44-9E00-83D9F1C8BFCC}" srcOrd="0" destOrd="0" presId="urn:microsoft.com/office/officeart/2005/8/layout/vList2"/>
    <dgm:cxn modelId="{DB3859F0-7AAC-F143-AD61-A527F31FC174}" type="presOf" srcId="{F70BA5FF-FBB8-47EE-A49F-CDE9898F4229}" destId="{3E4DFD8E-2511-4E47-92B2-F7733B621AE5}" srcOrd="0" destOrd="0" presId="urn:microsoft.com/office/officeart/2005/8/layout/vList2"/>
    <dgm:cxn modelId="{79F0D6FF-3419-4D9F-99CE-DAE3500B0000}" srcId="{F70BA5FF-FBB8-47EE-A49F-CDE9898F4229}" destId="{75AEF37E-1A91-40B0-92CF-7D91383B42BC}" srcOrd="0" destOrd="0" parTransId="{7E20CC9F-EE43-471B-BB00-96EEE5E4E32C}" sibTransId="{87064FA8-6B1E-4AD4-9B18-AFE4F436AE24}"/>
    <dgm:cxn modelId="{A029F0E9-9494-3A47-81B5-62A21C3CF67D}" type="presParOf" srcId="{3E4DFD8E-2511-4E47-92B2-F7733B621AE5}" destId="{8580140C-DC50-9B42-93EF-E0A8E23B5672}" srcOrd="0" destOrd="0" presId="urn:microsoft.com/office/officeart/2005/8/layout/vList2"/>
    <dgm:cxn modelId="{396E90AB-F2E5-0F4E-8A10-3F75D5D180D4}" type="presParOf" srcId="{3E4DFD8E-2511-4E47-92B2-F7733B621AE5}" destId="{E3706BF3-EB0C-B54A-9900-D0462B14A2C2}" srcOrd="1" destOrd="0" presId="urn:microsoft.com/office/officeart/2005/8/layout/vList2"/>
    <dgm:cxn modelId="{C7BC6637-B2D3-F14B-B5ED-7B2B44AA05A5}" type="presParOf" srcId="{3E4DFD8E-2511-4E47-92B2-F7733B621AE5}" destId="{E8370226-5730-B142-9DD9-D629D96B8129}" srcOrd="2" destOrd="0" presId="urn:microsoft.com/office/officeart/2005/8/layout/vList2"/>
    <dgm:cxn modelId="{2D16048F-0CB2-CD4C-8B94-543978BA4BEA}" type="presParOf" srcId="{3E4DFD8E-2511-4E47-92B2-F7733B621AE5}" destId="{85B4C076-C19F-FA44-9E00-83D9F1C8BFCC}" srcOrd="3" destOrd="0" presId="urn:microsoft.com/office/officeart/2005/8/layout/vList2"/>
    <dgm:cxn modelId="{E96A26DB-0112-054C-9BC5-D2436AA779BB}" type="presParOf" srcId="{3E4DFD8E-2511-4E47-92B2-F7733B621AE5}" destId="{D268AD21-B487-BF4A-9B84-2EF1C86BF01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37CF48F-06EF-1743-8EBB-6C45D899FD96}" type="doc">
      <dgm:prSet loTypeId="urn:microsoft.com/office/officeart/2005/8/layout/list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C04A101-1837-D940-AB74-320A30C1306F}">
      <dgm:prSet/>
      <dgm:spPr/>
      <dgm:t>
        <a:bodyPr/>
        <a:lstStyle/>
        <a:p>
          <a:pPr rtl="0"/>
          <a:r>
            <a:rPr lang="de-DE"/>
            <a:t>Aufbau der Netze komplex.</a:t>
          </a:r>
        </a:p>
      </dgm:t>
    </dgm:pt>
    <dgm:pt modelId="{5AF97E3D-3CCE-E74A-8F7A-09582F270F7C}" type="parTrans" cxnId="{6072D63E-1C04-2D46-B2C7-BC670EEE1A0A}">
      <dgm:prSet/>
      <dgm:spPr/>
      <dgm:t>
        <a:bodyPr/>
        <a:lstStyle/>
        <a:p>
          <a:endParaRPr lang="de-DE"/>
        </a:p>
      </dgm:t>
    </dgm:pt>
    <dgm:pt modelId="{8867A746-1E03-A344-8B72-C85A5AFDA537}" type="sibTrans" cxnId="{6072D63E-1C04-2D46-B2C7-BC670EEE1A0A}">
      <dgm:prSet/>
      <dgm:spPr/>
      <dgm:t>
        <a:bodyPr/>
        <a:lstStyle/>
        <a:p>
          <a:endParaRPr lang="de-DE"/>
        </a:p>
      </dgm:t>
    </dgm:pt>
    <dgm:pt modelId="{502651E8-B233-564C-9BE7-600A967999F0}">
      <dgm:prSet/>
      <dgm:spPr/>
      <dgm:t>
        <a:bodyPr/>
        <a:lstStyle/>
        <a:p>
          <a:pPr rtl="0"/>
          <a:r>
            <a:rPr lang="de-DE"/>
            <a:t>Testbarkeit der Komponenten wird eingeschränkt.</a:t>
          </a:r>
        </a:p>
      </dgm:t>
    </dgm:pt>
    <dgm:pt modelId="{E760247B-0466-9E4A-B538-69908AD01D1B}" type="parTrans" cxnId="{D885EE1C-06BD-1A48-8E08-3CC6F8421F64}">
      <dgm:prSet/>
      <dgm:spPr/>
      <dgm:t>
        <a:bodyPr/>
        <a:lstStyle/>
        <a:p>
          <a:endParaRPr lang="de-DE"/>
        </a:p>
      </dgm:t>
    </dgm:pt>
    <dgm:pt modelId="{6E3A7F33-AEF9-A845-B361-2C78A581E914}" type="sibTrans" cxnId="{D885EE1C-06BD-1A48-8E08-3CC6F8421F64}">
      <dgm:prSet/>
      <dgm:spPr/>
      <dgm:t>
        <a:bodyPr/>
        <a:lstStyle/>
        <a:p>
          <a:endParaRPr lang="de-DE"/>
        </a:p>
      </dgm:t>
    </dgm:pt>
    <dgm:pt modelId="{51298CF8-FDF3-4845-8431-042197D24083}">
      <dgm:prSet/>
      <dgm:spPr/>
      <dgm:t>
        <a:bodyPr/>
        <a:lstStyle/>
        <a:p>
          <a:pPr rtl="0"/>
          <a:r>
            <a:rPr lang="de-DE"/>
            <a:t>Änderbarkeit und Wartbarkeit nur bedingt gegeben.</a:t>
          </a:r>
        </a:p>
      </dgm:t>
    </dgm:pt>
    <dgm:pt modelId="{F88EB534-7E8C-5C4D-BDC1-467182299C62}" type="parTrans" cxnId="{1ACEE10D-787D-5443-A79A-6E8901C2DFE1}">
      <dgm:prSet/>
      <dgm:spPr/>
      <dgm:t>
        <a:bodyPr/>
        <a:lstStyle/>
        <a:p>
          <a:endParaRPr lang="de-DE"/>
        </a:p>
      </dgm:t>
    </dgm:pt>
    <dgm:pt modelId="{AB47C066-D760-5548-A66F-589F40E11261}" type="sibTrans" cxnId="{1ACEE10D-787D-5443-A79A-6E8901C2DFE1}">
      <dgm:prSet/>
      <dgm:spPr/>
      <dgm:t>
        <a:bodyPr/>
        <a:lstStyle/>
        <a:p>
          <a:endParaRPr lang="de-DE"/>
        </a:p>
      </dgm:t>
    </dgm:pt>
    <dgm:pt modelId="{FB3C7343-67B2-9747-9408-076B06C7C9A7}">
      <dgm:prSet/>
      <dgm:spPr/>
      <dgm:t>
        <a:bodyPr/>
        <a:lstStyle/>
        <a:p>
          <a:pPr rtl="0"/>
          <a:r>
            <a:rPr lang="de-DE" dirty="0" err="1"/>
            <a:t>Favor</a:t>
          </a:r>
          <a:r>
            <a:rPr lang="de-DE" dirty="0"/>
            <a:t> Delegation </a:t>
          </a:r>
          <a:r>
            <a:rPr lang="de-DE" dirty="0" err="1"/>
            <a:t>over</a:t>
          </a:r>
          <a:r>
            <a:rPr lang="de-DE" dirty="0"/>
            <a:t> </a:t>
          </a:r>
          <a:r>
            <a:rPr lang="de-DE" dirty="0" err="1"/>
            <a:t>inheritance</a:t>
          </a:r>
          <a:r>
            <a:rPr lang="de-DE" dirty="0"/>
            <a:t>.</a:t>
          </a:r>
        </a:p>
      </dgm:t>
    </dgm:pt>
    <dgm:pt modelId="{8B3837E7-FAC7-E84A-B291-336BA0DBD0B7}" type="parTrans" cxnId="{54E94F39-AAFB-D04E-B3FE-F27E77A9F3DA}">
      <dgm:prSet/>
      <dgm:spPr/>
      <dgm:t>
        <a:bodyPr/>
        <a:lstStyle/>
        <a:p>
          <a:endParaRPr lang="de-DE"/>
        </a:p>
      </dgm:t>
    </dgm:pt>
    <dgm:pt modelId="{17A7ABC1-4D09-8A4A-A6D6-504CB168629C}" type="sibTrans" cxnId="{54E94F39-AAFB-D04E-B3FE-F27E77A9F3DA}">
      <dgm:prSet/>
      <dgm:spPr/>
      <dgm:t>
        <a:bodyPr/>
        <a:lstStyle/>
        <a:p>
          <a:endParaRPr lang="de-DE"/>
        </a:p>
      </dgm:t>
    </dgm:pt>
    <dgm:pt modelId="{8B7699F5-139B-D046-8275-C056A6BA49B3}">
      <dgm:prSet/>
      <dgm:spPr/>
      <dgm:t>
        <a:bodyPr/>
        <a:lstStyle/>
        <a:p>
          <a:pPr rtl="0"/>
          <a:r>
            <a:rPr lang="de-DE" dirty="0"/>
            <a:t>Verschiedene Möglichkeiten Netze aufzubauen.</a:t>
          </a:r>
        </a:p>
      </dgm:t>
    </dgm:pt>
    <dgm:pt modelId="{3506DADC-FF07-4C42-93FF-D3AB30A203A7}" type="parTrans" cxnId="{CE5C00DC-3CBF-6A4E-BEDC-35EF1C30BF89}">
      <dgm:prSet/>
      <dgm:spPr/>
      <dgm:t>
        <a:bodyPr/>
        <a:lstStyle/>
        <a:p>
          <a:endParaRPr lang="de-DE"/>
        </a:p>
      </dgm:t>
    </dgm:pt>
    <dgm:pt modelId="{97CABD35-53D6-3248-B306-5D89E5810CC9}" type="sibTrans" cxnId="{CE5C00DC-3CBF-6A4E-BEDC-35EF1C30BF89}">
      <dgm:prSet/>
      <dgm:spPr/>
      <dgm:t>
        <a:bodyPr/>
        <a:lstStyle/>
        <a:p>
          <a:endParaRPr lang="de-DE"/>
        </a:p>
      </dgm:t>
    </dgm:pt>
    <dgm:pt modelId="{6BEE2A7A-C1FC-3943-BD38-5E336C6BD5EE}" type="pres">
      <dgm:prSet presAssocID="{137CF48F-06EF-1743-8EBB-6C45D899FD96}" presName="linear" presStyleCnt="0">
        <dgm:presLayoutVars>
          <dgm:dir/>
          <dgm:animLvl val="lvl"/>
          <dgm:resizeHandles val="exact"/>
        </dgm:presLayoutVars>
      </dgm:prSet>
      <dgm:spPr/>
    </dgm:pt>
    <dgm:pt modelId="{CFA95A14-D22F-C948-A869-F7D297266433}" type="pres">
      <dgm:prSet presAssocID="{DC04A101-1837-D940-AB74-320A30C1306F}" presName="parentLin" presStyleCnt="0"/>
      <dgm:spPr/>
    </dgm:pt>
    <dgm:pt modelId="{7239F3FD-F800-0949-B1B0-3D649E54BD11}" type="pres">
      <dgm:prSet presAssocID="{DC04A101-1837-D940-AB74-320A30C1306F}" presName="parentLeftMargin" presStyleLbl="node1" presStyleIdx="0" presStyleCnt="5"/>
      <dgm:spPr/>
    </dgm:pt>
    <dgm:pt modelId="{1ECD87B9-C580-F745-B1B7-FBF6A99F2703}" type="pres">
      <dgm:prSet presAssocID="{DC04A101-1837-D940-AB74-320A30C1306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78BFF4B-AC52-634E-826A-44E0F50551A8}" type="pres">
      <dgm:prSet presAssocID="{DC04A101-1837-D940-AB74-320A30C1306F}" presName="negativeSpace" presStyleCnt="0"/>
      <dgm:spPr/>
    </dgm:pt>
    <dgm:pt modelId="{27BFC5A3-221C-BF41-82F3-231312BBE5EC}" type="pres">
      <dgm:prSet presAssocID="{DC04A101-1837-D940-AB74-320A30C1306F}" presName="childText" presStyleLbl="conFgAcc1" presStyleIdx="0" presStyleCnt="5">
        <dgm:presLayoutVars>
          <dgm:bulletEnabled val="1"/>
        </dgm:presLayoutVars>
      </dgm:prSet>
      <dgm:spPr/>
    </dgm:pt>
    <dgm:pt modelId="{2EF62C71-1FE3-6541-82E9-F1A2383F9597}" type="pres">
      <dgm:prSet presAssocID="{8867A746-1E03-A344-8B72-C85A5AFDA537}" presName="spaceBetweenRectangles" presStyleCnt="0"/>
      <dgm:spPr/>
    </dgm:pt>
    <dgm:pt modelId="{8B3EE54B-C6E5-6240-846F-AE3BF223DABF}" type="pres">
      <dgm:prSet presAssocID="{502651E8-B233-564C-9BE7-600A967999F0}" presName="parentLin" presStyleCnt="0"/>
      <dgm:spPr/>
    </dgm:pt>
    <dgm:pt modelId="{4A105D4B-B76A-B54A-BD17-89AADAAD12E3}" type="pres">
      <dgm:prSet presAssocID="{502651E8-B233-564C-9BE7-600A967999F0}" presName="parentLeftMargin" presStyleLbl="node1" presStyleIdx="0" presStyleCnt="5"/>
      <dgm:spPr/>
    </dgm:pt>
    <dgm:pt modelId="{B09D4BB5-B624-1D4B-B9E6-011316B43742}" type="pres">
      <dgm:prSet presAssocID="{502651E8-B233-564C-9BE7-600A967999F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1526D06-E0D6-3E44-969C-698A19BE763F}" type="pres">
      <dgm:prSet presAssocID="{502651E8-B233-564C-9BE7-600A967999F0}" presName="negativeSpace" presStyleCnt="0"/>
      <dgm:spPr/>
    </dgm:pt>
    <dgm:pt modelId="{E7B1E18C-5299-164E-8066-1AD144D53839}" type="pres">
      <dgm:prSet presAssocID="{502651E8-B233-564C-9BE7-600A967999F0}" presName="childText" presStyleLbl="conFgAcc1" presStyleIdx="1" presStyleCnt="5">
        <dgm:presLayoutVars>
          <dgm:bulletEnabled val="1"/>
        </dgm:presLayoutVars>
      </dgm:prSet>
      <dgm:spPr/>
    </dgm:pt>
    <dgm:pt modelId="{704B7B41-7956-6744-924D-38FF2EB17BB0}" type="pres">
      <dgm:prSet presAssocID="{6E3A7F33-AEF9-A845-B361-2C78A581E914}" presName="spaceBetweenRectangles" presStyleCnt="0"/>
      <dgm:spPr/>
    </dgm:pt>
    <dgm:pt modelId="{CF3FABA2-E09D-E840-9216-B93DD10BE9FB}" type="pres">
      <dgm:prSet presAssocID="{51298CF8-FDF3-4845-8431-042197D24083}" presName="parentLin" presStyleCnt="0"/>
      <dgm:spPr/>
    </dgm:pt>
    <dgm:pt modelId="{F126DED2-5AA5-0944-BB22-E44D1E98F20A}" type="pres">
      <dgm:prSet presAssocID="{51298CF8-FDF3-4845-8431-042197D24083}" presName="parentLeftMargin" presStyleLbl="node1" presStyleIdx="1" presStyleCnt="5"/>
      <dgm:spPr/>
    </dgm:pt>
    <dgm:pt modelId="{D23F324F-A649-C54D-90F8-26F719C76FD7}" type="pres">
      <dgm:prSet presAssocID="{51298CF8-FDF3-4845-8431-042197D240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E18BC6F-76E8-1E42-9790-A92F27B40DC7}" type="pres">
      <dgm:prSet presAssocID="{51298CF8-FDF3-4845-8431-042197D24083}" presName="negativeSpace" presStyleCnt="0"/>
      <dgm:spPr/>
    </dgm:pt>
    <dgm:pt modelId="{1C9F027A-4FEE-E646-9A26-FF01151D7B0D}" type="pres">
      <dgm:prSet presAssocID="{51298CF8-FDF3-4845-8431-042197D24083}" presName="childText" presStyleLbl="conFgAcc1" presStyleIdx="2" presStyleCnt="5">
        <dgm:presLayoutVars>
          <dgm:bulletEnabled val="1"/>
        </dgm:presLayoutVars>
      </dgm:prSet>
      <dgm:spPr/>
    </dgm:pt>
    <dgm:pt modelId="{320F94DB-0240-3B48-86A0-B95E4218BF18}" type="pres">
      <dgm:prSet presAssocID="{AB47C066-D760-5548-A66F-589F40E11261}" presName="spaceBetweenRectangles" presStyleCnt="0"/>
      <dgm:spPr/>
    </dgm:pt>
    <dgm:pt modelId="{01760883-840C-724C-93BD-BE6A878FEB9C}" type="pres">
      <dgm:prSet presAssocID="{FB3C7343-67B2-9747-9408-076B06C7C9A7}" presName="parentLin" presStyleCnt="0"/>
      <dgm:spPr/>
    </dgm:pt>
    <dgm:pt modelId="{FF4F0C05-8A49-944F-BA4E-1F2D18491E9E}" type="pres">
      <dgm:prSet presAssocID="{FB3C7343-67B2-9747-9408-076B06C7C9A7}" presName="parentLeftMargin" presStyleLbl="node1" presStyleIdx="2" presStyleCnt="5"/>
      <dgm:spPr/>
    </dgm:pt>
    <dgm:pt modelId="{AABA84C5-D367-3740-811F-273A21F9174D}" type="pres">
      <dgm:prSet presAssocID="{FB3C7343-67B2-9747-9408-076B06C7C9A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892C2D1-C498-E24A-8F75-DB0CBCB6E045}" type="pres">
      <dgm:prSet presAssocID="{FB3C7343-67B2-9747-9408-076B06C7C9A7}" presName="negativeSpace" presStyleCnt="0"/>
      <dgm:spPr/>
    </dgm:pt>
    <dgm:pt modelId="{E7A1E83F-27FB-7046-916E-840DBC608703}" type="pres">
      <dgm:prSet presAssocID="{FB3C7343-67B2-9747-9408-076B06C7C9A7}" presName="childText" presStyleLbl="conFgAcc1" presStyleIdx="3" presStyleCnt="5">
        <dgm:presLayoutVars>
          <dgm:bulletEnabled val="1"/>
        </dgm:presLayoutVars>
      </dgm:prSet>
      <dgm:spPr/>
    </dgm:pt>
    <dgm:pt modelId="{F8F67C72-6766-3641-8429-79CC9D52321A}" type="pres">
      <dgm:prSet presAssocID="{17A7ABC1-4D09-8A4A-A6D6-504CB168629C}" presName="spaceBetweenRectangles" presStyleCnt="0"/>
      <dgm:spPr/>
    </dgm:pt>
    <dgm:pt modelId="{5A3AA09F-554D-CC4E-A440-A445ED2B5AC1}" type="pres">
      <dgm:prSet presAssocID="{8B7699F5-139B-D046-8275-C056A6BA49B3}" presName="parentLin" presStyleCnt="0"/>
      <dgm:spPr/>
    </dgm:pt>
    <dgm:pt modelId="{D7CF370E-E249-714D-9E1A-D26770835788}" type="pres">
      <dgm:prSet presAssocID="{8B7699F5-139B-D046-8275-C056A6BA49B3}" presName="parentLeftMargin" presStyleLbl="node1" presStyleIdx="3" presStyleCnt="5"/>
      <dgm:spPr/>
    </dgm:pt>
    <dgm:pt modelId="{0A9A284D-6452-BB41-99E7-07D3AE11220D}" type="pres">
      <dgm:prSet presAssocID="{8B7699F5-139B-D046-8275-C056A6BA49B3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43DC9F2-2AE4-1146-B81A-11C886E51E1E}" type="pres">
      <dgm:prSet presAssocID="{8B7699F5-139B-D046-8275-C056A6BA49B3}" presName="negativeSpace" presStyleCnt="0"/>
      <dgm:spPr/>
    </dgm:pt>
    <dgm:pt modelId="{6387FF60-1556-F646-BEF2-EFDFA3F1F8AE}" type="pres">
      <dgm:prSet presAssocID="{8B7699F5-139B-D046-8275-C056A6BA49B3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1ACEE10D-787D-5443-A79A-6E8901C2DFE1}" srcId="{137CF48F-06EF-1743-8EBB-6C45D899FD96}" destId="{51298CF8-FDF3-4845-8431-042197D24083}" srcOrd="2" destOrd="0" parTransId="{F88EB534-7E8C-5C4D-BDC1-467182299C62}" sibTransId="{AB47C066-D760-5548-A66F-589F40E11261}"/>
    <dgm:cxn modelId="{D885EE1C-06BD-1A48-8E08-3CC6F8421F64}" srcId="{137CF48F-06EF-1743-8EBB-6C45D899FD96}" destId="{502651E8-B233-564C-9BE7-600A967999F0}" srcOrd="1" destOrd="0" parTransId="{E760247B-0466-9E4A-B538-69908AD01D1B}" sibTransId="{6E3A7F33-AEF9-A845-B361-2C78A581E914}"/>
    <dgm:cxn modelId="{A19FB326-9063-5E47-ACA2-2CF81CF65950}" type="presOf" srcId="{51298CF8-FDF3-4845-8431-042197D24083}" destId="{D23F324F-A649-C54D-90F8-26F719C76FD7}" srcOrd="1" destOrd="0" presId="urn:microsoft.com/office/officeart/2005/8/layout/list1"/>
    <dgm:cxn modelId="{7EB79D2A-8ADC-3B4C-B7A9-2E597A87F299}" type="presOf" srcId="{137CF48F-06EF-1743-8EBB-6C45D899FD96}" destId="{6BEE2A7A-C1FC-3943-BD38-5E336C6BD5EE}" srcOrd="0" destOrd="0" presId="urn:microsoft.com/office/officeart/2005/8/layout/list1"/>
    <dgm:cxn modelId="{CB8A502B-8D5B-7743-85CB-2D279CC68321}" type="presOf" srcId="{502651E8-B233-564C-9BE7-600A967999F0}" destId="{B09D4BB5-B624-1D4B-B9E6-011316B43742}" srcOrd="1" destOrd="0" presId="urn:microsoft.com/office/officeart/2005/8/layout/list1"/>
    <dgm:cxn modelId="{54E94F39-AAFB-D04E-B3FE-F27E77A9F3DA}" srcId="{137CF48F-06EF-1743-8EBB-6C45D899FD96}" destId="{FB3C7343-67B2-9747-9408-076B06C7C9A7}" srcOrd="3" destOrd="0" parTransId="{8B3837E7-FAC7-E84A-B291-336BA0DBD0B7}" sibTransId="{17A7ABC1-4D09-8A4A-A6D6-504CB168629C}"/>
    <dgm:cxn modelId="{99F1433B-61FA-EA4D-8165-54206471B430}" type="presOf" srcId="{51298CF8-FDF3-4845-8431-042197D24083}" destId="{F126DED2-5AA5-0944-BB22-E44D1E98F20A}" srcOrd="0" destOrd="0" presId="urn:microsoft.com/office/officeart/2005/8/layout/list1"/>
    <dgm:cxn modelId="{6072D63E-1C04-2D46-B2C7-BC670EEE1A0A}" srcId="{137CF48F-06EF-1743-8EBB-6C45D899FD96}" destId="{DC04A101-1837-D940-AB74-320A30C1306F}" srcOrd="0" destOrd="0" parTransId="{5AF97E3D-3CCE-E74A-8F7A-09582F270F7C}" sibTransId="{8867A746-1E03-A344-8B72-C85A5AFDA537}"/>
    <dgm:cxn modelId="{4AADC64B-BFEB-B243-9082-C666F8F413E7}" type="presOf" srcId="{502651E8-B233-564C-9BE7-600A967999F0}" destId="{4A105D4B-B76A-B54A-BD17-89AADAAD12E3}" srcOrd="0" destOrd="0" presId="urn:microsoft.com/office/officeart/2005/8/layout/list1"/>
    <dgm:cxn modelId="{411E0B50-F152-724E-998A-471D27E1DC8E}" type="presOf" srcId="{FB3C7343-67B2-9747-9408-076B06C7C9A7}" destId="{AABA84C5-D367-3740-811F-273A21F9174D}" srcOrd="1" destOrd="0" presId="urn:microsoft.com/office/officeart/2005/8/layout/list1"/>
    <dgm:cxn modelId="{6B089D7B-5D56-E043-A20B-868B1C33BF5F}" type="presOf" srcId="{8B7699F5-139B-D046-8275-C056A6BA49B3}" destId="{D7CF370E-E249-714D-9E1A-D26770835788}" srcOrd="0" destOrd="0" presId="urn:microsoft.com/office/officeart/2005/8/layout/list1"/>
    <dgm:cxn modelId="{33772085-927B-884B-B500-15EF64C09EF2}" type="presOf" srcId="{FB3C7343-67B2-9747-9408-076B06C7C9A7}" destId="{FF4F0C05-8A49-944F-BA4E-1F2D18491E9E}" srcOrd="0" destOrd="0" presId="urn:microsoft.com/office/officeart/2005/8/layout/list1"/>
    <dgm:cxn modelId="{EFFD86C1-CCE1-0A4F-A160-CA2CA3FBB9FA}" type="presOf" srcId="{DC04A101-1837-D940-AB74-320A30C1306F}" destId="{1ECD87B9-C580-F745-B1B7-FBF6A99F2703}" srcOrd="1" destOrd="0" presId="urn:microsoft.com/office/officeart/2005/8/layout/list1"/>
    <dgm:cxn modelId="{DECA7DD7-B301-1948-853B-2CFA952B8A0A}" type="presOf" srcId="{8B7699F5-139B-D046-8275-C056A6BA49B3}" destId="{0A9A284D-6452-BB41-99E7-07D3AE11220D}" srcOrd="1" destOrd="0" presId="urn:microsoft.com/office/officeart/2005/8/layout/list1"/>
    <dgm:cxn modelId="{CE5C00DC-3CBF-6A4E-BEDC-35EF1C30BF89}" srcId="{137CF48F-06EF-1743-8EBB-6C45D899FD96}" destId="{8B7699F5-139B-D046-8275-C056A6BA49B3}" srcOrd="4" destOrd="0" parTransId="{3506DADC-FF07-4C42-93FF-D3AB30A203A7}" sibTransId="{97CABD35-53D6-3248-B306-5D89E5810CC9}"/>
    <dgm:cxn modelId="{CD76E4E1-A556-6249-9C01-099A56341B75}" type="presOf" srcId="{DC04A101-1837-D940-AB74-320A30C1306F}" destId="{7239F3FD-F800-0949-B1B0-3D649E54BD11}" srcOrd="0" destOrd="0" presId="urn:microsoft.com/office/officeart/2005/8/layout/list1"/>
    <dgm:cxn modelId="{5BF061FC-D7D7-8C4A-BF95-F9895734A122}" type="presParOf" srcId="{6BEE2A7A-C1FC-3943-BD38-5E336C6BD5EE}" destId="{CFA95A14-D22F-C948-A869-F7D297266433}" srcOrd="0" destOrd="0" presId="urn:microsoft.com/office/officeart/2005/8/layout/list1"/>
    <dgm:cxn modelId="{D453BB99-165E-4347-9895-1BC0F40E97ED}" type="presParOf" srcId="{CFA95A14-D22F-C948-A869-F7D297266433}" destId="{7239F3FD-F800-0949-B1B0-3D649E54BD11}" srcOrd="0" destOrd="0" presId="urn:microsoft.com/office/officeart/2005/8/layout/list1"/>
    <dgm:cxn modelId="{FB482074-3394-CE4A-B5BA-86966C321954}" type="presParOf" srcId="{CFA95A14-D22F-C948-A869-F7D297266433}" destId="{1ECD87B9-C580-F745-B1B7-FBF6A99F2703}" srcOrd="1" destOrd="0" presId="urn:microsoft.com/office/officeart/2005/8/layout/list1"/>
    <dgm:cxn modelId="{06DE892E-55EA-2F46-B129-3052EED1A363}" type="presParOf" srcId="{6BEE2A7A-C1FC-3943-BD38-5E336C6BD5EE}" destId="{778BFF4B-AC52-634E-826A-44E0F50551A8}" srcOrd="1" destOrd="0" presId="urn:microsoft.com/office/officeart/2005/8/layout/list1"/>
    <dgm:cxn modelId="{4EFED974-9500-4F42-B0D9-85EE91C282D7}" type="presParOf" srcId="{6BEE2A7A-C1FC-3943-BD38-5E336C6BD5EE}" destId="{27BFC5A3-221C-BF41-82F3-231312BBE5EC}" srcOrd="2" destOrd="0" presId="urn:microsoft.com/office/officeart/2005/8/layout/list1"/>
    <dgm:cxn modelId="{59F246C2-6951-D94E-9647-17736646CB85}" type="presParOf" srcId="{6BEE2A7A-C1FC-3943-BD38-5E336C6BD5EE}" destId="{2EF62C71-1FE3-6541-82E9-F1A2383F9597}" srcOrd="3" destOrd="0" presId="urn:microsoft.com/office/officeart/2005/8/layout/list1"/>
    <dgm:cxn modelId="{A93C2E5A-854F-5447-BF78-9A8FD28E6090}" type="presParOf" srcId="{6BEE2A7A-C1FC-3943-BD38-5E336C6BD5EE}" destId="{8B3EE54B-C6E5-6240-846F-AE3BF223DABF}" srcOrd="4" destOrd="0" presId="urn:microsoft.com/office/officeart/2005/8/layout/list1"/>
    <dgm:cxn modelId="{65A968A4-0D2B-B849-B41B-7501CC990CF7}" type="presParOf" srcId="{8B3EE54B-C6E5-6240-846F-AE3BF223DABF}" destId="{4A105D4B-B76A-B54A-BD17-89AADAAD12E3}" srcOrd="0" destOrd="0" presId="urn:microsoft.com/office/officeart/2005/8/layout/list1"/>
    <dgm:cxn modelId="{D09A3586-58D2-F84A-85FA-6587A165DDE2}" type="presParOf" srcId="{8B3EE54B-C6E5-6240-846F-AE3BF223DABF}" destId="{B09D4BB5-B624-1D4B-B9E6-011316B43742}" srcOrd="1" destOrd="0" presId="urn:microsoft.com/office/officeart/2005/8/layout/list1"/>
    <dgm:cxn modelId="{4693E7AE-6B49-F24E-B369-8EC2876D4856}" type="presParOf" srcId="{6BEE2A7A-C1FC-3943-BD38-5E336C6BD5EE}" destId="{41526D06-E0D6-3E44-969C-698A19BE763F}" srcOrd="5" destOrd="0" presId="urn:microsoft.com/office/officeart/2005/8/layout/list1"/>
    <dgm:cxn modelId="{49CC0697-CA1C-414B-85B0-A05BED85405C}" type="presParOf" srcId="{6BEE2A7A-C1FC-3943-BD38-5E336C6BD5EE}" destId="{E7B1E18C-5299-164E-8066-1AD144D53839}" srcOrd="6" destOrd="0" presId="urn:microsoft.com/office/officeart/2005/8/layout/list1"/>
    <dgm:cxn modelId="{EDBB7219-11CB-C649-9FAE-D4AF07BCA299}" type="presParOf" srcId="{6BEE2A7A-C1FC-3943-BD38-5E336C6BD5EE}" destId="{704B7B41-7956-6744-924D-38FF2EB17BB0}" srcOrd="7" destOrd="0" presId="urn:microsoft.com/office/officeart/2005/8/layout/list1"/>
    <dgm:cxn modelId="{74668403-9343-1D4B-BF78-1DEF078C3BDB}" type="presParOf" srcId="{6BEE2A7A-C1FC-3943-BD38-5E336C6BD5EE}" destId="{CF3FABA2-E09D-E840-9216-B93DD10BE9FB}" srcOrd="8" destOrd="0" presId="urn:microsoft.com/office/officeart/2005/8/layout/list1"/>
    <dgm:cxn modelId="{E1DBE7B4-3149-AC4A-A025-E91C3F4FB818}" type="presParOf" srcId="{CF3FABA2-E09D-E840-9216-B93DD10BE9FB}" destId="{F126DED2-5AA5-0944-BB22-E44D1E98F20A}" srcOrd="0" destOrd="0" presId="urn:microsoft.com/office/officeart/2005/8/layout/list1"/>
    <dgm:cxn modelId="{200889BC-5C69-2E46-A5ED-EA89FC086F21}" type="presParOf" srcId="{CF3FABA2-E09D-E840-9216-B93DD10BE9FB}" destId="{D23F324F-A649-C54D-90F8-26F719C76FD7}" srcOrd="1" destOrd="0" presId="urn:microsoft.com/office/officeart/2005/8/layout/list1"/>
    <dgm:cxn modelId="{16E1F6D4-2936-D54C-A272-528EF90E75D9}" type="presParOf" srcId="{6BEE2A7A-C1FC-3943-BD38-5E336C6BD5EE}" destId="{0E18BC6F-76E8-1E42-9790-A92F27B40DC7}" srcOrd="9" destOrd="0" presId="urn:microsoft.com/office/officeart/2005/8/layout/list1"/>
    <dgm:cxn modelId="{D513700C-BB41-DB40-A6B2-5157CEF7D7D7}" type="presParOf" srcId="{6BEE2A7A-C1FC-3943-BD38-5E336C6BD5EE}" destId="{1C9F027A-4FEE-E646-9A26-FF01151D7B0D}" srcOrd="10" destOrd="0" presId="urn:microsoft.com/office/officeart/2005/8/layout/list1"/>
    <dgm:cxn modelId="{35899B0E-9EF5-9E4B-AE01-62ECE44195EB}" type="presParOf" srcId="{6BEE2A7A-C1FC-3943-BD38-5E336C6BD5EE}" destId="{320F94DB-0240-3B48-86A0-B95E4218BF18}" srcOrd="11" destOrd="0" presId="urn:microsoft.com/office/officeart/2005/8/layout/list1"/>
    <dgm:cxn modelId="{98185DC2-D04B-E340-96E9-3DAB2FA42EAA}" type="presParOf" srcId="{6BEE2A7A-C1FC-3943-BD38-5E336C6BD5EE}" destId="{01760883-840C-724C-93BD-BE6A878FEB9C}" srcOrd="12" destOrd="0" presId="urn:microsoft.com/office/officeart/2005/8/layout/list1"/>
    <dgm:cxn modelId="{2196DE93-FEF0-3D44-816E-B82F598CDC00}" type="presParOf" srcId="{01760883-840C-724C-93BD-BE6A878FEB9C}" destId="{FF4F0C05-8A49-944F-BA4E-1F2D18491E9E}" srcOrd="0" destOrd="0" presId="urn:microsoft.com/office/officeart/2005/8/layout/list1"/>
    <dgm:cxn modelId="{F6A5E6C9-DCE2-934E-8BDA-EA49DDE4DB7F}" type="presParOf" srcId="{01760883-840C-724C-93BD-BE6A878FEB9C}" destId="{AABA84C5-D367-3740-811F-273A21F9174D}" srcOrd="1" destOrd="0" presId="urn:microsoft.com/office/officeart/2005/8/layout/list1"/>
    <dgm:cxn modelId="{96DC64CE-3B37-A243-BFB1-26A6CC44A8DD}" type="presParOf" srcId="{6BEE2A7A-C1FC-3943-BD38-5E336C6BD5EE}" destId="{4892C2D1-C498-E24A-8F75-DB0CBCB6E045}" srcOrd="13" destOrd="0" presId="urn:microsoft.com/office/officeart/2005/8/layout/list1"/>
    <dgm:cxn modelId="{99E7B76B-9CE6-DB4D-87B4-4A1CB6CC7701}" type="presParOf" srcId="{6BEE2A7A-C1FC-3943-BD38-5E336C6BD5EE}" destId="{E7A1E83F-27FB-7046-916E-840DBC608703}" srcOrd="14" destOrd="0" presId="urn:microsoft.com/office/officeart/2005/8/layout/list1"/>
    <dgm:cxn modelId="{5699002B-C8B8-2344-8C85-5147815B5CB8}" type="presParOf" srcId="{6BEE2A7A-C1FC-3943-BD38-5E336C6BD5EE}" destId="{F8F67C72-6766-3641-8429-79CC9D52321A}" srcOrd="15" destOrd="0" presId="urn:microsoft.com/office/officeart/2005/8/layout/list1"/>
    <dgm:cxn modelId="{92006DDF-E905-E741-AC11-20502E74F52B}" type="presParOf" srcId="{6BEE2A7A-C1FC-3943-BD38-5E336C6BD5EE}" destId="{5A3AA09F-554D-CC4E-A440-A445ED2B5AC1}" srcOrd="16" destOrd="0" presId="urn:microsoft.com/office/officeart/2005/8/layout/list1"/>
    <dgm:cxn modelId="{FFF6CD54-DA3A-654B-954A-55C1AE261F43}" type="presParOf" srcId="{5A3AA09F-554D-CC4E-A440-A445ED2B5AC1}" destId="{D7CF370E-E249-714D-9E1A-D26770835788}" srcOrd="0" destOrd="0" presId="urn:microsoft.com/office/officeart/2005/8/layout/list1"/>
    <dgm:cxn modelId="{AA261E7B-719B-5F47-8156-4038A94239F3}" type="presParOf" srcId="{5A3AA09F-554D-CC4E-A440-A445ED2B5AC1}" destId="{0A9A284D-6452-BB41-99E7-07D3AE11220D}" srcOrd="1" destOrd="0" presId="urn:microsoft.com/office/officeart/2005/8/layout/list1"/>
    <dgm:cxn modelId="{AE75E6A4-733A-3542-9238-D39451F4FBDA}" type="presParOf" srcId="{6BEE2A7A-C1FC-3943-BD38-5E336C6BD5EE}" destId="{A43DC9F2-2AE4-1146-B81A-11C886E51E1E}" srcOrd="17" destOrd="0" presId="urn:microsoft.com/office/officeart/2005/8/layout/list1"/>
    <dgm:cxn modelId="{B9FB88CD-06CB-D249-9B3F-B90A6BF7C713}" type="presParOf" srcId="{6BEE2A7A-C1FC-3943-BD38-5E336C6BD5EE}" destId="{6387FF60-1556-F646-BEF2-EFDFA3F1F8AE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C5E9A6EF-7A77-2C4F-89A3-A1EB85BD89C8}" type="doc">
      <dgm:prSet loTypeId="urn:microsoft.com/office/officeart/2008/layout/SquareAccentList" loCatId="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523C9C9-44E4-8F4C-AFF0-0A41583A5470}">
      <dgm:prSet phldrT="[Text]"/>
      <dgm:spPr/>
      <dgm:t>
        <a:bodyPr/>
        <a:lstStyle/>
        <a:p>
          <a:r>
            <a:rPr lang="de-DE" dirty="0"/>
            <a:t>intermediate</a:t>
          </a:r>
        </a:p>
      </dgm:t>
    </dgm:pt>
    <dgm:pt modelId="{BFDD7C29-7827-9F41-A10B-235C8F10D135}" type="parTrans" cxnId="{C25AE12D-E0CA-F148-A166-D0F32CE73344}">
      <dgm:prSet/>
      <dgm:spPr/>
      <dgm:t>
        <a:bodyPr/>
        <a:lstStyle/>
        <a:p>
          <a:endParaRPr lang="de-DE"/>
        </a:p>
      </dgm:t>
    </dgm:pt>
    <dgm:pt modelId="{849F7042-090C-154F-B331-9D79B86139AD}" type="sibTrans" cxnId="{C25AE12D-E0CA-F148-A166-D0F32CE73344}">
      <dgm:prSet/>
      <dgm:spPr/>
      <dgm:t>
        <a:bodyPr/>
        <a:lstStyle/>
        <a:p>
          <a:endParaRPr lang="de-DE"/>
        </a:p>
      </dgm:t>
    </dgm:pt>
    <dgm:pt modelId="{5E1A3761-696C-A247-A10F-46C164BC8AA8}">
      <dgm:prSet phldrT="[Text]"/>
      <dgm:spPr/>
      <dgm:t>
        <a:bodyPr/>
        <a:lstStyle/>
        <a:p>
          <a:r>
            <a:rPr lang="de-DE" dirty="0" err="1"/>
            <a:t>filter</a:t>
          </a:r>
          <a:endParaRPr lang="de-DE" dirty="0"/>
        </a:p>
      </dgm:t>
    </dgm:pt>
    <dgm:pt modelId="{8C609066-3EB0-E946-BC44-839A246CE517}" type="parTrans" cxnId="{A5729033-6452-3149-9DE4-4A8ECFA7EB25}">
      <dgm:prSet/>
      <dgm:spPr/>
      <dgm:t>
        <a:bodyPr/>
        <a:lstStyle/>
        <a:p>
          <a:endParaRPr lang="de-DE"/>
        </a:p>
      </dgm:t>
    </dgm:pt>
    <dgm:pt modelId="{066C3D85-9EFB-2647-B41D-D3C20BDC3EBD}" type="sibTrans" cxnId="{A5729033-6452-3149-9DE4-4A8ECFA7EB25}">
      <dgm:prSet/>
      <dgm:spPr/>
      <dgm:t>
        <a:bodyPr/>
        <a:lstStyle/>
        <a:p>
          <a:endParaRPr lang="de-DE"/>
        </a:p>
      </dgm:t>
    </dgm:pt>
    <dgm:pt modelId="{6A8A650A-0C93-F14A-9361-0118E1F7EC60}">
      <dgm:prSet phldrT="[Text]"/>
      <dgm:spPr/>
      <dgm:t>
        <a:bodyPr/>
        <a:lstStyle/>
        <a:p>
          <a:r>
            <a:rPr lang="de-DE"/>
            <a:t>map</a:t>
          </a:r>
          <a:endParaRPr lang="de-DE" dirty="0"/>
        </a:p>
      </dgm:t>
    </dgm:pt>
    <dgm:pt modelId="{712828DD-507C-5E4F-B5BC-CE9DDD87DB83}" type="parTrans" cxnId="{92BE3AAE-15A9-E245-B7BA-A4D619F57A5D}">
      <dgm:prSet/>
      <dgm:spPr/>
      <dgm:t>
        <a:bodyPr/>
        <a:lstStyle/>
        <a:p>
          <a:endParaRPr lang="de-DE"/>
        </a:p>
      </dgm:t>
    </dgm:pt>
    <dgm:pt modelId="{746CDBDF-8526-4046-9408-D9DB06C05211}" type="sibTrans" cxnId="{92BE3AAE-15A9-E245-B7BA-A4D619F57A5D}">
      <dgm:prSet/>
      <dgm:spPr/>
      <dgm:t>
        <a:bodyPr/>
        <a:lstStyle/>
        <a:p>
          <a:endParaRPr lang="de-DE"/>
        </a:p>
      </dgm:t>
    </dgm:pt>
    <dgm:pt modelId="{E8C406D6-A9AC-C245-B757-1D5F6098F671}">
      <dgm:prSet phldrT="[Text]"/>
      <dgm:spPr/>
      <dgm:t>
        <a:bodyPr/>
        <a:lstStyle/>
        <a:p>
          <a:r>
            <a:rPr lang="de-DE" dirty="0" err="1"/>
            <a:t>peek</a:t>
          </a:r>
          <a:endParaRPr lang="de-DE" dirty="0"/>
        </a:p>
      </dgm:t>
    </dgm:pt>
    <dgm:pt modelId="{CD79FFC7-642E-AF43-B6F3-72457378295C}" type="parTrans" cxnId="{80256412-1C31-AC4B-B611-8E72D810B72B}">
      <dgm:prSet/>
      <dgm:spPr/>
      <dgm:t>
        <a:bodyPr/>
        <a:lstStyle/>
        <a:p>
          <a:endParaRPr lang="de-DE"/>
        </a:p>
      </dgm:t>
    </dgm:pt>
    <dgm:pt modelId="{16745278-1785-9F4C-BC52-419EF1995AB3}" type="sibTrans" cxnId="{80256412-1C31-AC4B-B611-8E72D810B72B}">
      <dgm:prSet/>
      <dgm:spPr/>
      <dgm:t>
        <a:bodyPr/>
        <a:lstStyle/>
        <a:p>
          <a:endParaRPr lang="de-DE"/>
        </a:p>
      </dgm:t>
    </dgm:pt>
    <dgm:pt modelId="{25DC7A00-683F-1644-BB5D-DACA931D83F3}">
      <dgm:prSet phldrT="[Text]"/>
      <dgm:spPr/>
      <dgm:t>
        <a:bodyPr/>
        <a:lstStyle/>
        <a:p>
          <a:r>
            <a:rPr lang="de-DE" dirty="0"/>
            <a:t>terminal</a:t>
          </a:r>
        </a:p>
      </dgm:t>
    </dgm:pt>
    <dgm:pt modelId="{69EF6156-6F14-184A-A52D-7E691797028B}" type="parTrans" cxnId="{C262E89D-07FD-9B4A-AFB0-8E4F1F8CCA11}">
      <dgm:prSet/>
      <dgm:spPr/>
      <dgm:t>
        <a:bodyPr/>
        <a:lstStyle/>
        <a:p>
          <a:endParaRPr lang="de-DE"/>
        </a:p>
      </dgm:t>
    </dgm:pt>
    <dgm:pt modelId="{D785C973-2E20-0549-AB5D-86A4D742E614}" type="sibTrans" cxnId="{C262E89D-07FD-9B4A-AFB0-8E4F1F8CCA11}">
      <dgm:prSet/>
      <dgm:spPr/>
      <dgm:t>
        <a:bodyPr/>
        <a:lstStyle/>
        <a:p>
          <a:endParaRPr lang="de-DE"/>
        </a:p>
      </dgm:t>
    </dgm:pt>
    <dgm:pt modelId="{A6FAB208-DDBE-9C45-9FB9-1F193F4464C9}">
      <dgm:prSet phldrT="[Text]"/>
      <dgm:spPr/>
      <dgm:t>
        <a:bodyPr/>
        <a:lstStyle/>
        <a:p>
          <a:r>
            <a:rPr lang="de-DE" dirty="0" err="1"/>
            <a:t>count</a:t>
          </a:r>
          <a:endParaRPr lang="de-DE" dirty="0"/>
        </a:p>
      </dgm:t>
    </dgm:pt>
    <dgm:pt modelId="{5D5ECCB8-24EC-D647-BA96-C7A06D8A28EC}" type="parTrans" cxnId="{0AD77743-A0D6-A041-9CD3-54F1F1707F32}">
      <dgm:prSet/>
      <dgm:spPr/>
      <dgm:t>
        <a:bodyPr/>
        <a:lstStyle/>
        <a:p>
          <a:endParaRPr lang="de-DE"/>
        </a:p>
      </dgm:t>
    </dgm:pt>
    <dgm:pt modelId="{A2E46242-7B60-5D41-8068-3E1B22B00737}" type="sibTrans" cxnId="{0AD77743-A0D6-A041-9CD3-54F1F1707F32}">
      <dgm:prSet/>
      <dgm:spPr/>
      <dgm:t>
        <a:bodyPr/>
        <a:lstStyle/>
        <a:p>
          <a:endParaRPr lang="de-DE"/>
        </a:p>
      </dgm:t>
    </dgm:pt>
    <dgm:pt modelId="{D8A8A526-74B6-BD45-97D1-859FB7D066FA}">
      <dgm:prSet phldrT="[Text]"/>
      <dgm:spPr/>
      <dgm:t>
        <a:bodyPr/>
        <a:lstStyle/>
        <a:p>
          <a:r>
            <a:rPr lang="de-DE" dirty="0" err="1"/>
            <a:t>foreach</a:t>
          </a:r>
          <a:endParaRPr lang="de-DE" dirty="0"/>
        </a:p>
      </dgm:t>
    </dgm:pt>
    <dgm:pt modelId="{52E1F517-341B-4F44-A043-0B14D387733C}" type="parTrans" cxnId="{00BE594A-C7F9-6746-B8F8-1CB5C6153694}">
      <dgm:prSet/>
      <dgm:spPr/>
      <dgm:t>
        <a:bodyPr/>
        <a:lstStyle/>
        <a:p>
          <a:endParaRPr lang="de-DE"/>
        </a:p>
      </dgm:t>
    </dgm:pt>
    <dgm:pt modelId="{FE10DD2B-E756-064E-8A54-BAC1B2830E1A}" type="sibTrans" cxnId="{00BE594A-C7F9-6746-B8F8-1CB5C6153694}">
      <dgm:prSet/>
      <dgm:spPr/>
      <dgm:t>
        <a:bodyPr/>
        <a:lstStyle/>
        <a:p>
          <a:endParaRPr lang="de-DE"/>
        </a:p>
      </dgm:t>
    </dgm:pt>
    <dgm:pt modelId="{A5240FC0-C1CB-6C43-B04F-31C88EE22181}">
      <dgm:prSet phldrT="[Text]"/>
      <dgm:spPr/>
      <dgm:t>
        <a:bodyPr/>
        <a:lstStyle/>
        <a:p>
          <a:r>
            <a:rPr lang="de-DE" dirty="0" err="1"/>
            <a:t>sum</a:t>
          </a:r>
          <a:endParaRPr lang="de-DE" dirty="0"/>
        </a:p>
      </dgm:t>
    </dgm:pt>
    <dgm:pt modelId="{072B4714-1C59-654A-B9B6-F35B06D32DE7}" type="parTrans" cxnId="{DCE8FA79-D194-CB40-A5DC-CDDA34EE40A4}">
      <dgm:prSet/>
      <dgm:spPr/>
      <dgm:t>
        <a:bodyPr/>
        <a:lstStyle/>
        <a:p>
          <a:endParaRPr lang="de-DE"/>
        </a:p>
      </dgm:t>
    </dgm:pt>
    <dgm:pt modelId="{996BA8A1-6DF0-124C-B0AF-5C788FEBDA23}" type="sibTrans" cxnId="{DCE8FA79-D194-CB40-A5DC-CDDA34EE40A4}">
      <dgm:prSet/>
      <dgm:spPr/>
      <dgm:t>
        <a:bodyPr/>
        <a:lstStyle/>
        <a:p>
          <a:endParaRPr lang="de-DE"/>
        </a:p>
      </dgm:t>
    </dgm:pt>
    <dgm:pt modelId="{4F29715C-9C08-D943-BD03-131B551D8C09}">
      <dgm:prSet phldrT="[Text]"/>
      <dgm:spPr/>
      <dgm:t>
        <a:bodyPr/>
        <a:lstStyle/>
        <a:p>
          <a:r>
            <a:rPr lang="de-DE" dirty="0" err="1"/>
            <a:t>sorted</a:t>
          </a:r>
          <a:endParaRPr lang="de-DE" dirty="0"/>
        </a:p>
      </dgm:t>
    </dgm:pt>
    <dgm:pt modelId="{A2C3A007-B70E-0841-A545-10CA743976F8}" type="parTrans" cxnId="{D4FE74A9-B800-5843-A182-C1253C7CAECE}">
      <dgm:prSet/>
      <dgm:spPr/>
      <dgm:t>
        <a:bodyPr/>
        <a:lstStyle/>
        <a:p>
          <a:endParaRPr lang="de-DE"/>
        </a:p>
      </dgm:t>
    </dgm:pt>
    <dgm:pt modelId="{3BC4D253-B3F6-F949-B2EF-22C04E9D4398}" type="sibTrans" cxnId="{D4FE74A9-B800-5843-A182-C1253C7CAECE}">
      <dgm:prSet/>
      <dgm:spPr/>
      <dgm:t>
        <a:bodyPr/>
        <a:lstStyle/>
        <a:p>
          <a:endParaRPr lang="de-DE"/>
        </a:p>
      </dgm:t>
    </dgm:pt>
    <dgm:pt modelId="{34F7FA70-3B51-8A49-BE3F-6DF5AFAFA5DA}">
      <dgm:prSet phldrT="[Text]"/>
      <dgm:spPr/>
      <dgm:t>
        <a:bodyPr/>
        <a:lstStyle/>
        <a:p>
          <a:r>
            <a:rPr lang="de-DE"/>
            <a:t>distinct</a:t>
          </a:r>
          <a:endParaRPr lang="de-DE" dirty="0"/>
        </a:p>
      </dgm:t>
    </dgm:pt>
    <dgm:pt modelId="{B509E933-B07D-2645-BAE1-8185D8A88FF4}" type="parTrans" cxnId="{447B8EB2-87CD-8346-9ACE-8144C4EB43E0}">
      <dgm:prSet/>
      <dgm:spPr/>
      <dgm:t>
        <a:bodyPr/>
        <a:lstStyle/>
        <a:p>
          <a:endParaRPr lang="de-DE"/>
        </a:p>
      </dgm:t>
    </dgm:pt>
    <dgm:pt modelId="{30E9466F-DAE7-474A-A54E-E538DFB6AD98}" type="sibTrans" cxnId="{447B8EB2-87CD-8346-9ACE-8144C4EB43E0}">
      <dgm:prSet/>
      <dgm:spPr/>
      <dgm:t>
        <a:bodyPr/>
        <a:lstStyle/>
        <a:p>
          <a:endParaRPr lang="de-DE"/>
        </a:p>
      </dgm:t>
    </dgm:pt>
    <dgm:pt modelId="{54E0D958-B473-B843-ABEB-72168ECAD51A}">
      <dgm:prSet phldrT="[Text]"/>
      <dgm:spPr/>
      <dgm:t>
        <a:bodyPr/>
        <a:lstStyle/>
        <a:p>
          <a:r>
            <a:rPr lang="de-DE" dirty="0" err="1"/>
            <a:t>limit</a:t>
          </a:r>
          <a:endParaRPr lang="de-DE" dirty="0"/>
        </a:p>
      </dgm:t>
    </dgm:pt>
    <dgm:pt modelId="{73284425-4754-B84D-8B8B-41E7E01BCB11}" type="parTrans" cxnId="{69C2B459-D4B1-8941-BD85-38273DCA96B8}">
      <dgm:prSet/>
      <dgm:spPr/>
      <dgm:t>
        <a:bodyPr/>
        <a:lstStyle/>
        <a:p>
          <a:endParaRPr lang="de-DE"/>
        </a:p>
      </dgm:t>
    </dgm:pt>
    <dgm:pt modelId="{631A3606-C7C8-1644-A0C6-B9A218724756}" type="sibTrans" cxnId="{69C2B459-D4B1-8941-BD85-38273DCA96B8}">
      <dgm:prSet/>
      <dgm:spPr/>
      <dgm:t>
        <a:bodyPr/>
        <a:lstStyle/>
        <a:p>
          <a:endParaRPr lang="de-DE"/>
        </a:p>
      </dgm:t>
    </dgm:pt>
    <dgm:pt modelId="{9488761A-BCD6-5446-89EB-3B7E28F383B9}">
      <dgm:prSet phldrT="[Text]"/>
      <dgm:spPr/>
      <dgm:t>
        <a:bodyPr/>
        <a:lstStyle/>
        <a:p>
          <a:r>
            <a:rPr lang="de-DE" dirty="0"/>
            <a:t>min/</a:t>
          </a:r>
          <a:r>
            <a:rPr lang="de-DE" dirty="0" err="1"/>
            <a:t>max</a:t>
          </a:r>
          <a:endParaRPr lang="de-DE" dirty="0"/>
        </a:p>
      </dgm:t>
    </dgm:pt>
    <dgm:pt modelId="{69E271EE-9CE6-5C49-BEB7-FC3F85B002D9}" type="parTrans" cxnId="{AA58CE3D-AF36-F34E-8C03-19D8C4427570}">
      <dgm:prSet/>
      <dgm:spPr/>
      <dgm:t>
        <a:bodyPr/>
        <a:lstStyle/>
        <a:p>
          <a:endParaRPr lang="de-DE"/>
        </a:p>
      </dgm:t>
    </dgm:pt>
    <dgm:pt modelId="{034B6CBC-31FF-6340-A470-29600FF0B667}" type="sibTrans" cxnId="{AA58CE3D-AF36-F34E-8C03-19D8C4427570}">
      <dgm:prSet/>
      <dgm:spPr/>
      <dgm:t>
        <a:bodyPr/>
        <a:lstStyle/>
        <a:p>
          <a:endParaRPr lang="de-DE"/>
        </a:p>
      </dgm:t>
    </dgm:pt>
    <dgm:pt modelId="{79F93832-0A17-DB48-A1C7-D899C215C72B}">
      <dgm:prSet phldrT="[Text]"/>
      <dgm:spPr/>
      <dgm:t>
        <a:bodyPr/>
        <a:lstStyle/>
        <a:p>
          <a:r>
            <a:rPr lang="de-DE"/>
            <a:t>reduce</a:t>
          </a:r>
          <a:endParaRPr lang="de-DE" dirty="0"/>
        </a:p>
      </dgm:t>
    </dgm:pt>
    <dgm:pt modelId="{1F1BA779-5C05-934F-BB90-B1AE3725227C}" type="parTrans" cxnId="{AB0405A4-F5C4-1647-A89F-E9FA470F1680}">
      <dgm:prSet/>
      <dgm:spPr/>
      <dgm:t>
        <a:bodyPr/>
        <a:lstStyle/>
        <a:p>
          <a:endParaRPr lang="de-DE"/>
        </a:p>
      </dgm:t>
    </dgm:pt>
    <dgm:pt modelId="{0DDC96AC-80EF-AD4E-BBAB-FD9E6EFA41B3}" type="sibTrans" cxnId="{AB0405A4-F5C4-1647-A89F-E9FA470F1680}">
      <dgm:prSet/>
      <dgm:spPr/>
      <dgm:t>
        <a:bodyPr/>
        <a:lstStyle/>
        <a:p>
          <a:endParaRPr lang="de-DE"/>
        </a:p>
      </dgm:t>
    </dgm:pt>
    <dgm:pt modelId="{F2E5BA62-2363-DF40-B0D1-139F759B050E}">
      <dgm:prSet phldrT="[Text]"/>
      <dgm:spPr/>
      <dgm:t>
        <a:bodyPr/>
        <a:lstStyle/>
        <a:p>
          <a:r>
            <a:rPr lang="de-DE" dirty="0" err="1"/>
            <a:t>findFirst</a:t>
          </a:r>
          <a:endParaRPr lang="de-DE" dirty="0"/>
        </a:p>
      </dgm:t>
    </dgm:pt>
    <dgm:pt modelId="{B80E8AE2-2771-0D40-A735-F2883F358F46}" type="parTrans" cxnId="{014C5438-F126-634E-BA5D-2FFAC990D659}">
      <dgm:prSet/>
      <dgm:spPr/>
      <dgm:t>
        <a:bodyPr/>
        <a:lstStyle/>
        <a:p>
          <a:endParaRPr lang="de-DE"/>
        </a:p>
      </dgm:t>
    </dgm:pt>
    <dgm:pt modelId="{A135FCD1-2EE9-7347-ADA2-10000A19137E}" type="sibTrans" cxnId="{014C5438-F126-634E-BA5D-2FFAC990D659}">
      <dgm:prSet/>
      <dgm:spPr/>
      <dgm:t>
        <a:bodyPr/>
        <a:lstStyle/>
        <a:p>
          <a:endParaRPr lang="de-DE"/>
        </a:p>
      </dgm:t>
    </dgm:pt>
    <dgm:pt modelId="{BC1C2070-644B-4143-A8F3-FB3906DC416C}" type="pres">
      <dgm:prSet presAssocID="{C5E9A6EF-7A77-2C4F-89A3-A1EB85BD89C8}" presName="layout" presStyleCnt="0">
        <dgm:presLayoutVars>
          <dgm:chMax/>
          <dgm:chPref/>
          <dgm:dir/>
          <dgm:resizeHandles/>
        </dgm:presLayoutVars>
      </dgm:prSet>
      <dgm:spPr/>
    </dgm:pt>
    <dgm:pt modelId="{2F52C90D-C3EC-6442-A3D4-7DC06A10126B}" type="pres">
      <dgm:prSet presAssocID="{E523C9C9-44E4-8F4C-AFF0-0A41583A5470}" presName="root" presStyleCnt="0">
        <dgm:presLayoutVars>
          <dgm:chMax/>
          <dgm:chPref/>
        </dgm:presLayoutVars>
      </dgm:prSet>
      <dgm:spPr/>
    </dgm:pt>
    <dgm:pt modelId="{80DD9790-B69E-1942-8DF4-740A5C635AA5}" type="pres">
      <dgm:prSet presAssocID="{E523C9C9-44E4-8F4C-AFF0-0A41583A5470}" presName="rootComposite" presStyleCnt="0">
        <dgm:presLayoutVars/>
      </dgm:prSet>
      <dgm:spPr/>
    </dgm:pt>
    <dgm:pt modelId="{936B98D3-800E-F74A-9A0F-E2FFD80B7A9A}" type="pres">
      <dgm:prSet presAssocID="{E523C9C9-44E4-8F4C-AFF0-0A41583A5470}" presName="ParentAccent" presStyleLbl="alignNode1" presStyleIdx="0" presStyleCnt="2"/>
      <dgm:spPr/>
    </dgm:pt>
    <dgm:pt modelId="{EFBB4F44-452B-744E-8688-A5A644D558E5}" type="pres">
      <dgm:prSet presAssocID="{E523C9C9-44E4-8F4C-AFF0-0A41583A5470}" presName="ParentSmallAccent" presStyleLbl="fgAcc1" presStyleIdx="0" presStyleCnt="2"/>
      <dgm:spPr/>
    </dgm:pt>
    <dgm:pt modelId="{4FC99E78-1155-0845-8512-C9CBF1EAC6CC}" type="pres">
      <dgm:prSet presAssocID="{E523C9C9-44E4-8F4C-AFF0-0A41583A5470}" presName="Parent" presStyleLbl="revTx" presStyleIdx="0" presStyleCnt="14">
        <dgm:presLayoutVars>
          <dgm:chMax/>
          <dgm:chPref val="4"/>
          <dgm:bulletEnabled val="1"/>
        </dgm:presLayoutVars>
      </dgm:prSet>
      <dgm:spPr/>
    </dgm:pt>
    <dgm:pt modelId="{ABDDF55C-8A48-4444-B9AB-4F2BD2B6E33A}" type="pres">
      <dgm:prSet presAssocID="{E523C9C9-44E4-8F4C-AFF0-0A41583A5470}" presName="childShape" presStyleCnt="0">
        <dgm:presLayoutVars>
          <dgm:chMax val="0"/>
          <dgm:chPref val="0"/>
        </dgm:presLayoutVars>
      </dgm:prSet>
      <dgm:spPr/>
    </dgm:pt>
    <dgm:pt modelId="{A2D4381A-37FC-0C4F-9540-0B529BF519A9}" type="pres">
      <dgm:prSet presAssocID="{5E1A3761-696C-A247-A10F-46C164BC8AA8}" presName="childComposite" presStyleCnt="0">
        <dgm:presLayoutVars>
          <dgm:chMax val="0"/>
          <dgm:chPref val="0"/>
        </dgm:presLayoutVars>
      </dgm:prSet>
      <dgm:spPr/>
    </dgm:pt>
    <dgm:pt modelId="{F347F7C1-F496-F64F-9104-1061677E3A08}" type="pres">
      <dgm:prSet presAssocID="{5E1A3761-696C-A247-A10F-46C164BC8AA8}" presName="ChildAccent" presStyleLbl="solidFgAcc1" presStyleIdx="0" presStyleCnt="12"/>
      <dgm:spPr/>
    </dgm:pt>
    <dgm:pt modelId="{C5C4DBBF-59F3-834F-A223-831DC26DDE50}" type="pres">
      <dgm:prSet presAssocID="{5E1A3761-696C-A247-A10F-46C164BC8AA8}" presName="Child" presStyleLbl="revTx" presStyleIdx="1" presStyleCnt="14">
        <dgm:presLayoutVars>
          <dgm:chMax val="0"/>
          <dgm:chPref val="0"/>
          <dgm:bulletEnabled val="1"/>
        </dgm:presLayoutVars>
      </dgm:prSet>
      <dgm:spPr/>
    </dgm:pt>
    <dgm:pt modelId="{F70D17B5-4A22-1146-919C-4C7A2869D47D}" type="pres">
      <dgm:prSet presAssocID="{6A8A650A-0C93-F14A-9361-0118E1F7EC60}" presName="childComposite" presStyleCnt="0">
        <dgm:presLayoutVars>
          <dgm:chMax val="0"/>
          <dgm:chPref val="0"/>
        </dgm:presLayoutVars>
      </dgm:prSet>
      <dgm:spPr/>
    </dgm:pt>
    <dgm:pt modelId="{8D6D2AA9-EA8F-634D-B9BE-DAA48591AC4E}" type="pres">
      <dgm:prSet presAssocID="{6A8A650A-0C93-F14A-9361-0118E1F7EC60}" presName="ChildAccent" presStyleLbl="solidFgAcc1" presStyleIdx="1" presStyleCnt="12"/>
      <dgm:spPr/>
    </dgm:pt>
    <dgm:pt modelId="{0EA5CB1D-5FD4-DE49-BD8B-06A65406B791}" type="pres">
      <dgm:prSet presAssocID="{6A8A650A-0C93-F14A-9361-0118E1F7EC60}" presName="Child" presStyleLbl="revTx" presStyleIdx="2" presStyleCnt="14">
        <dgm:presLayoutVars>
          <dgm:chMax val="0"/>
          <dgm:chPref val="0"/>
          <dgm:bulletEnabled val="1"/>
        </dgm:presLayoutVars>
      </dgm:prSet>
      <dgm:spPr/>
    </dgm:pt>
    <dgm:pt modelId="{AA2B0CC1-DB0A-4949-B6D6-7C294B5547BF}" type="pres">
      <dgm:prSet presAssocID="{4F29715C-9C08-D943-BD03-131B551D8C09}" presName="childComposite" presStyleCnt="0">
        <dgm:presLayoutVars>
          <dgm:chMax val="0"/>
          <dgm:chPref val="0"/>
        </dgm:presLayoutVars>
      </dgm:prSet>
      <dgm:spPr/>
    </dgm:pt>
    <dgm:pt modelId="{8233E98F-D7DA-4345-A3B5-274A61A28C68}" type="pres">
      <dgm:prSet presAssocID="{4F29715C-9C08-D943-BD03-131B551D8C09}" presName="ChildAccent" presStyleLbl="solidFgAcc1" presStyleIdx="2" presStyleCnt="12"/>
      <dgm:spPr/>
    </dgm:pt>
    <dgm:pt modelId="{DED6C75D-1E28-434D-853E-2D29D3E7710C}" type="pres">
      <dgm:prSet presAssocID="{4F29715C-9C08-D943-BD03-131B551D8C09}" presName="Child" presStyleLbl="revTx" presStyleIdx="3" presStyleCnt="14">
        <dgm:presLayoutVars>
          <dgm:chMax val="0"/>
          <dgm:chPref val="0"/>
          <dgm:bulletEnabled val="1"/>
        </dgm:presLayoutVars>
      </dgm:prSet>
      <dgm:spPr/>
    </dgm:pt>
    <dgm:pt modelId="{2D5984DF-FAAB-3745-BB4D-2E9BC1B450D4}" type="pres">
      <dgm:prSet presAssocID="{34F7FA70-3B51-8A49-BE3F-6DF5AFAFA5DA}" presName="childComposite" presStyleCnt="0">
        <dgm:presLayoutVars>
          <dgm:chMax val="0"/>
          <dgm:chPref val="0"/>
        </dgm:presLayoutVars>
      </dgm:prSet>
      <dgm:spPr/>
    </dgm:pt>
    <dgm:pt modelId="{88E757B0-4E49-9A40-B9F2-A0850E6FE243}" type="pres">
      <dgm:prSet presAssocID="{34F7FA70-3B51-8A49-BE3F-6DF5AFAFA5DA}" presName="ChildAccent" presStyleLbl="solidFgAcc1" presStyleIdx="3" presStyleCnt="12"/>
      <dgm:spPr/>
    </dgm:pt>
    <dgm:pt modelId="{041626F9-A23B-F246-8047-0BCF07C14460}" type="pres">
      <dgm:prSet presAssocID="{34F7FA70-3B51-8A49-BE3F-6DF5AFAFA5DA}" presName="Child" presStyleLbl="revTx" presStyleIdx="4" presStyleCnt="14">
        <dgm:presLayoutVars>
          <dgm:chMax val="0"/>
          <dgm:chPref val="0"/>
          <dgm:bulletEnabled val="1"/>
        </dgm:presLayoutVars>
      </dgm:prSet>
      <dgm:spPr/>
    </dgm:pt>
    <dgm:pt modelId="{7C18A339-0C48-064D-B60D-D1C285BA6E41}" type="pres">
      <dgm:prSet presAssocID="{54E0D958-B473-B843-ABEB-72168ECAD51A}" presName="childComposite" presStyleCnt="0">
        <dgm:presLayoutVars>
          <dgm:chMax val="0"/>
          <dgm:chPref val="0"/>
        </dgm:presLayoutVars>
      </dgm:prSet>
      <dgm:spPr/>
    </dgm:pt>
    <dgm:pt modelId="{F692CA78-A415-F641-9D76-A55F8BBAEDC7}" type="pres">
      <dgm:prSet presAssocID="{54E0D958-B473-B843-ABEB-72168ECAD51A}" presName="ChildAccent" presStyleLbl="solidFgAcc1" presStyleIdx="4" presStyleCnt="12"/>
      <dgm:spPr/>
    </dgm:pt>
    <dgm:pt modelId="{D849052E-1296-C04D-A318-77E326D99888}" type="pres">
      <dgm:prSet presAssocID="{54E0D958-B473-B843-ABEB-72168ECAD51A}" presName="Child" presStyleLbl="revTx" presStyleIdx="5" presStyleCnt="14">
        <dgm:presLayoutVars>
          <dgm:chMax val="0"/>
          <dgm:chPref val="0"/>
          <dgm:bulletEnabled val="1"/>
        </dgm:presLayoutVars>
      </dgm:prSet>
      <dgm:spPr/>
    </dgm:pt>
    <dgm:pt modelId="{6426148C-893C-AD43-9E28-E429BAD1FE49}" type="pres">
      <dgm:prSet presAssocID="{E8C406D6-A9AC-C245-B757-1D5F6098F671}" presName="childComposite" presStyleCnt="0">
        <dgm:presLayoutVars>
          <dgm:chMax val="0"/>
          <dgm:chPref val="0"/>
        </dgm:presLayoutVars>
      </dgm:prSet>
      <dgm:spPr/>
    </dgm:pt>
    <dgm:pt modelId="{9D1E9075-AD49-9D42-AB06-CF9F4E42983B}" type="pres">
      <dgm:prSet presAssocID="{E8C406D6-A9AC-C245-B757-1D5F6098F671}" presName="ChildAccent" presStyleLbl="solidFgAcc1" presStyleIdx="5" presStyleCnt="12"/>
      <dgm:spPr/>
    </dgm:pt>
    <dgm:pt modelId="{A5FBD568-00F0-CA41-9442-45AA230B9268}" type="pres">
      <dgm:prSet presAssocID="{E8C406D6-A9AC-C245-B757-1D5F6098F671}" presName="Child" presStyleLbl="revTx" presStyleIdx="6" presStyleCnt="14">
        <dgm:presLayoutVars>
          <dgm:chMax val="0"/>
          <dgm:chPref val="0"/>
          <dgm:bulletEnabled val="1"/>
        </dgm:presLayoutVars>
      </dgm:prSet>
      <dgm:spPr/>
    </dgm:pt>
    <dgm:pt modelId="{727BE5A9-FD6D-FE4A-B03C-AE440F5CCE36}" type="pres">
      <dgm:prSet presAssocID="{25DC7A00-683F-1644-BB5D-DACA931D83F3}" presName="root" presStyleCnt="0">
        <dgm:presLayoutVars>
          <dgm:chMax/>
          <dgm:chPref/>
        </dgm:presLayoutVars>
      </dgm:prSet>
      <dgm:spPr/>
    </dgm:pt>
    <dgm:pt modelId="{8CC09BC1-BE8A-8D48-AEBD-5963E2A82000}" type="pres">
      <dgm:prSet presAssocID="{25DC7A00-683F-1644-BB5D-DACA931D83F3}" presName="rootComposite" presStyleCnt="0">
        <dgm:presLayoutVars/>
      </dgm:prSet>
      <dgm:spPr/>
    </dgm:pt>
    <dgm:pt modelId="{80F5CA70-F5A9-6D46-BBF0-B1BF51B96806}" type="pres">
      <dgm:prSet presAssocID="{25DC7A00-683F-1644-BB5D-DACA931D83F3}" presName="ParentAccent" presStyleLbl="alignNode1" presStyleIdx="1" presStyleCnt="2"/>
      <dgm:spPr/>
    </dgm:pt>
    <dgm:pt modelId="{0F8A1F45-F0FE-174D-9804-9F3153FCE4CC}" type="pres">
      <dgm:prSet presAssocID="{25DC7A00-683F-1644-BB5D-DACA931D83F3}" presName="ParentSmallAccent" presStyleLbl="fgAcc1" presStyleIdx="1" presStyleCnt="2"/>
      <dgm:spPr/>
    </dgm:pt>
    <dgm:pt modelId="{70D9E660-3672-EB4B-90E2-490E14AE574C}" type="pres">
      <dgm:prSet presAssocID="{25DC7A00-683F-1644-BB5D-DACA931D83F3}" presName="Parent" presStyleLbl="revTx" presStyleIdx="7" presStyleCnt="14">
        <dgm:presLayoutVars>
          <dgm:chMax/>
          <dgm:chPref val="4"/>
          <dgm:bulletEnabled val="1"/>
        </dgm:presLayoutVars>
      </dgm:prSet>
      <dgm:spPr/>
    </dgm:pt>
    <dgm:pt modelId="{5EFBAEB5-75D8-0D45-9ECD-C02F4EF49BA6}" type="pres">
      <dgm:prSet presAssocID="{25DC7A00-683F-1644-BB5D-DACA931D83F3}" presName="childShape" presStyleCnt="0">
        <dgm:presLayoutVars>
          <dgm:chMax val="0"/>
          <dgm:chPref val="0"/>
        </dgm:presLayoutVars>
      </dgm:prSet>
      <dgm:spPr/>
    </dgm:pt>
    <dgm:pt modelId="{F21CEAAD-E78B-0843-A5ED-2FA767A60E7F}" type="pres">
      <dgm:prSet presAssocID="{A6FAB208-DDBE-9C45-9FB9-1F193F4464C9}" presName="childComposite" presStyleCnt="0">
        <dgm:presLayoutVars>
          <dgm:chMax val="0"/>
          <dgm:chPref val="0"/>
        </dgm:presLayoutVars>
      </dgm:prSet>
      <dgm:spPr/>
    </dgm:pt>
    <dgm:pt modelId="{558D38F1-94DA-6E4A-94E3-90E60D86BBEE}" type="pres">
      <dgm:prSet presAssocID="{A6FAB208-DDBE-9C45-9FB9-1F193F4464C9}" presName="ChildAccent" presStyleLbl="solidFgAcc1" presStyleIdx="6" presStyleCnt="12"/>
      <dgm:spPr/>
    </dgm:pt>
    <dgm:pt modelId="{98267CF4-FDBE-EF4B-9516-67DE565AC5C2}" type="pres">
      <dgm:prSet presAssocID="{A6FAB208-DDBE-9C45-9FB9-1F193F4464C9}" presName="Child" presStyleLbl="revTx" presStyleIdx="8" presStyleCnt="14">
        <dgm:presLayoutVars>
          <dgm:chMax val="0"/>
          <dgm:chPref val="0"/>
          <dgm:bulletEnabled val="1"/>
        </dgm:presLayoutVars>
      </dgm:prSet>
      <dgm:spPr/>
    </dgm:pt>
    <dgm:pt modelId="{C17D6990-F311-F04E-88BC-65FB6B13FEF6}" type="pres">
      <dgm:prSet presAssocID="{D8A8A526-74B6-BD45-97D1-859FB7D066FA}" presName="childComposite" presStyleCnt="0">
        <dgm:presLayoutVars>
          <dgm:chMax val="0"/>
          <dgm:chPref val="0"/>
        </dgm:presLayoutVars>
      </dgm:prSet>
      <dgm:spPr/>
    </dgm:pt>
    <dgm:pt modelId="{5EB43296-6BB6-9D43-AD57-5910B07E227C}" type="pres">
      <dgm:prSet presAssocID="{D8A8A526-74B6-BD45-97D1-859FB7D066FA}" presName="ChildAccent" presStyleLbl="solidFgAcc1" presStyleIdx="7" presStyleCnt="12"/>
      <dgm:spPr/>
    </dgm:pt>
    <dgm:pt modelId="{AEFE7DCB-6CA6-2447-9655-3627004F00CA}" type="pres">
      <dgm:prSet presAssocID="{D8A8A526-74B6-BD45-97D1-859FB7D066FA}" presName="Child" presStyleLbl="revTx" presStyleIdx="9" presStyleCnt="14">
        <dgm:presLayoutVars>
          <dgm:chMax val="0"/>
          <dgm:chPref val="0"/>
          <dgm:bulletEnabled val="1"/>
        </dgm:presLayoutVars>
      </dgm:prSet>
      <dgm:spPr/>
    </dgm:pt>
    <dgm:pt modelId="{3558D5FD-979F-6945-9A54-2C7D9BB0CB63}" type="pres">
      <dgm:prSet presAssocID="{A5240FC0-C1CB-6C43-B04F-31C88EE22181}" presName="childComposite" presStyleCnt="0">
        <dgm:presLayoutVars>
          <dgm:chMax val="0"/>
          <dgm:chPref val="0"/>
        </dgm:presLayoutVars>
      </dgm:prSet>
      <dgm:spPr/>
    </dgm:pt>
    <dgm:pt modelId="{AECA63DD-0EB6-1F45-9144-7BC4B2B47254}" type="pres">
      <dgm:prSet presAssocID="{A5240FC0-C1CB-6C43-B04F-31C88EE22181}" presName="ChildAccent" presStyleLbl="solidFgAcc1" presStyleIdx="8" presStyleCnt="12"/>
      <dgm:spPr/>
    </dgm:pt>
    <dgm:pt modelId="{944D9F32-E826-1141-828E-D2235C1AE056}" type="pres">
      <dgm:prSet presAssocID="{A5240FC0-C1CB-6C43-B04F-31C88EE22181}" presName="Child" presStyleLbl="revTx" presStyleIdx="10" presStyleCnt="14">
        <dgm:presLayoutVars>
          <dgm:chMax val="0"/>
          <dgm:chPref val="0"/>
          <dgm:bulletEnabled val="1"/>
        </dgm:presLayoutVars>
      </dgm:prSet>
      <dgm:spPr/>
    </dgm:pt>
    <dgm:pt modelId="{42B148D3-4286-C646-93CE-8D7BD781711E}" type="pres">
      <dgm:prSet presAssocID="{9488761A-BCD6-5446-89EB-3B7E28F383B9}" presName="childComposite" presStyleCnt="0">
        <dgm:presLayoutVars>
          <dgm:chMax val="0"/>
          <dgm:chPref val="0"/>
        </dgm:presLayoutVars>
      </dgm:prSet>
      <dgm:spPr/>
    </dgm:pt>
    <dgm:pt modelId="{3F4D3C5B-4DA7-BD43-B520-4BA6790DF61E}" type="pres">
      <dgm:prSet presAssocID="{9488761A-BCD6-5446-89EB-3B7E28F383B9}" presName="ChildAccent" presStyleLbl="solidFgAcc1" presStyleIdx="9" presStyleCnt="12"/>
      <dgm:spPr/>
    </dgm:pt>
    <dgm:pt modelId="{F89EB8DD-EB8A-8C43-AF21-C13F69153078}" type="pres">
      <dgm:prSet presAssocID="{9488761A-BCD6-5446-89EB-3B7E28F383B9}" presName="Child" presStyleLbl="revTx" presStyleIdx="11" presStyleCnt="14">
        <dgm:presLayoutVars>
          <dgm:chMax val="0"/>
          <dgm:chPref val="0"/>
          <dgm:bulletEnabled val="1"/>
        </dgm:presLayoutVars>
      </dgm:prSet>
      <dgm:spPr/>
    </dgm:pt>
    <dgm:pt modelId="{EB0F14D8-902C-764D-831F-BAC0F51ABE62}" type="pres">
      <dgm:prSet presAssocID="{79F93832-0A17-DB48-A1C7-D899C215C72B}" presName="childComposite" presStyleCnt="0">
        <dgm:presLayoutVars>
          <dgm:chMax val="0"/>
          <dgm:chPref val="0"/>
        </dgm:presLayoutVars>
      </dgm:prSet>
      <dgm:spPr/>
    </dgm:pt>
    <dgm:pt modelId="{9DEAEA6C-0A14-1A43-B7CF-2DB1F13CB753}" type="pres">
      <dgm:prSet presAssocID="{79F93832-0A17-DB48-A1C7-D899C215C72B}" presName="ChildAccent" presStyleLbl="solidFgAcc1" presStyleIdx="10" presStyleCnt="12"/>
      <dgm:spPr/>
    </dgm:pt>
    <dgm:pt modelId="{532B82C2-F03A-054B-9C56-7E7ACF31BCDA}" type="pres">
      <dgm:prSet presAssocID="{79F93832-0A17-DB48-A1C7-D899C215C72B}" presName="Child" presStyleLbl="revTx" presStyleIdx="12" presStyleCnt="14">
        <dgm:presLayoutVars>
          <dgm:chMax val="0"/>
          <dgm:chPref val="0"/>
          <dgm:bulletEnabled val="1"/>
        </dgm:presLayoutVars>
      </dgm:prSet>
      <dgm:spPr/>
    </dgm:pt>
    <dgm:pt modelId="{0C4E649A-8BA0-3149-AAA8-0252D450DE2B}" type="pres">
      <dgm:prSet presAssocID="{F2E5BA62-2363-DF40-B0D1-139F759B050E}" presName="childComposite" presStyleCnt="0">
        <dgm:presLayoutVars>
          <dgm:chMax val="0"/>
          <dgm:chPref val="0"/>
        </dgm:presLayoutVars>
      </dgm:prSet>
      <dgm:spPr/>
    </dgm:pt>
    <dgm:pt modelId="{C77EDB56-4C60-3644-86FB-85B2551EC4FB}" type="pres">
      <dgm:prSet presAssocID="{F2E5BA62-2363-DF40-B0D1-139F759B050E}" presName="ChildAccent" presStyleLbl="solidFgAcc1" presStyleIdx="11" presStyleCnt="12"/>
      <dgm:spPr/>
    </dgm:pt>
    <dgm:pt modelId="{167598D0-4FB3-AC4C-B6D1-002B6F7BE244}" type="pres">
      <dgm:prSet presAssocID="{F2E5BA62-2363-DF40-B0D1-139F759B050E}" presName="Child" presStyleLbl="revTx" presStyleIdx="13" presStyleCnt="14">
        <dgm:presLayoutVars>
          <dgm:chMax val="0"/>
          <dgm:chPref val="0"/>
          <dgm:bulletEnabled val="1"/>
        </dgm:presLayoutVars>
      </dgm:prSet>
      <dgm:spPr/>
    </dgm:pt>
  </dgm:ptLst>
  <dgm:cxnLst>
    <dgm:cxn modelId="{80256412-1C31-AC4B-B611-8E72D810B72B}" srcId="{E523C9C9-44E4-8F4C-AFF0-0A41583A5470}" destId="{E8C406D6-A9AC-C245-B757-1D5F6098F671}" srcOrd="5" destOrd="0" parTransId="{CD79FFC7-642E-AF43-B6F3-72457378295C}" sibTransId="{16745278-1785-9F4C-BC52-419EF1995AB3}"/>
    <dgm:cxn modelId="{17D56514-297B-CF42-A9F1-87989DC0765D}" type="presOf" srcId="{E8C406D6-A9AC-C245-B757-1D5F6098F671}" destId="{A5FBD568-00F0-CA41-9442-45AA230B9268}" srcOrd="0" destOrd="0" presId="urn:microsoft.com/office/officeart/2008/layout/SquareAccentList"/>
    <dgm:cxn modelId="{C25AE12D-E0CA-F148-A166-D0F32CE73344}" srcId="{C5E9A6EF-7A77-2C4F-89A3-A1EB85BD89C8}" destId="{E523C9C9-44E4-8F4C-AFF0-0A41583A5470}" srcOrd="0" destOrd="0" parTransId="{BFDD7C29-7827-9F41-A10B-235C8F10D135}" sibTransId="{849F7042-090C-154F-B331-9D79B86139AD}"/>
    <dgm:cxn modelId="{A5729033-6452-3149-9DE4-4A8ECFA7EB25}" srcId="{E523C9C9-44E4-8F4C-AFF0-0A41583A5470}" destId="{5E1A3761-696C-A247-A10F-46C164BC8AA8}" srcOrd="0" destOrd="0" parTransId="{8C609066-3EB0-E946-BC44-839A246CE517}" sibTransId="{066C3D85-9EFB-2647-B41D-D3C20BDC3EBD}"/>
    <dgm:cxn modelId="{FC35EE33-4C23-F941-8E24-363F51F3C625}" type="presOf" srcId="{4F29715C-9C08-D943-BD03-131B551D8C09}" destId="{DED6C75D-1E28-434D-853E-2D29D3E7710C}" srcOrd="0" destOrd="0" presId="urn:microsoft.com/office/officeart/2008/layout/SquareAccentList"/>
    <dgm:cxn modelId="{57725436-3410-604A-AC14-37370B5A6E05}" type="presOf" srcId="{F2E5BA62-2363-DF40-B0D1-139F759B050E}" destId="{167598D0-4FB3-AC4C-B6D1-002B6F7BE244}" srcOrd="0" destOrd="0" presId="urn:microsoft.com/office/officeart/2008/layout/SquareAccentList"/>
    <dgm:cxn modelId="{A4BC6937-DE7F-FC44-BAD1-184F80B54C35}" type="presOf" srcId="{79F93832-0A17-DB48-A1C7-D899C215C72B}" destId="{532B82C2-F03A-054B-9C56-7E7ACF31BCDA}" srcOrd="0" destOrd="0" presId="urn:microsoft.com/office/officeart/2008/layout/SquareAccentList"/>
    <dgm:cxn modelId="{014C5438-F126-634E-BA5D-2FFAC990D659}" srcId="{25DC7A00-683F-1644-BB5D-DACA931D83F3}" destId="{F2E5BA62-2363-DF40-B0D1-139F759B050E}" srcOrd="5" destOrd="0" parTransId="{B80E8AE2-2771-0D40-A735-F2883F358F46}" sibTransId="{A135FCD1-2EE9-7347-ADA2-10000A19137E}"/>
    <dgm:cxn modelId="{AA58CE3D-AF36-F34E-8C03-19D8C4427570}" srcId="{25DC7A00-683F-1644-BB5D-DACA931D83F3}" destId="{9488761A-BCD6-5446-89EB-3B7E28F383B9}" srcOrd="3" destOrd="0" parTransId="{69E271EE-9CE6-5C49-BEB7-FC3F85B002D9}" sibTransId="{034B6CBC-31FF-6340-A470-29600FF0B667}"/>
    <dgm:cxn modelId="{0AD77743-A0D6-A041-9CD3-54F1F1707F32}" srcId="{25DC7A00-683F-1644-BB5D-DACA931D83F3}" destId="{A6FAB208-DDBE-9C45-9FB9-1F193F4464C9}" srcOrd="0" destOrd="0" parTransId="{5D5ECCB8-24EC-D647-BA96-C7A06D8A28EC}" sibTransId="{A2E46242-7B60-5D41-8068-3E1B22B00737}"/>
    <dgm:cxn modelId="{59F45367-EC1C-9941-BE71-2E2EAF905A95}" type="presOf" srcId="{34F7FA70-3B51-8A49-BE3F-6DF5AFAFA5DA}" destId="{041626F9-A23B-F246-8047-0BCF07C14460}" srcOrd="0" destOrd="0" presId="urn:microsoft.com/office/officeart/2008/layout/SquareAccentList"/>
    <dgm:cxn modelId="{00BE594A-C7F9-6746-B8F8-1CB5C6153694}" srcId="{25DC7A00-683F-1644-BB5D-DACA931D83F3}" destId="{D8A8A526-74B6-BD45-97D1-859FB7D066FA}" srcOrd="1" destOrd="0" parTransId="{52E1F517-341B-4F44-A043-0B14D387733C}" sibTransId="{FE10DD2B-E756-064E-8A54-BAC1B2830E1A}"/>
    <dgm:cxn modelId="{BC62E86E-7B7C-A448-897A-2F73C3C03FF7}" type="presOf" srcId="{54E0D958-B473-B843-ABEB-72168ECAD51A}" destId="{D849052E-1296-C04D-A318-77E326D99888}" srcOrd="0" destOrd="0" presId="urn:microsoft.com/office/officeart/2008/layout/SquareAccentList"/>
    <dgm:cxn modelId="{79C8AC50-8D78-804D-93DC-D25488B0CDD1}" type="presOf" srcId="{6A8A650A-0C93-F14A-9361-0118E1F7EC60}" destId="{0EA5CB1D-5FD4-DE49-BD8B-06A65406B791}" srcOrd="0" destOrd="0" presId="urn:microsoft.com/office/officeart/2008/layout/SquareAccentList"/>
    <dgm:cxn modelId="{DDE45278-60AE-B44A-8CDF-CB4FF3401AC4}" type="presOf" srcId="{D8A8A526-74B6-BD45-97D1-859FB7D066FA}" destId="{AEFE7DCB-6CA6-2447-9655-3627004F00CA}" srcOrd="0" destOrd="0" presId="urn:microsoft.com/office/officeart/2008/layout/SquareAccentList"/>
    <dgm:cxn modelId="{69C2B459-D4B1-8941-BD85-38273DCA96B8}" srcId="{E523C9C9-44E4-8F4C-AFF0-0A41583A5470}" destId="{54E0D958-B473-B843-ABEB-72168ECAD51A}" srcOrd="4" destOrd="0" parTransId="{73284425-4754-B84D-8B8B-41E7E01BCB11}" sibTransId="{631A3606-C7C8-1644-A0C6-B9A218724756}"/>
    <dgm:cxn modelId="{DCE8FA79-D194-CB40-A5DC-CDDA34EE40A4}" srcId="{25DC7A00-683F-1644-BB5D-DACA931D83F3}" destId="{A5240FC0-C1CB-6C43-B04F-31C88EE22181}" srcOrd="2" destOrd="0" parTransId="{072B4714-1C59-654A-B9B6-F35B06D32DE7}" sibTransId="{996BA8A1-6DF0-124C-B0AF-5C788FEBDA23}"/>
    <dgm:cxn modelId="{F306B37C-F043-E24B-ABE9-419A01A42B19}" type="presOf" srcId="{A5240FC0-C1CB-6C43-B04F-31C88EE22181}" destId="{944D9F32-E826-1141-828E-D2235C1AE056}" srcOrd="0" destOrd="0" presId="urn:microsoft.com/office/officeart/2008/layout/SquareAccentList"/>
    <dgm:cxn modelId="{4C53BD8A-38F1-324C-A50C-CDDC5EEA160E}" type="presOf" srcId="{25DC7A00-683F-1644-BB5D-DACA931D83F3}" destId="{70D9E660-3672-EB4B-90E2-490E14AE574C}" srcOrd="0" destOrd="0" presId="urn:microsoft.com/office/officeart/2008/layout/SquareAccentList"/>
    <dgm:cxn modelId="{C262E89D-07FD-9B4A-AFB0-8E4F1F8CCA11}" srcId="{C5E9A6EF-7A77-2C4F-89A3-A1EB85BD89C8}" destId="{25DC7A00-683F-1644-BB5D-DACA931D83F3}" srcOrd="1" destOrd="0" parTransId="{69EF6156-6F14-184A-A52D-7E691797028B}" sibTransId="{D785C973-2E20-0549-AB5D-86A4D742E614}"/>
    <dgm:cxn modelId="{AB0405A4-F5C4-1647-A89F-E9FA470F1680}" srcId="{25DC7A00-683F-1644-BB5D-DACA931D83F3}" destId="{79F93832-0A17-DB48-A1C7-D899C215C72B}" srcOrd="4" destOrd="0" parTransId="{1F1BA779-5C05-934F-BB90-B1AE3725227C}" sibTransId="{0DDC96AC-80EF-AD4E-BBAB-FD9E6EFA41B3}"/>
    <dgm:cxn modelId="{D4FE74A9-B800-5843-A182-C1253C7CAECE}" srcId="{E523C9C9-44E4-8F4C-AFF0-0A41583A5470}" destId="{4F29715C-9C08-D943-BD03-131B551D8C09}" srcOrd="2" destOrd="0" parTransId="{A2C3A007-B70E-0841-A545-10CA743976F8}" sibTransId="{3BC4D253-B3F6-F949-B2EF-22C04E9D4398}"/>
    <dgm:cxn modelId="{92BE3AAE-15A9-E245-B7BA-A4D619F57A5D}" srcId="{E523C9C9-44E4-8F4C-AFF0-0A41583A5470}" destId="{6A8A650A-0C93-F14A-9361-0118E1F7EC60}" srcOrd="1" destOrd="0" parTransId="{712828DD-507C-5E4F-B5BC-CE9DDD87DB83}" sibTransId="{746CDBDF-8526-4046-9408-D9DB06C05211}"/>
    <dgm:cxn modelId="{447B8EB2-87CD-8346-9ACE-8144C4EB43E0}" srcId="{E523C9C9-44E4-8F4C-AFF0-0A41583A5470}" destId="{34F7FA70-3B51-8A49-BE3F-6DF5AFAFA5DA}" srcOrd="3" destOrd="0" parTransId="{B509E933-B07D-2645-BAE1-8185D8A88FF4}" sibTransId="{30E9466F-DAE7-474A-A54E-E538DFB6AD98}"/>
    <dgm:cxn modelId="{9E7A42C7-B059-8A4E-BAC4-CB5FEA3BE987}" type="presOf" srcId="{9488761A-BCD6-5446-89EB-3B7E28F383B9}" destId="{F89EB8DD-EB8A-8C43-AF21-C13F69153078}" srcOrd="0" destOrd="0" presId="urn:microsoft.com/office/officeart/2008/layout/SquareAccentList"/>
    <dgm:cxn modelId="{E7C140D4-4C6A-AE4F-B6C6-406C8150D64C}" type="presOf" srcId="{A6FAB208-DDBE-9C45-9FB9-1F193F4464C9}" destId="{98267CF4-FDBE-EF4B-9516-67DE565AC5C2}" srcOrd="0" destOrd="0" presId="urn:microsoft.com/office/officeart/2008/layout/SquareAccentList"/>
    <dgm:cxn modelId="{16FD2CDE-4581-8B46-A551-8091D893911F}" type="presOf" srcId="{C5E9A6EF-7A77-2C4F-89A3-A1EB85BD89C8}" destId="{BC1C2070-644B-4143-A8F3-FB3906DC416C}" srcOrd="0" destOrd="0" presId="urn:microsoft.com/office/officeart/2008/layout/SquareAccentList"/>
    <dgm:cxn modelId="{102C3DEA-B040-674F-9E4B-A00AACD6B873}" type="presOf" srcId="{5E1A3761-696C-A247-A10F-46C164BC8AA8}" destId="{C5C4DBBF-59F3-834F-A223-831DC26DDE50}" srcOrd="0" destOrd="0" presId="urn:microsoft.com/office/officeart/2008/layout/SquareAccentList"/>
    <dgm:cxn modelId="{B47519F9-A14E-7844-9BC6-1DF912659102}" type="presOf" srcId="{E523C9C9-44E4-8F4C-AFF0-0A41583A5470}" destId="{4FC99E78-1155-0845-8512-C9CBF1EAC6CC}" srcOrd="0" destOrd="0" presId="urn:microsoft.com/office/officeart/2008/layout/SquareAccentList"/>
    <dgm:cxn modelId="{09CC18F2-8F71-6749-A53A-82216BEF8296}" type="presParOf" srcId="{BC1C2070-644B-4143-A8F3-FB3906DC416C}" destId="{2F52C90D-C3EC-6442-A3D4-7DC06A10126B}" srcOrd="0" destOrd="0" presId="urn:microsoft.com/office/officeart/2008/layout/SquareAccentList"/>
    <dgm:cxn modelId="{AE9F5D46-6CBD-664C-BBCD-B15F1703CA9A}" type="presParOf" srcId="{2F52C90D-C3EC-6442-A3D4-7DC06A10126B}" destId="{80DD9790-B69E-1942-8DF4-740A5C635AA5}" srcOrd="0" destOrd="0" presId="urn:microsoft.com/office/officeart/2008/layout/SquareAccentList"/>
    <dgm:cxn modelId="{C89AD7C7-D5AD-5A42-9147-AE82DCD9C63B}" type="presParOf" srcId="{80DD9790-B69E-1942-8DF4-740A5C635AA5}" destId="{936B98D3-800E-F74A-9A0F-E2FFD80B7A9A}" srcOrd="0" destOrd="0" presId="urn:microsoft.com/office/officeart/2008/layout/SquareAccentList"/>
    <dgm:cxn modelId="{BA03E31A-ECFA-6B48-93A0-A450010E4621}" type="presParOf" srcId="{80DD9790-B69E-1942-8DF4-740A5C635AA5}" destId="{EFBB4F44-452B-744E-8688-A5A644D558E5}" srcOrd="1" destOrd="0" presId="urn:microsoft.com/office/officeart/2008/layout/SquareAccentList"/>
    <dgm:cxn modelId="{95B464C6-90E6-734E-AEF6-13070F231DD5}" type="presParOf" srcId="{80DD9790-B69E-1942-8DF4-740A5C635AA5}" destId="{4FC99E78-1155-0845-8512-C9CBF1EAC6CC}" srcOrd="2" destOrd="0" presId="urn:microsoft.com/office/officeart/2008/layout/SquareAccentList"/>
    <dgm:cxn modelId="{FCC8CC9B-7F45-234C-9B57-CC37B1A2F2D6}" type="presParOf" srcId="{2F52C90D-C3EC-6442-A3D4-7DC06A10126B}" destId="{ABDDF55C-8A48-4444-B9AB-4F2BD2B6E33A}" srcOrd="1" destOrd="0" presId="urn:microsoft.com/office/officeart/2008/layout/SquareAccentList"/>
    <dgm:cxn modelId="{777FAF79-8FE0-5644-9F0A-6FA5063FD66A}" type="presParOf" srcId="{ABDDF55C-8A48-4444-B9AB-4F2BD2B6E33A}" destId="{A2D4381A-37FC-0C4F-9540-0B529BF519A9}" srcOrd="0" destOrd="0" presId="urn:microsoft.com/office/officeart/2008/layout/SquareAccentList"/>
    <dgm:cxn modelId="{BECE540F-355C-D241-AB29-AFCD567599CB}" type="presParOf" srcId="{A2D4381A-37FC-0C4F-9540-0B529BF519A9}" destId="{F347F7C1-F496-F64F-9104-1061677E3A08}" srcOrd="0" destOrd="0" presId="urn:microsoft.com/office/officeart/2008/layout/SquareAccentList"/>
    <dgm:cxn modelId="{A19A9BAD-9DE6-1D45-9452-93DE7FAC60D4}" type="presParOf" srcId="{A2D4381A-37FC-0C4F-9540-0B529BF519A9}" destId="{C5C4DBBF-59F3-834F-A223-831DC26DDE50}" srcOrd="1" destOrd="0" presId="urn:microsoft.com/office/officeart/2008/layout/SquareAccentList"/>
    <dgm:cxn modelId="{BDBE9DDF-A199-3241-9014-C261B34A9B89}" type="presParOf" srcId="{ABDDF55C-8A48-4444-B9AB-4F2BD2B6E33A}" destId="{F70D17B5-4A22-1146-919C-4C7A2869D47D}" srcOrd="1" destOrd="0" presId="urn:microsoft.com/office/officeart/2008/layout/SquareAccentList"/>
    <dgm:cxn modelId="{881CC1F7-1D74-794A-8138-A8283D05889C}" type="presParOf" srcId="{F70D17B5-4A22-1146-919C-4C7A2869D47D}" destId="{8D6D2AA9-EA8F-634D-B9BE-DAA48591AC4E}" srcOrd="0" destOrd="0" presId="urn:microsoft.com/office/officeart/2008/layout/SquareAccentList"/>
    <dgm:cxn modelId="{A92BCAC9-89E6-4847-83F7-16E1DAEF697E}" type="presParOf" srcId="{F70D17B5-4A22-1146-919C-4C7A2869D47D}" destId="{0EA5CB1D-5FD4-DE49-BD8B-06A65406B791}" srcOrd="1" destOrd="0" presId="urn:microsoft.com/office/officeart/2008/layout/SquareAccentList"/>
    <dgm:cxn modelId="{56F41827-D02B-A049-BAB2-E359E83A7ADB}" type="presParOf" srcId="{ABDDF55C-8A48-4444-B9AB-4F2BD2B6E33A}" destId="{AA2B0CC1-DB0A-4949-B6D6-7C294B5547BF}" srcOrd="2" destOrd="0" presId="urn:microsoft.com/office/officeart/2008/layout/SquareAccentList"/>
    <dgm:cxn modelId="{CA086C47-9E46-8943-803B-4E2B030D6C1C}" type="presParOf" srcId="{AA2B0CC1-DB0A-4949-B6D6-7C294B5547BF}" destId="{8233E98F-D7DA-4345-A3B5-274A61A28C68}" srcOrd="0" destOrd="0" presId="urn:microsoft.com/office/officeart/2008/layout/SquareAccentList"/>
    <dgm:cxn modelId="{7BBDC963-BC39-9246-AFEA-208038D63917}" type="presParOf" srcId="{AA2B0CC1-DB0A-4949-B6D6-7C294B5547BF}" destId="{DED6C75D-1E28-434D-853E-2D29D3E7710C}" srcOrd="1" destOrd="0" presId="urn:microsoft.com/office/officeart/2008/layout/SquareAccentList"/>
    <dgm:cxn modelId="{E283DC5A-242E-884F-AF27-5BAFD895E9A5}" type="presParOf" srcId="{ABDDF55C-8A48-4444-B9AB-4F2BD2B6E33A}" destId="{2D5984DF-FAAB-3745-BB4D-2E9BC1B450D4}" srcOrd="3" destOrd="0" presId="urn:microsoft.com/office/officeart/2008/layout/SquareAccentList"/>
    <dgm:cxn modelId="{F8733F12-C259-F543-B633-4AB854422C56}" type="presParOf" srcId="{2D5984DF-FAAB-3745-BB4D-2E9BC1B450D4}" destId="{88E757B0-4E49-9A40-B9F2-A0850E6FE243}" srcOrd="0" destOrd="0" presId="urn:microsoft.com/office/officeart/2008/layout/SquareAccentList"/>
    <dgm:cxn modelId="{66FBEF8C-AE7E-CE47-B881-B41084763D97}" type="presParOf" srcId="{2D5984DF-FAAB-3745-BB4D-2E9BC1B450D4}" destId="{041626F9-A23B-F246-8047-0BCF07C14460}" srcOrd="1" destOrd="0" presId="urn:microsoft.com/office/officeart/2008/layout/SquareAccentList"/>
    <dgm:cxn modelId="{634AEBF2-9108-FF43-A2B3-3AD75E5865DC}" type="presParOf" srcId="{ABDDF55C-8A48-4444-B9AB-4F2BD2B6E33A}" destId="{7C18A339-0C48-064D-B60D-D1C285BA6E41}" srcOrd="4" destOrd="0" presId="urn:microsoft.com/office/officeart/2008/layout/SquareAccentList"/>
    <dgm:cxn modelId="{2C354C91-9295-0849-B1EC-177BC1D78948}" type="presParOf" srcId="{7C18A339-0C48-064D-B60D-D1C285BA6E41}" destId="{F692CA78-A415-F641-9D76-A55F8BBAEDC7}" srcOrd="0" destOrd="0" presId="urn:microsoft.com/office/officeart/2008/layout/SquareAccentList"/>
    <dgm:cxn modelId="{C6BB023C-82CC-7A47-A997-7604C10893CD}" type="presParOf" srcId="{7C18A339-0C48-064D-B60D-D1C285BA6E41}" destId="{D849052E-1296-C04D-A318-77E326D99888}" srcOrd="1" destOrd="0" presId="urn:microsoft.com/office/officeart/2008/layout/SquareAccentList"/>
    <dgm:cxn modelId="{B600516D-8219-624A-907E-F730085C4901}" type="presParOf" srcId="{ABDDF55C-8A48-4444-B9AB-4F2BD2B6E33A}" destId="{6426148C-893C-AD43-9E28-E429BAD1FE49}" srcOrd="5" destOrd="0" presId="urn:microsoft.com/office/officeart/2008/layout/SquareAccentList"/>
    <dgm:cxn modelId="{02E40AD5-44B2-E54F-907E-0165500E65FE}" type="presParOf" srcId="{6426148C-893C-AD43-9E28-E429BAD1FE49}" destId="{9D1E9075-AD49-9D42-AB06-CF9F4E42983B}" srcOrd="0" destOrd="0" presId="urn:microsoft.com/office/officeart/2008/layout/SquareAccentList"/>
    <dgm:cxn modelId="{BBBBEBC0-B2BB-C648-AB0F-62DB42E3C419}" type="presParOf" srcId="{6426148C-893C-AD43-9E28-E429BAD1FE49}" destId="{A5FBD568-00F0-CA41-9442-45AA230B9268}" srcOrd="1" destOrd="0" presId="urn:microsoft.com/office/officeart/2008/layout/SquareAccentList"/>
    <dgm:cxn modelId="{75B38EA4-A818-FB49-BA5C-8991308AE506}" type="presParOf" srcId="{BC1C2070-644B-4143-A8F3-FB3906DC416C}" destId="{727BE5A9-FD6D-FE4A-B03C-AE440F5CCE36}" srcOrd="1" destOrd="0" presId="urn:microsoft.com/office/officeart/2008/layout/SquareAccentList"/>
    <dgm:cxn modelId="{1DAB8772-6FDD-BF4D-9030-10803215885C}" type="presParOf" srcId="{727BE5A9-FD6D-FE4A-B03C-AE440F5CCE36}" destId="{8CC09BC1-BE8A-8D48-AEBD-5963E2A82000}" srcOrd="0" destOrd="0" presId="urn:microsoft.com/office/officeart/2008/layout/SquareAccentList"/>
    <dgm:cxn modelId="{CD9EF047-9275-324C-93B4-FEC885A2A74D}" type="presParOf" srcId="{8CC09BC1-BE8A-8D48-AEBD-5963E2A82000}" destId="{80F5CA70-F5A9-6D46-BBF0-B1BF51B96806}" srcOrd="0" destOrd="0" presId="urn:microsoft.com/office/officeart/2008/layout/SquareAccentList"/>
    <dgm:cxn modelId="{12238653-788B-FC45-8377-CEFF488B0A24}" type="presParOf" srcId="{8CC09BC1-BE8A-8D48-AEBD-5963E2A82000}" destId="{0F8A1F45-F0FE-174D-9804-9F3153FCE4CC}" srcOrd="1" destOrd="0" presId="urn:microsoft.com/office/officeart/2008/layout/SquareAccentList"/>
    <dgm:cxn modelId="{76F8C9B1-A2E9-0D45-8E74-FB7C83EA061E}" type="presParOf" srcId="{8CC09BC1-BE8A-8D48-AEBD-5963E2A82000}" destId="{70D9E660-3672-EB4B-90E2-490E14AE574C}" srcOrd="2" destOrd="0" presId="urn:microsoft.com/office/officeart/2008/layout/SquareAccentList"/>
    <dgm:cxn modelId="{3C3CB8B8-C1E7-EA48-9E6D-D61BBEAB5C1E}" type="presParOf" srcId="{727BE5A9-FD6D-FE4A-B03C-AE440F5CCE36}" destId="{5EFBAEB5-75D8-0D45-9ECD-C02F4EF49BA6}" srcOrd="1" destOrd="0" presId="urn:microsoft.com/office/officeart/2008/layout/SquareAccentList"/>
    <dgm:cxn modelId="{CF42F270-80A1-C045-9BC2-006715BC81A6}" type="presParOf" srcId="{5EFBAEB5-75D8-0D45-9ECD-C02F4EF49BA6}" destId="{F21CEAAD-E78B-0843-A5ED-2FA767A60E7F}" srcOrd="0" destOrd="0" presId="urn:microsoft.com/office/officeart/2008/layout/SquareAccentList"/>
    <dgm:cxn modelId="{6D71F2E6-9F76-2C4C-9F8F-0432FD3714B6}" type="presParOf" srcId="{F21CEAAD-E78B-0843-A5ED-2FA767A60E7F}" destId="{558D38F1-94DA-6E4A-94E3-90E60D86BBEE}" srcOrd="0" destOrd="0" presId="urn:microsoft.com/office/officeart/2008/layout/SquareAccentList"/>
    <dgm:cxn modelId="{2870EB83-C18F-654E-BC3F-C3C9AFBBA5DC}" type="presParOf" srcId="{F21CEAAD-E78B-0843-A5ED-2FA767A60E7F}" destId="{98267CF4-FDBE-EF4B-9516-67DE565AC5C2}" srcOrd="1" destOrd="0" presId="urn:microsoft.com/office/officeart/2008/layout/SquareAccentList"/>
    <dgm:cxn modelId="{7925D29D-2946-6249-A359-78F510C8B24A}" type="presParOf" srcId="{5EFBAEB5-75D8-0D45-9ECD-C02F4EF49BA6}" destId="{C17D6990-F311-F04E-88BC-65FB6B13FEF6}" srcOrd="1" destOrd="0" presId="urn:microsoft.com/office/officeart/2008/layout/SquareAccentList"/>
    <dgm:cxn modelId="{1BE51F62-A08A-D849-AF9B-A8391E4DA211}" type="presParOf" srcId="{C17D6990-F311-F04E-88BC-65FB6B13FEF6}" destId="{5EB43296-6BB6-9D43-AD57-5910B07E227C}" srcOrd="0" destOrd="0" presId="urn:microsoft.com/office/officeart/2008/layout/SquareAccentList"/>
    <dgm:cxn modelId="{CBAC7FF8-0113-ED4C-8054-4D5187AFA2E8}" type="presParOf" srcId="{C17D6990-F311-F04E-88BC-65FB6B13FEF6}" destId="{AEFE7DCB-6CA6-2447-9655-3627004F00CA}" srcOrd="1" destOrd="0" presId="urn:microsoft.com/office/officeart/2008/layout/SquareAccentList"/>
    <dgm:cxn modelId="{4E7F7FBE-113E-A540-A69C-F13D10FAB8F1}" type="presParOf" srcId="{5EFBAEB5-75D8-0D45-9ECD-C02F4EF49BA6}" destId="{3558D5FD-979F-6945-9A54-2C7D9BB0CB63}" srcOrd="2" destOrd="0" presId="urn:microsoft.com/office/officeart/2008/layout/SquareAccentList"/>
    <dgm:cxn modelId="{ECE0ACEA-02BB-B640-BBBF-1AAA3CA89B54}" type="presParOf" srcId="{3558D5FD-979F-6945-9A54-2C7D9BB0CB63}" destId="{AECA63DD-0EB6-1F45-9144-7BC4B2B47254}" srcOrd="0" destOrd="0" presId="urn:microsoft.com/office/officeart/2008/layout/SquareAccentList"/>
    <dgm:cxn modelId="{D3CF3FA3-FAD3-514B-9648-2BE621D37BCB}" type="presParOf" srcId="{3558D5FD-979F-6945-9A54-2C7D9BB0CB63}" destId="{944D9F32-E826-1141-828E-D2235C1AE056}" srcOrd="1" destOrd="0" presId="urn:microsoft.com/office/officeart/2008/layout/SquareAccentList"/>
    <dgm:cxn modelId="{E03C62D6-64D9-9245-8641-0B09E918FB07}" type="presParOf" srcId="{5EFBAEB5-75D8-0D45-9ECD-C02F4EF49BA6}" destId="{42B148D3-4286-C646-93CE-8D7BD781711E}" srcOrd="3" destOrd="0" presId="urn:microsoft.com/office/officeart/2008/layout/SquareAccentList"/>
    <dgm:cxn modelId="{34D5FFDB-FB89-CE46-B6E7-43AC848912D7}" type="presParOf" srcId="{42B148D3-4286-C646-93CE-8D7BD781711E}" destId="{3F4D3C5B-4DA7-BD43-B520-4BA6790DF61E}" srcOrd="0" destOrd="0" presId="urn:microsoft.com/office/officeart/2008/layout/SquareAccentList"/>
    <dgm:cxn modelId="{E8583ABD-BC45-C241-B76C-865A1902C45C}" type="presParOf" srcId="{42B148D3-4286-C646-93CE-8D7BD781711E}" destId="{F89EB8DD-EB8A-8C43-AF21-C13F69153078}" srcOrd="1" destOrd="0" presId="urn:microsoft.com/office/officeart/2008/layout/SquareAccentList"/>
    <dgm:cxn modelId="{4FA32425-1425-8047-9067-3C34DD5E7F12}" type="presParOf" srcId="{5EFBAEB5-75D8-0D45-9ECD-C02F4EF49BA6}" destId="{EB0F14D8-902C-764D-831F-BAC0F51ABE62}" srcOrd="4" destOrd="0" presId="urn:microsoft.com/office/officeart/2008/layout/SquareAccentList"/>
    <dgm:cxn modelId="{275897B9-859F-944B-ABCB-6826A2419546}" type="presParOf" srcId="{EB0F14D8-902C-764D-831F-BAC0F51ABE62}" destId="{9DEAEA6C-0A14-1A43-B7CF-2DB1F13CB753}" srcOrd="0" destOrd="0" presId="urn:microsoft.com/office/officeart/2008/layout/SquareAccentList"/>
    <dgm:cxn modelId="{B6D6A467-AD07-5C4F-8FF9-A975F7161EFB}" type="presParOf" srcId="{EB0F14D8-902C-764D-831F-BAC0F51ABE62}" destId="{532B82C2-F03A-054B-9C56-7E7ACF31BCDA}" srcOrd="1" destOrd="0" presId="urn:microsoft.com/office/officeart/2008/layout/SquareAccentList"/>
    <dgm:cxn modelId="{5AF2C00C-19E1-3846-9D7F-5873A47E2FFF}" type="presParOf" srcId="{5EFBAEB5-75D8-0D45-9ECD-C02F4EF49BA6}" destId="{0C4E649A-8BA0-3149-AAA8-0252D450DE2B}" srcOrd="5" destOrd="0" presId="urn:microsoft.com/office/officeart/2008/layout/SquareAccentList"/>
    <dgm:cxn modelId="{F706B1B1-910D-1644-BD4E-F63F6A574C75}" type="presParOf" srcId="{0C4E649A-8BA0-3149-AAA8-0252D450DE2B}" destId="{C77EDB56-4C60-3644-86FB-85B2551EC4FB}" srcOrd="0" destOrd="0" presId="urn:microsoft.com/office/officeart/2008/layout/SquareAccentList"/>
    <dgm:cxn modelId="{E9C970E9-BEBA-AE4A-9A8D-28EF01B8893C}" type="presParOf" srcId="{0C4E649A-8BA0-3149-AAA8-0252D450DE2B}" destId="{167598D0-4FB3-AC4C-B6D1-002B6F7BE244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28DA5E0-F6D8-3440-A331-3C297D395440}" type="doc">
      <dgm:prSet loTypeId="urn:microsoft.com/office/officeart/2005/8/layout/chevron2" loCatId="process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102871F-4AC8-AD42-9F76-9A0175C35C3D}">
      <dgm:prSet/>
      <dgm:spPr/>
      <dgm:t>
        <a:bodyPr/>
        <a:lstStyle/>
        <a:p>
          <a:r>
            <a:rPr lang="de-DE"/>
            <a:t>Problem:</a:t>
          </a:r>
        </a:p>
      </dgm:t>
    </dgm:pt>
    <dgm:pt modelId="{DCAA6D89-32AA-8642-B064-C8050C4E3E4C}" type="parTrans" cxnId="{F737E322-9541-EE49-9C71-3CA8C185F047}">
      <dgm:prSet/>
      <dgm:spPr/>
      <dgm:t>
        <a:bodyPr/>
        <a:lstStyle/>
        <a:p>
          <a:endParaRPr lang="de-DE"/>
        </a:p>
      </dgm:t>
    </dgm:pt>
    <dgm:pt modelId="{B4B01AD6-E007-F245-9B38-AC417C07A4A4}" type="sibTrans" cxnId="{F737E322-9541-EE49-9C71-3CA8C185F047}">
      <dgm:prSet/>
      <dgm:spPr/>
      <dgm:t>
        <a:bodyPr/>
        <a:lstStyle/>
        <a:p>
          <a:endParaRPr lang="de-DE"/>
        </a:p>
      </dgm:t>
    </dgm:pt>
    <dgm:pt modelId="{782C1EFA-54CC-434F-8E02-AC2AC8F3F8A7}">
      <dgm:prSet/>
      <dgm:spPr/>
      <dgm:t>
        <a:bodyPr/>
        <a:lstStyle/>
        <a:p>
          <a:r>
            <a:rPr lang="de-DE" dirty="0"/>
            <a:t>Routen Konfiguration zur Entwicklungszeit</a:t>
          </a:r>
        </a:p>
      </dgm:t>
    </dgm:pt>
    <dgm:pt modelId="{F5609B86-4072-D14F-BF65-A4F1BDCCA50F}" type="parTrans" cxnId="{1ADBF810-A9A7-D247-BE5F-33CA95F8769E}">
      <dgm:prSet/>
      <dgm:spPr/>
      <dgm:t>
        <a:bodyPr/>
        <a:lstStyle/>
        <a:p>
          <a:endParaRPr lang="de-DE"/>
        </a:p>
      </dgm:t>
    </dgm:pt>
    <dgm:pt modelId="{03AF15B8-8449-8043-B814-46EBBF3A3E09}" type="sibTrans" cxnId="{1ADBF810-A9A7-D247-BE5F-33CA95F8769E}">
      <dgm:prSet/>
      <dgm:spPr/>
      <dgm:t>
        <a:bodyPr/>
        <a:lstStyle/>
        <a:p>
          <a:endParaRPr lang="de-DE"/>
        </a:p>
      </dgm:t>
    </dgm:pt>
    <dgm:pt modelId="{DE856D13-1C82-FE4E-AE1B-CAC6FEEF209F}">
      <dgm:prSet/>
      <dgm:spPr/>
      <dgm:t>
        <a:bodyPr/>
        <a:lstStyle/>
        <a:p>
          <a:r>
            <a:rPr lang="de-DE" dirty="0"/>
            <a:t>Somit: Keine statische Route pro Datensatz möglich</a:t>
          </a:r>
        </a:p>
      </dgm:t>
    </dgm:pt>
    <dgm:pt modelId="{E121FFEA-72FA-5B4F-A8E9-F61FBC1793AA}" type="parTrans" cxnId="{06EC9E2A-765E-7745-AA7F-FDB408FE8C5F}">
      <dgm:prSet/>
      <dgm:spPr/>
      <dgm:t>
        <a:bodyPr/>
        <a:lstStyle/>
        <a:p>
          <a:endParaRPr lang="de-DE"/>
        </a:p>
      </dgm:t>
    </dgm:pt>
    <dgm:pt modelId="{6530158A-0B89-614A-828F-9D5FB03FF2C2}" type="sibTrans" cxnId="{06EC9E2A-765E-7745-AA7F-FDB408FE8C5F}">
      <dgm:prSet/>
      <dgm:spPr/>
      <dgm:t>
        <a:bodyPr/>
        <a:lstStyle/>
        <a:p>
          <a:endParaRPr lang="de-DE"/>
        </a:p>
      </dgm:t>
    </dgm:pt>
    <dgm:pt modelId="{1C1D015F-B6EE-244F-A744-D7D5FE84A3BB}">
      <dgm:prSet/>
      <dgm:spPr/>
      <dgm:t>
        <a:bodyPr/>
        <a:lstStyle/>
        <a:p>
          <a:r>
            <a:rPr lang="de-DE"/>
            <a:t>Lösung:</a:t>
          </a:r>
        </a:p>
      </dgm:t>
    </dgm:pt>
    <dgm:pt modelId="{67EC9E4D-CEDA-EA49-838A-64745A4E6605}" type="parTrans" cxnId="{6F1F15F4-59E5-914C-90C8-507E9688A748}">
      <dgm:prSet/>
      <dgm:spPr/>
      <dgm:t>
        <a:bodyPr/>
        <a:lstStyle/>
        <a:p>
          <a:endParaRPr lang="de-DE"/>
        </a:p>
      </dgm:t>
    </dgm:pt>
    <dgm:pt modelId="{556BBF87-6A1A-6B44-B02B-F42ADE180A3B}" type="sibTrans" cxnId="{6F1F15F4-59E5-914C-90C8-507E9688A748}">
      <dgm:prSet/>
      <dgm:spPr/>
      <dgm:t>
        <a:bodyPr/>
        <a:lstStyle/>
        <a:p>
          <a:endParaRPr lang="de-DE"/>
        </a:p>
      </dgm:t>
    </dgm:pt>
    <dgm:pt modelId="{D1951DE9-85F0-4E4D-958A-616A9D2D86AD}">
      <dgm:prSet/>
      <dgm:spPr/>
      <dgm:t>
        <a:bodyPr/>
        <a:lstStyle/>
        <a:p>
          <a:r>
            <a:rPr lang="de-DE" dirty="0"/>
            <a:t>Dynamische Routen mit Parametern</a:t>
          </a:r>
        </a:p>
      </dgm:t>
    </dgm:pt>
    <dgm:pt modelId="{7D9DC289-D264-F94A-9D66-40BA1E2A5556}" type="parTrans" cxnId="{DD2F09B3-16CA-3148-8056-2F7B40DB3B6B}">
      <dgm:prSet/>
      <dgm:spPr/>
      <dgm:t>
        <a:bodyPr/>
        <a:lstStyle/>
        <a:p>
          <a:endParaRPr lang="de-DE"/>
        </a:p>
      </dgm:t>
    </dgm:pt>
    <dgm:pt modelId="{D5E10DF2-14E4-FA43-AF8B-B50212402075}" type="sibTrans" cxnId="{DD2F09B3-16CA-3148-8056-2F7B40DB3B6B}">
      <dgm:prSet/>
      <dgm:spPr/>
      <dgm:t>
        <a:bodyPr/>
        <a:lstStyle/>
        <a:p>
          <a:endParaRPr lang="de-DE"/>
        </a:p>
      </dgm:t>
    </dgm:pt>
    <dgm:pt modelId="{8B3A1207-6A6B-EB4F-BE3B-D44811F6C60B}">
      <dgm:prSet/>
      <dgm:spPr/>
      <dgm:t>
        <a:bodyPr/>
        <a:lstStyle/>
        <a:p>
          <a:r>
            <a:rPr lang="de-DE" dirty="0"/>
            <a:t>Routen Konfiguration kann in Pfadvariablen enthalten</a:t>
          </a:r>
        </a:p>
      </dgm:t>
    </dgm:pt>
    <dgm:pt modelId="{A824A1F5-0F57-6148-A7E2-2D8AE518C865}" type="parTrans" cxnId="{33C2CDA9-97EE-664A-BFDB-A2A7D2597D1B}">
      <dgm:prSet/>
      <dgm:spPr/>
      <dgm:t>
        <a:bodyPr/>
        <a:lstStyle/>
        <a:p>
          <a:endParaRPr lang="de-DE"/>
        </a:p>
      </dgm:t>
    </dgm:pt>
    <dgm:pt modelId="{0225CB2D-C998-C04C-9D03-6F67BF18A33E}" type="sibTrans" cxnId="{33C2CDA9-97EE-664A-BFDB-A2A7D2597D1B}">
      <dgm:prSet/>
      <dgm:spPr/>
      <dgm:t>
        <a:bodyPr/>
        <a:lstStyle/>
        <a:p>
          <a:endParaRPr lang="de-DE"/>
        </a:p>
      </dgm:t>
    </dgm:pt>
    <dgm:pt modelId="{6E553B95-87A2-914C-82CD-6C9DDD11848A}">
      <dgm:prSet/>
      <dgm:spPr/>
      <dgm:t>
        <a:bodyPr/>
        <a:lstStyle/>
        <a:p>
          <a:r>
            <a:rPr lang="de-DE" dirty="0"/>
            <a:t>Rest-Parameter </a:t>
          </a:r>
          <a:r>
            <a:rPr lang="de-DE" dirty="0" err="1"/>
            <a:t>vs</a:t>
          </a:r>
          <a:r>
            <a:rPr lang="de-DE" dirty="0"/>
            <a:t> URL-Parameter</a:t>
          </a:r>
        </a:p>
      </dgm:t>
    </dgm:pt>
    <dgm:pt modelId="{0C5DE1E1-D396-774B-9072-35A30BFCAF6D}" type="parTrans" cxnId="{FC6AFD45-10F4-9841-8882-201FF26C018D}">
      <dgm:prSet/>
      <dgm:spPr/>
      <dgm:t>
        <a:bodyPr/>
        <a:lstStyle/>
        <a:p>
          <a:endParaRPr lang="de-DE"/>
        </a:p>
      </dgm:t>
    </dgm:pt>
    <dgm:pt modelId="{A30EC40A-952D-2947-AB71-E79680C87407}" type="sibTrans" cxnId="{FC6AFD45-10F4-9841-8882-201FF26C018D}">
      <dgm:prSet/>
      <dgm:spPr/>
      <dgm:t>
        <a:bodyPr/>
        <a:lstStyle/>
        <a:p>
          <a:endParaRPr lang="de-DE"/>
        </a:p>
      </dgm:t>
    </dgm:pt>
    <dgm:pt modelId="{2635C34E-9C73-934C-A712-D85957057FC0}">
      <dgm:prSet/>
      <dgm:spPr/>
      <dgm:t>
        <a:bodyPr/>
        <a:lstStyle/>
        <a:p>
          <a:r>
            <a:rPr lang="de-DE"/>
            <a:t>Parameter in Route für Pflichtparameter</a:t>
          </a:r>
        </a:p>
      </dgm:t>
    </dgm:pt>
    <dgm:pt modelId="{0F4035CC-3F0A-AD4B-BDC6-981DFE12AC2F}" type="parTrans" cxnId="{D17C4644-9942-ED46-AA3C-60CB0403BA4C}">
      <dgm:prSet/>
      <dgm:spPr/>
      <dgm:t>
        <a:bodyPr/>
        <a:lstStyle/>
        <a:p>
          <a:endParaRPr lang="de-DE"/>
        </a:p>
      </dgm:t>
    </dgm:pt>
    <dgm:pt modelId="{9D0477AF-A7D2-3247-AE5B-A7030E0541C6}" type="sibTrans" cxnId="{D17C4644-9942-ED46-AA3C-60CB0403BA4C}">
      <dgm:prSet/>
      <dgm:spPr/>
      <dgm:t>
        <a:bodyPr/>
        <a:lstStyle/>
        <a:p>
          <a:endParaRPr lang="de-DE"/>
        </a:p>
      </dgm:t>
    </dgm:pt>
    <dgm:pt modelId="{D2EDF647-8D24-DB41-A92A-AAAA8849A46F}">
      <dgm:prSet/>
      <dgm:spPr/>
      <dgm:t>
        <a:bodyPr/>
        <a:lstStyle/>
        <a:p>
          <a:r>
            <a:rPr lang="de-DE"/>
            <a:t>URL-Parameter für optionale Parameter</a:t>
          </a:r>
        </a:p>
      </dgm:t>
    </dgm:pt>
    <dgm:pt modelId="{309290BA-AD69-914D-95E9-07F2F495952D}" type="parTrans" cxnId="{9F01640E-8EC4-E14A-AE61-248065061235}">
      <dgm:prSet/>
      <dgm:spPr/>
      <dgm:t>
        <a:bodyPr/>
        <a:lstStyle/>
        <a:p>
          <a:endParaRPr lang="de-DE"/>
        </a:p>
      </dgm:t>
    </dgm:pt>
    <dgm:pt modelId="{0B701852-2109-EA42-8C9A-364D5F4B12B8}" type="sibTrans" cxnId="{9F01640E-8EC4-E14A-AE61-248065061235}">
      <dgm:prSet/>
      <dgm:spPr/>
      <dgm:t>
        <a:bodyPr/>
        <a:lstStyle/>
        <a:p>
          <a:endParaRPr lang="de-DE"/>
        </a:p>
      </dgm:t>
    </dgm:pt>
    <dgm:pt modelId="{42BCF4E7-9D16-B347-82B4-DD19721D41E1}" type="pres">
      <dgm:prSet presAssocID="{328DA5E0-F6D8-3440-A331-3C297D395440}" presName="linearFlow" presStyleCnt="0">
        <dgm:presLayoutVars>
          <dgm:dir/>
          <dgm:animLvl val="lvl"/>
          <dgm:resizeHandles val="exact"/>
        </dgm:presLayoutVars>
      </dgm:prSet>
      <dgm:spPr/>
    </dgm:pt>
    <dgm:pt modelId="{0B66D32C-D39E-744D-BBFA-1A90C197E377}" type="pres">
      <dgm:prSet presAssocID="{C102871F-4AC8-AD42-9F76-9A0175C35C3D}" presName="composite" presStyleCnt="0"/>
      <dgm:spPr/>
    </dgm:pt>
    <dgm:pt modelId="{DC60026B-A515-D54B-98B9-73A8945EE08C}" type="pres">
      <dgm:prSet presAssocID="{C102871F-4AC8-AD42-9F76-9A0175C35C3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28D90256-420F-594D-9B53-7D6CF3CEFD73}" type="pres">
      <dgm:prSet presAssocID="{C102871F-4AC8-AD42-9F76-9A0175C35C3D}" presName="descendantText" presStyleLbl="alignAcc1" presStyleIdx="0" presStyleCnt="3">
        <dgm:presLayoutVars>
          <dgm:bulletEnabled val="1"/>
        </dgm:presLayoutVars>
      </dgm:prSet>
      <dgm:spPr/>
    </dgm:pt>
    <dgm:pt modelId="{062495BF-57B8-C54A-A2EB-D4D5D2F293DC}" type="pres">
      <dgm:prSet presAssocID="{B4B01AD6-E007-F245-9B38-AC417C07A4A4}" presName="sp" presStyleCnt="0"/>
      <dgm:spPr/>
    </dgm:pt>
    <dgm:pt modelId="{4E58D340-4D42-774A-9A04-DF81EFBAFB6C}" type="pres">
      <dgm:prSet presAssocID="{1C1D015F-B6EE-244F-A744-D7D5FE84A3BB}" presName="composite" presStyleCnt="0"/>
      <dgm:spPr/>
    </dgm:pt>
    <dgm:pt modelId="{E87F782A-15CE-A24D-9C75-E4576DBC761D}" type="pres">
      <dgm:prSet presAssocID="{1C1D015F-B6EE-244F-A744-D7D5FE84A3BB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78366A0F-A76C-E744-8E61-1FCF31176EB3}" type="pres">
      <dgm:prSet presAssocID="{1C1D015F-B6EE-244F-A744-D7D5FE84A3BB}" presName="descendantText" presStyleLbl="alignAcc1" presStyleIdx="1" presStyleCnt="3">
        <dgm:presLayoutVars>
          <dgm:bulletEnabled val="1"/>
        </dgm:presLayoutVars>
      </dgm:prSet>
      <dgm:spPr/>
    </dgm:pt>
    <dgm:pt modelId="{540D4E04-A947-DE4A-9249-B4125DCC3EF1}" type="pres">
      <dgm:prSet presAssocID="{556BBF87-6A1A-6B44-B02B-F42ADE180A3B}" presName="sp" presStyleCnt="0"/>
      <dgm:spPr/>
    </dgm:pt>
    <dgm:pt modelId="{5EBF1ABF-5998-1843-8B79-B460210B1C9B}" type="pres">
      <dgm:prSet presAssocID="{6E553B95-87A2-914C-82CD-6C9DDD11848A}" presName="composite" presStyleCnt="0"/>
      <dgm:spPr/>
    </dgm:pt>
    <dgm:pt modelId="{4F4E14E5-864A-7149-950C-0D8751F63536}" type="pres">
      <dgm:prSet presAssocID="{6E553B95-87A2-914C-82CD-6C9DDD11848A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83429FCB-206E-7D4D-8739-0160ADC3C48D}" type="pres">
      <dgm:prSet presAssocID="{6E553B95-87A2-914C-82CD-6C9DDD11848A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03322C00-171B-1147-A790-6C663A8A7BC0}" type="presOf" srcId="{6E553B95-87A2-914C-82CD-6C9DDD11848A}" destId="{4F4E14E5-864A-7149-950C-0D8751F63536}" srcOrd="0" destOrd="0" presId="urn:microsoft.com/office/officeart/2005/8/layout/chevron2"/>
    <dgm:cxn modelId="{9F01640E-8EC4-E14A-AE61-248065061235}" srcId="{6E553B95-87A2-914C-82CD-6C9DDD11848A}" destId="{D2EDF647-8D24-DB41-A92A-AAAA8849A46F}" srcOrd="1" destOrd="0" parTransId="{309290BA-AD69-914D-95E9-07F2F495952D}" sibTransId="{0B701852-2109-EA42-8C9A-364D5F4B12B8}"/>
    <dgm:cxn modelId="{1ADBF810-A9A7-D247-BE5F-33CA95F8769E}" srcId="{C102871F-4AC8-AD42-9F76-9A0175C35C3D}" destId="{782C1EFA-54CC-434F-8E02-AC2AC8F3F8A7}" srcOrd="0" destOrd="0" parTransId="{F5609B86-4072-D14F-BF65-A4F1BDCCA50F}" sibTransId="{03AF15B8-8449-8043-B814-46EBBF3A3E09}"/>
    <dgm:cxn modelId="{F737E322-9541-EE49-9C71-3CA8C185F047}" srcId="{328DA5E0-F6D8-3440-A331-3C297D395440}" destId="{C102871F-4AC8-AD42-9F76-9A0175C35C3D}" srcOrd="0" destOrd="0" parTransId="{DCAA6D89-32AA-8642-B064-C8050C4E3E4C}" sibTransId="{B4B01AD6-E007-F245-9B38-AC417C07A4A4}"/>
    <dgm:cxn modelId="{06EC9E2A-765E-7745-AA7F-FDB408FE8C5F}" srcId="{C102871F-4AC8-AD42-9F76-9A0175C35C3D}" destId="{DE856D13-1C82-FE4E-AE1B-CAC6FEEF209F}" srcOrd="1" destOrd="0" parTransId="{E121FFEA-72FA-5B4F-A8E9-F61FBC1793AA}" sibTransId="{6530158A-0B89-614A-828F-9D5FB03FF2C2}"/>
    <dgm:cxn modelId="{D17C4644-9942-ED46-AA3C-60CB0403BA4C}" srcId="{6E553B95-87A2-914C-82CD-6C9DDD11848A}" destId="{2635C34E-9C73-934C-A712-D85957057FC0}" srcOrd="0" destOrd="0" parTransId="{0F4035CC-3F0A-AD4B-BDC6-981DFE12AC2F}" sibTransId="{9D0477AF-A7D2-3247-AE5B-A7030E0541C6}"/>
    <dgm:cxn modelId="{FC6AFD45-10F4-9841-8882-201FF26C018D}" srcId="{328DA5E0-F6D8-3440-A331-3C297D395440}" destId="{6E553B95-87A2-914C-82CD-6C9DDD11848A}" srcOrd="2" destOrd="0" parTransId="{0C5DE1E1-D396-774B-9072-35A30BFCAF6D}" sibTransId="{A30EC40A-952D-2947-AB71-E79680C87407}"/>
    <dgm:cxn modelId="{5857A246-57D5-4847-A81D-8E5058B923FA}" type="presOf" srcId="{2635C34E-9C73-934C-A712-D85957057FC0}" destId="{83429FCB-206E-7D4D-8739-0160ADC3C48D}" srcOrd="0" destOrd="0" presId="urn:microsoft.com/office/officeart/2005/8/layout/chevron2"/>
    <dgm:cxn modelId="{A2699967-03E8-F443-8E71-08D6606A6E51}" type="presOf" srcId="{328DA5E0-F6D8-3440-A331-3C297D395440}" destId="{42BCF4E7-9D16-B347-82B4-DD19721D41E1}" srcOrd="0" destOrd="0" presId="urn:microsoft.com/office/officeart/2005/8/layout/chevron2"/>
    <dgm:cxn modelId="{CE623398-47FA-0940-BA3C-8CB0E5DA9D2C}" type="presOf" srcId="{DE856D13-1C82-FE4E-AE1B-CAC6FEEF209F}" destId="{28D90256-420F-594D-9B53-7D6CF3CEFD73}" srcOrd="0" destOrd="1" presId="urn:microsoft.com/office/officeart/2005/8/layout/chevron2"/>
    <dgm:cxn modelId="{FCCA7A9E-7D17-5F4D-BE6C-79FD30041D86}" type="presOf" srcId="{8B3A1207-6A6B-EB4F-BE3B-D44811F6C60B}" destId="{78366A0F-A76C-E744-8E61-1FCF31176EB3}" srcOrd="0" destOrd="1" presId="urn:microsoft.com/office/officeart/2005/8/layout/chevron2"/>
    <dgm:cxn modelId="{33C2CDA9-97EE-664A-BFDB-A2A7D2597D1B}" srcId="{1C1D015F-B6EE-244F-A744-D7D5FE84A3BB}" destId="{8B3A1207-6A6B-EB4F-BE3B-D44811F6C60B}" srcOrd="1" destOrd="0" parTransId="{A824A1F5-0F57-6148-A7E2-2D8AE518C865}" sibTransId="{0225CB2D-C998-C04C-9D03-6F67BF18A33E}"/>
    <dgm:cxn modelId="{DD2F09B3-16CA-3148-8056-2F7B40DB3B6B}" srcId="{1C1D015F-B6EE-244F-A744-D7D5FE84A3BB}" destId="{D1951DE9-85F0-4E4D-958A-616A9D2D86AD}" srcOrd="0" destOrd="0" parTransId="{7D9DC289-D264-F94A-9D66-40BA1E2A5556}" sibTransId="{D5E10DF2-14E4-FA43-AF8B-B50212402075}"/>
    <dgm:cxn modelId="{D5BABFCD-3677-654D-9717-D71A90AD1635}" type="presOf" srcId="{782C1EFA-54CC-434F-8E02-AC2AC8F3F8A7}" destId="{28D90256-420F-594D-9B53-7D6CF3CEFD73}" srcOrd="0" destOrd="0" presId="urn:microsoft.com/office/officeart/2005/8/layout/chevron2"/>
    <dgm:cxn modelId="{03464DCE-D637-444E-A84B-70C6FCDB0B67}" type="presOf" srcId="{D2EDF647-8D24-DB41-A92A-AAAA8849A46F}" destId="{83429FCB-206E-7D4D-8739-0160ADC3C48D}" srcOrd="0" destOrd="1" presId="urn:microsoft.com/office/officeart/2005/8/layout/chevron2"/>
    <dgm:cxn modelId="{403004E7-6E89-0B49-8D9E-16703AE354B2}" type="presOf" srcId="{D1951DE9-85F0-4E4D-958A-616A9D2D86AD}" destId="{78366A0F-A76C-E744-8E61-1FCF31176EB3}" srcOrd="0" destOrd="0" presId="urn:microsoft.com/office/officeart/2005/8/layout/chevron2"/>
    <dgm:cxn modelId="{065B95EB-5CD9-564B-9079-CAE5DC383E98}" type="presOf" srcId="{C102871F-4AC8-AD42-9F76-9A0175C35C3D}" destId="{DC60026B-A515-D54B-98B9-73A8945EE08C}" srcOrd="0" destOrd="0" presId="urn:microsoft.com/office/officeart/2005/8/layout/chevron2"/>
    <dgm:cxn modelId="{6F1F15F4-59E5-914C-90C8-507E9688A748}" srcId="{328DA5E0-F6D8-3440-A331-3C297D395440}" destId="{1C1D015F-B6EE-244F-A744-D7D5FE84A3BB}" srcOrd="1" destOrd="0" parTransId="{67EC9E4D-CEDA-EA49-838A-64745A4E6605}" sibTransId="{556BBF87-6A1A-6B44-B02B-F42ADE180A3B}"/>
    <dgm:cxn modelId="{D81C15FF-899D-104A-9964-41B96F87231E}" type="presOf" srcId="{1C1D015F-B6EE-244F-A744-D7D5FE84A3BB}" destId="{E87F782A-15CE-A24D-9C75-E4576DBC761D}" srcOrd="0" destOrd="0" presId="urn:microsoft.com/office/officeart/2005/8/layout/chevron2"/>
    <dgm:cxn modelId="{8E777C41-80BE-7845-A62A-0CF738168D9C}" type="presParOf" srcId="{42BCF4E7-9D16-B347-82B4-DD19721D41E1}" destId="{0B66D32C-D39E-744D-BBFA-1A90C197E377}" srcOrd="0" destOrd="0" presId="urn:microsoft.com/office/officeart/2005/8/layout/chevron2"/>
    <dgm:cxn modelId="{01DD602E-AED4-A747-90DD-525FD31BDC56}" type="presParOf" srcId="{0B66D32C-D39E-744D-BBFA-1A90C197E377}" destId="{DC60026B-A515-D54B-98B9-73A8945EE08C}" srcOrd="0" destOrd="0" presId="urn:microsoft.com/office/officeart/2005/8/layout/chevron2"/>
    <dgm:cxn modelId="{8383CA10-3A14-9147-9AB4-EDB7CC6E5867}" type="presParOf" srcId="{0B66D32C-D39E-744D-BBFA-1A90C197E377}" destId="{28D90256-420F-594D-9B53-7D6CF3CEFD73}" srcOrd="1" destOrd="0" presId="urn:microsoft.com/office/officeart/2005/8/layout/chevron2"/>
    <dgm:cxn modelId="{F1492BC1-AAD2-EF49-895B-4FB9DC94BB6C}" type="presParOf" srcId="{42BCF4E7-9D16-B347-82B4-DD19721D41E1}" destId="{062495BF-57B8-C54A-A2EB-D4D5D2F293DC}" srcOrd="1" destOrd="0" presId="urn:microsoft.com/office/officeart/2005/8/layout/chevron2"/>
    <dgm:cxn modelId="{B8809504-B12D-3C48-9E80-733B20276260}" type="presParOf" srcId="{42BCF4E7-9D16-B347-82B4-DD19721D41E1}" destId="{4E58D340-4D42-774A-9A04-DF81EFBAFB6C}" srcOrd="2" destOrd="0" presId="urn:microsoft.com/office/officeart/2005/8/layout/chevron2"/>
    <dgm:cxn modelId="{3CA09531-3339-314C-B5B9-26A584EE1A9F}" type="presParOf" srcId="{4E58D340-4D42-774A-9A04-DF81EFBAFB6C}" destId="{E87F782A-15CE-A24D-9C75-E4576DBC761D}" srcOrd="0" destOrd="0" presId="urn:microsoft.com/office/officeart/2005/8/layout/chevron2"/>
    <dgm:cxn modelId="{70EB55F8-2EDE-E248-A251-DE885744951A}" type="presParOf" srcId="{4E58D340-4D42-774A-9A04-DF81EFBAFB6C}" destId="{78366A0F-A76C-E744-8E61-1FCF31176EB3}" srcOrd="1" destOrd="0" presId="urn:microsoft.com/office/officeart/2005/8/layout/chevron2"/>
    <dgm:cxn modelId="{21F0F032-AED7-F64B-9FE3-50B9623525FB}" type="presParOf" srcId="{42BCF4E7-9D16-B347-82B4-DD19721D41E1}" destId="{540D4E04-A947-DE4A-9249-B4125DCC3EF1}" srcOrd="3" destOrd="0" presId="urn:microsoft.com/office/officeart/2005/8/layout/chevron2"/>
    <dgm:cxn modelId="{5815693E-FA40-DA41-89A9-8128D50BF0B5}" type="presParOf" srcId="{42BCF4E7-9D16-B347-82B4-DD19721D41E1}" destId="{5EBF1ABF-5998-1843-8B79-B460210B1C9B}" srcOrd="4" destOrd="0" presId="urn:microsoft.com/office/officeart/2005/8/layout/chevron2"/>
    <dgm:cxn modelId="{9D016995-2E54-BF4B-B4FB-C40CC6657004}" type="presParOf" srcId="{5EBF1ABF-5998-1843-8B79-B460210B1C9B}" destId="{4F4E14E5-864A-7149-950C-0D8751F63536}" srcOrd="0" destOrd="0" presId="urn:microsoft.com/office/officeart/2005/8/layout/chevron2"/>
    <dgm:cxn modelId="{B758C290-A0AC-C34A-A890-00B28605A7E0}" type="presParOf" srcId="{5EBF1ABF-5998-1843-8B79-B460210B1C9B}" destId="{83429FCB-206E-7D4D-8739-0160ADC3C48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B88998D-D47F-0540-8000-C13F330A48E7}" type="doc">
      <dgm:prSet loTypeId="urn:microsoft.com/office/officeart/2005/8/layout/vList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CB672BD-6B15-5A42-BC3D-B6E174A49DC5}">
      <dgm:prSet phldrT="[Text]"/>
      <dgm:spPr/>
      <dgm:t>
        <a:bodyPr/>
        <a:lstStyle/>
        <a:p>
          <a:r>
            <a:rPr lang="de-DE" dirty="0"/>
            <a:t>Arten</a:t>
          </a:r>
        </a:p>
      </dgm:t>
    </dgm:pt>
    <dgm:pt modelId="{A7661B1B-0F15-F647-8CC6-46F734CC91C2}" type="parTrans" cxnId="{8AF90ACC-6AB8-3A41-900D-C224C2422774}">
      <dgm:prSet/>
      <dgm:spPr/>
      <dgm:t>
        <a:bodyPr/>
        <a:lstStyle/>
        <a:p>
          <a:endParaRPr lang="de-DE"/>
        </a:p>
      </dgm:t>
    </dgm:pt>
    <dgm:pt modelId="{3C23AF72-3DA2-4F4E-9C1E-8650B1CB8EBE}" type="sibTrans" cxnId="{8AF90ACC-6AB8-3A41-900D-C224C2422774}">
      <dgm:prSet/>
      <dgm:spPr/>
      <dgm:t>
        <a:bodyPr/>
        <a:lstStyle/>
        <a:p>
          <a:endParaRPr lang="de-DE"/>
        </a:p>
      </dgm:t>
    </dgm:pt>
    <dgm:pt modelId="{E46435BF-779E-ED47-95AB-6653736CEAE2}">
      <dgm:prSet phldrT="[Text]"/>
      <dgm:spPr/>
      <dgm:t>
        <a:bodyPr/>
        <a:lstStyle/>
        <a:p>
          <a:r>
            <a:rPr lang="de-DE" dirty="0"/>
            <a:t>Template-</a:t>
          </a:r>
          <a:r>
            <a:rPr lang="de-DE" dirty="0" err="1"/>
            <a:t>Driven</a:t>
          </a:r>
          <a:endParaRPr lang="de-DE" dirty="0"/>
        </a:p>
      </dgm:t>
    </dgm:pt>
    <dgm:pt modelId="{B3F82872-8063-EC40-898A-866DE7E20FD6}" type="parTrans" cxnId="{632CBBA6-44F7-F448-A18A-C79625F30CB5}">
      <dgm:prSet/>
      <dgm:spPr/>
      <dgm:t>
        <a:bodyPr/>
        <a:lstStyle/>
        <a:p>
          <a:endParaRPr lang="de-DE"/>
        </a:p>
      </dgm:t>
    </dgm:pt>
    <dgm:pt modelId="{FC06ECA1-325D-C64D-8BDF-49B782D91118}" type="sibTrans" cxnId="{632CBBA6-44F7-F448-A18A-C79625F30CB5}">
      <dgm:prSet/>
      <dgm:spPr/>
      <dgm:t>
        <a:bodyPr/>
        <a:lstStyle/>
        <a:p>
          <a:endParaRPr lang="de-DE"/>
        </a:p>
      </dgm:t>
    </dgm:pt>
    <dgm:pt modelId="{5DE58ED4-0964-324F-919A-34EFFE8A21B4}">
      <dgm:prSet phldrT="[Text]"/>
      <dgm:spPr/>
      <dgm:t>
        <a:bodyPr/>
        <a:lstStyle/>
        <a:p>
          <a:r>
            <a:rPr lang="de-DE" dirty="0"/>
            <a:t>Interne Forms API</a:t>
          </a:r>
        </a:p>
      </dgm:t>
    </dgm:pt>
    <dgm:pt modelId="{43005924-B2FF-5C46-9831-E11E3AFA40F8}" type="parTrans" cxnId="{6B6F9B52-6EBB-B347-9FA6-F965D57053DB}">
      <dgm:prSet/>
      <dgm:spPr/>
      <dgm:t>
        <a:bodyPr/>
        <a:lstStyle/>
        <a:p>
          <a:endParaRPr lang="de-DE"/>
        </a:p>
      </dgm:t>
    </dgm:pt>
    <dgm:pt modelId="{2F349A7D-810C-CF47-90B3-3EE3997F09EF}" type="sibTrans" cxnId="{6B6F9B52-6EBB-B347-9FA6-F965D57053DB}">
      <dgm:prSet/>
      <dgm:spPr/>
      <dgm:t>
        <a:bodyPr/>
        <a:lstStyle/>
        <a:p>
          <a:endParaRPr lang="de-DE"/>
        </a:p>
      </dgm:t>
    </dgm:pt>
    <dgm:pt modelId="{5B0928BB-FD54-5740-A8A6-BEB01986A4FF}">
      <dgm:prSet phldrT="[Text]"/>
      <dgm:spPr/>
      <dgm:t>
        <a:bodyPr/>
        <a:lstStyle/>
        <a:p>
          <a:r>
            <a:rPr lang="de-DE" dirty="0"/>
            <a:t>Binding (bzw. </a:t>
          </a:r>
          <a:r>
            <a:rPr lang="de-DE" dirty="0" err="1"/>
            <a:t>ChangeDetection</a:t>
          </a:r>
          <a:r>
            <a:rPr lang="de-DE" dirty="0"/>
            <a:t>)</a:t>
          </a:r>
        </a:p>
      </dgm:t>
    </dgm:pt>
    <dgm:pt modelId="{F2534421-30DF-994B-82EB-D58EBE398977}" type="parTrans" cxnId="{F3F825BD-4204-AF4D-9FC2-814F49C8941D}">
      <dgm:prSet/>
      <dgm:spPr/>
      <dgm:t>
        <a:bodyPr/>
        <a:lstStyle/>
        <a:p>
          <a:endParaRPr lang="de-DE"/>
        </a:p>
      </dgm:t>
    </dgm:pt>
    <dgm:pt modelId="{00003FE1-C09E-814E-8587-9DD5C485D3FD}" type="sibTrans" cxnId="{F3F825BD-4204-AF4D-9FC2-814F49C8941D}">
      <dgm:prSet/>
      <dgm:spPr/>
      <dgm:t>
        <a:bodyPr/>
        <a:lstStyle/>
        <a:p>
          <a:endParaRPr lang="de-DE"/>
        </a:p>
      </dgm:t>
    </dgm:pt>
    <dgm:pt modelId="{3FDBE30E-3308-0C4B-BBA0-AD5D3F8EAC40}">
      <dgm:prSet phldrT="[Text]"/>
      <dgm:spPr/>
      <dgm:t>
        <a:bodyPr/>
        <a:lstStyle/>
        <a:p>
          <a:r>
            <a:rPr lang="de-DE" dirty="0"/>
            <a:t>Model-</a:t>
          </a:r>
          <a:r>
            <a:rPr lang="de-DE" dirty="0" err="1"/>
            <a:t>Driven</a:t>
          </a:r>
          <a:endParaRPr lang="de-DE" dirty="0"/>
        </a:p>
      </dgm:t>
    </dgm:pt>
    <dgm:pt modelId="{3EDE7B17-E31D-F542-8B90-E58C56756DB7}" type="parTrans" cxnId="{ABF23417-D602-6647-BB23-E59A77CEAE08}">
      <dgm:prSet/>
      <dgm:spPr/>
      <dgm:t>
        <a:bodyPr/>
        <a:lstStyle/>
        <a:p>
          <a:endParaRPr lang="de-DE"/>
        </a:p>
      </dgm:t>
    </dgm:pt>
    <dgm:pt modelId="{A671B687-2909-6E40-8504-A26EC8183FED}" type="sibTrans" cxnId="{ABF23417-D602-6647-BB23-E59A77CEAE08}">
      <dgm:prSet/>
      <dgm:spPr/>
      <dgm:t>
        <a:bodyPr/>
        <a:lstStyle/>
        <a:p>
          <a:endParaRPr lang="de-DE"/>
        </a:p>
      </dgm:t>
    </dgm:pt>
    <dgm:pt modelId="{34F97794-B25F-4C41-9D12-8214AE7BD46F}">
      <dgm:prSet phldrT="[Text]"/>
      <dgm:spPr/>
      <dgm:t>
        <a:bodyPr/>
        <a:lstStyle/>
        <a:p>
          <a:r>
            <a:rPr lang="de-DE" dirty="0"/>
            <a:t>Validierung</a:t>
          </a:r>
        </a:p>
      </dgm:t>
    </dgm:pt>
    <dgm:pt modelId="{3A218C2F-8C4D-F645-999A-695A7D7A898C}" type="parTrans" cxnId="{258CF239-4997-9A4E-B571-504394238A44}">
      <dgm:prSet/>
      <dgm:spPr/>
      <dgm:t>
        <a:bodyPr/>
        <a:lstStyle/>
        <a:p>
          <a:endParaRPr lang="de-DE"/>
        </a:p>
      </dgm:t>
    </dgm:pt>
    <dgm:pt modelId="{1E09166C-4379-B445-AEA3-3A8EB8F137C3}" type="sibTrans" cxnId="{258CF239-4997-9A4E-B571-504394238A44}">
      <dgm:prSet/>
      <dgm:spPr/>
      <dgm:t>
        <a:bodyPr/>
        <a:lstStyle/>
        <a:p>
          <a:endParaRPr lang="de-DE"/>
        </a:p>
      </dgm:t>
    </dgm:pt>
    <dgm:pt modelId="{DC8C4CBA-664E-9B46-89DF-101A521CCDE9}">
      <dgm:prSet phldrT="[Text]"/>
      <dgm:spPr/>
      <dgm:t>
        <a:bodyPr/>
        <a:lstStyle/>
        <a:p>
          <a:r>
            <a:rPr lang="de-DE" dirty="0"/>
            <a:t>Aggregation</a:t>
          </a:r>
        </a:p>
      </dgm:t>
    </dgm:pt>
    <dgm:pt modelId="{ECC3FC75-D19D-F544-8DB1-97880DE315AD}" type="parTrans" cxnId="{6BA359E7-1949-FA40-8496-18EA4EB09353}">
      <dgm:prSet/>
      <dgm:spPr/>
      <dgm:t>
        <a:bodyPr/>
        <a:lstStyle/>
        <a:p>
          <a:endParaRPr lang="de-DE"/>
        </a:p>
      </dgm:t>
    </dgm:pt>
    <dgm:pt modelId="{86FA5920-F9CA-0A44-A8CA-D75C689C1C28}" type="sibTrans" cxnId="{6BA359E7-1949-FA40-8496-18EA4EB09353}">
      <dgm:prSet/>
      <dgm:spPr/>
      <dgm:t>
        <a:bodyPr/>
        <a:lstStyle/>
        <a:p>
          <a:endParaRPr lang="de-DE"/>
        </a:p>
      </dgm:t>
    </dgm:pt>
    <dgm:pt modelId="{B70142EB-9C4B-6948-8AED-AF4CE75F1EDA}" type="pres">
      <dgm:prSet presAssocID="{6B88998D-D47F-0540-8000-C13F330A48E7}" presName="linear" presStyleCnt="0">
        <dgm:presLayoutVars>
          <dgm:animLvl val="lvl"/>
          <dgm:resizeHandles val="exact"/>
        </dgm:presLayoutVars>
      </dgm:prSet>
      <dgm:spPr/>
    </dgm:pt>
    <dgm:pt modelId="{31960F03-EDCA-8748-B41F-0C34EF6988CC}" type="pres">
      <dgm:prSet presAssocID="{FCB672BD-6B15-5A42-BC3D-B6E174A49D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0669C71-50A6-5549-8D43-B4D92557166D}" type="pres">
      <dgm:prSet presAssocID="{FCB672BD-6B15-5A42-BC3D-B6E174A49DC5}" presName="childText" presStyleLbl="revTx" presStyleIdx="0" presStyleCnt="2">
        <dgm:presLayoutVars>
          <dgm:bulletEnabled val="1"/>
        </dgm:presLayoutVars>
      </dgm:prSet>
      <dgm:spPr/>
    </dgm:pt>
    <dgm:pt modelId="{EECA1152-9A59-5148-8C69-4A7DF7A45FB4}" type="pres">
      <dgm:prSet presAssocID="{5DE58ED4-0964-324F-919A-34EFFE8A21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40B39FC-EE0D-784C-A01A-5681D1E23909}" type="pres">
      <dgm:prSet presAssocID="{5DE58ED4-0964-324F-919A-34EFFE8A21B4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A9DA608-D40D-3A4B-8CD6-62212034F3B8}" type="presOf" srcId="{34F97794-B25F-4C41-9D12-8214AE7BD46F}" destId="{E40B39FC-EE0D-784C-A01A-5681D1E23909}" srcOrd="0" destOrd="1" presId="urn:microsoft.com/office/officeart/2005/8/layout/vList2"/>
    <dgm:cxn modelId="{DEDD5D0F-0A94-954A-93D5-808462FC502B}" type="presOf" srcId="{E46435BF-779E-ED47-95AB-6653736CEAE2}" destId="{60669C71-50A6-5549-8D43-B4D92557166D}" srcOrd="0" destOrd="0" presId="urn:microsoft.com/office/officeart/2005/8/layout/vList2"/>
    <dgm:cxn modelId="{ABF23417-D602-6647-BB23-E59A77CEAE08}" srcId="{FCB672BD-6B15-5A42-BC3D-B6E174A49DC5}" destId="{3FDBE30E-3308-0C4B-BBA0-AD5D3F8EAC40}" srcOrd="1" destOrd="0" parTransId="{3EDE7B17-E31D-F542-8B90-E58C56756DB7}" sibTransId="{A671B687-2909-6E40-8504-A26EC8183FED}"/>
    <dgm:cxn modelId="{D083B818-F83A-794F-91A1-B2CE5DDD754A}" type="presOf" srcId="{FCB672BD-6B15-5A42-BC3D-B6E174A49DC5}" destId="{31960F03-EDCA-8748-B41F-0C34EF6988CC}" srcOrd="0" destOrd="0" presId="urn:microsoft.com/office/officeart/2005/8/layout/vList2"/>
    <dgm:cxn modelId="{895AF923-6D9F-B241-9683-33BD89A20B24}" type="presOf" srcId="{DC8C4CBA-664E-9B46-89DF-101A521CCDE9}" destId="{E40B39FC-EE0D-784C-A01A-5681D1E23909}" srcOrd="0" destOrd="2" presId="urn:microsoft.com/office/officeart/2005/8/layout/vList2"/>
    <dgm:cxn modelId="{258CF239-4997-9A4E-B571-504394238A44}" srcId="{5DE58ED4-0964-324F-919A-34EFFE8A21B4}" destId="{34F97794-B25F-4C41-9D12-8214AE7BD46F}" srcOrd="1" destOrd="0" parTransId="{3A218C2F-8C4D-F645-999A-695A7D7A898C}" sibTransId="{1E09166C-4379-B445-AEA3-3A8EB8F137C3}"/>
    <dgm:cxn modelId="{A7312144-CCC3-D643-B514-DD9D8DB94C5A}" type="presOf" srcId="{6B88998D-D47F-0540-8000-C13F330A48E7}" destId="{B70142EB-9C4B-6948-8AED-AF4CE75F1EDA}" srcOrd="0" destOrd="0" presId="urn:microsoft.com/office/officeart/2005/8/layout/vList2"/>
    <dgm:cxn modelId="{AB99966C-A679-F242-8EEF-E361E4098234}" type="presOf" srcId="{3FDBE30E-3308-0C4B-BBA0-AD5D3F8EAC40}" destId="{60669C71-50A6-5549-8D43-B4D92557166D}" srcOrd="0" destOrd="1" presId="urn:microsoft.com/office/officeart/2005/8/layout/vList2"/>
    <dgm:cxn modelId="{6B6F9B52-6EBB-B347-9FA6-F965D57053DB}" srcId="{6B88998D-D47F-0540-8000-C13F330A48E7}" destId="{5DE58ED4-0964-324F-919A-34EFFE8A21B4}" srcOrd="1" destOrd="0" parTransId="{43005924-B2FF-5C46-9831-E11E3AFA40F8}" sibTransId="{2F349A7D-810C-CF47-90B3-3EE3997F09EF}"/>
    <dgm:cxn modelId="{98759073-FBFA-6D4C-BD65-2A0CF6648AE3}" type="presOf" srcId="{5B0928BB-FD54-5740-A8A6-BEB01986A4FF}" destId="{E40B39FC-EE0D-784C-A01A-5681D1E23909}" srcOrd="0" destOrd="0" presId="urn:microsoft.com/office/officeart/2005/8/layout/vList2"/>
    <dgm:cxn modelId="{B084CE74-CCB2-264F-8EB1-07EA350C978C}" type="presOf" srcId="{5DE58ED4-0964-324F-919A-34EFFE8A21B4}" destId="{EECA1152-9A59-5148-8C69-4A7DF7A45FB4}" srcOrd="0" destOrd="0" presId="urn:microsoft.com/office/officeart/2005/8/layout/vList2"/>
    <dgm:cxn modelId="{632CBBA6-44F7-F448-A18A-C79625F30CB5}" srcId="{FCB672BD-6B15-5A42-BC3D-B6E174A49DC5}" destId="{E46435BF-779E-ED47-95AB-6653736CEAE2}" srcOrd="0" destOrd="0" parTransId="{B3F82872-8063-EC40-898A-866DE7E20FD6}" sibTransId="{FC06ECA1-325D-C64D-8BDF-49B782D91118}"/>
    <dgm:cxn modelId="{F3F825BD-4204-AF4D-9FC2-814F49C8941D}" srcId="{5DE58ED4-0964-324F-919A-34EFFE8A21B4}" destId="{5B0928BB-FD54-5740-A8A6-BEB01986A4FF}" srcOrd="0" destOrd="0" parTransId="{F2534421-30DF-994B-82EB-D58EBE398977}" sibTransId="{00003FE1-C09E-814E-8587-9DD5C485D3FD}"/>
    <dgm:cxn modelId="{8AF90ACC-6AB8-3A41-900D-C224C2422774}" srcId="{6B88998D-D47F-0540-8000-C13F330A48E7}" destId="{FCB672BD-6B15-5A42-BC3D-B6E174A49DC5}" srcOrd="0" destOrd="0" parTransId="{A7661B1B-0F15-F647-8CC6-46F734CC91C2}" sibTransId="{3C23AF72-3DA2-4F4E-9C1E-8650B1CB8EBE}"/>
    <dgm:cxn modelId="{6BA359E7-1949-FA40-8496-18EA4EB09353}" srcId="{5DE58ED4-0964-324F-919A-34EFFE8A21B4}" destId="{DC8C4CBA-664E-9B46-89DF-101A521CCDE9}" srcOrd="2" destOrd="0" parTransId="{ECC3FC75-D19D-F544-8DB1-97880DE315AD}" sibTransId="{86FA5920-F9CA-0A44-A8CA-D75C689C1C28}"/>
    <dgm:cxn modelId="{1CAD1B69-316D-7E44-A037-5AEC264B392C}" type="presParOf" srcId="{B70142EB-9C4B-6948-8AED-AF4CE75F1EDA}" destId="{31960F03-EDCA-8748-B41F-0C34EF6988CC}" srcOrd="0" destOrd="0" presId="urn:microsoft.com/office/officeart/2005/8/layout/vList2"/>
    <dgm:cxn modelId="{2ED4EF8B-5BE2-2941-B632-FC9A17C6BCE7}" type="presParOf" srcId="{B70142EB-9C4B-6948-8AED-AF4CE75F1EDA}" destId="{60669C71-50A6-5549-8D43-B4D92557166D}" srcOrd="1" destOrd="0" presId="urn:microsoft.com/office/officeart/2005/8/layout/vList2"/>
    <dgm:cxn modelId="{DE021CB0-770D-E241-A4A2-4402915A0EC2}" type="presParOf" srcId="{B70142EB-9C4B-6948-8AED-AF4CE75F1EDA}" destId="{EECA1152-9A59-5148-8C69-4A7DF7A45FB4}" srcOrd="2" destOrd="0" presId="urn:microsoft.com/office/officeart/2005/8/layout/vList2"/>
    <dgm:cxn modelId="{43E3468C-0D5F-8748-967D-F57DCCA62B51}" type="presParOf" srcId="{B70142EB-9C4B-6948-8AED-AF4CE75F1EDA}" destId="{E40B39FC-EE0D-784C-A01A-5681D1E2390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3214475-5C7B-DA4A-9706-650D89B9EF27}" type="doc">
      <dgm:prSet loTypeId="urn:microsoft.com/office/officeart/2005/8/layout/vList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DE8A00B-F58F-CC46-BC1D-8DA8B7CC2188}">
      <dgm:prSet phldrT="[Text]"/>
      <dgm:spPr/>
      <dgm:t>
        <a:bodyPr/>
        <a:lstStyle/>
        <a:p>
          <a:r>
            <a:rPr lang="de-DE" dirty="0"/>
            <a:t>GET</a:t>
          </a:r>
        </a:p>
      </dgm:t>
    </dgm:pt>
    <dgm:pt modelId="{2C6900E7-C68E-2640-8853-90296530721A}" type="parTrans" cxnId="{8FCB625C-45BC-B845-9FD0-655FCB7DCC53}">
      <dgm:prSet/>
      <dgm:spPr/>
      <dgm:t>
        <a:bodyPr/>
        <a:lstStyle/>
        <a:p>
          <a:endParaRPr lang="de-DE"/>
        </a:p>
      </dgm:t>
    </dgm:pt>
    <dgm:pt modelId="{5B9671A7-F8F4-EB46-8D8A-EB57D8F4FD99}" type="sibTrans" cxnId="{8FCB625C-45BC-B845-9FD0-655FCB7DCC53}">
      <dgm:prSet/>
      <dgm:spPr/>
      <dgm:t>
        <a:bodyPr/>
        <a:lstStyle/>
        <a:p>
          <a:endParaRPr lang="de-DE"/>
        </a:p>
      </dgm:t>
    </dgm:pt>
    <dgm:pt modelId="{A2212BDC-9494-9B48-BD0E-EEC1C60C06F0}">
      <dgm:prSet phldrT="[Text]"/>
      <dgm:spPr/>
      <dgm:t>
        <a:bodyPr/>
        <a:lstStyle/>
        <a:p>
          <a:r>
            <a:rPr lang="de-DE" dirty="0"/>
            <a:t>Liefert die Ressource</a:t>
          </a:r>
        </a:p>
      </dgm:t>
    </dgm:pt>
    <dgm:pt modelId="{5304766A-C610-154D-862A-C299D0549D06}" type="parTrans" cxnId="{CA9F884C-D866-B049-AA8F-8CFD52021B3F}">
      <dgm:prSet/>
      <dgm:spPr/>
      <dgm:t>
        <a:bodyPr/>
        <a:lstStyle/>
        <a:p>
          <a:endParaRPr lang="de-DE"/>
        </a:p>
      </dgm:t>
    </dgm:pt>
    <dgm:pt modelId="{81BBC4D3-519F-B342-A7D3-6C284FDA1454}" type="sibTrans" cxnId="{CA9F884C-D866-B049-AA8F-8CFD52021B3F}">
      <dgm:prSet/>
      <dgm:spPr/>
      <dgm:t>
        <a:bodyPr/>
        <a:lstStyle/>
        <a:p>
          <a:endParaRPr lang="de-DE"/>
        </a:p>
      </dgm:t>
    </dgm:pt>
    <dgm:pt modelId="{75FA42B1-C87A-5240-8B88-5A90F6796022}">
      <dgm:prSet phldrT="[Text]"/>
      <dgm:spPr/>
      <dgm:t>
        <a:bodyPr/>
        <a:lstStyle/>
        <a:p>
          <a:r>
            <a:rPr lang="de-DE" dirty="0"/>
            <a:t>DELETE</a:t>
          </a:r>
        </a:p>
      </dgm:t>
    </dgm:pt>
    <dgm:pt modelId="{CF2BF1D2-FFA4-FD45-A6F9-D54C66A5512F}" type="parTrans" cxnId="{7FE9A0E8-C36F-FA41-A1BC-082FD373305A}">
      <dgm:prSet/>
      <dgm:spPr/>
      <dgm:t>
        <a:bodyPr/>
        <a:lstStyle/>
        <a:p>
          <a:endParaRPr lang="de-DE"/>
        </a:p>
      </dgm:t>
    </dgm:pt>
    <dgm:pt modelId="{78674555-BA95-E947-923D-3C94D1CBE343}" type="sibTrans" cxnId="{7FE9A0E8-C36F-FA41-A1BC-082FD373305A}">
      <dgm:prSet/>
      <dgm:spPr/>
      <dgm:t>
        <a:bodyPr/>
        <a:lstStyle/>
        <a:p>
          <a:endParaRPr lang="de-DE"/>
        </a:p>
      </dgm:t>
    </dgm:pt>
    <dgm:pt modelId="{C86C270E-A275-664B-9FBA-6F184667EA41}">
      <dgm:prSet phldrT="[Text]"/>
      <dgm:spPr/>
      <dgm:t>
        <a:bodyPr/>
        <a:lstStyle/>
        <a:p>
          <a:r>
            <a:rPr lang="de-DE" dirty="0"/>
            <a:t>Löscht die Ressource</a:t>
          </a:r>
        </a:p>
      </dgm:t>
    </dgm:pt>
    <dgm:pt modelId="{0EECEB29-A697-CF44-BA0B-4F32833C7697}" type="parTrans" cxnId="{46759847-2FF0-8A4C-810D-7189A3A15DE0}">
      <dgm:prSet/>
      <dgm:spPr/>
      <dgm:t>
        <a:bodyPr/>
        <a:lstStyle/>
        <a:p>
          <a:endParaRPr lang="de-DE"/>
        </a:p>
      </dgm:t>
    </dgm:pt>
    <dgm:pt modelId="{23D26F5F-C59C-0B4B-9AFD-843FC0A713EE}" type="sibTrans" cxnId="{46759847-2FF0-8A4C-810D-7189A3A15DE0}">
      <dgm:prSet/>
      <dgm:spPr/>
      <dgm:t>
        <a:bodyPr/>
        <a:lstStyle/>
        <a:p>
          <a:endParaRPr lang="de-DE"/>
        </a:p>
      </dgm:t>
    </dgm:pt>
    <dgm:pt modelId="{93FD0080-381F-774A-B894-25EEA44D7897}">
      <dgm:prSet phldrT="[Text]"/>
      <dgm:spPr/>
      <dgm:t>
        <a:bodyPr/>
        <a:lstStyle/>
        <a:p>
          <a:r>
            <a:rPr lang="de-DE" dirty="0"/>
            <a:t>PUT</a:t>
          </a:r>
        </a:p>
      </dgm:t>
    </dgm:pt>
    <dgm:pt modelId="{7782D05B-F7F8-B347-99B2-36CC95DCD9A0}" type="parTrans" cxnId="{8CB096CA-840D-6745-BDFC-9F06494CBCD9}">
      <dgm:prSet/>
      <dgm:spPr/>
      <dgm:t>
        <a:bodyPr/>
        <a:lstStyle/>
        <a:p>
          <a:endParaRPr lang="de-DE"/>
        </a:p>
      </dgm:t>
    </dgm:pt>
    <dgm:pt modelId="{B527714B-B23C-9041-8234-196625E5C296}" type="sibTrans" cxnId="{8CB096CA-840D-6745-BDFC-9F06494CBCD9}">
      <dgm:prSet/>
      <dgm:spPr/>
      <dgm:t>
        <a:bodyPr/>
        <a:lstStyle/>
        <a:p>
          <a:endParaRPr lang="de-DE"/>
        </a:p>
      </dgm:t>
    </dgm:pt>
    <dgm:pt modelId="{8DE5A9C8-B3C0-5141-BA4D-280D08E48232}">
      <dgm:prSet phldrT="[Text]"/>
      <dgm:spPr/>
      <dgm:t>
        <a:bodyPr/>
        <a:lstStyle/>
        <a:p>
          <a:r>
            <a:rPr lang="de-DE" dirty="0"/>
            <a:t>Erzeugt aktualisiert die Ressource</a:t>
          </a:r>
        </a:p>
      </dgm:t>
    </dgm:pt>
    <dgm:pt modelId="{51F74DAE-9215-B04B-BE75-A346BDB34E7B}" type="parTrans" cxnId="{5DC1C7B8-883A-ED46-8CB2-371597A5DC58}">
      <dgm:prSet/>
      <dgm:spPr/>
      <dgm:t>
        <a:bodyPr/>
        <a:lstStyle/>
        <a:p>
          <a:endParaRPr lang="de-DE"/>
        </a:p>
      </dgm:t>
    </dgm:pt>
    <dgm:pt modelId="{A67CD1AC-462F-EC44-AE1C-FADF051BA895}" type="sibTrans" cxnId="{5DC1C7B8-883A-ED46-8CB2-371597A5DC58}">
      <dgm:prSet/>
      <dgm:spPr/>
      <dgm:t>
        <a:bodyPr/>
        <a:lstStyle/>
        <a:p>
          <a:endParaRPr lang="de-DE"/>
        </a:p>
      </dgm:t>
    </dgm:pt>
    <dgm:pt modelId="{E7B72F6F-AB97-514C-B817-269812FE9ADD}">
      <dgm:prSet phldrT="[Text]"/>
      <dgm:spPr/>
      <dgm:t>
        <a:bodyPr/>
        <a:lstStyle/>
        <a:p>
          <a:r>
            <a:rPr lang="de-DE" dirty="0"/>
            <a:t>POST</a:t>
          </a:r>
        </a:p>
      </dgm:t>
    </dgm:pt>
    <dgm:pt modelId="{C378D97D-B355-6542-AD01-D84E07BD5AEA}" type="parTrans" cxnId="{B0BF7B01-1D75-4E45-9955-5E7289285F65}">
      <dgm:prSet/>
      <dgm:spPr/>
      <dgm:t>
        <a:bodyPr/>
        <a:lstStyle/>
        <a:p>
          <a:endParaRPr lang="de-DE"/>
        </a:p>
      </dgm:t>
    </dgm:pt>
    <dgm:pt modelId="{97A6A562-EEF8-A442-9B60-AECE1870A63E}" type="sibTrans" cxnId="{B0BF7B01-1D75-4E45-9955-5E7289285F65}">
      <dgm:prSet/>
      <dgm:spPr/>
      <dgm:t>
        <a:bodyPr/>
        <a:lstStyle/>
        <a:p>
          <a:endParaRPr lang="de-DE"/>
        </a:p>
      </dgm:t>
    </dgm:pt>
    <dgm:pt modelId="{A7E8A067-AE12-BF47-A225-F604E15492CD}">
      <dgm:prSet phldrT="[Text]"/>
      <dgm:spPr/>
      <dgm:t>
        <a:bodyPr/>
        <a:lstStyle/>
        <a:p>
          <a:r>
            <a:rPr lang="de-DE" dirty="0"/>
            <a:t>Client spezifiziert </a:t>
          </a:r>
          <a:r>
            <a:rPr lang="de-DE" dirty="0" err="1"/>
            <a:t>resourceIdentifier</a:t>
          </a:r>
          <a:endParaRPr lang="de-DE" dirty="0"/>
        </a:p>
      </dgm:t>
    </dgm:pt>
    <dgm:pt modelId="{DA8DA68A-B0B9-D24D-B376-1B34572AD74A}" type="parTrans" cxnId="{D68133BC-E6E1-9B41-BD1F-92BD1AFA08D6}">
      <dgm:prSet/>
      <dgm:spPr/>
      <dgm:t>
        <a:bodyPr/>
        <a:lstStyle/>
        <a:p>
          <a:endParaRPr lang="de-DE"/>
        </a:p>
      </dgm:t>
    </dgm:pt>
    <dgm:pt modelId="{2465C227-2837-5144-85E2-787958CCE8C5}" type="sibTrans" cxnId="{D68133BC-E6E1-9B41-BD1F-92BD1AFA08D6}">
      <dgm:prSet/>
      <dgm:spPr/>
      <dgm:t>
        <a:bodyPr/>
        <a:lstStyle/>
        <a:p>
          <a:endParaRPr lang="de-DE"/>
        </a:p>
      </dgm:t>
    </dgm:pt>
    <dgm:pt modelId="{BF133D6B-D71B-2C49-92D0-4D4DB11832E1}">
      <dgm:prSet phldrT="[Text]"/>
      <dgm:spPr/>
      <dgm:t>
        <a:bodyPr/>
        <a:lstStyle/>
        <a:p>
          <a:r>
            <a:rPr lang="de-DE" dirty="0"/>
            <a:t>PUT /</a:t>
          </a:r>
          <a:r>
            <a:rPr lang="de-DE" dirty="0" err="1"/>
            <a:t>resources</a:t>
          </a:r>
          <a:r>
            <a:rPr lang="de-DE" dirty="0"/>
            <a:t>/&lt;</a:t>
          </a:r>
          <a:r>
            <a:rPr lang="de-DE" dirty="0" err="1"/>
            <a:t>newResourceId</a:t>
          </a:r>
          <a:r>
            <a:rPr lang="de-DE" dirty="0"/>
            <a:t>&gt; HTTP/1.1 </a:t>
          </a:r>
        </a:p>
      </dgm:t>
    </dgm:pt>
    <dgm:pt modelId="{C40F71F0-A212-6641-BA4B-82E324BB4668}" type="parTrans" cxnId="{90947023-0C37-4142-BC32-521E9C85DA2A}">
      <dgm:prSet/>
      <dgm:spPr/>
      <dgm:t>
        <a:bodyPr/>
        <a:lstStyle/>
        <a:p>
          <a:endParaRPr lang="de-DE"/>
        </a:p>
      </dgm:t>
    </dgm:pt>
    <dgm:pt modelId="{3D3F938F-28CE-2D42-AAF7-1FEE49A31545}" type="sibTrans" cxnId="{90947023-0C37-4142-BC32-521E9C85DA2A}">
      <dgm:prSet/>
      <dgm:spPr/>
      <dgm:t>
        <a:bodyPr/>
        <a:lstStyle/>
        <a:p>
          <a:endParaRPr lang="de-DE"/>
        </a:p>
      </dgm:t>
    </dgm:pt>
    <dgm:pt modelId="{6C2F0DAA-C708-FC41-9728-E625A93790A9}">
      <dgm:prSet phldrT="[Text]"/>
      <dgm:spPr/>
      <dgm:t>
        <a:bodyPr/>
        <a:lstStyle/>
        <a:p>
          <a:r>
            <a:rPr lang="de-DE" dirty="0"/>
            <a:t>Erzeugt ein neues Objekt unterhalb (</a:t>
          </a:r>
          <a:r>
            <a:rPr lang="de-DE" dirty="0" err="1"/>
            <a:t>Collection</a:t>
          </a:r>
          <a:r>
            <a:rPr lang="de-DE" dirty="0"/>
            <a:t>) der spezifizierten Ressource</a:t>
          </a:r>
        </a:p>
      </dgm:t>
    </dgm:pt>
    <dgm:pt modelId="{D8E40C63-464B-144A-A307-8AF9A045C886}" type="parTrans" cxnId="{8D2B5841-FBBB-5B48-A14C-2535BBBD6176}">
      <dgm:prSet/>
      <dgm:spPr/>
      <dgm:t>
        <a:bodyPr/>
        <a:lstStyle/>
        <a:p>
          <a:endParaRPr lang="de-DE"/>
        </a:p>
      </dgm:t>
    </dgm:pt>
    <dgm:pt modelId="{08873726-1389-FD43-80F1-A6D4667F447B}" type="sibTrans" cxnId="{8D2B5841-FBBB-5B48-A14C-2535BBBD6176}">
      <dgm:prSet/>
      <dgm:spPr/>
      <dgm:t>
        <a:bodyPr/>
        <a:lstStyle/>
        <a:p>
          <a:endParaRPr lang="de-DE"/>
        </a:p>
      </dgm:t>
    </dgm:pt>
    <dgm:pt modelId="{2876A86F-5A1D-B748-B818-9B766E2D7EFB}">
      <dgm:prSet phldrT="[Text]"/>
      <dgm:spPr/>
      <dgm:t>
        <a:bodyPr/>
        <a:lstStyle/>
        <a:p>
          <a:r>
            <a:rPr lang="de-DE" dirty="0"/>
            <a:t>POST /</a:t>
          </a:r>
          <a:r>
            <a:rPr lang="de-DE" dirty="0" err="1"/>
            <a:t>resources</a:t>
          </a:r>
          <a:r>
            <a:rPr lang="de-DE" dirty="0"/>
            <a:t> HTTP/1.1</a:t>
          </a:r>
        </a:p>
      </dgm:t>
    </dgm:pt>
    <dgm:pt modelId="{D2233247-435E-AC4E-8B98-85FD8F9AC1EF}" type="parTrans" cxnId="{682FA2EE-3104-E447-9F9C-6F26D1CA0E50}">
      <dgm:prSet/>
      <dgm:spPr/>
      <dgm:t>
        <a:bodyPr/>
        <a:lstStyle/>
        <a:p>
          <a:endParaRPr lang="de-DE"/>
        </a:p>
      </dgm:t>
    </dgm:pt>
    <dgm:pt modelId="{30109A55-1CE1-514F-B1EF-08E14322742D}" type="sibTrans" cxnId="{682FA2EE-3104-E447-9F9C-6F26D1CA0E50}">
      <dgm:prSet/>
      <dgm:spPr/>
      <dgm:t>
        <a:bodyPr/>
        <a:lstStyle/>
        <a:p>
          <a:endParaRPr lang="de-DE"/>
        </a:p>
      </dgm:t>
    </dgm:pt>
    <dgm:pt modelId="{3B238920-7CFE-1148-9019-FE2C85B9517A}" type="pres">
      <dgm:prSet presAssocID="{E3214475-5C7B-DA4A-9706-650D89B9EF27}" presName="Name0" presStyleCnt="0">
        <dgm:presLayoutVars>
          <dgm:dir/>
          <dgm:animLvl val="lvl"/>
          <dgm:resizeHandles val="exact"/>
        </dgm:presLayoutVars>
      </dgm:prSet>
      <dgm:spPr/>
    </dgm:pt>
    <dgm:pt modelId="{40C0C07A-4553-BD43-9C9A-C02C524EB72B}" type="pres">
      <dgm:prSet presAssocID="{3DE8A00B-F58F-CC46-BC1D-8DA8B7CC2188}" presName="linNode" presStyleCnt="0"/>
      <dgm:spPr/>
    </dgm:pt>
    <dgm:pt modelId="{1F1D7829-A817-8440-A1B0-4B71A7BF8537}" type="pres">
      <dgm:prSet presAssocID="{3DE8A00B-F58F-CC46-BC1D-8DA8B7CC218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99F004E1-655F-3647-9990-F6AAB2427B86}" type="pres">
      <dgm:prSet presAssocID="{3DE8A00B-F58F-CC46-BC1D-8DA8B7CC2188}" presName="descendantText" presStyleLbl="alignAccFollowNode1" presStyleIdx="0" presStyleCnt="4">
        <dgm:presLayoutVars>
          <dgm:bulletEnabled val="1"/>
        </dgm:presLayoutVars>
      </dgm:prSet>
      <dgm:spPr/>
    </dgm:pt>
    <dgm:pt modelId="{B420851E-7E8C-9E46-9D35-2049CA9C859C}" type="pres">
      <dgm:prSet presAssocID="{5B9671A7-F8F4-EB46-8D8A-EB57D8F4FD99}" presName="sp" presStyleCnt="0"/>
      <dgm:spPr/>
    </dgm:pt>
    <dgm:pt modelId="{AF07EB46-6F86-6740-BA72-ECBA46584F41}" type="pres">
      <dgm:prSet presAssocID="{75FA42B1-C87A-5240-8B88-5A90F6796022}" presName="linNode" presStyleCnt="0"/>
      <dgm:spPr/>
    </dgm:pt>
    <dgm:pt modelId="{F14CD864-DFCF-D843-9825-D32FA4D9A07D}" type="pres">
      <dgm:prSet presAssocID="{75FA42B1-C87A-5240-8B88-5A90F6796022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2DD22C4-3AC9-074B-B695-349CAEF10B59}" type="pres">
      <dgm:prSet presAssocID="{75FA42B1-C87A-5240-8B88-5A90F6796022}" presName="descendantText" presStyleLbl="alignAccFollowNode1" presStyleIdx="1" presStyleCnt="4">
        <dgm:presLayoutVars>
          <dgm:bulletEnabled val="1"/>
        </dgm:presLayoutVars>
      </dgm:prSet>
      <dgm:spPr/>
    </dgm:pt>
    <dgm:pt modelId="{5A371509-42E3-B140-A511-704F56F607AF}" type="pres">
      <dgm:prSet presAssocID="{78674555-BA95-E947-923D-3C94D1CBE343}" presName="sp" presStyleCnt="0"/>
      <dgm:spPr/>
    </dgm:pt>
    <dgm:pt modelId="{FC415450-8F32-6644-AF3D-134CA74835E4}" type="pres">
      <dgm:prSet presAssocID="{93FD0080-381F-774A-B894-25EEA44D7897}" presName="linNode" presStyleCnt="0"/>
      <dgm:spPr/>
    </dgm:pt>
    <dgm:pt modelId="{8921904E-BD22-9940-BE0F-A550A8A2EB25}" type="pres">
      <dgm:prSet presAssocID="{93FD0080-381F-774A-B894-25EEA44D7897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10C71567-6777-7946-8431-B7402FFE49C8}" type="pres">
      <dgm:prSet presAssocID="{93FD0080-381F-774A-B894-25EEA44D7897}" presName="descendantText" presStyleLbl="alignAccFollowNode1" presStyleIdx="2" presStyleCnt="4">
        <dgm:presLayoutVars>
          <dgm:bulletEnabled val="1"/>
        </dgm:presLayoutVars>
      </dgm:prSet>
      <dgm:spPr/>
    </dgm:pt>
    <dgm:pt modelId="{9432972E-D29B-694B-9208-C8082ED8D51A}" type="pres">
      <dgm:prSet presAssocID="{B527714B-B23C-9041-8234-196625E5C296}" presName="sp" presStyleCnt="0"/>
      <dgm:spPr/>
    </dgm:pt>
    <dgm:pt modelId="{8B3EEB31-F841-9545-9EA9-E99BA1A77D4D}" type="pres">
      <dgm:prSet presAssocID="{E7B72F6F-AB97-514C-B817-269812FE9ADD}" presName="linNode" presStyleCnt="0"/>
      <dgm:spPr/>
    </dgm:pt>
    <dgm:pt modelId="{0BEFE39D-035F-6F43-B431-E59A9CFBC005}" type="pres">
      <dgm:prSet presAssocID="{E7B72F6F-AB97-514C-B817-269812FE9ADD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ADB2FBED-06C8-0B47-813E-35C13DF85EC7}" type="pres">
      <dgm:prSet presAssocID="{E7B72F6F-AB97-514C-B817-269812FE9ADD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B0BF7B01-1D75-4E45-9955-5E7289285F65}" srcId="{E3214475-5C7B-DA4A-9706-650D89B9EF27}" destId="{E7B72F6F-AB97-514C-B817-269812FE9ADD}" srcOrd="3" destOrd="0" parTransId="{C378D97D-B355-6542-AD01-D84E07BD5AEA}" sibTransId="{97A6A562-EEF8-A442-9B60-AECE1870A63E}"/>
    <dgm:cxn modelId="{1B16D422-F2EC-214C-9755-6122D8FED51F}" type="presOf" srcId="{E7B72F6F-AB97-514C-B817-269812FE9ADD}" destId="{0BEFE39D-035F-6F43-B431-E59A9CFBC005}" srcOrd="0" destOrd="0" presId="urn:microsoft.com/office/officeart/2005/8/layout/vList5"/>
    <dgm:cxn modelId="{90947023-0C37-4142-BC32-521E9C85DA2A}" srcId="{93FD0080-381F-774A-B894-25EEA44D7897}" destId="{BF133D6B-D71B-2C49-92D0-4D4DB11832E1}" srcOrd="2" destOrd="0" parTransId="{C40F71F0-A212-6641-BA4B-82E324BB4668}" sibTransId="{3D3F938F-28CE-2D42-AAF7-1FEE49A31545}"/>
    <dgm:cxn modelId="{6F45FE2F-1751-B04B-B580-5C80008BB0CA}" type="presOf" srcId="{75FA42B1-C87A-5240-8B88-5A90F6796022}" destId="{F14CD864-DFCF-D843-9825-D32FA4D9A07D}" srcOrd="0" destOrd="0" presId="urn:microsoft.com/office/officeart/2005/8/layout/vList5"/>
    <dgm:cxn modelId="{8FCB625C-45BC-B845-9FD0-655FCB7DCC53}" srcId="{E3214475-5C7B-DA4A-9706-650D89B9EF27}" destId="{3DE8A00B-F58F-CC46-BC1D-8DA8B7CC2188}" srcOrd="0" destOrd="0" parTransId="{2C6900E7-C68E-2640-8853-90296530721A}" sibTransId="{5B9671A7-F8F4-EB46-8D8A-EB57D8F4FD99}"/>
    <dgm:cxn modelId="{7EAAF85F-901F-2044-892D-CA0B8BD06015}" type="presOf" srcId="{A2212BDC-9494-9B48-BD0E-EEC1C60C06F0}" destId="{99F004E1-655F-3647-9990-F6AAB2427B86}" srcOrd="0" destOrd="0" presId="urn:microsoft.com/office/officeart/2005/8/layout/vList5"/>
    <dgm:cxn modelId="{8D2B5841-FBBB-5B48-A14C-2535BBBD6176}" srcId="{E7B72F6F-AB97-514C-B817-269812FE9ADD}" destId="{6C2F0DAA-C708-FC41-9728-E625A93790A9}" srcOrd="0" destOrd="0" parTransId="{D8E40C63-464B-144A-A307-8AF9A045C886}" sibTransId="{08873726-1389-FD43-80F1-A6D4667F447B}"/>
    <dgm:cxn modelId="{9BCA2745-DB1B-1544-A9CB-077FA8C21AB5}" type="presOf" srcId="{2876A86F-5A1D-B748-B818-9B766E2D7EFB}" destId="{ADB2FBED-06C8-0B47-813E-35C13DF85EC7}" srcOrd="0" destOrd="1" presId="urn:microsoft.com/office/officeart/2005/8/layout/vList5"/>
    <dgm:cxn modelId="{145B6A47-0C76-1247-9F2B-EB03AE384B2B}" type="presOf" srcId="{BF133D6B-D71B-2C49-92D0-4D4DB11832E1}" destId="{10C71567-6777-7946-8431-B7402FFE49C8}" srcOrd="0" destOrd="2" presId="urn:microsoft.com/office/officeart/2005/8/layout/vList5"/>
    <dgm:cxn modelId="{46759847-2FF0-8A4C-810D-7189A3A15DE0}" srcId="{75FA42B1-C87A-5240-8B88-5A90F6796022}" destId="{C86C270E-A275-664B-9FBA-6F184667EA41}" srcOrd="0" destOrd="0" parTransId="{0EECEB29-A697-CF44-BA0B-4F32833C7697}" sibTransId="{23D26F5F-C59C-0B4B-9AFD-843FC0A713EE}"/>
    <dgm:cxn modelId="{CA9F884C-D866-B049-AA8F-8CFD52021B3F}" srcId="{3DE8A00B-F58F-CC46-BC1D-8DA8B7CC2188}" destId="{A2212BDC-9494-9B48-BD0E-EEC1C60C06F0}" srcOrd="0" destOrd="0" parTransId="{5304766A-C610-154D-862A-C299D0549D06}" sibTransId="{81BBC4D3-519F-B342-A7D3-6C284FDA1454}"/>
    <dgm:cxn modelId="{BC243284-7DA7-0A45-A3FC-4C6F578A46E6}" type="presOf" srcId="{93FD0080-381F-774A-B894-25EEA44D7897}" destId="{8921904E-BD22-9940-BE0F-A550A8A2EB25}" srcOrd="0" destOrd="0" presId="urn:microsoft.com/office/officeart/2005/8/layout/vList5"/>
    <dgm:cxn modelId="{A7546D8F-F5CC-DB4B-A61A-C457EFDA98D6}" type="presOf" srcId="{8DE5A9C8-B3C0-5141-BA4D-280D08E48232}" destId="{10C71567-6777-7946-8431-B7402FFE49C8}" srcOrd="0" destOrd="0" presId="urn:microsoft.com/office/officeart/2005/8/layout/vList5"/>
    <dgm:cxn modelId="{3A79CA97-E35C-EA4D-92DE-CDD34C492777}" type="presOf" srcId="{C86C270E-A275-664B-9FBA-6F184667EA41}" destId="{C2DD22C4-3AC9-074B-B695-349CAEF10B59}" srcOrd="0" destOrd="0" presId="urn:microsoft.com/office/officeart/2005/8/layout/vList5"/>
    <dgm:cxn modelId="{5DC1C7B8-883A-ED46-8CB2-371597A5DC58}" srcId="{93FD0080-381F-774A-B894-25EEA44D7897}" destId="{8DE5A9C8-B3C0-5141-BA4D-280D08E48232}" srcOrd="0" destOrd="0" parTransId="{51F74DAE-9215-B04B-BE75-A346BDB34E7B}" sibTransId="{A67CD1AC-462F-EC44-AE1C-FADF051BA895}"/>
    <dgm:cxn modelId="{D68133BC-E6E1-9B41-BD1F-92BD1AFA08D6}" srcId="{93FD0080-381F-774A-B894-25EEA44D7897}" destId="{A7E8A067-AE12-BF47-A225-F604E15492CD}" srcOrd="1" destOrd="0" parTransId="{DA8DA68A-B0B9-D24D-B376-1B34572AD74A}" sibTransId="{2465C227-2837-5144-85E2-787958CCE8C5}"/>
    <dgm:cxn modelId="{436FBFBE-803F-A54C-8CD4-3DB758FDDFD6}" type="presOf" srcId="{A7E8A067-AE12-BF47-A225-F604E15492CD}" destId="{10C71567-6777-7946-8431-B7402FFE49C8}" srcOrd="0" destOrd="1" presId="urn:microsoft.com/office/officeart/2005/8/layout/vList5"/>
    <dgm:cxn modelId="{8CB096CA-840D-6745-BDFC-9F06494CBCD9}" srcId="{E3214475-5C7B-DA4A-9706-650D89B9EF27}" destId="{93FD0080-381F-774A-B894-25EEA44D7897}" srcOrd="2" destOrd="0" parTransId="{7782D05B-F7F8-B347-99B2-36CC95DCD9A0}" sibTransId="{B527714B-B23C-9041-8234-196625E5C296}"/>
    <dgm:cxn modelId="{235A6ACD-F749-214E-8B5B-985DCAAC3EEB}" type="presOf" srcId="{E3214475-5C7B-DA4A-9706-650D89B9EF27}" destId="{3B238920-7CFE-1148-9019-FE2C85B9517A}" srcOrd="0" destOrd="0" presId="urn:microsoft.com/office/officeart/2005/8/layout/vList5"/>
    <dgm:cxn modelId="{6D63B3E6-4DAC-8D48-93B5-685E4B01ADA2}" type="presOf" srcId="{3DE8A00B-F58F-CC46-BC1D-8DA8B7CC2188}" destId="{1F1D7829-A817-8440-A1B0-4B71A7BF8537}" srcOrd="0" destOrd="0" presId="urn:microsoft.com/office/officeart/2005/8/layout/vList5"/>
    <dgm:cxn modelId="{7FE9A0E8-C36F-FA41-A1BC-082FD373305A}" srcId="{E3214475-5C7B-DA4A-9706-650D89B9EF27}" destId="{75FA42B1-C87A-5240-8B88-5A90F6796022}" srcOrd="1" destOrd="0" parTransId="{CF2BF1D2-FFA4-FD45-A6F9-D54C66A5512F}" sibTransId="{78674555-BA95-E947-923D-3C94D1CBE343}"/>
    <dgm:cxn modelId="{682FA2EE-3104-E447-9F9C-6F26D1CA0E50}" srcId="{E7B72F6F-AB97-514C-B817-269812FE9ADD}" destId="{2876A86F-5A1D-B748-B818-9B766E2D7EFB}" srcOrd="1" destOrd="0" parTransId="{D2233247-435E-AC4E-8B98-85FD8F9AC1EF}" sibTransId="{30109A55-1CE1-514F-B1EF-08E14322742D}"/>
    <dgm:cxn modelId="{0F6841FA-048E-0F4C-9ABA-0C454CFDDB04}" type="presOf" srcId="{6C2F0DAA-C708-FC41-9728-E625A93790A9}" destId="{ADB2FBED-06C8-0B47-813E-35C13DF85EC7}" srcOrd="0" destOrd="0" presId="urn:microsoft.com/office/officeart/2005/8/layout/vList5"/>
    <dgm:cxn modelId="{C606713B-4FA4-0E41-A622-C57BE974AA65}" type="presParOf" srcId="{3B238920-7CFE-1148-9019-FE2C85B9517A}" destId="{40C0C07A-4553-BD43-9C9A-C02C524EB72B}" srcOrd="0" destOrd="0" presId="urn:microsoft.com/office/officeart/2005/8/layout/vList5"/>
    <dgm:cxn modelId="{166DB6EB-98BE-FF47-AA14-69309C02CD40}" type="presParOf" srcId="{40C0C07A-4553-BD43-9C9A-C02C524EB72B}" destId="{1F1D7829-A817-8440-A1B0-4B71A7BF8537}" srcOrd="0" destOrd="0" presId="urn:microsoft.com/office/officeart/2005/8/layout/vList5"/>
    <dgm:cxn modelId="{4F19677E-3DE3-4441-87BE-0342A039E175}" type="presParOf" srcId="{40C0C07A-4553-BD43-9C9A-C02C524EB72B}" destId="{99F004E1-655F-3647-9990-F6AAB2427B86}" srcOrd="1" destOrd="0" presId="urn:microsoft.com/office/officeart/2005/8/layout/vList5"/>
    <dgm:cxn modelId="{BA389BA9-9D50-A040-A905-A8EB29BEA857}" type="presParOf" srcId="{3B238920-7CFE-1148-9019-FE2C85B9517A}" destId="{B420851E-7E8C-9E46-9D35-2049CA9C859C}" srcOrd="1" destOrd="0" presId="urn:microsoft.com/office/officeart/2005/8/layout/vList5"/>
    <dgm:cxn modelId="{FFA8DE60-E216-7C40-8658-0A1F591A38A6}" type="presParOf" srcId="{3B238920-7CFE-1148-9019-FE2C85B9517A}" destId="{AF07EB46-6F86-6740-BA72-ECBA46584F41}" srcOrd="2" destOrd="0" presId="urn:microsoft.com/office/officeart/2005/8/layout/vList5"/>
    <dgm:cxn modelId="{81D28840-042B-0943-9F7A-5324F3C882FF}" type="presParOf" srcId="{AF07EB46-6F86-6740-BA72-ECBA46584F41}" destId="{F14CD864-DFCF-D843-9825-D32FA4D9A07D}" srcOrd="0" destOrd="0" presId="urn:microsoft.com/office/officeart/2005/8/layout/vList5"/>
    <dgm:cxn modelId="{AB5D8A65-9E05-444C-8703-857688AC33EB}" type="presParOf" srcId="{AF07EB46-6F86-6740-BA72-ECBA46584F41}" destId="{C2DD22C4-3AC9-074B-B695-349CAEF10B59}" srcOrd="1" destOrd="0" presId="urn:microsoft.com/office/officeart/2005/8/layout/vList5"/>
    <dgm:cxn modelId="{653120C6-5B5C-F343-A340-D5316C1B923A}" type="presParOf" srcId="{3B238920-7CFE-1148-9019-FE2C85B9517A}" destId="{5A371509-42E3-B140-A511-704F56F607AF}" srcOrd="3" destOrd="0" presId="urn:microsoft.com/office/officeart/2005/8/layout/vList5"/>
    <dgm:cxn modelId="{891D3D0E-725F-874E-9729-3E74C43A7BF2}" type="presParOf" srcId="{3B238920-7CFE-1148-9019-FE2C85B9517A}" destId="{FC415450-8F32-6644-AF3D-134CA74835E4}" srcOrd="4" destOrd="0" presId="urn:microsoft.com/office/officeart/2005/8/layout/vList5"/>
    <dgm:cxn modelId="{8DD09BFF-7F62-F944-8A90-2E61862CFB37}" type="presParOf" srcId="{FC415450-8F32-6644-AF3D-134CA74835E4}" destId="{8921904E-BD22-9940-BE0F-A550A8A2EB25}" srcOrd="0" destOrd="0" presId="urn:microsoft.com/office/officeart/2005/8/layout/vList5"/>
    <dgm:cxn modelId="{7D1DFC22-27E4-7D44-9BBE-8A9F025C4EBE}" type="presParOf" srcId="{FC415450-8F32-6644-AF3D-134CA74835E4}" destId="{10C71567-6777-7946-8431-B7402FFE49C8}" srcOrd="1" destOrd="0" presId="urn:microsoft.com/office/officeart/2005/8/layout/vList5"/>
    <dgm:cxn modelId="{99EFF815-B9A9-A64F-8B37-811F6196C51A}" type="presParOf" srcId="{3B238920-7CFE-1148-9019-FE2C85B9517A}" destId="{9432972E-D29B-694B-9208-C8082ED8D51A}" srcOrd="5" destOrd="0" presId="urn:microsoft.com/office/officeart/2005/8/layout/vList5"/>
    <dgm:cxn modelId="{7FF5BE84-6F05-9B4C-B4C6-CFB6C1191628}" type="presParOf" srcId="{3B238920-7CFE-1148-9019-FE2C85B9517A}" destId="{8B3EEB31-F841-9545-9EA9-E99BA1A77D4D}" srcOrd="6" destOrd="0" presId="urn:microsoft.com/office/officeart/2005/8/layout/vList5"/>
    <dgm:cxn modelId="{D1A8993D-7E2E-8549-BB13-B7DC1549BEC6}" type="presParOf" srcId="{8B3EEB31-F841-9545-9EA9-E99BA1A77D4D}" destId="{0BEFE39D-035F-6F43-B431-E59A9CFBC005}" srcOrd="0" destOrd="0" presId="urn:microsoft.com/office/officeart/2005/8/layout/vList5"/>
    <dgm:cxn modelId="{DCA293E9-2E37-D741-9990-297B54F20B21}" type="presParOf" srcId="{8B3EEB31-F841-9545-9EA9-E99BA1A77D4D}" destId="{ADB2FBED-06C8-0B47-813E-35C13DF85EC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346E65F3-399C-4D6C-BBC7-8AC7921DEACF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A77B644-4CDF-41B8-81A6-5E5DEE15A8DD}">
      <dgm:prSet/>
      <dgm:spPr/>
      <dgm:t>
        <a:bodyPr/>
        <a:lstStyle/>
        <a:p>
          <a:r>
            <a:rPr lang="de-DE"/>
            <a:t>node –v</a:t>
          </a:r>
          <a:endParaRPr lang="en-US"/>
        </a:p>
      </dgm:t>
    </dgm:pt>
    <dgm:pt modelId="{492D8F12-A047-4733-B100-679D641E87C7}" type="parTrans" cxnId="{9DBB6E69-B489-4343-B38A-A2E19283FE1E}">
      <dgm:prSet/>
      <dgm:spPr/>
      <dgm:t>
        <a:bodyPr/>
        <a:lstStyle/>
        <a:p>
          <a:endParaRPr lang="en-US"/>
        </a:p>
      </dgm:t>
    </dgm:pt>
    <dgm:pt modelId="{CCD043C6-012F-4C55-A43F-BCD301C92322}" type="sibTrans" cxnId="{9DBB6E69-B489-4343-B38A-A2E19283FE1E}">
      <dgm:prSet/>
      <dgm:spPr/>
      <dgm:t>
        <a:bodyPr/>
        <a:lstStyle/>
        <a:p>
          <a:endParaRPr lang="en-US"/>
        </a:p>
      </dgm:t>
    </dgm:pt>
    <dgm:pt modelId="{2DFD091E-2F6F-449C-8263-B958452358AA}">
      <dgm:prSet/>
      <dgm:spPr/>
      <dgm:t>
        <a:bodyPr/>
        <a:lstStyle/>
        <a:p>
          <a:r>
            <a:rPr lang="de-DE"/>
            <a:t>Ausgabe der Versionsnummer</a:t>
          </a:r>
          <a:endParaRPr lang="en-US"/>
        </a:p>
      </dgm:t>
    </dgm:pt>
    <dgm:pt modelId="{E446B8F3-6A52-4D92-82F6-3558AD16068B}" type="parTrans" cxnId="{D5CEE61B-E4E5-474B-AEDC-3F35537D50B8}">
      <dgm:prSet/>
      <dgm:spPr/>
      <dgm:t>
        <a:bodyPr/>
        <a:lstStyle/>
        <a:p>
          <a:endParaRPr lang="en-US"/>
        </a:p>
      </dgm:t>
    </dgm:pt>
    <dgm:pt modelId="{0FC8C6DE-9910-4324-B0E6-17E7A78FA454}" type="sibTrans" cxnId="{D5CEE61B-E4E5-474B-AEDC-3F35537D50B8}">
      <dgm:prSet/>
      <dgm:spPr/>
      <dgm:t>
        <a:bodyPr/>
        <a:lstStyle/>
        <a:p>
          <a:endParaRPr lang="en-US"/>
        </a:p>
      </dgm:t>
    </dgm:pt>
    <dgm:pt modelId="{D0878A47-4E8C-4E60-9AB2-62A5387F9047}">
      <dgm:prSet/>
      <dgm:spPr/>
      <dgm:t>
        <a:bodyPr/>
        <a:lstStyle/>
        <a:p>
          <a:r>
            <a:rPr lang="de-DE"/>
            <a:t>node</a:t>
          </a:r>
          <a:endParaRPr lang="en-US"/>
        </a:p>
      </dgm:t>
    </dgm:pt>
    <dgm:pt modelId="{0AE987D3-0227-462B-9A8D-AAFA7E437BB6}" type="parTrans" cxnId="{5B34DF26-D705-44F0-94FC-6E0CADECC735}">
      <dgm:prSet/>
      <dgm:spPr/>
      <dgm:t>
        <a:bodyPr/>
        <a:lstStyle/>
        <a:p>
          <a:endParaRPr lang="en-US"/>
        </a:p>
      </dgm:t>
    </dgm:pt>
    <dgm:pt modelId="{D207F3C0-C4FD-4FAA-BDEE-F5EB17AA8F1D}" type="sibTrans" cxnId="{5B34DF26-D705-44F0-94FC-6E0CADECC735}">
      <dgm:prSet/>
      <dgm:spPr/>
      <dgm:t>
        <a:bodyPr/>
        <a:lstStyle/>
        <a:p>
          <a:endParaRPr lang="en-US"/>
        </a:p>
      </dgm:t>
    </dgm:pt>
    <dgm:pt modelId="{21ABDE45-0A3B-4375-B90B-4B2BCFF6B9A9}">
      <dgm:prSet/>
      <dgm:spPr/>
      <dgm:t>
        <a:bodyPr/>
        <a:lstStyle/>
        <a:p>
          <a:r>
            <a:rPr lang="de-DE"/>
            <a:t>Starten der REPL zur Eingabe von JavaScript-Befehlen</a:t>
          </a:r>
          <a:endParaRPr lang="en-US"/>
        </a:p>
      </dgm:t>
    </dgm:pt>
    <dgm:pt modelId="{2C288CF3-857B-449C-AB51-13955EBB07F4}" type="parTrans" cxnId="{38415DD0-0CA6-499D-BA90-D3E6BC44FCB8}">
      <dgm:prSet/>
      <dgm:spPr/>
      <dgm:t>
        <a:bodyPr/>
        <a:lstStyle/>
        <a:p>
          <a:endParaRPr lang="en-US"/>
        </a:p>
      </dgm:t>
    </dgm:pt>
    <dgm:pt modelId="{3067C6D3-5E8F-4AC9-8197-1FC3802775CE}" type="sibTrans" cxnId="{38415DD0-0CA6-499D-BA90-D3E6BC44FCB8}">
      <dgm:prSet/>
      <dgm:spPr/>
      <dgm:t>
        <a:bodyPr/>
        <a:lstStyle/>
        <a:p>
          <a:endParaRPr lang="en-US"/>
        </a:p>
      </dgm:t>
    </dgm:pt>
    <dgm:pt modelId="{4F51AE88-B3F6-481B-9C93-F8E1E0366FE6}">
      <dgm:prSet/>
      <dgm:spPr/>
      <dgm:t>
        <a:bodyPr/>
        <a:lstStyle/>
        <a:p>
          <a:r>
            <a:rPr lang="de-DE"/>
            <a:t>node programm.js</a:t>
          </a:r>
          <a:endParaRPr lang="en-US"/>
        </a:p>
      </dgm:t>
    </dgm:pt>
    <dgm:pt modelId="{8DC31336-EBC1-4D65-A7B8-05CFF8080265}" type="parTrans" cxnId="{A08654AA-9FD6-4F0B-8840-D7B672D7FC4B}">
      <dgm:prSet/>
      <dgm:spPr/>
      <dgm:t>
        <a:bodyPr/>
        <a:lstStyle/>
        <a:p>
          <a:endParaRPr lang="en-US"/>
        </a:p>
      </dgm:t>
    </dgm:pt>
    <dgm:pt modelId="{23F528A4-BD31-48F1-BDDD-22EAE513BBD6}" type="sibTrans" cxnId="{A08654AA-9FD6-4F0B-8840-D7B672D7FC4B}">
      <dgm:prSet/>
      <dgm:spPr/>
      <dgm:t>
        <a:bodyPr/>
        <a:lstStyle/>
        <a:p>
          <a:endParaRPr lang="en-US"/>
        </a:p>
      </dgm:t>
    </dgm:pt>
    <dgm:pt modelId="{B1EF4718-CBD4-474A-BEA6-BE58981C1FFD}">
      <dgm:prSet/>
      <dgm:spPr/>
      <dgm:t>
        <a:bodyPr/>
        <a:lstStyle/>
        <a:p>
          <a:r>
            <a:rPr lang="de-DE"/>
            <a:t>Ausführen  der Skript-Datei </a:t>
          </a:r>
          <a:r>
            <a:rPr lang="de-DE" i="1"/>
            <a:t>programm.js </a:t>
          </a:r>
          <a:r>
            <a:rPr lang="de-DE"/>
            <a:t> </a:t>
          </a:r>
          <a:endParaRPr lang="en-US"/>
        </a:p>
      </dgm:t>
    </dgm:pt>
    <dgm:pt modelId="{C4FEFE38-736D-4B3B-A0CF-444D2553F21C}" type="parTrans" cxnId="{9C338DB8-9FF2-49A8-8B49-99013CE82BD7}">
      <dgm:prSet/>
      <dgm:spPr/>
      <dgm:t>
        <a:bodyPr/>
        <a:lstStyle/>
        <a:p>
          <a:endParaRPr lang="en-US"/>
        </a:p>
      </dgm:t>
    </dgm:pt>
    <dgm:pt modelId="{CB12934E-442D-42D4-BAA0-910535FEF62D}" type="sibTrans" cxnId="{9C338DB8-9FF2-49A8-8B49-99013CE82BD7}">
      <dgm:prSet/>
      <dgm:spPr/>
      <dgm:t>
        <a:bodyPr/>
        <a:lstStyle/>
        <a:p>
          <a:endParaRPr lang="en-US"/>
        </a:p>
      </dgm:t>
    </dgm:pt>
    <dgm:pt modelId="{953A50D9-263B-614B-8AD4-2A70A1EE489F}" type="pres">
      <dgm:prSet presAssocID="{346E65F3-399C-4D6C-BBC7-8AC7921DEACF}" presName="linear" presStyleCnt="0">
        <dgm:presLayoutVars>
          <dgm:dir/>
          <dgm:animLvl val="lvl"/>
          <dgm:resizeHandles val="exact"/>
        </dgm:presLayoutVars>
      </dgm:prSet>
      <dgm:spPr/>
    </dgm:pt>
    <dgm:pt modelId="{44C2DF3D-56A3-AE4C-AE7C-39A2EADE5BCA}" type="pres">
      <dgm:prSet presAssocID="{6A77B644-4CDF-41B8-81A6-5E5DEE15A8DD}" presName="parentLin" presStyleCnt="0"/>
      <dgm:spPr/>
    </dgm:pt>
    <dgm:pt modelId="{33E811D0-4B84-A740-91B7-B6AABF82C0CB}" type="pres">
      <dgm:prSet presAssocID="{6A77B644-4CDF-41B8-81A6-5E5DEE15A8DD}" presName="parentLeftMargin" presStyleLbl="node1" presStyleIdx="0" presStyleCnt="3"/>
      <dgm:spPr/>
    </dgm:pt>
    <dgm:pt modelId="{1A7A9926-1BFE-DE44-B993-0CF46A5CEDEE}" type="pres">
      <dgm:prSet presAssocID="{6A77B644-4CDF-41B8-81A6-5E5DEE15A8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13D3243-15D9-5F4C-920E-24F948112711}" type="pres">
      <dgm:prSet presAssocID="{6A77B644-4CDF-41B8-81A6-5E5DEE15A8DD}" presName="negativeSpace" presStyleCnt="0"/>
      <dgm:spPr/>
    </dgm:pt>
    <dgm:pt modelId="{4A12C6BB-B581-A24C-A598-548E22C4160C}" type="pres">
      <dgm:prSet presAssocID="{6A77B644-4CDF-41B8-81A6-5E5DEE15A8DD}" presName="childText" presStyleLbl="conFgAcc1" presStyleIdx="0" presStyleCnt="3">
        <dgm:presLayoutVars>
          <dgm:bulletEnabled val="1"/>
        </dgm:presLayoutVars>
      </dgm:prSet>
      <dgm:spPr/>
    </dgm:pt>
    <dgm:pt modelId="{DF3DD37B-BDEB-6941-8609-8E95BDB12B40}" type="pres">
      <dgm:prSet presAssocID="{CCD043C6-012F-4C55-A43F-BCD301C92322}" presName="spaceBetweenRectangles" presStyleCnt="0"/>
      <dgm:spPr/>
    </dgm:pt>
    <dgm:pt modelId="{6DECF302-6458-D646-880C-F879B97F30D5}" type="pres">
      <dgm:prSet presAssocID="{D0878A47-4E8C-4E60-9AB2-62A5387F9047}" presName="parentLin" presStyleCnt="0"/>
      <dgm:spPr/>
    </dgm:pt>
    <dgm:pt modelId="{3B0A9DFE-0B63-C94B-BDCC-D66C958F8705}" type="pres">
      <dgm:prSet presAssocID="{D0878A47-4E8C-4E60-9AB2-62A5387F9047}" presName="parentLeftMargin" presStyleLbl="node1" presStyleIdx="0" presStyleCnt="3"/>
      <dgm:spPr/>
    </dgm:pt>
    <dgm:pt modelId="{80B8595D-D10C-0244-912B-73BABA28A137}" type="pres">
      <dgm:prSet presAssocID="{D0878A47-4E8C-4E60-9AB2-62A5387F904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8300128-8697-D84F-BCC3-EB1EFB38C2AF}" type="pres">
      <dgm:prSet presAssocID="{D0878A47-4E8C-4E60-9AB2-62A5387F9047}" presName="negativeSpace" presStyleCnt="0"/>
      <dgm:spPr/>
    </dgm:pt>
    <dgm:pt modelId="{4D6DC218-DFF5-2347-9AFF-E34732CA7773}" type="pres">
      <dgm:prSet presAssocID="{D0878A47-4E8C-4E60-9AB2-62A5387F9047}" presName="childText" presStyleLbl="conFgAcc1" presStyleIdx="1" presStyleCnt="3">
        <dgm:presLayoutVars>
          <dgm:bulletEnabled val="1"/>
        </dgm:presLayoutVars>
      </dgm:prSet>
      <dgm:spPr/>
    </dgm:pt>
    <dgm:pt modelId="{D71028AF-762E-7946-BC39-4AA1310F3358}" type="pres">
      <dgm:prSet presAssocID="{D207F3C0-C4FD-4FAA-BDEE-F5EB17AA8F1D}" presName="spaceBetweenRectangles" presStyleCnt="0"/>
      <dgm:spPr/>
    </dgm:pt>
    <dgm:pt modelId="{2372C3FB-F25E-294A-8463-2C7AABDF7299}" type="pres">
      <dgm:prSet presAssocID="{4F51AE88-B3F6-481B-9C93-F8E1E0366FE6}" presName="parentLin" presStyleCnt="0"/>
      <dgm:spPr/>
    </dgm:pt>
    <dgm:pt modelId="{918082C4-181E-4949-8E31-36ED37729EAE}" type="pres">
      <dgm:prSet presAssocID="{4F51AE88-B3F6-481B-9C93-F8E1E0366FE6}" presName="parentLeftMargin" presStyleLbl="node1" presStyleIdx="1" presStyleCnt="3"/>
      <dgm:spPr/>
    </dgm:pt>
    <dgm:pt modelId="{33EBE219-4BA6-DB46-B160-EEB4B61E8CB5}" type="pres">
      <dgm:prSet presAssocID="{4F51AE88-B3F6-481B-9C93-F8E1E0366FE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295F034-07EC-9249-A9AB-0559610D373F}" type="pres">
      <dgm:prSet presAssocID="{4F51AE88-B3F6-481B-9C93-F8E1E0366FE6}" presName="negativeSpace" presStyleCnt="0"/>
      <dgm:spPr/>
    </dgm:pt>
    <dgm:pt modelId="{70AC1BE9-E752-CB45-9BE9-DF2E0B230545}" type="pres">
      <dgm:prSet presAssocID="{4F51AE88-B3F6-481B-9C93-F8E1E0366FE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B08517-F287-2741-A934-3336C30D4A4A}" type="presOf" srcId="{B1EF4718-CBD4-474A-BEA6-BE58981C1FFD}" destId="{70AC1BE9-E752-CB45-9BE9-DF2E0B230545}" srcOrd="0" destOrd="0" presId="urn:microsoft.com/office/officeart/2005/8/layout/list1"/>
    <dgm:cxn modelId="{41ADF81A-7B94-7D43-B3F4-CDB0BC24FF96}" type="presOf" srcId="{4F51AE88-B3F6-481B-9C93-F8E1E0366FE6}" destId="{33EBE219-4BA6-DB46-B160-EEB4B61E8CB5}" srcOrd="1" destOrd="0" presId="urn:microsoft.com/office/officeart/2005/8/layout/list1"/>
    <dgm:cxn modelId="{D5CEE61B-E4E5-474B-AEDC-3F35537D50B8}" srcId="{6A77B644-4CDF-41B8-81A6-5E5DEE15A8DD}" destId="{2DFD091E-2F6F-449C-8263-B958452358AA}" srcOrd="0" destOrd="0" parTransId="{E446B8F3-6A52-4D92-82F6-3558AD16068B}" sibTransId="{0FC8C6DE-9910-4324-B0E6-17E7A78FA454}"/>
    <dgm:cxn modelId="{5B34DF26-D705-44F0-94FC-6E0CADECC735}" srcId="{346E65F3-399C-4D6C-BBC7-8AC7921DEACF}" destId="{D0878A47-4E8C-4E60-9AB2-62A5387F9047}" srcOrd="1" destOrd="0" parTransId="{0AE987D3-0227-462B-9A8D-AAFA7E437BB6}" sibTransId="{D207F3C0-C4FD-4FAA-BDEE-F5EB17AA8F1D}"/>
    <dgm:cxn modelId="{00DAF03D-5FBC-BF42-AB9C-93915DC1B11E}" type="presOf" srcId="{4F51AE88-B3F6-481B-9C93-F8E1E0366FE6}" destId="{918082C4-181E-4949-8E31-36ED37729EAE}" srcOrd="0" destOrd="0" presId="urn:microsoft.com/office/officeart/2005/8/layout/list1"/>
    <dgm:cxn modelId="{9DBB6E69-B489-4343-B38A-A2E19283FE1E}" srcId="{346E65F3-399C-4D6C-BBC7-8AC7921DEACF}" destId="{6A77B644-4CDF-41B8-81A6-5E5DEE15A8DD}" srcOrd="0" destOrd="0" parTransId="{492D8F12-A047-4733-B100-679D641E87C7}" sibTransId="{CCD043C6-012F-4C55-A43F-BCD301C92322}"/>
    <dgm:cxn modelId="{F0296C50-5791-F343-B050-AADDF8050004}" type="presOf" srcId="{21ABDE45-0A3B-4375-B90B-4B2BCFF6B9A9}" destId="{4D6DC218-DFF5-2347-9AFF-E34732CA7773}" srcOrd="0" destOrd="0" presId="urn:microsoft.com/office/officeart/2005/8/layout/list1"/>
    <dgm:cxn modelId="{47C89895-8C8A-5345-9721-106F3D9CEBA6}" type="presOf" srcId="{6A77B644-4CDF-41B8-81A6-5E5DEE15A8DD}" destId="{1A7A9926-1BFE-DE44-B993-0CF46A5CEDEE}" srcOrd="1" destOrd="0" presId="urn:microsoft.com/office/officeart/2005/8/layout/list1"/>
    <dgm:cxn modelId="{D4877C9A-46FA-2A45-91A3-DF2C2193481D}" type="presOf" srcId="{D0878A47-4E8C-4E60-9AB2-62A5387F9047}" destId="{80B8595D-D10C-0244-912B-73BABA28A137}" srcOrd="1" destOrd="0" presId="urn:microsoft.com/office/officeart/2005/8/layout/list1"/>
    <dgm:cxn modelId="{61120CA6-6527-C041-82C4-DC72E9E30E2D}" type="presOf" srcId="{D0878A47-4E8C-4E60-9AB2-62A5387F9047}" destId="{3B0A9DFE-0B63-C94B-BDCC-D66C958F8705}" srcOrd="0" destOrd="0" presId="urn:microsoft.com/office/officeart/2005/8/layout/list1"/>
    <dgm:cxn modelId="{A08654AA-9FD6-4F0B-8840-D7B672D7FC4B}" srcId="{346E65F3-399C-4D6C-BBC7-8AC7921DEACF}" destId="{4F51AE88-B3F6-481B-9C93-F8E1E0366FE6}" srcOrd="2" destOrd="0" parTransId="{8DC31336-EBC1-4D65-A7B8-05CFF8080265}" sibTransId="{23F528A4-BD31-48F1-BDDD-22EAE513BBD6}"/>
    <dgm:cxn modelId="{9C338DB8-9FF2-49A8-8B49-99013CE82BD7}" srcId="{4F51AE88-B3F6-481B-9C93-F8E1E0366FE6}" destId="{B1EF4718-CBD4-474A-BEA6-BE58981C1FFD}" srcOrd="0" destOrd="0" parTransId="{C4FEFE38-736D-4B3B-A0CF-444D2553F21C}" sibTransId="{CB12934E-442D-42D4-BAA0-910535FEF62D}"/>
    <dgm:cxn modelId="{38415DD0-0CA6-499D-BA90-D3E6BC44FCB8}" srcId="{D0878A47-4E8C-4E60-9AB2-62A5387F9047}" destId="{21ABDE45-0A3B-4375-B90B-4B2BCFF6B9A9}" srcOrd="0" destOrd="0" parTransId="{2C288CF3-857B-449C-AB51-13955EBB07F4}" sibTransId="{3067C6D3-5E8F-4AC9-8197-1FC3802775CE}"/>
    <dgm:cxn modelId="{C17D50D0-FA29-0645-ACD1-2C4D2081E5AB}" type="presOf" srcId="{6A77B644-4CDF-41B8-81A6-5E5DEE15A8DD}" destId="{33E811D0-4B84-A740-91B7-B6AABF82C0CB}" srcOrd="0" destOrd="0" presId="urn:microsoft.com/office/officeart/2005/8/layout/list1"/>
    <dgm:cxn modelId="{647837E7-7D9F-0748-A868-C9464D98BE0E}" type="presOf" srcId="{346E65F3-399C-4D6C-BBC7-8AC7921DEACF}" destId="{953A50D9-263B-614B-8AD4-2A70A1EE489F}" srcOrd="0" destOrd="0" presId="urn:microsoft.com/office/officeart/2005/8/layout/list1"/>
    <dgm:cxn modelId="{09389AFB-9CDA-CC40-B964-66B3D57FB0E3}" type="presOf" srcId="{2DFD091E-2F6F-449C-8263-B958452358AA}" destId="{4A12C6BB-B581-A24C-A598-548E22C4160C}" srcOrd="0" destOrd="0" presId="urn:microsoft.com/office/officeart/2005/8/layout/list1"/>
    <dgm:cxn modelId="{B51D512A-218A-0D4F-8465-1F8B73F4E258}" type="presParOf" srcId="{953A50D9-263B-614B-8AD4-2A70A1EE489F}" destId="{44C2DF3D-56A3-AE4C-AE7C-39A2EADE5BCA}" srcOrd="0" destOrd="0" presId="urn:microsoft.com/office/officeart/2005/8/layout/list1"/>
    <dgm:cxn modelId="{F73E69A2-D47C-F84C-B3F6-D9EB77053065}" type="presParOf" srcId="{44C2DF3D-56A3-AE4C-AE7C-39A2EADE5BCA}" destId="{33E811D0-4B84-A740-91B7-B6AABF82C0CB}" srcOrd="0" destOrd="0" presId="urn:microsoft.com/office/officeart/2005/8/layout/list1"/>
    <dgm:cxn modelId="{C67D6109-4A69-884C-B732-452F0A9BC23D}" type="presParOf" srcId="{44C2DF3D-56A3-AE4C-AE7C-39A2EADE5BCA}" destId="{1A7A9926-1BFE-DE44-B993-0CF46A5CEDEE}" srcOrd="1" destOrd="0" presId="urn:microsoft.com/office/officeart/2005/8/layout/list1"/>
    <dgm:cxn modelId="{4BC47A83-6D71-9544-9ADB-4A7B0F1940D7}" type="presParOf" srcId="{953A50D9-263B-614B-8AD4-2A70A1EE489F}" destId="{F13D3243-15D9-5F4C-920E-24F948112711}" srcOrd="1" destOrd="0" presId="urn:microsoft.com/office/officeart/2005/8/layout/list1"/>
    <dgm:cxn modelId="{2B0947B3-8FC2-4046-97A5-2CD7F2717195}" type="presParOf" srcId="{953A50D9-263B-614B-8AD4-2A70A1EE489F}" destId="{4A12C6BB-B581-A24C-A598-548E22C4160C}" srcOrd="2" destOrd="0" presId="urn:microsoft.com/office/officeart/2005/8/layout/list1"/>
    <dgm:cxn modelId="{180ED423-1FCF-4E4D-A1E6-64BB6874FE7B}" type="presParOf" srcId="{953A50D9-263B-614B-8AD4-2A70A1EE489F}" destId="{DF3DD37B-BDEB-6941-8609-8E95BDB12B40}" srcOrd="3" destOrd="0" presId="urn:microsoft.com/office/officeart/2005/8/layout/list1"/>
    <dgm:cxn modelId="{A2420B07-8B01-1748-B3E5-CC8FD13B311C}" type="presParOf" srcId="{953A50D9-263B-614B-8AD4-2A70A1EE489F}" destId="{6DECF302-6458-D646-880C-F879B97F30D5}" srcOrd="4" destOrd="0" presId="urn:microsoft.com/office/officeart/2005/8/layout/list1"/>
    <dgm:cxn modelId="{9EE85F1F-5297-5844-AE16-135A6E01726D}" type="presParOf" srcId="{6DECF302-6458-D646-880C-F879B97F30D5}" destId="{3B0A9DFE-0B63-C94B-BDCC-D66C958F8705}" srcOrd="0" destOrd="0" presId="urn:microsoft.com/office/officeart/2005/8/layout/list1"/>
    <dgm:cxn modelId="{F0CB3FB2-C4CB-8949-A98C-2005654FC1C5}" type="presParOf" srcId="{6DECF302-6458-D646-880C-F879B97F30D5}" destId="{80B8595D-D10C-0244-912B-73BABA28A137}" srcOrd="1" destOrd="0" presId="urn:microsoft.com/office/officeart/2005/8/layout/list1"/>
    <dgm:cxn modelId="{D5AF0738-B417-7744-AD84-8F3375447C7A}" type="presParOf" srcId="{953A50D9-263B-614B-8AD4-2A70A1EE489F}" destId="{58300128-8697-D84F-BCC3-EB1EFB38C2AF}" srcOrd="5" destOrd="0" presId="urn:microsoft.com/office/officeart/2005/8/layout/list1"/>
    <dgm:cxn modelId="{1DDA4209-DC1A-BB48-8878-E5B694AE33F5}" type="presParOf" srcId="{953A50D9-263B-614B-8AD4-2A70A1EE489F}" destId="{4D6DC218-DFF5-2347-9AFF-E34732CA7773}" srcOrd="6" destOrd="0" presId="urn:microsoft.com/office/officeart/2005/8/layout/list1"/>
    <dgm:cxn modelId="{9AFA62FC-A59E-F447-91F7-9C8AD241AC4D}" type="presParOf" srcId="{953A50D9-263B-614B-8AD4-2A70A1EE489F}" destId="{D71028AF-762E-7946-BC39-4AA1310F3358}" srcOrd="7" destOrd="0" presId="urn:microsoft.com/office/officeart/2005/8/layout/list1"/>
    <dgm:cxn modelId="{7150512C-5783-3645-B8E2-7A8EC0DD1CE6}" type="presParOf" srcId="{953A50D9-263B-614B-8AD4-2A70A1EE489F}" destId="{2372C3FB-F25E-294A-8463-2C7AABDF7299}" srcOrd="8" destOrd="0" presId="urn:microsoft.com/office/officeart/2005/8/layout/list1"/>
    <dgm:cxn modelId="{5C332AE3-7CFD-7A44-BC6B-D071450904E3}" type="presParOf" srcId="{2372C3FB-F25E-294A-8463-2C7AABDF7299}" destId="{918082C4-181E-4949-8E31-36ED37729EAE}" srcOrd="0" destOrd="0" presId="urn:microsoft.com/office/officeart/2005/8/layout/list1"/>
    <dgm:cxn modelId="{9DE0FAEA-BB56-8141-904C-EC7356A3ACA3}" type="presParOf" srcId="{2372C3FB-F25E-294A-8463-2C7AABDF7299}" destId="{33EBE219-4BA6-DB46-B160-EEB4B61E8CB5}" srcOrd="1" destOrd="0" presId="urn:microsoft.com/office/officeart/2005/8/layout/list1"/>
    <dgm:cxn modelId="{029804A8-E4A0-F848-A8EE-6C186DB2DA94}" type="presParOf" srcId="{953A50D9-263B-614B-8AD4-2A70A1EE489F}" destId="{1295F034-07EC-9249-A9AB-0559610D373F}" srcOrd="9" destOrd="0" presId="urn:microsoft.com/office/officeart/2005/8/layout/list1"/>
    <dgm:cxn modelId="{0167C673-255A-A24F-AB70-664445231CAE}" type="presParOf" srcId="{953A50D9-263B-614B-8AD4-2A70A1EE489F}" destId="{70AC1BE9-E752-CB45-9BE9-DF2E0B23054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13AE71C-5788-4FDB-854A-8E5CB1FBD311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07208EB-C31A-444C-8A44-3A182963C6E4}">
      <dgm:prSet phldrT="[Text]" custT="1"/>
      <dgm:spPr/>
      <dgm:t>
        <a:bodyPr/>
        <a:lstStyle/>
        <a:p>
          <a:r>
            <a:rPr lang="de-DE" sz="3200" dirty="0" err="1">
              <a:solidFill>
                <a:schemeClr val="tx1"/>
              </a:solidFill>
            </a:rPr>
            <a:t>project-root</a:t>
          </a:r>
          <a:endParaRPr lang="de-DE" sz="3200" dirty="0">
            <a:solidFill>
              <a:schemeClr val="tx1"/>
            </a:solidFill>
          </a:endParaRPr>
        </a:p>
      </dgm:t>
    </dgm:pt>
    <dgm:pt modelId="{84FD4C7C-89ED-45F2-BE72-BA6998B045D9}" type="parTrans" cxnId="{DF2D3A8E-43EB-4415-9C9E-2AEEFBAFC1D5}">
      <dgm:prSet/>
      <dgm:spPr/>
      <dgm:t>
        <a:bodyPr/>
        <a:lstStyle/>
        <a:p>
          <a:endParaRPr lang="de-DE"/>
        </a:p>
      </dgm:t>
    </dgm:pt>
    <dgm:pt modelId="{F7DA1A53-3402-4BF9-B7E0-480A61428D0A}" type="sibTrans" cxnId="{DF2D3A8E-43EB-4415-9C9E-2AEEFBAFC1D5}">
      <dgm:prSet/>
      <dgm:spPr/>
      <dgm:t>
        <a:bodyPr/>
        <a:lstStyle/>
        <a:p>
          <a:endParaRPr lang="de-DE"/>
        </a:p>
      </dgm:t>
    </dgm:pt>
    <dgm:pt modelId="{109261F7-C04A-47FA-874A-462386EA0D62}">
      <dgm:prSet phldrT="[Text]"/>
      <dgm:spPr/>
      <dgm:t>
        <a:bodyPr/>
        <a:lstStyle/>
        <a:p>
          <a:r>
            <a:rPr lang="de-DE" dirty="0" err="1"/>
            <a:t>package.json</a:t>
          </a:r>
          <a:endParaRPr lang="de-DE" dirty="0"/>
        </a:p>
      </dgm:t>
    </dgm:pt>
    <dgm:pt modelId="{75C11CB0-1C49-435C-849E-DD2E8AE8DCE6}" type="parTrans" cxnId="{124DF4BE-2C26-4A02-9D3A-8659C1E3ED26}">
      <dgm:prSet/>
      <dgm:spPr/>
      <dgm:t>
        <a:bodyPr/>
        <a:lstStyle/>
        <a:p>
          <a:endParaRPr lang="de-DE"/>
        </a:p>
      </dgm:t>
    </dgm:pt>
    <dgm:pt modelId="{096E2888-376B-4112-B48B-9D46DF7E426D}" type="sibTrans" cxnId="{124DF4BE-2C26-4A02-9D3A-8659C1E3ED26}">
      <dgm:prSet/>
      <dgm:spPr/>
      <dgm:t>
        <a:bodyPr/>
        <a:lstStyle/>
        <a:p>
          <a:endParaRPr lang="de-DE"/>
        </a:p>
      </dgm:t>
    </dgm:pt>
    <dgm:pt modelId="{158172B8-FA15-42C7-96D4-1E7AA5EED8DA}">
      <dgm:prSet phldrT="[Text]"/>
      <dgm:spPr/>
      <dgm:t>
        <a:bodyPr/>
        <a:lstStyle/>
        <a:p>
          <a:r>
            <a:rPr lang="de-DE" dirty="0" err="1"/>
            <a:t>src</a:t>
          </a:r>
          <a:endParaRPr lang="de-DE" dirty="0"/>
        </a:p>
      </dgm:t>
    </dgm:pt>
    <dgm:pt modelId="{4FA3B7F8-15CE-4452-A655-1AA56F6FD8CB}" type="parTrans" cxnId="{D62A3800-53E7-46FE-ADEA-C326442F6542}">
      <dgm:prSet/>
      <dgm:spPr/>
      <dgm:t>
        <a:bodyPr/>
        <a:lstStyle/>
        <a:p>
          <a:endParaRPr lang="de-DE"/>
        </a:p>
      </dgm:t>
    </dgm:pt>
    <dgm:pt modelId="{DAFFCA11-2A2E-4B50-9547-ACB539D7AE52}" type="sibTrans" cxnId="{D62A3800-53E7-46FE-ADEA-C326442F6542}">
      <dgm:prSet/>
      <dgm:spPr/>
      <dgm:t>
        <a:bodyPr/>
        <a:lstStyle/>
        <a:p>
          <a:endParaRPr lang="de-DE"/>
        </a:p>
      </dgm:t>
    </dgm:pt>
    <dgm:pt modelId="{83C0606B-AAF4-448C-B17F-FFCC3F5A3A66}">
      <dgm:prSet phldrT="[Text]"/>
      <dgm:spPr/>
      <dgm:t>
        <a:bodyPr/>
        <a:lstStyle/>
        <a:p>
          <a:r>
            <a:rPr lang="de-DE" dirty="0" err="1"/>
            <a:t>node</a:t>
          </a:r>
          <a:r>
            <a:rPr lang="de-DE" dirty="0"/>
            <a:t>-modules</a:t>
          </a:r>
        </a:p>
      </dgm:t>
    </dgm:pt>
    <dgm:pt modelId="{20AA8CF7-50B9-45E3-B3A2-4F95D4624F88}" type="parTrans" cxnId="{0B875F2E-D973-48F9-A27F-DCDE431E19AF}">
      <dgm:prSet/>
      <dgm:spPr/>
      <dgm:t>
        <a:bodyPr/>
        <a:lstStyle/>
        <a:p>
          <a:endParaRPr lang="de-DE"/>
        </a:p>
      </dgm:t>
    </dgm:pt>
    <dgm:pt modelId="{B57276AA-6AEF-42F1-8FE5-6774008CC577}" type="sibTrans" cxnId="{0B875F2E-D973-48F9-A27F-DCDE431E19AF}">
      <dgm:prSet/>
      <dgm:spPr/>
      <dgm:t>
        <a:bodyPr/>
        <a:lstStyle/>
        <a:p>
          <a:endParaRPr lang="de-DE"/>
        </a:p>
      </dgm:t>
    </dgm:pt>
    <dgm:pt modelId="{9A5C7173-5A48-4CEA-99C9-428CB3E77892}">
      <dgm:prSet phldrT="[Text]"/>
      <dgm:spPr/>
      <dgm:t>
        <a:bodyPr/>
        <a:lstStyle/>
        <a:p>
          <a:r>
            <a:rPr lang="de-DE" dirty="0"/>
            <a:t>module1</a:t>
          </a:r>
        </a:p>
      </dgm:t>
    </dgm:pt>
    <dgm:pt modelId="{988A3A29-CD95-4E1C-8F64-ADC4D87CBD41}" type="parTrans" cxnId="{AFB5BD76-E0ED-41EC-A56F-28B39BFDA2D1}">
      <dgm:prSet/>
      <dgm:spPr/>
      <dgm:t>
        <a:bodyPr/>
        <a:lstStyle/>
        <a:p>
          <a:endParaRPr lang="de-DE"/>
        </a:p>
      </dgm:t>
    </dgm:pt>
    <dgm:pt modelId="{E93F3061-6190-4084-8186-C92332B1AAA2}" type="sibTrans" cxnId="{AFB5BD76-E0ED-41EC-A56F-28B39BFDA2D1}">
      <dgm:prSet/>
      <dgm:spPr/>
      <dgm:t>
        <a:bodyPr/>
        <a:lstStyle/>
        <a:p>
          <a:endParaRPr lang="de-DE"/>
        </a:p>
      </dgm:t>
    </dgm:pt>
    <dgm:pt modelId="{E8E969CD-F312-451E-A11B-E4FB0960CE2F}">
      <dgm:prSet phldrT="[Text]"/>
      <dgm:spPr/>
      <dgm:t>
        <a:bodyPr/>
        <a:lstStyle/>
        <a:p>
          <a:r>
            <a:rPr lang="de-DE" dirty="0"/>
            <a:t>module2</a:t>
          </a:r>
        </a:p>
      </dgm:t>
    </dgm:pt>
    <dgm:pt modelId="{9672ADBD-A716-47E2-9F4B-47192B0EC09D}" type="parTrans" cxnId="{B312242D-F205-4C56-986C-CA83E6460AF5}">
      <dgm:prSet/>
      <dgm:spPr/>
      <dgm:t>
        <a:bodyPr/>
        <a:lstStyle/>
        <a:p>
          <a:endParaRPr lang="de-DE"/>
        </a:p>
      </dgm:t>
    </dgm:pt>
    <dgm:pt modelId="{D98356A8-9894-4E93-BA95-B276FE3EEC03}" type="sibTrans" cxnId="{B312242D-F205-4C56-986C-CA83E6460AF5}">
      <dgm:prSet/>
      <dgm:spPr/>
      <dgm:t>
        <a:bodyPr/>
        <a:lstStyle/>
        <a:p>
          <a:endParaRPr lang="de-DE"/>
        </a:p>
      </dgm:t>
    </dgm:pt>
    <dgm:pt modelId="{501F4F21-F9A3-468F-BBDB-F11F2B7AB487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72D0E701-2B12-4866-9C50-961AB319D888}" type="parTrans" cxnId="{FF0749CA-DC3E-41C4-A77A-9B30C12BC439}">
      <dgm:prSet/>
      <dgm:spPr/>
      <dgm:t>
        <a:bodyPr/>
        <a:lstStyle/>
        <a:p>
          <a:endParaRPr lang="de-DE"/>
        </a:p>
      </dgm:t>
    </dgm:pt>
    <dgm:pt modelId="{1D8D2EE2-27D0-4D45-B526-C4694BB9CB65}" type="sibTrans" cxnId="{FF0749CA-DC3E-41C4-A77A-9B30C12BC439}">
      <dgm:prSet/>
      <dgm:spPr/>
      <dgm:t>
        <a:bodyPr/>
        <a:lstStyle/>
        <a:p>
          <a:endParaRPr lang="de-DE"/>
        </a:p>
      </dgm:t>
    </dgm:pt>
    <dgm:pt modelId="{DA351AE3-EE1B-4F6A-A9C8-628646245883}">
      <dgm:prSet phldrT="[Text]"/>
      <dgm:spPr/>
      <dgm:t>
        <a:bodyPr/>
        <a:lstStyle/>
        <a:p>
          <a:r>
            <a:rPr lang="de-DE" dirty="0"/>
            <a:t>script1</a:t>
          </a:r>
        </a:p>
      </dgm:t>
    </dgm:pt>
    <dgm:pt modelId="{1C05D227-F191-4992-A934-48EAEEDC3CED}" type="parTrans" cxnId="{9A946735-9407-43C2-8776-14B56A9E42B0}">
      <dgm:prSet/>
      <dgm:spPr/>
      <dgm:t>
        <a:bodyPr/>
        <a:lstStyle/>
        <a:p>
          <a:endParaRPr lang="de-DE"/>
        </a:p>
      </dgm:t>
    </dgm:pt>
    <dgm:pt modelId="{A3C5381F-0156-4DE4-B6C5-CA281CA44292}" type="sibTrans" cxnId="{9A946735-9407-43C2-8776-14B56A9E42B0}">
      <dgm:prSet/>
      <dgm:spPr/>
      <dgm:t>
        <a:bodyPr/>
        <a:lstStyle/>
        <a:p>
          <a:endParaRPr lang="de-DE"/>
        </a:p>
      </dgm:t>
    </dgm:pt>
    <dgm:pt modelId="{CDFD7824-4D2A-43AB-992B-9795F5ABA8DD}">
      <dgm:prSet phldrT="[Text]"/>
      <dgm:spPr/>
      <dgm:t>
        <a:bodyPr/>
        <a:lstStyle/>
        <a:p>
          <a:r>
            <a:rPr lang="de-DE" dirty="0"/>
            <a:t>script2</a:t>
          </a:r>
        </a:p>
      </dgm:t>
    </dgm:pt>
    <dgm:pt modelId="{5855370E-3E8E-4546-97E2-078EDBBCD31D}" type="parTrans" cxnId="{A58F52F4-87EB-452F-8E03-4B6A8C8FE89E}">
      <dgm:prSet/>
      <dgm:spPr/>
      <dgm:t>
        <a:bodyPr/>
        <a:lstStyle/>
        <a:p>
          <a:endParaRPr lang="de-DE"/>
        </a:p>
      </dgm:t>
    </dgm:pt>
    <dgm:pt modelId="{8F29EC89-2B39-4882-84C6-608B8A36C64D}" type="sibTrans" cxnId="{A58F52F4-87EB-452F-8E03-4B6A8C8FE89E}">
      <dgm:prSet/>
      <dgm:spPr/>
      <dgm:t>
        <a:bodyPr/>
        <a:lstStyle/>
        <a:p>
          <a:endParaRPr lang="de-DE"/>
        </a:p>
      </dgm:t>
    </dgm:pt>
    <dgm:pt modelId="{D141CDF2-DC35-4EA0-B88E-969D02B539AF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2FAD0290-F3EC-48AE-9C3E-4E0B60C9A202}" type="parTrans" cxnId="{41CF3B2D-7C9B-4D73-8EF2-71FF62B20C94}">
      <dgm:prSet/>
      <dgm:spPr/>
      <dgm:t>
        <a:bodyPr/>
        <a:lstStyle/>
        <a:p>
          <a:endParaRPr lang="de-DE"/>
        </a:p>
      </dgm:t>
    </dgm:pt>
    <dgm:pt modelId="{9A0F2801-DD7E-4100-A84B-3752E966001A}" type="sibTrans" cxnId="{41CF3B2D-7C9B-4D73-8EF2-71FF62B20C94}">
      <dgm:prSet/>
      <dgm:spPr/>
      <dgm:t>
        <a:bodyPr/>
        <a:lstStyle/>
        <a:p>
          <a:endParaRPr lang="de-DE"/>
        </a:p>
      </dgm:t>
    </dgm:pt>
    <dgm:pt modelId="{5B0BDF51-5ECC-4B9A-B5D8-35139756098E}" type="pres">
      <dgm:prSet presAssocID="{013AE71C-5788-4FDB-854A-8E5CB1FBD31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05F66F-C0D1-4729-BB4E-7BF4407F1859}" type="pres">
      <dgm:prSet presAssocID="{B07208EB-C31A-444C-8A44-3A182963C6E4}" presName="root" presStyleCnt="0"/>
      <dgm:spPr/>
    </dgm:pt>
    <dgm:pt modelId="{FB47BDD5-4272-4BCA-A049-2F007949D022}" type="pres">
      <dgm:prSet presAssocID="{B07208EB-C31A-444C-8A44-3A182963C6E4}" presName="rootComposite" presStyleCnt="0"/>
      <dgm:spPr/>
    </dgm:pt>
    <dgm:pt modelId="{6607D71C-8DC4-4BB6-8305-5D6236EF6AF4}" type="pres">
      <dgm:prSet presAssocID="{B07208EB-C31A-444C-8A44-3A182963C6E4}" presName="rootText" presStyleLbl="node1" presStyleIdx="0" presStyleCnt="1" custScaleX="148135"/>
      <dgm:spPr/>
    </dgm:pt>
    <dgm:pt modelId="{1969AC91-C91D-4965-9BEB-0B9F5D9C006F}" type="pres">
      <dgm:prSet presAssocID="{B07208EB-C31A-444C-8A44-3A182963C6E4}" presName="rootConnector" presStyleLbl="node1" presStyleIdx="0" presStyleCnt="1"/>
      <dgm:spPr/>
    </dgm:pt>
    <dgm:pt modelId="{6CFD0CA9-C712-41E0-B719-0A23ACCC5397}" type="pres">
      <dgm:prSet presAssocID="{B07208EB-C31A-444C-8A44-3A182963C6E4}" presName="childShape" presStyleCnt="0"/>
      <dgm:spPr/>
    </dgm:pt>
    <dgm:pt modelId="{FE972E17-81E7-4DC9-8BB9-241D4556144A}" type="pres">
      <dgm:prSet presAssocID="{75C11CB0-1C49-435C-849E-DD2E8AE8DCE6}" presName="Name13" presStyleLbl="parChTrans1D2" presStyleIdx="0" presStyleCnt="3"/>
      <dgm:spPr/>
    </dgm:pt>
    <dgm:pt modelId="{C03CB49A-CA21-4561-9CA0-7967197F9B89}" type="pres">
      <dgm:prSet presAssocID="{109261F7-C04A-47FA-874A-462386EA0D62}" presName="childText" presStyleLbl="bgAcc1" presStyleIdx="0" presStyleCnt="3">
        <dgm:presLayoutVars>
          <dgm:bulletEnabled val="1"/>
        </dgm:presLayoutVars>
      </dgm:prSet>
      <dgm:spPr/>
    </dgm:pt>
    <dgm:pt modelId="{EC0960B8-D78E-4984-805C-5C0B1C40DBDE}" type="pres">
      <dgm:prSet presAssocID="{4FA3B7F8-15CE-4452-A655-1AA56F6FD8CB}" presName="Name13" presStyleLbl="parChTrans1D2" presStyleIdx="1" presStyleCnt="3"/>
      <dgm:spPr/>
    </dgm:pt>
    <dgm:pt modelId="{8CE943E3-F1AB-4E0A-BBA8-1A2B8AFF0336}" type="pres">
      <dgm:prSet presAssocID="{158172B8-FA15-42C7-96D4-1E7AA5EED8DA}" presName="childText" presStyleLbl="bgAcc1" presStyleIdx="1" presStyleCnt="3">
        <dgm:presLayoutVars>
          <dgm:bulletEnabled val="1"/>
        </dgm:presLayoutVars>
      </dgm:prSet>
      <dgm:spPr/>
    </dgm:pt>
    <dgm:pt modelId="{5A45C53C-7725-48D9-A02E-81B437FBB969}" type="pres">
      <dgm:prSet presAssocID="{20AA8CF7-50B9-45E3-B3A2-4F95D4624F88}" presName="Name13" presStyleLbl="parChTrans1D2" presStyleIdx="2" presStyleCnt="3"/>
      <dgm:spPr/>
    </dgm:pt>
    <dgm:pt modelId="{F47786B8-D1FB-42D9-A2B7-99A3BE6B2E5F}" type="pres">
      <dgm:prSet presAssocID="{83C0606B-AAF4-448C-B17F-FFCC3F5A3A66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D62A3800-53E7-46FE-ADEA-C326442F6542}" srcId="{B07208EB-C31A-444C-8A44-3A182963C6E4}" destId="{158172B8-FA15-42C7-96D4-1E7AA5EED8DA}" srcOrd="1" destOrd="0" parTransId="{4FA3B7F8-15CE-4452-A655-1AA56F6FD8CB}" sibTransId="{DAFFCA11-2A2E-4B50-9547-ACB539D7AE52}"/>
    <dgm:cxn modelId="{3478BB09-3986-41E6-8A8E-535DB3B7B2B6}" type="presOf" srcId="{501F4F21-F9A3-468F-BBDB-F11F2B7AB487}" destId="{F47786B8-D1FB-42D9-A2B7-99A3BE6B2E5F}" srcOrd="0" destOrd="3" presId="urn:microsoft.com/office/officeart/2005/8/layout/hierarchy3"/>
    <dgm:cxn modelId="{6C1E7918-9F69-4410-AC60-6547101925D2}" type="presOf" srcId="{D141CDF2-DC35-4EA0-B88E-969D02B539AF}" destId="{8CE943E3-F1AB-4E0A-BBA8-1A2B8AFF0336}" srcOrd="0" destOrd="3" presId="urn:microsoft.com/office/officeart/2005/8/layout/hierarchy3"/>
    <dgm:cxn modelId="{7390091A-C328-4436-BDD9-4D39199D2385}" type="presOf" srcId="{109261F7-C04A-47FA-874A-462386EA0D62}" destId="{C03CB49A-CA21-4561-9CA0-7967197F9B89}" srcOrd="0" destOrd="0" presId="urn:microsoft.com/office/officeart/2005/8/layout/hierarchy3"/>
    <dgm:cxn modelId="{B312242D-F205-4C56-986C-CA83E6460AF5}" srcId="{83C0606B-AAF4-448C-B17F-FFCC3F5A3A66}" destId="{E8E969CD-F312-451E-A11B-E4FB0960CE2F}" srcOrd="1" destOrd="0" parTransId="{9672ADBD-A716-47E2-9F4B-47192B0EC09D}" sibTransId="{D98356A8-9894-4E93-BA95-B276FE3EEC03}"/>
    <dgm:cxn modelId="{41CF3B2D-7C9B-4D73-8EF2-71FF62B20C94}" srcId="{158172B8-FA15-42C7-96D4-1E7AA5EED8DA}" destId="{D141CDF2-DC35-4EA0-B88E-969D02B539AF}" srcOrd="2" destOrd="0" parTransId="{2FAD0290-F3EC-48AE-9C3E-4E0B60C9A202}" sibTransId="{9A0F2801-DD7E-4100-A84B-3752E966001A}"/>
    <dgm:cxn modelId="{0B875F2E-D973-48F9-A27F-DCDE431E19AF}" srcId="{B07208EB-C31A-444C-8A44-3A182963C6E4}" destId="{83C0606B-AAF4-448C-B17F-FFCC3F5A3A66}" srcOrd="2" destOrd="0" parTransId="{20AA8CF7-50B9-45E3-B3A2-4F95D4624F88}" sibTransId="{B57276AA-6AEF-42F1-8FE5-6774008CC577}"/>
    <dgm:cxn modelId="{9A946735-9407-43C2-8776-14B56A9E42B0}" srcId="{158172B8-FA15-42C7-96D4-1E7AA5EED8DA}" destId="{DA351AE3-EE1B-4F6A-A9C8-628646245883}" srcOrd="0" destOrd="0" parTransId="{1C05D227-F191-4992-A934-48EAEEDC3CED}" sibTransId="{A3C5381F-0156-4DE4-B6C5-CA281CA44292}"/>
    <dgm:cxn modelId="{D5FAD061-B199-4FAB-93F4-7564AE903D84}" type="presOf" srcId="{4FA3B7F8-15CE-4452-A655-1AA56F6FD8CB}" destId="{EC0960B8-D78E-4984-805C-5C0B1C40DBDE}" srcOrd="0" destOrd="0" presId="urn:microsoft.com/office/officeart/2005/8/layout/hierarchy3"/>
    <dgm:cxn modelId="{37361443-4232-40DD-8A7D-75385CF99E1C}" type="presOf" srcId="{B07208EB-C31A-444C-8A44-3A182963C6E4}" destId="{1969AC91-C91D-4965-9BEB-0B9F5D9C006F}" srcOrd="1" destOrd="0" presId="urn:microsoft.com/office/officeart/2005/8/layout/hierarchy3"/>
    <dgm:cxn modelId="{55D37D4C-0C55-4EED-A1E6-CCF5F345A6CB}" type="presOf" srcId="{013AE71C-5788-4FDB-854A-8E5CB1FBD311}" destId="{5B0BDF51-5ECC-4B9A-B5D8-35139756098E}" srcOrd="0" destOrd="0" presId="urn:microsoft.com/office/officeart/2005/8/layout/hierarchy3"/>
    <dgm:cxn modelId="{57634C6E-1443-45D7-8B4D-34C8A4280F72}" type="presOf" srcId="{20AA8CF7-50B9-45E3-B3A2-4F95D4624F88}" destId="{5A45C53C-7725-48D9-A02E-81B437FBB969}" srcOrd="0" destOrd="0" presId="urn:microsoft.com/office/officeart/2005/8/layout/hierarchy3"/>
    <dgm:cxn modelId="{B3B49D70-4C0F-48D2-8617-EEAD859F3F6C}" type="presOf" srcId="{83C0606B-AAF4-448C-B17F-FFCC3F5A3A66}" destId="{F47786B8-D1FB-42D9-A2B7-99A3BE6B2E5F}" srcOrd="0" destOrd="0" presId="urn:microsoft.com/office/officeart/2005/8/layout/hierarchy3"/>
    <dgm:cxn modelId="{8CD11B76-B3B6-4574-A970-AB782638715A}" type="presOf" srcId="{E8E969CD-F312-451E-A11B-E4FB0960CE2F}" destId="{F47786B8-D1FB-42D9-A2B7-99A3BE6B2E5F}" srcOrd="0" destOrd="2" presId="urn:microsoft.com/office/officeart/2005/8/layout/hierarchy3"/>
    <dgm:cxn modelId="{AFB5BD76-E0ED-41EC-A56F-28B39BFDA2D1}" srcId="{83C0606B-AAF4-448C-B17F-FFCC3F5A3A66}" destId="{9A5C7173-5A48-4CEA-99C9-428CB3E77892}" srcOrd="0" destOrd="0" parTransId="{988A3A29-CD95-4E1C-8F64-ADC4D87CBD41}" sibTransId="{E93F3061-6190-4084-8186-C92332B1AAA2}"/>
    <dgm:cxn modelId="{3951A57D-2966-453A-A099-D3C0317EE746}" type="presOf" srcId="{DA351AE3-EE1B-4F6A-A9C8-628646245883}" destId="{8CE943E3-F1AB-4E0A-BBA8-1A2B8AFF0336}" srcOrd="0" destOrd="1" presId="urn:microsoft.com/office/officeart/2005/8/layout/hierarchy3"/>
    <dgm:cxn modelId="{DF2D3A8E-43EB-4415-9C9E-2AEEFBAFC1D5}" srcId="{013AE71C-5788-4FDB-854A-8E5CB1FBD311}" destId="{B07208EB-C31A-444C-8A44-3A182963C6E4}" srcOrd="0" destOrd="0" parTransId="{84FD4C7C-89ED-45F2-BE72-BA6998B045D9}" sibTransId="{F7DA1A53-3402-4BF9-B7E0-480A61428D0A}"/>
    <dgm:cxn modelId="{308EB291-164F-4118-8A5A-5B0B52CFF5AF}" type="presOf" srcId="{158172B8-FA15-42C7-96D4-1E7AA5EED8DA}" destId="{8CE943E3-F1AB-4E0A-BBA8-1A2B8AFF0336}" srcOrd="0" destOrd="0" presId="urn:microsoft.com/office/officeart/2005/8/layout/hierarchy3"/>
    <dgm:cxn modelId="{39075FB2-C82F-4B80-B51B-4AE99E9BF714}" type="presOf" srcId="{B07208EB-C31A-444C-8A44-3A182963C6E4}" destId="{6607D71C-8DC4-4BB6-8305-5D6236EF6AF4}" srcOrd="0" destOrd="0" presId="urn:microsoft.com/office/officeart/2005/8/layout/hierarchy3"/>
    <dgm:cxn modelId="{B3F7A5B7-12D9-478B-BCCC-2B2D179101BD}" type="presOf" srcId="{75C11CB0-1C49-435C-849E-DD2E8AE8DCE6}" destId="{FE972E17-81E7-4DC9-8BB9-241D4556144A}" srcOrd="0" destOrd="0" presId="urn:microsoft.com/office/officeart/2005/8/layout/hierarchy3"/>
    <dgm:cxn modelId="{A6F56DBD-C1D7-424B-907F-0963105A3A4C}" type="presOf" srcId="{9A5C7173-5A48-4CEA-99C9-428CB3E77892}" destId="{F47786B8-D1FB-42D9-A2B7-99A3BE6B2E5F}" srcOrd="0" destOrd="1" presId="urn:microsoft.com/office/officeart/2005/8/layout/hierarchy3"/>
    <dgm:cxn modelId="{124DF4BE-2C26-4A02-9D3A-8659C1E3ED26}" srcId="{B07208EB-C31A-444C-8A44-3A182963C6E4}" destId="{109261F7-C04A-47FA-874A-462386EA0D62}" srcOrd="0" destOrd="0" parTransId="{75C11CB0-1C49-435C-849E-DD2E8AE8DCE6}" sibTransId="{096E2888-376B-4112-B48B-9D46DF7E426D}"/>
    <dgm:cxn modelId="{FF0749CA-DC3E-41C4-A77A-9B30C12BC439}" srcId="{83C0606B-AAF4-448C-B17F-FFCC3F5A3A66}" destId="{501F4F21-F9A3-468F-BBDB-F11F2B7AB487}" srcOrd="2" destOrd="0" parTransId="{72D0E701-2B12-4866-9C50-961AB319D888}" sibTransId="{1D8D2EE2-27D0-4D45-B526-C4694BB9CB65}"/>
    <dgm:cxn modelId="{B1C945E5-ABD3-4F7C-B620-9336C7AC74B7}" type="presOf" srcId="{CDFD7824-4D2A-43AB-992B-9795F5ABA8DD}" destId="{8CE943E3-F1AB-4E0A-BBA8-1A2B8AFF0336}" srcOrd="0" destOrd="2" presId="urn:microsoft.com/office/officeart/2005/8/layout/hierarchy3"/>
    <dgm:cxn modelId="{A58F52F4-87EB-452F-8E03-4B6A8C8FE89E}" srcId="{158172B8-FA15-42C7-96D4-1E7AA5EED8DA}" destId="{CDFD7824-4D2A-43AB-992B-9795F5ABA8DD}" srcOrd="1" destOrd="0" parTransId="{5855370E-3E8E-4546-97E2-078EDBBCD31D}" sibTransId="{8F29EC89-2B39-4882-84C6-608B8A36C64D}"/>
    <dgm:cxn modelId="{35455BAE-BF86-4D2A-912D-3174F2B72703}" type="presParOf" srcId="{5B0BDF51-5ECC-4B9A-B5D8-35139756098E}" destId="{7405F66F-C0D1-4729-BB4E-7BF4407F1859}" srcOrd="0" destOrd="0" presId="urn:microsoft.com/office/officeart/2005/8/layout/hierarchy3"/>
    <dgm:cxn modelId="{F676C0C7-B625-403A-B6A5-B283529D8B78}" type="presParOf" srcId="{7405F66F-C0D1-4729-BB4E-7BF4407F1859}" destId="{FB47BDD5-4272-4BCA-A049-2F007949D022}" srcOrd="0" destOrd="0" presId="urn:microsoft.com/office/officeart/2005/8/layout/hierarchy3"/>
    <dgm:cxn modelId="{8E06FCDC-6132-4AA5-A5AE-67BA9484CFD1}" type="presParOf" srcId="{FB47BDD5-4272-4BCA-A049-2F007949D022}" destId="{6607D71C-8DC4-4BB6-8305-5D6236EF6AF4}" srcOrd="0" destOrd="0" presId="urn:microsoft.com/office/officeart/2005/8/layout/hierarchy3"/>
    <dgm:cxn modelId="{95746524-9638-41FF-998C-C21857A88DF5}" type="presParOf" srcId="{FB47BDD5-4272-4BCA-A049-2F007949D022}" destId="{1969AC91-C91D-4965-9BEB-0B9F5D9C006F}" srcOrd="1" destOrd="0" presId="urn:microsoft.com/office/officeart/2005/8/layout/hierarchy3"/>
    <dgm:cxn modelId="{BD567E8D-2BDB-4791-9485-F405CB7DA39B}" type="presParOf" srcId="{7405F66F-C0D1-4729-BB4E-7BF4407F1859}" destId="{6CFD0CA9-C712-41E0-B719-0A23ACCC5397}" srcOrd="1" destOrd="0" presId="urn:microsoft.com/office/officeart/2005/8/layout/hierarchy3"/>
    <dgm:cxn modelId="{A461869B-CC82-4D1A-A67D-8D3451272FB7}" type="presParOf" srcId="{6CFD0CA9-C712-41E0-B719-0A23ACCC5397}" destId="{FE972E17-81E7-4DC9-8BB9-241D4556144A}" srcOrd="0" destOrd="0" presId="urn:microsoft.com/office/officeart/2005/8/layout/hierarchy3"/>
    <dgm:cxn modelId="{352DE9CB-7D8C-43CE-B9DE-FA8267A005F5}" type="presParOf" srcId="{6CFD0CA9-C712-41E0-B719-0A23ACCC5397}" destId="{C03CB49A-CA21-4561-9CA0-7967197F9B89}" srcOrd="1" destOrd="0" presId="urn:microsoft.com/office/officeart/2005/8/layout/hierarchy3"/>
    <dgm:cxn modelId="{8B33B713-5F3C-4387-BF2C-D59AEE0E28F4}" type="presParOf" srcId="{6CFD0CA9-C712-41E0-B719-0A23ACCC5397}" destId="{EC0960B8-D78E-4984-805C-5C0B1C40DBDE}" srcOrd="2" destOrd="0" presId="urn:microsoft.com/office/officeart/2005/8/layout/hierarchy3"/>
    <dgm:cxn modelId="{2C073CAE-B102-4849-9FF4-4789E94D05A2}" type="presParOf" srcId="{6CFD0CA9-C712-41E0-B719-0A23ACCC5397}" destId="{8CE943E3-F1AB-4E0A-BBA8-1A2B8AFF0336}" srcOrd="3" destOrd="0" presId="urn:microsoft.com/office/officeart/2005/8/layout/hierarchy3"/>
    <dgm:cxn modelId="{7B01D6EE-8EDB-4C07-8931-93B51D812D03}" type="presParOf" srcId="{6CFD0CA9-C712-41E0-B719-0A23ACCC5397}" destId="{5A45C53C-7725-48D9-A02E-81B437FBB969}" srcOrd="4" destOrd="0" presId="urn:microsoft.com/office/officeart/2005/8/layout/hierarchy3"/>
    <dgm:cxn modelId="{4B6C4957-B840-493C-988F-FC10BD8FA00F}" type="presParOf" srcId="{6CFD0CA9-C712-41E0-B719-0A23ACCC5397}" destId="{F47786B8-D1FB-42D9-A2B7-99A3BE6B2E5F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1DC1D8-AF8E-4AD3-8F3A-028424C67A03}">
      <dsp:nvSpPr>
        <dsp:cNvPr id="0" name=""/>
        <dsp:cNvSpPr/>
      </dsp:nvSpPr>
      <dsp:spPr>
        <a:xfrm>
          <a:off x="469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ECMAScript5</a:t>
          </a:r>
        </a:p>
      </dsp:txBody>
      <dsp:txXfrm>
        <a:off x="195619" y="2248393"/>
        <a:ext cx="921880" cy="921880"/>
      </dsp:txXfrm>
    </dsp:sp>
    <dsp:sp modelId="{77389B7C-EEFA-49BC-ACFE-3BCDC31F3A4E}">
      <dsp:nvSpPr>
        <dsp:cNvPr id="0" name=""/>
        <dsp:cNvSpPr/>
      </dsp:nvSpPr>
      <dsp:spPr>
        <a:xfrm>
          <a:off x="1414290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1514520" y="2620407"/>
        <a:ext cx="555705" cy="177851"/>
      </dsp:txXfrm>
    </dsp:sp>
    <dsp:sp modelId="{AFF351EB-85E5-496F-B9AB-45A5B109EEBC}">
      <dsp:nvSpPr>
        <dsp:cNvPr id="0" name=""/>
        <dsp:cNvSpPr/>
      </dsp:nvSpPr>
      <dsp:spPr>
        <a:xfrm>
          <a:off x="2276319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ECMAScript6</a:t>
          </a:r>
        </a:p>
      </dsp:txBody>
      <dsp:txXfrm>
        <a:off x="2467246" y="2248393"/>
        <a:ext cx="921880" cy="921880"/>
      </dsp:txXfrm>
    </dsp:sp>
    <dsp:sp modelId="{523619B0-4836-4F85-B178-D0067AC72FCE}">
      <dsp:nvSpPr>
        <dsp:cNvPr id="0" name=""/>
        <dsp:cNvSpPr/>
      </dsp:nvSpPr>
      <dsp:spPr>
        <a:xfrm>
          <a:off x="3685917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3786147" y="2620407"/>
        <a:ext cx="555705" cy="177851"/>
      </dsp:txXfrm>
    </dsp:sp>
    <dsp:sp modelId="{356DDC87-D1BE-49E9-9017-C238619EE953}">
      <dsp:nvSpPr>
        <dsp:cNvPr id="0" name=""/>
        <dsp:cNvSpPr/>
      </dsp:nvSpPr>
      <dsp:spPr>
        <a:xfrm>
          <a:off x="4547946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Additional Features</a:t>
          </a:r>
        </a:p>
      </dsp:txBody>
      <dsp:txXfrm>
        <a:off x="4738873" y="2248393"/>
        <a:ext cx="921880" cy="921880"/>
      </dsp:txXfrm>
    </dsp:sp>
    <dsp:sp modelId="{045500DA-CC1F-4371-AA73-63024F1D06F3}">
      <dsp:nvSpPr>
        <dsp:cNvPr id="0" name=""/>
        <dsp:cNvSpPr/>
      </dsp:nvSpPr>
      <dsp:spPr>
        <a:xfrm>
          <a:off x="5957543" y="2331250"/>
          <a:ext cx="756165" cy="756165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6057773" y="2487020"/>
        <a:ext cx="555705" cy="444625"/>
      </dsp:txXfrm>
    </dsp:sp>
    <dsp:sp modelId="{2A966352-D133-4596-A883-D312A2B550E6}">
      <dsp:nvSpPr>
        <dsp:cNvPr id="0" name=""/>
        <dsp:cNvSpPr/>
      </dsp:nvSpPr>
      <dsp:spPr>
        <a:xfrm>
          <a:off x="681957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 err="1"/>
            <a:t>TypeScript</a:t>
          </a:r>
          <a:endParaRPr lang="de-DE" sz="1300" kern="1200" dirty="0"/>
        </a:p>
      </dsp:txBody>
      <dsp:txXfrm>
        <a:off x="7010499" y="2248393"/>
        <a:ext cx="921880" cy="921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B80C5E-CCF4-4E52-8E57-FC1AA715B429}">
      <dsp:nvSpPr>
        <dsp:cNvPr id="0" name=""/>
        <dsp:cNvSpPr/>
      </dsp:nvSpPr>
      <dsp:spPr>
        <a:xfrm>
          <a:off x="0" y="2442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8B915-614F-48DD-A952-C233801F106C}">
      <dsp:nvSpPr>
        <dsp:cNvPr id="0" name=""/>
        <dsp:cNvSpPr/>
      </dsp:nvSpPr>
      <dsp:spPr>
        <a:xfrm>
          <a:off x="374497" y="280994"/>
          <a:ext cx="680904" cy="6809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D7F5-0A2C-46EE-96E8-F0EA10ECDAD4}">
      <dsp:nvSpPr>
        <dsp:cNvPr id="0" name=""/>
        <dsp:cNvSpPr/>
      </dsp:nvSpPr>
      <dsp:spPr>
        <a:xfrm>
          <a:off x="1429899" y="2442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OO Concepts</a:t>
          </a:r>
        </a:p>
      </dsp:txBody>
      <dsp:txXfrm>
        <a:off x="1429899" y="2442"/>
        <a:ext cx="5083704" cy="1238008"/>
      </dsp:txXfrm>
    </dsp:sp>
    <dsp:sp modelId="{7DDD0EAC-A835-4F9E-AA7C-B442F1F3BE44}">
      <dsp:nvSpPr>
        <dsp:cNvPr id="0" name=""/>
        <dsp:cNvSpPr/>
      </dsp:nvSpPr>
      <dsp:spPr>
        <a:xfrm>
          <a:off x="0" y="1549953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81CE2-3EFC-461B-8124-EF43EC9E024E}">
      <dsp:nvSpPr>
        <dsp:cNvPr id="0" name=""/>
        <dsp:cNvSpPr/>
      </dsp:nvSpPr>
      <dsp:spPr>
        <a:xfrm>
          <a:off x="374497" y="1828505"/>
          <a:ext cx="680904" cy="6809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624-F9BD-4CE2-814A-48072C0A76A2}">
      <dsp:nvSpPr>
        <dsp:cNvPr id="0" name=""/>
        <dsp:cNvSpPr/>
      </dsp:nvSpPr>
      <dsp:spPr>
        <a:xfrm>
          <a:off x="1429899" y="1549953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Supports Type Definitions</a:t>
          </a:r>
        </a:p>
      </dsp:txBody>
      <dsp:txXfrm>
        <a:off x="1429899" y="1549953"/>
        <a:ext cx="5083704" cy="1238008"/>
      </dsp:txXfrm>
    </dsp:sp>
    <dsp:sp modelId="{F4600845-C547-45B3-BC28-88871AFBDCF5}">
      <dsp:nvSpPr>
        <dsp:cNvPr id="0" name=""/>
        <dsp:cNvSpPr/>
      </dsp:nvSpPr>
      <dsp:spPr>
        <a:xfrm>
          <a:off x="0" y="309746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6494FC-222B-4EBA-8304-186FCD3D3D7C}">
      <dsp:nvSpPr>
        <dsp:cNvPr id="0" name=""/>
        <dsp:cNvSpPr/>
      </dsp:nvSpPr>
      <dsp:spPr>
        <a:xfrm>
          <a:off x="374497" y="3376015"/>
          <a:ext cx="680904" cy="6809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3A14C-6BC7-48A5-8CA2-4A49C385E09D}">
      <dsp:nvSpPr>
        <dsp:cNvPr id="0" name=""/>
        <dsp:cNvSpPr/>
      </dsp:nvSpPr>
      <dsp:spPr>
        <a:xfrm>
          <a:off x="1429899" y="309746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Strong static Type</a:t>
          </a:r>
        </a:p>
      </dsp:txBody>
      <dsp:txXfrm>
        <a:off x="1429899" y="3097464"/>
        <a:ext cx="5083704" cy="1238008"/>
      </dsp:txXfrm>
    </dsp:sp>
    <dsp:sp modelId="{F0A0FE29-1A60-4E3F-8AEA-3A981C2DD80E}">
      <dsp:nvSpPr>
        <dsp:cNvPr id="0" name=""/>
        <dsp:cNvSpPr/>
      </dsp:nvSpPr>
      <dsp:spPr>
        <a:xfrm>
          <a:off x="0" y="464497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122F4D-38B5-49EA-8A54-040F6BF8EB1A}">
      <dsp:nvSpPr>
        <dsp:cNvPr id="0" name=""/>
        <dsp:cNvSpPr/>
      </dsp:nvSpPr>
      <dsp:spPr>
        <a:xfrm>
          <a:off x="374497" y="4923526"/>
          <a:ext cx="680904" cy="6809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885B9-CFC0-4FF9-BB7A-D03C3BA6AA97}">
      <dsp:nvSpPr>
        <dsp:cNvPr id="0" name=""/>
        <dsp:cNvSpPr/>
      </dsp:nvSpPr>
      <dsp:spPr>
        <a:xfrm>
          <a:off x="1429899" y="464497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Compilation</a:t>
          </a:r>
        </a:p>
      </dsp:txBody>
      <dsp:txXfrm>
        <a:off x="1429899" y="4644974"/>
        <a:ext cx="5083704" cy="12380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E1DB7A-644C-3B42-AD25-2ECA5A8DDB63}">
      <dsp:nvSpPr>
        <dsp:cNvPr id="0" name=""/>
        <dsp:cNvSpPr/>
      </dsp:nvSpPr>
      <dsp:spPr>
        <a:xfrm>
          <a:off x="3071637" y="986584"/>
          <a:ext cx="817482" cy="590950"/>
        </a:xfrm>
        <a:custGeom>
          <a:avLst/>
          <a:gdLst/>
          <a:ahLst/>
          <a:cxnLst/>
          <a:rect l="0" t="0" r="0" b="0"/>
          <a:pathLst>
            <a:path>
              <a:moveTo>
                <a:pt x="817482" y="0"/>
              </a:moveTo>
              <a:lnTo>
                <a:pt x="817482" y="590950"/>
              </a:lnTo>
              <a:lnTo>
                <a:pt x="0" y="59095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3A3C33-7FFA-3748-8258-C09732752CE2}">
      <dsp:nvSpPr>
        <dsp:cNvPr id="0" name=""/>
        <dsp:cNvSpPr/>
      </dsp:nvSpPr>
      <dsp:spPr>
        <a:xfrm>
          <a:off x="3843399" y="986584"/>
          <a:ext cx="91440" cy="181224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12249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259B3B-D6B1-F743-83B8-9AB1A60E7DE1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A37C34-5D0F-3C47-9836-F4DB7D8FF3A7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83DDC5-6826-BD44-AB99-BD67F09563F2}">
      <dsp:nvSpPr>
        <dsp:cNvPr id="0" name=""/>
        <dsp:cNvSpPr/>
      </dsp:nvSpPr>
      <dsp:spPr>
        <a:xfrm>
          <a:off x="2904201" y="178952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any</a:t>
          </a:r>
          <a:endParaRPr lang="de-DE" sz="2900" kern="1200" dirty="0"/>
        </a:p>
      </dsp:txBody>
      <dsp:txXfrm>
        <a:off x="2904201" y="178952"/>
        <a:ext cx="1969836" cy="630347"/>
      </dsp:txXfrm>
    </dsp:sp>
    <dsp:sp modelId="{9D02861B-EA84-F748-AE6A-3B31D1F98643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882EBD-7C86-3F4E-ACFA-7AFD645EE42A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1E523-5190-424F-BA86-8372C6F5CAC4}">
      <dsp:nvSpPr>
        <dsp:cNvPr id="0" name=""/>
        <dsp:cNvSpPr/>
      </dsp:nvSpPr>
      <dsp:spPr>
        <a:xfrm>
          <a:off x="2904201" y="2976119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/>
            <a:t>user-</a:t>
          </a:r>
          <a:r>
            <a:rPr lang="de-DE" sz="2900" kern="1200" dirty="0" err="1"/>
            <a:t>defined</a:t>
          </a:r>
          <a:endParaRPr lang="de-DE" sz="2900" kern="1200" dirty="0"/>
        </a:p>
      </dsp:txBody>
      <dsp:txXfrm>
        <a:off x="2904201" y="2976119"/>
        <a:ext cx="1969836" cy="630347"/>
      </dsp:txXfrm>
    </dsp:sp>
    <dsp:sp modelId="{80A84B1A-C964-A646-BC6F-F9605462D7EA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2A00A7-8A99-564A-9E40-413619C32B17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7331BC-3BBA-3E4D-9943-2B47AE708F1D}">
      <dsp:nvSpPr>
        <dsp:cNvPr id="0" name=""/>
        <dsp:cNvSpPr/>
      </dsp:nvSpPr>
      <dsp:spPr>
        <a:xfrm>
          <a:off x="1712450" y="1577535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build</a:t>
          </a:r>
          <a:r>
            <a:rPr lang="de-DE" sz="2900" kern="1200" dirty="0"/>
            <a:t>-in </a:t>
          </a:r>
        </a:p>
      </dsp:txBody>
      <dsp:txXfrm>
        <a:off x="1712450" y="1577535"/>
        <a:ext cx="1969836" cy="63034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B51B93-AE9B-B94B-9913-A0FA94D542D5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MAX_VALUE</a:t>
          </a:r>
        </a:p>
      </dsp:txBody>
      <dsp:txXfrm>
        <a:off x="0" y="39687"/>
        <a:ext cx="3286125" cy="1971675"/>
      </dsp:txXfrm>
    </dsp:sp>
    <dsp:sp modelId="{E2874CD4-E27F-6D4D-AF3E-0BA502B88C85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MIN_VALUE</a:t>
          </a:r>
        </a:p>
      </dsp:txBody>
      <dsp:txXfrm>
        <a:off x="3614737" y="39687"/>
        <a:ext cx="3286125" cy="1971675"/>
      </dsp:txXfrm>
    </dsp:sp>
    <dsp:sp modelId="{46BD3462-22A5-B848-B3BF-947443600A3F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NaN</a:t>
          </a:r>
          <a:endParaRPr lang="en-GB" sz="2900" kern="1200" dirty="0"/>
        </a:p>
      </dsp:txBody>
      <dsp:txXfrm>
        <a:off x="7229475" y="39687"/>
        <a:ext cx="3286125" cy="1971675"/>
      </dsp:txXfrm>
    </dsp:sp>
    <dsp:sp modelId="{5278F817-5899-5244-957D-90D74475FF53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NEGATIVE_INFINITY</a:t>
          </a:r>
        </a:p>
      </dsp:txBody>
      <dsp:txXfrm>
        <a:off x="1807368" y="2339975"/>
        <a:ext cx="3286125" cy="1971675"/>
      </dsp:txXfrm>
    </dsp:sp>
    <dsp:sp modelId="{7088EFB0-72B3-8348-9AFC-21329A1C7953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POSITIVE_INFINITY</a:t>
          </a:r>
        </a:p>
      </dsp:txBody>
      <dsp:txXfrm>
        <a:off x="5422106" y="2339975"/>
        <a:ext cx="3286125" cy="19716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05A6E9-FF4C-384A-B7B4-505B04A5AE37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D4F5A90-57FB-7D46-8ACA-77784286DEB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Felder</a:t>
          </a:r>
        </a:p>
      </dsp:txBody>
      <dsp:txXfrm>
        <a:off x="573335" y="67003"/>
        <a:ext cx="7265810" cy="879050"/>
      </dsp:txXfrm>
    </dsp:sp>
    <dsp:sp modelId="{3034F782-9A22-1242-AEDF-EC2E88C0D473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E23C32B-D4F3-744A-BC62-B4277299AEA4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Konstruktoren</a:t>
          </a:r>
          <a:endParaRPr lang="en-GB" sz="3300" kern="1200" dirty="0"/>
        </a:p>
      </dsp:txBody>
      <dsp:txXfrm>
        <a:off x="573335" y="1563884"/>
        <a:ext cx="7265810" cy="879050"/>
      </dsp:txXfrm>
    </dsp:sp>
    <dsp:sp modelId="{A4D8D4E7-691F-9E42-92CE-F4F5D0B447C7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C22D886-3319-7642-954B-BB2ED3D676DC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Funktionen</a:t>
          </a:r>
          <a:endParaRPr lang="en-GB" sz="3300" kern="1200" dirty="0"/>
        </a:p>
      </dsp:txBody>
      <dsp:txXfrm>
        <a:off x="573335" y="3060764"/>
        <a:ext cx="7265810" cy="87905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32D7E5-5B7E-4B4E-BE4E-D9A3694AD337}">
      <dsp:nvSpPr>
        <dsp:cNvPr id="0" name=""/>
        <dsp:cNvSpPr/>
      </dsp:nvSpPr>
      <dsp:spPr>
        <a:xfrm>
          <a:off x="0" y="52793"/>
          <a:ext cx="6263640" cy="11138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node und npm sind auf einem Entwicklerrechner zu installieren</a:t>
          </a:r>
          <a:endParaRPr lang="en-US" sz="2800" kern="1200"/>
        </a:p>
      </dsp:txBody>
      <dsp:txXfrm>
        <a:off x="54373" y="107166"/>
        <a:ext cx="6154894" cy="1005094"/>
      </dsp:txXfrm>
    </dsp:sp>
    <dsp:sp modelId="{C969A8D0-9CFE-214F-BD05-D00F95DD159B}">
      <dsp:nvSpPr>
        <dsp:cNvPr id="0" name=""/>
        <dsp:cNvSpPr/>
      </dsp:nvSpPr>
      <dsp:spPr>
        <a:xfrm>
          <a:off x="0" y="1166633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Näheres hierzu im Anhang</a:t>
          </a:r>
          <a:endParaRPr lang="en-US" sz="2200" kern="1200"/>
        </a:p>
      </dsp:txBody>
      <dsp:txXfrm>
        <a:off x="0" y="1166633"/>
        <a:ext cx="6263640" cy="463680"/>
      </dsp:txXfrm>
    </dsp:sp>
    <dsp:sp modelId="{DBF7F457-3343-C743-B657-5249DC45C846}">
      <dsp:nvSpPr>
        <dsp:cNvPr id="0" name=""/>
        <dsp:cNvSpPr/>
      </dsp:nvSpPr>
      <dsp:spPr>
        <a:xfrm>
          <a:off x="0" y="1630313"/>
          <a:ext cx="6263640" cy="111384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Damit steht ein ausgefeilter Buildprozess zur Verfügung</a:t>
          </a:r>
          <a:endParaRPr lang="en-US" sz="2800" kern="1200"/>
        </a:p>
      </dsp:txBody>
      <dsp:txXfrm>
        <a:off x="54373" y="1684686"/>
        <a:ext cx="6154894" cy="1005094"/>
      </dsp:txXfrm>
    </dsp:sp>
    <dsp:sp modelId="{86A05BEB-80B6-B94B-9381-3A33D3FEE699}">
      <dsp:nvSpPr>
        <dsp:cNvPr id="0" name=""/>
        <dsp:cNvSpPr/>
      </dsp:nvSpPr>
      <dsp:spPr>
        <a:xfrm>
          <a:off x="0" y="2744153"/>
          <a:ext cx="626364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Verzeichnisstruktur und Projekt-Organisation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Automatische Transpilation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Browser-Update bei Änderungen an den Quellen</a:t>
          </a:r>
          <a:endParaRPr lang="en-US" sz="2200" kern="1200"/>
        </a:p>
      </dsp:txBody>
      <dsp:txXfrm>
        <a:off x="0" y="2744153"/>
        <a:ext cx="6263640" cy="1130220"/>
      </dsp:txXfrm>
    </dsp:sp>
    <dsp:sp modelId="{7E8F63C5-9C34-FF4D-801C-0AF2CF2B8D4C}">
      <dsp:nvSpPr>
        <dsp:cNvPr id="0" name=""/>
        <dsp:cNvSpPr/>
      </dsp:nvSpPr>
      <dsp:spPr>
        <a:xfrm>
          <a:off x="0" y="3874374"/>
          <a:ext cx="6263640" cy="111384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 spezieller Editor ist nicht notwendig</a:t>
          </a:r>
          <a:endParaRPr lang="en-US" sz="2800" kern="1200"/>
        </a:p>
      </dsp:txBody>
      <dsp:txXfrm>
        <a:off x="54373" y="3928747"/>
        <a:ext cx="6154894" cy="1005094"/>
      </dsp:txXfrm>
    </dsp:sp>
    <dsp:sp modelId="{F5F93022-1561-DD4F-993E-1F43A17E9D3C}">
      <dsp:nvSpPr>
        <dsp:cNvPr id="0" name=""/>
        <dsp:cNvSpPr/>
      </dsp:nvSpPr>
      <dsp:spPr>
        <a:xfrm>
          <a:off x="0" y="4988214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Empfohlen wird Atom oder ähnliches</a:t>
          </a:r>
          <a:endParaRPr lang="en-US" sz="2200" kern="1200"/>
        </a:p>
      </dsp:txBody>
      <dsp:txXfrm>
        <a:off x="0" y="4988214"/>
        <a:ext cx="6263640" cy="4636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6A9BEA-F847-4040-A8F5-FD6605508718}">
      <dsp:nvSpPr>
        <dsp:cNvPr id="0" name=""/>
        <dsp:cNvSpPr/>
      </dsp:nvSpPr>
      <dsp:spPr>
        <a:xfrm>
          <a:off x="0" y="295388"/>
          <a:ext cx="10515600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Pipe Operator |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Elivs</a:t>
          </a:r>
          <a:r>
            <a:rPr lang="de-DE" sz="1600" kern="1200" dirty="0"/>
            <a:t> Operator als Safe Navigation ?.</a:t>
          </a:r>
        </a:p>
      </dsp:txBody>
      <dsp:txXfrm>
        <a:off x="0" y="295388"/>
        <a:ext cx="10515600" cy="932400"/>
      </dsp:txXfrm>
    </dsp:sp>
    <dsp:sp modelId="{5202CEB0-16B7-4D40-BC11-729BF95DB8C6}">
      <dsp:nvSpPr>
        <dsp:cNvPr id="0" name=""/>
        <dsp:cNvSpPr/>
      </dsp:nvSpPr>
      <dsp:spPr>
        <a:xfrm>
          <a:off x="525780" y="5922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Template Operatoren</a:t>
          </a:r>
        </a:p>
      </dsp:txBody>
      <dsp:txXfrm>
        <a:off x="548837" y="82285"/>
        <a:ext cx="7314806" cy="426206"/>
      </dsp:txXfrm>
    </dsp:sp>
    <dsp:sp modelId="{C6CB5430-CED1-A348-986D-FE18CC657550}">
      <dsp:nvSpPr>
        <dsp:cNvPr id="0" name=""/>
        <dsp:cNvSpPr/>
      </dsp:nvSpPr>
      <dsp:spPr>
        <a:xfrm>
          <a:off x="0" y="155034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Globaler Namensraum nicht zugreifbar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this</a:t>
          </a:r>
          <a:r>
            <a:rPr lang="de-DE" sz="1600" kern="1200" dirty="0"/>
            <a:t> --&gt; </a:t>
          </a:r>
          <a:r>
            <a:rPr lang="de-DE" sz="1600" kern="1200" dirty="0" err="1"/>
            <a:t>Instanzvariablen</a:t>
          </a:r>
          <a:r>
            <a:rPr lang="de-DE" sz="1600" kern="1200" dirty="0"/>
            <a:t> der @</a:t>
          </a:r>
          <a:r>
            <a:rPr lang="de-DE" sz="1600" kern="1200" dirty="0" err="1"/>
            <a:t>Component</a:t>
          </a:r>
          <a:r>
            <a:rPr lang="de-DE" sz="1600" kern="1200" dirty="0"/>
            <a:t> Klasse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Eigene Template Variablen</a:t>
          </a:r>
        </a:p>
      </dsp:txBody>
      <dsp:txXfrm>
        <a:off x="0" y="1550349"/>
        <a:ext cx="10515600" cy="1209600"/>
      </dsp:txXfrm>
    </dsp:sp>
    <dsp:sp modelId="{5310B6EA-5864-1B4C-9625-C056B4C29F34}">
      <dsp:nvSpPr>
        <dsp:cNvPr id="0" name=""/>
        <dsp:cNvSpPr/>
      </dsp:nvSpPr>
      <dsp:spPr>
        <a:xfrm>
          <a:off x="525780" y="131418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Evaluation Kontext</a:t>
          </a:r>
        </a:p>
      </dsp:txBody>
      <dsp:txXfrm>
        <a:off x="548837" y="1337245"/>
        <a:ext cx="7314806" cy="426206"/>
      </dsp:txXfrm>
    </dsp:sp>
    <dsp:sp modelId="{6B88DEFE-8CDA-9446-B0C9-4194498CC200}">
      <dsp:nvSpPr>
        <dsp:cNvPr id="0" name=""/>
        <dsp:cNvSpPr/>
      </dsp:nvSpPr>
      <dsp:spPr>
        <a:xfrm>
          <a:off x="0" y="308250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new</a:t>
          </a:r>
          <a:r>
            <a:rPr lang="de-DE" sz="1600" kern="1200" dirty="0"/>
            <a:t> Operator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Bit-Operatoren | und &amp;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Inkrement bzw. Dekrement</a:t>
          </a:r>
        </a:p>
      </dsp:txBody>
      <dsp:txXfrm>
        <a:off x="0" y="3082509"/>
        <a:ext cx="10515600" cy="1209600"/>
      </dsp:txXfrm>
    </dsp:sp>
    <dsp:sp modelId="{6C085811-A8B6-9D40-B9F3-8085E71D5E6F}">
      <dsp:nvSpPr>
        <dsp:cNvPr id="0" name=""/>
        <dsp:cNvSpPr/>
      </dsp:nvSpPr>
      <dsp:spPr>
        <a:xfrm>
          <a:off x="525780" y="2846349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Was geht nicht</a:t>
          </a:r>
        </a:p>
      </dsp:txBody>
      <dsp:txXfrm>
        <a:off x="548837" y="2869406"/>
        <a:ext cx="7314806" cy="42620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4CC3FB-ED5E-4A31-AD32-FCEEE3CBF675}">
      <dsp:nvSpPr>
        <dsp:cNvPr id="0" name=""/>
        <dsp:cNvSpPr/>
      </dsp:nvSpPr>
      <dsp:spPr>
        <a:xfrm>
          <a:off x="0" y="2364"/>
          <a:ext cx="6117335" cy="119831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804EFC-3DC6-4BBA-A99B-495A788E834C}">
      <dsp:nvSpPr>
        <dsp:cNvPr id="0" name=""/>
        <dsp:cNvSpPr/>
      </dsp:nvSpPr>
      <dsp:spPr>
        <a:xfrm>
          <a:off x="362489" y="271984"/>
          <a:ext cx="659071" cy="6590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25F34-095C-4CED-B2F8-875B43140EE7}">
      <dsp:nvSpPr>
        <dsp:cNvPr id="0" name=""/>
        <dsp:cNvSpPr/>
      </dsp:nvSpPr>
      <dsp:spPr>
        <a:xfrm>
          <a:off x="1384050" y="2364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Services sind </a:t>
          </a:r>
          <a:r>
            <a:rPr lang="de-DE" sz="1600" kern="1200" dirty="0" err="1"/>
            <a:t>TypeScript</a:t>
          </a:r>
          <a:r>
            <a:rPr lang="de-DE" sz="1600" kern="1200" dirty="0"/>
            <a:t>-Klassen</a:t>
          </a:r>
          <a:endParaRPr lang="en-US" sz="1600" kern="1200" dirty="0"/>
        </a:p>
      </dsp:txBody>
      <dsp:txXfrm>
        <a:off x="1384050" y="2364"/>
        <a:ext cx="4733285" cy="1198312"/>
      </dsp:txXfrm>
    </dsp:sp>
    <dsp:sp modelId="{4BE57F8C-3983-4127-9440-E398578B117F}">
      <dsp:nvSpPr>
        <dsp:cNvPr id="0" name=""/>
        <dsp:cNvSpPr/>
      </dsp:nvSpPr>
      <dsp:spPr>
        <a:xfrm>
          <a:off x="0" y="1500254"/>
          <a:ext cx="6117335" cy="119831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E87817-B150-4258-BE5E-7887ABC4D675}">
      <dsp:nvSpPr>
        <dsp:cNvPr id="0" name=""/>
        <dsp:cNvSpPr/>
      </dsp:nvSpPr>
      <dsp:spPr>
        <a:xfrm>
          <a:off x="362489" y="1769874"/>
          <a:ext cx="659071" cy="6590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2B386-BF00-4470-8429-B58BA85112D7}">
      <dsp:nvSpPr>
        <dsp:cNvPr id="0" name=""/>
        <dsp:cNvSpPr/>
      </dsp:nvSpPr>
      <dsp:spPr>
        <a:xfrm>
          <a:off x="1384050" y="1500254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Diese werden ausschließlich vom Angular-Framework instanziert</a:t>
          </a:r>
          <a:endParaRPr lang="en-US" sz="1600" kern="1200"/>
        </a:p>
      </dsp:txBody>
      <dsp:txXfrm>
        <a:off x="1384050" y="1500254"/>
        <a:ext cx="2752801" cy="1198312"/>
      </dsp:txXfrm>
    </dsp:sp>
    <dsp:sp modelId="{042DECAB-DBF2-4E95-B4B7-6C6A52F4443E}">
      <dsp:nvSpPr>
        <dsp:cNvPr id="0" name=""/>
        <dsp:cNvSpPr/>
      </dsp:nvSpPr>
      <dsp:spPr>
        <a:xfrm>
          <a:off x="4136851" y="1500254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 Aufgabe übernimmt der Angular-Context</a:t>
          </a:r>
          <a:endParaRPr lang="en-US" sz="1200" kern="1200"/>
        </a:p>
      </dsp:txBody>
      <dsp:txXfrm>
        <a:off x="4136851" y="1500254"/>
        <a:ext cx="1980484" cy="1198312"/>
      </dsp:txXfrm>
    </dsp:sp>
    <dsp:sp modelId="{A4DC7493-295E-4408-B34F-BB43D6EDAD58}">
      <dsp:nvSpPr>
        <dsp:cNvPr id="0" name=""/>
        <dsp:cNvSpPr/>
      </dsp:nvSpPr>
      <dsp:spPr>
        <a:xfrm>
          <a:off x="0" y="2998145"/>
          <a:ext cx="6117335" cy="119831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234B0-4EAC-44EB-95C4-F78A7CD8D387}">
      <dsp:nvSpPr>
        <dsp:cNvPr id="0" name=""/>
        <dsp:cNvSpPr/>
      </dsp:nvSpPr>
      <dsp:spPr>
        <a:xfrm>
          <a:off x="362489" y="3267765"/>
          <a:ext cx="659071" cy="6590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26E73-0021-4537-8337-D686F97F9B26}">
      <dsp:nvSpPr>
        <dsp:cNvPr id="0" name=""/>
        <dsp:cNvSpPr/>
      </dsp:nvSpPr>
      <dsp:spPr>
        <a:xfrm>
          <a:off x="1384050" y="2998145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Benötigt eine Component den Zugriff auf einen Service, so wird dieser automatisch gesetzt</a:t>
          </a:r>
          <a:endParaRPr lang="en-US" sz="1600" kern="1200"/>
        </a:p>
      </dsp:txBody>
      <dsp:txXfrm>
        <a:off x="1384050" y="2998145"/>
        <a:ext cx="2752801" cy="1198312"/>
      </dsp:txXfrm>
    </dsp:sp>
    <dsp:sp modelId="{6C604A4D-86D1-4321-9052-AF311CDFB6AD}">
      <dsp:nvSpPr>
        <dsp:cNvPr id="0" name=""/>
        <dsp:cNvSpPr/>
      </dsp:nvSpPr>
      <dsp:spPr>
        <a:xfrm>
          <a:off x="4136851" y="2998145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Dieses Verfahren heißt Dependency Injection</a:t>
          </a:r>
          <a:endParaRPr lang="en-US" sz="1200" kern="1200"/>
        </a:p>
      </dsp:txBody>
      <dsp:txXfrm>
        <a:off x="4136851" y="2998145"/>
        <a:ext cx="1980484" cy="1198312"/>
      </dsp:txXfrm>
    </dsp:sp>
    <dsp:sp modelId="{6080E5D3-8DA7-467D-A06F-D6F7EACC4246}">
      <dsp:nvSpPr>
        <dsp:cNvPr id="0" name=""/>
        <dsp:cNvSpPr/>
      </dsp:nvSpPr>
      <dsp:spPr>
        <a:xfrm>
          <a:off x="0" y="4496035"/>
          <a:ext cx="6117335" cy="119831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F5F76A-6D3A-4E8E-B4EB-8D5E159414E7}">
      <dsp:nvSpPr>
        <dsp:cNvPr id="0" name=""/>
        <dsp:cNvSpPr/>
      </dsp:nvSpPr>
      <dsp:spPr>
        <a:xfrm>
          <a:off x="362489" y="4765655"/>
          <a:ext cx="659071" cy="6590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496FC2-0F73-42BF-8BC1-5D83F2FD5A7F}">
      <dsp:nvSpPr>
        <dsp:cNvPr id="0" name=""/>
        <dsp:cNvSpPr/>
      </dsp:nvSpPr>
      <dsp:spPr>
        <a:xfrm>
          <a:off x="1384050" y="4496035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Insgesamt stellt Angular mit dem Service-Mechanismus ein Dependency-Injection-Framework zur Verfügung</a:t>
          </a:r>
          <a:endParaRPr lang="en-US" sz="1600" kern="1200"/>
        </a:p>
      </dsp:txBody>
      <dsp:txXfrm>
        <a:off x="1384050" y="4496035"/>
        <a:ext cx="4733285" cy="119831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80140C-DC50-9B42-93EF-E0A8E23B5672}">
      <dsp:nvSpPr>
        <dsp:cNvPr id="0" name=""/>
        <dsp:cNvSpPr/>
      </dsp:nvSpPr>
      <dsp:spPr>
        <a:xfrm>
          <a:off x="0" y="49679"/>
          <a:ext cx="6117335" cy="1112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Sehr allgemeines Konzept</a:t>
          </a:r>
          <a:endParaRPr lang="en-US" sz="2800" kern="1200"/>
        </a:p>
      </dsp:txBody>
      <dsp:txXfrm>
        <a:off x="54298" y="103977"/>
        <a:ext cx="6008739" cy="1003708"/>
      </dsp:txXfrm>
    </dsp:sp>
    <dsp:sp modelId="{E3706BF3-EB0C-B54A-9900-D0462B14A2C2}">
      <dsp:nvSpPr>
        <dsp:cNvPr id="0" name=""/>
        <dsp:cNvSpPr/>
      </dsp:nvSpPr>
      <dsp:spPr>
        <a:xfrm>
          <a:off x="0" y="1161983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Irgendwelche Funktionalität kapseln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Nicht UI spezifisch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Implementierungsdetails verstecken</a:t>
          </a:r>
          <a:endParaRPr lang="en-US" sz="2200" kern="1200"/>
        </a:p>
      </dsp:txBody>
      <dsp:txXfrm>
        <a:off x="0" y="1161983"/>
        <a:ext cx="6117335" cy="1130220"/>
      </dsp:txXfrm>
    </dsp:sp>
    <dsp:sp modelId="{E8370226-5730-B142-9DD9-D629D96B8129}">
      <dsp:nvSpPr>
        <dsp:cNvPr id="0" name=""/>
        <dsp:cNvSpPr/>
      </dsp:nvSpPr>
      <dsp:spPr>
        <a:xfrm>
          <a:off x="0" y="2292203"/>
          <a:ext cx="6117335" cy="1112304"/>
        </a:xfrm>
        <a:prstGeom prst="roundRect">
          <a:avLst/>
        </a:prstGeom>
        <a:solidFill>
          <a:schemeClr val="accent2">
            <a:hueOff val="3183231"/>
            <a:satOff val="5400"/>
            <a:lumOff val="-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Einsatzmöglichkeiten</a:t>
          </a:r>
          <a:endParaRPr lang="en-US" sz="2800" kern="1200"/>
        </a:p>
      </dsp:txBody>
      <dsp:txXfrm>
        <a:off x="54298" y="2346501"/>
        <a:ext cx="6008739" cy="1003708"/>
      </dsp:txXfrm>
    </dsp:sp>
    <dsp:sp modelId="{85B4C076-C19F-FA44-9E00-83D9F1C8BFCC}">
      <dsp:nvSpPr>
        <dsp:cNvPr id="0" name=""/>
        <dsp:cNvSpPr/>
      </dsp:nvSpPr>
      <dsp:spPr>
        <a:xfrm>
          <a:off x="0" y="3404508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Höhere Abstraktion schaffen (REST)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Integration anderer Bibliotheken (WebSocket)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Datenhaltung, Datenzugriff, Caching, Logik, ...</a:t>
          </a:r>
          <a:endParaRPr lang="en-US" sz="2200" kern="1200"/>
        </a:p>
      </dsp:txBody>
      <dsp:txXfrm>
        <a:off x="0" y="3404508"/>
        <a:ext cx="6117335" cy="1130220"/>
      </dsp:txXfrm>
    </dsp:sp>
    <dsp:sp modelId="{D268AD21-B487-BF4A-9B84-2EF1C86BF016}">
      <dsp:nvSpPr>
        <dsp:cNvPr id="0" name=""/>
        <dsp:cNvSpPr/>
      </dsp:nvSpPr>
      <dsp:spPr>
        <a:xfrm>
          <a:off x="0" y="4534728"/>
          <a:ext cx="6117335" cy="1112304"/>
        </a:xfrm>
        <a:prstGeom prst="roundRect">
          <a:avLst/>
        </a:prstGeom>
        <a:solidFill>
          <a:schemeClr val="accent2">
            <a:hueOff val="6366461"/>
            <a:satOff val="10800"/>
            <a:lumOff val="-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Können Abhängigkeit zu anderen Services haben</a:t>
          </a:r>
          <a:endParaRPr lang="en-US" sz="2800" kern="1200"/>
        </a:p>
      </dsp:txBody>
      <dsp:txXfrm>
        <a:off x="54298" y="4589026"/>
        <a:ext cx="6008739" cy="100370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BFC5A3-221C-BF41-82F3-231312BBE5EC}">
      <dsp:nvSpPr>
        <dsp:cNvPr id="0" name=""/>
        <dsp:cNvSpPr/>
      </dsp:nvSpPr>
      <dsp:spPr>
        <a:xfrm>
          <a:off x="0" y="44012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CD87B9-C580-F745-B1B7-FBF6A99F2703}">
      <dsp:nvSpPr>
        <dsp:cNvPr id="0" name=""/>
        <dsp:cNvSpPr/>
      </dsp:nvSpPr>
      <dsp:spPr>
        <a:xfrm>
          <a:off x="411480" y="15968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Aufbau der Netze komplex.</a:t>
          </a:r>
        </a:p>
      </dsp:txBody>
      <dsp:txXfrm>
        <a:off x="438860" y="187061"/>
        <a:ext cx="5705960" cy="506120"/>
      </dsp:txXfrm>
    </dsp:sp>
    <dsp:sp modelId="{E7B1E18C-5299-164E-8066-1AD144D53839}">
      <dsp:nvSpPr>
        <dsp:cNvPr id="0" name=""/>
        <dsp:cNvSpPr/>
      </dsp:nvSpPr>
      <dsp:spPr>
        <a:xfrm>
          <a:off x="0" y="130196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9D4BB5-B624-1D4B-B9E6-011316B43742}">
      <dsp:nvSpPr>
        <dsp:cNvPr id="0" name=""/>
        <dsp:cNvSpPr/>
      </dsp:nvSpPr>
      <dsp:spPr>
        <a:xfrm>
          <a:off x="411480" y="102152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Testbarkeit der Komponenten wird eingeschränkt.</a:t>
          </a:r>
        </a:p>
      </dsp:txBody>
      <dsp:txXfrm>
        <a:off x="438860" y="1048901"/>
        <a:ext cx="5705960" cy="506120"/>
      </dsp:txXfrm>
    </dsp:sp>
    <dsp:sp modelId="{1C9F027A-4FEE-E646-9A26-FF01151D7B0D}">
      <dsp:nvSpPr>
        <dsp:cNvPr id="0" name=""/>
        <dsp:cNvSpPr/>
      </dsp:nvSpPr>
      <dsp:spPr>
        <a:xfrm>
          <a:off x="0" y="216380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3F324F-A649-C54D-90F8-26F719C76FD7}">
      <dsp:nvSpPr>
        <dsp:cNvPr id="0" name=""/>
        <dsp:cNvSpPr/>
      </dsp:nvSpPr>
      <dsp:spPr>
        <a:xfrm>
          <a:off x="411480" y="188336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Änderbarkeit und Wartbarkeit nur bedingt gegeben.</a:t>
          </a:r>
        </a:p>
      </dsp:txBody>
      <dsp:txXfrm>
        <a:off x="438860" y="1910741"/>
        <a:ext cx="5705960" cy="506120"/>
      </dsp:txXfrm>
    </dsp:sp>
    <dsp:sp modelId="{E7A1E83F-27FB-7046-916E-840DBC608703}">
      <dsp:nvSpPr>
        <dsp:cNvPr id="0" name=""/>
        <dsp:cNvSpPr/>
      </dsp:nvSpPr>
      <dsp:spPr>
        <a:xfrm>
          <a:off x="0" y="302564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BA84C5-D367-3740-811F-273A21F9174D}">
      <dsp:nvSpPr>
        <dsp:cNvPr id="0" name=""/>
        <dsp:cNvSpPr/>
      </dsp:nvSpPr>
      <dsp:spPr>
        <a:xfrm>
          <a:off x="411480" y="274520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 err="1"/>
            <a:t>Favor</a:t>
          </a:r>
          <a:r>
            <a:rPr lang="de-DE" sz="1900" kern="1200" dirty="0"/>
            <a:t> Delegation </a:t>
          </a:r>
          <a:r>
            <a:rPr lang="de-DE" sz="1900" kern="1200" dirty="0" err="1"/>
            <a:t>over</a:t>
          </a:r>
          <a:r>
            <a:rPr lang="de-DE" sz="1900" kern="1200" dirty="0"/>
            <a:t> </a:t>
          </a:r>
          <a:r>
            <a:rPr lang="de-DE" sz="1900" kern="1200" dirty="0" err="1"/>
            <a:t>inheritance</a:t>
          </a:r>
          <a:r>
            <a:rPr lang="de-DE" sz="1900" kern="1200" dirty="0"/>
            <a:t>.</a:t>
          </a:r>
        </a:p>
      </dsp:txBody>
      <dsp:txXfrm>
        <a:off x="438860" y="2772581"/>
        <a:ext cx="5705960" cy="506120"/>
      </dsp:txXfrm>
    </dsp:sp>
    <dsp:sp modelId="{6387FF60-1556-F646-BEF2-EFDFA3F1F8AE}">
      <dsp:nvSpPr>
        <dsp:cNvPr id="0" name=""/>
        <dsp:cNvSpPr/>
      </dsp:nvSpPr>
      <dsp:spPr>
        <a:xfrm>
          <a:off x="0" y="388748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A284D-6452-BB41-99E7-07D3AE11220D}">
      <dsp:nvSpPr>
        <dsp:cNvPr id="0" name=""/>
        <dsp:cNvSpPr/>
      </dsp:nvSpPr>
      <dsp:spPr>
        <a:xfrm>
          <a:off x="411480" y="360704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Verschiedene Möglichkeiten Netze aufzubauen.</a:t>
          </a:r>
        </a:p>
      </dsp:txBody>
      <dsp:txXfrm>
        <a:off x="438860" y="3634421"/>
        <a:ext cx="5705960" cy="50612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B98D3-800E-F74A-9A0F-E2FFD80B7A9A}">
      <dsp:nvSpPr>
        <dsp:cNvPr id="0" name=""/>
        <dsp:cNvSpPr/>
      </dsp:nvSpPr>
      <dsp:spPr>
        <a:xfrm>
          <a:off x="86583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BB4F44-452B-744E-8688-A5A644D558E5}">
      <dsp:nvSpPr>
        <dsp:cNvPr id="0" name=""/>
        <dsp:cNvSpPr/>
      </dsp:nvSpPr>
      <dsp:spPr>
        <a:xfrm>
          <a:off x="86583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FC99E78-1155-0845-8512-C9CBF1EAC6CC}">
      <dsp:nvSpPr>
        <dsp:cNvPr id="0" name=""/>
        <dsp:cNvSpPr/>
      </dsp:nvSpPr>
      <dsp:spPr>
        <a:xfrm>
          <a:off x="86583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intermediate</a:t>
          </a:r>
        </a:p>
      </dsp:txBody>
      <dsp:txXfrm>
        <a:off x="86583" y="0"/>
        <a:ext cx="2889187" cy="610611"/>
      </dsp:txXfrm>
    </dsp:sp>
    <dsp:sp modelId="{F347F7C1-F496-F64F-9104-1061677E3A08}">
      <dsp:nvSpPr>
        <dsp:cNvPr id="0" name=""/>
        <dsp:cNvSpPr/>
      </dsp:nvSpPr>
      <dsp:spPr>
        <a:xfrm>
          <a:off x="86583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5C4DBBF-59F3-834F-A223-831DC26DDE50}">
      <dsp:nvSpPr>
        <dsp:cNvPr id="0" name=""/>
        <dsp:cNvSpPr/>
      </dsp:nvSpPr>
      <dsp:spPr>
        <a:xfrm>
          <a:off x="288826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filter</a:t>
          </a:r>
          <a:endParaRPr lang="de-DE" sz="1700" kern="1200" dirty="0"/>
        </a:p>
      </dsp:txBody>
      <dsp:txXfrm>
        <a:off x="288826" y="1091764"/>
        <a:ext cx="2686944" cy="494743"/>
      </dsp:txXfrm>
    </dsp:sp>
    <dsp:sp modelId="{8D6D2AA9-EA8F-634D-B9BE-DAA48591AC4E}">
      <dsp:nvSpPr>
        <dsp:cNvPr id="0" name=""/>
        <dsp:cNvSpPr/>
      </dsp:nvSpPr>
      <dsp:spPr>
        <a:xfrm>
          <a:off x="86583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EA5CB1D-5FD4-DE49-BD8B-06A65406B791}">
      <dsp:nvSpPr>
        <dsp:cNvPr id="0" name=""/>
        <dsp:cNvSpPr/>
      </dsp:nvSpPr>
      <dsp:spPr>
        <a:xfrm>
          <a:off x="288826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map</a:t>
          </a:r>
          <a:endParaRPr lang="de-DE" sz="1700" kern="1200" dirty="0"/>
        </a:p>
      </dsp:txBody>
      <dsp:txXfrm>
        <a:off x="288826" y="1586508"/>
        <a:ext cx="2686944" cy="494743"/>
      </dsp:txXfrm>
    </dsp:sp>
    <dsp:sp modelId="{8233E98F-D7DA-4345-A3B5-274A61A28C68}">
      <dsp:nvSpPr>
        <dsp:cNvPr id="0" name=""/>
        <dsp:cNvSpPr/>
      </dsp:nvSpPr>
      <dsp:spPr>
        <a:xfrm>
          <a:off x="86583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ED6C75D-1E28-434D-853E-2D29D3E7710C}">
      <dsp:nvSpPr>
        <dsp:cNvPr id="0" name=""/>
        <dsp:cNvSpPr/>
      </dsp:nvSpPr>
      <dsp:spPr>
        <a:xfrm>
          <a:off x="288826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sorted</a:t>
          </a:r>
          <a:endParaRPr lang="de-DE" sz="1700" kern="1200" dirty="0"/>
        </a:p>
      </dsp:txBody>
      <dsp:txXfrm>
        <a:off x="288826" y="2081251"/>
        <a:ext cx="2686944" cy="494743"/>
      </dsp:txXfrm>
    </dsp:sp>
    <dsp:sp modelId="{88E757B0-4E49-9A40-B9F2-A0850E6FE243}">
      <dsp:nvSpPr>
        <dsp:cNvPr id="0" name=""/>
        <dsp:cNvSpPr/>
      </dsp:nvSpPr>
      <dsp:spPr>
        <a:xfrm>
          <a:off x="86583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41626F9-A23B-F246-8047-0BCF07C14460}">
      <dsp:nvSpPr>
        <dsp:cNvPr id="0" name=""/>
        <dsp:cNvSpPr/>
      </dsp:nvSpPr>
      <dsp:spPr>
        <a:xfrm>
          <a:off x="288826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distinct</a:t>
          </a:r>
          <a:endParaRPr lang="de-DE" sz="1700" kern="1200" dirty="0"/>
        </a:p>
      </dsp:txBody>
      <dsp:txXfrm>
        <a:off x="288826" y="2575995"/>
        <a:ext cx="2686944" cy="494743"/>
      </dsp:txXfrm>
    </dsp:sp>
    <dsp:sp modelId="{F692CA78-A415-F641-9D76-A55F8BBAEDC7}">
      <dsp:nvSpPr>
        <dsp:cNvPr id="0" name=""/>
        <dsp:cNvSpPr/>
      </dsp:nvSpPr>
      <dsp:spPr>
        <a:xfrm>
          <a:off x="86583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849052E-1296-C04D-A318-77E326D99888}">
      <dsp:nvSpPr>
        <dsp:cNvPr id="0" name=""/>
        <dsp:cNvSpPr/>
      </dsp:nvSpPr>
      <dsp:spPr>
        <a:xfrm>
          <a:off x="288826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limit</a:t>
          </a:r>
          <a:endParaRPr lang="de-DE" sz="1700" kern="1200" dirty="0"/>
        </a:p>
      </dsp:txBody>
      <dsp:txXfrm>
        <a:off x="288826" y="3070738"/>
        <a:ext cx="2686944" cy="494743"/>
      </dsp:txXfrm>
    </dsp:sp>
    <dsp:sp modelId="{9D1E9075-AD49-9D42-AB06-CF9F4E42983B}">
      <dsp:nvSpPr>
        <dsp:cNvPr id="0" name=""/>
        <dsp:cNvSpPr/>
      </dsp:nvSpPr>
      <dsp:spPr>
        <a:xfrm>
          <a:off x="86583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5FBD568-00F0-CA41-9442-45AA230B9268}">
      <dsp:nvSpPr>
        <dsp:cNvPr id="0" name=""/>
        <dsp:cNvSpPr/>
      </dsp:nvSpPr>
      <dsp:spPr>
        <a:xfrm>
          <a:off x="288826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peek</a:t>
          </a:r>
          <a:endParaRPr lang="de-DE" sz="1700" kern="1200" dirty="0"/>
        </a:p>
      </dsp:txBody>
      <dsp:txXfrm>
        <a:off x="288826" y="3565481"/>
        <a:ext cx="2686944" cy="494743"/>
      </dsp:txXfrm>
    </dsp:sp>
    <dsp:sp modelId="{80F5CA70-F5A9-6D46-BBF0-B1BF51B96806}">
      <dsp:nvSpPr>
        <dsp:cNvPr id="0" name=""/>
        <dsp:cNvSpPr/>
      </dsp:nvSpPr>
      <dsp:spPr>
        <a:xfrm>
          <a:off x="3120229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F8A1F45-F0FE-174D-9804-9F3153FCE4CC}">
      <dsp:nvSpPr>
        <dsp:cNvPr id="0" name=""/>
        <dsp:cNvSpPr/>
      </dsp:nvSpPr>
      <dsp:spPr>
        <a:xfrm>
          <a:off x="3120229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0D9E660-3672-EB4B-90E2-490E14AE574C}">
      <dsp:nvSpPr>
        <dsp:cNvPr id="0" name=""/>
        <dsp:cNvSpPr/>
      </dsp:nvSpPr>
      <dsp:spPr>
        <a:xfrm>
          <a:off x="3120229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terminal</a:t>
          </a:r>
        </a:p>
      </dsp:txBody>
      <dsp:txXfrm>
        <a:off x="3120229" y="0"/>
        <a:ext cx="2889187" cy="610611"/>
      </dsp:txXfrm>
    </dsp:sp>
    <dsp:sp modelId="{558D38F1-94DA-6E4A-94E3-90E60D86BBEE}">
      <dsp:nvSpPr>
        <dsp:cNvPr id="0" name=""/>
        <dsp:cNvSpPr/>
      </dsp:nvSpPr>
      <dsp:spPr>
        <a:xfrm>
          <a:off x="3120229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267CF4-FDBE-EF4B-9516-67DE565AC5C2}">
      <dsp:nvSpPr>
        <dsp:cNvPr id="0" name=""/>
        <dsp:cNvSpPr/>
      </dsp:nvSpPr>
      <dsp:spPr>
        <a:xfrm>
          <a:off x="3322472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count</a:t>
          </a:r>
          <a:endParaRPr lang="de-DE" sz="1700" kern="1200" dirty="0"/>
        </a:p>
      </dsp:txBody>
      <dsp:txXfrm>
        <a:off x="3322472" y="1091764"/>
        <a:ext cx="2686944" cy="494743"/>
      </dsp:txXfrm>
    </dsp:sp>
    <dsp:sp modelId="{5EB43296-6BB6-9D43-AD57-5910B07E227C}">
      <dsp:nvSpPr>
        <dsp:cNvPr id="0" name=""/>
        <dsp:cNvSpPr/>
      </dsp:nvSpPr>
      <dsp:spPr>
        <a:xfrm>
          <a:off x="3120229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EFE7DCB-6CA6-2447-9655-3627004F00CA}">
      <dsp:nvSpPr>
        <dsp:cNvPr id="0" name=""/>
        <dsp:cNvSpPr/>
      </dsp:nvSpPr>
      <dsp:spPr>
        <a:xfrm>
          <a:off x="3322472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foreach</a:t>
          </a:r>
          <a:endParaRPr lang="de-DE" sz="1700" kern="1200" dirty="0"/>
        </a:p>
      </dsp:txBody>
      <dsp:txXfrm>
        <a:off x="3322472" y="1586508"/>
        <a:ext cx="2686944" cy="494743"/>
      </dsp:txXfrm>
    </dsp:sp>
    <dsp:sp modelId="{AECA63DD-0EB6-1F45-9144-7BC4B2B47254}">
      <dsp:nvSpPr>
        <dsp:cNvPr id="0" name=""/>
        <dsp:cNvSpPr/>
      </dsp:nvSpPr>
      <dsp:spPr>
        <a:xfrm>
          <a:off x="3120229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44D9F32-E826-1141-828E-D2235C1AE056}">
      <dsp:nvSpPr>
        <dsp:cNvPr id="0" name=""/>
        <dsp:cNvSpPr/>
      </dsp:nvSpPr>
      <dsp:spPr>
        <a:xfrm>
          <a:off x="3322472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sum</a:t>
          </a:r>
          <a:endParaRPr lang="de-DE" sz="1700" kern="1200" dirty="0"/>
        </a:p>
      </dsp:txBody>
      <dsp:txXfrm>
        <a:off x="3322472" y="2081251"/>
        <a:ext cx="2686944" cy="494743"/>
      </dsp:txXfrm>
    </dsp:sp>
    <dsp:sp modelId="{3F4D3C5B-4DA7-BD43-B520-4BA6790DF61E}">
      <dsp:nvSpPr>
        <dsp:cNvPr id="0" name=""/>
        <dsp:cNvSpPr/>
      </dsp:nvSpPr>
      <dsp:spPr>
        <a:xfrm>
          <a:off x="3120229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89EB8DD-EB8A-8C43-AF21-C13F69153078}">
      <dsp:nvSpPr>
        <dsp:cNvPr id="0" name=""/>
        <dsp:cNvSpPr/>
      </dsp:nvSpPr>
      <dsp:spPr>
        <a:xfrm>
          <a:off x="3322472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min/</a:t>
          </a:r>
          <a:r>
            <a:rPr lang="de-DE" sz="1700" kern="1200" dirty="0" err="1"/>
            <a:t>max</a:t>
          </a:r>
          <a:endParaRPr lang="de-DE" sz="1700" kern="1200" dirty="0"/>
        </a:p>
      </dsp:txBody>
      <dsp:txXfrm>
        <a:off x="3322472" y="2575995"/>
        <a:ext cx="2686944" cy="494743"/>
      </dsp:txXfrm>
    </dsp:sp>
    <dsp:sp modelId="{9DEAEA6C-0A14-1A43-B7CF-2DB1F13CB753}">
      <dsp:nvSpPr>
        <dsp:cNvPr id="0" name=""/>
        <dsp:cNvSpPr/>
      </dsp:nvSpPr>
      <dsp:spPr>
        <a:xfrm>
          <a:off x="3120229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32B82C2-F03A-054B-9C56-7E7ACF31BCDA}">
      <dsp:nvSpPr>
        <dsp:cNvPr id="0" name=""/>
        <dsp:cNvSpPr/>
      </dsp:nvSpPr>
      <dsp:spPr>
        <a:xfrm>
          <a:off x="3322472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reduce</a:t>
          </a:r>
          <a:endParaRPr lang="de-DE" sz="1700" kern="1200" dirty="0"/>
        </a:p>
      </dsp:txBody>
      <dsp:txXfrm>
        <a:off x="3322472" y="3070738"/>
        <a:ext cx="2686944" cy="494743"/>
      </dsp:txXfrm>
    </dsp:sp>
    <dsp:sp modelId="{C77EDB56-4C60-3644-86FB-85B2551EC4FB}">
      <dsp:nvSpPr>
        <dsp:cNvPr id="0" name=""/>
        <dsp:cNvSpPr/>
      </dsp:nvSpPr>
      <dsp:spPr>
        <a:xfrm>
          <a:off x="3120229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67598D0-4FB3-AC4C-B6D1-002B6F7BE244}">
      <dsp:nvSpPr>
        <dsp:cNvPr id="0" name=""/>
        <dsp:cNvSpPr/>
      </dsp:nvSpPr>
      <dsp:spPr>
        <a:xfrm>
          <a:off x="3322472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findFirst</a:t>
          </a:r>
          <a:endParaRPr lang="de-DE" sz="1700" kern="1200" dirty="0"/>
        </a:p>
      </dsp:txBody>
      <dsp:txXfrm>
        <a:off x="3322472" y="3565481"/>
        <a:ext cx="2686944" cy="49474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60026B-A515-D54B-98B9-73A8945EE08C}">
      <dsp:nvSpPr>
        <dsp:cNvPr id="0" name=""/>
        <dsp:cNvSpPr/>
      </dsp:nvSpPr>
      <dsp:spPr>
        <a:xfrm rot="5400000">
          <a:off x="-236795" y="238852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Problem:</a:t>
          </a:r>
        </a:p>
      </dsp:txBody>
      <dsp:txXfrm rot="-5400000">
        <a:off x="0" y="554579"/>
        <a:ext cx="1105044" cy="473590"/>
      </dsp:txXfrm>
    </dsp:sp>
    <dsp:sp modelId="{28D90256-420F-594D-9B53-7D6CF3CEFD73}">
      <dsp:nvSpPr>
        <dsp:cNvPr id="0" name=""/>
        <dsp:cNvSpPr/>
      </dsp:nvSpPr>
      <dsp:spPr>
        <a:xfrm rot="5400000">
          <a:off x="5297265" y="-4190163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zur Entwicklungszeit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Somit: Keine statische Route pro Datensatz möglich</a:t>
          </a:r>
        </a:p>
      </dsp:txBody>
      <dsp:txXfrm rot="-5400000">
        <a:off x="1105044" y="52149"/>
        <a:ext cx="9360464" cy="925930"/>
      </dsp:txXfrm>
    </dsp:sp>
    <dsp:sp modelId="{E87F782A-15CE-A24D-9C75-E4576DBC761D}">
      <dsp:nvSpPr>
        <dsp:cNvPr id="0" name=""/>
        <dsp:cNvSpPr/>
      </dsp:nvSpPr>
      <dsp:spPr>
        <a:xfrm rot="5400000">
          <a:off x="-236795" y="1623146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Lösung:</a:t>
          </a:r>
        </a:p>
      </dsp:txBody>
      <dsp:txXfrm rot="-5400000">
        <a:off x="0" y="1938873"/>
        <a:ext cx="1105044" cy="473590"/>
      </dsp:txXfrm>
    </dsp:sp>
    <dsp:sp modelId="{78366A0F-A76C-E744-8E61-1FCF31176EB3}">
      <dsp:nvSpPr>
        <dsp:cNvPr id="0" name=""/>
        <dsp:cNvSpPr/>
      </dsp:nvSpPr>
      <dsp:spPr>
        <a:xfrm rot="5400000">
          <a:off x="5297265" y="-2805869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Dynamische Routen mit Parametern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kann in Pfadvariablen enthalten</a:t>
          </a:r>
        </a:p>
      </dsp:txBody>
      <dsp:txXfrm rot="-5400000">
        <a:off x="1105044" y="1436443"/>
        <a:ext cx="9360464" cy="925930"/>
      </dsp:txXfrm>
    </dsp:sp>
    <dsp:sp modelId="{4F4E14E5-864A-7149-950C-0D8751F63536}">
      <dsp:nvSpPr>
        <dsp:cNvPr id="0" name=""/>
        <dsp:cNvSpPr/>
      </dsp:nvSpPr>
      <dsp:spPr>
        <a:xfrm rot="5400000">
          <a:off x="-236795" y="3007440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 dirty="0"/>
            <a:t>Rest-Parameter </a:t>
          </a:r>
          <a:r>
            <a:rPr lang="de-DE" sz="1100" kern="1200" dirty="0" err="1"/>
            <a:t>vs</a:t>
          </a:r>
          <a:r>
            <a:rPr lang="de-DE" sz="1100" kern="1200" dirty="0"/>
            <a:t> URL-Parameter</a:t>
          </a:r>
        </a:p>
      </dsp:txBody>
      <dsp:txXfrm rot="-5400000">
        <a:off x="0" y="3323167"/>
        <a:ext cx="1105044" cy="473590"/>
      </dsp:txXfrm>
    </dsp:sp>
    <dsp:sp modelId="{83429FCB-206E-7D4D-8739-0160ADC3C48D}">
      <dsp:nvSpPr>
        <dsp:cNvPr id="0" name=""/>
        <dsp:cNvSpPr/>
      </dsp:nvSpPr>
      <dsp:spPr>
        <a:xfrm rot="5400000">
          <a:off x="5297265" y="-1421576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Parameter in Route für Pflichtparameter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URL-Parameter für optionale Parameter</a:t>
          </a:r>
        </a:p>
      </dsp:txBody>
      <dsp:txXfrm rot="-5400000">
        <a:off x="1105044" y="2820736"/>
        <a:ext cx="9360464" cy="9259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60F03-EDCA-8748-B41F-0C34EF6988CC}">
      <dsp:nvSpPr>
        <dsp:cNvPr id="0" name=""/>
        <dsp:cNvSpPr/>
      </dsp:nvSpPr>
      <dsp:spPr>
        <a:xfrm>
          <a:off x="0" y="43636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Arten</a:t>
          </a:r>
        </a:p>
      </dsp:txBody>
      <dsp:txXfrm>
        <a:off x="43321" y="86957"/>
        <a:ext cx="10428958" cy="800803"/>
      </dsp:txXfrm>
    </dsp:sp>
    <dsp:sp modelId="{60669C71-50A6-5549-8D43-B4D92557166D}">
      <dsp:nvSpPr>
        <dsp:cNvPr id="0" name=""/>
        <dsp:cNvSpPr/>
      </dsp:nvSpPr>
      <dsp:spPr>
        <a:xfrm>
          <a:off x="0" y="931081"/>
          <a:ext cx="10515600" cy="995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Template-</a:t>
          </a:r>
          <a:r>
            <a:rPr lang="de-DE" sz="2900" kern="1200" dirty="0" err="1"/>
            <a:t>Driven</a:t>
          </a:r>
          <a:endParaRPr lang="de-DE" sz="29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Model-</a:t>
          </a:r>
          <a:r>
            <a:rPr lang="de-DE" sz="2900" kern="1200" dirty="0" err="1"/>
            <a:t>Driven</a:t>
          </a:r>
          <a:endParaRPr lang="de-DE" sz="2900" kern="1200" dirty="0"/>
        </a:p>
      </dsp:txBody>
      <dsp:txXfrm>
        <a:off x="0" y="931081"/>
        <a:ext cx="10515600" cy="995670"/>
      </dsp:txXfrm>
    </dsp:sp>
    <dsp:sp modelId="{EECA1152-9A59-5148-8C69-4A7DF7A45FB4}">
      <dsp:nvSpPr>
        <dsp:cNvPr id="0" name=""/>
        <dsp:cNvSpPr/>
      </dsp:nvSpPr>
      <dsp:spPr>
        <a:xfrm>
          <a:off x="0" y="1926751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Interne Forms API</a:t>
          </a:r>
        </a:p>
      </dsp:txBody>
      <dsp:txXfrm>
        <a:off x="43321" y="1970072"/>
        <a:ext cx="10428958" cy="800803"/>
      </dsp:txXfrm>
    </dsp:sp>
    <dsp:sp modelId="{E40B39FC-EE0D-784C-A01A-5681D1E23909}">
      <dsp:nvSpPr>
        <dsp:cNvPr id="0" name=""/>
        <dsp:cNvSpPr/>
      </dsp:nvSpPr>
      <dsp:spPr>
        <a:xfrm>
          <a:off x="0" y="2814196"/>
          <a:ext cx="10515600" cy="1493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Binding (bzw. </a:t>
          </a:r>
          <a:r>
            <a:rPr lang="de-DE" sz="2900" kern="1200" dirty="0" err="1"/>
            <a:t>ChangeDetection</a:t>
          </a:r>
          <a:r>
            <a:rPr lang="de-DE" sz="2900" kern="1200" dirty="0"/>
            <a:t>)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Validierung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Aggregation</a:t>
          </a:r>
        </a:p>
      </dsp:txBody>
      <dsp:txXfrm>
        <a:off x="0" y="2814196"/>
        <a:ext cx="10515600" cy="149350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004E1-655F-3647-9990-F6AAB2427B86}">
      <dsp:nvSpPr>
        <dsp:cNvPr id="0" name=""/>
        <dsp:cNvSpPr/>
      </dsp:nvSpPr>
      <dsp:spPr>
        <a:xfrm rot="5400000">
          <a:off x="4572817" y="-1705821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Liefert die Ressource</a:t>
          </a:r>
        </a:p>
      </dsp:txBody>
      <dsp:txXfrm rot="-5400000">
        <a:off x="2721903" y="200602"/>
        <a:ext cx="4783428" cy="1026089"/>
      </dsp:txXfrm>
    </dsp:sp>
    <dsp:sp modelId="{1F1D7829-A817-8440-A1B0-4B71A7BF8537}">
      <dsp:nvSpPr>
        <dsp:cNvPr id="0" name=""/>
        <dsp:cNvSpPr/>
      </dsp:nvSpPr>
      <dsp:spPr>
        <a:xfrm>
          <a:off x="0" y="2955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GET</a:t>
          </a:r>
        </a:p>
      </dsp:txBody>
      <dsp:txXfrm>
        <a:off x="69386" y="72341"/>
        <a:ext cx="2583130" cy="1282612"/>
      </dsp:txXfrm>
    </dsp:sp>
    <dsp:sp modelId="{C2DD22C4-3AC9-074B-B695-349CAEF10B59}">
      <dsp:nvSpPr>
        <dsp:cNvPr id="0" name=""/>
        <dsp:cNvSpPr/>
      </dsp:nvSpPr>
      <dsp:spPr>
        <a:xfrm rot="5400000">
          <a:off x="4572817" y="-213367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Löscht die Ressource</a:t>
          </a:r>
        </a:p>
      </dsp:txBody>
      <dsp:txXfrm rot="-5400000">
        <a:off x="2721903" y="1693056"/>
        <a:ext cx="4783428" cy="1026089"/>
      </dsp:txXfrm>
    </dsp:sp>
    <dsp:sp modelId="{F14CD864-DFCF-D843-9825-D32FA4D9A07D}">
      <dsp:nvSpPr>
        <dsp:cNvPr id="0" name=""/>
        <dsp:cNvSpPr/>
      </dsp:nvSpPr>
      <dsp:spPr>
        <a:xfrm>
          <a:off x="0" y="1495408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DELETE</a:t>
          </a:r>
        </a:p>
      </dsp:txBody>
      <dsp:txXfrm>
        <a:off x="69386" y="1564794"/>
        <a:ext cx="2583130" cy="1282612"/>
      </dsp:txXfrm>
    </dsp:sp>
    <dsp:sp modelId="{10C71567-6777-7946-8431-B7402FFE49C8}">
      <dsp:nvSpPr>
        <dsp:cNvPr id="0" name=""/>
        <dsp:cNvSpPr/>
      </dsp:nvSpPr>
      <dsp:spPr>
        <a:xfrm rot="5400000">
          <a:off x="4572817" y="1279086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aktualisiert die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Client spezifiziert </a:t>
          </a:r>
          <a:r>
            <a:rPr lang="de-DE" sz="1900" kern="1200" dirty="0" err="1"/>
            <a:t>resourceIdentifier</a:t>
          </a:r>
          <a:endParaRPr lang="de-DE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PUT /</a:t>
          </a:r>
          <a:r>
            <a:rPr lang="de-DE" sz="1900" kern="1200" dirty="0" err="1"/>
            <a:t>resources</a:t>
          </a:r>
          <a:r>
            <a:rPr lang="de-DE" sz="1900" kern="1200" dirty="0"/>
            <a:t>/&lt;</a:t>
          </a:r>
          <a:r>
            <a:rPr lang="de-DE" sz="1900" kern="1200" dirty="0" err="1"/>
            <a:t>newResourceId</a:t>
          </a:r>
          <a:r>
            <a:rPr lang="de-DE" sz="1900" kern="1200" dirty="0"/>
            <a:t>&gt; HTTP/1.1 </a:t>
          </a:r>
        </a:p>
      </dsp:txBody>
      <dsp:txXfrm rot="-5400000">
        <a:off x="2721903" y="3185510"/>
        <a:ext cx="4783428" cy="1026089"/>
      </dsp:txXfrm>
    </dsp:sp>
    <dsp:sp modelId="{8921904E-BD22-9940-BE0F-A550A8A2EB25}">
      <dsp:nvSpPr>
        <dsp:cNvPr id="0" name=""/>
        <dsp:cNvSpPr/>
      </dsp:nvSpPr>
      <dsp:spPr>
        <a:xfrm>
          <a:off x="0" y="2987862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PUT</a:t>
          </a:r>
        </a:p>
      </dsp:txBody>
      <dsp:txXfrm>
        <a:off x="69386" y="3057248"/>
        <a:ext cx="2583130" cy="1282612"/>
      </dsp:txXfrm>
    </dsp:sp>
    <dsp:sp modelId="{ADB2FBED-06C8-0B47-813E-35C13DF85EC7}">
      <dsp:nvSpPr>
        <dsp:cNvPr id="0" name=""/>
        <dsp:cNvSpPr/>
      </dsp:nvSpPr>
      <dsp:spPr>
        <a:xfrm rot="5400000">
          <a:off x="4572817" y="2771539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ein neues Objekt unterhalb (</a:t>
          </a:r>
          <a:r>
            <a:rPr lang="de-DE" sz="1900" kern="1200" dirty="0" err="1"/>
            <a:t>Collection</a:t>
          </a:r>
          <a:r>
            <a:rPr lang="de-DE" sz="1900" kern="1200" dirty="0"/>
            <a:t>) der spezifizierten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POST /</a:t>
          </a:r>
          <a:r>
            <a:rPr lang="de-DE" sz="1900" kern="1200" dirty="0" err="1"/>
            <a:t>resources</a:t>
          </a:r>
          <a:r>
            <a:rPr lang="de-DE" sz="1900" kern="1200" dirty="0"/>
            <a:t> HTTP/1.1</a:t>
          </a:r>
        </a:p>
      </dsp:txBody>
      <dsp:txXfrm rot="-5400000">
        <a:off x="2721903" y="4677963"/>
        <a:ext cx="4783428" cy="1026089"/>
      </dsp:txXfrm>
    </dsp:sp>
    <dsp:sp modelId="{0BEFE39D-035F-6F43-B431-E59A9CFBC005}">
      <dsp:nvSpPr>
        <dsp:cNvPr id="0" name=""/>
        <dsp:cNvSpPr/>
      </dsp:nvSpPr>
      <dsp:spPr>
        <a:xfrm>
          <a:off x="0" y="4480316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POST</a:t>
          </a:r>
        </a:p>
      </dsp:txBody>
      <dsp:txXfrm>
        <a:off x="69386" y="4549702"/>
        <a:ext cx="2583130" cy="128261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2C6BB-B581-A24C-A598-548E22C4160C}">
      <dsp:nvSpPr>
        <dsp:cNvPr id="0" name=""/>
        <dsp:cNvSpPr/>
      </dsp:nvSpPr>
      <dsp:spPr>
        <a:xfrm>
          <a:off x="0" y="393038"/>
          <a:ext cx="6263640" cy="1105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Ausgabe der Versionsnummer</a:t>
          </a:r>
          <a:endParaRPr lang="en-US" sz="2600" kern="1200"/>
        </a:p>
      </dsp:txBody>
      <dsp:txXfrm>
        <a:off x="0" y="393038"/>
        <a:ext cx="6263640" cy="1105650"/>
      </dsp:txXfrm>
    </dsp:sp>
    <dsp:sp modelId="{1A7A9926-1BFE-DE44-B993-0CF46A5CEDEE}">
      <dsp:nvSpPr>
        <dsp:cNvPr id="0" name=""/>
        <dsp:cNvSpPr/>
      </dsp:nvSpPr>
      <dsp:spPr>
        <a:xfrm>
          <a:off x="313182" y="9278"/>
          <a:ext cx="4384548" cy="767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–v</a:t>
          </a:r>
          <a:endParaRPr lang="en-US" sz="2600" kern="1200"/>
        </a:p>
      </dsp:txBody>
      <dsp:txXfrm>
        <a:off x="350649" y="46745"/>
        <a:ext cx="4309614" cy="692586"/>
      </dsp:txXfrm>
    </dsp:sp>
    <dsp:sp modelId="{4D6DC218-DFF5-2347-9AFF-E34732CA7773}">
      <dsp:nvSpPr>
        <dsp:cNvPr id="0" name=""/>
        <dsp:cNvSpPr/>
      </dsp:nvSpPr>
      <dsp:spPr>
        <a:xfrm>
          <a:off x="0" y="2022848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553124"/>
              <a:satOff val="6280"/>
              <a:lumOff val="56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Starten der REPL zur Eingabe von JavaScript-Befehlen</a:t>
          </a:r>
          <a:endParaRPr lang="en-US" sz="2600" kern="1200"/>
        </a:p>
      </dsp:txBody>
      <dsp:txXfrm>
        <a:off x="0" y="2022848"/>
        <a:ext cx="6263640" cy="1474200"/>
      </dsp:txXfrm>
    </dsp:sp>
    <dsp:sp modelId="{80B8595D-D10C-0244-912B-73BABA28A137}">
      <dsp:nvSpPr>
        <dsp:cNvPr id="0" name=""/>
        <dsp:cNvSpPr/>
      </dsp:nvSpPr>
      <dsp:spPr>
        <a:xfrm>
          <a:off x="313182" y="1639088"/>
          <a:ext cx="4384548" cy="76752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</a:t>
          </a:r>
          <a:endParaRPr lang="en-US" sz="2600" kern="1200"/>
        </a:p>
      </dsp:txBody>
      <dsp:txXfrm>
        <a:off x="350649" y="1676555"/>
        <a:ext cx="4309614" cy="692586"/>
      </dsp:txXfrm>
    </dsp:sp>
    <dsp:sp modelId="{70AC1BE9-E752-CB45-9BE9-DF2E0B230545}">
      <dsp:nvSpPr>
        <dsp:cNvPr id="0" name=""/>
        <dsp:cNvSpPr/>
      </dsp:nvSpPr>
      <dsp:spPr>
        <a:xfrm>
          <a:off x="0" y="4021209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1106248"/>
              <a:satOff val="12561"/>
              <a:lumOff val="11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Ausführen  der Skript-Datei </a:t>
          </a:r>
          <a:r>
            <a:rPr lang="de-DE" sz="2600" i="1" kern="1200"/>
            <a:t>programm.js </a:t>
          </a:r>
          <a:r>
            <a:rPr lang="de-DE" sz="2600" kern="1200"/>
            <a:t> </a:t>
          </a:r>
          <a:endParaRPr lang="en-US" sz="2600" kern="1200"/>
        </a:p>
      </dsp:txBody>
      <dsp:txXfrm>
        <a:off x="0" y="4021209"/>
        <a:ext cx="6263640" cy="1474200"/>
      </dsp:txXfrm>
    </dsp:sp>
    <dsp:sp modelId="{33EBE219-4BA6-DB46-B160-EEB4B61E8CB5}">
      <dsp:nvSpPr>
        <dsp:cNvPr id="0" name=""/>
        <dsp:cNvSpPr/>
      </dsp:nvSpPr>
      <dsp:spPr>
        <a:xfrm>
          <a:off x="313182" y="3637448"/>
          <a:ext cx="4384548" cy="76752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programm.js</a:t>
          </a:r>
          <a:endParaRPr lang="en-US" sz="2600" kern="1200"/>
        </a:p>
      </dsp:txBody>
      <dsp:txXfrm>
        <a:off x="350649" y="3674915"/>
        <a:ext cx="4309614" cy="692586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7D71C-8DC4-4BB6-8305-5D6236EF6AF4}">
      <dsp:nvSpPr>
        <dsp:cNvPr id="0" name=""/>
        <dsp:cNvSpPr/>
      </dsp:nvSpPr>
      <dsp:spPr>
        <a:xfrm>
          <a:off x="432042" y="1839"/>
          <a:ext cx="3276375" cy="11058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 dirty="0" err="1">
              <a:solidFill>
                <a:schemeClr val="tx1"/>
              </a:solidFill>
            </a:rPr>
            <a:t>project-root</a:t>
          </a:r>
          <a:endParaRPr lang="de-DE" sz="3200" kern="1200" dirty="0">
            <a:solidFill>
              <a:schemeClr val="tx1"/>
            </a:solidFill>
          </a:endParaRPr>
        </a:p>
      </dsp:txBody>
      <dsp:txXfrm>
        <a:off x="464432" y="34229"/>
        <a:ext cx="3211595" cy="1041094"/>
      </dsp:txXfrm>
    </dsp:sp>
    <dsp:sp modelId="{FE972E17-81E7-4DC9-8BB9-241D4556144A}">
      <dsp:nvSpPr>
        <dsp:cNvPr id="0" name=""/>
        <dsp:cNvSpPr/>
      </dsp:nvSpPr>
      <dsp:spPr>
        <a:xfrm>
          <a:off x="759679" y="1107714"/>
          <a:ext cx="327637" cy="8294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9406"/>
              </a:lnTo>
              <a:lnTo>
                <a:pt x="327637" y="8294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3CB49A-CA21-4561-9CA0-7967197F9B89}">
      <dsp:nvSpPr>
        <dsp:cNvPr id="0" name=""/>
        <dsp:cNvSpPr/>
      </dsp:nvSpPr>
      <dsp:spPr>
        <a:xfrm>
          <a:off x="1087317" y="1384182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package.json</a:t>
          </a:r>
          <a:endParaRPr lang="de-DE" sz="1700" kern="1200" dirty="0"/>
        </a:p>
      </dsp:txBody>
      <dsp:txXfrm>
        <a:off x="1119707" y="1416572"/>
        <a:ext cx="1704619" cy="1041094"/>
      </dsp:txXfrm>
    </dsp:sp>
    <dsp:sp modelId="{EC0960B8-D78E-4984-805C-5C0B1C40DBDE}">
      <dsp:nvSpPr>
        <dsp:cNvPr id="0" name=""/>
        <dsp:cNvSpPr/>
      </dsp:nvSpPr>
      <dsp:spPr>
        <a:xfrm>
          <a:off x="759679" y="1107714"/>
          <a:ext cx="327637" cy="2211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1749"/>
              </a:lnTo>
              <a:lnTo>
                <a:pt x="327637" y="22117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E943E3-F1AB-4E0A-BBA8-1A2B8AFF0336}">
      <dsp:nvSpPr>
        <dsp:cNvPr id="0" name=""/>
        <dsp:cNvSpPr/>
      </dsp:nvSpPr>
      <dsp:spPr>
        <a:xfrm>
          <a:off x="1087317" y="2766526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src</a:t>
          </a:r>
          <a:endParaRPr lang="de-DE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2798916"/>
        <a:ext cx="1704619" cy="1041094"/>
      </dsp:txXfrm>
    </dsp:sp>
    <dsp:sp modelId="{5A45C53C-7725-48D9-A02E-81B437FBB969}">
      <dsp:nvSpPr>
        <dsp:cNvPr id="0" name=""/>
        <dsp:cNvSpPr/>
      </dsp:nvSpPr>
      <dsp:spPr>
        <a:xfrm>
          <a:off x="759679" y="1107714"/>
          <a:ext cx="327637" cy="35940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94093"/>
              </a:lnTo>
              <a:lnTo>
                <a:pt x="327637" y="35940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7786B8-D1FB-42D9-A2B7-99A3BE6B2E5F}">
      <dsp:nvSpPr>
        <dsp:cNvPr id="0" name=""/>
        <dsp:cNvSpPr/>
      </dsp:nvSpPr>
      <dsp:spPr>
        <a:xfrm>
          <a:off x="1087317" y="4148869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node</a:t>
          </a:r>
          <a:r>
            <a:rPr lang="de-DE" sz="1700" kern="1200" dirty="0"/>
            <a:t>-modules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4181259"/>
        <a:ext cx="1704619" cy="1041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6">
  <dgm:title val=""/>
  <dgm:desc val=""/>
  <dgm:catLst>
    <dgm:cat type="3D" pri="11600"/>
  </dgm:catLst>
  <dgm:scene3d>
    <a:camera prst="perspectiveRelaxedModerately" zoom="92000"/>
    <a:lightRig rig="balanced" dir="t">
      <a:rot lat="0" lon="0" rev="12700000"/>
    </a:lightRig>
  </dgm:scene3d>
  <dgm:styleLbl name="node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5400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54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5400" prstMaterial="plastic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75000" prstMaterial="plastic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2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3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4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fgAcc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0400" extrusionH="12700" prstMaterial="plastic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Folie mittels Klicken verschieben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Format der Notizen mittels Klicken bearbeiten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 type="dt" idx="6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2" name="PlaceHolder 5"/>
          <p:cNvSpPr>
            <a:spLocks noGrp="1"/>
          </p:cNvSpPr>
          <p:nvPr>
            <p:ph type="ftr" idx="6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3" name="PlaceHolder 6"/>
          <p:cNvSpPr>
            <a:spLocks noGrp="1"/>
          </p:cNvSpPr>
          <p:nvPr>
            <p:ph type="sldNum" idx="6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6825CB7-F857-4E0F-8447-11E19AFFB983}" type="slidenum"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131.xml.rels><?xml version="1.0" encoding="UTF-8"?>
<Relationships xmlns="http://schemas.openxmlformats.org/package/2006/relationships"><Relationship Id="rId1" Type="http://schemas.openxmlformats.org/officeDocument/2006/relationships/slide" Target="../slides/slide131.xml"/><Relationship Id="rId2" Type="http://schemas.openxmlformats.org/officeDocument/2006/relationships/notesMaster" Target="../notesMasters/notesMaster1.xml"/>
</Relationships>
</file>

<file path=ppt/notesSlides/_rels/notesSlide137.xml.rels><?xml version="1.0" encoding="UTF-8"?>
<Relationships xmlns="http://schemas.openxmlformats.org/package/2006/relationships"><Relationship Id="rId1" Type="http://schemas.openxmlformats.org/officeDocument/2006/relationships/slide" Target="../slides/slide137.xml"/><Relationship Id="rId2" Type="http://schemas.openxmlformats.org/officeDocument/2006/relationships/notesMaster" Target="../notesMasters/notesMaster1.xml"/>
</Relationships>
</file>

<file path=ppt/notesSlides/_rels/notesSlide156.xml.rels><?xml version="1.0" encoding="UTF-8"?>
<Relationships xmlns="http://schemas.openxmlformats.org/package/2006/relationships"><Relationship Id="rId1" Type="http://schemas.openxmlformats.org/officeDocument/2006/relationships/slide" Target="../slides/slide156.xml"/><Relationship Id="rId2" Type="http://schemas.openxmlformats.org/officeDocument/2006/relationships/notesMaster" Target="../notesMasters/notesMaster1.xml"/>
</Relationships>
</file>

<file path=ppt/notesSlides/_rels/notesSlide157.xml.rels><?xml version="1.0" encoding="UTF-8"?>
<Relationships xmlns="http://schemas.openxmlformats.org/package/2006/relationships"><Relationship Id="rId1" Type="http://schemas.openxmlformats.org/officeDocument/2006/relationships/slide" Target="../slides/slide157.xml"/><Relationship Id="rId2" Type="http://schemas.openxmlformats.org/officeDocument/2006/relationships/notesMaster" Target="../notesMasters/notesMaster1.xml"/>
</Relationships>
</file>

<file path=ppt/notesSlides/_rels/notesSlide168.xml.rels><?xml version="1.0" encoding="UTF-8"?>
<Relationships xmlns="http://schemas.openxmlformats.org/package/2006/relationships"><Relationship Id="rId1" Type="http://schemas.openxmlformats.org/officeDocument/2006/relationships/slide" Target="../slides/slide168.xml"/><Relationship Id="rId2" Type="http://schemas.openxmlformats.org/officeDocument/2006/relationships/notesMaster" Target="../notesMasters/notesMaster1.xml"/>
</Relationships>
</file>

<file path=ppt/notesSlides/_rels/notesSlide178.xml.rels><?xml version="1.0" encoding="UTF-8"?>
<Relationships xmlns="http://schemas.openxmlformats.org/package/2006/relationships"><Relationship Id="rId1" Type="http://schemas.openxmlformats.org/officeDocument/2006/relationships/slide" Target="../slides/slide178.xml"/><Relationship Id="rId2" Type="http://schemas.openxmlformats.org/officeDocument/2006/relationships/notesMaster" Target="../notesMasters/notesMaster1.xml"/>
</Relationships>
</file>

<file path=ppt/notesSlides/_rels/notesSlide183.xml.rels><?xml version="1.0" encoding="UTF-8"?>
<Relationships xmlns="http://schemas.openxmlformats.org/package/2006/relationships"><Relationship Id="rId1" Type="http://schemas.openxmlformats.org/officeDocument/2006/relationships/slide" Target="../slides/slide183.xml"/><Relationship Id="rId2" Type="http://schemas.openxmlformats.org/officeDocument/2006/relationships/notesMaster" Target="../notesMasters/notesMaster1.xml"/>
</Relationships>
</file>

<file path=ppt/notesSlides/_rels/notesSlide185.xml.rels><?xml version="1.0" encoding="UTF-8"?>
<Relationships xmlns="http://schemas.openxmlformats.org/package/2006/relationships"><Relationship Id="rId1" Type="http://schemas.openxmlformats.org/officeDocument/2006/relationships/slide" Target="../slides/slide185.xml"/><Relationship Id="rId2" Type="http://schemas.openxmlformats.org/officeDocument/2006/relationships/notesMaster" Target="../notesMasters/notesMaster1.xml"/>
</Relationships>
</file>

<file path=ppt/notesSlides/_rels/notesSlide190.xml.rels><?xml version="1.0" encoding="UTF-8"?>
<Relationships xmlns="http://schemas.openxmlformats.org/package/2006/relationships"><Relationship Id="rId1" Type="http://schemas.openxmlformats.org/officeDocument/2006/relationships/slide" Target="../slides/slide190.xml"/><Relationship Id="rId2" Type="http://schemas.openxmlformats.org/officeDocument/2006/relationships/notesMaster" Target="../notesMasters/notesMaster1.xml"/>
</Relationships>
</file>

<file path=ppt/notesSlides/_rels/notesSlide202.xml.rels><?xml version="1.0" encoding="UTF-8"?>
<Relationships xmlns="http://schemas.openxmlformats.org/package/2006/relationships"><Relationship Id="rId1" Type="http://schemas.openxmlformats.org/officeDocument/2006/relationships/slide" Target="../slides/slide202.xml"/><Relationship Id="rId2" Type="http://schemas.openxmlformats.org/officeDocument/2006/relationships/notesMaster" Target="../notesMasters/notesMaster1.xml"/>
</Relationships>
</file>

<file path=ppt/notesSlides/_rels/notesSlide203.xml.rels><?xml version="1.0" encoding="UTF-8"?>
<Relationships xmlns="http://schemas.openxmlformats.org/package/2006/relationships"><Relationship Id="rId1" Type="http://schemas.openxmlformats.org/officeDocument/2006/relationships/slide" Target="../slides/slide203.xml"/><Relationship Id="rId2" Type="http://schemas.openxmlformats.org/officeDocument/2006/relationships/notesMaster" Target="../notesMasters/notesMaster1.xml"/>
</Relationships>
</file>

<file path=ppt/notesSlides/_rels/notesSlide208.xml.rels><?xml version="1.0" encoding="UTF-8"?>
<Relationships xmlns="http://schemas.openxmlformats.org/package/2006/relationships"><Relationship Id="rId1" Type="http://schemas.openxmlformats.org/officeDocument/2006/relationships/slide" Target="../slides/slide208.xml"/><Relationship Id="rId2" Type="http://schemas.openxmlformats.org/officeDocument/2006/relationships/notesMaster" Target="../notesMasters/notesMaster1.xml"/>
</Relationships>
</file>

<file path=ppt/notesSlides/_rels/notesSlide211.xml.rels><?xml version="1.0" encoding="UTF-8"?>
<Relationships xmlns="http://schemas.openxmlformats.org/package/2006/relationships"><Relationship Id="rId1" Type="http://schemas.openxmlformats.org/officeDocument/2006/relationships/slide" Target="../slides/slide211.xml"/><Relationship Id="rId2" Type="http://schemas.openxmlformats.org/officeDocument/2006/relationships/notesMaster" Target="../notesMasters/notesMaster1.xml"/>
</Relationships>
</file>

<file path=ppt/notesSlides/_rels/notesSlide212.xml.rels><?xml version="1.0" encoding="UTF-8"?>
<Relationships xmlns="http://schemas.openxmlformats.org/package/2006/relationships"><Relationship Id="rId1" Type="http://schemas.openxmlformats.org/officeDocument/2006/relationships/slide" Target="../slides/slide212.xml"/><Relationship Id="rId2" Type="http://schemas.openxmlformats.org/officeDocument/2006/relationships/notesMaster" Target="../notesMasters/notesMaster1.xml"/>
</Relationships>
</file>

<file path=ppt/notesSlides/_rels/notesSlide235.xml.rels><?xml version="1.0" encoding="UTF-8"?>
<Relationships xmlns="http://schemas.openxmlformats.org/package/2006/relationships"><Relationship Id="rId1" Type="http://schemas.openxmlformats.org/officeDocument/2006/relationships/slide" Target="../slides/slide235.xml"/><Relationship Id="rId2" Type="http://schemas.openxmlformats.org/officeDocument/2006/relationships/notesMaster" Target="../notesMasters/notesMaster1.xml"/>
</Relationships>
</file>

<file path=ppt/notesSlides/_rels/notesSlide236.xml.rels><?xml version="1.0" encoding="UTF-8"?>
<Relationships xmlns="http://schemas.openxmlformats.org/package/2006/relationships"><Relationship Id="rId1" Type="http://schemas.openxmlformats.org/officeDocument/2006/relationships/slide" Target="../slides/slide236.xml"/><Relationship Id="rId2" Type="http://schemas.openxmlformats.org/officeDocument/2006/relationships/notesMaster" Target="../notesMasters/notesMaster1.xml"/>
</Relationships>
</file>

<file path=ppt/notesSlides/_rels/notesSlide237.xml.rels><?xml version="1.0" encoding="UTF-8"?>
<Relationships xmlns="http://schemas.openxmlformats.org/package/2006/relationships"><Relationship Id="rId1" Type="http://schemas.openxmlformats.org/officeDocument/2006/relationships/slide" Target="../slides/slide237.xml"/><Relationship Id="rId2" Type="http://schemas.openxmlformats.org/officeDocument/2006/relationships/notesMaster" Target="../notesMasters/notesMaster1.xml"/>
</Relationships>
</file>

<file path=ppt/notesSlides/_rels/notesSlide238.xml.rels><?xml version="1.0" encoding="UTF-8"?>
<Relationships xmlns="http://schemas.openxmlformats.org/package/2006/relationships"><Relationship Id="rId1" Type="http://schemas.openxmlformats.org/officeDocument/2006/relationships/slide" Target="../slides/slide238.xml"/><Relationship Id="rId2" Type="http://schemas.openxmlformats.org/officeDocument/2006/relationships/notesMaster" Target="../notesMasters/notesMaster1.xml"/>
</Relationships>
</file>

<file path=ppt/notesSlides/_rels/notesSlide239.xml.rels><?xml version="1.0" encoding="UTF-8"?>
<Relationships xmlns="http://schemas.openxmlformats.org/package/2006/relationships"><Relationship Id="rId1" Type="http://schemas.openxmlformats.org/officeDocument/2006/relationships/slide" Target="../slides/slide23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7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3963EDA-9394-4066-A1D4-534612438FE5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Javascript is Typescript .js Dateien zu .ts umbennen im Projekt werden auch mit“compiliert“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0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0A4C1A6-299F-4F65-86A8-0D7AA5340BBD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3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7A630FA-80EF-4F84-ABF5-3227A07F017F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6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242EDC7-82D9-48E8-909D-9B00028F227E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9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66CF2DB-2820-4C13-8F07-56C7656C155B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2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A237E56-1B6C-4943-ACB3-07E4459854B4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5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6CE8E4C-EEB4-4FFC-AAE0-D8A3118CAC5F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8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7D8FA23-8D7E-40D1-835C-DEAD71297FC3}" type="slidenum">
              <a:rPr b="0" lang="de-DE" sz="1200" strike="noStrike" u="none">
                <a:solidFill>
                  <a:schemeClr val="dk1"/>
                </a:solidFill>
                <a:uFillTx/>
                <a:latin typeface="Arial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1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E676AC-E4E5-4127-9B39-1126FF10428B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4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EBBB19E-A007-4A2A-818A-26BA07A11E4B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87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6454FBF-0D9A-4C1E-BD2F-E4EFED3394BC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0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E0E8908-9A93-4917-A744-F63F1B1F3B91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^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3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E2D8A69-F464-4BC6-8CC1-30FF09005BE5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6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479B986-363D-4A24-9ED0-372CB3987E90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Erzeugung an einer zentralen Stelle im Code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Rückgabe von Subklassen möglich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Für Tests ist der Einsatz von Mock Objekten denkbar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Umgehung der Factory möglich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9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B61C61-4EED-4120-9705-C5D2CAF19AA0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Objekte werden zur Laufzeit „injiziert“.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Objekte werden passiv, statt sie zum Beispiel mit einer Factory aktiv zu erzeugen.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Abhängigkeiten sind explizit an der Schnittstelle durch entsprechende set-Methoden zu erkennen.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Es können beliebige andere Objekte zugewiesen werden(z.B. Mocks / an Bedürfnisse angepasste Objekte).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Sehr flexibel wenn Objekte nur noch von Interfaces abhängen.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Externe Konfiguration der Beziehungen zwischen Objekten.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de-DE" sz="2000" strike="noStrike" u="none">
                <a:solidFill>
                  <a:srgbClr val="000000"/>
                </a:solidFill>
                <a:uFillTx/>
                <a:latin typeface="Arial"/>
              </a:rPr>
              <a:t>Objekte bekommen ihre abhängigen Objekte statt sie selbst zu suchen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2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2E4EB1-101C-4569-A268-40592452725B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5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82F1A9F-B41B-43CB-9701-C4F9F3510E1D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8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371831C-E9BD-4055-B3F6-8F20DB717FB4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268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1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CB4CDC-85A3-4E98-988F-DBA22876CA28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4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EBC0A18-72FE-458C-B7D1-CD46399A0A71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7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1E2810C-D28F-420E-9FB3-C4D61FDE0FB1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0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D5ED6EF-C1FF-4541-A268-4FE9474F3994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3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C335AAA-3DA7-444B-A8A7-80892B25E61E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6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1EDEDAD-5A2C-486A-B20E-387EE1E23923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9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1965CFA-2C28-4E34-AC34-4C40513CE8CA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2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1F63AC7-EC6B-4A67-A0F2-C04D30A5E87B}" type="slidenum">
              <a:rPr b="0" lang="de-DE" sz="1200" strike="noStrike" u="none">
                <a:solidFill>
                  <a:srgbClr val="000000"/>
                </a:solidFill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 type="sldNum" idx="93"/>
          </p:nvPr>
        </p:nvSpPr>
        <p:spPr>
          <a:xfrm>
            <a:off x="4021200" y="9721800"/>
            <a:ext cx="3076200" cy="51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AB08EF68-DDF4-409D-BD82-46F5B45827E8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34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840" cy="4282560"/>
          </a:xfrm>
          <a:prstGeom prst="rect">
            <a:avLst/>
          </a:prstGeom>
          <a:ln w="0">
            <a:noFill/>
          </a:ln>
        </p:spPr>
      </p:sp>
      <p:sp>
        <p:nvSpPr>
          <p:cNvPr id="1335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720" cy="460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sldNum" idx="94"/>
          </p:nvPr>
        </p:nvSpPr>
        <p:spPr>
          <a:xfrm>
            <a:off x="4021200" y="9721800"/>
            <a:ext cx="3076200" cy="51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AC7F16BB-325D-430C-8F02-5DFEAD13A73B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37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840" cy="4282560"/>
          </a:xfrm>
          <a:prstGeom prst="rect">
            <a:avLst/>
          </a:prstGeom>
          <a:ln w="0">
            <a:noFill/>
          </a:ln>
        </p:spPr>
      </p:sp>
      <p:sp>
        <p:nvSpPr>
          <p:cNvPr id="1338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720" cy="460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 type="sldNum" idx="95"/>
          </p:nvPr>
        </p:nvSpPr>
        <p:spPr>
          <a:xfrm>
            <a:off x="4021200" y="9721800"/>
            <a:ext cx="3076200" cy="51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CFDF3B46-6A76-49E4-8DF0-71A3DDD5DA58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0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840" cy="4282560"/>
          </a:xfrm>
          <a:prstGeom prst="rect">
            <a:avLst/>
          </a:prstGeom>
          <a:ln w="0">
            <a:noFill/>
          </a:ln>
        </p:spPr>
      </p:sp>
      <p:sp>
        <p:nvSpPr>
          <p:cNvPr id="1341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720" cy="460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PlaceHolder 1"/>
          <p:cNvSpPr>
            <a:spLocks noGrp="1"/>
          </p:cNvSpPr>
          <p:nvPr>
            <p:ph type="sldNum" idx="96"/>
          </p:nvPr>
        </p:nvSpPr>
        <p:spPr>
          <a:xfrm>
            <a:off x="4021200" y="9721800"/>
            <a:ext cx="3076200" cy="51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64222317-0ECE-47E7-A818-6CE06581EF51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3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840" cy="4282560"/>
          </a:xfrm>
          <a:prstGeom prst="rect">
            <a:avLst/>
          </a:prstGeom>
          <a:ln w="0">
            <a:noFill/>
          </a:ln>
        </p:spPr>
      </p:sp>
      <p:sp>
        <p:nvSpPr>
          <p:cNvPr id="1344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720" cy="460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PlaceHolder 1"/>
          <p:cNvSpPr>
            <a:spLocks noGrp="1"/>
          </p:cNvSpPr>
          <p:nvPr>
            <p:ph type="sldNum" idx="97"/>
          </p:nvPr>
        </p:nvSpPr>
        <p:spPr>
          <a:xfrm>
            <a:off x="4021200" y="9721800"/>
            <a:ext cx="3076200" cy="51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Kapitel 1, </a:t>
            </a:r>
            <a:fld id="{BC4679A0-9161-4C7B-A8CA-E651F67DCEB4}" type="slidenum">
              <a:rPr b="0" lang="de-DE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6" name="PlaceHolder 2"/>
          <p:cNvSpPr>
            <a:spLocks noGrp="1"/>
          </p:cNvSpPr>
          <p:nvPr>
            <p:ph type="sldImg"/>
          </p:nvPr>
        </p:nvSpPr>
        <p:spPr>
          <a:xfrm>
            <a:off x="-263520" y="617400"/>
            <a:ext cx="7611840" cy="4282560"/>
          </a:xfrm>
          <a:prstGeom prst="rect">
            <a:avLst/>
          </a:prstGeom>
          <a:ln w="0">
            <a:noFill/>
          </a:ln>
        </p:spPr>
      </p:sp>
      <p:sp>
        <p:nvSpPr>
          <p:cNvPr id="1347" name="PlaceHolder 3"/>
          <p:cNvSpPr>
            <a:spLocks noGrp="1"/>
          </p:cNvSpPr>
          <p:nvPr>
            <p:ph type="body"/>
          </p:nvPr>
        </p:nvSpPr>
        <p:spPr>
          <a:xfrm>
            <a:off x="709560" y="4861080"/>
            <a:ext cx="5679720" cy="460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868103A-D53A-4CB9-88D6-9E12399EB4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4EB36E9-386F-48A5-9FB4-D8DF6B2420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C1A0C1E-E864-4EDE-8519-909B39CE3ED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70641B3-39F4-4B17-8FC3-5FFBDDB2C5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8778458-DBF3-4018-B1C2-7C6AE00DC2F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2F26029-3FB3-4DFD-9C20-424989614E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7C16A6E8-5936-4486-8FF9-7FB677D65B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37F40B72-D2B2-4117-AE94-85AF662AFEF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3C156FB-52A4-4A1E-9A87-49BABA2865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7745FB1-BFBD-4396-965F-8634158983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49CD1381-3501-44AF-8552-B85C27C3131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3E3B9040-1BFC-415E-84D9-C629DBFDCF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2D7A6C2E-5BE0-4292-A268-121800228C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7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1E656026-54DD-4876-9E18-A5286E93197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0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F2C55FCE-2A87-4DB1-934A-764636B10B8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3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D8185D4C-94FE-4E2C-A244-F9CA17B24B9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6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1"/>
          </p:nvPr>
        </p:nvSpPr>
        <p:spPr/>
        <p:txBody>
          <a:bodyPr/>
          <a:p>
            <a:fld id="{85666805-8A77-4422-86B2-7F111ECBC8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9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A72DA27B-A716-4265-9806-CAA927CFC8F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2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5BA306F2-3F62-4392-A521-B6D629B83A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5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DB1A2EB6-87B1-40CA-9B67-733E2E4C8E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8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3"/>
          </p:nvPr>
        </p:nvSpPr>
        <p:spPr/>
        <p:txBody>
          <a:bodyPr/>
          <a:p>
            <a:fld id="{C558FF31-A3B6-4B1E-912A-F1E1B016E7B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1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wmf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26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7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8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9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30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31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Maste</a:t>
            </a: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rtitelf</a:t>
            </a: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ormat </a:t>
            </a: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bearb</a:t>
            </a: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eiten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&lt;Datum/Uhrzeit&gt;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1BC06F-FE91-4BAF-81E6-0C44CEA9E3BD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Eben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6E1B87-9ACD-42DD-9425-1515CC89D6AA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D66B4D-1C21-4896-881D-DEBE1644281C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ECBBD4-8292-403F-9137-51992757A083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Mastertextformat bearbeiten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177E04-F276-4CA9-9955-1F0FC336FA7A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6677A8-7E31-42C5-9BBB-7C97A25CFF3B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8ED7C9-690C-4A17-B9A8-24AD54A0EA1F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FCD427-56EF-4140-928A-E6636849157E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EA2F44-F887-4E0E-8056-CDAB2263B1AE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Format des Titeltextes durch Klicken bearbeiten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Format des Gliederungstextes durch Klicken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Zweite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Dritte Gliederungsebene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Gliederungsebene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Fünfte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Sechste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Siebte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C6A0F9-DDA5-43E1-97D0-9BE0200E75BB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Format des Gliederungstextes durch Klicken bearbeiten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Zweite Gliederungsebene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Dritte Gliederungsebene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Vierte Gliederungsebene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Fünfte Gliederungsebene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Sechste Gliederungsebene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Siebte Gliederungsebene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02D409-ECE3-4989-B6B1-A712C11306F1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330144-D22E-41AC-97A5-4227C2CA9E5F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Format des Gliederungstextes durch Klicken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Zweite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Dritte Gliederungsebene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Gliederungsebene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Fünfte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Sechste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Siebte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ftr" idx="3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sldNum" idx="3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1FC675-1EF9-43DD-8884-E0D4F27B8877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ftr" idx="4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sldNum" idx="4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D49589-AB4A-4970-8BC2-765668880550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body"/>
          </p:nvPr>
        </p:nvSpPr>
        <p:spPr>
          <a:xfrm>
            <a:off x="3098880" y="965160"/>
            <a:ext cx="8313840" cy="527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Textmasterformate durch Klicken bearbeiten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100000"/>
              </a:lnSpc>
              <a:buNone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914400" indent="0" defTabSz="914400">
              <a:lnSpc>
                <a:spcPct val="100000"/>
              </a:lnSpc>
              <a:buNone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1371600" indent="0" defTabSz="914400">
              <a:lnSpc>
                <a:spcPct val="100000"/>
              </a:lnSpc>
              <a:buNone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1828800" indent="0" defTabSz="914400">
              <a:lnSpc>
                <a:spcPct val="100000"/>
              </a:lnSpc>
              <a:buNone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Format des Titeltextes durch Klicken bearbeiten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Bild 12" descr=""/>
          <p:cNvPicPr/>
          <p:nvPr/>
        </p:nvPicPr>
        <p:blipFill>
          <a:blip r:embed="rId2"/>
          <a:stretch/>
        </p:blipFill>
        <p:spPr>
          <a:xfrm>
            <a:off x="7247520" y="333360"/>
            <a:ext cx="4376880" cy="84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body"/>
          </p:nvPr>
        </p:nvSpPr>
        <p:spPr>
          <a:xfrm>
            <a:off x="1213920" y="4293000"/>
            <a:ext cx="6248520" cy="1583640"/>
          </a:xfrm>
          <a:prstGeom prst="rect">
            <a:avLst/>
          </a:prstGeom>
          <a:noFill/>
          <a:ln w="0">
            <a:noFill/>
          </a:ln>
        </p:spPr>
        <p:txBody>
          <a:bodyPr lIns="90000" rIns="91440" tIns="45720" bIns="45720" anchor="t">
            <a:noAutofit/>
          </a:bodyPr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Textmasterformat bearbeiten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title"/>
          </p:nvPr>
        </p:nvSpPr>
        <p:spPr>
          <a:xfrm>
            <a:off x="1213920" y="2133000"/>
            <a:ext cx="9106200" cy="21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chemeClr val="accent3"/>
                </a:solidFill>
                <a:uFillTx/>
                <a:latin typeface="Calibri Light"/>
              </a:rPr>
              <a:t>Titelmasterformat durch Klicken </a:t>
            </a:r>
            <a:r>
              <a:rPr b="0" lang="de-DE" sz="4000" strike="noStrike" u="none">
                <a:solidFill>
                  <a:schemeClr val="accent3"/>
                </a:solidFill>
                <a:uFillTx/>
                <a:latin typeface="Calibri Light"/>
              </a:rPr>
              <a:t>bearbeiten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Titelmasterformat durch Klicken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335520" y="1196640"/>
            <a:ext cx="11379960" cy="529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Textmasterformat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Mastertextformat bearbeiten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 type="ftr" idx="4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 type="sldNum" idx="4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5A2DF9-E391-4944-84ED-7BB4D90B6CF0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 type="ftr" idx="4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3" name="PlaceHolder 6"/>
          <p:cNvSpPr>
            <a:spLocks noGrp="1"/>
          </p:cNvSpPr>
          <p:nvPr>
            <p:ph type="sldNum" idx="4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0BAB14-3B84-48A5-889E-D7A8C28B94AF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ftr" idx="5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sldNum" idx="5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7A1DB9-0EFA-41E0-9DA7-76EE0759A6ED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ftr" idx="5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sldNum" idx="5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204752-E726-4284-9F56-2ED3A926B06D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Format des Gliederungstextes durch Klicken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Zweite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Dritte Gliederungsebene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Gliederungsebene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Fünfte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Sechste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Siebte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5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5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11104A-CA3F-49AC-A911-AFBEF665EB22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Format des Titeltextes durch Klicken bearbeiten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Format des Gliederungstextes durch Klicken bearbeiten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Zweite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Dritte Gliederungsebene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Vierte Gliederungsebene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Fünfte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Sechste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Siebte Gliederungsebene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Zweite Ebene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Dritte Ebene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0" name="PlaceHolder 5"/>
          <p:cNvSpPr>
            <a:spLocks noGrp="1"/>
          </p:cNvSpPr>
          <p:nvPr>
            <p:ph type="ftr" idx="5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6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889AA9-6328-4490-A0F5-618BC2A544FA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2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 Light"/>
              </a:rPr>
              <a:t>Mastertitelformat bearbeiten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3200" strike="noStrike" u="none">
                <a:solidFill>
                  <a:schemeClr val="dk1"/>
                </a:solidFill>
                <a:uFillTx/>
                <a:latin typeface="Calibri"/>
              </a:rPr>
              <a:t>Bild durch Klicken auf Symbol hinzufügen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Mastertextformat bearbeiten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 </a:t>
            </a:r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ftr" idx="6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de-DE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sldNum" idx="6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AE602E-7A74-466D-B8D6-DB7493E297D8}" type="slidenum">
              <a:rPr b="0" lang="de-D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de-DE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4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2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3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diagramData" Target="../diagrams/data2.xml"/><Relationship Id="rId2" Type="http://schemas.openxmlformats.org/officeDocument/2006/relationships/diagramLayout" Target="../diagrams/layout2.xml"/><Relationship Id="rId3" Type="http://schemas.openxmlformats.org/officeDocument/2006/relationships/diagramQuickStyle" Target="../diagrams/quickStyle2.xml"/><Relationship Id="rId4" Type="http://schemas.openxmlformats.org/officeDocument/2006/relationships/diagramColors" Target="../diagrams/colors2.xml"/><Relationship Id="rId5" Type="http://schemas.microsoft.com/office/2007/relationships/diagramDrawing" Target="../diagrams/drawing2.xml"/><Relationship Id="rId6" Type="http://schemas.openxmlformats.org/officeDocument/2006/relationships/slideLayout" Target="../slideLayouts/slideLayout2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diagramData" Target="../diagrams/data3.xml"/><Relationship Id="rId2" Type="http://schemas.openxmlformats.org/officeDocument/2006/relationships/diagramLayout" Target="../diagrams/layout3.xml"/><Relationship Id="rId3" Type="http://schemas.openxmlformats.org/officeDocument/2006/relationships/diagramQuickStyle" Target="../diagrams/quickStyle3.xml"/><Relationship Id="rId4" Type="http://schemas.openxmlformats.org/officeDocument/2006/relationships/diagramColors" Target="../diagrams/colors3.xml"/><Relationship Id="rId5" Type="http://schemas.microsoft.com/office/2007/relationships/diagramDrawing" Target="../diagrams/drawing3.xml"/><Relationship Id="rId6" Type="http://schemas.openxmlformats.org/officeDocument/2006/relationships/slideLayout" Target="../slideLayouts/slideLayout29.xml"/><Relationship Id="rId7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2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2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2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2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25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diagramData" Target="../diagrams/data4.xml"/><Relationship Id="rId2" Type="http://schemas.openxmlformats.org/officeDocument/2006/relationships/diagramLayout" Target="../diagrams/layout4.xml"/><Relationship Id="rId3" Type="http://schemas.openxmlformats.org/officeDocument/2006/relationships/diagramQuickStyle" Target="../diagrams/quickStyle4.xml"/><Relationship Id="rId4" Type="http://schemas.openxmlformats.org/officeDocument/2006/relationships/diagramColors" Target="../diagrams/colors4.xml"/><Relationship Id="rId5" Type="http://schemas.microsoft.com/office/2007/relationships/diagramDrawing" Target="../diagrams/drawing4.xml"/><Relationship Id="rId6" Type="http://schemas.openxmlformats.org/officeDocument/2006/relationships/slideLayout" Target="../slideLayouts/slideLayout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30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7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0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diagramData" Target="../diagrams/data5.xml"/><Relationship Id="rId2" Type="http://schemas.openxmlformats.org/officeDocument/2006/relationships/diagramLayout" Target="../diagrams/layout5.xml"/><Relationship Id="rId3" Type="http://schemas.openxmlformats.org/officeDocument/2006/relationships/diagramQuickStyle" Target="../diagrams/quickStyle5.xml"/><Relationship Id="rId4" Type="http://schemas.openxmlformats.org/officeDocument/2006/relationships/diagramColors" Target="../diagrams/colors5.xml"/><Relationship Id="rId5" Type="http://schemas.microsoft.com/office/2007/relationships/diagramDrawing" Target="../diagrams/drawing5.xml"/><Relationship Id="rId6" Type="http://schemas.openxmlformats.org/officeDocument/2006/relationships/slideLayout" Target="../slideLayouts/slideLayout25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6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29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jpeg"/><Relationship Id="rId3" Type="http://schemas.openxmlformats.org/officeDocument/2006/relationships/slideLayout" Target="../slideLayouts/slideLayout29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29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diagramData" Target="../diagrams/data6.xml"/><Relationship Id="rId2" Type="http://schemas.openxmlformats.org/officeDocument/2006/relationships/diagramLayout" Target="../diagrams/layout6.xml"/><Relationship Id="rId3" Type="http://schemas.openxmlformats.org/officeDocument/2006/relationships/diagramQuickStyle" Target="../diagrams/quickStyle6.xml"/><Relationship Id="rId4" Type="http://schemas.openxmlformats.org/officeDocument/2006/relationships/diagramColors" Target="../diagrams/colors6.xml"/><Relationship Id="rId5" Type="http://schemas.microsoft.com/office/2007/relationships/diagramDrawing" Target="../diagrams/drawing6.xml"/><Relationship Id="rId6" Type="http://schemas.openxmlformats.org/officeDocument/2006/relationships/slideLayout" Target="../slideLayouts/slideLayout25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hyperlink" Target="https://karma-runner.github.io/" TargetMode="External"/><Relationship Id="rId2" Type="http://schemas.openxmlformats.org/officeDocument/2006/relationships/slideLayout" Target="../slideLayouts/slideLayout25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video" Target="../media/media21.mp4"/><Relationship Id="rId2" Type="http://schemas.microsoft.com/office/2007/relationships/media" Target="../media/media21.mp4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29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2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29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hyperlink" Target="file://Volumes/share/Seminar/angular2/angular2/sildes/index.html#/intro/prerequisites" TargetMode="External"/><Relationship Id="rId2" Type="http://schemas.openxmlformats.org/officeDocument/2006/relationships/hyperlink" Target="http://localhost:4200/" TargetMode="External"/><Relationship Id="rId3" Type="http://schemas.openxmlformats.org/officeDocument/2006/relationships/image" Target="../media/image25.png"/><Relationship Id="rId4" Type="http://schemas.openxmlformats.org/officeDocument/2006/relationships/image" Target="../media/image26.svg"/><Relationship Id="rId5" Type="http://schemas.openxmlformats.org/officeDocument/2006/relationships/slideLayout" Target="../slideLayouts/slideLayout25.xml"/><Relationship Id="rId6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29.xml"/><Relationship Id="rId3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29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9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9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9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image" Target="../media/image31.jpeg"/><Relationship Id="rId2" Type="http://schemas.openxmlformats.org/officeDocument/2006/relationships/slideLayout" Target="../slideLayouts/slideLayout26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image" Target="../media/image32.jpeg"/><Relationship Id="rId2" Type="http://schemas.openxmlformats.org/officeDocument/2006/relationships/slideLayout" Target="../slideLayouts/slideLayout29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29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1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25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diagramData" Target="../diagrams/data7.xml"/><Relationship Id="rId2" Type="http://schemas.openxmlformats.org/officeDocument/2006/relationships/diagramLayout" Target="../diagrams/layout7.xml"/><Relationship Id="rId3" Type="http://schemas.openxmlformats.org/officeDocument/2006/relationships/diagramQuickStyle" Target="../diagrams/quickStyle7.xml"/><Relationship Id="rId4" Type="http://schemas.openxmlformats.org/officeDocument/2006/relationships/diagramColors" Target="../diagrams/colors7.xml"/><Relationship Id="rId5" Type="http://schemas.microsoft.com/office/2007/relationships/diagramDrawing" Target="../diagrams/drawing7.xml"/><Relationship Id="rId6" Type="http://schemas.openxmlformats.org/officeDocument/2006/relationships/slideLayout" Target="../slideLayouts/slideLayout25.xml"/><Relationship Id="rId7" Type="http://schemas.openxmlformats.org/officeDocument/2006/relationships/notesSlide" Target="../notesSlides/notesSlide137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svg"/><Relationship Id="rId3" Type="http://schemas.openxmlformats.org/officeDocument/2006/relationships/slideLayout" Target="../slideLayouts/slideLayout26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diagramData" Target="../diagrams/data8.xml"/><Relationship Id="rId2" Type="http://schemas.openxmlformats.org/officeDocument/2006/relationships/diagramLayout" Target="../diagrams/layout8.xml"/><Relationship Id="rId3" Type="http://schemas.openxmlformats.org/officeDocument/2006/relationships/diagramQuickStyle" Target="../diagrams/quickStyle8.xml"/><Relationship Id="rId4" Type="http://schemas.openxmlformats.org/officeDocument/2006/relationships/diagramColors" Target="../diagrams/colors8.xml"/><Relationship Id="rId5" Type="http://schemas.microsoft.com/office/2007/relationships/diagramDrawing" Target="../diagrams/drawing8.xml"/><Relationship Id="rId6" Type="http://schemas.openxmlformats.org/officeDocument/2006/relationships/slideLayout" Target="../slideLayouts/slideLayout25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diagramData" Target="../diagrams/data9.xml"/><Relationship Id="rId2" Type="http://schemas.openxmlformats.org/officeDocument/2006/relationships/diagramLayout" Target="../diagrams/layout9.xml"/><Relationship Id="rId3" Type="http://schemas.openxmlformats.org/officeDocument/2006/relationships/diagramQuickStyle" Target="../diagrams/quickStyle9.xml"/><Relationship Id="rId4" Type="http://schemas.openxmlformats.org/officeDocument/2006/relationships/diagramColors" Target="../diagrams/colors9.xml"/><Relationship Id="rId5" Type="http://schemas.microsoft.com/office/2007/relationships/diagramDrawing" Target="../diagrams/drawing9.xml"/><Relationship Id="rId6" Type="http://schemas.openxmlformats.org/officeDocument/2006/relationships/slideLayout" Target="../slideLayouts/slideLayout25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diagramData" Target="../diagrams/data10.xml"/><Relationship Id="rId2" Type="http://schemas.openxmlformats.org/officeDocument/2006/relationships/diagramLayout" Target="../diagrams/layout10.xml"/><Relationship Id="rId3" Type="http://schemas.openxmlformats.org/officeDocument/2006/relationships/diagramQuickStyle" Target="../diagrams/quickStyle10.xml"/><Relationship Id="rId4" Type="http://schemas.openxmlformats.org/officeDocument/2006/relationships/diagramColors" Target="../diagrams/colors10.xml"/><Relationship Id="rId5" Type="http://schemas.microsoft.com/office/2007/relationships/diagramDrawing" Target="../diagrams/drawing10.xml"/><Relationship Id="rId6" Type="http://schemas.openxmlformats.org/officeDocument/2006/relationships/slideLayout" Target="../slideLayouts/slideLayout25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6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7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slideLayout" Target="../slideLayouts/slideLayout29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8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image" Target="../media/image42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78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83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hyperlink" Target="https://rxmarbles.com/" TargetMode="External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185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diagramData" Target="../diagrams/data11.xml"/><Relationship Id="rId2" Type="http://schemas.openxmlformats.org/officeDocument/2006/relationships/diagramLayout" Target="../diagrams/layout11.xml"/><Relationship Id="rId3" Type="http://schemas.openxmlformats.org/officeDocument/2006/relationships/diagramQuickStyle" Target="../diagrams/quickStyle11.xml"/><Relationship Id="rId4" Type="http://schemas.openxmlformats.org/officeDocument/2006/relationships/diagramColors" Target="../diagrams/colors11.xml"/><Relationship Id="rId5" Type="http://schemas.microsoft.com/office/2007/relationships/diagramDrawing" Target="../diagrams/drawing11.xml"/><Relationship Id="rId6" Type="http://schemas.openxmlformats.org/officeDocument/2006/relationships/slideLayout" Target="../slideLayouts/slideLayout30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0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hyperlink" Target="http://reactivex.io/" TargetMode="External"/><Relationship Id="rId2" Type="http://schemas.openxmlformats.org/officeDocument/2006/relationships/slideLayout" Target="../slideLayouts/slideLayout25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2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3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diagramData" Target="../diagrams/data12.xml"/><Relationship Id="rId2" Type="http://schemas.openxmlformats.org/officeDocument/2006/relationships/diagramLayout" Target="../diagrams/layout12.xml"/><Relationship Id="rId3" Type="http://schemas.openxmlformats.org/officeDocument/2006/relationships/diagramQuickStyle" Target="../diagrams/quickStyle12.xml"/><Relationship Id="rId4" Type="http://schemas.openxmlformats.org/officeDocument/2006/relationships/diagramColors" Target="../diagrams/colors12.xml"/><Relationship Id="rId5" Type="http://schemas.microsoft.com/office/2007/relationships/diagramDrawing" Target="../diagrams/drawing12.xml"/><Relationship Id="rId6" Type="http://schemas.openxmlformats.org/officeDocument/2006/relationships/slideLayout" Target="../slideLayouts/slideLayout25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8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11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212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diagramData" Target="../diagrams/data13.xml"/><Relationship Id="rId2" Type="http://schemas.openxmlformats.org/officeDocument/2006/relationships/diagramLayout" Target="../diagrams/layout13.xml"/><Relationship Id="rId3" Type="http://schemas.openxmlformats.org/officeDocument/2006/relationships/diagramQuickStyle" Target="../diagrams/quickStyle13.xml"/><Relationship Id="rId4" Type="http://schemas.openxmlformats.org/officeDocument/2006/relationships/diagramColors" Target="../diagrams/colors13.xml"/><Relationship Id="rId5" Type="http://schemas.microsoft.com/office/2007/relationships/diagramDrawing" Target="../diagrams/drawing13.xml"/><Relationship Id="rId6" Type="http://schemas.openxmlformats.org/officeDocument/2006/relationships/slideLayout" Target="../slideLayouts/slideLayout25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image" Target="../media/image44.jpeg"/><Relationship Id="rId2" Type="http://schemas.openxmlformats.org/officeDocument/2006/relationships/slideLayout" Target="../slideLayouts/slideLayout26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image" Target="../media/image45.jpeg"/><Relationship Id="rId2" Type="http://schemas.openxmlformats.org/officeDocument/2006/relationships/slideLayout" Target="../slideLayouts/slideLayout26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2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33.xml.rels><?xml version="1.0" encoding="UTF-8"?>
<Relationships xmlns="http://schemas.openxmlformats.org/package/2006/relationships"><Relationship Id="rId1" Type="http://schemas.openxmlformats.org/officeDocument/2006/relationships/image" Target="../media/image46.jpeg"/><Relationship Id="rId2" Type="http://schemas.openxmlformats.org/officeDocument/2006/relationships/slideLayout" Target="../slideLayouts/slideLayout26.xml"/>
</Relationships>
</file>

<file path=ppt/slides/_rels/slide234.xml.rels><?xml version="1.0" encoding="UTF-8"?>
<Relationships xmlns="http://schemas.openxmlformats.org/package/2006/relationships"><Relationship Id="rId1" Type="http://schemas.openxmlformats.org/officeDocument/2006/relationships/image" Target="../media/image47.jpeg"/><Relationship Id="rId2" Type="http://schemas.openxmlformats.org/officeDocument/2006/relationships/slideLayout" Target="../slideLayouts/slideLayout26.xml"/>
</Relationships>
</file>

<file path=ppt/slides/_rels/slide235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235.xml"/>
</Relationships>
</file>

<file path=ppt/slides/_rels/slide2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36.xml"/>
</Relationships>
</file>

<file path=ppt/slides/_rels/slide2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37.xml"/>
</Relationships>
</file>

<file path=ppt/slides/_rels/slide2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38.xml"/>
</Relationships>
</file>

<file path=ppt/slides/_rels/slide2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39.xml"/>
</Relationships>
</file>

<file path=ppt/slides/_rels/slide240.xml.rels><?xml version="1.0" encoding="UTF-8"?>
<Relationships xmlns="http://schemas.openxmlformats.org/package/2006/relationships"><Relationship Id="rId1" Type="http://schemas.openxmlformats.org/officeDocument/2006/relationships/diagramData" Target="../diagrams/data14.xml"/><Relationship Id="rId2" Type="http://schemas.openxmlformats.org/officeDocument/2006/relationships/diagramLayout" Target="../diagrams/layout14.xml"/><Relationship Id="rId3" Type="http://schemas.openxmlformats.org/officeDocument/2006/relationships/diagramQuickStyle" Target="../diagrams/quickStyle14.xml"/><Relationship Id="rId4" Type="http://schemas.openxmlformats.org/officeDocument/2006/relationships/diagramColors" Target="../diagrams/colors14.xml"/><Relationship Id="rId5" Type="http://schemas.microsoft.com/office/2007/relationships/diagramDrawing" Target="../diagrams/drawing14.xml"/><Relationship Id="rId6" Type="http://schemas.openxmlformats.org/officeDocument/2006/relationships/slideLayout" Target="../slideLayouts/slideLayout30.xml"/>
</Relationships>
</file>

<file path=ppt/slides/_rels/slide2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2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46.xml.rels><?xml version="1.0" encoding="UTF-8"?>
<Relationships xmlns="http://schemas.openxmlformats.org/package/2006/relationships"><Relationship Id="rId1" Type="http://schemas.openxmlformats.org/officeDocument/2006/relationships/hyperlink" Target="http://de.wikipedia.org/wiki/Cross-Origin_Resource_Sharing" TargetMode="External"/><Relationship Id="rId2" Type="http://schemas.openxmlformats.org/officeDocument/2006/relationships/image" Target="../media/image49.jpeg"/><Relationship Id="rId3" Type="http://schemas.openxmlformats.org/officeDocument/2006/relationships/slideLayout" Target="../slideLayouts/slideLayout25.xml"/>
</Relationships>
</file>

<file path=ppt/slides/_rels/slide2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50.xml.rels><?xml version="1.0" encoding="UTF-8"?>
<Relationships xmlns="http://schemas.openxmlformats.org/package/2006/relationships"><Relationship Id="rId1" Type="http://schemas.openxmlformats.org/officeDocument/2006/relationships/hyperlink" Target="https://angular.io/guide/attribute-directives" TargetMode="External"/><Relationship Id="rId2" Type="http://schemas.openxmlformats.org/officeDocument/2006/relationships/slideLayout" Target="../slideLayouts/slideLayout25.xml"/>
</Relationships>
</file>

<file path=ppt/slides/_rels/slide251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26.xml"/>
</Relationships>
</file>

<file path=ppt/slides/_rels/slide2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2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55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29.xml"/>
</Relationships>
</file>

<file path=ppt/slides/_rels/slide256.xml.rels><?xml version="1.0" encoding="UTF-8"?>
<Relationships xmlns="http://schemas.openxmlformats.org/package/2006/relationships"><Relationship Id="rId1" Type="http://schemas.openxmlformats.org/officeDocument/2006/relationships/diagramData" Target="../diagrams/data15.xml"/><Relationship Id="rId2" Type="http://schemas.openxmlformats.org/officeDocument/2006/relationships/diagramLayout" Target="../diagrams/layout15.xml"/><Relationship Id="rId3" Type="http://schemas.openxmlformats.org/officeDocument/2006/relationships/diagramQuickStyle" Target="../diagrams/quickStyle15.xml"/><Relationship Id="rId4" Type="http://schemas.openxmlformats.org/officeDocument/2006/relationships/diagramColors" Target="../diagrams/colors15.xml"/><Relationship Id="rId5" Type="http://schemas.microsoft.com/office/2007/relationships/diagramDrawing" Target="../diagrams/drawing15.xml"/><Relationship Id="rId6" Type="http://schemas.openxmlformats.org/officeDocument/2006/relationships/slideLayout" Target="../slideLayouts/slideLayout25.xml"/>
</Relationships>
</file>

<file path=ppt/slides/_rels/slide2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58.xml.rels><?xml version="1.0" encoding="UTF-8"?>
<Relationships xmlns="http://schemas.openxmlformats.org/package/2006/relationships"><Relationship Id="rId1" Type="http://schemas.openxmlformats.org/officeDocument/2006/relationships/image" Target="../media/image51.jpeg"/><Relationship Id="rId2" Type="http://schemas.openxmlformats.org/officeDocument/2006/relationships/slideLayout" Target="../slideLayouts/slideLayout26.xml"/>
</Relationships>
</file>

<file path=ppt/slides/_rels/slide259.xml.rels><?xml version="1.0" encoding="UTF-8"?>
<Relationships xmlns="http://schemas.openxmlformats.org/package/2006/relationships"><Relationship Id="rId1" Type="http://schemas.openxmlformats.org/officeDocument/2006/relationships/hyperlink" Target="https://docs.npmjs.com/misc/registry" TargetMode="External"/><Relationship Id="rId2" Type="http://schemas.openxmlformats.org/officeDocument/2006/relationships/slideLayout" Target="../slideLayouts/slideLayout25.xml"/>
</Relationships>
</file>

<file path=ppt/slides/_rels/slide260.xml.rels><?xml version="1.0" encoding="UTF-8"?>
<Relationships xmlns="http://schemas.openxmlformats.org/package/2006/relationships"><Relationship Id="rId1" Type="http://schemas.openxmlformats.org/officeDocument/2006/relationships/hyperlink" Target="https://docs.npmjs.com/" TargetMode="External"/><Relationship Id="rId2" Type="http://schemas.openxmlformats.org/officeDocument/2006/relationships/slideLayout" Target="../slideLayouts/slideLayout25.xml"/>
</Relationships>
</file>

<file path=ppt/slides/_rels/slide261.xml.rels><?xml version="1.0" encoding="UTF-8"?>
<Relationships xmlns="http://schemas.openxmlformats.org/package/2006/relationships"><Relationship Id="rId1" Type="http://schemas.openxmlformats.org/officeDocument/2006/relationships/image" Target="../media/image52.jpeg"/><Relationship Id="rId2" Type="http://schemas.openxmlformats.org/officeDocument/2006/relationships/slideLayout" Target="../slideLayouts/slideLayout26.xml"/>
</Relationships>
</file>

<file path=ppt/slides/_rels/slide2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65.xml.rels><?xml version="1.0" encoding="UTF-8"?>
<Relationships xmlns="http://schemas.openxmlformats.org/package/2006/relationships"><Relationship Id="rId1" Type="http://schemas.openxmlformats.org/officeDocument/2006/relationships/diagramData" Target="../diagrams/data16.xml"/><Relationship Id="rId2" Type="http://schemas.openxmlformats.org/officeDocument/2006/relationships/diagramLayout" Target="../diagrams/layout16.xml"/><Relationship Id="rId3" Type="http://schemas.openxmlformats.org/officeDocument/2006/relationships/diagramQuickStyle" Target="../diagrams/quickStyle16.xml"/><Relationship Id="rId4" Type="http://schemas.openxmlformats.org/officeDocument/2006/relationships/diagramColors" Target="../diagrams/colors16.xml"/><Relationship Id="rId5" Type="http://schemas.microsoft.com/office/2007/relationships/diagramDrawing" Target="../diagrams/drawing16.xml"/><Relationship Id="rId6" Type="http://schemas.openxmlformats.org/officeDocument/2006/relationships/slideLayout" Target="../slideLayouts/slideLayout29.xml"/>
</Relationships>
</file>

<file path=ppt/slides/_rels/slide2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55" name="Picture 4" descr="Writing an appointment on a paper agenda"/>
          <p:cNvPicPr/>
          <p:nvPr/>
        </p:nvPicPr>
        <p:blipFill>
          <a:blip r:embed="rId1">
            <a:alphaModFix amt="50000"/>
          </a:blip>
          <a:srcRect l="0" t="15730" r="0" b="0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90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6000" strike="noStrike" u="none">
                <a:solidFill>
                  <a:srgbClr val="ffffff"/>
                </a:solidFill>
                <a:uFillTx/>
                <a:latin typeface="Calibri Light"/>
              </a:rPr>
              <a:t>Typescript Primer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1523880" y="4159440"/>
            <a:ext cx="9143640" cy="109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ffffff"/>
                </a:solidFill>
                <a:uFillTx/>
                <a:latin typeface="Calibri"/>
              </a:rPr>
              <a:t>Einführung in Typescript</a:t>
            </a:r>
            <a:endParaRPr b="0" lang="de-DE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10">
                                  <p:stCondLst>
                                    <p:cond delay="2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400"/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nodeType="withEffect" fill="hold" presetClass="entr" presetID="10">
                                  <p:stCondLst>
                                    <p:cond delay="1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" dur="4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59" name="Picture 6" descr="CPU mit Binärzahlen und Blaupause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90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Einrichten von Typescript 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3640" cy="109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Installation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Benötigte Komponenten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TypeScript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install typescript --save-dev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Oder global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[sudo] npm install –g typescript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Lite-Server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install lite-server --save-dev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Parallelisierung von npm-Kommandos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444600" indent="-270000" defTabSz="914400">
              <a:lnSpc>
                <a:spcPct val="90000"/>
              </a:lnSpc>
              <a:spcBef>
                <a:spcPts val="601"/>
              </a:spcBef>
              <a:buClr>
                <a:srgbClr val="b51621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npm install concurrenty --save-dev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Konfiguration des TypeScript-Compilers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Initialisierung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tsc --init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Erzeugt die Datei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tsconfig.json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Darin werden alle möglichen Konfigurationen angelegt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wobei die allermeisten auskommentiert sind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Für die folgenden Beispiele wird insbesondere der strict-Mode aktiviert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Scripts der package.json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"scripts":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"serve": "lite-server",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"compile": "tsc --outDir ./dist  -p .",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"compile-watch": "tsc -w --outDir ./dist  -p .",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"test": "echo \"Error: no test specified\" &amp;&amp; exit 1",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"start": "concurrently \"npm run compile-watch\" \"npm run serve\""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Benutzung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Starten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 start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Startet den TypeScript-Transpiler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Startet den Lite Server mit Browser-Sync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Startet den Default-Browser und stellt die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index.html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-Seite dar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Parallelisierung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Sämtliche Dateien mit der Endung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.ts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im Ordner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src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werden automatisch nach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dist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transpiliert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Änderungen der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.ts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-Dateien werden automatisch erkannt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Server aktualisiert den Browser  mit den geänderten Informationen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Picture 2" descr="TypeScript Figure"/>
          <p:cNvPicPr/>
          <p:nvPr/>
        </p:nvPicPr>
        <p:blipFill>
          <a:blip r:embed="rId1"/>
          <a:stretch/>
        </p:blipFill>
        <p:spPr>
          <a:xfrm>
            <a:off x="5128200" y="2191680"/>
            <a:ext cx="2295000" cy="21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hteck 3"/>
          <p:cNvSpPr/>
          <p:nvPr/>
        </p:nvSpPr>
        <p:spPr>
          <a:xfrm>
            <a:off x="1147680" y="1172880"/>
            <a:ext cx="328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DE" sz="1800" strike="noStrike" u="none">
                <a:solidFill>
                  <a:srgbClr val="000000"/>
                </a:solidFill>
                <a:uFillTx/>
                <a:latin typeface="Arial"/>
              </a:rPr>
              <a:t>TypeScript is just JavaScript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2" name="Rechteck 4"/>
          <p:cNvSpPr/>
          <p:nvPr/>
        </p:nvSpPr>
        <p:spPr>
          <a:xfrm>
            <a:off x="583560" y="5315760"/>
            <a:ext cx="431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uFillTx/>
                <a:latin typeface="Arial"/>
              </a:rPr>
              <a:t>TypeScript supports other JS libraries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3" name="Rechteck 5"/>
          <p:cNvSpPr/>
          <p:nvPr/>
        </p:nvSpPr>
        <p:spPr>
          <a:xfrm>
            <a:off x="8200080" y="5315760"/>
            <a:ext cx="2882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DE" sz="1800" strike="noStrike" u="none">
                <a:solidFill>
                  <a:srgbClr val="000000"/>
                </a:solidFill>
                <a:uFillTx/>
                <a:latin typeface="Arial"/>
              </a:rPr>
              <a:t>JavaScript is TypeScript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.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4" name="Rechteck 6"/>
          <p:cNvSpPr/>
          <p:nvPr/>
        </p:nvSpPr>
        <p:spPr>
          <a:xfrm>
            <a:off x="8616600" y="1373400"/>
            <a:ext cx="262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DE" sz="1800" strike="noStrike" u="none">
                <a:solidFill>
                  <a:srgbClr val="000000"/>
                </a:solidFill>
                <a:uFillTx/>
                <a:latin typeface="Arial"/>
              </a:rPr>
              <a:t>TypeScript is portable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Arial"/>
              </a:rPr>
              <a:t>.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" name="Diagram1"/>
          <p:cNvGraphicFramePr/>
          <p:nvPr>
            <p:extLst>
              <p:ext uri="{D42A27DB-BD31-4B8C-83A1-F6EECF244321}">
                <p14:modId xmlns:p14="http://schemas.microsoft.com/office/powerpoint/2010/main" val="3011315560"/>
              </p:ext>
            </p:extLst>
          </p:nvPr>
        </p:nvGraphicFramePr>
        <p:xfrm>
          <a:off x="2031840" y="719640"/>
          <a:ext cx="8127720" cy="5418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62920" y="1011960"/>
            <a:ext cx="3415680" cy="479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rgbClr val="ffffff"/>
                </a:solidFill>
                <a:uFillTx/>
                <a:latin typeface="Calibri Light"/>
              </a:rPr>
              <a:t>Warum Typescript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2" name="Diagram2"/>
          <p:cNvGraphicFramePr/>
          <p:nvPr>
            <p:extLst>
              <p:ext uri="{D42A27DB-BD31-4B8C-83A1-F6EECF244321}">
                <p14:modId xmlns:p14="http://schemas.microsoft.com/office/powerpoint/2010/main" val="3252559283"/>
              </p:ext>
            </p:extLst>
          </p:nvPr>
        </p:nvGraphicFramePr>
        <p:xfrm>
          <a:off x="5194440" y="470880"/>
          <a:ext cx="6513120" cy="5884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6200" cy="128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Type Hierarchy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3" name="Diagram3"/>
          <p:cNvGraphicFramePr/>
          <p:nvPr>
            <p:extLst>
              <p:ext uri="{D42A27DB-BD31-4B8C-83A1-F6EECF244321}">
                <p14:modId xmlns:p14="http://schemas.microsoft.com/office/powerpoint/2010/main" val="254260633"/>
              </p:ext>
            </p:extLst>
          </p:nvPr>
        </p:nvGraphicFramePr>
        <p:xfrm>
          <a:off x="4965480" y="2438280"/>
          <a:ext cx="6586200" cy="3785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 useBgFill="1">
        <p:nvSpPr>
          <p:cNvPr id="17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79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0840" y="1410480"/>
            <a:ext cx="6857640" cy="403740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6735a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0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0840" y="1420560"/>
            <a:ext cx="6857640" cy="40374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d9a78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1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766800" y="3588480"/>
            <a:ext cx="2501640" cy="4037400"/>
          </a:xfrm>
          <a:prstGeom prst="rect">
            <a:avLst/>
          </a:prstGeom>
          <a:gradFill rotWithShape="0">
            <a:gsLst>
              <a:gs pos="2000">
                <a:srgbClr val="1d9a78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2" name="Freeform: Shap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880" cy="4178520"/>
          </a:xfrm>
          <a:custGeom>
            <a:avLst/>
            <a:gdLst>
              <a:gd name="textAreaLeft" fmla="*/ 0 w 3899880"/>
              <a:gd name="textAreaRight" fmla="*/ 3900240 w 3899880"/>
              <a:gd name="textAreaTop" fmla="*/ 0 h 4178520"/>
              <a:gd name="textAreaBottom" fmla="*/ 4178880 h 4178520"/>
            </a:gdLst>
            <a:ahLst/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d9a78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3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0840" y="1400400"/>
            <a:ext cx="6857640" cy="40374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5ae0bb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1120" cy="338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Spezielle Typen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4810320" y="649440"/>
            <a:ext cx="6554880" cy="554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null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Eigenschaft ist nicht gesetzt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undefined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Eigenschaft oder Funktion ist nicht vorhanden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Damit unterschiedlich zu null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any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untypisierte Variable, die jeden Wert zugewiesen bekommen kann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Damit ist bei Bedarf auch eine untypisierte Programmierung auch in TypeScript möglich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void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Eine Funktion, die keinen expliziten 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return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-Wert aufweist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never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Der Rückgabetyp einer Funktion, die kein implizites oder explizites 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return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-Statement aufweist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1"/>
                </a:solidFill>
                <a:uFillTx/>
                <a:latin typeface="Calibri"/>
              </a:rPr>
              <a:t>Endlose Ausführung oder garantiertes Werfen einer </a:t>
            </a:r>
            <a:r>
              <a:rPr b="0" lang="de-DE" sz="1700" strike="noStrike" u="none">
                <a:solidFill>
                  <a:schemeClr val="dk1"/>
                </a:solidFill>
                <a:uFillTx/>
                <a:latin typeface="Courier New"/>
              </a:rPr>
              <a:t>Exception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416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Variablen Deklaration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740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: [type-annotation] = value 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: [type-annotation] 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= value 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[identifier] 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8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15904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0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360"/>
            <a:ext cx="8115120" cy="159048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1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4400" y="0"/>
            <a:ext cx="4076280" cy="159048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2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2400" cy="159696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5680" cy="103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Typisierte Deklaration von Variablen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360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Explizite Typisierung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name : string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state : boolean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Type Inference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Hier wird der Typ durch die Zuweisung eines Wertes definiert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name = "Hello"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let state = true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Contextual Type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alibri"/>
              </a:rPr>
              <a:t>Auch bei Zuweisungen versucht TypeScript, untypisierte Deklarationen zu erkennen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646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window.onmousedown = function(mouseEvent) {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646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console.log(mouseEvent.button);  //&lt;- Error, 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646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uFillTx/>
                <a:latin typeface="Courier New"/>
              </a:rPr>
              <a:t>};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5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6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15904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7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360"/>
            <a:ext cx="8115120" cy="159048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8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4400" y="0"/>
            <a:ext cx="4076280" cy="159048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99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2400" cy="159696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5680" cy="103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Deklaration von Variablen mit const und let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360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let | const&lt;name&gt;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const name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let state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Variable Samples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"Hello Typscript"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f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()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ce9178"/>
                </a:solidFill>
                <a:uFillTx/>
                <a:latin typeface="Menlo"/>
              </a:rPr>
              <a:t>"Hello, world!"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br>
              <a:rPr sz="2400"/>
            </a:b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message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Var-Scoping Macken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weirdScoping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someFlag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boolean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someFlag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10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br>
              <a:rPr sz="2800"/>
            </a:b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8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weirdScoping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false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Var-Scoping Macken 2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sumOf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[][])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+=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Var-Scoping Macken 3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10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cdcaa"/>
                </a:solidFill>
                <a:uFillTx/>
                <a:latin typeface="Menlo"/>
              </a:rPr>
              <a:t>setTimeout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() { </a:t>
            </a: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); },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100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*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6200" cy="128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Block Scoping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6200" cy="37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someFunc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flag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boolean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1600"/>
            </a:b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input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200" strike="noStrike" u="none">
                <a:solidFill>
                  <a:srgbClr val="9cdcfe"/>
                </a:solidFill>
                <a:uFillTx/>
                <a:latin typeface="Menlo"/>
              </a:rPr>
              <a:t>b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2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12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200" strike="noStrike" u="none">
                <a:solidFill>
                  <a:srgbClr val="9cdcfe"/>
                </a:solidFill>
                <a:uFillTx/>
                <a:latin typeface="Menlo"/>
              </a:rPr>
              <a:t>b</a:t>
            </a:r>
            <a:r>
              <a:rPr b="0" lang="de-DE" sz="12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1600"/>
            </a:br>
            <a:r>
              <a:rPr b="0" lang="de-DE" sz="1600" strike="noStrike" u="none">
                <a:solidFill>
                  <a:srgbClr val="6a9955"/>
                </a:solidFill>
                <a:uFillTx/>
                <a:latin typeface="Menlo"/>
              </a:rPr>
              <a:t>// CompileError: 'b' doesn't exist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b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212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46353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6200" cy="128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Block Scoping 2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6200" cy="37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foo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 {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20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000"/>
            </a:br>
            <a:r>
              <a:rPr b="0" lang="de-DE" sz="2000" strike="noStrike" u="none">
                <a:solidFill>
                  <a:srgbClr val="6a9955"/>
                </a:solidFill>
                <a:uFillTx/>
                <a:latin typeface="Menlo"/>
              </a:rPr>
              <a:t>// undefined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foo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000"/>
            </a:b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a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215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46353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6200" cy="128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Block Scoping 3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6200" cy="37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sumOfWithLet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[][]) {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matrix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16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6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&lt;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++) {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+=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row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1600"/>
            </a:br>
            <a:r>
              <a:rPr b="0" lang="de-DE" sz="16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6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16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218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46353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838080" y="291240"/>
            <a:ext cx="10515240" cy="93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en-US" sz="5400" strike="noStrike" u="none">
                <a:solidFill>
                  <a:schemeClr val="dk1"/>
                </a:solidFill>
                <a:uFillTx/>
                <a:latin typeface="Calibri Light"/>
              </a:rPr>
              <a:t>const</a:t>
            </a:r>
            <a:endParaRPr b="0" lang="de-DE" sz="5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220" name="Picture 6" descr="A close up of a screen&#10;&#10;Description automatically generated"/>
          <p:cNvPicPr/>
          <p:nvPr/>
        </p:nvPicPr>
        <p:blipFill>
          <a:blip r:embed="rId1"/>
          <a:stretch/>
        </p:blipFill>
        <p:spPr>
          <a:xfrm>
            <a:off x="838080" y="3137760"/>
            <a:ext cx="10515240" cy="189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960840" y="498240"/>
            <a:ext cx="10269360" cy="127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lt1"/>
                </a:solidFill>
                <a:uFillTx/>
                <a:latin typeface="Calibri Light"/>
              </a:rPr>
              <a:t>Kontrollstrukturen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4389120" y="2944440"/>
            <a:ext cx="6841080" cy="286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boolean_expression1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else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boolean_expression2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//someOther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else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{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//elsedo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223" name="Picture 4" descr="A blue and white sign&#10;&#10;Description automatically generated"/>
          <p:cNvPicPr/>
          <p:nvPr/>
        </p:nvPicPr>
        <p:blipFill>
          <a:blip r:embed="rId1"/>
          <a:srcRect l="17712" t="36611" r="25103" b="0"/>
          <a:stretch/>
        </p:blipFill>
        <p:spPr>
          <a:xfrm>
            <a:off x="1224000" y="2989440"/>
            <a:ext cx="2580120" cy="260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960840" y="498240"/>
            <a:ext cx="10269360" cy="127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lt1"/>
                </a:solidFill>
                <a:uFillTx/>
                <a:latin typeface="Calibri Light"/>
              </a:rPr>
              <a:t>Kontrollstrukturen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389120" y="2944440"/>
            <a:ext cx="6841080" cy="286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while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&gt;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5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{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do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{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6a9955"/>
                </a:solidFill>
                <a:uFillTx/>
                <a:latin typeface="Menlo"/>
              </a:rPr>
              <a:t>//some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while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&gt;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5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226" name="Picture 4" descr="A blue and white sign&#10;&#10;Description automatically generated"/>
          <p:cNvPicPr/>
          <p:nvPr/>
        </p:nvPicPr>
        <p:blipFill>
          <a:blip r:embed="rId1"/>
          <a:srcRect l="17712" t="36611" r="25103" b="0"/>
          <a:stretch/>
        </p:blipFill>
        <p:spPr>
          <a:xfrm>
            <a:off x="1224000" y="2989440"/>
            <a:ext cx="2580120" cy="260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Number Datentyp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4" name="Diagram4"/>
          <p:cNvGraphicFramePr/>
          <p:nvPr>
            <p:extLst>
              <p:ext uri="{D42A27DB-BD31-4B8C-83A1-F6EECF244321}">
                <p14:modId xmlns:p14="http://schemas.microsoft.com/office/powerpoint/2010/main" val="1002845073"/>
              </p:ext>
            </p:extLst>
          </p:nvPr>
        </p:nvGraphicFramePr>
        <p:xfrm>
          <a:off x="859320" y="1846800"/>
          <a:ext cx="10515240" cy="4350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Number Funktionen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toFixed()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569cd6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123.456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); 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ce9178"/>
                </a:solidFill>
                <a:uFillTx/>
                <a:latin typeface="Menlo"/>
              </a:rPr>
              <a:t>"numToFixed.toFixed() is "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()) 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ce9178"/>
                </a:solidFill>
                <a:uFillTx/>
                <a:latin typeface="Menlo"/>
              </a:rPr>
              <a:t>"numToFixed.toFixed(2) is "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)) 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ce9178"/>
                </a:solidFill>
                <a:uFillTx/>
                <a:latin typeface="Menlo"/>
              </a:rPr>
              <a:t>"numToFixed.toFixed(6) is "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toFixed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4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))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toLocaleString()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569cd6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0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000" strike="noStrike" u="none">
                <a:solidFill>
                  <a:srgbClr val="b5cea8"/>
                </a:solidFill>
                <a:uFillTx/>
                <a:latin typeface="Menlo"/>
              </a:rPr>
              <a:t>123.456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); 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ec9b0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 </a:t>
            </a:r>
            <a:r>
              <a:rPr b="0" lang="de-DE" sz="2000" strike="noStrike" u="none">
                <a:solidFill>
                  <a:srgbClr val="9cdcfe"/>
                </a:solidFill>
                <a:uFillTx/>
                <a:latin typeface="Menlo"/>
              </a:rPr>
              <a:t>numTo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000" strike="noStrike" u="none">
                <a:solidFill>
                  <a:srgbClr val="dcdcaa"/>
                </a:solidFill>
                <a:uFillTx/>
                <a:latin typeface="Menlo"/>
              </a:rPr>
              <a:t>toLocaleString</a:t>
            </a:r>
            <a:r>
              <a:rPr b="0" lang="de-DE" sz="20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String Funktionen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"The TS String"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index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indexOf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"String"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);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"indexOf found String :"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index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);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"(1,2): 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substring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));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"(0,8): 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str1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substring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8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));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416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Funktionen deklarieren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740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function name (param1[:type], param2?[:type])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Varargs AKA Rest Parameters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sumUp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(...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nums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[]) {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&lt;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nums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++) {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nums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];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4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400" strike="noStrike" u="none">
                <a:solidFill>
                  <a:srgbClr val="ce9178"/>
                </a:solidFill>
                <a:uFillTx/>
                <a:latin typeface="Menlo"/>
              </a:rPr>
              <a:t>"sum of the numbers"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400" strike="noStrike" u="none">
                <a:solidFill>
                  <a:srgbClr val="9cdcfe"/>
                </a:solidFill>
                <a:uFillTx/>
                <a:latin typeface="Menlo"/>
              </a:rPr>
              <a:t>sum</a:t>
            </a:r>
            <a:r>
              <a:rPr b="0" lang="de-DE" sz="24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sumUp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3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sumUp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416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Default Parameter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740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function name(param1[:type],param2[:type] = default_value) { 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416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Anonyme Funktionen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63408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res = function( [arguments] ) { ... 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( [param1, parma2,…param n] )=&gt;statement;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Funktionen überladen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1.SIGNATURES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someOverload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someOverload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 : 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2. 1 BODY FOR ALL</a:t>
            </a:r>
            <a:br>
              <a:rPr sz="2800"/>
            </a:b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someOverload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any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4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15904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44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360"/>
            <a:ext cx="8115120" cy="159048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45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4400" y="0"/>
            <a:ext cx="4076280" cy="159048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4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2400" cy="159696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5680" cy="103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Container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360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array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Eine Liste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tuple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Eine feste Menge von anderen Basis-Typen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enum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Eine feste Menge von Werten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ounded Rectangle 3"/>
          <p:cNvSpPr/>
          <p:nvPr/>
        </p:nvSpPr>
        <p:spPr>
          <a:xfrm>
            <a:off x="794160" y="4908960"/>
            <a:ext cx="9480600" cy="105840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cxnSp>
        <p:nvCxnSpPr>
          <p:cNvPr id="250" name="Straight Connector 5"/>
          <p:cNvCxnSpPr/>
          <p:nvPr/>
        </p:nvCxnSpPr>
        <p:spPr>
          <a:xfrm>
            <a:off x="2045160" y="4908600"/>
            <a:ext cx="360" cy="1071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51" name="Straight Connector 6"/>
          <p:cNvCxnSpPr/>
          <p:nvPr/>
        </p:nvCxnSpPr>
        <p:spPr>
          <a:xfrm>
            <a:off x="3160080" y="4880520"/>
            <a:ext cx="360" cy="1071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52" name="Straight Connector 7"/>
          <p:cNvCxnSpPr/>
          <p:nvPr/>
        </p:nvCxnSpPr>
        <p:spPr>
          <a:xfrm>
            <a:off x="4443480" y="4896720"/>
            <a:ext cx="360" cy="107100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53" name="Straight Connector 8"/>
          <p:cNvCxnSpPr/>
          <p:nvPr/>
        </p:nvCxnSpPr>
        <p:spPr>
          <a:xfrm>
            <a:off x="8458200" y="4880520"/>
            <a:ext cx="360" cy="1071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54" name="Straight Connector 9"/>
          <p:cNvCxnSpPr/>
          <p:nvPr/>
        </p:nvCxnSpPr>
        <p:spPr>
          <a:xfrm>
            <a:off x="7166520" y="4908600"/>
            <a:ext cx="360" cy="1071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55" name="Straight Connector 10"/>
          <p:cNvCxnSpPr/>
          <p:nvPr/>
        </p:nvCxnSpPr>
        <p:spPr>
          <a:xfrm>
            <a:off x="5766840" y="4908600"/>
            <a:ext cx="360" cy="1071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256" name="TextBox 11"/>
          <p:cNvSpPr/>
          <p:nvPr/>
        </p:nvSpPr>
        <p:spPr>
          <a:xfrm>
            <a:off x="1375920" y="4511880"/>
            <a:ext cx="7818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0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1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     2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3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  4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5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6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7" name="Rectangle 13"/>
          <p:cNvSpPr/>
          <p:nvPr/>
        </p:nvSpPr>
        <p:spPr>
          <a:xfrm>
            <a:off x="6244560" y="3238200"/>
            <a:ext cx="439128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[];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= [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3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5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7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secondEntry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8" name="Rectangle 14"/>
          <p:cNvSpPr/>
          <p:nvPr/>
        </p:nvSpPr>
        <p:spPr>
          <a:xfrm>
            <a:off x="908640" y="878400"/>
            <a:ext cx="5835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var array_name[:data type] = [val1,val2…valn]</a:t>
            </a:r>
            <a:endParaRPr b="0" lang="de-DE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Rectangle 1"/>
          <p:cNvSpPr/>
          <p:nvPr/>
        </p:nvSpPr>
        <p:spPr>
          <a:xfrm>
            <a:off x="4523760" y="3947400"/>
            <a:ext cx="741096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[] = </a:t>
            </a: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Array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4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de-DE" sz="1800" strike="noStrike" u="none">
                <a:solidFill>
                  <a:srgbClr val="c586c0"/>
                </a:solidFill>
                <a:uFillTx/>
                <a:latin typeface="Menlo"/>
              </a:rPr>
              <a:t>for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0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&lt;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length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++) {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 = 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 * </a:t>
            </a:r>
            <a:r>
              <a:rPr b="0" lang="de-DE" sz="1800" strike="noStrike" u="none">
                <a:solidFill>
                  <a:srgbClr val="b5cea8"/>
                </a:solidFill>
                <a:uFillTx/>
                <a:latin typeface="Menlo"/>
              </a:rPr>
              <a:t>10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;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de-DE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[</a:t>
            </a:r>
            <a:r>
              <a:rPr b="0" lang="de-DE" sz="1800" strike="noStrike" u="none">
                <a:solidFill>
                  <a:srgbClr val="9cdcfe"/>
                </a:solidFill>
                <a:uFillTx/>
                <a:latin typeface="Menlo"/>
              </a:rPr>
              <a:t>i</a:t>
            </a: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])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60" name="Picture 5" descr="A crowd of people in a room&#10;&#10;Description automatically generated"/>
          <p:cNvPicPr/>
          <p:nvPr/>
        </p:nvPicPr>
        <p:blipFill>
          <a:blip r:embed="rId1"/>
          <a:stretch/>
        </p:blipFill>
        <p:spPr>
          <a:xfrm>
            <a:off x="885960" y="990720"/>
            <a:ext cx="3047760" cy="220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1" name="Rectangle 7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5297760" y="329040"/>
            <a:ext cx="6250680" cy="178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92500" lnSpcReduction="9999"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400" strike="noStrike" u="none">
                <a:solidFill>
                  <a:schemeClr val="dk1"/>
                </a:solidFill>
                <a:uFillTx/>
                <a:latin typeface="Calibri Light"/>
              </a:rPr>
              <a:t>Array Schnittstellen Auszug </a:t>
            </a:r>
            <a:endParaRPr b="0" lang="de-DE" sz="5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263" name="Picture 4" descr="NewSpringcollection2007_"/>
          <p:cNvPicPr/>
          <p:nvPr/>
        </p:nvPicPr>
        <p:blipFill>
          <a:blip r:embed="rId1"/>
          <a:srcRect l="21422" t="0" r="10668" b="0"/>
          <a:stretch/>
        </p:blipFill>
        <p:spPr>
          <a:xfrm>
            <a:off x="0" y="0"/>
            <a:ext cx="46569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sketchy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97760" y="2374920"/>
            <a:ext cx="4243320" cy="18000"/>
          </a:xfrm>
          <a:custGeom>
            <a:avLst/>
            <a:gdLst>
              <a:gd name="textAreaLeft" fmla="*/ 0 w 4243320"/>
              <a:gd name="textAreaRight" fmla="*/ 4243680 w 4243320"/>
              <a:gd name="textAreaTop" fmla="*/ 0 h 18000"/>
              <a:gd name="textAreaBottom" fmla="*/ 18360 h 18000"/>
            </a:gdLst>
            <a:ahLst/>
            <a:rect l="textAreaLeft" t="textAreaTop" r="textAreaRight" b="textAreaBottom"/>
            <a:pathLst>
              <a:path fill="none" w="4243589" h="18288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stroke="0" w="4243589" h="18288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44450">
            <a:solidFill>
              <a:srgbClr val="8bc14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5297760" y="2706480"/>
            <a:ext cx="6250680" cy="348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concat(value1, value2, ..., valueN) : T[];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indexOf(o) : number;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lastIndexOf(o) : number;</a:t>
            </a:r>
            <a:r>
              <a:rPr b="1" lang="en-US" sz="22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push(e1,e2,..en) : number;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unshift(e1,e2,..en) : number;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pop() : T;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200" strike="noStrike" u="none">
                <a:solidFill>
                  <a:schemeClr val="dk1"/>
                </a:solidFill>
                <a:uFillTx/>
                <a:latin typeface="Calibri"/>
              </a:rPr>
              <a:t>shift() : T;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66" name="Rectangle 1"/>
          <p:cNvSpPr/>
          <p:nvPr/>
        </p:nvSpPr>
        <p:spPr>
          <a:xfrm>
            <a:off x="5297760" y="6319080"/>
            <a:ext cx="6352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https://www.tutorialspoint.com/typescript/typescript_arrays.htm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concat()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chars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de-DE" sz="2800" strike="noStrike" u="none">
                <a:solidFill>
                  <a:srgbClr val="4ec9b0"/>
                </a:solidFill>
                <a:uFillTx/>
                <a:latin typeface="Menlo"/>
              </a:rPr>
              <a:t>any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[] = [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"a"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"b"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ce9178"/>
                </a:solidFill>
                <a:uFillTx/>
                <a:latin typeface="Menlo"/>
              </a:rPr>
              <a:t>"c"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];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[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de-DE" sz="2800" strike="noStrike" u="none">
                <a:solidFill>
                  <a:srgbClr val="b5cea8"/>
                </a:solidFill>
                <a:uFillTx/>
                <a:latin typeface="Menlo"/>
              </a:rPr>
              <a:t>3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];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r>
              <a:rPr b="0" lang="de-DE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alphaNumeric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chars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de-DE" sz="2800" strike="noStrike" u="none">
                <a:solidFill>
                  <a:srgbClr val="dcdcaa"/>
                </a:solidFill>
                <a:uFillTx/>
                <a:latin typeface="Menlo"/>
              </a:rPr>
              <a:t>concat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de-DE" sz="2800" strike="noStrike" u="none">
                <a:solidFill>
                  <a:srgbClr val="9cdcfe"/>
                </a:solidFill>
                <a:uFillTx/>
                <a:latin typeface="Menlo"/>
              </a:rPr>
              <a:t>nummern2</a:t>
            </a:r>
            <a:r>
              <a:rPr b="0" lang="de-DE" sz="2800" strike="noStrike" u="none">
                <a:solidFill>
                  <a:srgbClr val="d4d4d4"/>
                </a:solidFill>
                <a:uFillTx/>
                <a:latin typeface="Menlo"/>
              </a:rPr>
              <a:t>);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Pop und push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3473280" y="3073320"/>
            <a:ext cx="8718120" cy="150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lengthAfterPush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v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000" strike="noStrike" u="none">
                <a:solidFill>
                  <a:srgbClr val="dcdcaa"/>
                </a:solidFill>
                <a:uFillTx/>
                <a:latin typeface="Menlo"/>
              </a:rPr>
              <a:t>push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000" strike="noStrike" u="none">
                <a:solidFill>
                  <a:srgbClr val="4ec9b0"/>
                </a:solidFill>
                <a:uFillTx/>
                <a:latin typeface="Menlo"/>
              </a:rPr>
              <a:t>Fahrzeug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2000" strike="noStrike" u="none">
                <a:solidFill>
                  <a:srgbClr val="ce9178"/>
                </a:solidFill>
                <a:uFillTx/>
                <a:latin typeface="Menlo"/>
              </a:rPr>
              <a:t>"Cybertruck Dual Motor"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r>
              <a:rPr b="0" lang="en-GB" sz="2000" strike="noStrike" u="none">
                <a:solidFill>
                  <a:srgbClr val="ce9178"/>
                </a:solidFill>
                <a:uFillTx/>
                <a:latin typeface="Menlo"/>
              </a:rPr>
              <a:t>"Tesla"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));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fahrzeug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2000" strike="noStrike" u="none">
                <a:solidFill>
                  <a:srgbClr val="4ec9b0"/>
                </a:solidFill>
                <a:uFillTx/>
                <a:latin typeface="Menlo"/>
              </a:rPr>
              <a:t>Fahrzeug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000" strike="noStrike" u="none">
                <a:solidFill>
                  <a:srgbClr val="9cdcfe"/>
                </a:solidFill>
                <a:uFillTx/>
                <a:latin typeface="Menlo"/>
              </a:rPr>
              <a:t>v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000" strike="noStrike" u="none">
                <a:solidFill>
                  <a:srgbClr val="dcdcaa"/>
                </a:solidFill>
                <a:uFillTx/>
                <a:latin typeface="Menlo"/>
              </a:rPr>
              <a:t>pop</a:t>
            </a:r>
            <a:r>
              <a:rPr b="0" lang="en-GB" sz="2000" strike="noStrike" u="none">
                <a:solidFill>
                  <a:srgbClr val="d4d4d4"/>
                </a:solidFill>
                <a:uFillTx/>
                <a:latin typeface="Menlo"/>
              </a:rPr>
              <a:t>();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1" name="Rectangle 27"/>
          <p:cNvSpPr/>
          <p:nvPr/>
        </p:nvSpPr>
        <p:spPr>
          <a:xfrm>
            <a:off x="6095880" y="4149720"/>
            <a:ext cx="914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2" name="Rectangle 28"/>
          <p:cNvSpPr/>
          <p:nvPr/>
        </p:nvSpPr>
        <p:spPr>
          <a:xfrm>
            <a:off x="2063880" y="4724280"/>
            <a:ext cx="1584000" cy="187272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3" name="Line 29"/>
          <p:cNvSpPr/>
          <p:nvPr/>
        </p:nvSpPr>
        <p:spPr>
          <a:xfrm>
            <a:off x="2063520" y="50130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4" name="Line 30"/>
          <p:cNvSpPr/>
          <p:nvPr/>
        </p:nvSpPr>
        <p:spPr>
          <a:xfrm>
            <a:off x="2063520" y="537336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5" name="Line 31"/>
          <p:cNvSpPr/>
          <p:nvPr/>
        </p:nvSpPr>
        <p:spPr>
          <a:xfrm>
            <a:off x="2063520" y="573372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6" name="Line 32"/>
          <p:cNvSpPr/>
          <p:nvPr/>
        </p:nvSpPr>
        <p:spPr>
          <a:xfrm>
            <a:off x="2063520" y="616572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7" name="Text Box 33"/>
          <p:cNvSpPr/>
          <p:nvPr/>
        </p:nvSpPr>
        <p:spPr>
          <a:xfrm>
            <a:off x="2424600" y="4724280"/>
            <a:ext cx="84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VW Golf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8" name="Text Box 34"/>
          <p:cNvSpPr/>
          <p:nvPr/>
        </p:nvSpPr>
        <p:spPr>
          <a:xfrm>
            <a:off x="2352600" y="5084640"/>
            <a:ext cx="1002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BMW 323i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9" name="Text Box 35"/>
          <p:cNvSpPr/>
          <p:nvPr/>
        </p:nvSpPr>
        <p:spPr>
          <a:xfrm>
            <a:off x="2207160" y="5373720"/>
            <a:ext cx="1359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Mercedes CLK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0" name="Text Box 36"/>
          <p:cNvSpPr/>
          <p:nvPr/>
        </p:nvSpPr>
        <p:spPr>
          <a:xfrm>
            <a:off x="2356200" y="5805360"/>
            <a:ext cx="1112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Opel Vectra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81" name="AutoShape 46"/>
          <p:cNvCxnSpPr>
            <a:stCxn id="272" idx="3"/>
          </p:cNvCxnSpPr>
          <p:nvPr/>
        </p:nvCxnSpPr>
        <p:spPr>
          <a:xfrm>
            <a:off x="3647880" y="5660640"/>
            <a:ext cx="1872000" cy="720"/>
          </a:xfrm>
          <a:prstGeom prst="straightConnector1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282" name="Rectangle 49"/>
          <p:cNvSpPr/>
          <p:nvPr/>
        </p:nvSpPr>
        <p:spPr>
          <a:xfrm>
            <a:off x="8616960" y="4797360"/>
            <a:ext cx="1584000" cy="187272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3" name="Line 50"/>
          <p:cNvSpPr/>
          <p:nvPr/>
        </p:nvSpPr>
        <p:spPr>
          <a:xfrm>
            <a:off x="8616600" y="508608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4" name="Line 51"/>
          <p:cNvSpPr/>
          <p:nvPr/>
        </p:nvSpPr>
        <p:spPr>
          <a:xfrm>
            <a:off x="8616600" y="544644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5" name="Line 52"/>
          <p:cNvSpPr/>
          <p:nvPr/>
        </p:nvSpPr>
        <p:spPr>
          <a:xfrm>
            <a:off x="8616600" y="5806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6" name="Line 53"/>
          <p:cNvSpPr/>
          <p:nvPr/>
        </p:nvSpPr>
        <p:spPr>
          <a:xfrm>
            <a:off x="8616600" y="6238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7" name="Text Box 54"/>
          <p:cNvSpPr/>
          <p:nvPr/>
        </p:nvSpPr>
        <p:spPr>
          <a:xfrm>
            <a:off x="8977680" y="4797360"/>
            <a:ext cx="84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VW Golf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8" name="Text Box 55"/>
          <p:cNvSpPr/>
          <p:nvPr/>
        </p:nvSpPr>
        <p:spPr>
          <a:xfrm>
            <a:off x="8906040" y="5157720"/>
            <a:ext cx="1002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BMW 323i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9" name="Text Box 56"/>
          <p:cNvSpPr/>
          <p:nvPr/>
        </p:nvSpPr>
        <p:spPr>
          <a:xfrm>
            <a:off x="8760240" y="5446800"/>
            <a:ext cx="1359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Mercedes CLK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0" name="Text Box 57"/>
          <p:cNvSpPr/>
          <p:nvPr/>
        </p:nvSpPr>
        <p:spPr>
          <a:xfrm>
            <a:off x="8909640" y="5878440"/>
            <a:ext cx="1112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Opel Vectra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91" name="AutoShape 59"/>
          <p:cNvCxnSpPr>
            <a:endCxn id="282" idx="1"/>
          </p:cNvCxnSpPr>
          <p:nvPr/>
        </p:nvCxnSpPr>
        <p:spPr>
          <a:xfrm>
            <a:off x="7103880" y="5661000"/>
            <a:ext cx="1513440" cy="73080"/>
          </a:xfrm>
          <a:prstGeom prst="bentConnector3">
            <a:avLst>
              <a:gd name="adj1" fmla="val 49964"/>
            </a:avLst>
          </a:prstGeom>
          <a:ln w="9525">
            <a:solidFill>
              <a:srgbClr val="000000"/>
            </a:solidFill>
            <a:miter/>
            <a:tailEnd len="med" type="triangle" w="med"/>
          </a:ln>
        </p:spPr>
      </p:cxnSp>
      <p:sp>
        <p:nvSpPr>
          <p:cNvPr id="292" name="Text Box 61"/>
          <p:cNvSpPr/>
          <p:nvPr/>
        </p:nvSpPr>
        <p:spPr>
          <a:xfrm>
            <a:off x="7086240" y="5083200"/>
            <a:ext cx="12762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Fahrzeug ct =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v.pop();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3" name="Text Box 48"/>
          <p:cNvSpPr/>
          <p:nvPr/>
        </p:nvSpPr>
        <p:spPr>
          <a:xfrm>
            <a:off x="5547960" y="6257520"/>
            <a:ext cx="1508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Tesla Cybertruck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4" name="Rectangle 28"/>
          <p:cNvSpPr/>
          <p:nvPr/>
        </p:nvSpPr>
        <p:spPr>
          <a:xfrm>
            <a:off x="5519880" y="4770360"/>
            <a:ext cx="1584000" cy="187272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5" name="Line 29"/>
          <p:cNvSpPr/>
          <p:nvPr/>
        </p:nvSpPr>
        <p:spPr>
          <a:xfrm>
            <a:off x="5519520" y="505908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6" name="Line 30"/>
          <p:cNvSpPr/>
          <p:nvPr/>
        </p:nvSpPr>
        <p:spPr>
          <a:xfrm>
            <a:off x="5519520" y="541944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7" name="Line 31"/>
          <p:cNvSpPr/>
          <p:nvPr/>
        </p:nvSpPr>
        <p:spPr>
          <a:xfrm>
            <a:off x="5519520" y="5779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8" name="Line 32"/>
          <p:cNvSpPr/>
          <p:nvPr/>
        </p:nvSpPr>
        <p:spPr>
          <a:xfrm>
            <a:off x="5519520" y="6211800"/>
            <a:ext cx="158436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99" name="Text Box 33"/>
          <p:cNvSpPr/>
          <p:nvPr/>
        </p:nvSpPr>
        <p:spPr>
          <a:xfrm>
            <a:off x="5880600" y="4770360"/>
            <a:ext cx="84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VW Golf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0" name="Text Box 34"/>
          <p:cNvSpPr/>
          <p:nvPr/>
        </p:nvSpPr>
        <p:spPr>
          <a:xfrm>
            <a:off x="5808600" y="5130720"/>
            <a:ext cx="1002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BMW 323i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1" name="Text Box 35"/>
          <p:cNvSpPr/>
          <p:nvPr/>
        </p:nvSpPr>
        <p:spPr>
          <a:xfrm>
            <a:off x="5663160" y="5419800"/>
            <a:ext cx="1359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Mercedes CLK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Text Box 36"/>
          <p:cNvSpPr/>
          <p:nvPr/>
        </p:nvSpPr>
        <p:spPr>
          <a:xfrm>
            <a:off x="5812200" y="5851440"/>
            <a:ext cx="1112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Opel Vectra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Rectangle 5"/>
          <p:cNvSpPr/>
          <p:nvPr/>
        </p:nvSpPr>
        <p:spPr>
          <a:xfrm>
            <a:off x="655200" y="365040"/>
            <a:ext cx="5119920" cy="16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b="1" lang="en-US" sz="4400" spc="51" strike="noStrike" u="none">
                <a:solidFill>
                  <a:schemeClr val="dk1"/>
                </a:solidFill>
                <a:uFillTx/>
                <a:latin typeface="Calibri Light"/>
              </a:rPr>
              <a:t>UNION TYPES</a:t>
            </a:r>
            <a:endParaRPr b="0" lang="de-DE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4" name="Rectangle 6"/>
          <p:cNvSpPr/>
          <p:nvPr/>
        </p:nvSpPr>
        <p:spPr>
          <a:xfrm>
            <a:off x="529560" y="3549600"/>
            <a:ext cx="6312960" cy="23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|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b5cea8"/>
                </a:solidFill>
                <a:uFillTx/>
                <a:latin typeface="Menlo"/>
              </a:rPr>
              <a:t>42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"numeric value 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"42 as string"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"string value 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+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someUnionValue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Picture 4"/>
          <p:cNvSpPr/>
          <p:nvPr/>
        </p:nvSpPr>
        <p:spPr>
          <a:xfrm>
            <a:off x="5878800" y="0"/>
            <a:ext cx="6312960" cy="6857640"/>
          </a:xfrm>
          <a:custGeom>
            <a:avLst/>
            <a:gdLst>
              <a:gd name="textAreaLeft" fmla="*/ 0 w 6312960"/>
              <a:gd name="textAreaRight" fmla="*/ 6313320 w 6312960"/>
              <a:gd name="textAreaTop" fmla="*/ 0 h 6857640"/>
              <a:gd name="textAreaBottom" fmla="*/ 6858000 h 6857640"/>
            </a:gdLst>
            <a:ahLst/>
            <a:rect l="textAreaLeft" t="textAreaTop" r="textAreaRight" b="textAreaBottom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416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Schnittstellen - Interfaces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740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Schnittstelle beschreibt eine Menge von Signaturen und Attributen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Externe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Sicht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auf eine Klasse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Verhalten der Klasse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Enthält in der Regel nicht alle Attribute/Methoden der Klasse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Klasse kann mehrere Interfaces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implementieren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Muss alle in der Schnittstelle deklarierten Methoden implementieren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Schnittstellenmethoden sind de facto abstrakt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Enum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enum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Up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1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Down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Left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b5cea8"/>
                </a:solidFill>
                <a:uFillTx/>
                <a:latin typeface="Menlo"/>
              </a:rPr>
              <a:t>Right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Up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Nonsens Code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69cd6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dcdcaa"/>
                </a:solidFill>
                <a:uFillTx/>
                <a:latin typeface="Menlo"/>
              </a:rPr>
              <a:t>some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c586c0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c586c0"/>
                </a:solidFill>
                <a:uFillTx/>
                <a:latin typeface="Menlo"/>
              </a:rPr>
              <a:t>if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!==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Up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||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x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!==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Direction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Down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)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6a9955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6a9955"/>
                </a:solidFill>
                <a:uFillTx/>
                <a:latin typeface="Menlo"/>
              </a:rPr>
              <a:t>// ~~~~~~~~~~~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6a9955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6a9955"/>
                </a:solidFill>
                <a:uFillTx/>
                <a:latin typeface="Menlo"/>
              </a:rPr>
              <a:t>// Error! This condition will always return 'true' since the types 'Direction.Up' and 'Direction.Down' have no overlap.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d4d4d4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d4d4d4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2" name="Rectangle 7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13" name="Rectangle 7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040" y="1417680"/>
            <a:ext cx="6875280" cy="40402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14" name="Rectangle 7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8400" y="2660760"/>
            <a:ext cx="4355280" cy="403812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15" name="Rectangle 7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6200000">
            <a:off x="-1181160" y="1638000"/>
            <a:ext cx="6857280" cy="3580920"/>
          </a:xfrm>
          <a:prstGeom prst="rect">
            <a:avLst/>
          </a:prstGeom>
          <a:gradFill rotWithShape="0">
            <a:gsLst>
              <a:gs pos="0">
                <a:srgbClr val="000000">
                  <a:alpha val="59000"/>
                </a:srgbClr>
              </a:gs>
              <a:gs pos="69000">
                <a:srgbClr val="1d9a78">
                  <a:alpha val="0"/>
                </a:srgb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16" name="Freeform: Shape 7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6640" y="1200960"/>
            <a:ext cx="4807800" cy="4088160"/>
          </a:xfrm>
          <a:custGeom>
            <a:avLst/>
            <a:gdLst>
              <a:gd name="textAreaLeft" fmla="*/ 0 w 4807800"/>
              <a:gd name="textAreaRight" fmla="*/ 4808160 w 4807800"/>
              <a:gd name="textAreaTop" fmla="*/ 0 h 4088160"/>
              <a:gd name="textAreaBottom" fmla="*/ 4088520 h 408816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30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659880" y="2766960"/>
            <a:ext cx="2880360" cy="307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Calibri Light"/>
              </a:rPr>
              <a:t>Beispiel Interface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318" name="Inhaltsplatzhalter 4" descr="schnittstelle.jpg"/>
          <p:cNvPicPr/>
          <p:nvPr/>
        </p:nvPicPr>
        <p:blipFill>
          <a:blip r:embed="rId1"/>
          <a:stretch/>
        </p:blipFill>
        <p:spPr>
          <a:xfrm>
            <a:off x="6464160" y="467280"/>
            <a:ext cx="3301920" cy="59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Rectangle 3"/>
          <p:cNvSpPr/>
          <p:nvPr/>
        </p:nvSpPr>
        <p:spPr>
          <a:xfrm>
            <a:off x="1514520" y="2780280"/>
            <a:ext cx="89150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()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name: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"Ich mag nicht schmutzig sein"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Interface 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Rectangle 3"/>
          <p:cNvSpPr/>
          <p:nvPr/>
        </p:nvSpPr>
        <p:spPr>
          <a:xfrm>
            <a:off x="1514520" y="2780280"/>
            <a:ext cx="89150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schweinchenDick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 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"schweinchenDick"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+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 ist gerne im Dreck"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schweinchenDick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Interface Beispiel mit var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Inline Interface Def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24" name="Rectangle 2"/>
          <p:cNvSpPr/>
          <p:nvPr/>
        </p:nvSpPr>
        <p:spPr>
          <a:xfrm>
            <a:off x="2683080" y="2828880"/>
            <a:ext cx="64605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function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printName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{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printName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schweinchenDick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Optional und Readonly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26" name="Rectangle 2"/>
          <p:cNvSpPr/>
          <p:nvPr/>
        </p:nvSpPr>
        <p:spPr>
          <a:xfrm>
            <a:off x="1154880" y="3285360"/>
            <a:ext cx="893916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readonly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weight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?: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missPiggy2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{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missPiggy2_1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{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weight: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b5cea8"/>
                </a:solidFill>
                <a:uFillTx/>
                <a:latin typeface="Menlo"/>
              </a:rPr>
              <a:t>100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838080" y="963720"/>
            <a:ext cx="349416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accent1"/>
                </a:solidFill>
                <a:uFillTx/>
                <a:latin typeface="Calibri Light"/>
              </a:rPr>
              <a:t>Klassen deklarieren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/>
          </p:nvPr>
        </p:nvSpPr>
        <p:spPr>
          <a:xfrm>
            <a:off x="4975920" y="963720"/>
            <a:ext cx="6377400" cy="49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class class_name {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//class scope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Member von Klassen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5" name="Diagram5"/>
          <p:cNvGraphicFramePr/>
          <p:nvPr>
            <p:extLst>
              <p:ext uri="{D42A27DB-BD31-4B8C-83A1-F6EECF244321}">
                <p14:modId xmlns:p14="http://schemas.microsoft.com/office/powerpoint/2010/main" val="1824199212"/>
              </p:ext>
            </p:extLst>
          </p:nvPr>
        </p:nvGraphicFramePr>
        <p:xfrm>
          <a:off x="838080" y="1825560"/>
          <a:ext cx="10515240" cy="4350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Klassen Definition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0" lang="en-GB" sz="2400" strike="noStrike" u="none">
                <a:solidFill>
                  <a:srgbClr val="dcdcaa"/>
                </a:solidFill>
                <a:uFillTx/>
                <a:latin typeface="Menlo"/>
              </a:rPr>
              <a:t>gibLaut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400" strike="noStrike" u="none">
                <a:solidFill>
                  <a:srgbClr val="ce9178"/>
                </a:solidFill>
                <a:uFillTx/>
                <a:latin typeface="Menlo"/>
              </a:rPr>
              <a:t>"Ich bin "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Klassen: readonly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readonly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-Attribute sind möglich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Verkürzter Konstruktor durch "Parameter properties"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constructor(readonly attr:type)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deklariert und setzt ein Attribut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Sichtbarkeit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Sichtbarkeiten von Exemplarvariablen und Methoden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public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von allen Klassen möglich (</a:t>
            </a: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+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protected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von Unterklassen (</a:t>
            </a: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#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private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nur innerhalb Klasse  (</a:t>
            </a: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-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336" name="Picture 4" descr="cd_bild_sichtbarkeit"/>
          <p:cNvPicPr/>
          <p:nvPr/>
        </p:nvPicPr>
        <p:blipFill>
          <a:blip r:embed="rId1"/>
          <a:stretch/>
        </p:blipFill>
        <p:spPr>
          <a:xfrm>
            <a:off x="5238720" y="4500720"/>
            <a:ext cx="2158560" cy="20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Line 5"/>
          <p:cNvSpPr/>
          <p:nvPr/>
        </p:nvSpPr>
        <p:spPr>
          <a:xfrm flipV="1">
            <a:off x="4511520" y="4952880"/>
            <a:ext cx="746280" cy="13176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38" name="Text Box 6"/>
          <p:cNvSpPr/>
          <p:nvPr/>
        </p:nvSpPr>
        <p:spPr>
          <a:xfrm>
            <a:off x="3270600" y="4940280"/>
            <a:ext cx="10828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sichtbarkeit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uFillTx/>
                <a:latin typeface="Arial"/>
              </a:rPr>
              <a:t>private</a:t>
            </a:r>
            <a:endParaRPr b="0" lang="de-DE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Sichtbarkeit 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1: Erstelle die Klasse Student,</a:t>
            </a:r>
            <a:br>
              <a:rPr sz="4400"/>
            </a:b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so dass sie wie hier arbeitet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string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123456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"Student mit Matrikelnummer: 123456"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2: Erstelle einen Konstruktor,</a:t>
            </a:r>
            <a:br>
              <a:rPr sz="4400"/>
            </a:b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so dass die Klasse wie hier arbeitet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Student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"Max"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123456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string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label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"Student Max mit Matrikelnummer: 123456"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Getter Setter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46" name="Rectangle 2"/>
          <p:cNvSpPr/>
          <p:nvPr/>
        </p:nvSpPr>
        <p:spPr>
          <a:xfrm>
            <a:off x="3336840" y="2171880"/>
            <a:ext cx="6095520" cy="39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get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new_name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new_name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Inhaltsplatzhalter 7" descr="2schnittstelle.jpg"/>
          <p:cNvPicPr/>
          <p:nvPr/>
        </p:nvPicPr>
        <p:blipFill>
          <a:blip r:embed="rId1"/>
          <a:stretch/>
        </p:blipFill>
        <p:spPr>
          <a:xfrm>
            <a:off x="3645720" y="677880"/>
            <a:ext cx="5298840" cy="5501520"/>
          </a:xfrm>
          <a:prstGeom prst="rect">
            <a:avLst/>
          </a:prstGeom>
          <a:noFill/>
          <a:ln w="0">
            <a:noFill/>
          </a:ln>
        </p:spPr>
      </p:pic>
    </p:spTree>
  </p:cSld>
  <p:transition spd="med">
    <p:dissolv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suhlen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: () 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=&gt;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implements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0" lang="en-GB" sz="24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24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24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400" strike="noStrike" u="none">
                <a:solidFill>
                  <a:srgbClr val="ce9178"/>
                </a:solidFill>
                <a:uFillTx/>
                <a:latin typeface="Menlo"/>
              </a:rPr>
              <a:t>"Ich bin "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en-GB" sz="24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4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var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miss_piggy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2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2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2800" strike="noStrike" u="none">
                <a:solidFill>
                  <a:srgbClr val="ce9178"/>
                </a:solidFill>
                <a:uFillTx/>
                <a:latin typeface="Menlo"/>
              </a:rPr>
              <a:t>"Miss Piggy"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trike="noStrike" u="none">
                <a:solidFill>
                  <a:srgbClr val="9cdcfe"/>
                </a:solidFill>
                <a:uFillTx/>
                <a:latin typeface="Menlo"/>
              </a:rPr>
              <a:t>miss_piggy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2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2800" strike="noStrike" u="none">
                <a:solidFill>
                  <a:srgbClr val="d4d4d4"/>
                </a:solidFill>
                <a:uFillTx/>
                <a:latin typeface="Menlo"/>
              </a:rPr>
              <a:t>();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0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51" name="Rectangle 7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040" y="1417680"/>
            <a:ext cx="6875280" cy="40402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52" name="Rectangle 7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8400" y="2660760"/>
            <a:ext cx="4355280" cy="403812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53" name="Rectangle 7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6200000">
            <a:off x="-1181160" y="1638000"/>
            <a:ext cx="6857280" cy="3580920"/>
          </a:xfrm>
          <a:prstGeom prst="rect">
            <a:avLst/>
          </a:prstGeom>
          <a:gradFill rotWithShape="0">
            <a:gsLst>
              <a:gs pos="0">
                <a:srgbClr val="000000">
                  <a:alpha val="59000"/>
                </a:srgbClr>
              </a:gs>
              <a:gs pos="69000">
                <a:srgbClr val="1d9a78">
                  <a:alpha val="0"/>
                </a:srgb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54" name="Freeform: Shape 7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6640" y="1200960"/>
            <a:ext cx="4807800" cy="4088160"/>
          </a:xfrm>
          <a:custGeom>
            <a:avLst/>
            <a:gdLst>
              <a:gd name="textAreaLeft" fmla="*/ 0 w 4807800"/>
              <a:gd name="textAreaRight" fmla="*/ 4808160 w 4807800"/>
              <a:gd name="textAreaTop" fmla="*/ 0 h 4088160"/>
              <a:gd name="textAreaBottom" fmla="*/ 4088520 h 408816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30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55" name="Rectangle 1"/>
          <p:cNvSpPr/>
          <p:nvPr/>
        </p:nvSpPr>
        <p:spPr>
          <a:xfrm>
            <a:off x="659880" y="2766960"/>
            <a:ext cx="2880360" cy="307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b="1" lang="en-US" sz="4000" spc="51" strike="noStrike" u="none">
                <a:solidFill>
                  <a:srgbClr val="ffffff"/>
                </a:solidFill>
                <a:uFillTx/>
                <a:latin typeface="Calibri Light"/>
              </a:rPr>
              <a:t>Vererbung</a:t>
            </a:r>
            <a:endParaRPr b="0" lang="de-DE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56" name="Inhaltsplatzhalter 3" descr="lineWriter.jpg"/>
          <p:cNvPicPr/>
          <p:nvPr/>
        </p:nvPicPr>
        <p:blipFill>
          <a:blip r:embed="rId1"/>
          <a:stretch/>
        </p:blipFill>
        <p:spPr>
          <a:xfrm>
            <a:off x="4502520" y="1116720"/>
            <a:ext cx="7225560" cy="4624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Klassen: Vererbung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Auch Klassen unterstützen das Konzept der Vererbung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Methoden einer Klasse können auch abstrakt sein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Analog zu Definition einer Interface-Funktion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Klasse, die mit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new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instanziiert werden soll darf keine abstrakten Methoden enthalten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Interface kann von einer Klasse erben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Allerdings darf die Klasse keine nicht-abstrakten Methoden enthalten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Klasse kann eine Schnittstelle implementieren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Schlüsselwort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implements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Rectangle 1"/>
          <p:cNvSpPr/>
          <p:nvPr/>
        </p:nvSpPr>
        <p:spPr>
          <a:xfrm>
            <a:off x="1082880" y="612720"/>
            <a:ext cx="8349480" cy="53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implements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Schmutzfink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private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suhlen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return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"Ich bin 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+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Mastschwein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extends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Schwein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string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,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number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super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name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this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genmodifikation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br>
              <a:rPr sz="1800"/>
            </a:b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Klassen im Detail: Attribute und Methoden 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Methoden können überschrieben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Subklasse implementiert die selbe Signatur einer Methode wie die Superklasse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Aufrufe von überschriebenen Methoden werden zur Laufzeit ausgewertet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Polymorphie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Zugriff auf eine Methode der Superklassen-Hierarchie ist mit der Referenz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super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möglich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uFillTx/>
                <a:latin typeface="Calibri Light"/>
              </a:rPr>
              <a:t>Namespaces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63" name="Rectangle 2"/>
          <p:cNvSpPr/>
          <p:nvPr/>
        </p:nvSpPr>
        <p:spPr>
          <a:xfrm>
            <a:off x="3877200" y="2967480"/>
            <a:ext cx="4437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anchor="t">
            <a:spAutoFit/>
            <a:scene3d>
              <a:camera prst="orthographicFront"/>
              <a:lightRig dir="t" rig="harsh"/>
            </a:scene3d>
            <a:sp3d extrusionH="57150" prstMaterial="matte">
              <a:bevelT prst="angle" w="63500" h="12700"/>
              <a:contourClr>
                <a:schemeClr val="bg1"/>
              </a:contourClr>
            </a:sp3d>
          </a:bodyPr>
          <a:p>
            <a:pPr algn="ctr" defTabSz="914400">
              <a:lnSpc>
                <a:spcPct val="100000"/>
              </a:lnSpc>
            </a:pPr>
            <a:r>
              <a:rPr b="1" lang="en-GB" sz="5400" strike="noStrike" u="none">
                <a:solidFill>
                  <a:schemeClr val="accent3"/>
                </a:solidFill>
                <a:uFillTx/>
                <a:latin typeface="Calibri"/>
              </a:rPr>
              <a:t>Code Gruppen 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Namespaces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Namespaces gruppieren Deklarationen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Diese sind nur innerhalb des Namespaces direkt ansprechbar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wird die Wahrscheinlichkeit von Namenskollisionen vermieden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Deklarationen werden mit Hilfe des Schlüsselworts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export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anderen Namespaces zur Verfügung gestellt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Aus einem anderen Namespace müssen die Variablen mit dem Namespace angesprochen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"Qualifizierte Namen"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2"/>
          <p:cNvSpPr/>
          <p:nvPr/>
        </p:nvSpPr>
        <p:spPr>
          <a:xfrm>
            <a:off x="786240" y="789480"/>
            <a:ext cx="6095520" cy="1461240"/>
          </a:xfrm>
          <a:prstGeom prst="rect">
            <a:avLst/>
          </a:prstGeom>
          <a:noFill/>
          <a:ln w="0">
            <a:solidFill>
              <a:srgbClr val="1d9a7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namespace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export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interface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makeSomeNoise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7" name="TextBox 3"/>
          <p:cNvSpPr/>
          <p:nvPr/>
        </p:nvSpPr>
        <p:spPr>
          <a:xfrm>
            <a:off x="791280" y="420120"/>
            <a:ext cx="1049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Animal.ts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8" name="Rectangle 4"/>
          <p:cNvSpPr/>
          <p:nvPr/>
        </p:nvSpPr>
        <p:spPr>
          <a:xfrm>
            <a:off x="786240" y="3114000"/>
            <a:ext cx="6095520" cy="3107160"/>
          </a:xfrm>
          <a:prstGeom prst="rect">
            <a:avLst/>
          </a:prstGeom>
          <a:noFill/>
          <a:ln w="0">
            <a:solidFill>
              <a:srgbClr val="1d9a7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///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&lt;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reference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path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=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"Animal.ts"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/&gt;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namespace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c586c0"/>
                </a:solidFill>
                <a:uFillTx/>
                <a:latin typeface="Menlo"/>
              </a:rPr>
              <a:t>export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class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implements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constructor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makeSomeNoise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():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void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	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"Oink"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br>
              <a:rPr sz="1800"/>
            </a:b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9" name="TextBox 5"/>
          <p:cNvSpPr/>
          <p:nvPr/>
        </p:nvSpPr>
        <p:spPr>
          <a:xfrm>
            <a:off x="789480" y="2744640"/>
            <a:ext cx="677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Pig.ts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0" name="Rectangle 6"/>
          <p:cNvSpPr/>
          <p:nvPr/>
        </p:nvSpPr>
        <p:spPr>
          <a:xfrm>
            <a:off x="7115040" y="1812960"/>
            <a:ext cx="5076360" cy="2284200"/>
          </a:xfrm>
          <a:prstGeom prst="rect">
            <a:avLst/>
          </a:prstGeom>
          <a:noFill/>
          <a:ln w="0">
            <a:solidFill>
              <a:srgbClr val="1d9a78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///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&lt;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reference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path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=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"Animal.ts"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/&gt;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///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&lt;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reference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path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=</a:t>
            </a:r>
            <a:r>
              <a:rPr b="0" lang="en-GB" sz="1800" strike="noStrike" u="none">
                <a:solidFill>
                  <a:srgbClr val="ce9178"/>
                </a:solidFill>
                <a:uFillTx/>
                <a:latin typeface="Menlo"/>
              </a:rPr>
              <a:t>"Pig.ts"</a:t>
            </a:r>
            <a:r>
              <a:rPr b="0" lang="en-GB" sz="1800" strike="noStrike" u="none">
                <a:solidFill>
                  <a:srgbClr val="6a9955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808080"/>
                </a:solidFill>
                <a:uFillTx/>
                <a:latin typeface="Menlo"/>
              </a:rPr>
              <a:t>/&gt;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br>
              <a:rPr sz="1800"/>
            </a:b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let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= </a:t>
            </a:r>
            <a:r>
              <a:rPr b="0" lang="en-GB" sz="1800" strike="noStrike" u="none">
                <a:solidFill>
                  <a:srgbClr val="569cd6"/>
                </a:solidFill>
                <a:uFillTx/>
                <a:latin typeface="Menlo"/>
              </a:rPr>
              <a:t>new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 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Animals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rgbClr val="4ec9b0"/>
                </a:solidFill>
                <a:uFillTx/>
                <a:latin typeface="Menlo"/>
              </a:rPr>
              <a:t>console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log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</a:t>
            </a:r>
            <a:r>
              <a:rPr b="0" lang="en-GB" sz="1800" strike="noStrike" u="none">
                <a:solidFill>
                  <a:srgbClr val="9cdcfe"/>
                </a:solidFill>
                <a:uFillTx/>
                <a:latin typeface="Menlo"/>
              </a:rPr>
              <a:t>pig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.</a:t>
            </a:r>
            <a:r>
              <a:rPr b="0" lang="en-GB" sz="1800" strike="noStrike" u="none">
                <a:solidFill>
                  <a:srgbClr val="dcdcaa"/>
                </a:solidFill>
                <a:uFillTx/>
                <a:latin typeface="Menlo"/>
              </a:rPr>
              <a:t>makeSomeNoise</a:t>
            </a:r>
            <a:r>
              <a:rPr b="0" lang="en-GB" sz="1800" strike="noStrike" u="none">
                <a:solidFill>
                  <a:srgbClr val="d4d4d4"/>
                </a:solidFill>
                <a:uFillTx/>
                <a:latin typeface="Menlo"/>
              </a:rPr>
              <a:t>());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1" name="TextBox 9"/>
          <p:cNvSpPr/>
          <p:nvPr/>
        </p:nvSpPr>
        <p:spPr>
          <a:xfrm>
            <a:off x="7133040" y="1443600"/>
            <a:ext cx="877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Main</a:t>
            </a:r>
            <a:r>
              <a:rPr b="0" lang="en-DE" sz="1800" strike="noStrike" u="none">
                <a:solidFill>
                  <a:schemeClr val="dk1"/>
                </a:solidFill>
                <a:uFillTx/>
                <a:latin typeface="Calibri"/>
              </a:rPr>
              <a:t>.ts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Weitere Exporte 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aPrivate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2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publicA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publicB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function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publicC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...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PublicD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...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93a1a1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Named importieren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de-DE" sz="2800" strike="noStrike" u="none">
                <a:solidFill>
                  <a:srgbClr val="333333"/>
                </a:solidFill>
                <a:uFillTx/>
                <a:latin typeface="Aller"/>
              </a:rPr>
              <a:t>named exports</a:t>
            </a: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 importieren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publicA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publicB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"./lib"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Imports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Alle import Statements sind </a:t>
            </a:r>
            <a:r>
              <a:rPr b="0" i="1" lang="de-DE" sz="2800" strike="noStrike" u="none">
                <a:solidFill>
                  <a:srgbClr val="333333"/>
                </a:solidFill>
                <a:uFillTx/>
                <a:latin typeface="Aller"/>
              </a:rPr>
              <a:t>hoisted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import/export Statements dürfen nicht ...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variabel sein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conditional sein (if, case, etc.)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Erlaubt statische Analyse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Bundling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Code Navigation in IDE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7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3: Module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381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5480" cy="2510640"/>
            <a:chOff x="0" y="0"/>
            <a:chExt cx="3345480" cy="2510640"/>
          </a:xfrm>
        </p:grpSpPr>
        <p:sp>
          <p:nvSpPr>
            <p:cNvPr id="382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83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84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1080" cy="2335680"/>
            </a:xfrm>
            <a:custGeom>
              <a:avLst/>
              <a:gdLst>
                <a:gd name="textAreaLeft" fmla="*/ 0 w 3331080"/>
                <a:gd name="textAreaRight" fmla="*/ 3331440 w 3331080"/>
                <a:gd name="textAreaTop" fmla="*/ 0 h 2335680"/>
                <a:gd name="textAreaBottom" fmla="*/ 2336040 h 23356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85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120" cy="2510640"/>
            </a:xfrm>
            <a:custGeom>
              <a:avLst/>
              <a:gdLst>
                <a:gd name="textAreaLeft" fmla="*/ 0 w 3345120"/>
                <a:gd name="textAreaRight" fmla="*/ 3345480 w 3345120"/>
                <a:gd name="textAreaTop" fmla="*/ 0 h 2510640"/>
                <a:gd name="textAreaBottom" fmla="*/ 2511000 h 25106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3040" cy="245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Lagere die Klasse Student in ein Module aus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Erstelle eine Datei student.ts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Verschiebe die Klasse dort hin und exportiere sie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Importiere die Klasse in der ursprünglichen Datei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387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000" y="2979360"/>
            <a:ext cx="2368440" cy="3878280"/>
            <a:chOff x="9828000" y="2979360"/>
            <a:chExt cx="2368440" cy="3878280"/>
          </a:xfrm>
        </p:grpSpPr>
        <p:sp>
          <p:nvSpPr>
            <p:cNvPr id="388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080" y="3734280"/>
              <a:ext cx="3878280" cy="2368440"/>
            </a:xfrm>
            <a:custGeom>
              <a:avLst/>
              <a:gdLst>
                <a:gd name="textAreaLeft" fmla="*/ 0 w 3878280"/>
                <a:gd name="textAreaRight" fmla="*/ 3878640 w 3878280"/>
                <a:gd name="textAreaTop" fmla="*/ 0 h 2368440"/>
                <a:gd name="textAreaBottom" fmla="*/ 2368800 h 236844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89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89720" y="3850920"/>
              <a:ext cx="3842280" cy="2170800"/>
            </a:xfrm>
            <a:custGeom>
              <a:avLst/>
              <a:gdLst>
                <a:gd name="textAreaLeft" fmla="*/ 0 w 3842280"/>
                <a:gd name="textAreaRight" fmla="*/ 3842640 w 3842280"/>
                <a:gd name="textAreaTop" fmla="*/ 0 h 2170800"/>
                <a:gd name="textAreaBottom" fmla="*/ 2171160 h 217080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90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391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393" name="Picture 2" descr="Angular – Wikipedia"/>
          <p:cNvPicPr/>
          <p:nvPr/>
        </p:nvPicPr>
        <p:blipFill>
          <a:blip r:embed="rId1">
            <a:alphaModFix amt="50000"/>
          </a:blip>
          <a:srcRect l="0" t="22652" r="0" b="2109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90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Angular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5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639000" y="639360"/>
            <a:ext cx="3571560" cy="357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5600" strike="noStrike" u="none">
                <a:solidFill>
                  <a:schemeClr val="dk1"/>
                </a:solidFill>
                <a:uFillTx/>
                <a:latin typeface="Calibri Light"/>
              </a:rPr>
              <a:t>Architektur Überblick</a:t>
            </a:r>
            <a:endParaRPr b="0" lang="de-DE" sz="5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97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320" y="4409280"/>
            <a:ext cx="3254760" cy="18000"/>
          </a:xfrm>
          <a:custGeom>
            <a:avLst/>
            <a:gdLst>
              <a:gd name="textAreaLeft" fmla="*/ 0 w 3254760"/>
              <a:gd name="textAreaRight" fmla="*/ 3255120 w 3254760"/>
              <a:gd name="textAreaTop" fmla="*/ 0 h 18000"/>
              <a:gd name="textAreaBottom" fmla="*/ 18360 h 18000"/>
            </a:gdLst>
            <a:ahLst/>
            <a:rect l="textAreaLeft" t="textAreaTop" r="textAreaRight" b="textAreaBottom"/>
            <a:pathLst>
              <a:path fill="none" w="3255095" h="18288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stroke="0" w="3255095" h="18288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38100">
            <a:solidFill>
              <a:srgbClr val="8bc14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398" name="Picture 2" descr="overview"/>
          <p:cNvPicPr/>
          <p:nvPr/>
        </p:nvPicPr>
        <p:blipFill>
          <a:blip r:embed="rId1"/>
          <a:stretch/>
        </p:blipFill>
        <p:spPr>
          <a:xfrm>
            <a:off x="4654440" y="1581480"/>
            <a:ext cx="7214400" cy="36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 Box 3"/>
          <p:cNvSpPr/>
          <p:nvPr/>
        </p:nvSpPr>
        <p:spPr>
          <a:xfrm>
            <a:off x="1523880" y="0"/>
            <a:ext cx="6914880" cy="94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0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de-DE" sz="2400" strike="noStrike" u="none">
              <a:solidFill>
                <a:srgbClr val="b51621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Literatur und Quellen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401" name="Picture 2" descr=""/>
          <p:cNvPicPr/>
          <p:nvPr/>
        </p:nvPicPr>
        <p:blipFill>
          <a:blip r:embed="rId1"/>
          <a:stretch/>
        </p:blipFill>
        <p:spPr>
          <a:xfrm>
            <a:off x="5987880" y="1160640"/>
            <a:ext cx="4463640" cy="327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2" name="Picture 2" descr=""/>
          <p:cNvPicPr/>
          <p:nvPr/>
        </p:nvPicPr>
        <p:blipFill>
          <a:blip r:embed="rId2"/>
          <a:stretch/>
        </p:blipFill>
        <p:spPr>
          <a:xfrm>
            <a:off x="1100160" y="1492920"/>
            <a:ext cx="3881160" cy="48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1848600" y="3298680"/>
            <a:ext cx="8494560" cy="178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Installation und Setup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05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5960" y="889200"/>
            <a:ext cx="2139840" cy="2139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9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406" name="Graphic 9" descr="Tools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08360" y="1371600"/>
            <a:ext cx="1175040" cy="117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92920" cy="6857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524880" y="620280"/>
            <a:ext cx="3808080" cy="550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3800" strike="noStrike" u="none">
                <a:solidFill>
                  <a:schemeClr val="lt1"/>
                </a:solidFill>
                <a:uFillTx/>
                <a:latin typeface="Calibri Light"/>
              </a:rPr>
              <a:t>JavaScript-Grundinstallation</a:t>
            </a:r>
            <a:endParaRPr b="0" lang="de-DE" sz="3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6" name="Diagram6"/>
          <p:cNvGraphicFramePr/>
          <p:nvPr>
            <p:extLst>
              <p:ext uri="{D42A27DB-BD31-4B8C-83A1-F6EECF244321}">
                <p14:modId xmlns:p14="http://schemas.microsoft.com/office/powerpoint/2010/main" val="1365832783"/>
              </p:ext>
            </p:extLst>
          </p:nvPr>
        </p:nvGraphicFramePr>
        <p:xfrm>
          <a:off x="5468400" y="620280"/>
          <a:ext cx="6263280" cy="5504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9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0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15904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1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360"/>
            <a:ext cx="8115120" cy="159048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2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4400" y="0"/>
            <a:ext cx="4076280" cy="159048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3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2400" cy="159696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5680" cy="103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lnSpcReduction="9999"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3700" strike="noStrike" u="none">
                <a:solidFill>
                  <a:srgbClr val="ffffff"/>
                </a:solidFill>
                <a:uFillTx/>
                <a:latin typeface="Calibri Light"/>
              </a:rPr>
              <a:t>Installation des Angular Command Line Interfaces</a:t>
            </a:r>
            <a:endParaRPr b="0" lang="de-DE" sz="37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360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ourier New"/>
              </a:rPr>
              <a:t>npm install -g @angular/cli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Damit ist der Angular-Projektassistent </a:t>
            </a:r>
            <a:r>
              <a:rPr b="0" lang="de-DE" sz="1900" strike="noStrike" u="none">
                <a:solidFill>
                  <a:schemeClr val="dk1"/>
                </a:solidFill>
                <a:uFillTx/>
                <a:latin typeface="Courier New"/>
              </a:rPr>
              <a:t>ng</a:t>
            </a: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 installiert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Anlegen eines neuen Projekts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ourier New"/>
              </a:rPr>
              <a:t>ng new &lt;projektname&gt;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Erzeugen neuer Angular-Programmteile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Services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Direktiven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Freunde des Handmade Manifesto: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900" strike="noStrike" u="none">
                <a:solidFill>
                  <a:schemeClr val="dk1"/>
                </a:solidFill>
                <a:uFillTx/>
                <a:latin typeface="Calibri"/>
              </a:rPr>
              <a:t>Das Anlegen eines Angular-Projektes kann natürlich auch ohne dieses Werkzeug erfolgen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6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7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15904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8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360"/>
            <a:ext cx="8115120" cy="159048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19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4400" y="0"/>
            <a:ext cx="4076280" cy="159048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0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2400" cy="159696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5680" cy="103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Überblick über ng command line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360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Development server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serve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startet einen Server mit Browser-Sync auf </a:t>
            </a:r>
            <a:r>
              <a:rPr b="0" lang="en-US" sz="1700" strike="noStrike" u="sng">
                <a:solidFill>
                  <a:schemeClr val="dk1"/>
                </a:solidFill>
                <a:uFillTx/>
                <a:latin typeface="Courier New"/>
              </a:rPr>
              <a:t>http://localhost:4200/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Code Scaffolding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generate component component-name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directive|pipe|service|class|guard|interface|enum|module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Build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build &lt;-prod&gt;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Unit Tests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test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führt Karma-Tests aus 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	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en-US" sz="17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https://karma-runner.github.io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End-to-End Tests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700" strike="noStrike" u="none">
                <a:solidFill>
                  <a:schemeClr val="dk1"/>
                </a:solidFill>
                <a:uFillTx/>
                <a:latin typeface="Courier New"/>
              </a:rPr>
              <a:t>ng e2e</a:t>
            </a:r>
            <a:r>
              <a:rPr b="0" lang="en-US" sz="1700" strike="noStrike" u="none">
                <a:solidFill>
                  <a:schemeClr val="dk1"/>
                </a:solidFill>
                <a:uFillTx/>
                <a:latin typeface="Calibri"/>
              </a:rPr>
              <a:t> führt Protractor-Tests aus. </a:t>
            </a:r>
            <a:r>
              <a:rPr b="0" lang="de-DE" sz="1700" strike="noStrike" u="sng">
                <a:solidFill>
                  <a:schemeClr val="dk1"/>
                </a:solidFill>
                <a:uFillTx/>
                <a:latin typeface="Courier New"/>
              </a:rPr>
              <a:t>http://www.protractortest.org/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3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424" name="" descr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rcRect l="0" t="0" r="1" b="286"/>
          <a:stretch>
            <a:fillRect/>
          </a:stretch>
        </p:blipFill>
        <p:spPr>
          <a:xfrm>
            <a:off x="-288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425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207520"/>
            <a:ext cx="12191760" cy="31618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75000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1097280" y="325440"/>
            <a:ext cx="10058040" cy="357444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5200" strike="noStrike" u="none">
                <a:solidFill>
                  <a:srgbClr val="ffffff"/>
                </a:solidFill>
                <a:uFillTx/>
                <a:latin typeface="Calibri Light"/>
              </a:rPr>
              <a:t>Ein erstes Projekt</a:t>
            </a:r>
            <a:endParaRPr b="0" lang="de-DE" sz="5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" dur="indefinite" restart="never" nodeType="tmRoot">
          <p:childTnLst>
            <p:seq>
              <p:cTn id="1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8597" fill="hold"/>
                                        <p:tgtEl>
                                          <p:spTgt spid="4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17" restart="whenNotActive" nodeType="interactiveSeq" fill="hold">
                <p:stCondLst>
                  <p:cond delay="0" evt="onClick">
                    <p:tgtEl>
                      <p:spTgt spid="424"/>
                    </p:tgtEl>
                  </p:cond>
                </p:stCondLst>
                <p:childTnLst>
                  <p:par>
                    <p:cTn id="18" fill="hold">
                      <p:stCondLst>
                        <p:cond delay="0" evt="onClick">
                          <p:tgtEl>
                            <p:spTgt spid="424"/>
                          </p:tgtEl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click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4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>
              <p:cMediaNode>
                <p:cTn repeatCount="indefinite">
                  <p:stCondLst>
                    <p:cond delay="indefinite"/>
                  </p:stCondLst>
                </p:cTn>
                <p:tgtEl>
                  <p:spTgt spid="424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7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8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15904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29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360"/>
            <a:ext cx="8115120" cy="159048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0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4400" y="0"/>
            <a:ext cx="4076280" cy="159048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2400" cy="159696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5680" cy="103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Anlegen des Projekts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360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 new org.somepackage.angular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Damit wird ein node-Projekt erzeugt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Ebenso werden automatisch alle Abhängigkeiten installiert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Insbesondere TypeScript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Projektstruktur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435" name="Picture 2" descr=""/>
          <p:cNvPicPr/>
          <p:nvPr/>
        </p:nvPicPr>
        <p:blipFill>
          <a:blip r:embed="rId1"/>
          <a:stretch/>
        </p:blipFill>
        <p:spPr>
          <a:xfrm>
            <a:off x="6935400" y="831600"/>
            <a:ext cx="2071080" cy="539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Down Arrow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800280" y="1491840"/>
            <a:ext cx="3333240" cy="3498840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1028880" y="1967400"/>
            <a:ext cx="2628720" cy="254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100" strike="noStrike" u="none">
                <a:solidFill>
                  <a:srgbClr val="ffffff"/>
                </a:solidFill>
                <a:uFillTx/>
                <a:latin typeface="Calibri Light"/>
              </a:rPr>
              <a:t>Die Anwendung unter localhost:4200</a:t>
            </a:r>
            <a:endParaRPr b="0" lang="de-DE" sz="31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438" name="Picture 3" descr=""/>
          <p:cNvPicPr/>
          <p:nvPr/>
        </p:nvPicPr>
        <p:blipFill>
          <a:blip r:embed="rId1"/>
          <a:stretch/>
        </p:blipFill>
        <p:spPr>
          <a:xfrm>
            <a:off x="4777200" y="1224000"/>
            <a:ext cx="6780240" cy="440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9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40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1179720" y="1261440"/>
            <a:ext cx="9829440" cy="132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4: Erstelle Initiales Projekt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442" name="Group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360" y="0"/>
            <a:ext cx="3362040" cy="2522520"/>
            <a:chOff x="-360" y="0"/>
            <a:chExt cx="3362040" cy="2522520"/>
          </a:xfrm>
        </p:grpSpPr>
        <p:sp>
          <p:nvSpPr>
            <p:cNvPr id="443" name="Freeform: Shape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6560" cy="2327400"/>
            </a:xfrm>
            <a:custGeom>
              <a:avLst/>
              <a:gdLst>
                <a:gd name="textAreaLeft" fmla="*/ 0 w 3346560"/>
                <a:gd name="textAreaRight" fmla="*/ 3346920 w 3346560"/>
                <a:gd name="textAreaTop" fmla="*/ 0 h 2327400"/>
                <a:gd name="textAreaBottom" fmla="*/ 2327760 h 232740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44" name="Freeform: Shape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6560" cy="2327400"/>
            </a:xfrm>
            <a:custGeom>
              <a:avLst/>
              <a:gdLst>
                <a:gd name="textAreaLeft" fmla="*/ 0 w 3346560"/>
                <a:gd name="textAreaRight" fmla="*/ 3346920 w 3346560"/>
                <a:gd name="textAreaTop" fmla="*/ 0 h 2327400"/>
                <a:gd name="textAreaBottom" fmla="*/ 2327760 h 232740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45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360" y="0"/>
              <a:ext cx="3346920" cy="2346840"/>
            </a:xfrm>
            <a:custGeom>
              <a:avLst/>
              <a:gdLst>
                <a:gd name="textAreaLeft" fmla="*/ 0 w 3346920"/>
                <a:gd name="textAreaRight" fmla="*/ 3347280 w 3346920"/>
                <a:gd name="textAreaTop" fmla="*/ 0 h 2346840"/>
                <a:gd name="textAreaBottom" fmla="*/ 2347200 h 234684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46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61320" cy="2522520"/>
            </a:xfrm>
            <a:custGeom>
              <a:avLst/>
              <a:gdLst>
                <a:gd name="textAreaLeft" fmla="*/ 0 w 3361320"/>
                <a:gd name="textAreaRight" fmla="*/ 3361680 w 3361320"/>
                <a:gd name="textAreaTop" fmla="*/ 0 h 2522520"/>
                <a:gd name="textAreaBottom" fmla="*/ 2522880 h 25225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804600" y="2827440"/>
            <a:ext cx="5126400" cy="322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Öffne ein Terminal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Installiere, falls noch nicht geschehen, das Angular CLI global (siehe </a:t>
            </a:r>
            <a:r>
              <a:rPr b="0" i="1" lang="de-DE" sz="1700" strike="noStrike" u="sng">
                <a:solidFill>
                  <a:schemeClr val="dk2"/>
                </a:solidFill>
                <a:uFillTx/>
                <a:latin typeface="Calibri"/>
                <a:hlinkClick r:id="rId1"/>
              </a:rPr>
              <a:t>Benötigte Software</a:t>
            </a: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)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Navigiere zu einem Ordner in dem das neues Projekt anzulegen werden soll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Lege eine neues Projekt an: ng new invoice-app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Wechsel in das erzeugte Verzeichnis invoice-app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Führe ng serve aus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700" strike="noStrike" u="none">
                <a:solidFill>
                  <a:schemeClr val="dk2"/>
                </a:solidFill>
                <a:uFillTx/>
                <a:latin typeface="Calibri"/>
              </a:rPr>
              <a:t>Öffne Anwendung im Browser unter </a:t>
            </a:r>
            <a:r>
              <a:rPr b="0" i="1" lang="de-DE" sz="1700" strike="noStrike" u="sng">
                <a:solidFill>
                  <a:schemeClr val="dk2"/>
                </a:solidFill>
                <a:uFillTx/>
                <a:latin typeface="Calibri"/>
                <a:hlinkClick r:id="rId2"/>
              </a:rPr>
              <a:t>http://localhost:4200</a:t>
            </a: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7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448" name="Group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331640" y="4706280"/>
            <a:ext cx="1860120" cy="2151360"/>
            <a:chOff x="10331640" y="4706280"/>
            <a:chExt cx="1860120" cy="2151360"/>
          </a:xfrm>
        </p:grpSpPr>
        <p:sp>
          <p:nvSpPr>
            <p:cNvPr id="449" name="Freeform: Shape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184040" y="4853520"/>
              <a:ext cx="2151360" cy="1856520"/>
            </a:xfrm>
            <a:custGeom>
              <a:avLst/>
              <a:gdLst>
                <a:gd name="textAreaLeft" fmla="*/ 0 w 2151360"/>
                <a:gd name="textAreaRight" fmla="*/ 2151720 w 2151360"/>
                <a:gd name="textAreaTop" fmla="*/ -360 h 1856520"/>
                <a:gd name="textAreaBottom" fmla="*/ 1856520 h 1856520"/>
              </a:gdLst>
              <a:ahLst/>
              <a:rect l="textAreaLeft" t="textAreaTop" r="textAreaRight" b="textAreaBottom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50" name="Freeform: Shape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292400" y="4958280"/>
              <a:ext cx="2132640" cy="1666080"/>
            </a:xfrm>
            <a:custGeom>
              <a:avLst/>
              <a:gdLst>
                <a:gd name="textAreaLeft" fmla="*/ 0 w 2132640"/>
                <a:gd name="textAreaRight" fmla="*/ 2133000 w 2132640"/>
                <a:gd name="textAreaTop" fmla="*/ 360 h 1666080"/>
                <a:gd name="textAreaBottom" fmla="*/ 1666800 h 1666080"/>
              </a:gdLst>
              <a:ahLst/>
              <a:rect l="textAreaLeft" t="textAreaTop" r="textAreaRight" b="textAreaBottom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51" name="Freeform: Shape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274760" y="4943520"/>
              <a:ext cx="2139480" cy="1687320"/>
            </a:xfrm>
            <a:custGeom>
              <a:avLst/>
              <a:gdLst>
                <a:gd name="textAreaLeft" fmla="*/ 0 w 2139480"/>
                <a:gd name="textAreaRight" fmla="*/ 2139840 w 2139480"/>
                <a:gd name="textAreaTop" fmla="*/ -360 h 1687320"/>
                <a:gd name="textAreaBottom" fmla="*/ 1687320 h 1687320"/>
              </a:gdLst>
              <a:ahLst/>
              <a:rect l="textAreaLeft" t="textAreaTop" r="textAreaRight" b="textAreaBottom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452" name="Freeform: Shape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16200000">
              <a:off x="10291320" y="4959360"/>
              <a:ext cx="2130840" cy="1662480"/>
            </a:xfrm>
            <a:custGeom>
              <a:avLst/>
              <a:gdLst>
                <a:gd name="textAreaLeft" fmla="*/ 0 w 2130840"/>
                <a:gd name="textAreaRight" fmla="*/ 2131200 w 2130840"/>
                <a:gd name="textAreaTop" fmla="*/ 360 h 1662480"/>
                <a:gd name="textAreaBottom" fmla="*/ 1663200 h 1662480"/>
              </a:gdLst>
              <a:ahLst/>
              <a:rect l="textAreaLeft" t="textAreaTop" r="textAreaRight" b="textAreaBottom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pic>
        <p:nvPicPr>
          <p:cNvPr id="453" name="Graphic 7" descr="Web Design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297920" y="2837880"/>
            <a:ext cx="3216960" cy="321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Reload der App im Hintergrund bei Change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ng serve –o (observe)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Beispiel: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Ändern des Seitentitels sowie der Willkommens-Nachricht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src/index.html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src/app/app.component.html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src/app/app.component.ts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Down Arrow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800280" y="1491840"/>
            <a:ext cx="3333240" cy="3498840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1028880" y="1967400"/>
            <a:ext cx="2628720" cy="254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rgbClr val="ffffff"/>
                </a:solidFill>
                <a:uFillTx/>
                <a:latin typeface="Calibri Light"/>
              </a:rPr>
              <a:t>Die aktualisierte Seite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458" name="Picture 2" descr="Angular JS Hello World Example"/>
          <p:cNvPicPr/>
          <p:nvPr/>
        </p:nvPicPr>
        <p:blipFill>
          <a:blip r:embed="rId1"/>
          <a:stretch/>
        </p:blipFill>
        <p:spPr>
          <a:xfrm>
            <a:off x="5988960" y="643320"/>
            <a:ext cx="4357080" cy="5568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1783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841320" y="2826360"/>
            <a:ext cx="1051236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7200" strike="noStrike" u="none">
                <a:solidFill>
                  <a:srgbClr val="ffffff"/>
                </a:solidFill>
                <a:uFillTx/>
                <a:latin typeface="Calibri Light"/>
              </a:rPr>
              <a:t>Ein Angular Module</a:t>
            </a:r>
            <a:endParaRPr b="0" lang="de-DE" sz="7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2" dur="indefinite" restart="never" nodeType="tmRoot">
          <p:childTnLst>
            <p:seq>
              <p:cTn id="23" dur="indefinite" nodeType="mainSeq"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nodeType="withEffect" fill="hold" presetClass="entr" presetID="10">
                                  <p:stCondLst>
                                    <p:cond delay="5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" dur="10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15904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3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360"/>
            <a:ext cx="8115120" cy="159048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4400" y="0"/>
            <a:ext cx="4076280" cy="159048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5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2400" cy="159696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5680" cy="103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Was ist ein Modul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360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Angular-spezifischer Code muss organisiert werden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Gleiche Grundgedanken und Aufbau wie bei ES6 Modulen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Kapselung &amp; Wiederverwendbarkeit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Leichtes Einbinden von Bibliotheken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Genaue Steuerung was wo verwendet wird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Kompromiss zwischen</a:t>
            </a:r>
            <a:br>
              <a:rPr sz="2000"/>
            </a:b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"alles immer angeben müssen" (Angular &lt; 2.0.0-rc.5) und</a:t>
            </a:r>
            <a:br>
              <a:rPr sz="2000"/>
            </a:b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"einfach rein schmeißen" (AngularJS 1)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8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69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15904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16735a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0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360"/>
            <a:ext cx="8115120" cy="1590480"/>
          </a:xfrm>
          <a:prstGeom prst="rect">
            <a:avLst/>
          </a:prstGeom>
          <a:gradFill rotWithShape="0">
            <a:gsLst>
              <a:gs pos="20000">
                <a:srgbClr val="1d9a78">
                  <a:alpha val="0"/>
                </a:srgbClr>
              </a:gs>
              <a:gs pos="100000">
                <a:srgbClr val="0e4d3c">
                  <a:alpha val="55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1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4400" y="0"/>
            <a:ext cx="4076280" cy="1590480"/>
          </a:xfrm>
          <a:prstGeom prst="rect">
            <a:avLst/>
          </a:prstGeom>
          <a:gradFill rotWithShape="0">
            <a:gsLst>
              <a:gs pos="0">
                <a:srgbClr val="1d9a78">
                  <a:alpha val="66000"/>
                </a:srgbClr>
              </a:gs>
              <a:gs pos="100000">
                <a:srgbClr val="000000">
                  <a:alpha val="30000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2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9360" y="0"/>
            <a:ext cx="11732400" cy="1596960"/>
          </a:xfrm>
          <a:prstGeom prst="rect">
            <a:avLst/>
          </a:prstGeom>
          <a:gradFill rotWithShape="0">
            <a:gsLst>
              <a:gs pos="50000">
                <a:srgbClr val="000000">
                  <a:alpha val="0"/>
                </a:srgbClr>
              </a:gs>
              <a:gs pos="99000">
                <a:srgbClr val="0e4d3c">
                  <a:alpha val="52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1371600" y="294480"/>
            <a:ext cx="9895680" cy="103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rgbClr val="ffffff"/>
                </a:solidFill>
                <a:uFillTx/>
                <a:latin typeface="Calibri Light"/>
              </a:rPr>
              <a:t>Übersicht der Dateien eines Moduls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1371600" y="2318040"/>
            <a:ext cx="972360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src/index.html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444600" indent="-270000" defTabSz="914400">
              <a:lnSpc>
                <a:spcPct val="90000"/>
              </a:lnSpc>
              <a:spcBef>
                <a:spcPts val="601"/>
              </a:spcBef>
              <a:buClr>
                <a:srgbClr val="b51621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Die Hauptseite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src/app/app.module.ts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des Moduls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src/app/app.component.ts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des dynamischen Anteils einer Komponente mit TypeScript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src/app/app.component.html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des HTML-Templates einer Komponente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src/app/app.component.css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Stylesheet der Komponente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1800" strike="noStrike" u="none">
                <a:solidFill>
                  <a:schemeClr val="dk1"/>
                </a:solidFill>
                <a:uFillTx/>
                <a:latin typeface="Courier New"/>
              </a:rPr>
              <a:t>src/app/app.component.spec.ts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von Karma-Tests 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5" name="Rectangl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838080" y="55728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5200" strike="noStrike" u="none">
                <a:solidFill>
                  <a:schemeClr val="dk1"/>
                </a:solidFill>
                <a:uFillTx/>
                <a:latin typeface="Calibri Light"/>
              </a:rPr>
              <a:t>Referenz auf Module in Index-Seite</a:t>
            </a:r>
            <a:endParaRPr b="0" lang="de-DE" sz="5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cxnSp>
        <p:nvCxnSpPr>
          <p:cNvPr id="477" name="Gerade Verbindung mit Pfeil 8"/>
          <p:cNvCxnSpPr/>
          <p:nvPr/>
        </p:nvCxnSpPr>
        <p:spPr>
          <a:xfrm flipH="1" flipV="1">
            <a:off x="4102200" y="4584240"/>
            <a:ext cx="1891080" cy="5439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grpSp>
        <p:nvGrpSpPr>
          <p:cNvPr id="478" name="Gruppieren 6"/>
          <p:cNvGrpSpPr/>
          <p:nvPr/>
        </p:nvGrpSpPr>
        <p:grpSpPr>
          <a:xfrm>
            <a:off x="2859120" y="1828800"/>
            <a:ext cx="6473880" cy="4352040"/>
            <a:chOff x="2859120" y="1828800"/>
            <a:chExt cx="6473880" cy="4352040"/>
          </a:xfrm>
        </p:grpSpPr>
        <p:pic>
          <p:nvPicPr>
            <p:cNvPr id="479" name="Picture 2" descr=""/>
            <p:cNvPicPr/>
            <p:nvPr/>
          </p:nvPicPr>
          <p:blipFill>
            <a:blip r:embed="rId1"/>
            <a:stretch/>
          </p:blipFill>
          <p:spPr>
            <a:xfrm>
              <a:off x="2859120" y="1828800"/>
              <a:ext cx="6473880" cy="3277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80" name="Legende mit Linie 1 5"/>
            <p:cNvSpPr/>
            <p:nvPr/>
          </p:nvSpPr>
          <p:spPr>
            <a:xfrm>
              <a:off x="6876720" y="4659480"/>
              <a:ext cx="2160720" cy="1521360"/>
            </a:xfrm>
            <a:prstGeom prst="borderCallout1">
              <a:avLst>
                <a:gd name="adj1" fmla="val 18750"/>
                <a:gd name="adj2" fmla="val -8333"/>
                <a:gd name="adj3" fmla="val -13509"/>
                <a:gd name="adj4" fmla="val -68600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rmAutofit/>
            </a:bodyPr>
            <a:p>
              <a:pPr algn="ctr" defTabSz="914400">
                <a:lnSpc>
                  <a:spcPct val="90000"/>
                </a:lnSpc>
                <a:spcAft>
                  <a:spcPts val="601"/>
                </a:spcAft>
              </a:pPr>
              <a:r>
                <a:rPr b="0" lang="de-DE" sz="2400" strike="noStrike" u="none">
                  <a:solidFill>
                    <a:schemeClr val="dk1"/>
                  </a:solidFill>
                  <a:uFillTx/>
                  <a:latin typeface="Calibri"/>
                </a:rPr>
                <a:t>Der Einstiegspunkt für Angular</a:t>
              </a:r>
              <a:endParaRPr b="0" lang="de-DE" sz="2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481" name="Gerade Verbindung mit Pfeil 11"/>
          <p:cNvCxnSpPr/>
          <p:nvPr/>
        </p:nvCxnSpPr>
        <p:spPr>
          <a:xfrm flipH="1" flipV="1">
            <a:off x="5348520" y="4458960"/>
            <a:ext cx="1528200" cy="64728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Component-Annotation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Component ist eine TypeScript-Klasse mit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@Component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-Annotation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Annotationen enthalten Metadaten, die der Klasse zugeordnet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Diese müssen von einem Framework interpretiert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Annotationen sind damit so etwas wie statische Eigenschaften einer Klasse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Allerdings sind diese syntaktisch nicht Bestandteil der Klassendeklaration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ergibt sich eine sauber Trennung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typische Component definiert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Den Selector als Bezug zum Template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Lokation des Templates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Vollständige Liste unter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https://angular.io/api/core/Component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Aufgabe der Component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Eigenschaften der Component-Klasse dienen als Schnittstelle zum HTML-Code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Werte werden über Interpolation oder Direktiven gebunden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Funktionen dienen als Event-Handler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Bei Bedarf implementiert die Component-Klasse Lifecycle-Funktionen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ngOnChanges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ngOnInit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https://angular.io/guide/lifecycle-hooks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Die Component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import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{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ApplicationRef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830091"/>
                </a:solidFill>
                <a:uFillTx/>
                <a:latin typeface="Calibri"/>
              </a:rPr>
              <a:t>Component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OnDestroy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OnInit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} </a:t>
            </a: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from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"@angular/core"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9e880d"/>
                </a:solidFill>
                <a:uFillTx/>
                <a:latin typeface="Calibri"/>
              </a:rPr>
              <a:t>@Component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({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selector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“app-root"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templateUrl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"./app.component.html"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styleUrls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[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"./app.component.scss"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],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animations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: [</a:t>
            </a:r>
            <a:r>
              <a:rPr b="0" lang="de-DE" sz="1800" strike="noStrike" u="none">
                <a:solidFill>
                  <a:srgbClr val="830091"/>
                </a:solidFill>
                <a:uFillTx/>
                <a:latin typeface="Calibri"/>
              </a:rPr>
              <a:t>fadeAnimation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]</a:t>
            </a: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})</a:t>
            </a:r>
            <a:br>
              <a:rPr sz="1800"/>
            </a:b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export class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AppComponent </a:t>
            </a: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implements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OnInit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, </a:t>
            </a:r>
            <a:r>
              <a:rPr b="0" lang="de-DE" sz="1800" strike="noStrike" u="none">
                <a:solidFill>
                  <a:srgbClr val="000000"/>
                </a:solidFill>
                <a:uFillTx/>
                <a:latin typeface="Calibri"/>
              </a:rPr>
              <a:t>OnDestroy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{</a:t>
            </a:r>
            <a:br>
              <a:rPr sz="1800"/>
            </a:br>
            <a:br>
              <a:rPr sz="1800"/>
            </a:b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 </a:t>
            </a:r>
            <a:r>
              <a:rPr b="0" lang="de-DE" sz="1800" strike="noStrike" u="none">
                <a:solidFill>
                  <a:srgbClr val="0033b3"/>
                </a:solidFill>
                <a:uFillTx/>
                <a:latin typeface="Calibri"/>
              </a:rPr>
              <a:t>public </a:t>
            </a:r>
            <a:r>
              <a:rPr b="0" lang="de-DE" sz="1800" strike="noStrike" u="none">
                <a:solidFill>
                  <a:srgbClr val="871094"/>
                </a:solidFill>
                <a:uFillTx/>
                <a:latin typeface="Calibri"/>
              </a:rPr>
              <a:t>title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= </a:t>
            </a:r>
            <a:r>
              <a:rPr b="0" lang="de-DE" sz="1800" strike="noStrike" u="none">
                <a:solidFill>
                  <a:srgbClr val="067d17"/>
                </a:solidFill>
                <a:uFillTx/>
                <a:latin typeface="Calibri"/>
              </a:rPr>
              <a:t>"theFrontend"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88" name="Legende mit Linie 1 5"/>
          <p:cNvSpPr/>
          <p:nvPr/>
        </p:nvSpPr>
        <p:spPr>
          <a:xfrm>
            <a:off x="8696160" y="2734920"/>
            <a:ext cx="2556000" cy="755640"/>
          </a:xfrm>
          <a:prstGeom prst="borderCallout1">
            <a:avLst>
              <a:gd name="adj1" fmla="val 18750"/>
              <a:gd name="adj2" fmla="val -8333"/>
              <a:gd name="adj3" fmla="val -18598"/>
              <a:gd name="adj4" fmla="val -129136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Referenz auf den Einstiegspunkt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9" name="Legende mit Linie 1 9"/>
          <p:cNvSpPr/>
          <p:nvPr/>
        </p:nvSpPr>
        <p:spPr>
          <a:xfrm>
            <a:off x="8696160" y="3706920"/>
            <a:ext cx="2556000" cy="683640"/>
          </a:xfrm>
          <a:prstGeom prst="borderCallout1">
            <a:avLst>
              <a:gd name="adj1" fmla="val 18750"/>
              <a:gd name="adj2" fmla="val -8333"/>
              <a:gd name="adj3" fmla="val -101397"/>
              <a:gd name="adj4" fmla="val -73759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Referenz auf Template und CSS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0" name="Legende mit Linie 1 10"/>
          <p:cNvSpPr/>
          <p:nvPr/>
        </p:nvSpPr>
        <p:spPr>
          <a:xfrm>
            <a:off x="8696160" y="1690560"/>
            <a:ext cx="2556000" cy="755640"/>
          </a:xfrm>
          <a:prstGeom prst="borderCallout1">
            <a:avLst>
              <a:gd name="adj1" fmla="val 18750"/>
              <a:gd name="adj2" fmla="val -8333"/>
              <a:gd name="adj3" fmla="val 26754"/>
              <a:gd name="adj4" fmla="val -54499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TypeScript-Import der Angular-Core-Bibliothek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1" name="Legende mit Linie 1 11"/>
          <p:cNvSpPr/>
          <p:nvPr/>
        </p:nvSpPr>
        <p:spPr>
          <a:xfrm>
            <a:off x="8696160" y="4552920"/>
            <a:ext cx="2556000" cy="755640"/>
          </a:xfrm>
          <a:prstGeom prst="borderCallout1">
            <a:avLst>
              <a:gd name="adj1" fmla="val 18750"/>
              <a:gd name="adj2" fmla="val -8333"/>
              <a:gd name="adj3" fmla="val -89533"/>
              <a:gd name="adj4" fmla="val -115378"/>
            </a:avLst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Definition einer Variablen und 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Wert-Zuweisung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92" name="Gerade Verbindung mit Pfeil 8"/>
          <p:cNvCxnSpPr/>
          <p:nvPr/>
        </p:nvCxnSpPr>
        <p:spPr>
          <a:xfrm flipH="1">
            <a:off x="7547040" y="2162520"/>
            <a:ext cx="1149480" cy="3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493" name="Gerade Verbindung mit Pfeil 13"/>
          <p:cNvCxnSpPr/>
          <p:nvPr/>
        </p:nvCxnSpPr>
        <p:spPr>
          <a:xfrm flipH="1" flipV="1">
            <a:off x="3607200" y="2604240"/>
            <a:ext cx="5517360" cy="42120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494" name="Gerade Verbindung mit Pfeil 15"/>
          <p:cNvCxnSpPr>
            <a:stCxn id="489" idx="2"/>
          </p:cNvCxnSpPr>
          <p:nvPr/>
        </p:nvCxnSpPr>
        <p:spPr>
          <a:xfrm flipH="1" flipV="1">
            <a:off x="4672080" y="3108240"/>
            <a:ext cx="5302440" cy="128268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495" name="Gerade Verbindung mit Pfeil 17"/>
          <p:cNvCxnSpPr/>
          <p:nvPr/>
        </p:nvCxnSpPr>
        <p:spPr>
          <a:xfrm flipH="1" flipV="1">
            <a:off x="3953880" y="4289760"/>
            <a:ext cx="4509720" cy="45792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Das HTML-Template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497" name="Gruppieren 5"/>
          <p:cNvGrpSpPr/>
          <p:nvPr/>
        </p:nvGrpSpPr>
        <p:grpSpPr>
          <a:xfrm>
            <a:off x="838080" y="1384200"/>
            <a:ext cx="9036360" cy="5266800"/>
            <a:chOff x="838080" y="1384200"/>
            <a:chExt cx="9036360" cy="5266800"/>
          </a:xfrm>
        </p:grpSpPr>
        <p:pic>
          <p:nvPicPr>
            <p:cNvPr id="498" name="Picture 2" descr=""/>
            <p:cNvPicPr/>
            <p:nvPr/>
          </p:nvPicPr>
          <p:blipFill>
            <a:blip r:embed="rId1"/>
            <a:srcRect l="0" t="0" r="31418" b="0"/>
            <a:stretch/>
          </p:blipFill>
          <p:spPr>
            <a:xfrm>
              <a:off x="838080" y="1384200"/>
              <a:ext cx="7165440" cy="5266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99" name="Legende mit Linie 1 6"/>
            <p:cNvSpPr/>
            <p:nvPr/>
          </p:nvSpPr>
          <p:spPr>
            <a:xfrm>
              <a:off x="7318440" y="203760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37220"/>
                <a:gd name="adj4" fmla="val -87862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Referenzieren der Component-Variable mit Interpolation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500" name="Gerade Verbindung mit Pfeil 8"/>
          <p:cNvCxnSpPr/>
          <p:nvPr/>
        </p:nvCxnSpPr>
        <p:spPr>
          <a:xfrm flipH="1">
            <a:off x="5198040" y="2541240"/>
            <a:ext cx="2120400" cy="1440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Module-Deklaration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502" name="Gruppieren 5"/>
          <p:cNvGrpSpPr/>
          <p:nvPr/>
        </p:nvGrpSpPr>
        <p:grpSpPr>
          <a:xfrm>
            <a:off x="1376280" y="1369800"/>
            <a:ext cx="8820720" cy="5313240"/>
            <a:chOff x="1376280" y="1369800"/>
            <a:chExt cx="8820720" cy="5313240"/>
          </a:xfrm>
        </p:grpSpPr>
        <p:pic>
          <p:nvPicPr>
            <p:cNvPr id="503" name="Picture 2" descr=""/>
            <p:cNvPicPr/>
            <p:nvPr/>
          </p:nvPicPr>
          <p:blipFill>
            <a:blip r:embed="rId1"/>
            <a:stretch/>
          </p:blipFill>
          <p:spPr>
            <a:xfrm>
              <a:off x="1376280" y="1369800"/>
              <a:ext cx="6419520" cy="47908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04" name="Legende mit Linie 1 6"/>
            <p:cNvSpPr/>
            <p:nvPr/>
          </p:nvSpPr>
          <p:spPr>
            <a:xfrm>
              <a:off x="7641000" y="182304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14544"/>
                <a:gd name="adj4" fmla="val -34550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Import von Angular-Core und dem Browser-Support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05" name="Legende mit Linie 1 7"/>
            <p:cNvSpPr/>
            <p:nvPr/>
          </p:nvSpPr>
          <p:spPr>
            <a:xfrm>
              <a:off x="7641000" y="297504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-14237"/>
                <a:gd name="adj4" fmla="val -42805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Import der eigenen Komponente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06" name="Legende mit Linie 1 8"/>
            <p:cNvSpPr/>
            <p:nvPr/>
          </p:nvSpPr>
          <p:spPr>
            <a:xfrm>
              <a:off x="7641000" y="567540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Durch den Export wird das Modul aktiviert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07" name="Legende mit Linie 1 9"/>
            <p:cNvSpPr/>
            <p:nvPr/>
          </p:nvSpPr>
          <p:spPr>
            <a:xfrm>
              <a:off x="7641000" y="427140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50303"/>
                <a:gd name="adj4" fmla="val -120193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Definition aller Eigenschaften des Moduls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508" name="Gerade Verbindung mit Pfeil 11"/>
          <p:cNvCxnSpPr/>
          <p:nvPr/>
        </p:nvCxnSpPr>
        <p:spPr>
          <a:xfrm flipH="1" flipV="1">
            <a:off x="5861880" y="2975040"/>
            <a:ext cx="1478520" cy="45432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509" name="Gerade Verbindung mit Pfeil 17"/>
          <p:cNvCxnSpPr/>
          <p:nvPr/>
        </p:nvCxnSpPr>
        <p:spPr>
          <a:xfrm flipH="1" flipV="1">
            <a:off x="3769560" y="3983040"/>
            <a:ext cx="3397680" cy="67752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510" name="Gerade Verbindung mit Pfeil 19"/>
          <p:cNvCxnSpPr/>
          <p:nvPr/>
        </p:nvCxnSpPr>
        <p:spPr>
          <a:xfrm flipH="1">
            <a:off x="2275560" y="6021000"/>
            <a:ext cx="5365440" cy="3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Ablauf bis hier her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Ablauf bis hier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Aufruf bootstrapModule mit Modul (AppModule)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 ist Referenz auf eine Klasse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Klasse hat einen Decorator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Modul-Decorator enthält Komponenten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Woher weiß Angular welche Komponente für das Bootstrapping verwendet werden soll?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Angular-Module: Module-Deklaration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514" name="Gruppieren 5"/>
          <p:cNvGrpSpPr/>
          <p:nvPr/>
        </p:nvGrpSpPr>
        <p:grpSpPr>
          <a:xfrm>
            <a:off x="1451520" y="1326240"/>
            <a:ext cx="8820720" cy="5313600"/>
            <a:chOff x="1451520" y="1326240"/>
            <a:chExt cx="8820720" cy="5313600"/>
          </a:xfrm>
        </p:grpSpPr>
        <p:pic>
          <p:nvPicPr>
            <p:cNvPr id="515" name="Picture 2" descr=""/>
            <p:cNvPicPr/>
            <p:nvPr/>
          </p:nvPicPr>
          <p:blipFill>
            <a:blip r:embed="rId1"/>
            <a:stretch/>
          </p:blipFill>
          <p:spPr>
            <a:xfrm>
              <a:off x="1451520" y="1326240"/>
              <a:ext cx="6419520" cy="47908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16" name="Legende mit Linie 1 8"/>
            <p:cNvSpPr/>
            <p:nvPr/>
          </p:nvSpPr>
          <p:spPr>
            <a:xfrm>
              <a:off x="7716240" y="563220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„</a:t>
              </a: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Main“ Component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517" name="Gerade Verbindung mit Pfeil 19"/>
          <p:cNvCxnSpPr/>
          <p:nvPr/>
        </p:nvCxnSpPr>
        <p:spPr>
          <a:xfrm flipH="1" flipV="1">
            <a:off x="4559400" y="5423760"/>
            <a:ext cx="3081600" cy="59760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1910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600" strike="noStrike" u="none">
                <a:solidFill>
                  <a:srgbClr val="ffffff"/>
                </a:solidFill>
                <a:uFillTx/>
                <a:latin typeface="Calibri Light"/>
              </a:rPr>
              <a:t>Kompletter Ablauf</a:t>
            </a:r>
            <a:endParaRPr b="0" lang="de-DE" sz="4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/>
          </p:nvPr>
        </p:nvSpPr>
        <p:spPr>
          <a:xfrm>
            <a:off x="838080" y="2438280"/>
            <a:ext cx="10515240" cy="373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Ablauf insgesamt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Aufruf bootstrapModule mit Modul (AppModule)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 ist Referenz auf eine Klasse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Klasse hat einen Decorator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Modul-Decorator hat Feld bootstrap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Feld bootstrap hält Referenz auf Komponenten Klasse (AppComponent)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Komponenten-Klasse hat Decorator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Komponenten-Decorator hat Feld selector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Selector wird in DOM aus index.html gesucht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 wird instanziiert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-720"/>
            <a:ext cx="12191760" cy="4006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838080" y="914400"/>
            <a:ext cx="10515240" cy="265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8000" strike="noStrike" u="none">
                <a:solidFill>
                  <a:srgbClr val="ffffff"/>
                </a:solidFill>
                <a:uFillTx/>
                <a:latin typeface="Calibri Light"/>
              </a:rPr>
              <a:t>Einfache Erweiterungen</a:t>
            </a:r>
            <a:endParaRPr b="0" lang="de-DE" sz="8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9" dur="indefinite" restart="never" nodeType="tmRoot">
          <p:childTnLst>
            <p:seq>
              <p:cTn id="30" dur="indefinite" nodeType="mainSeq"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nodeType="withEffect" fill="hold" presetClass="entr" presetID="10">
                                  <p:stCondLst>
                                    <p:cond delay="5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" dur="400"/>
                                        <p:tgtEl>
                                          <p:spTgt spid="5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Mehrere Komponenten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Auf einer Seite können auch mehrere Anwendungen dargestellt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Diese sind komplett voneinander isoliert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Datenaustausch zwischen verschiedenen Komponenten wird später beschrieben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Export von Benutzerdefinierten Typen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Komponente kann auch eigene Datentypen definieren und Exportieren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 Export ist nicht notwendig, so lange der Typ nicht anderen Modulen bekannt gemacht werden muss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Ebenso können die Eigenschaften der Komponente komplexe Objekte sein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Der Zugriff auf die Eigenschaften des komplexen Objekts erfolgen über die normale JavaScript-Syntax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Also über den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.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-Operator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Aber Vorsicht!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Die Deklarativen unterstützen nicht die komplette Syntax!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if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for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Deklarationen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Auflistungen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Innerhalb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{{}}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-Interpolation wird das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for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-Konstrukt nicht unterstützt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Allerdings gibt es eine spezielle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forEach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-Anweisung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&lt;ul&gt;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&lt;li *ngFor="let person of people"&gt;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&lt;span&gt;{{person.firstname}}&lt;/span&gt; {{person.lastname}}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&lt;/li&gt;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&lt;/ul&gt;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-720"/>
            <a:ext cx="12191760" cy="4006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838080" y="914400"/>
            <a:ext cx="10515240" cy="265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8000" strike="noStrike" u="none">
                <a:solidFill>
                  <a:srgbClr val="ffffff"/>
                </a:solidFill>
                <a:uFillTx/>
                <a:latin typeface="Calibri Light"/>
              </a:rPr>
              <a:t>UI-Programmierung</a:t>
            </a:r>
            <a:endParaRPr b="0" lang="de-DE" sz="8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6" dur="indefinite" restart="never" nodeType="tmRoot">
          <p:childTnLst>
            <p:seq>
              <p:cTn id="37" dur="indefinite" nodeType="mainSeq"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nodeType="withEffect" fill="hold" presetClass="entr" presetID="10">
                                  <p:stCondLst>
                                    <p:cond delay="5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" dur="400"/>
                                        <p:tgtEl>
                                          <p:spTgt spid="5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Data Binding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3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Template nicht statisch sondern dynamisch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Komponenten-Klasse stellt Daten bereit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Felder / Instanz Variablen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Template zeigt Daten an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Interpolation mit {{ expression 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Gibt Ergebnis der Expression als String aus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Zugriff nur auf Instanz-Variablen der eigenen Klasse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Template-Variablen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Die ngModel-Direktive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Bisher wurden die Werte der Komponente mit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{{}}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-Interpolation dargestellt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Dieses Binding ist dynamisch (!)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Änderungen der Werte werden in der Oberfläche dargestellt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Eigenschaften der Komponente können auch bidirektional gebunden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Dazu dient die Direktive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ngModel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Notwendig hierzu ist der Import des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FormsModul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 aus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@angular/form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Data Binding: 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"./../tracks/track.model"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"music-app"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`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&lt;h1&gt;Music App&lt;/h1&gt;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Music App has {{tracks.length}} tracks to play  `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MusicAppComponent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tracks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[];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tracks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"Sound of Silence"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"I Wish"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    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"Over My Shoulder"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008080"/>
                </a:solidFill>
                <a:uFillTx/>
                <a:latin typeface="SourceCodePro"/>
              </a:rPr>
              <a:t>Track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200" strike="noStrike" u="none">
                <a:solidFill>
                  <a:srgbClr val="dd1144"/>
                </a:solidFill>
                <a:uFillTx/>
                <a:latin typeface="SourceCodePro"/>
              </a:rPr>
              <a:t>"Take Five"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   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];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 </a:t>
            </a:r>
            <a:r>
              <a:rPr b="0" lang="de-DE" sz="1200" strike="noStrike" u="none">
                <a:solidFill>
                  <a:srgbClr val="93a1a1"/>
                </a:solidFill>
                <a:uFillTx/>
                <a:latin typeface="SourceCodePro"/>
              </a:rPr>
              <a:t>}}</a:t>
            </a: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3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5: Databinding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540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5480" cy="2510640"/>
            <a:chOff x="0" y="0"/>
            <a:chExt cx="3345480" cy="2510640"/>
          </a:xfrm>
        </p:grpSpPr>
        <p:sp>
          <p:nvSpPr>
            <p:cNvPr id="541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42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43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1080" cy="2335680"/>
            </a:xfrm>
            <a:custGeom>
              <a:avLst/>
              <a:gdLst>
                <a:gd name="textAreaLeft" fmla="*/ 0 w 3331080"/>
                <a:gd name="textAreaRight" fmla="*/ 3331440 w 3331080"/>
                <a:gd name="textAreaTop" fmla="*/ 0 h 2335680"/>
                <a:gd name="textAreaBottom" fmla="*/ 2336040 h 23356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44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120" cy="2510640"/>
            </a:xfrm>
            <a:custGeom>
              <a:avLst/>
              <a:gdLst>
                <a:gd name="textAreaLeft" fmla="*/ 0 w 3345120"/>
                <a:gd name="textAreaRight" fmla="*/ 3345480 w 3345120"/>
                <a:gd name="textAreaTop" fmla="*/ 0 h 2510640"/>
                <a:gd name="textAreaBottom" fmla="*/ 2511000 h 25106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3040" cy="245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Erstelle ein Datenmodell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Lege eine neue Datei src/app/trainings/customer.model.ts an.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Erstelle und exportiere darin ein Klasse Customer mit id, firstname, lastname, street, zip, city.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Vergebe für jeden erzeugten Customer eine eindeutige ID.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Erweitere AppComponent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Ersetze im Template den dynamischen Titel gegen statisches HTML (&lt;h1&gt;Invoice Manager App&lt;/h1&gt;).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Importiere in der AppComponent Klasse die Klasse Customer.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Stelle für das Template eine Liste mit Cutomer bereit (Feld + Initializierung im Konstruktor).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im Template die Länge der Liste an.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546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000" y="2979360"/>
            <a:ext cx="2368440" cy="3878280"/>
            <a:chOff x="9828000" y="2979360"/>
            <a:chExt cx="2368440" cy="3878280"/>
          </a:xfrm>
        </p:grpSpPr>
        <p:sp>
          <p:nvSpPr>
            <p:cNvPr id="547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080" y="3734280"/>
              <a:ext cx="3878280" cy="2368440"/>
            </a:xfrm>
            <a:custGeom>
              <a:avLst/>
              <a:gdLst>
                <a:gd name="textAreaLeft" fmla="*/ 0 w 3878280"/>
                <a:gd name="textAreaRight" fmla="*/ 3878640 w 3878280"/>
                <a:gd name="textAreaTop" fmla="*/ 0 h 2368440"/>
                <a:gd name="textAreaBottom" fmla="*/ 2368800 h 236844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48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89720" y="3850920"/>
              <a:ext cx="3842280" cy="2170800"/>
            </a:xfrm>
            <a:custGeom>
              <a:avLst/>
              <a:gdLst>
                <a:gd name="textAreaLeft" fmla="*/ 0 w 3842280"/>
                <a:gd name="textAreaRight" fmla="*/ 3842640 w 3842280"/>
                <a:gd name="textAreaTop" fmla="*/ 0 h 2170800"/>
                <a:gd name="textAreaBottom" fmla="*/ 2171160 h 217080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49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50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Direktiven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Allgemeines Konzept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Strukturelle Direktiven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Attribut-Direktiven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Direktiven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 meint meist strukturelle und Attribut-Direktiven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Wie Komponenten Teil des UI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Unterschied zu Komponenten: kein eigenes Template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Direktiven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Direktiven sind Erweiterungen von HTML, die vom Angular Framework gesucht und interpretiert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Während des Bootstrap-Vorgangs wird die Startseite der Anwendung nach Direktiven analysiert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Erweiterung durch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HTML-Elemente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Attribute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Was genau beim Auftreten einer Direktive passiert hängt von der Direktiven-Implementierung ab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ngModel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Data Binding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ngFor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Iteration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&lt;ul&gt;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&lt;li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ngFor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"let track of tracks"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{{track.name}}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&lt;/li&gt;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&lt;/ul&gt;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Direktiven des Angular-Frameworks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Angular unterscheidet die folgenden Direktiven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Components sind Direktiven!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sie werden an ein HTML-Element gebunden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Structural Directives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Modifizieren das DOM der Anwendung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ngFor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oder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ngIf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sind Beispiele hierfür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Attribute Directives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Ändern die Darstellung oder das Verhalten eines HTML-Elements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ngStyle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als Beispiel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Vollständige Liste unter 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ourier New"/>
              </a:rPr>
              <a:t>https://angular.io/api?status=stable&amp;type=directive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938520" y="3776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Noch ein paar Beispiele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ngIf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"track.playable"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&gt;&lt;button&gt;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play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&lt;/button&gt;&lt;/div&gt;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&lt;li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ngFor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"let track of tracks"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{{track.name}}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&lt;/li&gt;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Attribut Direktiven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Keine Verändung der DOM Struktur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&lt;form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"email"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formControlName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"mail"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/&gt;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&lt;/form&gt;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3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64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65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6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566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5480" cy="2510640"/>
            <a:chOff x="0" y="0"/>
            <a:chExt cx="3345480" cy="2510640"/>
          </a:xfrm>
        </p:grpSpPr>
        <p:sp>
          <p:nvSpPr>
            <p:cNvPr id="567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68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69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1080" cy="2335680"/>
            </a:xfrm>
            <a:custGeom>
              <a:avLst/>
              <a:gdLst>
                <a:gd name="textAreaLeft" fmla="*/ 0 w 3331080"/>
                <a:gd name="textAreaRight" fmla="*/ 3331440 w 3331080"/>
                <a:gd name="textAreaTop" fmla="*/ 0 h 2335680"/>
                <a:gd name="textAreaBottom" fmla="*/ 2336040 h 23356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70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120" cy="2510640"/>
            </a:xfrm>
            <a:custGeom>
              <a:avLst/>
              <a:gdLst>
                <a:gd name="textAreaLeft" fmla="*/ 0 w 3345120"/>
                <a:gd name="textAreaRight" fmla="*/ 3345480 w 3345120"/>
                <a:gd name="textAreaTop" fmla="*/ 0 h 2510640"/>
                <a:gd name="textAreaBottom" fmla="*/ 2511000 h 25106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3040" cy="245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das Template von AppComponent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Zeige eine Liste aller Customer an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572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000" y="2979360"/>
            <a:ext cx="2368440" cy="3878280"/>
            <a:chOff x="9828000" y="2979360"/>
            <a:chExt cx="2368440" cy="3878280"/>
          </a:xfrm>
        </p:grpSpPr>
        <p:sp>
          <p:nvSpPr>
            <p:cNvPr id="573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080" y="3734280"/>
              <a:ext cx="3878280" cy="2368440"/>
            </a:xfrm>
            <a:custGeom>
              <a:avLst/>
              <a:gdLst>
                <a:gd name="textAreaLeft" fmla="*/ 0 w 3878280"/>
                <a:gd name="textAreaRight" fmla="*/ 3878640 w 3878280"/>
                <a:gd name="textAreaTop" fmla="*/ 0 h 2368440"/>
                <a:gd name="textAreaBottom" fmla="*/ 2368800 h 236844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74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89720" y="3850920"/>
              <a:ext cx="3842280" cy="2170800"/>
            </a:xfrm>
            <a:custGeom>
              <a:avLst/>
              <a:gdLst>
                <a:gd name="textAreaLeft" fmla="*/ 0 w 3842280"/>
                <a:gd name="textAreaRight" fmla="*/ 3842640 w 3842280"/>
                <a:gd name="textAreaTop" fmla="*/ 0 h 2170800"/>
                <a:gd name="textAreaBottom" fmla="*/ 2171160 h 217080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75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576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7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578" name="Picture 9" descr="Toy plastic numbers"/>
          <p:cNvPicPr/>
          <p:nvPr/>
        </p:nvPicPr>
        <p:blipFill>
          <a:blip r:embed="rId1"/>
          <a:srcRect l="0" t="10128" r="0" b="5604"/>
          <a:stretch/>
        </p:blipFill>
        <p:spPr>
          <a:xfrm>
            <a:off x="-288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207520"/>
            <a:ext cx="12191760" cy="31618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75000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1097280" y="325440"/>
            <a:ext cx="10058040" cy="357444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5200" strike="noStrike" u="none">
                <a:solidFill>
                  <a:srgbClr val="ffffff"/>
                </a:solidFill>
                <a:uFillTx/>
                <a:latin typeface="Calibri Light"/>
              </a:rPr>
              <a:t>Child Components</a:t>
            </a:r>
            <a:endParaRPr b="0" lang="de-DE" sz="5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1100160" y="4071960"/>
            <a:ext cx="10058040" cy="128232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Divide and concur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2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583" name="Picture 6" descr="Mountain range at sunrise"/>
          <p:cNvPicPr/>
          <p:nvPr/>
        </p:nvPicPr>
        <p:blipFill>
          <a:blip r:embed="rId1"/>
          <a:srcRect l="9122" t="0" r="4163" b="0"/>
          <a:stretch/>
        </p:blipFill>
        <p:spPr>
          <a:xfrm>
            <a:off x="0" y="0"/>
            <a:ext cx="966924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124240" y="0"/>
            <a:ext cx="7066440" cy="685764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7531560" y="365040"/>
            <a:ext cx="3821760" cy="189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trike="noStrike" u="none">
                <a:solidFill>
                  <a:schemeClr val="dk1"/>
                </a:solidFill>
                <a:uFillTx/>
                <a:latin typeface="Calibri Light"/>
              </a:rPr>
              <a:t>Goals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86" name="Rechteck 4"/>
          <p:cNvSpPr/>
          <p:nvPr/>
        </p:nvSpPr>
        <p:spPr>
          <a:xfrm>
            <a:off x="7531560" y="2434320"/>
            <a:ext cx="3821760" cy="37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Listen Darstellung in eigene Komponente auslagern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Komplexere Darstellung ermöglichen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Wachsendes UI aufteilen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74304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Wiederverwendbarkeit erreichen</a:t>
            </a:r>
            <a:endParaRPr b="0" lang="de-DE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Verschachtelung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8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Gesamtes UI ist aus Baum von Komponenten aufgebaut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"Anwendung" ist Top-Level-Komponente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Komponenten können geschachtelt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Vater- und Kind-Komponente sind isoliert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 Zugriff auf Daten des anderen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 müssen an Kind übergeben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Komponente als Direktive einbinden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sind auch Direktiven (eine Art)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Direktiven (alle Arten) müssen am Modul bekannt gemacht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Per Import falls Export aus anderem Modul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Per Deklaration falls Teil des eigenen Moduls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Nur bekannt gemacht Direktiven werden ausgeführt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Löst Problem mit Namenskonflikten aus AngularJS 1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Deklaration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declarations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ReleaseListComponent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ReleaseCardComponent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imports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BrowserModule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exports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ReleaseListComponent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Mittels ng-generate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Angular CLI legt neue Komponenten an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Klasse + alle benötigte Annotation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Html-Template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Leeres Styling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Test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ng generate component 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module/compontent-name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Wird automatisch am nächsthöher gelegenen Modul registriert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Module generieren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Angular CLI legt neue Module an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Module-Klasse + Annotation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Module-Komponente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ng generate module 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name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Wird 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NICHT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 automatisch am nächsthöherer gelegenen Modul registriert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Wingdings"/>
              </a:rPr>
              <a:t>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selbst machen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Rechteck 3"/>
          <p:cNvSpPr/>
          <p:nvPr/>
        </p:nvSpPr>
        <p:spPr>
          <a:xfrm>
            <a:off x="2971800" y="1800360"/>
            <a:ext cx="2014200" cy="1356840"/>
          </a:xfrm>
          <a:prstGeom prst="rect">
            <a:avLst/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TrainingsModule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98" name="Abgerundetes Rechteck 4"/>
          <p:cNvSpPr/>
          <p:nvPr/>
        </p:nvSpPr>
        <p:spPr>
          <a:xfrm>
            <a:off x="5229360" y="3429000"/>
            <a:ext cx="2242800" cy="1914120"/>
          </a:xfrm>
          <a:prstGeom prst="roundRect">
            <a:avLst>
              <a:gd name="adj" fmla="val 16667"/>
            </a:avLst>
          </a:prstGeom>
          <a:solidFill>
            <a:srgbClr val="36afce"/>
          </a:solidFill>
          <a:ln>
            <a:solidFill>
              <a:srgbClr val="278198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TrainingService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99" name="Abgerundetes Rechteck 5"/>
          <p:cNvSpPr/>
          <p:nvPr/>
        </p:nvSpPr>
        <p:spPr>
          <a:xfrm>
            <a:off x="5429160" y="657360"/>
            <a:ext cx="2385720" cy="145692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TrainingServiceFacade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600" name="Gerade Verbindung mit Pfeil 7"/>
          <p:cNvCxnSpPr>
            <a:endCxn id="598" idx="0"/>
          </p:cNvCxnSpPr>
          <p:nvPr/>
        </p:nvCxnSpPr>
        <p:spPr>
          <a:xfrm>
            <a:off x="6350760" y="2157120"/>
            <a:ext cx="360" cy="127224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sp>
        <p:nvSpPr>
          <p:cNvPr id="601" name="Abgerundetes Rechteck 8"/>
          <p:cNvSpPr/>
          <p:nvPr/>
        </p:nvSpPr>
        <p:spPr>
          <a:xfrm>
            <a:off x="1378800" y="3643200"/>
            <a:ext cx="2599920" cy="1671120"/>
          </a:xfrm>
          <a:prstGeom prst="roundRect">
            <a:avLst>
              <a:gd name="adj" fmla="val 16667"/>
            </a:avLst>
          </a:prstGeom>
          <a:solidFill>
            <a:srgbClr val="36afce"/>
          </a:solidFill>
          <a:ln>
            <a:solidFill>
              <a:srgbClr val="278198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TrainingComponent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602" name="Gerade Verbindung mit Pfeil 10"/>
          <p:cNvCxnSpPr/>
          <p:nvPr/>
        </p:nvCxnSpPr>
        <p:spPr>
          <a:xfrm>
            <a:off x="3978720" y="4128840"/>
            <a:ext cx="1250640" cy="3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3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04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7: Komponenten schachteln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606" name="Group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5480" cy="2510640"/>
            <a:chOff x="0" y="0"/>
            <a:chExt cx="3345480" cy="2510640"/>
          </a:xfrm>
        </p:grpSpPr>
        <p:sp>
          <p:nvSpPr>
            <p:cNvPr id="607" name="Freeform: Shap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08" name="Freeform: Shape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09" name="Freeform: Shape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1080" cy="2335680"/>
            </a:xfrm>
            <a:custGeom>
              <a:avLst/>
              <a:gdLst>
                <a:gd name="textAreaLeft" fmla="*/ 0 w 3331080"/>
                <a:gd name="textAreaRight" fmla="*/ 3331440 w 3331080"/>
                <a:gd name="textAreaTop" fmla="*/ 0 h 2335680"/>
                <a:gd name="textAreaBottom" fmla="*/ 2336040 h 23356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10" name="Freeform: Shape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120" cy="2510640"/>
            </a:xfrm>
            <a:custGeom>
              <a:avLst/>
              <a:gdLst>
                <a:gd name="textAreaLeft" fmla="*/ 0 w 3345120"/>
                <a:gd name="textAreaRight" fmla="*/ 3345480 w 3345120"/>
                <a:gd name="textAreaTop" fmla="*/ 0 h 2510640"/>
                <a:gd name="textAreaBottom" fmla="*/ 2511000 h 25106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11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3040" cy="245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Erstelle ein Angular-Modul CustomerModule</a:t>
            </a:r>
            <a:endParaRPr b="0" lang="de-DE" sz="1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module customer</a:t>
            </a:r>
            <a:endParaRPr b="0" lang="de-DE" sz="1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Erstelle eine Komponente CustomerListComponent</a:t>
            </a:r>
            <a:endParaRPr b="0" lang="de-DE" sz="1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component customer/customer-list</a:t>
            </a:r>
            <a:endParaRPr b="0" lang="de-DE" sz="1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Binde die neue Komponente ein</a:t>
            </a:r>
            <a:endParaRPr b="0" lang="de-DE" sz="1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Exportiere CustomerListComponent in TrainingsModule</a:t>
            </a:r>
            <a:endParaRPr b="0" lang="de-DE" sz="1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Importiere CustomerModule in AppModule</a:t>
            </a:r>
            <a:endParaRPr b="0" lang="de-DE" sz="1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500" strike="noStrike" u="none">
                <a:solidFill>
                  <a:schemeClr val="dk2"/>
                </a:solidFill>
                <a:uFillTx/>
                <a:latin typeface="Calibri"/>
              </a:rPr>
              <a:t>Verwende CustomerListComponent im Template von AppComponent</a:t>
            </a:r>
            <a:endParaRPr b="0" lang="de-DE" sz="1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5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612" name="Group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000" y="2979360"/>
            <a:ext cx="2368440" cy="3878280"/>
            <a:chOff x="9828000" y="2979360"/>
            <a:chExt cx="2368440" cy="3878280"/>
          </a:xfrm>
        </p:grpSpPr>
        <p:sp>
          <p:nvSpPr>
            <p:cNvPr id="613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080" y="3734280"/>
              <a:ext cx="3878280" cy="2368440"/>
            </a:xfrm>
            <a:custGeom>
              <a:avLst/>
              <a:gdLst>
                <a:gd name="textAreaLeft" fmla="*/ 0 w 3878280"/>
                <a:gd name="textAreaRight" fmla="*/ 3878640 w 3878280"/>
                <a:gd name="textAreaTop" fmla="*/ 0 h 2368440"/>
                <a:gd name="textAreaBottom" fmla="*/ 2368800 h 236844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14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89720" y="3850920"/>
              <a:ext cx="3842280" cy="2170800"/>
            </a:xfrm>
            <a:custGeom>
              <a:avLst/>
              <a:gdLst>
                <a:gd name="textAreaLeft" fmla="*/ 0 w 3842280"/>
                <a:gd name="textAreaRight" fmla="*/ 3842640 w 3842280"/>
                <a:gd name="textAreaTop" fmla="*/ 0 h 2170800"/>
                <a:gd name="textAreaBottom" fmla="*/ 2171160 h 217080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15" name="Freeform: Shape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16" name="Freeform: Shape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Input einer Component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Components können über das Template verschachtelt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Innerhalb des Templates wird ein Root-Element einer weiteren Angular-Component definiert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Der Kind-Controller kann Input-Parameter definieren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Dazu wird eine Eigenschaft mit der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@Input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-Annotation versehen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Diese werden im Template gesetzt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Input einer Child-Component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620" name="Gruppieren 6"/>
          <p:cNvGrpSpPr/>
          <p:nvPr/>
        </p:nvGrpSpPr>
        <p:grpSpPr>
          <a:xfrm>
            <a:off x="1268280" y="1440360"/>
            <a:ext cx="8928720" cy="5166000"/>
            <a:chOff x="1268280" y="1440360"/>
            <a:chExt cx="8928720" cy="5166000"/>
          </a:xfrm>
        </p:grpSpPr>
        <p:pic>
          <p:nvPicPr>
            <p:cNvPr id="621" name="Picture 2" descr=""/>
            <p:cNvPicPr/>
            <p:nvPr/>
          </p:nvPicPr>
          <p:blipFill>
            <a:blip r:embed="rId1"/>
            <a:stretch/>
          </p:blipFill>
          <p:spPr>
            <a:xfrm>
              <a:off x="1268280" y="1440360"/>
              <a:ext cx="6200280" cy="2285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22" name="Picture 5" descr=""/>
            <p:cNvPicPr/>
            <p:nvPr/>
          </p:nvPicPr>
          <p:blipFill>
            <a:blip r:embed="rId2"/>
            <a:stretch/>
          </p:blipFill>
          <p:spPr>
            <a:xfrm>
              <a:off x="1737360" y="3996720"/>
              <a:ext cx="4047840" cy="2609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23" name="Legende mit Linie 1 10"/>
            <p:cNvSpPr/>
            <p:nvPr/>
          </p:nvSpPr>
          <p:spPr>
            <a:xfrm>
              <a:off x="7641000" y="187236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60768"/>
                <a:gd name="adj4" fmla="val -132231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Neues Root-Element für die Kind-Component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24" name="Legende mit Linie 1 11"/>
            <p:cNvSpPr/>
            <p:nvPr/>
          </p:nvSpPr>
          <p:spPr>
            <a:xfrm>
              <a:off x="7641000" y="540072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Deklaration einer Input-Eigenschaft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25" name="Legende mit Linie 1 12"/>
            <p:cNvSpPr/>
            <p:nvPr/>
          </p:nvSpPr>
          <p:spPr>
            <a:xfrm>
              <a:off x="7641000" y="356472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Angabe des Root-Elements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cxnSp>
        <p:nvCxnSpPr>
          <p:cNvPr id="626" name="Gerade Verbindung mit Pfeil 7"/>
          <p:cNvCxnSpPr/>
          <p:nvPr/>
        </p:nvCxnSpPr>
        <p:spPr>
          <a:xfrm flipH="1">
            <a:off x="4170960" y="2376360"/>
            <a:ext cx="3298320" cy="2073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627" name="Gerade Verbindung mit Pfeil 14"/>
          <p:cNvCxnSpPr/>
          <p:nvPr/>
        </p:nvCxnSpPr>
        <p:spPr>
          <a:xfrm flipH="1">
            <a:off x="4136400" y="3965040"/>
            <a:ext cx="3298320" cy="2073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628" name="Gerade Verbindung mit Pfeil 15"/>
          <p:cNvCxnSpPr/>
          <p:nvPr/>
        </p:nvCxnSpPr>
        <p:spPr>
          <a:xfrm flipH="1" flipV="1">
            <a:off x="4484160" y="6087600"/>
            <a:ext cx="2985120" cy="11592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Inputs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Daten können an Komponente übergeben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Property Binding</a:t>
            </a: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 über [propertyName]="expression"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[propertyName] Property in der "inneren" Komponente </a:t>
            </a: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release-card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expression Property in der "äußeren / aufrufenden" Komponente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Data-Binding in Angular immer unidirektional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Objekt veränderbar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Referenz bleibt außen immer gleich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3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3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8: Inputs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63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5480" cy="2510640"/>
            <a:chOff x="0" y="0"/>
            <a:chExt cx="3345480" cy="2510640"/>
          </a:xfrm>
        </p:grpSpPr>
        <p:sp>
          <p:nvSpPr>
            <p:cNvPr id="635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36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37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1080" cy="2335680"/>
            </a:xfrm>
            <a:custGeom>
              <a:avLst/>
              <a:gdLst>
                <a:gd name="textAreaLeft" fmla="*/ 0 w 3331080"/>
                <a:gd name="textAreaRight" fmla="*/ 3331440 w 3331080"/>
                <a:gd name="textAreaTop" fmla="*/ 0 h 2335680"/>
                <a:gd name="textAreaBottom" fmla="*/ 2336040 h 23356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38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120" cy="2510640"/>
            </a:xfrm>
            <a:custGeom>
              <a:avLst/>
              <a:gdLst>
                <a:gd name="textAreaLeft" fmla="*/ 0 w 3345120"/>
                <a:gd name="textAreaRight" fmla="*/ 3345480 w 3345120"/>
                <a:gd name="textAreaTop" fmla="*/ 0 h 2510640"/>
                <a:gd name="textAreaBottom" fmla="*/ 2511000 h 25106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3040" cy="245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die Komponente CustomerListComponent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Nimm als Input ein Array von Customer Objekten entgegen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Verschiebe die bisherige Darstellung aus AppComponent in das Template von CustomerListComponent</a:t>
            </a:r>
            <a:br>
              <a:rPr sz="1800"/>
            </a:b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(Text und Liste, nicht die h1 Überschrift)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Passe die Verwendung von CustomerListComponent in AppComponent an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Lösche den entsprechenden Teil des Templates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Übergebe app-customer-list die Daten per Property-Binding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640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000" y="2979360"/>
            <a:ext cx="2368440" cy="3878280"/>
            <a:chOff x="9828000" y="2979360"/>
            <a:chExt cx="2368440" cy="3878280"/>
          </a:xfrm>
        </p:grpSpPr>
        <p:sp>
          <p:nvSpPr>
            <p:cNvPr id="641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080" y="3734280"/>
              <a:ext cx="3878280" cy="2368440"/>
            </a:xfrm>
            <a:custGeom>
              <a:avLst/>
              <a:gdLst>
                <a:gd name="textAreaLeft" fmla="*/ 0 w 3878280"/>
                <a:gd name="textAreaRight" fmla="*/ 3878640 w 3878280"/>
                <a:gd name="textAreaTop" fmla="*/ 0 h 2368440"/>
                <a:gd name="textAreaBottom" fmla="*/ 2368800 h 236844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42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89720" y="3850920"/>
              <a:ext cx="3842280" cy="2170800"/>
            </a:xfrm>
            <a:custGeom>
              <a:avLst/>
              <a:gdLst>
                <a:gd name="textAreaLeft" fmla="*/ 0 w 3842280"/>
                <a:gd name="textAreaRight" fmla="*/ 3842640 w 3842280"/>
                <a:gd name="textAreaTop" fmla="*/ 0 h 2170800"/>
                <a:gd name="textAreaBottom" fmla="*/ 2171160 h 217080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43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44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0" y="-720"/>
            <a:ext cx="12191760" cy="4006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838080" y="914400"/>
            <a:ext cx="10515240" cy="265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8000" strike="noStrike" u="none">
                <a:solidFill>
                  <a:srgbClr val="ffffff"/>
                </a:solidFill>
                <a:uFillTx/>
                <a:latin typeface="Calibri Light"/>
              </a:rPr>
              <a:t>Events </a:t>
            </a:r>
            <a:endParaRPr b="0" lang="de-DE" sz="8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838080" y="4368960"/>
            <a:ext cx="10515240" cy="13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Output aus Components</a:t>
            </a:r>
            <a:endParaRPr b="0" lang="de-DE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Binding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Data-Binding unidirektional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 von außen nach innen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Wie kommen Informationen von innen nach außen?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können Events nach außen geben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Event Binding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 mit (eventName)="statement"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Zuweisung oder Funktionsaufruf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Zugriff auf das Event immer über $event möglich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Handler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Im Gegensatz zum Standard-Eventmodell im Browser können beliebige Funktionen mit Parametern als Handler aufgerufen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Event-behandelnde Funktion ist Bestandteil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Component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Handler: 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export class UiAppComponent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//…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selectionList: string[] =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["Item1", "Item2", "Item3"]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setItem(item: string){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this.data.boundData = item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&lt;ul&gt;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&lt;li *ngFor="let item of selectionList" 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(click)="setItem(item)"&gt;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{{item}}&lt;/li&gt;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&lt;/ul&gt;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54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55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1179360" y="159480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9: Events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657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3345480" cy="2510640"/>
            <a:chOff x="0" y="0"/>
            <a:chExt cx="3345480" cy="2510640"/>
          </a:xfrm>
        </p:grpSpPr>
        <p:sp>
          <p:nvSpPr>
            <p:cNvPr id="658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59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30360" cy="2316240"/>
            </a:xfrm>
            <a:custGeom>
              <a:avLst/>
              <a:gdLst>
                <a:gd name="textAreaLeft" fmla="*/ 0 w 3330360"/>
                <a:gd name="textAreaRight" fmla="*/ 3330720 w 3330360"/>
                <a:gd name="textAreaTop" fmla="*/ 0 h 2316240"/>
                <a:gd name="textAreaBottom" fmla="*/ 2316600 h 23162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60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3331080" cy="2335680"/>
            </a:xfrm>
            <a:custGeom>
              <a:avLst/>
              <a:gdLst>
                <a:gd name="textAreaLeft" fmla="*/ 0 w 3331080"/>
                <a:gd name="textAreaRight" fmla="*/ 3331440 w 3331080"/>
                <a:gd name="textAreaTop" fmla="*/ 0 h 2335680"/>
                <a:gd name="textAreaBottom" fmla="*/ 2336040 h 233568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61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" y="0"/>
              <a:ext cx="3345120" cy="2510640"/>
            </a:xfrm>
            <a:custGeom>
              <a:avLst/>
              <a:gdLst>
                <a:gd name="textAreaLeft" fmla="*/ 0 w 3345120"/>
                <a:gd name="textAreaRight" fmla="*/ 3345480 w 3345120"/>
                <a:gd name="textAreaTop" fmla="*/ 0 h 2510640"/>
                <a:gd name="textAreaBottom" fmla="*/ 2511000 h 251064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62" name="PlaceHolder 2"/>
          <p:cNvSpPr>
            <a:spLocks noGrp="1"/>
          </p:cNvSpPr>
          <p:nvPr>
            <p:ph/>
          </p:nvPr>
        </p:nvSpPr>
        <p:spPr>
          <a:xfrm>
            <a:off x="1179360" y="3329640"/>
            <a:ext cx="9833040" cy="245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Reagiere in CustomerListComponent auf Klicks auf die Listen-Elemente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Rufe eine Methode (listItemClicked) in der Component-Klasse auf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Übergebe das Dom-Event ($event vom Typ MouseEvent) und das Training des geklickten Listen-Eintrags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Logge den Namen des Customer und das Event auf die Konsole</a:t>
            </a:r>
            <a:br>
              <a:rPr sz="1800"/>
            </a:b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z.B. mit console.log(event, customer.firstname)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663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828000" y="2979360"/>
            <a:ext cx="2368440" cy="3878280"/>
            <a:chOff x="9828000" y="2979360"/>
            <a:chExt cx="2368440" cy="3878280"/>
          </a:xfrm>
        </p:grpSpPr>
        <p:sp>
          <p:nvSpPr>
            <p:cNvPr id="664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073080" y="3734280"/>
              <a:ext cx="3878280" cy="2368440"/>
            </a:xfrm>
            <a:custGeom>
              <a:avLst/>
              <a:gdLst>
                <a:gd name="textAreaLeft" fmla="*/ 0 w 3878280"/>
                <a:gd name="textAreaRight" fmla="*/ 3878640 w 3878280"/>
                <a:gd name="textAreaTop" fmla="*/ 0 h 2368440"/>
                <a:gd name="textAreaBottom" fmla="*/ 2368800 h 236844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65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189720" y="3850920"/>
              <a:ext cx="3842280" cy="2170800"/>
            </a:xfrm>
            <a:custGeom>
              <a:avLst/>
              <a:gdLst>
                <a:gd name="textAreaLeft" fmla="*/ 0 w 3842280"/>
                <a:gd name="textAreaRight" fmla="*/ 3842640 w 3842280"/>
                <a:gd name="textAreaTop" fmla="*/ 0 h 2170800"/>
                <a:gd name="textAreaBottom" fmla="*/ 2171160 h 217080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66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67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210960" y="3872160"/>
              <a:ext cx="3838680" cy="2132280"/>
            </a:xfrm>
            <a:custGeom>
              <a:avLst/>
              <a:gdLst>
                <a:gd name="textAreaLeft" fmla="*/ 0 w 3838680"/>
                <a:gd name="textAreaRight" fmla="*/ 3839040 w 3838680"/>
                <a:gd name="textAreaTop" fmla="*/ 0 h 2132280"/>
                <a:gd name="textAreaBottom" fmla="*/ 2132640 h 213228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Output -- Events aus Komponenten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können Events nach außen werfen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in Komponenten-Klasse vom Typ EventEmitter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Typ-Parameter gibt Typ des Events an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wird mit @Output() markiert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Events können über EventEmitter#emit gefeuert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Output 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Component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Input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Output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dd1144"/>
                </a:solidFill>
                <a:uFillTx/>
                <a:latin typeface="SourceCodePro"/>
              </a:rPr>
              <a:t>"@angular/core"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dd1144"/>
                </a:solidFill>
                <a:uFillTx/>
                <a:latin typeface="SourceCodePro"/>
              </a:rPr>
              <a:t>"release-card"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dd1144"/>
                </a:solidFill>
                <a:uFillTx/>
                <a:latin typeface="SourceCodePro"/>
              </a:rPr>
              <a:t>`&lt;h3&gt;{{release.name}}&lt;/h3&gt;`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ReleaseCardComponent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@Input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// we use domain object as event, real world: ReleaseLikedEvent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95f91"/>
                </a:solidFill>
                <a:uFillTx/>
                <a:latin typeface="SourceCodePro"/>
              </a:rPr>
              <a:t>@Output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releaseLiked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16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&gt;();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likeRelease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releaseLiked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emit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6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release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1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Nutzende Komponente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7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"releases"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&lt;release-card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*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ngFor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"let release of artist.releases"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releaseLiked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"onReleaseLiked($event, release)"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&lt;/release-card&gt;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cxnSp>
        <p:nvCxnSpPr>
          <p:cNvPr id="674" name="Gerade Verbindung mit Pfeil 4"/>
          <p:cNvCxnSpPr/>
          <p:nvPr/>
        </p:nvCxnSpPr>
        <p:spPr>
          <a:xfrm flipH="1" flipV="1">
            <a:off x="5824440" y="3707640"/>
            <a:ext cx="1127520" cy="96480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sp>
        <p:nvSpPr>
          <p:cNvPr id="675" name="Textfeld 5"/>
          <p:cNvSpPr/>
          <p:nvPr/>
        </p:nvSpPr>
        <p:spPr>
          <a:xfrm>
            <a:off x="7063560" y="4847400"/>
            <a:ext cx="3863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Methode im aufrufendem Controller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NICHT in der Release-Card Komponente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Abgerundetes Rechteck 3"/>
          <p:cNvSpPr/>
          <p:nvPr/>
        </p:nvSpPr>
        <p:spPr>
          <a:xfrm>
            <a:off x="1158840" y="3625560"/>
            <a:ext cx="2232360" cy="103104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TrainingListComp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77" name="Abgerundetes Rechteck 4"/>
          <p:cNvSpPr/>
          <p:nvPr/>
        </p:nvSpPr>
        <p:spPr>
          <a:xfrm>
            <a:off x="5181480" y="535320"/>
            <a:ext cx="3324240" cy="103104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AppComponent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public selectedTraining: Training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78" name="Abgerundetes Rechteck 5"/>
          <p:cNvSpPr/>
          <p:nvPr/>
        </p:nvSpPr>
        <p:spPr>
          <a:xfrm>
            <a:off x="7414560" y="3429000"/>
            <a:ext cx="3324240" cy="103104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DetailComponent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private training2Show: Training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79" name="Textfeld 6"/>
          <p:cNvSpPr/>
          <p:nvPr/>
        </p:nvSpPr>
        <p:spPr>
          <a:xfrm>
            <a:off x="8526240" y="2392200"/>
            <a:ext cx="3577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[training2Show] = „selectedTraining“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80" name="Gerade Verbindung mit Pfeil 8"/>
          <p:cNvCxnSpPr/>
          <p:nvPr/>
        </p:nvCxnSpPr>
        <p:spPr>
          <a:xfrm>
            <a:off x="7240680" y="1254600"/>
            <a:ext cx="861480" cy="2807280"/>
          </a:xfrm>
          <a:prstGeom prst="straightConnector1">
            <a:avLst/>
          </a:prstGeom>
          <a:ln w="9525">
            <a:solidFill>
              <a:srgbClr val="000000"/>
            </a:solidFill>
            <a:round/>
            <a:tailEnd len="med" type="arrow" w="med"/>
          </a:ln>
        </p:spPr>
      </p:cxnSp>
      <p:cxnSp>
        <p:nvCxnSpPr>
          <p:cNvPr id="681" name="Gerade Verbindung mit Pfeil 10"/>
          <p:cNvCxnSpPr/>
          <p:nvPr/>
        </p:nvCxnSpPr>
        <p:spPr>
          <a:xfrm flipV="1">
            <a:off x="3487320" y="1775520"/>
            <a:ext cx="2424600" cy="22863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sp>
        <p:nvSpPr>
          <p:cNvPr id="682" name="Textfeld 11"/>
          <p:cNvSpPr/>
          <p:nvPr/>
        </p:nvSpPr>
        <p:spPr>
          <a:xfrm>
            <a:off x="1558080" y="2863080"/>
            <a:ext cx="49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(trainingSelected)=„newTrainingSelected(training)“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3" name="Textfeld 12"/>
          <p:cNvSpPr/>
          <p:nvPr/>
        </p:nvSpPr>
        <p:spPr>
          <a:xfrm>
            <a:off x="8966520" y="4656960"/>
            <a:ext cx="237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{{training2Show.name}}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84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85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686" name="PlaceHolder 1"/>
          <p:cNvSpPr>
            <a:spLocks noGrp="1"/>
          </p:cNvSpPr>
          <p:nvPr>
            <p:ph type="title"/>
          </p:nvPr>
        </p:nvSpPr>
        <p:spPr>
          <a:xfrm>
            <a:off x="1179360" y="1755000"/>
            <a:ext cx="9833040" cy="106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10: Output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687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867080" y="0"/>
            <a:ext cx="4324680" cy="2640960"/>
            <a:chOff x="7867080" y="0"/>
            <a:chExt cx="4324680" cy="2640960"/>
          </a:xfrm>
        </p:grpSpPr>
        <p:sp>
          <p:nvSpPr>
            <p:cNvPr id="688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867080" y="0"/>
              <a:ext cx="4324680" cy="2640960"/>
            </a:xfrm>
            <a:custGeom>
              <a:avLst/>
              <a:gdLst>
                <a:gd name="textAreaLeft" fmla="*/ 0 w 4324680"/>
                <a:gd name="textAreaRight" fmla="*/ 4325040 w 4324680"/>
                <a:gd name="textAreaTop" fmla="*/ 0 h 2640960"/>
                <a:gd name="textAreaBottom" fmla="*/ 2641320 h 264096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89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07400" y="0"/>
              <a:ext cx="4284360" cy="2420640"/>
            </a:xfrm>
            <a:custGeom>
              <a:avLst/>
              <a:gdLst>
                <a:gd name="textAreaLeft" fmla="*/ 0 w 4284360"/>
                <a:gd name="textAreaRight" fmla="*/ 4284720 w 4284360"/>
                <a:gd name="textAreaTop" fmla="*/ 0 h 2420640"/>
                <a:gd name="textAreaBottom" fmla="*/ 2421000 h 242064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90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11000" y="0"/>
              <a:ext cx="4280400" cy="2377440"/>
            </a:xfrm>
            <a:custGeom>
              <a:avLst/>
              <a:gdLst>
                <a:gd name="textAreaLeft" fmla="*/ 0 w 4280400"/>
                <a:gd name="textAreaRight" fmla="*/ 4280760 w 4280400"/>
                <a:gd name="textAreaTop" fmla="*/ 0 h 2377440"/>
                <a:gd name="textAreaBottom" fmla="*/ 2377800 h 23774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691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11000" y="0"/>
              <a:ext cx="4280400" cy="2377440"/>
            </a:xfrm>
            <a:custGeom>
              <a:avLst/>
              <a:gdLst>
                <a:gd name="textAreaLeft" fmla="*/ 0 w 4280400"/>
                <a:gd name="textAreaRight" fmla="*/ 4280760 w 4280400"/>
                <a:gd name="textAreaTop" fmla="*/ 0 h 2377440"/>
                <a:gd name="textAreaBottom" fmla="*/ 2377800 h 23774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692" name="PlaceHolder 2"/>
          <p:cNvSpPr>
            <a:spLocks noGrp="1"/>
          </p:cNvSpPr>
          <p:nvPr>
            <p:ph/>
          </p:nvPr>
        </p:nvSpPr>
        <p:spPr>
          <a:xfrm>
            <a:off x="1179360" y="3049200"/>
            <a:ext cx="9833040" cy="294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Erweitere CustomerListComponent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in CustomerListComponent ein Output customerSelected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Emitte in CustomerListComponent#listItemClicked customerSelected ein Event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in AppComponent ein Event-Binding für customerSelected an CustomerListComponent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Speichere in AppComponent das zuletzt selektierte Customer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eine Komponente CustomerDetailsComponent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component customer/customer-details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eine Property customer und zeige im Template dessen Properties an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Exportiere CustomerDetailsComponent in CustomerModule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Verbinde die beiden Komponenten in AppComponent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Binde CustomerDetailsComponent in AppComponent ein (parallel zu CustomerListComponent)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Reiche das selektierte Customer an CustomerDetailsComponentweiter (Property als Input definieren)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Zeige in AppComponent die Detail-Ansicht nur an, wenn ein Customer selektiert wurde (NPE vermeiden)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1848600" y="3298680"/>
            <a:ext cx="8494560" cy="178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Expression Language 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95" name="Oval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5960" y="889200"/>
            <a:ext cx="2139840" cy="2139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9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696" name="Graphic 6" descr="Bleistift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08360" y="1371600"/>
            <a:ext cx="1175040" cy="117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wir fast alles schon kennen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698" name="Tabelle 5"/>
          <p:cNvGraphicFramePr/>
          <p:nvPr/>
        </p:nvGraphicFramePr>
        <p:xfrm>
          <a:off x="838080" y="1825560"/>
          <a:ext cx="10515240" cy="202644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Interpolation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 </a:t>
                      </a: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{{ expression }}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Property Bindings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[propertyName]="expression"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Event-Bindings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(eventName)="statement"</a:t>
                      </a:r>
                      <a:endParaRPr b="0" lang="de-DE" sz="18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 </a:t>
                      </a: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Two-Way-Data-Binding 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[(ngModel)]="assignable expression"</a:t>
                      </a: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de-DE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1d9a78"/>
                      </a:solidFill>
                      <a:prstDash val="solid"/>
                    </a:lnL>
                    <a:lnR w="12240">
                      <a:solidFill>
                        <a:srgbClr val="1d9a78"/>
                      </a:solidFill>
                      <a:prstDash val="solid"/>
                    </a:lnR>
                    <a:lnT w="12240">
                      <a:solidFill>
                        <a:srgbClr val="1d9a78"/>
                      </a:solidFill>
                      <a:prstDash val="solid"/>
                    </a:lnT>
                    <a:lnB w="12240">
                      <a:solidFill>
                        <a:srgbClr val="1d9a7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Expression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7" name="Diagram7"/>
          <p:cNvGraphicFramePr/>
          <p:nvPr>
            <p:extLst>
              <p:ext uri="{D42A27DB-BD31-4B8C-83A1-F6EECF244321}">
                <p14:modId xmlns:p14="http://schemas.microsoft.com/office/powerpoint/2010/main" val="1485628332"/>
              </p:ext>
            </p:extLst>
          </p:nvPr>
        </p:nvGraphicFramePr>
        <p:xfrm>
          <a:off x="838080" y="1825560"/>
          <a:ext cx="10515240" cy="4350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Safe Navigator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&lt;p&gt;{{bean?.name}}&lt;/p&gt;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Auch mehrfach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&lt;p&gt;{{bean?.complexProperty?.name}}&lt;/p&gt;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cxnSp>
        <p:nvCxnSpPr>
          <p:cNvPr id="702" name="Gerade Verbindung mit Pfeil 6"/>
          <p:cNvCxnSpPr>
            <a:stCxn id="703" idx="1"/>
          </p:cNvCxnSpPr>
          <p:nvPr/>
        </p:nvCxnSpPr>
        <p:spPr>
          <a:xfrm flipH="1" flipV="1">
            <a:off x="2680560" y="2379600"/>
            <a:ext cx="1655280" cy="95292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sp>
        <p:nvSpPr>
          <p:cNvPr id="703" name="Textfeld 7"/>
          <p:cNvSpPr/>
          <p:nvPr/>
        </p:nvSpPr>
        <p:spPr>
          <a:xfrm>
            <a:off x="4335480" y="3150360"/>
            <a:ext cx="6794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Falls bean null oder undefined dann keine Exception sondern Leerstring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One Way Property Bindings bei Images 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&lt;img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src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"release.cover"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&lt;button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disabled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"!track.playable"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&gt;&lt;/button&gt;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Event Binding 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One-Way nach oben im Komponenten-Baum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$event als Handle auf das Event-Objekt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Ziele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Standard-DOM-Events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&lt;input type="text" (keyup)="logInput($event.target.value)"&gt;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Custom-Events an Komponenten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&lt;release (releaseLiked)="highlight($event)"&gt;&lt;/release&gt;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Style Bindings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0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Class-Bindings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      </a:t>
            </a: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&lt;div class="selected"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selected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"isSelected(track)"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&gt;&lt;/div&gt;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Style-Bindings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e347b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&lt;img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style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visibility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"release.cover ? 'visible' : 'hidden'"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Alternativ: Direktiven ngClass und ngStyle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Data Binding in Formularen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1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Ziel: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Formularfelder an Properties binden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Manuelles Synchronisieren würde bedeuten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&lt;input [value]="bean.name"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(input)="bean.name=$event.target.value"&gt;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Zwei-Wege-Data-Binding mit ngModel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&lt;input [(ngModel)]="bean.name"&gt;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Merke: Banana in a Box [()]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1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11: Bindings auf Images und mehr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71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716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17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18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19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Erweitere das Datenmodell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Füge der Klasse Customer eine optionale Eigenschaft imageUrl: string hinzu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Nehme imageUrl im Konstruktor als Parameter entgegen und setzte das Feld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Passe AppComponent an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Kopiere aus der Musterlösung (</a:t>
            </a:r>
            <a:r>
              <a:rPr b="0" i="1" lang="de-DE" sz="1400" strike="noStrike" u="none">
                <a:solidFill>
                  <a:schemeClr val="dk2"/>
                </a:solidFill>
                <a:uFillTx/>
                <a:latin typeface="Calibri"/>
              </a:rPr>
              <a:t>??-property-bindings</a:t>
            </a: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) die Bilder aus src/assets/images/customer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Setze beim Erzeugen der Testdaten bei manchen Customer ein Bild.</a:t>
            </a:r>
            <a:br>
              <a:rPr sz="1400"/>
            </a:b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Pfad z.B. assets/images/customer/carl.svg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Erweitere die Darstellung in CustomerDetailsComponents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das Bild mit einer festen Größe an, falls vorhanden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Blende das Bild aus, falls kein Bild vorhanden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721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722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23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24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25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6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27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12: Class Binding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729" name="Group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730" name="Freeform: Shap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1" name="Freeform: Shape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2" name="Freeform: Shape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3" name="Freeform: Shape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34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Erweitere das Datenmodell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Lege in Customer ein Feld discontinued: boolean an, das per Konstruktor gesetzt wird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Erzeuge in AppComponent mindestens ein Customer, an den nichts mehr geliefert wird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Setze für diesen Customer discontinued auf true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Passe die Darstellung in CustomerListComponent an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Setze an nicht länger gewünschte Customer eine Klasse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Stelle nicht länger gewünschte Customer anders dar</a:t>
            </a:r>
            <a:br>
              <a:rPr sz="1100"/>
            </a:b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(über Klasse an Element und CSS in customer-list.component.css, z.B. ausgegraut oder durchgestrichen)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Hebe in der Liste das selektierte Customer hervor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Speichere in CustomerListComponent das zuletzt selektierte Customer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Prüfe am &lt;li&gt; ob der  aktuelle Customer das selektierte ist und setze ensprechend eine Klasse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735" name="Group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736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7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8" name="Freeform: Shape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39" name="Freeform: Shape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13: Formulare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Biete in der Detail-Ansicht die Möglichkeit an, den Namen eines Customers zu verändern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Importiere FormsModule in CustomerModule aus @angular/forms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Erstelle ein input mit ngModel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1848600" y="3298680"/>
            <a:ext cx="8494560" cy="178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Services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44" name="PlaceHolder 2"/>
          <p:cNvSpPr>
            <a:spLocks noGrp="1"/>
          </p:cNvSpPr>
          <p:nvPr>
            <p:ph/>
          </p:nvPr>
        </p:nvSpPr>
        <p:spPr>
          <a:xfrm>
            <a:off x="1848600" y="5258880"/>
            <a:ext cx="8494560" cy="90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400" strike="noStrike" u="non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745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5960" y="889200"/>
            <a:ext cx="2139840" cy="2139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9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746" name="Graphic 11" descr="Zahnräder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08360" y="1371600"/>
            <a:ext cx="1175040" cy="117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7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48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20560" cy="64911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594360" y="1209240"/>
            <a:ext cx="3876480" cy="406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5000" strike="noStrike" u="none">
                <a:solidFill>
                  <a:schemeClr val="dk1"/>
                </a:solidFill>
                <a:uFillTx/>
                <a:latin typeface="Calibri Light"/>
              </a:rPr>
              <a:t>Eigenschaften eines Services</a:t>
            </a:r>
            <a:endParaRPr b="0" lang="de-DE" sz="5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750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6520" y="2569320"/>
            <a:ext cx="241920" cy="1340640"/>
            <a:chOff x="56520" y="2569320"/>
            <a:chExt cx="241920" cy="1340640"/>
          </a:xfrm>
        </p:grpSpPr>
        <p:sp>
          <p:nvSpPr>
            <p:cNvPr id="751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1388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2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1388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3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29970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4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29970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5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28548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6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28548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7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27126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8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27126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59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25704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0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25704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1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84948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2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84948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3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70728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4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70728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5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5654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6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5654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7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4232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8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4232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69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2810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0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2810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71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01240"/>
            <a:ext cx="12191760" cy="3564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graphicFrame>
        <p:nvGraphicFramePr>
          <p:cNvPr id="8" name="Diagram8"/>
          <p:cNvGraphicFramePr/>
          <p:nvPr>
            <p:extLst>
              <p:ext uri="{D42A27DB-BD31-4B8C-83A1-F6EECF244321}">
                <p14:modId xmlns:p14="http://schemas.microsoft.com/office/powerpoint/2010/main" val="1484231522"/>
              </p:ext>
            </p:extLst>
          </p:nvPr>
        </p:nvGraphicFramePr>
        <p:xfrm>
          <a:off x="5614560" y="457200"/>
          <a:ext cx="6117120" cy="5696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2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73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20560" cy="64911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774" name="PlaceHolder 1"/>
          <p:cNvSpPr>
            <a:spLocks noGrp="1"/>
          </p:cNvSpPr>
          <p:nvPr>
            <p:ph type="title"/>
          </p:nvPr>
        </p:nvSpPr>
        <p:spPr>
          <a:xfrm>
            <a:off x="594360" y="1209240"/>
            <a:ext cx="3876480" cy="406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5000" strike="noStrike" u="none">
                <a:solidFill>
                  <a:schemeClr val="dk1"/>
                </a:solidFill>
                <a:uFillTx/>
                <a:latin typeface="Calibri Light"/>
              </a:rPr>
              <a:t>Services? Was</a:t>
            </a:r>
            <a:endParaRPr b="0" lang="de-DE" sz="5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775" name="Group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6520" y="2569320"/>
            <a:ext cx="241920" cy="1340640"/>
            <a:chOff x="56520" y="2569320"/>
            <a:chExt cx="241920" cy="1340640"/>
          </a:xfrm>
        </p:grpSpPr>
        <p:sp>
          <p:nvSpPr>
            <p:cNvPr id="776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1388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7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1388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8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29970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79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29970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0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28548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1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28548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2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27126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3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27126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4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25704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5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257040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6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84948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7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84948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8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70728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89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70728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0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5654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1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5654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2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4232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3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4232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4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37960" y="32810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795" name="Rectangle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5080" y="3281040"/>
              <a:ext cx="61560" cy="59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3240" bIns="-324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796" name="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01240"/>
            <a:ext cx="12191760" cy="3564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graphicFrame>
        <p:nvGraphicFramePr>
          <p:cNvPr id="9" name="Diagram9"/>
          <p:cNvGraphicFramePr/>
          <p:nvPr>
            <p:extLst>
              <p:ext uri="{D42A27DB-BD31-4B8C-83A1-F6EECF244321}">
                <p14:modId xmlns:p14="http://schemas.microsoft.com/office/powerpoint/2010/main" val="2969347328"/>
              </p:ext>
            </p:extLst>
          </p:nvPr>
        </p:nvGraphicFramePr>
        <p:xfrm>
          <a:off x="5614560" y="457200"/>
          <a:ext cx="6117120" cy="5696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Aufgaben eines Services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Standard-Services des Angular-Frameworks stellen nützliche Routinen zur Verfügung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Beispielsweise wird die Client-Server-Kommunikation über den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HttpClient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-Service realisiert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Eigene Services werden in der Anwendung häufig benutzt, um in einer sauberen Architektur ein Datenmodell zu definieren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Dieses wird dann von allen Components konsistent benutzt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Services ermöglichen damit eine Inter-Component-Kommunikation, die unabhängig von Input-Parametern sind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Wesentlich leichter wartbar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Ein simpler Service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Erzeugung eines Services kann das Angular-CLI übernehmen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ng generate service &lt;ServiceName&gt;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Service selbst ist eine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@Injectable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-Klasse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kann diese Klasse im Konstruktor jeder anderen Angular-Klasse benutzt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Components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Andere Services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Service-Klassen müssen als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provider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deklariert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des Angular-Moduls oder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Eigenschaft des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@Component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-Annotation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Alternativen zur Deklaration der Klasse unter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https://angular.io/guide/dependency-injection#providers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Methode in Services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"./artist.model"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getAllArtists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API Stabilität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Service versteckt Details über Datenhaltung vor Komponenten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API stabil, Datenquelle austauschbar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Best Practice: Mock-Daten parallel zu Service in eigene Datei ablegen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"./artist.model"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'./artist.mock'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getAllArtists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Arial"/>
              </a:rPr>
              <a:t>Objektnetze in OO- Systemen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10" name="Diagram10"/>
          <p:cNvGraphicFramePr/>
          <p:nvPr>
            <p:extLst>
              <p:ext uri="{D42A27DB-BD31-4B8C-83A1-F6EECF244321}">
                <p14:modId xmlns:p14="http://schemas.microsoft.com/office/powerpoint/2010/main" val="2208430187"/>
              </p:ext>
            </p:extLst>
          </p:nvPr>
        </p:nvGraphicFramePr>
        <p:xfrm>
          <a:off x="1981080" y="1600200"/>
          <a:ext cx="8229240" cy="4525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Assignment by Third Party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public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static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void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main(String[] args)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685800" indent="-22860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MyService service = </a:t>
            </a:r>
            <a:r>
              <a:rPr b="1" lang="de-DE" sz="2400" strike="noStrike" u="none">
                <a:solidFill>
                  <a:srgbClr val="7f0055"/>
                </a:solidFill>
                <a:uFillTx/>
                <a:latin typeface="Courier New"/>
              </a:rPr>
              <a:t>new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MyService();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685800" indent="-22860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service.setDAO(</a:t>
            </a:r>
            <a:r>
              <a:rPr b="1" lang="de-DE" sz="2400" strike="noStrike" u="none">
                <a:solidFill>
                  <a:srgbClr val="7f0055"/>
                </a:solidFill>
                <a:uFillTx/>
                <a:latin typeface="Courier New"/>
              </a:rPr>
              <a:t>new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MyDAO());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Creating itself - DIRECT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0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public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MyService()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this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.myDao = 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new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MyDao();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Factory- Pattern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1991520" y="155664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public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 MyService()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	</a:t>
            </a:r>
            <a:r>
              <a:rPr b="1" lang="de-DE" sz="2000" strike="noStrike" u="none">
                <a:solidFill>
                  <a:srgbClr val="7f0055"/>
                </a:solidFill>
                <a:uFillTx/>
                <a:latin typeface="Courier New"/>
              </a:rPr>
              <a:t>this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.myDao = Factory.getMyDao();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Dependency Injection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1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Objekte werden zur Laufzeit „injiziert“.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Objekte werden passiv, statt sie zum Beispiel mit einer Factory aktiv zu erzeugen.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Abhängigkeiten sind explizit an der Schnittstelle durch entsprechende set-Methoden zu erkennen.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Es können beliebige andere Objekte zugewiesen werden(z.B. Mocks / an Bedürfnisse angepasste Objekte).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Sehr flexibel wenn Objekte nur noch von Interfaces abhängen.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Externe Konfiguration der Beziehungen zwischen Objekten.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Objekte bekommen ihre abhängigen Objekte statt sie selbst zu suchen.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Service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815" name="Gruppieren 6"/>
          <p:cNvGrpSpPr/>
          <p:nvPr/>
        </p:nvGrpSpPr>
        <p:grpSpPr>
          <a:xfrm>
            <a:off x="1549800" y="1367640"/>
            <a:ext cx="8676720" cy="5311440"/>
            <a:chOff x="1549800" y="1367640"/>
            <a:chExt cx="8676720" cy="5311440"/>
          </a:xfrm>
        </p:grpSpPr>
        <p:pic>
          <p:nvPicPr>
            <p:cNvPr id="816" name="Picture 2" descr=""/>
            <p:cNvPicPr/>
            <p:nvPr/>
          </p:nvPicPr>
          <p:blipFill>
            <a:blip r:embed="rId1"/>
            <a:stretch/>
          </p:blipFill>
          <p:spPr>
            <a:xfrm>
              <a:off x="1549800" y="1367640"/>
              <a:ext cx="5609880" cy="2209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17" name="Legende mit Linie 1 8"/>
            <p:cNvSpPr/>
            <p:nvPr/>
          </p:nvSpPr>
          <p:spPr>
            <a:xfrm>
              <a:off x="7670520" y="158364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38092"/>
                <a:gd name="adj4" fmla="val -163187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@Injectable macht diese Klasse dem Angular-Context bekannt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pic>
          <p:nvPicPr>
            <p:cNvPr id="818" name="Picture 4" descr=""/>
            <p:cNvPicPr/>
            <p:nvPr/>
          </p:nvPicPr>
          <p:blipFill>
            <a:blip r:embed="rId2"/>
            <a:stretch/>
          </p:blipFill>
          <p:spPr>
            <a:xfrm>
              <a:off x="2040120" y="3960000"/>
              <a:ext cx="2314080" cy="742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19" name="Legende mit Linie 1 10"/>
            <p:cNvSpPr/>
            <p:nvPr/>
          </p:nvSpPr>
          <p:spPr>
            <a:xfrm>
              <a:off x="7670520" y="345600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52869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Im Modul oder der </a:t>
              </a: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ourier New"/>
                </a:rPr>
                <a:t>@Component</a:t>
              </a: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-Annotation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pic>
          <p:nvPicPr>
            <p:cNvPr id="820" name="Picture 5" descr=""/>
            <p:cNvPicPr/>
            <p:nvPr/>
          </p:nvPicPr>
          <p:blipFill>
            <a:blip r:embed="rId3"/>
            <a:stretch/>
          </p:blipFill>
          <p:spPr>
            <a:xfrm>
              <a:off x="2035800" y="4860000"/>
              <a:ext cx="5914800" cy="1819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21" name="Legende mit Linie 1 12"/>
            <p:cNvSpPr/>
            <p:nvPr/>
          </p:nvSpPr>
          <p:spPr>
            <a:xfrm>
              <a:off x="7670520" y="5508000"/>
              <a:ext cx="2556000" cy="1007640"/>
            </a:xfrm>
            <a:prstGeom prst="borderCallout1">
              <a:avLst>
                <a:gd name="adj1" fmla="val 18750"/>
                <a:gd name="adj2" fmla="val -8333"/>
                <a:gd name="adj3" fmla="val -19470"/>
                <a:gd name="adj4" fmla="val -142551"/>
              </a:avLst>
            </a:prstGeom>
            <a:gradFill rotWithShape="0">
              <a:gsLst>
                <a:gs pos="0">
                  <a:srgbClr val="98c861"/>
                </a:gs>
                <a:gs pos="50000">
                  <a:srgbClr val="8bc63e"/>
                </a:gs>
                <a:gs pos="100000">
                  <a:srgbClr val="7cb831"/>
                </a:gs>
              </a:gsLst>
              <a:lin ang="5400000"/>
            </a:gradFill>
            <a:ln w="0">
              <a:noFill/>
            </a:ln>
            <a:effectLst>
              <a:outerShdw algn="ctr" blurRad="57240" dir="5400000" dist="19080" rotWithShape="0">
                <a:srgbClr val="000000">
                  <a:alpha val="63000"/>
                </a:srgbClr>
              </a:outerShdw>
            </a:effectLst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de-DE" sz="1800" strike="noStrike" u="none">
                  <a:solidFill>
                    <a:schemeClr val="dk1"/>
                  </a:solidFill>
                  <a:uFillTx/>
                  <a:latin typeface="Calibri"/>
                </a:rPr>
                <a:t>Dependency Injection in einer Component</a:t>
              </a:r>
              <a:endParaRPr b="0" lang="de-DE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 Konfig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Woher weiß Angular was zu injizieren ist?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Muss konfiguriert werden: </a:t>
            </a: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Providers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Injector -&gt; Provider -&gt; Instance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Konfiguration an Modulen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/* array of providers */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TrackModule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Wie sieht ein Provider aus?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Wie geht DI in Angular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2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Direkte Abhängigkeit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einfach nur die Klasse angeben: [ConsoleLogger]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Kurz für [{ provide: ConsoleLogger, useClass: ConsoleLogger}]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Allgemein: Provider-Objekt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provide: Unter welchem Namen steht es zur Verfügung -&gt; Klasse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Ein Rezept, wie soll es erzeugt werden soll -&gt;</a:t>
            </a:r>
            <a:br>
              <a:rPr sz="2400"/>
            </a:b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useClass, useValue, useFactory oder useExisting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provide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ConsoleLogger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useClass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ConsoleLogger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same as shortcut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provide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Logger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useExisting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ConsoleLogger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different token, same instance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TrackModule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Kontextbasierte Injektion</a:t>
            </a: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	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Injektoren bilden einen Baum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Jede Komponente ein Child-Injector vom Injector der Vater-Komponente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Instanzen sind Singletons in einem Injektor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Provider für Child-Injektoren können an Komponenten definiert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Child-Injector kann Provider des Vaters überschreiben / ergänzen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providers Property in @Component Decorator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Einsatzmöglichkeiten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Auflösen von Namenskonflikten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Unterschiedliche Konfiguration (z.B. Log-Level)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2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30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14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831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832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33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34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35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36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einen Service CustomerService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service customer/customer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Mock-Daten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eine Datei src/app/customer/customer.mock.ts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Exportiere darin ein Array von Customer (kopieren aus AppComponent)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Verwende im Service die Mock-Daten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Importiere die Mock-Daten aus customer.mock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Erstelle in CustomerService eine Methode getAll(): Customer[]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Gebe darin die Mock-Daten zurück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300" strike="noStrike" u="none">
                <a:solidFill>
                  <a:schemeClr val="dk2"/>
                </a:solidFill>
                <a:uFillTx/>
                <a:latin typeface="Calibri"/>
              </a:rPr>
              <a:t>Verwende den Service noch nicht!</a:t>
            </a:r>
            <a:endParaRPr b="0" lang="de-DE" sz="13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837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838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39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0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1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4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4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15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84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846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7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8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49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50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Lasse CustomerService in AppComponent injizieren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Stelle den CustomerService im CustomerModule über providers:[] zur Verfügung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Füge CustomerService in AppComponent als Konstruktor Parameter ein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Verwende CustomerService in AppComponent um die Daten zu beziehen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Lösche den Code zum Erzeugen der Test-Daten in AppComponent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Rufe CustomerService#getAll auf um Daten zu bekommen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851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852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53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54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55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Komponenten Lebenszyklus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57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Komponenten haben einen Lebenszyklus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Aufruf des Konstruktors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ngOnChanges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ngOnInit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ngDoCheck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ngAfterContentInit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ngAfterContentChecked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ngAfterViewInit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ngAfterViewChecked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[ngDoCheck und ggf. ngOnChanges]*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ngOnDestroy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soll das?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5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Bestimmte Informationen stehen erst später zur Verfügung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ID des Trainings beim Routing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Kind-Komponenten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Instanziierung und Initialisierung trennen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Gut für Testbarkeit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Achtung: keine Lifecycle-Hooks für Services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Best Practices: OnInit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"@angular/core"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"music-app"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`&lt;h1&gt;Music App&lt;/h1&gt;`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MusicAppComponent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artists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service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ArtistService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1" lang="de-DE" sz="3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artists 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1" lang="de-DE" sz="3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service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getAll</a:t>
            </a:r>
            <a:r>
              <a:rPr b="1" lang="de-DE" sz="34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1" lang="de-DE" sz="3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3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6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64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16: OnInit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86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866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7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8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69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870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Aller"/>
              </a:rPr>
              <a:t>Initialisiere die Daten in AppComponent im ngOnInit Hook statt im Konstruktor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Aller"/>
              </a:rPr>
              <a:t>Implementiere das Interface OnInit aus @angular/core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Aller"/>
              </a:rPr>
              <a:t>Verschiebe das Laden der Daten aus dem Konstruktor in die Hook-Methode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871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872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73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74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75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76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7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-22320"/>
            <a:ext cx="12191760" cy="4373640"/>
          </a:xfrm>
          <a:prstGeom prst="rect">
            <a:avLst/>
          </a:prstGeom>
          <a:gradFill rotWithShape="0">
            <a:gsLst>
              <a:gs pos="0">
                <a:srgbClr val="16735a"/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8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3908880" y="-3931560"/>
            <a:ext cx="4374360" cy="12191760"/>
          </a:xfrm>
          <a:prstGeom prst="rect">
            <a:avLst/>
          </a:prstGeom>
          <a:gradFill rotWithShape="0">
            <a:gsLst>
              <a:gs pos="40000">
                <a:srgbClr val="1d9a78">
                  <a:alpha val="0"/>
                </a:srgbClr>
              </a:gs>
              <a:gs pos="100000">
                <a:srgbClr val="16735a">
                  <a:alpha val="52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79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4137120" y="-3703680"/>
            <a:ext cx="4373640" cy="11736000"/>
          </a:xfrm>
          <a:prstGeom prst="rect">
            <a:avLst/>
          </a:prstGeom>
          <a:gradFill rotWithShape="0">
            <a:gsLst>
              <a:gs pos="17000">
                <a:srgbClr val="1d9a78">
                  <a:alpha val="0"/>
                </a:srgbClr>
              </a:gs>
              <a:gs pos="100000">
                <a:srgbClr val="000000">
                  <a:alpha val="37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0" name="Rectangle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22680"/>
            <a:ext cx="8542080" cy="4373640"/>
          </a:xfrm>
          <a:prstGeom prst="rect">
            <a:avLst/>
          </a:prstGeom>
          <a:gradFill rotWithShape="0">
            <a:gsLst>
              <a:gs pos="0">
                <a:srgbClr val="0e4d3c">
                  <a:alpha val="0"/>
                </a:srgbClr>
              </a:gs>
              <a:gs pos="100000">
                <a:srgbClr val="000000">
                  <a:alpha val="25000"/>
                </a:srgbClr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1" name="Freeform: Shap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508800">
            <a:off x="5945040" y="-1031400"/>
            <a:ext cx="4989960" cy="4438800"/>
          </a:xfrm>
          <a:custGeom>
            <a:avLst/>
            <a:gdLst>
              <a:gd name="textAreaLeft" fmla="*/ 0 w 4989960"/>
              <a:gd name="textAreaRight" fmla="*/ 4990320 w 4989960"/>
              <a:gd name="textAreaTop" fmla="*/ 0 h 4438800"/>
              <a:gd name="textAreaBottom" fmla="*/ 4439160 h 4438800"/>
            </a:gdLst>
            <a:ahLst/>
            <a:rect l="textAreaLeft" t="textAreaTop" r="textAreaRight" b="textAreaBottom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 rotWithShape="0">
            <a:gsLst>
              <a:gs pos="0">
                <a:srgbClr val="1d9a78">
                  <a:alpha val="22000"/>
                </a:srgbClr>
              </a:gs>
              <a:gs pos="87000">
                <a:srgbClr val="5ae0bb">
                  <a:alpha val="2000"/>
                </a:srgbClr>
              </a:gs>
            </a:gsLst>
            <a:lin ang="2090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82" name="PlaceHolder 1"/>
          <p:cNvSpPr>
            <a:spLocks noGrp="1"/>
          </p:cNvSpPr>
          <p:nvPr>
            <p:ph type="title"/>
          </p:nvPr>
        </p:nvSpPr>
        <p:spPr>
          <a:xfrm>
            <a:off x="1314720" y="735120"/>
            <a:ext cx="10053360" cy="29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800" strike="noStrike" u="none">
                <a:solidFill>
                  <a:srgbClr val="ffffff"/>
                </a:solidFill>
                <a:uFillTx/>
                <a:latin typeface="Calibri Light"/>
              </a:rPr>
              <a:t>Pipes</a:t>
            </a:r>
            <a:endParaRPr b="0" lang="de-DE" sz="4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83" name="PlaceHolder 2"/>
          <p:cNvSpPr>
            <a:spLocks noGrp="1"/>
          </p:cNvSpPr>
          <p:nvPr>
            <p:ph/>
          </p:nvPr>
        </p:nvSpPr>
        <p:spPr>
          <a:xfrm>
            <a:off x="1350720" y="4870800"/>
            <a:ext cx="1000548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Daten für UI aufbereiten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Allgemein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Daten-Transformation für das UI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Kleine, wiederverwendbare Operationen für das UI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An Funktionale Programmierung angelehnt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Daten und Konfiguration per Parameter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Pipe verändert ursprünglichen Wert nicht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werden an Expression mit | angehängt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</a:t>
            </a:r>
            <a:r>
              <a:rPr b="0" i="1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property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| json 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können per : konfiguriert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date:'dd.MM.yyyy' 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können verkettet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c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 | uppercase 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sind Pipes?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Pipes formatieren das Ergebnis beispielsweise einer Interpolation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{{dateOfBirth | date}}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Hier wird das Geburtsdatum als Datum formatiert dargestellt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Pipes sowie der Operator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|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sind aus der Linux-Welt übernommen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Vordefinierte Pipes umfassen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date[:format[:timezone[:locale]]]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ourier New"/>
              </a:rPr>
              <a:t>currency[:currencyCode[:display[:digitInfo[:locale]]]]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ourier New"/>
              </a:rPr>
              <a:t>lowercase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Vollständige Liste und Dokumentation unter </a:t>
            </a:r>
            <a:r>
              <a:rPr b="0" i="1" lang="en-US" sz="2400" strike="noStrike" u="none">
                <a:solidFill>
                  <a:schemeClr val="dk1"/>
                </a:solidFill>
                <a:uFillTx/>
                <a:latin typeface="Courier New"/>
              </a:rPr>
              <a:t>https://angular.io/api?status=stable&amp;type=pipe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Decimal Pipe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Formatiertung von Zahlenwert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Parameter: Anzahl Nachkommastellen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track.size | decimal:2 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Date Pipe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9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Für Datum-String, Date-Object, Timestamp-Number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Nimmt als Parameter Shortcut (z.B. short) oder Format-String entgegen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Kurzschreibweise: Zusammenspiel mit locale des Browsers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date:'short' 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{{ release.releaseDate | date:'dd.MM.yyyy' }}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9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9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17: Pipe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89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896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97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98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899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900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das Datenmodell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Lege in Customer ein Feld / Konstruktor-Parameter lastOrderDate vom Typ Date an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Passe die Mock-Daten an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Setze für jeden Customer ein unterschiedliches Datum (new Date(year, month - 1, day))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Für mind. 1 Customer weniger als 1 Woche zurück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Setze für nicht länger gewünschte Customer natürlich ein Datum in der weiteren Vergangenheit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Erweitere das Template von CustomerDetailsComponent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Gib das Datum  lastOrderDate formatiert aus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Probiere verschiedene Formattierungen aus (Pattern, Shortcuts)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901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902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03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04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05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Pipes sind Klassen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Pipes sind Klassen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Implementieren Interface PipeTransform aus @angular/core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Werden mit @Pipe Decorator aus @angular/core markiert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Pipe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PipeTransform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"@angular/core"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@Pipe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name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"hasLikes"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HasLikesPipe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PipeTransform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transform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withLikes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likes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number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}):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boolean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withLikes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likes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&gt;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0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Deklaration an Modulen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declarations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HasLikesPipe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exports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HasLikesPipe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AppModule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11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12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18: Eigene Pipe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913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914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5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6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17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918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Schreibe eine eigene Pipe currentActiveCustomers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Generieren per ng generate pipe customer/current-active-customers-pipe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 PipeTransform mit der Methode transform(date: Date, daysInPast = 7): boolean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Gib true zurück, falls der Cutomer innerhalb der letzten x Tage bestellt hat (Parameter soon)const timeDiff = Date.now() - date.getTime().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const maxTimeDiffInMS = daysInPast * 1000 * 60 * 60 * 24;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const isActive = timeDiff &lt; maxTimeDiffInMS;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Wende die  currentActiveCustomers Pipe auf das lastOrderDate Datum in CustomerDetailsComponent an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Verpacke die Ausgabe des nextRun Datums in einen div-Container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Setze am diesem div eine Klasse, wenn den Customer bald statt findet ([class.current-active-customers-pipe]="...")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Übergebe z.B. 5 (Tage) als Parameter  daysInPast an currentActiveCustomers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Stelle über CSS mithilfe der gesetzten Klasse Customer, die active sind, anders dar (z.B. rote Schrift)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919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920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21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22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23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Textfeld 3"/>
          <p:cNvSpPr/>
          <p:nvPr/>
        </p:nvSpPr>
        <p:spPr>
          <a:xfrm>
            <a:off x="800280" y="840960"/>
            <a:ext cx="2685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nextRun:Date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5" name="Rechteck 4"/>
          <p:cNvSpPr/>
          <p:nvPr/>
        </p:nvSpPr>
        <p:spPr>
          <a:xfrm>
            <a:off x="408240" y="530640"/>
            <a:ext cx="3216240" cy="190188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nextRun:Date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Training.ts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26" name="Rechteck 5"/>
          <p:cNvSpPr/>
          <p:nvPr/>
        </p:nvSpPr>
        <p:spPr>
          <a:xfrm>
            <a:off x="6095880" y="457200"/>
            <a:ext cx="3216240" cy="190188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nextRun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training.js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27" name="Rechteck 6"/>
          <p:cNvSpPr/>
          <p:nvPr/>
        </p:nvSpPr>
        <p:spPr>
          <a:xfrm>
            <a:off x="522360" y="4743360"/>
            <a:ext cx="4571640" cy="158364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Transform(value: Date)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takePlacesoonPipe.ts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28" name="Verbinder: gewinkelt 8"/>
          <p:cNvCxnSpPr/>
          <p:nvPr/>
        </p:nvCxnSpPr>
        <p:spPr>
          <a:xfrm flipH="1" rot="16200000">
            <a:off x="681480" y="2689560"/>
            <a:ext cx="4482360" cy="1013040"/>
          </a:xfrm>
          <a:prstGeom prst="bentConnector3">
            <a:avLst>
              <a:gd name="adj1" fmla="val 50008"/>
            </a:avLst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929" name="Rechteck 9"/>
          <p:cNvSpPr/>
          <p:nvPr/>
        </p:nvSpPr>
        <p:spPr>
          <a:xfrm>
            <a:off x="10213560" y="1886040"/>
            <a:ext cx="1452960" cy="2571480"/>
          </a:xfrm>
          <a:prstGeom prst="rect">
            <a:avLst/>
          </a:prstGeom>
          <a:solidFill>
            <a:srgbClr val="ed7d31"/>
          </a:solidFill>
          <a:ln>
            <a:solidFill>
              <a:srgbClr val="67361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„</a:t>
            </a: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id“:4,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"nextRun“:“2023-12-23“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training.json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30" name="Verbinder: gewinkelt 11"/>
          <p:cNvCxnSpPr/>
          <p:nvPr/>
        </p:nvCxnSpPr>
        <p:spPr>
          <a:xfrm rot="10800000">
            <a:off x="8865720" y="3428640"/>
            <a:ext cx="1568160" cy="12960"/>
          </a:xfrm>
          <a:prstGeom prst="bentConnector3">
            <a:avLst>
              <a:gd name="adj1" fmla="val 49988"/>
            </a:avLst>
          </a:prstGeom>
          <a:ln>
            <a:solidFill>
              <a:srgbClr val="4472c4"/>
            </a:solidFill>
            <a:tailEnd len="med" type="triangle" w="med"/>
          </a:ln>
        </p:spPr>
      </p:cxnSp>
      <p:sp>
        <p:nvSpPr>
          <p:cNvPr id="931" name="Rechteck 12"/>
          <p:cNvSpPr/>
          <p:nvPr/>
        </p:nvSpPr>
        <p:spPr>
          <a:xfrm>
            <a:off x="7217280" y="3192120"/>
            <a:ext cx="1648800" cy="100368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nextRun: “2023-12-23“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32" name="Verbinder: gewinkelt 14"/>
          <p:cNvCxnSpPr/>
          <p:nvPr/>
        </p:nvCxnSpPr>
        <p:spPr>
          <a:xfrm flipV="1" rot="10800000">
            <a:off x="3624840" y="3583800"/>
            <a:ext cx="4025160" cy="1772280"/>
          </a:xfrm>
          <a:prstGeom prst="bentConnector3">
            <a:avLst>
              <a:gd name="adj1" fmla="val 49991"/>
            </a:avLst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933" name="Gerader Verbinder 16"/>
          <p:cNvCxnSpPr/>
          <p:nvPr/>
        </p:nvCxnSpPr>
        <p:spPr>
          <a:xfrm>
            <a:off x="3429000" y="2196000"/>
            <a:ext cx="4074120" cy="1233000"/>
          </a:xfrm>
          <a:prstGeom prst="straightConnector1">
            <a:avLst/>
          </a:prstGeom>
          <a:ln>
            <a:solidFill>
              <a:srgbClr val="5b9bd5"/>
            </a:solidFill>
          </a:ln>
        </p:spPr>
      </p:cxnSp>
      <p:cxnSp>
        <p:nvCxnSpPr>
          <p:cNvPr id="934" name="Gerader Verbinder 18"/>
          <p:cNvCxnSpPr/>
          <p:nvPr/>
        </p:nvCxnSpPr>
        <p:spPr>
          <a:xfrm>
            <a:off x="7216920" y="2040840"/>
            <a:ext cx="286200" cy="1282320"/>
          </a:xfrm>
          <a:prstGeom prst="straightConnector1">
            <a:avLst/>
          </a:prstGeom>
          <a:ln>
            <a:solidFill>
              <a:srgbClr val="4472c4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35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936" name="Picture 6" descr="Nahaufnahme einer Platine"/>
          <p:cNvPicPr/>
          <p:nvPr/>
        </p:nvPicPr>
        <p:blipFill>
          <a:blip r:embed="rId1"/>
          <a:srcRect l="0" t="0" r="5881" b="0"/>
          <a:stretch/>
        </p:blipFill>
        <p:spPr>
          <a:xfrm>
            <a:off x="2522520" y="0"/>
            <a:ext cx="966924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7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066440" cy="685764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952200" y="743400"/>
            <a:ext cx="3972960" cy="369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000" strike="noStrike" u="none">
                <a:solidFill>
                  <a:schemeClr val="dk1"/>
                </a:solidFill>
                <a:uFillTx/>
                <a:latin typeface="Calibri Light"/>
              </a:rPr>
              <a:t>Asynchrone &amp; Reaktive Programmierung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 type="subTitle"/>
          </p:nvPr>
        </p:nvSpPr>
        <p:spPr>
          <a:xfrm>
            <a:off x="952200" y="4629240"/>
            <a:ext cx="3972960" cy="148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Welche Eigenschaft hat die Variable X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var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x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console.log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var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x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2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3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forEach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alert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Und hier?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4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asyncFunction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function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callback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console.log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cxnSp>
        <p:nvCxnSpPr>
          <p:cNvPr id="944" name="Gerade Verbindung mit Pfeil 4"/>
          <p:cNvCxnSpPr/>
          <p:nvPr/>
        </p:nvCxnSpPr>
        <p:spPr>
          <a:xfrm>
            <a:off x="2817360" y="6006600"/>
            <a:ext cx="5918040" cy="3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sp>
        <p:nvSpPr>
          <p:cNvPr id="945" name="Textfeld 5"/>
          <p:cNvSpPr/>
          <p:nvPr/>
        </p:nvSpPr>
        <p:spPr>
          <a:xfrm>
            <a:off x="3987720" y="6111000"/>
            <a:ext cx="5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Zeit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46" name="Gerade Verbindung mit Pfeil 7"/>
          <p:cNvCxnSpPr/>
          <p:nvPr/>
        </p:nvCxnSpPr>
        <p:spPr>
          <a:xfrm flipV="1">
            <a:off x="2683440" y="3925080"/>
            <a:ext cx="360" cy="200772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947" name="Gerade Verbindung 9"/>
          <p:cNvCxnSpPr/>
          <p:nvPr/>
        </p:nvCxnSpPr>
        <p:spPr>
          <a:xfrm>
            <a:off x="3040560" y="5605200"/>
            <a:ext cx="870120" cy="360"/>
          </a:xfrm>
          <a:prstGeom prst="straightConnector1">
            <a:avLst/>
          </a:prstGeom>
          <a:ln>
            <a:solidFill>
              <a:srgbClr val="1d9a78"/>
            </a:solidFill>
          </a:ln>
        </p:spPr>
      </p:cxnSp>
      <p:sp>
        <p:nvSpPr>
          <p:cNvPr id="948" name="Textfeld 10"/>
          <p:cNvSpPr/>
          <p:nvPr/>
        </p:nvSpPr>
        <p:spPr>
          <a:xfrm>
            <a:off x="1676160" y="3816720"/>
            <a:ext cx="832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Thread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9" name="Textfeld 11"/>
          <p:cNvSpPr/>
          <p:nvPr/>
        </p:nvSpPr>
        <p:spPr>
          <a:xfrm>
            <a:off x="1939680" y="5345280"/>
            <a:ext cx="373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t1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50" name="Gerade Verbindung 13"/>
          <p:cNvCxnSpPr/>
          <p:nvPr/>
        </p:nvCxnSpPr>
        <p:spPr>
          <a:xfrm>
            <a:off x="3925080" y="4676040"/>
            <a:ext cx="1554120" cy="360"/>
          </a:xfrm>
          <a:prstGeom prst="straightConnector1">
            <a:avLst/>
          </a:prstGeom>
          <a:ln>
            <a:solidFill>
              <a:srgbClr val="1d9a78"/>
            </a:solidFill>
          </a:ln>
        </p:spPr>
      </p:cxnSp>
      <p:cxnSp>
        <p:nvCxnSpPr>
          <p:cNvPr id="951" name="Gerade Verbindung mit Pfeil 15"/>
          <p:cNvCxnSpPr/>
          <p:nvPr/>
        </p:nvCxnSpPr>
        <p:spPr>
          <a:xfrm flipV="1">
            <a:off x="3910320" y="4764960"/>
            <a:ext cx="360" cy="84060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952" name="Gerade Verbindung mit Pfeil 17"/>
          <p:cNvCxnSpPr/>
          <p:nvPr/>
        </p:nvCxnSpPr>
        <p:spPr>
          <a:xfrm>
            <a:off x="5478840" y="4809600"/>
            <a:ext cx="360" cy="7959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cxnSp>
        <p:nvCxnSpPr>
          <p:cNvPr id="953" name="Gerade Verbindung 19"/>
          <p:cNvCxnSpPr/>
          <p:nvPr/>
        </p:nvCxnSpPr>
        <p:spPr>
          <a:xfrm>
            <a:off x="5568120" y="5605200"/>
            <a:ext cx="1241640" cy="360"/>
          </a:xfrm>
          <a:prstGeom prst="straightConnector1">
            <a:avLst/>
          </a:prstGeom>
          <a:ln>
            <a:solidFill>
              <a:srgbClr val="1d9a78"/>
            </a:solidFill>
          </a:ln>
        </p:spPr>
      </p:cxnSp>
      <p:sp>
        <p:nvSpPr>
          <p:cNvPr id="954" name="Textfeld 20"/>
          <p:cNvSpPr/>
          <p:nvPr/>
        </p:nvSpPr>
        <p:spPr>
          <a:xfrm>
            <a:off x="1933920" y="4396320"/>
            <a:ext cx="373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t2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55" name="Gerade Verbindung mit Pfeil 22"/>
          <p:cNvCxnSpPr/>
          <p:nvPr/>
        </p:nvCxnSpPr>
        <p:spPr>
          <a:xfrm>
            <a:off x="5025240" y="2252520"/>
            <a:ext cx="1338480" cy="327744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sp>
        <p:nvSpPr>
          <p:cNvPr id="956" name="Textfeld 23"/>
          <p:cNvSpPr/>
          <p:nvPr/>
        </p:nvSpPr>
        <p:spPr>
          <a:xfrm>
            <a:off x="5532120" y="5397120"/>
            <a:ext cx="2237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console.log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x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7" name="Textfeld 24"/>
          <p:cNvSpPr/>
          <p:nvPr/>
        </p:nvSpPr>
        <p:spPr>
          <a:xfrm>
            <a:off x="3781080" y="4341960"/>
            <a:ext cx="2391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calculationLongRunning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Threading im Browser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5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Javascript per Definition Single-Threaded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Event-Loop Thread mit Queue, die vom Interpreter abgearbeitet wird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Beispiel: Ajax Aufruf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JavaScript startet HTTP Request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Interpreter wartet nicht bis Server geantwortet hat, UI würde einfrieren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Interpreter arbeitet andere Sachen ab (Event-Loop)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Nach Response, wird weiterer Code in Event-Loop-Queue eingestellt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Code läuft erst wenn in Event-Loop an der Reihe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Callback API 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Asynchroner Funktion wird Callback als zusätzlicher Parameter mitgegeben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Callback wird aufgerufen sobald Ergebnis bereit steht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Probleme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Keine standardisierte API (Wie werden Fehler behandelt?)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Mehrmalige oder spätere Nutzung kompliziert ("Callback-Hell")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Abhängigkeit von mehreren asynchronen Ergebnissen sehr schwierig zu handhaben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Lösung sind Promises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Stellvertreter für Ergebnis, das zunächst unbekannt ist (z.B. http-Aufruf)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Asynchronen Funktionen geben Promise zurück, kein Callback als Parameter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Können erfüllt oder abgelehnt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Bieten API für success- und error-Funktionen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Promise kann genau ein Mal aufgelöst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Wingdings"/>
              </a:rPr>
              <a:t>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alibri"/>
              </a:rPr>
              <a:t>Nicht geeignet für mehrere asynchrone Werte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Promise 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call to async function returns a promise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const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promise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doSomethingAsynchronous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promise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then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result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 return filter(result)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success handler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// error handler (optional)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).then((result) =&gt;);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Observable als Promise++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67" name="PlaceHolder 2"/>
          <p:cNvSpPr>
            <a:spLocks noGrp="1"/>
          </p:cNvSpPr>
          <p:nvPr>
            <p:ph/>
          </p:nvPr>
        </p:nvSpPr>
        <p:spPr>
          <a:xfrm>
            <a:off x="838080" y="183708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Observables sind Streams von Events und Daten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Aber auch Fehlern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--a---b-c---d---X|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-- Zeitline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| Endsignal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a,b .. Ereignisse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Schönere und interaktive Visualisierung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https://rxmarbles.com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68" name="Abgerundetes Rechteck 3"/>
          <p:cNvSpPr/>
          <p:nvPr/>
        </p:nvSpPr>
        <p:spPr>
          <a:xfrm>
            <a:off x="7426800" y="3152160"/>
            <a:ext cx="1218960" cy="103284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Observer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69" name="Abgerundetes Rechteck 4"/>
          <p:cNvSpPr/>
          <p:nvPr/>
        </p:nvSpPr>
        <p:spPr>
          <a:xfrm>
            <a:off x="10134720" y="3152160"/>
            <a:ext cx="1454760" cy="1032840"/>
          </a:xfrm>
          <a:prstGeom prst="roundRect">
            <a:avLst>
              <a:gd name="adj" fmla="val 16667"/>
            </a:avLst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Observables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70" name="Abgerundetes Rechteck 5"/>
          <p:cNvSpPr/>
          <p:nvPr/>
        </p:nvSpPr>
        <p:spPr>
          <a:xfrm>
            <a:off x="9352080" y="2557440"/>
            <a:ext cx="2638800" cy="505080"/>
          </a:xfrm>
          <a:prstGeom prst="roundRect">
            <a:avLst>
              <a:gd name="adj" fmla="val 16667"/>
            </a:avLst>
          </a:prstGeom>
          <a:solidFill>
            <a:srgbClr val="36afce"/>
          </a:solidFill>
          <a:ln>
            <a:solidFill>
              <a:srgbClr val="278198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71" name="Textfeld 6"/>
          <p:cNvSpPr/>
          <p:nvPr/>
        </p:nvSpPr>
        <p:spPr>
          <a:xfrm>
            <a:off x="9617400" y="2289600"/>
            <a:ext cx="874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listener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72" name="Gerade Verbindung mit Pfeil 8"/>
          <p:cNvCxnSpPr/>
          <p:nvPr/>
        </p:nvCxnSpPr>
        <p:spPr>
          <a:xfrm>
            <a:off x="8564040" y="3902760"/>
            <a:ext cx="1570680" cy="3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sp>
        <p:nvSpPr>
          <p:cNvPr id="973" name="Textfeld 9"/>
          <p:cNvSpPr/>
          <p:nvPr/>
        </p:nvSpPr>
        <p:spPr>
          <a:xfrm>
            <a:off x="8420040" y="3957480"/>
            <a:ext cx="185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addObserver(this)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74" name="Gerade Verbindung mit Pfeil 11"/>
          <p:cNvCxnSpPr/>
          <p:nvPr/>
        </p:nvCxnSpPr>
        <p:spPr>
          <a:xfrm flipV="1">
            <a:off x="8467200" y="2809800"/>
            <a:ext cx="1256760" cy="60372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975" name="Gerade Verbindung 13"/>
          <p:cNvCxnSpPr/>
          <p:nvPr/>
        </p:nvCxnSpPr>
        <p:spPr>
          <a:xfrm flipV="1">
            <a:off x="9898560" y="2530440"/>
            <a:ext cx="360" cy="532440"/>
          </a:xfrm>
          <a:prstGeom prst="straightConnector1">
            <a:avLst/>
          </a:prstGeom>
          <a:ln>
            <a:solidFill>
              <a:srgbClr val="1d9a78"/>
            </a:solidFill>
          </a:ln>
        </p:spPr>
      </p:cxnSp>
      <p:sp>
        <p:nvSpPr>
          <p:cNvPr id="976" name="Textfeld 15"/>
          <p:cNvSpPr/>
          <p:nvPr/>
        </p:nvSpPr>
        <p:spPr>
          <a:xfrm>
            <a:off x="9898560" y="4401000"/>
            <a:ext cx="21783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for(l in listener){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   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l.notify(oldWeight, this.weight)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}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70000" lnSpcReduction="19999"/>
          </a:bodyPr>
          <a:p>
            <a:pPr indent="0" defTabSz="914400">
              <a:lnSpc>
                <a:spcPct val="90000"/>
              </a:lnSpc>
              <a:buNone/>
            </a:pPr>
            <a:br>
              <a:rPr sz="4400"/>
            </a:b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Methoden für Zwischenverarbeitung</a:t>
            </a:r>
            <a:br>
              <a:rPr sz="4400"/>
            </a:b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7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Häufig genutzte Methoden: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map für Transformation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debounce für Verzögerung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filter zum Aussortieren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 Transformation gibt wieder Observable zurück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--a---b-c---d---|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map to alphabet index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--1---2-3---4---|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filter &gt; 2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--------3---4---|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Observables sind lazy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80" name="PlaceHolder 2"/>
          <p:cNvSpPr>
            <a:spLocks noGrp="1"/>
          </p:cNvSpPr>
          <p:nvPr>
            <p:ph/>
          </p:nvPr>
        </p:nvSpPr>
        <p:spPr>
          <a:xfrm>
            <a:off x="637560" y="178092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Observables brauchen Abnehmer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forEach(dataHandler): Promise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subscribe(dataHandler, errorHandler?): Subscription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Handler: Funktionen mit Seiteneffekten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Intermediate Transformationen werden nur ausgeführt wenn Abnehmer da ist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--a---b-c---d---|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map to alphabet index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--1---2-3---4---|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filter &gt; 2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--------3---4---|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subscribe console.log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Diagram11"/>
          <p:cNvGraphicFramePr/>
          <p:nvPr>
            <p:extLst>
              <p:ext uri="{D42A27DB-BD31-4B8C-83A1-F6EECF244321}">
                <p14:modId xmlns:p14="http://schemas.microsoft.com/office/powerpoint/2010/main" val="16594221"/>
              </p:ext>
            </p:extLst>
          </p:nvPr>
        </p:nvGraphicFramePr>
        <p:xfrm>
          <a:off x="4084560" y="2185200"/>
          <a:ext cx="6095520" cy="4063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  <p:sp>
        <p:nvSpPr>
          <p:cNvPr id="981" name="Rechteck 2"/>
          <p:cNvSpPr/>
          <p:nvPr/>
        </p:nvSpPr>
        <p:spPr>
          <a:xfrm>
            <a:off x="826920" y="353520"/>
            <a:ext cx="7269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anchor="t">
            <a:spAutoFit/>
            <a:scene3d>
              <a:camera prst="orthographicFront"/>
              <a:lightRig dir="t" rig="balanced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p>
            <a:pPr algn="ctr" defTabSz="914400">
              <a:lnSpc>
                <a:spcPct val="100000"/>
              </a:lnSpc>
            </a:pPr>
            <a:r>
              <a:rPr b="1" lang="de-DE" sz="5400" strike="noStrike" u="none">
                <a:solidFill>
                  <a:schemeClr val="lt1">
                    <a:shade val="50000"/>
                  </a:schemeClr>
                </a:solidFill>
                <a:uFillTx/>
                <a:latin typeface="Calibri"/>
              </a:rPr>
              <a:t>Intermediate vs Terminal</a:t>
            </a:r>
            <a:endParaRPr b="0" lang="de-DE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Unsubscribe Nicht vergessen 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subscribe() gibt Subscription zurück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Subscription hat unsubscribe() Methode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Wenn completed, werden alle intern alle Handler gelöscht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i="1" lang="de-DE" sz="2800" strike="noStrike" u="none">
                <a:solidFill>
                  <a:schemeClr val="dk1"/>
                </a:solidFill>
                <a:uFillTx/>
                <a:latin typeface="Calibri"/>
              </a:rPr>
              <a:t>Nutze ngOnDestroy für unsubscribe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Automatisches Unsubscribe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{{ aPromise | async }}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{{ anObservable | async }}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&lt;trainingList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trainings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"releaseObservable$ | async"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&gt;&lt;/ trainingList&gt;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86" name="Rechteck 3"/>
          <p:cNvSpPr/>
          <p:nvPr/>
        </p:nvSpPr>
        <p:spPr>
          <a:xfrm>
            <a:off x="2639160" y="3256200"/>
            <a:ext cx="1769040" cy="594360"/>
          </a:xfrm>
          <a:prstGeom prst="rect">
            <a:avLst/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Training[]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87" name="Rechteck 4"/>
          <p:cNvSpPr/>
          <p:nvPr/>
        </p:nvSpPr>
        <p:spPr>
          <a:xfrm>
            <a:off x="5018040" y="3256200"/>
            <a:ext cx="2382120" cy="650160"/>
          </a:xfrm>
          <a:prstGeom prst="rect">
            <a:avLst/>
          </a:prstGeom>
          <a:solidFill>
            <a:srgbClr val="1d9a78"/>
          </a:solidFill>
          <a:ln>
            <a:solidFill>
              <a:srgbClr val="1571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Observable&lt;Training[]&gt;</a:t>
            </a:r>
            <a:endParaRPr b="0" lang="de-DE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Reactive Extensions – RxJS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Entwickelt von MS für verschiedene Sprachen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Implementierung von Observables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Wird in Angular verwendet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http://reactivex.io/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9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91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92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19: Async CustomerService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993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994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95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96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997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998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Verpasse CustomerService eine Observable basierte API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Lege im Service ein ReplaySubject als Feld an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Rufe im Konstuktor am Subject next mit den Mock-Daten auf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Lasse getAll das Observable&lt;Customer[]&gt; des Subject zurückgeben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Passe alle Aufrufe an (subscribe oder async-Pipe)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Eigentlich nur: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AppComponent property customerMockList --&gt; Typisieren auf Observable&lt;Customer[]&gt;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appComponent.html </a:t>
            </a:r>
            <a:r>
              <a:rPr b="0" lang="de-DE" sz="1800" strike="noStrike" u="none">
                <a:solidFill>
                  <a:schemeClr val="dk2"/>
                </a:solidFill>
                <a:uFillTx/>
                <a:latin typeface="Wingdings"/>
              </a:rPr>
              <a:t></a:t>
            </a: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 &lt;customerList [customers] = “|async“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999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1000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01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02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03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Routing und Navigation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05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400" strike="noStrike" u="non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Arbeitsweise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Routen definieren Pfade der Anwendung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 Route verbindet einen Pfad mit einer Component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Auch Redirects können definiert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Pfade unterstützen Platzhalter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Routen werden vom Angular-Module erzeugt und stehen für die gesamte Applikation zur Verfügung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dazu werden Klassen importiert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import { RouterModule, Routes } from '@angular/router'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Routen-Pfade müssen nicht disjunkt sein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erste Treffer eines Pfads wird benutzt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Damit sind in der Routen-Definition speziellere Pfade vor allgemeinen zu platzieren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Features von Routen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0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Deep Linking über URL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Browser Historie (Vor / Zurück)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Links über symbolische Namen, nicht über hart codierte URLs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Pfad- oder Hash-Navigation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Hierarchischer Aufbau, nicht zwingend absolute Routen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Routendefinition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1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Route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Relativer path (ohne führenden Slash)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component für die Anzeige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'@angular/router'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const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routes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path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'release'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AllReleasesComponent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},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path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'artist'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AllArtistsComponent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1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8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13" name="Freeform: Shap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7000" cy="6857640"/>
          </a:xfrm>
          <a:custGeom>
            <a:avLst/>
            <a:gdLst>
              <a:gd name="textAreaLeft" fmla="*/ 0 w 4167000"/>
              <a:gd name="textAreaRight" fmla="*/ 4167360 w 4167000"/>
              <a:gd name="textAreaTop" fmla="*/ 0 h 6857640"/>
              <a:gd name="textAreaBottom" fmla="*/ 6858000 h 6857640"/>
            </a:gdLst>
            <a:ahLst/>
            <a:rect l="textAreaLeft" t="textAreaTop" r="textAreaRight" b="textAreaBottom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14" name="PlaceHolder 1"/>
          <p:cNvSpPr>
            <a:spLocks noGrp="1"/>
          </p:cNvSpPr>
          <p:nvPr>
            <p:ph type="title"/>
          </p:nvPr>
        </p:nvSpPr>
        <p:spPr>
          <a:xfrm>
            <a:off x="686880" y="1153440"/>
            <a:ext cx="3200040" cy="446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rgbClr val="ffffff"/>
                </a:solidFill>
                <a:uFillTx/>
                <a:latin typeface="Calibri Light"/>
              </a:rPr>
              <a:t>Ablauf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15" name="Arc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7550280" y="2455200"/>
            <a:ext cx="4083120" cy="4083120"/>
          </a:xfrm>
          <a:prstGeom prst="arc">
            <a:avLst>
              <a:gd name="adj1" fmla="val 16200000"/>
              <a:gd name="adj2" fmla="val 0"/>
            </a:avLst>
          </a:prstGeom>
          <a:noFill/>
          <a:ln cap="rnd" w="127000">
            <a:solidFill>
              <a:srgbClr val="1d6fa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16" name="PlaceHolder 2"/>
          <p:cNvSpPr>
            <a:spLocks noGrp="1"/>
          </p:cNvSpPr>
          <p:nvPr>
            <p:ph/>
          </p:nvPr>
        </p:nvSpPr>
        <p:spPr>
          <a:xfrm>
            <a:off x="4447440" y="591480"/>
            <a:ext cx="6906240" cy="558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URL des Browsers wird überprüft / auf Änderungen überwacht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Passende Route wird gesucht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Komponente wird angezeigt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Verlinken von Routen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Dazu gibt es die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routerLink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-Direktive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anzuzeigende Seite wird in einem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router-outlet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-Element angezeigt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selector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"music-app"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`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&lt;h1&gt;Music App&lt;/h1&gt;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&lt;router-outlet&gt;&lt;/router-outlet&gt;`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MusicAppComponent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Default / Fallback Route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Keine gültige Route gefunden?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Einstieg über URL ohne Route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ungültige Route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Fallback konfigurierbar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path mit **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redirectTo: auf anderen Pfad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Achtung: Reihenfolge der Routen spielt eine Rolle,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0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1" lang="de-DE" sz="2000" strike="noStrike" u="none">
                <a:solidFill>
                  <a:schemeClr val="dk1"/>
                </a:solidFill>
                <a:uFillTx/>
                <a:latin typeface="Calibri"/>
              </a:rPr>
              <a:t>Fallback als Letzte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800"/>
            </a:b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Routenkonfiguration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Wird verwendet um Provider für Router Service zu erzeugen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Provider wird von RouterModule bereitgestellt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RouterModule muss in AppModule importiert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forRoot darf nur einmal im AppModule verwendet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forChild nur bei Lazy-Loading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Routen-Definition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550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const appRoutes: Routes = [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path: 'path1', component: Component1},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path: ' ',  redirectTo: '/index', pathMatch: 'full'},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path: '**', component: PageNotFoundComponent 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];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@NgModule({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imports: [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RouterModule.forRoot(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appRoutes,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 enableTracing: true } // &lt;-- debugging purposes only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],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...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export class AppModule { 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Location-Strategy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LocationStrategy festlegen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PathLocationStrategy </a:t>
            </a:r>
            <a:r>
              <a:rPr b="1" lang="de-DE" sz="2400" strike="noStrike" u="none">
                <a:solidFill>
                  <a:srgbClr val="333333"/>
                </a:solidFill>
                <a:uFillTx/>
                <a:latin typeface="Aller"/>
              </a:rPr>
              <a:t>(default)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Bessere SEO Indizierung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HashLocationStrategy: </a:t>
            </a:r>
            <a:r>
              <a:rPr b="0" i="1" lang="de-DE" sz="2400" strike="noStrike" u="none">
                <a:solidFill>
                  <a:srgbClr val="333333"/>
                </a:solidFill>
                <a:uFillTx/>
                <a:latin typeface="Aller"/>
              </a:rPr>
              <a:t>default AngularJS 1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000" strike="noStrike" u="none">
                <a:solidFill>
                  <a:srgbClr val="333333"/>
                </a:solidFill>
                <a:uFillTx/>
                <a:latin typeface="Aller"/>
              </a:rPr>
              <a:t>Simpler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Verwendung von </a:t>
            </a:r>
            <a:r>
              <a:rPr b="1" lang="de-DE" sz="2800" strike="noStrike" u="none">
                <a:solidFill>
                  <a:srgbClr val="333333"/>
                </a:solidFill>
                <a:uFillTx/>
                <a:latin typeface="Aller"/>
              </a:rPr>
              <a:t>PathLocationStrategy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&lt;base href="."&gt; als erstes Element im head der index.html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'@angular/router'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routes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'./app/app.routes'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@NgModule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imports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RouterModule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forRoot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routes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useHash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true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]})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AppModule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br>
              <a:rPr sz="2800"/>
            </a:b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2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29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20: Routen für Detail und Listansicht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030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1031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32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33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34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035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Bereite die Anwendung auf Routing vor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ein Module AppRoutingModule mittels ng generate module app-routing --flat --module=app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Definiere eine Konstante des Typs Routes (const routes: Routes = [])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Importiere RouterModule in AppRoutingModule mittels RouterModule.forRoot(routes)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Exportiere RouterModule in AppRoutingModule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eine Route für die Listen-Ansicht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in AppRoutingModule eine Routen-Konfiguration für path: "customer" und component: CustomerListComponent hinzu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auch eine Redirect-Route für path: "**“ mit redirect auf customer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Lösche CustomerListComponent und CustomerDetailsComponent aus dem Template von AppComponent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in das Template von AppComponent ein router-outlet ein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Passe CustomerListComponent an die Veränderungen an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Daten können nicht mehr per Input übergeben werden, da keine direkte Verwendung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Lade in CustomerListComponent#ngOnInit die Daten vom Service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Implementiere CustomerListComponent#ngOnDestroy um die Subscription zu löschen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Lösche das Laden der customers aus AppComponent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036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1037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38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39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40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Pfadparameter für dynamische Information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12" name="Diagram12"/>
          <p:cNvGraphicFramePr/>
          <p:nvPr>
            <p:extLst>
              <p:ext uri="{D42A27DB-BD31-4B8C-83A1-F6EECF244321}">
                <p14:modId xmlns:p14="http://schemas.microsoft.com/office/powerpoint/2010/main" val="1393198048"/>
              </p:ext>
            </p:extLst>
          </p:nvPr>
        </p:nvGraphicFramePr>
        <p:xfrm>
          <a:off x="838080" y="1825560"/>
          <a:ext cx="10515240" cy="4350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 Pfadparameter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4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path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'artist/:id'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ArtistDetailsComponent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Details zu den Routen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45" name="PlaceHolder 2"/>
          <p:cNvSpPr>
            <a:spLocks noGrp="1"/>
          </p:cNvSpPr>
          <p:nvPr>
            <p:ph/>
          </p:nvPr>
        </p:nvSpPr>
        <p:spPr>
          <a:xfrm>
            <a:off x="1775520" y="1196640"/>
            <a:ext cx="8534880" cy="509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ActivatedRoute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kann in eine Component injiziert werden und liefert Zugriff auf die Routen-Definition, die zum Aufruf geführt hat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url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paramMap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…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Router-Events werden an interessierte Listener delegiert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NavigationStart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RouteRecognized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…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Details nächste Folie oder unter 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ourier New"/>
              </a:rPr>
              <a:t>https://angular.io/guide/router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4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ActivatedRoute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"@angular/router"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ArtistDetailsComponent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OnDestroy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subscription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Subscription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route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ActivatedRoute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subscription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route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subscribe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console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'id'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]));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ngOnDestroy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subscription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unsubscribe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cxnSp>
        <p:nvCxnSpPr>
          <p:cNvPr id="1048" name="Gerade Verbindung mit Pfeil 4"/>
          <p:cNvCxnSpPr/>
          <p:nvPr/>
        </p:nvCxnSpPr>
        <p:spPr>
          <a:xfrm flipH="1">
            <a:off x="6990840" y="3429000"/>
            <a:ext cx="579240" cy="88848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  <p:sp>
        <p:nvSpPr>
          <p:cNvPr id="1049" name="Textfeld 7"/>
          <p:cNvSpPr/>
          <p:nvPr/>
        </p:nvSpPr>
        <p:spPr>
          <a:xfrm>
            <a:off x="7424280" y="3244320"/>
            <a:ext cx="2575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Zugriff auf Pfadparameter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Stream Fetisch – Weiterverarbeitung von Routeparameter 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subscription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route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map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parseInt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params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'id'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]))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switchMap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id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service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getById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id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subscribe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theObject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theObject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theObject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Navigation im html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Calibri Light"/>
              <a:buAutoNum type="arabicPeriod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&lt;a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routerLink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"['/artist']"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Artists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&lt;/a&gt;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Calibri Light"/>
              <a:buAutoNum type="arabicPeriod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&lt;a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routerLink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"['/artist', artist.id]"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Some Artist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&lt;/a&gt;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e347b"/>
              </a:buClr>
              <a:buFont typeface="Calibri Light"/>
              <a:buAutoNum type="arabicPeriod"/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&lt;a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routerLink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"[artist.id]"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Artist with ID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&lt;/a&gt;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Absolute Links mit führendem Slash (1,2)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Zur aktuellen Route relative Links ohne führenden Slash (3)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Navigation im Code – Component Klasse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router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Router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save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// Navigate back to list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router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navigate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([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"artist"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]);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5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58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20: Routing mit Parametern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05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1060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61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62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63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064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Erstelle eine Route für die Detail Ansicht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Konfiguriere eine Route für /customer/:id die auf die CustomerDetailComponent verweist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Erweitere CustomerService um eine Methode getById : Observable&lt;Customer&gt;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Lese in CustomerDetailsComponent den Routen-Parameter id aus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Hole das Customer für die Anzeige per ID vom Service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Verlinke die Listen-Ansicht mit der Detail-Ansicht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Importiere das RouterModule im CustomerModule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den Listen-Elementen einen routerLink hinzu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Navigiere im routerLink zur Detail-Ansicht für das Element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Verlinke die Detail-Ansicht mit der Listen-Ansicht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Füge im Template von CustomerDetailsComponent einen Link zurück zur Liste ein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Verwende einen Button mit einem Click-Handler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900" strike="noStrike" u="none">
                <a:solidFill>
                  <a:schemeClr val="dk2"/>
                </a:solidFill>
                <a:uFillTx/>
                <a:latin typeface="Calibri"/>
              </a:rPr>
              <a:t>Navigiere im Handler per router.navigate</a:t>
            </a: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9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065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1066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67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68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69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>
            <a:tint val="9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PlaceHolder 1"/>
          <p:cNvSpPr>
            <a:spLocks noGrp="1"/>
          </p:cNvSpPr>
          <p:nvPr>
            <p:ph type="title"/>
          </p:nvPr>
        </p:nvSpPr>
        <p:spPr>
          <a:xfrm>
            <a:off x="7464600" y="1783800"/>
            <a:ext cx="4087080" cy="288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lnSpcReduction="9999"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5400" strike="noStrike" u="none">
                <a:solidFill>
                  <a:schemeClr val="lt1"/>
                </a:solidFill>
                <a:uFillTx/>
                <a:latin typeface="Calibri Light"/>
              </a:rPr>
              <a:t>Formulare und Eingabefelder </a:t>
            </a:r>
            <a:endParaRPr b="0" lang="de-DE" sz="5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71" name="PlaceHolder 2"/>
          <p:cNvSpPr>
            <a:spLocks noGrp="1"/>
          </p:cNvSpPr>
          <p:nvPr>
            <p:ph type="subTitle"/>
          </p:nvPr>
        </p:nvSpPr>
        <p:spPr>
          <a:xfrm>
            <a:off x="7464600" y="4750920"/>
            <a:ext cx="4087080" cy="11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lt1"/>
                </a:solidFill>
                <a:uFillTx/>
                <a:latin typeface="Calibri"/>
              </a:rPr>
              <a:t>Bearbeiten von Daten</a:t>
            </a:r>
            <a:endParaRPr b="0" lang="de-DE" sz="2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72" name="Freeform: 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flipV="1">
            <a:off x="0" y="-360"/>
            <a:ext cx="7187760" cy="6857640"/>
          </a:xfrm>
          <a:custGeom>
            <a:avLst/>
            <a:gdLst>
              <a:gd name="textAreaLeft" fmla="*/ 360 w 7187760"/>
              <a:gd name="textAreaRight" fmla="*/ 7188480 w 7187760"/>
              <a:gd name="textAreaTop" fmla="*/ -360 h 6857640"/>
              <a:gd name="textAreaBottom" fmla="*/ 6857640 h 6857640"/>
            </a:gdLst>
            <a:ahLst/>
            <a:rect l="textAreaLeft" t="textAreaTop" r="textAreaRight" b="textAreaBottom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73" name="Picture 6"/>
          <p:cNvSpPr/>
          <p:nvPr/>
        </p:nvSpPr>
        <p:spPr>
          <a:xfrm>
            <a:off x="0" y="0"/>
            <a:ext cx="7028280" cy="6857640"/>
          </a:xfrm>
          <a:custGeom>
            <a:avLst/>
            <a:gdLst>
              <a:gd name="textAreaLeft" fmla="*/ 0 w 7028280"/>
              <a:gd name="textAreaRight" fmla="*/ 7028640 w 7028280"/>
              <a:gd name="textAreaTop" fmla="*/ 0 h 6857640"/>
              <a:gd name="textAreaBottom" fmla="*/ 6858000 h 6857640"/>
            </a:gdLst>
            <a:ahLst/>
            <a:rect l="textAreaLeft" t="textAreaTop" r="textAreaRight" b="textAreaBottom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3" dur="indefinite" restart="never" nodeType="tmRoot">
          <p:childTnLst>
            <p:seq>
              <p:cTn id="44" dur="indefinite" nodeType="mainSeq"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withEffect" fill="hold" presetClass="entr" presetID="10">
                                  <p:stCondLst>
                                    <p:cond delay="2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" dur="400"/>
                                        <p:tgtEl>
                                          <p:spTgt spid="10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nodeType="withEffect" fill="hold" presetClass="entr" presetID="10">
                                  <p:stCondLst>
                                    <p:cond delay="1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" dur="400"/>
                                        <p:tgtEl>
                                          <p:spTgt spid="1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Rückblick auf Standard html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7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Formular (form) einfacher Aufbau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 Feldern (input, select, ..)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FieldSet für visuelle Gruppierung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Validierung mittels HTML 5 (teilweise)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Posten der Daten mittels Pagereload oder AJAX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Formulare inAngular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13" name="Diagram13"/>
          <p:cNvGraphicFramePr/>
          <p:nvPr>
            <p:extLst>
              <p:ext uri="{D42A27DB-BD31-4B8C-83A1-F6EECF244321}">
                <p14:modId xmlns:p14="http://schemas.microsoft.com/office/powerpoint/2010/main" val="3357483806"/>
              </p:ext>
            </p:extLst>
          </p:nvPr>
        </p:nvGraphicFramePr>
        <p:xfrm>
          <a:off x="838080" y="1825560"/>
          <a:ext cx="10515240" cy="4350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Formulare, Gruppen, Felder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7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Formular = Gruppe + Submit-Aktion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Gruppe enthält Liste von Feldern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Zustand abhängig von enthaltenen Feldern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z.B: Gruppe invalide, falls min. 1 Feld invalide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Feld ist ein Wert + weitere Zustände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dirty, touched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valid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Formulare Bauen mit ReactiveFormsModule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8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Model-Klassen um Formular zu beschreiben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FormGroup und FormControl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Gruppen bilden Baum mit Feldern als Blätter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Formular selbst ist eine FormGroup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HowTo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82" name="PlaceHolder 2"/>
          <p:cNvSpPr>
            <a:spLocks noGrp="1"/>
          </p:cNvSpPr>
          <p:nvPr>
            <p:ph/>
          </p:nvPr>
        </p:nvSpPr>
        <p:spPr>
          <a:xfrm>
            <a:off x="213120" y="250668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import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from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dd1144"/>
                </a:solidFill>
                <a:uFillTx/>
                <a:latin typeface="SourceCodePro"/>
              </a:rPr>
              <a:t>"@angular/forms"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ReleaseFormComponent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1e347b"/>
                </a:solidFill>
                <a:uFillTx/>
                <a:latin typeface="SourceCodePro"/>
              </a:rPr>
              <a:t>implements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008080"/>
                </a:solidFill>
                <a:uFillTx/>
                <a:latin typeface="SourceCodePro"/>
              </a:rPr>
              <a:t>OnInit</a:t>
            </a:r>
            <a:r>
              <a:rPr b="0" lang="de-DE" sz="19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form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195f91"/>
                </a:solidFill>
                <a:uFillTx/>
                <a:latin typeface="SourceCodePro"/>
              </a:rPr>
              <a:t>@Input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ngOnInit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333333"/>
                </a:solidFill>
                <a:uFillTx/>
                <a:latin typeface="SourceCodePro"/>
              </a:rPr>
              <a:t>	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form 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13716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name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name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),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13716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date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release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date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19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19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83" name="Rechteck 3"/>
          <p:cNvSpPr/>
          <p:nvPr/>
        </p:nvSpPr>
        <p:spPr>
          <a:xfrm>
            <a:off x="6219360" y="4184640"/>
            <a:ext cx="609552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&lt;form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"form"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(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ngSubmit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)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"onSubmit()"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&lt;label&gt;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Name: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&lt;/label&gt;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"text"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"form.controls.name"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&lt;label&gt;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Date: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&lt;/label&gt;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"date"</a:t>
            </a:r>
            <a:r>
              <a:rPr b="0" lang="de-DE" sz="1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1800" strike="noStrike" u="none">
                <a:solidFill>
                  <a:srgbClr val="008080"/>
                </a:solidFill>
                <a:uFillTx/>
                <a:latin typeface="SourceCodePro"/>
              </a:rPr>
              <a:t>formControlName</a:t>
            </a:r>
            <a:r>
              <a:rPr b="0" lang="de-DE" sz="1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1800" strike="noStrike" u="none">
                <a:solidFill>
                  <a:srgbClr val="dd1144"/>
                </a:solidFill>
                <a:uFillTx/>
                <a:latin typeface="SourceCodePro"/>
              </a:rPr>
              <a:t>"date"</a:t>
            </a: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rgbClr val="1e347b"/>
                </a:solidFill>
                <a:uFillTx/>
                <a:latin typeface="SourceCodePro"/>
              </a:rPr>
              <a:t>&lt;/form&gt;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1084" name="Gerade Verbindung mit Pfeil 5"/>
          <p:cNvCxnSpPr/>
          <p:nvPr/>
        </p:nvCxnSpPr>
        <p:spPr>
          <a:xfrm flipV="1">
            <a:off x="4189680" y="4433040"/>
            <a:ext cx="3912840" cy="521280"/>
          </a:xfrm>
          <a:prstGeom prst="straightConnector1">
            <a:avLst/>
          </a:prstGeom>
          <a:ln>
            <a:solidFill>
              <a:srgbClr val="b74919"/>
            </a:solidFill>
            <a:tailEnd len="med" type="triangle" w="med"/>
          </a:ln>
        </p:spPr>
      </p:cxnSp>
      <p:cxnSp>
        <p:nvCxnSpPr>
          <p:cNvPr id="1085" name="Gerader Verbinder 9"/>
          <p:cNvCxnSpPr/>
          <p:nvPr/>
        </p:nvCxnSpPr>
        <p:spPr>
          <a:xfrm>
            <a:off x="10623960" y="5555880"/>
            <a:ext cx="360" cy="612720"/>
          </a:xfrm>
          <a:prstGeom prst="straightConnector1">
            <a:avLst/>
          </a:prstGeom>
          <a:ln>
            <a:solidFill>
              <a:srgbClr val="1d9a78"/>
            </a:solidFill>
          </a:ln>
        </p:spPr>
      </p:cxnSp>
      <p:cxnSp>
        <p:nvCxnSpPr>
          <p:cNvPr id="1086" name="Gerader Verbinder 11"/>
          <p:cNvCxnSpPr/>
          <p:nvPr/>
        </p:nvCxnSpPr>
        <p:spPr>
          <a:xfrm flipH="1" flipV="1">
            <a:off x="1937160" y="6051960"/>
            <a:ext cx="8679240" cy="124200"/>
          </a:xfrm>
          <a:prstGeom prst="straightConnector1">
            <a:avLst/>
          </a:prstGeom>
          <a:ln>
            <a:solidFill>
              <a:srgbClr val="1d9a78"/>
            </a:solidFill>
          </a:ln>
        </p:spPr>
      </p:cxnSp>
      <p:cxnSp>
        <p:nvCxnSpPr>
          <p:cNvPr id="1087" name="Gerade Verbindung mit Pfeil 13"/>
          <p:cNvCxnSpPr/>
          <p:nvPr/>
        </p:nvCxnSpPr>
        <p:spPr>
          <a:xfrm flipV="1">
            <a:off x="1937160" y="5796360"/>
            <a:ext cx="360" cy="22500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8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8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090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21: FormBuilder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091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1092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93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94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95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096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Bereite die Anwendung für die Verwendung der Forms-API vor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Importiere ReactiveFormsModule in CustomerModule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 in CustomerDetailsComponent ein Formular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Verwende in ngOnInit die Forms-API und speicher das Formular in einem Feld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Erstelle für jedes Feld in Customer (außer ID) ein FormControl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Initialisiere die Felder mit den vom Service geholten Daten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 ein passendes Template mit einem Label und passendem Input pro FormControl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Tip: </a:t>
            </a:r>
            <a:r>
              <a:rPr b="0" i="1" lang="de-DE" sz="1100" strike="noStrike" u="none">
                <a:solidFill>
                  <a:schemeClr val="dk2"/>
                </a:solidFill>
                <a:uFillTx/>
                <a:latin typeface="Calibri"/>
              </a:rPr>
              <a:t>&lt;input type="date"&gt; </a:t>
            </a: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für lastOrderDate, Daten-Mapping erforderlich</a:t>
            </a:r>
            <a:br>
              <a:rPr sz="1100"/>
            </a:br>
            <a:r>
              <a:rPr b="0" i="1" lang="de-DE" sz="1100" strike="noStrike" u="none">
                <a:solidFill>
                  <a:schemeClr val="dk2"/>
                </a:solidFill>
                <a:uFillTx/>
                <a:latin typeface="Calibri"/>
              </a:rPr>
              <a:t>customer.lastOrderDate.toIsoString().substr(0, 10) </a:t>
            </a: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und </a:t>
            </a:r>
            <a:r>
              <a:rPr b="0" i="1" lang="de-DE" sz="1100" strike="noStrike" u="none">
                <a:solidFill>
                  <a:schemeClr val="dk2"/>
                </a:solidFill>
                <a:uFillTx/>
                <a:latin typeface="Calibri"/>
              </a:rPr>
              <a:t>new Date(inputValue)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Implementiere das Speichern der geänderten Daten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Verwende das ngSubmit-Event am Formular und einen Submit-Button zum Speichern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100" strike="noStrike" u="none">
                <a:solidFill>
                  <a:schemeClr val="dk2"/>
                </a:solidFill>
                <a:uFillTx/>
                <a:latin typeface="Calibri"/>
              </a:rPr>
              <a:t>Übernehme die geänderten Daten in das Domain-Objekt (Tip: Object.assign)</a:t>
            </a: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1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097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1098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099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00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01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103" name="Picture 5" descr="Lupe vor klarem Hintergrund"/>
          <p:cNvPicPr/>
          <p:nvPr/>
        </p:nvPicPr>
        <p:blipFill>
          <a:blip r:embed="rId1">
            <a:alphaModFix amt="50000"/>
          </a:blip>
          <a:srcRect l="0" t="0" r="0" b="15729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90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Validierung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05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3640" cy="109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ffffff"/>
                </a:solidFill>
                <a:uFillTx/>
                <a:latin typeface="Calibri"/>
              </a:rPr>
              <a:t>Prüfen der Formulareingaben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de-DE" sz="4400" strike="noStrike" u="none">
              <a:solidFill>
                <a:schemeClr val="dk1"/>
              </a:solidFill>
              <a:uFillTx/>
              <a:latin typeface="Calibri Light"/>
            </a:endParaRPr>
          </a:p>
        </p:txBody>
      </p:sp>
      <p:sp>
        <p:nvSpPr>
          <p:cNvPr id="11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2-fache Validierung ist nicht redundant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Client-seitig Validierung für User Experience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Server-seitig Validierung für Sicherheit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Validatoren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Build-in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Custom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Verwendung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Mittels Attributierung bzw. Direktive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 Hilfe der Forms API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Verwendung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0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form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FormGroup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name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required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city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maxLength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10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zip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pattern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'[0-9]{5}'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)),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street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compose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([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required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Validators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minLength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3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]))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Validierungsfehler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1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Zustand pro Feld / Gruppe / Formular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untouched, touched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pristine, dirty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valid, errors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400" strike="noStrike" u="none">
                <a:solidFill>
                  <a:srgbClr val="333333"/>
                </a:solidFill>
                <a:uFillTx/>
                <a:latin typeface="Aller"/>
              </a:rPr>
              <a:t>Value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0" lang="de-DE" sz="2800" strike="noStrike" u="none">
                <a:solidFill>
                  <a:srgbClr val="333333"/>
                </a:solidFill>
                <a:uFillTx/>
                <a:latin typeface="Aller"/>
              </a:rPr>
              <a:t>Zusammenspiel mit CSS Klassen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Angular setzt CSS-Klassen an Formular und Feldern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ng-valid, ng-invalid, ng-pristine, ng-dirty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Zugriff auf Fehlerzustand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1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"form-group"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has-error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"form.controls.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.dirty &amp;&amp;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!form.controls.</a:t>
            </a:r>
            <a:r>
              <a:rPr b="0" lang="de-DE" sz="36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.valid"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has-warning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"form.controls.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.pristine &amp;&amp;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!form.controls.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.valid"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&lt;input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type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"email"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"form-control"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formControlName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</a:t>
            </a:r>
            <a:r>
              <a:rPr b="0" lang="de-DE" sz="3200" strike="noStrike" u="none">
                <a:solidFill>
                  <a:srgbClr val="dd1144"/>
                </a:solidFill>
                <a:uFillTx/>
                <a:latin typeface="SourceCodePro"/>
              </a:rPr>
              <a:t>email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ErrorsMap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hidden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"!form.controls.password.dirty"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hidden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"!form.controls.password.errors?.required"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Password ist Pflichtfeld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&lt;div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[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hidden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]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"!form.controls.password.errors?.complex"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Password muss aus 8 Zeichen und mind. 1 Sonderzeichen und Großbuchstaben bestehen.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&lt;/div&gt;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1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1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18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22: Validierung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11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1120" name="Freeform: Shap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21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22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23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124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Validiere in CustomerDetailComponent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First- und lastname required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Zip als string aber nur zahlen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Gib für jedes invalide Feld eine Fehlermeldung aus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Verhindere das Absenden des invaliden Formulares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2"/>
                </a:solidFill>
                <a:uFillTx/>
                <a:latin typeface="Calibri"/>
              </a:rPr>
              <a:t>Tip: [disabled] an Submit-Button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125" name="Group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1126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27" name="Freeform: Shape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28" name="Freeform: Shape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29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30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31" name="PlaceHolder 1"/>
          <p:cNvSpPr>
            <a:spLocks noGrp="1"/>
          </p:cNvSpPr>
          <p:nvPr>
            <p:ph type="title"/>
          </p:nvPr>
        </p:nvSpPr>
        <p:spPr>
          <a:xfrm>
            <a:off x="804600" y="5116680"/>
            <a:ext cx="10591920" cy="100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Calibri Light"/>
              </a:rPr>
              <a:t>Kind Komponenten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132" name="Picture 6" descr="Gelbe und orangefarbene Steckdose"/>
          <p:cNvPicPr/>
          <p:nvPr/>
        </p:nvPicPr>
        <p:blipFill>
          <a:blip r:embed="rId1"/>
          <a:srcRect l="0" t="25789" r="0" b="22586"/>
          <a:stretch/>
        </p:blipFill>
        <p:spPr>
          <a:xfrm>
            <a:off x="0" y="0"/>
            <a:ext cx="12191760" cy="42012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133" name="Group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2941920"/>
            <a:ext cx="12188520" cy="1828440"/>
            <a:chOff x="0" y="2941920"/>
            <a:chExt cx="12188520" cy="1828440"/>
          </a:xfrm>
        </p:grpSpPr>
        <p:sp useBgFill="1">
          <p:nvSpPr>
            <p:cNvPr id="1134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569040"/>
              <a:ext cx="12188520" cy="1201320"/>
            </a:xfrm>
            <a:custGeom>
              <a:avLst/>
              <a:gdLst>
                <a:gd name="textAreaLeft" fmla="*/ 0 w 12188520"/>
                <a:gd name="textAreaRight" fmla="*/ 12188880 w 12188520"/>
                <a:gd name="textAreaTop" fmla="*/ 0 h 1201320"/>
                <a:gd name="textAreaBottom" fmla="*/ 1201680 h 1201320"/>
              </a:gdLst>
              <a:ahLst/>
              <a:rect l="textAreaLeft" t="textAreaTop" r="textAreaRight" b="textAreaBottom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sp>
          <p:nvSpPr>
            <p:cNvPr id="1135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2941920"/>
              <a:ext cx="12188520" cy="1099440"/>
            </a:xfrm>
            <a:custGeom>
              <a:avLst/>
              <a:gdLst>
                <a:gd name="textAreaLeft" fmla="*/ 0 w 12188520"/>
                <a:gd name="textAreaRight" fmla="*/ 12188880 w 12188520"/>
                <a:gd name="textAreaTop" fmla="*/ 0 h 1099440"/>
                <a:gd name="textAreaBottom" fmla="*/ 1099800 h 1099440"/>
              </a:gdLst>
              <a:ahLst/>
              <a:rect l="textAreaLeft" t="textAreaTop" r="textAreaRight" b="textAreaBottom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sp>
          <p:nvSpPr>
            <p:cNvPr id="1136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456000"/>
              <a:ext cx="12188520" cy="641160"/>
            </a:xfrm>
            <a:custGeom>
              <a:avLst/>
              <a:gdLst>
                <a:gd name="textAreaLeft" fmla="*/ 0 w 12188520"/>
                <a:gd name="textAreaRight" fmla="*/ 12188880 w 12188520"/>
                <a:gd name="textAreaTop" fmla="*/ 0 h 641160"/>
                <a:gd name="textAreaBottom" fmla="*/ 641520 h 641160"/>
              </a:gdLst>
              <a:ahLst/>
              <a:rect l="textAreaLeft" t="textAreaTop" r="textAreaRight" b="textAreaBottom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sp>
          <p:nvSpPr>
            <p:cNvPr id="1137" name="Freeform: Shap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153600"/>
              <a:ext cx="12188520" cy="902160"/>
            </a:xfrm>
            <a:custGeom>
              <a:avLst/>
              <a:gdLst>
                <a:gd name="textAreaLeft" fmla="*/ 0 w 12188520"/>
                <a:gd name="textAreaRight" fmla="*/ 12188880 w 12188520"/>
                <a:gd name="textAreaTop" fmla="*/ 0 h 902160"/>
                <a:gd name="textAreaBottom" fmla="*/ 902520 h 902160"/>
              </a:gdLst>
              <a:ahLst/>
              <a:rect l="textAreaLeft" t="textAreaTop" r="textAreaRight" b="textAreaBottom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dk1"/>
                </a:solidFill>
                <a:uFillTx/>
                <a:latin typeface="Calibri"/>
              </a:endParaRPr>
            </a:p>
          </p:txBody>
        </p:sp>
      </p:grpSp>
      <p:sp>
        <p:nvSpPr>
          <p:cNvPr id="1138" name="PlaceHolder 2"/>
          <p:cNvSpPr>
            <a:spLocks noGrp="1"/>
          </p:cNvSpPr>
          <p:nvPr>
            <p:ph/>
          </p:nvPr>
        </p:nvSpPr>
        <p:spPr>
          <a:xfrm>
            <a:off x="804600" y="4580640"/>
            <a:ext cx="9416520" cy="48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2"/>
                </a:solidFill>
                <a:uFillTx/>
                <a:latin typeface="Calibri"/>
              </a:rPr>
              <a:t>Modulare wiederverwendbare Komponenten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Best Practice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4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Smarte Komponenten und einfache (dumme) Komponenten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Smarte Komponenten wissen etwas über Umgebung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z.B. Abhängigkeiten von Services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Dumme Komponenten haben nur Inputs und Outputs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z.B. keine Abhängigkeiten von Services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Bessere Wiederverwendbarkeit bei dummen Komponenten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 unserer Beispielanwendung Formular aus Detailkomponente auslagern.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Wingdings"/>
              </a:rPr>
              <a:t>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1" lang="de-DE" sz="2800" strike="noStrike" u="none">
                <a:solidFill>
                  <a:schemeClr val="dk1"/>
                </a:solidFill>
                <a:uFillTx/>
                <a:latin typeface="Calibri"/>
              </a:rPr>
              <a:t>Wie läuft die Interaktion topDown und bottomUp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Rückblick: Input Output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4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Vater zu Kind über Property-Binding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 von oben nach unten übergeben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Kind: ngOnChanges Lifecycle Hook für Updates von eigenem @Input()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Kind zu Vater über Event-Binding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Events von unten nach oben reichen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@ViewChild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4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Injection von Kindkomponente zur einfacheren Interaktion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export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ParentComponent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95f91"/>
                </a:solidFill>
                <a:uFillTx/>
                <a:latin typeface="SourceCodePro"/>
              </a:rPr>
              <a:t>@ViewChild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ListComponent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listComponent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ListComponent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Kommunikation über ThirdParty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4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Kommunikationskanal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Service stellt Observables bereit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Auch andere Kommunikationsstrukturen möglich z.B. 1:n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Vaterkomponente kann als Provider vom Service dienen (Scoped Service Instanziierung)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 Event Emitter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4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({})</a:t>
            </a:r>
            <a:endParaRPr b="0" lang="de-DE" sz="2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008080"/>
                </a:solidFill>
                <a:uFillTx/>
                <a:latin typeface="SourceCodePro"/>
              </a:rPr>
              <a:t>ListComponent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constructor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6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com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008080"/>
                </a:solidFill>
                <a:uFillTx/>
                <a:latin typeface="SourceCodePro"/>
              </a:rPr>
              <a:t>Communication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2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subscription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com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detailToList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subscribe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update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008080"/>
                </a:solidFill>
                <a:uFillTx/>
                <a:latin typeface="SourceCodePro"/>
              </a:rPr>
              <a:t>DetailUpdate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=&gt;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console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log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200" strike="noStrike" u="none">
                <a:solidFill>
                  <a:srgbClr val="dd1144"/>
                </a:solidFill>
                <a:uFillTx/>
                <a:latin typeface="SourceCodePro"/>
              </a:rPr>
              <a:t>"update received"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r>
              <a:rPr b="0" lang="de-DE" sz="22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2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doSomething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6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1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com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listToDetail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emit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1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100" strike="noStrike" u="none">
                <a:solidFill>
                  <a:srgbClr val="008080"/>
                </a:solidFill>
                <a:uFillTx/>
                <a:latin typeface="SourceCodePro"/>
              </a:rPr>
              <a:t>ListUpdate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());</a:t>
            </a:r>
            <a:endParaRPr b="0" lang="de-DE" sz="2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ngOnDestroy</a:t>
            </a:r>
            <a:r>
              <a:rPr b="0" lang="de-DE" sz="2500" strike="noStrike" u="none">
                <a:solidFill>
                  <a:srgbClr val="93a1a1"/>
                </a:solidFill>
                <a:uFillTx/>
                <a:latin typeface="SourceCodePro"/>
              </a:rPr>
              <a:t>()</a:t>
            </a: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5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5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endParaRPr b="0" lang="de-DE" sz="2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1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subscription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unsubscribe</a:t>
            </a:r>
            <a:r>
              <a:rPr b="0" lang="de-DE" sz="21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r>
              <a:rPr b="0" lang="de-DE" sz="21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1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5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6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49" name="PlaceHolder 3"/>
          <p:cNvSpPr>
            <a:spLocks noGrp="1"/>
          </p:cNvSpPr>
          <p:nvPr>
            <p:ph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40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4000" strike="noStrike" u="none">
                <a:solidFill>
                  <a:srgbClr val="008080"/>
                </a:solidFill>
                <a:uFillTx/>
                <a:latin typeface="SourceCodePro"/>
              </a:rPr>
              <a:t>Communication</a:t>
            </a:r>
            <a:r>
              <a:rPr b="0" lang="de-DE" sz="40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40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listToDetail 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ListUpdate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&gt;();</a:t>
            </a:r>
            <a:endParaRPr b="0" lang="de-DE" sz="3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public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detailToList 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35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EventEmitter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3500" strike="noStrike" u="none">
                <a:solidFill>
                  <a:srgbClr val="008080"/>
                </a:solidFill>
                <a:uFillTx/>
                <a:latin typeface="SourceCodePro"/>
              </a:rPr>
              <a:t>DetailUpdate</a:t>
            </a:r>
            <a:r>
              <a:rPr b="0" lang="de-DE" sz="3500" strike="noStrike" u="none">
                <a:solidFill>
                  <a:srgbClr val="93a1a1"/>
                </a:solidFill>
                <a:uFillTx/>
                <a:latin typeface="SourceCodePro"/>
              </a:rPr>
              <a:t>&gt;();</a:t>
            </a:r>
            <a:endParaRPr b="0" lang="de-DE" sz="35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40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95f91"/>
                </a:solidFill>
                <a:uFillTx/>
                <a:latin typeface="SourceCodePro"/>
              </a:rPr>
              <a:t>@Component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template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`&lt;list&gt;&lt;/list&gt;&lt;detail&gt;&lt;/detail&gt;`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providers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Communication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]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class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MasterDetailComponent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50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51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52" name="PlaceHolder 1"/>
          <p:cNvSpPr>
            <a:spLocks noGrp="1"/>
          </p:cNvSpPr>
          <p:nvPr>
            <p:ph type="title"/>
          </p:nvPr>
        </p:nvSpPr>
        <p:spPr>
          <a:xfrm>
            <a:off x="1179360" y="1280520"/>
            <a:ext cx="98330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de-DE" sz="3600" strike="noStrike" u="none">
                <a:solidFill>
                  <a:schemeClr val="dk2"/>
                </a:solidFill>
                <a:uFillTx/>
                <a:latin typeface="Calibri Light"/>
              </a:rPr>
              <a:t>Übung 23</a:t>
            </a:r>
            <a:endParaRPr b="0" lang="de-DE" sz="3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153" name="Group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9720" y="0"/>
            <a:ext cx="3902040" cy="2382480"/>
            <a:chOff x="8289720" y="0"/>
            <a:chExt cx="3902040" cy="2382480"/>
          </a:xfrm>
        </p:grpSpPr>
        <p:sp>
          <p:nvSpPr>
            <p:cNvPr id="1154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9720" y="0"/>
              <a:ext cx="3901680" cy="2382480"/>
            </a:xfrm>
            <a:custGeom>
              <a:avLst/>
              <a:gdLst>
                <a:gd name="textAreaLeft" fmla="*/ 0 w 3901680"/>
                <a:gd name="textAreaRight" fmla="*/ 3902040 w 3901680"/>
                <a:gd name="textAreaTop" fmla="*/ 0 h 2382480"/>
                <a:gd name="textAreaBottom" fmla="*/ 2382840 h 2382480"/>
              </a:gdLst>
              <a:ahLst/>
              <a:rect l="textAreaLeft" t="textAreaTop" r="textAreaRight" b="textAreaBottom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55" name="Freeform: Shap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6080" y="0"/>
              <a:ext cx="3865680" cy="2183760"/>
            </a:xfrm>
            <a:custGeom>
              <a:avLst/>
              <a:gdLst>
                <a:gd name="textAreaLeft" fmla="*/ 0 w 3865680"/>
                <a:gd name="textAreaRight" fmla="*/ 3866040 w 3865680"/>
                <a:gd name="textAreaTop" fmla="*/ 0 h 2183760"/>
                <a:gd name="textAreaBottom" fmla="*/ 2184120 h 2183760"/>
              </a:gdLst>
              <a:ahLst/>
              <a:rect l="textAreaLeft" t="textAreaTop" r="textAreaRight" b="textAreaBottom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56" name="Freeform: Shape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57" name="Freeform: Shape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29680" y="0"/>
              <a:ext cx="3862080" cy="2145240"/>
            </a:xfrm>
            <a:custGeom>
              <a:avLst/>
              <a:gdLst>
                <a:gd name="textAreaLeft" fmla="*/ 0 w 3862080"/>
                <a:gd name="textAreaRight" fmla="*/ 3862440 w 3862080"/>
                <a:gd name="textAreaTop" fmla="*/ 0 h 2145240"/>
                <a:gd name="textAreaBottom" fmla="*/ 2145600 h 2145240"/>
              </a:gdLst>
              <a:ahLst/>
              <a:rect l="textAreaLeft" t="textAreaTop" r="textAreaRight" b="textAreaBottom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12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  <p:sp>
        <p:nvSpPr>
          <p:cNvPr id="1158" name="PlaceHolder 2"/>
          <p:cNvSpPr>
            <a:spLocks noGrp="1"/>
          </p:cNvSpPr>
          <p:nvPr>
            <p:ph/>
          </p:nvPr>
        </p:nvSpPr>
        <p:spPr>
          <a:xfrm>
            <a:off x="1179360" y="2890800"/>
            <a:ext cx="9833040" cy="269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Stelle in CustomerService eine Methode update bereit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Rufe die Methode beim Speichern des Formulares in CustomerDetailsComponent auf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Ersetze in der Methode das ursprüngliche Customer-Objekt durch das neue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Feuere einen neuen Datensatz am internen Subject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in AppComponent immer den letzt aktiven Customer an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Implementiere in CustomerService die Logik (Methode getNext(): Observable&lt;Customer&gt;)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Nutze dafür das Observable von getAll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Nutze eine flache Kopie des Arrays zum Sortieren (array.slice().sort)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Hole in AppComponent das Observable von getNext und subscribe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4546a"/>
              </a:buClr>
              <a:buFont typeface="Arial"/>
              <a:buChar char="•"/>
            </a:pPr>
            <a:r>
              <a:rPr b="0" lang="de-DE" sz="1400" strike="noStrike" u="none">
                <a:solidFill>
                  <a:schemeClr val="dk2"/>
                </a:solidFill>
                <a:uFillTx/>
                <a:latin typeface="Calibri"/>
              </a:rPr>
              <a:t>Zeige im UI den Namen des nächsten Customer an</a:t>
            </a: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1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pSp>
        <p:nvGrpSpPr>
          <p:cNvPr id="1159" name="Group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4682520"/>
            <a:ext cx="2898360" cy="2175120"/>
            <a:chOff x="0" y="4682520"/>
            <a:chExt cx="2898360" cy="2175120"/>
          </a:xfrm>
        </p:grpSpPr>
        <p:sp>
          <p:nvSpPr>
            <p:cNvPr id="1160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61" name="Freeform: Shape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851000"/>
              <a:ext cx="2885400" cy="2006640"/>
            </a:xfrm>
            <a:custGeom>
              <a:avLst/>
              <a:gdLst>
                <a:gd name="textAreaLeft" fmla="*/ 0 w 2885400"/>
                <a:gd name="textAreaRight" fmla="*/ 2885760 w 2885400"/>
                <a:gd name="textAreaTop" fmla="*/ 360 h 2006640"/>
                <a:gd name="textAreaBottom" fmla="*/ 2007360 h 2006640"/>
              </a:gdLst>
              <a:ahLst/>
              <a:rect l="textAreaLeft" t="textAreaTop" r="textAreaRight" b="textAreaBottom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62" name="Freeform: Shape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0" y="4833360"/>
              <a:ext cx="2885760" cy="2023560"/>
            </a:xfrm>
            <a:custGeom>
              <a:avLst/>
              <a:gdLst>
                <a:gd name="textAreaLeft" fmla="*/ 0 w 2885760"/>
                <a:gd name="textAreaRight" fmla="*/ 2886120 w 2885760"/>
                <a:gd name="textAreaTop" fmla="*/ -360 h 2023560"/>
                <a:gd name="textAreaBottom" fmla="*/ 2023560 h 2023560"/>
              </a:gdLst>
              <a:ahLst/>
              <a:rect l="textAreaLeft" t="textAreaTop" r="textAreaRight" b="textAreaBottom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  <p:sp>
          <p:nvSpPr>
            <p:cNvPr id="1163" name="Freeform: Shape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60" y="4682520"/>
              <a:ext cx="2898000" cy="2175120"/>
            </a:xfrm>
            <a:custGeom>
              <a:avLst/>
              <a:gdLst>
                <a:gd name="textAreaLeft" fmla="*/ 0 w 2898000"/>
                <a:gd name="textAreaRight" fmla="*/ 2898360 w 2898000"/>
                <a:gd name="textAreaTop" fmla="*/ 360 h 2175120"/>
                <a:gd name="textAreaBottom" fmla="*/ 2175840 h 2175120"/>
              </a:gdLst>
              <a:ahLst/>
              <a:rect l="textAreaLeft" t="textAreaTop" r="textAreaRight" b="textAreaBottom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f19d19">
                    <a:alpha val="10000"/>
                  </a:srgbClr>
                </a:gs>
                <a:gs pos="85000">
                  <a:srgbClr val="1d9a78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9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165" name="Picture 9" descr="Zwei Telefonhörer, die kommunizieren"/>
          <p:cNvPicPr/>
          <p:nvPr/>
        </p:nvPicPr>
        <p:blipFill>
          <a:blip r:embed="rId1">
            <a:alphaModFix amt="50000"/>
          </a:blip>
          <a:srcRect l="0" t="0" r="0" b="25000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90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Remote-Kommunikation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67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3640" cy="109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400" strike="noStrike" u="none">
              <a:solidFill>
                <a:schemeClr val="lt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68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169" name="Picture 4" descr="Plant growing in a concrete crack"/>
          <p:cNvPicPr/>
          <p:nvPr/>
        </p:nvPicPr>
        <p:blipFill>
          <a:blip r:embed="rId1"/>
          <a:srcRect l="0" t="15730" r="0" b="0"/>
          <a:stretch/>
        </p:blipFill>
        <p:spPr>
          <a:xfrm>
            <a:off x="-288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0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207520"/>
            <a:ext cx="12191760" cy="31618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75000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171" name="PlaceHolder 1"/>
          <p:cNvSpPr>
            <a:spLocks noGrp="1"/>
          </p:cNvSpPr>
          <p:nvPr>
            <p:ph type="title"/>
          </p:nvPr>
        </p:nvSpPr>
        <p:spPr>
          <a:xfrm>
            <a:off x="1097280" y="325440"/>
            <a:ext cx="10058040" cy="357444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5200" strike="noStrike" u="none">
                <a:solidFill>
                  <a:srgbClr val="ffffff"/>
                </a:solidFill>
                <a:uFillTx/>
                <a:latin typeface="Calibri Light"/>
              </a:rPr>
              <a:t>Exkurs REST</a:t>
            </a:r>
            <a:endParaRPr b="0" lang="de-DE" sz="5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72" name="PlaceHolder 2"/>
          <p:cNvSpPr>
            <a:spLocks noGrp="1"/>
          </p:cNvSpPr>
          <p:nvPr>
            <p:ph/>
          </p:nvPr>
        </p:nvSpPr>
        <p:spPr>
          <a:xfrm>
            <a:off x="1100160" y="4071960"/>
            <a:ext cx="10058040" cy="1282320"/>
          </a:xfrm>
          <a:prstGeom prst="rect">
            <a:avLst/>
          </a:prstGeom>
          <a:noFill/>
          <a:ln w="0">
            <a:noFill/>
          </a:ln>
          <a:effectLst>
            <a:outerShdw dist="37674" dir="2700000" blurRad="50760" rotWithShape="0">
              <a:srgbClr val="000000">
                <a:alpha val="40000"/>
              </a:srgbClr>
            </a:outerShdw>
          </a:effectLst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400" strike="noStrike" u="non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Das http-Protokoll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Eine umfassende Spezifikation des w3w-Konsortiums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Siehe http://en.wikipedia.org/wiki/Http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175" name="Picture 8" descr=""/>
          <p:cNvPicPr/>
          <p:nvPr/>
        </p:nvPicPr>
        <p:blipFill>
          <a:blip r:embed="rId1"/>
          <a:srcRect l="0" t="0" r="0" b="26747"/>
          <a:stretch/>
        </p:blipFill>
        <p:spPr>
          <a:xfrm>
            <a:off x="2660040" y="2899800"/>
            <a:ext cx="7776720" cy="327672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Elemente der http-Spezifikation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Definition von URIs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Pfad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Parameter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http-Request und http-Response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Daten-Container mit Header und Body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Encodierung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Umfassender Satz von Header-Properties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Content-Length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Accepts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Content-Type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Elemente der http-Spezifikation II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http-Methoden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PUT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GET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POST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DELETE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OPTIONS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HEAD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Statuscodes für Aufrufe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404: „Not found“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204: „Created“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MimeTypes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Definition der Datentypen des Internet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Nicht zu verwechseln mit einem XML-Schema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 MimeType ist „nur“ eine strukturierte Zeichenkette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Eigene Erweiterungen sind möglich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REST und http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REST hat mit http prinzipiell nichts zu tun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REST ist eine abstrakte Architektur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http ist ein konkretes Kommunikationsprotokoll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http passt als Kommunikations-Protokoll der „Referenz-Implementierung“ Internet natürlich perfekt zum REST-Stil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685800" indent="-22860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Diagram14"/>
          <p:cNvGraphicFramePr/>
          <p:nvPr>
            <p:extLst>
              <p:ext uri="{D42A27DB-BD31-4B8C-83A1-F6EECF244321}">
                <p14:modId xmlns:p14="http://schemas.microsoft.com/office/powerpoint/2010/main" val="3860937757"/>
              </p:ext>
            </p:extLst>
          </p:nvPr>
        </p:nvGraphicFramePr>
        <p:xfrm>
          <a:off x="1847520" y="476640"/>
          <a:ext cx="7560360" cy="5904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Der http Client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85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400" strike="noStrike" u="non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Der Service HttpClient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HttpClient ist ein Service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und steht damit via Dependency Injection zur Verfügung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de-DE" sz="2400" strike="noStrike" u="none">
                <a:solidFill>
                  <a:schemeClr val="dk1"/>
                </a:solidFill>
                <a:uFillTx/>
                <a:latin typeface="Calibri"/>
              </a:rPr>
              <a:t>HttpModule in AppModule importieren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XHRBackend führt Requests aus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Das API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umfasst die Standard-http-Methoden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ist asynchron konzipiert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http.get('/endpoint').subscribe(data =&gt; {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// Read the result field from the JSON response.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     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this.results = data['jsonAttribute'];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53964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ourier New"/>
              </a:rPr>
              <a:t>});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Json Daten extrahieren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getAll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():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Observable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&lt;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Release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[]&gt;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http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get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'api/release'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map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extractJsonData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catch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handleError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extractJsonData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res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Response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data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res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json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();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data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90" name="Textfeld 3"/>
          <p:cNvSpPr/>
          <p:nvPr/>
        </p:nvSpPr>
        <p:spPr>
          <a:xfrm>
            <a:off x="7754760" y="2199240"/>
            <a:ext cx="1878120" cy="363960"/>
          </a:xfrm>
          <a:prstGeom prst="rect">
            <a:avLst/>
          </a:prstGeom>
          <a:gradFill rotWithShape="0">
            <a:gsLst>
              <a:gs pos="0">
                <a:srgbClr val="98c861"/>
              </a:gs>
              <a:gs pos="50000">
                <a:srgbClr val="8bc63e"/>
              </a:gs>
              <a:gs pos="100000">
                <a:srgbClr val="7cb831"/>
              </a:gs>
            </a:gsLst>
            <a:lin ang="5400000"/>
          </a:gra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de-DE" sz="1800" strike="noStrike" u="none">
                <a:solidFill>
                  <a:schemeClr val="lt1"/>
                </a:solidFill>
                <a:uFillTx/>
                <a:latin typeface="Calibri"/>
              </a:rPr>
              <a:t>Liefert Observable</a:t>
            </a:r>
            <a:endParaRPr b="0" lang="de-DE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1191" name="Gerade Verbindung mit Pfeil 5"/>
          <p:cNvCxnSpPr/>
          <p:nvPr/>
        </p:nvCxnSpPr>
        <p:spPr>
          <a:xfrm flipH="1">
            <a:off x="5902920" y="2326320"/>
            <a:ext cx="1678680" cy="360"/>
          </a:xfrm>
          <a:prstGeom prst="straightConnector1">
            <a:avLst/>
          </a:prstGeom>
          <a:ln>
            <a:solidFill>
              <a:srgbClr val="1d9a78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Exception Handler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9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private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handleError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any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if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else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if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error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status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'${error.status} - ${error.statusText} '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else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{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	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 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dd1144"/>
                </a:solidFill>
                <a:uFillTx/>
                <a:latin typeface="SourceCodePro"/>
              </a:rPr>
              <a:t>'Server error‘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;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// Rethrow in intermediate Methods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400" strike="noStrike" u="none">
                <a:solidFill>
                  <a:srgbClr val="008080"/>
                </a:solidFill>
                <a:uFillTx/>
                <a:latin typeface="SourceCodePro"/>
              </a:rPr>
              <a:t>Observable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400" strike="noStrike" u="none">
                <a:solidFill>
                  <a:srgbClr val="1e347b"/>
                </a:solidFill>
                <a:uFillTx/>
                <a:latin typeface="SourceCodePro"/>
              </a:rPr>
              <a:t>throw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400" strike="noStrike" u="none">
                <a:solidFill>
                  <a:srgbClr val="48484c"/>
                </a:solidFill>
                <a:uFillTx/>
                <a:latin typeface="SourceCodePro"/>
              </a:rPr>
              <a:t>message</a:t>
            </a:r>
            <a:r>
              <a:rPr b="0" lang="de-DE" sz="24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Header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9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httpBody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JSON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stringify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object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headers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Headers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'Content-Type'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'application/json'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let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options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=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new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008080"/>
                </a:solidFill>
                <a:uFillTx/>
                <a:latin typeface="SourceCodePro"/>
              </a:rPr>
              <a:t>RequestOptions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({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headers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: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headers 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});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 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return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http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post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dd1144"/>
                </a:solidFill>
                <a:uFillTx/>
                <a:latin typeface="SourceCodePro"/>
              </a:rPr>
              <a:t>'api/objects'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httpBody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,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 options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map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extractJsonData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catch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(</a:t>
            </a:r>
            <a:r>
              <a:rPr b="0" lang="de-DE" sz="2800" strike="noStrike" u="none">
                <a:solidFill>
                  <a:srgbClr val="1e347b"/>
                </a:solidFill>
                <a:uFillTx/>
                <a:latin typeface="SourceCodePro"/>
              </a:rPr>
              <a:t>this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.</a:t>
            </a:r>
            <a:r>
              <a:rPr b="0" lang="de-DE" sz="2800" strike="noStrike" u="none">
                <a:solidFill>
                  <a:srgbClr val="48484c"/>
                </a:solidFill>
                <a:uFillTx/>
                <a:latin typeface="SourceCodePro"/>
              </a:rPr>
              <a:t>handleError</a:t>
            </a:r>
            <a:r>
              <a:rPr b="0" lang="de-DE" sz="2800" strike="noStrike" u="none">
                <a:solidFill>
                  <a:srgbClr val="93a1a1"/>
                </a:solidFill>
                <a:uFillTx/>
                <a:latin typeface="SourceCodePro"/>
              </a:rPr>
              <a:t>);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PlaceHolder 1"/>
          <p:cNvSpPr>
            <a:spLocks noGrp="1"/>
          </p:cNvSpPr>
          <p:nvPr>
            <p:ph type="title"/>
          </p:nvPr>
        </p:nvSpPr>
        <p:spPr>
          <a:xfrm>
            <a:off x="4965480" y="629280"/>
            <a:ext cx="6586200" cy="128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100" strike="noStrike" u="none">
                <a:solidFill>
                  <a:schemeClr val="dk1"/>
                </a:solidFill>
                <a:uFillTx/>
                <a:latin typeface="Calibri Light"/>
              </a:rPr>
              <a:t>Übung 24: Starten des Servers</a:t>
            </a:r>
            <a:endParaRPr b="0" lang="de-DE" sz="41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97" name="PlaceHolder 2"/>
          <p:cNvSpPr>
            <a:spLocks noGrp="1"/>
          </p:cNvSpPr>
          <p:nvPr>
            <p:ph/>
          </p:nvPr>
        </p:nvSpPr>
        <p:spPr>
          <a:xfrm>
            <a:off x="4965480" y="2438280"/>
            <a:ext cx="6586200" cy="37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Zip-Datei </a:t>
            </a:r>
            <a:r>
              <a:rPr b="0" i="1" lang="de-DE" sz="2000" strike="noStrike" u="none">
                <a:solidFill>
                  <a:schemeClr val="dk1"/>
                </a:solidFill>
                <a:uFillTx/>
                <a:latin typeface="Calibri"/>
              </a:rPr>
              <a:t>server-js.zip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 entpacken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Konsole öffnen und in Server Verzeichnis wechseln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Installieren per npm install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Starten über node server.js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Backend läuft unter localhost:3000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dev.proxy.json: { "/api": { "target": "http://localhost:3000" } }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Dev-Server mit Proxy starten (</a:t>
            </a:r>
            <a:r>
              <a:rPr b="0" lang="de-DE" sz="2000" strike="noStrike" u="sng">
                <a:solidFill>
                  <a:schemeClr val="dk1"/>
                </a:solidFill>
                <a:uFillTx/>
                <a:latin typeface="Calibri"/>
                <a:hlinkClick r:id="rId1"/>
              </a:rPr>
              <a:t>CORS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) ng serve --proxy dev.proxy.json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198" name="Picture 4" descr="Leuchtendes Serverraumpanel"/>
          <p:cNvPicPr/>
          <p:nvPr/>
        </p:nvPicPr>
        <p:blipFill>
          <a:blip r:embed="rId2"/>
          <a:srcRect l="24076" t="0" r="30806" b="0"/>
          <a:stretch/>
        </p:blipFill>
        <p:spPr>
          <a:xfrm>
            <a:off x="0" y="0"/>
            <a:ext cx="4635360" cy="6857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199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080680" y="2115000"/>
            <a:ext cx="6309720" cy="360"/>
          </a:xfrm>
          <a:prstGeom prst="straightConnector1">
            <a:avLst/>
          </a:prstGeom>
          <a:ln w="19050">
            <a:solidFill>
              <a:srgbClr val="4651ff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24: Endpunkte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GET 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api/training (GET_ALL)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api/training/:id (GET_BY_ID)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POST api/training (INSERT)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PUT/PATCH/DELETE api/training/:id (UPDATE, PARTIAL_UPDATE, REMOVE)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Übung 24: http 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Verwende in TrainingService das Backend statt der Mock-Daten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Dev-Server mit Proxy starten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Lade die Liste initial vom Backend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Achtung: Date Felder vom Server werden serialisiert als String gesendet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Müssen noch in Date umgewandelt werden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Schicke die geänderten Daten in update per put zum Backend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Lade (der Einfachheit halber) nach einem update die Liste neu vom Backend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Eigene Direktiven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Können simpel erstellt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ng generate directive &lt;directive-name&gt;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Direktive ist wiederum eine annotierte TypeScript-Klasse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Der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selector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ist das neue HTML-Attribute oder -Element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Im Konstruktor wird das DOM-Element, das manipuliert werden soll, injected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Eigene Directive: Beispiel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0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Ein Beispiel ist unter </a:t>
            </a:r>
            <a:r>
              <a:rPr b="0" i="1" lang="de-DE" sz="28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https://angular.io/guide/attribute-directives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zu finden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import { Directive, ElementRef } from '@angular/core';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@Directive({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selector: '[appHighlight]'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})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export class HighlightDirective 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constructor(el: ElementRef) 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 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el.nativeElement.style.backgroundColor = 'yellow';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70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08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09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040" y="1417680"/>
            <a:ext cx="6875280" cy="4040280"/>
          </a:xfrm>
          <a:prstGeom prst="rect">
            <a:avLst/>
          </a:prstGeom>
          <a:gradFill rotWithShape="0">
            <a:gsLst>
              <a:gs pos="11000">
                <a:srgbClr val="000000"/>
              </a:gs>
              <a:gs pos="100000">
                <a:srgbClr val="16735a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10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9480" y="2659680"/>
            <a:ext cx="4355280" cy="404028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211" name="Picture 6" descr="Einen Termin in einen Papierkalender eintragen"/>
          <p:cNvPicPr/>
          <p:nvPr/>
        </p:nvPicPr>
        <p:blipFill>
          <a:blip r:embed="rId1"/>
          <a:srcRect l="0" t="0" r="20784" b="0"/>
          <a:stretch/>
        </p:blipFill>
        <p:spPr>
          <a:xfrm>
            <a:off x="4038480" y="0"/>
            <a:ext cx="8159760" cy="68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2" name="Freeform: Shap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6640" y="1200960"/>
            <a:ext cx="4807800" cy="4088160"/>
          </a:xfrm>
          <a:custGeom>
            <a:avLst/>
            <a:gdLst>
              <a:gd name="textAreaLeft" fmla="*/ 0 w 4807800"/>
              <a:gd name="textAreaRight" fmla="*/ 4808160 w 4807800"/>
              <a:gd name="textAreaTop" fmla="*/ 0 h 4088160"/>
              <a:gd name="textAreaBottom" fmla="*/ 4088520 h 408816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12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13" name="PlaceHolder 1"/>
          <p:cNvSpPr>
            <a:spLocks noGrp="1"/>
          </p:cNvSpPr>
          <p:nvPr>
            <p:ph type="title"/>
          </p:nvPr>
        </p:nvSpPr>
        <p:spPr>
          <a:xfrm>
            <a:off x="534600" y="2950560"/>
            <a:ext cx="3052080" cy="353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Calibri Light"/>
              </a:rPr>
              <a:t>Anhang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14" name="PlaceHolder 2"/>
          <p:cNvSpPr>
            <a:spLocks noGrp="1"/>
          </p:cNvSpPr>
          <p:nvPr>
            <p:ph/>
          </p:nvPr>
        </p:nvSpPr>
        <p:spPr>
          <a:xfrm>
            <a:off x="777960" y="743760"/>
            <a:ext cx="2808360" cy="13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400" strike="noStrike" u="non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6000" strike="noStrike" u="none">
                <a:solidFill>
                  <a:schemeClr val="dk1"/>
                </a:solidFill>
                <a:uFillTx/>
                <a:latin typeface="Calibri Light"/>
              </a:rPr>
              <a:t>node.js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16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400" strike="noStrike" u="non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ist node.js?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node.js ist ein Interpreter für Server-seitiges JavaScript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Auf Grundlagen der Google V8-Engine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Mit node.js können damit keine Browser-Anwendungen betrieben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Keine UI, Keine User-Events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 Html-Dokument und  damit kein DOM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Kein Browser-API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Window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Historie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Dafür stellt node.js eigene Bibliotheken zur Verfügung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Dateizugriff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Multithreading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Networking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sng">
                <a:solidFill>
                  <a:schemeClr val="dk1"/>
                </a:solidFill>
                <a:uFillTx/>
                <a:latin typeface="Courier New"/>
              </a:rPr>
              <a:t>https://nodejs.org/dist/latest-v8.x/docs/api/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Ein kompletter http-Server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http = require('http');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fs = require('fs');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http.createServer(function handler(req, res) {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url = req.url;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if (url.match(/.html/)) {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res.writeHead(200, {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'Content-Type' : 'text/html'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});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} else if …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var filename = "./static-content" + req.url;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fs.createReadStream(filename).pipe(res);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ourier New"/>
              </a:rPr>
              <a:t>}).listen(6061, '127.0.0.1');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36036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Installation: node.js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222" name="Picture 2" descr=""/>
          <p:cNvPicPr/>
          <p:nvPr/>
        </p:nvPicPr>
        <p:blipFill>
          <a:blip r:embed="rId1"/>
          <a:stretch/>
        </p:blipFill>
        <p:spPr>
          <a:xfrm>
            <a:off x="3500280" y="1817280"/>
            <a:ext cx="6087600" cy="457632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92920" cy="6857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24" name="PlaceHolder 1"/>
          <p:cNvSpPr>
            <a:spLocks noGrp="1"/>
          </p:cNvSpPr>
          <p:nvPr>
            <p:ph type="title"/>
          </p:nvPr>
        </p:nvSpPr>
        <p:spPr>
          <a:xfrm>
            <a:off x="524880" y="620280"/>
            <a:ext cx="3808080" cy="550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6000" strike="noStrike" u="none">
                <a:solidFill>
                  <a:schemeClr val="lt1"/>
                </a:solidFill>
                <a:uFillTx/>
                <a:latin typeface="Calibri Light"/>
              </a:rPr>
              <a:t>Testen der Installation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15" name="Diagram15"/>
          <p:cNvGraphicFramePr/>
          <p:nvPr>
            <p:extLst>
              <p:ext uri="{D42A27DB-BD31-4B8C-83A1-F6EECF244321}">
                <p14:modId xmlns:p14="http://schemas.microsoft.com/office/powerpoint/2010/main" val="2794224025"/>
              </p:ext>
            </p:extLst>
          </p:nvPr>
        </p:nvGraphicFramePr>
        <p:xfrm>
          <a:off x="5468400" y="620280"/>
          <a:ext cx="6263280" cy="5504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Node und Browser-basierte Anwendungen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Obwohl node.js nicht im Browser ausgeführt wird, wird es trotzdem gerne im Rahmen der Software-Entwicklung genutzt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Hierzu wird node als Web Server eingesetzt, der die JavaScript-Dateien sowie die statischen Ressourcen (HTML, CSS, …) zum Browser sendet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Mit Hilfe eines Browser-Sync-Frameworks triggern Änderungen von JavaScript-Dateien auf Server-Seite einen Browser-Refresh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sng">
                <a:solidFill>
                  <a:schemeClr val="dk1"/>
                </a:solidFill>
                <a:uFillTx/>
                <a:latin typeface="Courier New"/>
              </a:rPr>
              <a:t>https://www.browsersync.io/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Damit werden Änderungen ohne weitere Benutzer-Interaktion sofort angezeigt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Für eine agile Software-Entwicklung natürlich äußerst praktisch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27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28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8040" y="1417680"/>
            <a:ext cx="6875280" cy="4040280"/>
          </a:xfrm>
          <a:prstGeom prst="rect">
            <a:avLst/>
          </a:prstGeom>
          <a:gradFill rotWithShape="0">
            <a:gsLst>
              <a:gs pos="11000">
                <a:srgbClr val="000000"/>
              </a:gs>
              <a:gs pos="100000">
                <a:srgbClr val="16735a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29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59480" y="2659680"/>
            <a:ext cx="4355280" cy="4040280"/>
          </a:xfrm>
          <a:prstGeom prst="rect">
            <a:avLst/>
          </a:prstGeom>
          <a:gradFill rotWithShape="0">
            <a:gsLst>
              <a:gs pos="0">
                <a:srgbClr val="1d9a78">
                  <a:alpha val="50000"/>
                </a:srgbClr>
              </a:gs>
              <a:gs pos="100000">
                <a:srgbClr val="0e4d3c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230" name="Picture 4" descr="Cardboard boxes on conveyor belt"/>
          <p:cNvPicPr/>
          <p:nvPr/>
        </p:nvPicPr>
        <p:blipFill>
          <a:blip r:embed="rId1"/>
          <a:srcRect l="15465" t="0" r="5319" b="0"/>
          <a:stretch/>
        </p:blipFill>
        <p:spPr>
          <a:xfrm>
            <a:off x="4038480" y="0"/>
            <a:ext cx="8159760" cy="68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1" name="Freeform: 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00">
            <a:off x="-746640" y="1200960"/>
            <a:ext cx="4807800" cy="4088160"/>
          </a:xfrm>
          <a:custGeom>
            <a:avLst/>
            <a:gdLst>
              <a:gd name="textAreaLeft" fmla="*/ 0 w 4807800"/>
              <a:gd name="textAreaRight" fmla="*/ 4808160 w 4807800"/>
              <a:gd name="textAreaTop" fmla="*/ 0 h 4088160"/>
              <a:gd name="textAreaBottom" fmla="*/ 4088520 h 408816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5ae0bb">
                  <a:alpha val="0"/>
                </a:srgbClr>
              </a:gs>
              <a:gs pos="100000">
                <a:srgbClr val="16735a">
                  <a:alpha val="26000"/>
                </a:srgbClr>
              </a:gs>
            </a:gsLst>
            <a:lin ang="12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232" name="PlaceHolder 1"/>
          <p:cNvSpPr>
            <a:spLocks noGrp="1"/>
          </p:cNvSpPr>
          <p:nvPr>
            <p:ph type="title"/>
          </p:nvPr>
        </p:nvSpPr>
        <p:spPr>
          <a:xfrm>
            <a:off x="534600" y="2950560"/>
            <a:ext cx="3052080" cy="353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Calibri Light"/>
              </a:rPr>
              <a:t>npm – Der Node Package Manager</a:t>
            </a:r>
            <a:endParaRPr b="0" lang="de-DE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33" name="PlaceHolder 2"/>
          <p:cNvSpPr>
            <a:spLocks noGrp="1"/>
          </p:cNvSpPr>
          <p:nvPr>
            <p:ph/>
          </p:nvPr>
        </p:nvSpPr>
        <p:spPr>
          <a:xfrm>
            <a:off x="777960" y="743760"/>
            <a:ext cx="2808360" cy="13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400" strike="noStrike" u="non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Was ist npm?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Primär ein Packaging Manager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ist Bestandteil der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node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-Installation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–v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offizielle npm Registry liegt im Internet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6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https://docs.npmjs.com/misc/registry</a:t>
            </a:r>
            <a:endParaRPr b="0" lang="de-DE" sz="16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Im Wesentlichen eine CouchDB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Laden der Software durch RESTful Aufrufe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-Registry  ist aktuell die größte Sammlung von Software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Unternehmens-interne oder private Registries können angemietet werden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npm Kommandos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3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wird über die Kommandozeile angesprochen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grafische Oberfläche wird als separates Modul zur Verfügung gestellt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Hilfesystem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–h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npm &lt;command&gt; -h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sng">
                <a:solidFill>
                  <a:schemeClr val="dk1"/>
                </a:solidFill>
                <a:uFillTx/>
                <a:latin typeface="Courier New"/>
                <a:hlinkClick r:id="rId1"/>
              </a:rPr>
              <a:t>https://docs.npmjs.com/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pic>
        <p:nvPicPr>
          <p:cNvPr id="1239" name="Picture 6" descr="Sphere of mesh and nodes"/>
          <p:cNvPicPr/>
          <p:nvPr/>
        </p:nvPicPr>
        <p:blipFill>
          <a:blip r:embed="rId1">
            <a:alphaModFix amt="50000"/>
          </a:blip>
          <a:srcRect l="0" t="2677" r="0" b="2232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90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rgbClr val="ffffff"/>
                </a:solidFill>
                <a:uFillTx/>
                <a:latin typeface="Calibri Light"/>
              </a:rPr>
              <a:t>Node-Modules</a:t>
            </a:r>
            <a:endParaRPr b="0" lang="de-DE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41" name="PlaceHolder 2"/>
          <p:cNvSpPr>
            <a:spLocks noGrp="1"/>
          </p:cNvSpPr>
          <p:nvPr>
            <p:ph/>
          </p:nvPr>
        </p:nvSpPr>
        <p:spPr>
          <a:xfrm>
            <a:off x="1523880" y="4159440"/>
            <a:ext cx="9143640" cy="109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400" strike="noStrike" u="none">
              <a:solidFill>
                <a:schemeClr val="lt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Node Modules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4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 via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geladene Bibliothek wird als Node-Module konzipiert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Jedes Modul besitzt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 Informationsdatei, die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package.json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, die das Projekt zusätzlich beschreibt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Abhängige Bibliotheken im Unterverzeichnis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node_modules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Diese sind selbst ebenfalls Node-Module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Einen Entry-Point, in dem der Module-Entwickler das Fachobjekt seines Moduls erzeugt und exportiert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Dazu wird dem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module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-Objekt die Eigenschaft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exports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gesetzt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Zur Benutzung eines Moduls innerhalb eines Scripts dient der Node-Befehl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require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Der Rückgabewert von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require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ist das vom Modul erzeugte und exportierte Fachobjekt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Die package.json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4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Enthält die Projektinformation im JSON-Format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Die Datei enthält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Den Projektnamen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aktuelle Versionsnummer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Meta-Informationen wie Autor, Schlüsselwörter, Lizenz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Dependencies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Ein 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scripts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-Objekt mit ausführbaren Befehlen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Diese können mit 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ourier New"/>
              </a:rPr>
              <a:t>npm run &lt;script&gt;</a:t>
            </a: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 ausgeführt werden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Initialisierung eines Projekts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4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Jedes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-basierte Projekt ist ein neues Node-Module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Initialisierung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 init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Dabei werden interaktiv die Informationen abgefragt, die zur Erstellung der initialen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package.json</a:t>
            </a: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 benötigt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Projektstruktur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graphicFrame>
        <p:nvGraphicFramePr>
          <p:cNvPr id="16" name="Diagram16"/>
          <p:cNvGraphicFramePr/>
          <p:nvPr>
            <p:extLst>
              <p:ext uri="{D42A27DB-BD31-4B8C-83A1-F6EECF244321}">
                <p14:modId xmlns:p14="http://schemas.microsoft.com/office/powerpoint/2010/main" val="4135779091"/>
              </p:ext>
            </p:extLst>
          </p:nvPr>
        </p:nvGraphicFramePr>
        <p:xfrm>
          <a:off x="6217560" y="1122120"/>
          <a:ext cx="4140000" cy="5256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Ein einfaches Projekt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5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"name": "npm-sample",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"version": "1.0.0",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"description": "a simple training project",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"main": "index.js",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"scripts": {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"test": "echo \"Error: no test specified\" &amp;&amp; exit 1"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"keywords": [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"training"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],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"author": "theAuthor",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 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"license": "ISC"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Beispiel: Ein einfaches Node-Module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Datei </a:t>
            </a:r>
            <a:r>
              <a:rPr b="0" i="1" lang="de-DE" sz="2800" strike="noStrike" u="none">
                <a:solidFill>
                  <a:schemeClr val="dk1"/>
                </a:solidFill>
                <a:uFillTx/>
                <a:latin typeface="Courier New"/>
              </a:rPr>
              <a:t>index.js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module.exports = 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	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log: function(){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       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console.log('Hello')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          </a:t>
            </a: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i="1" lang="de-DE" sz="2400" strike="noStrike" u="none">
                <a:solidFill>
                  <a:schemeClr val="dk1"/>
                </a:solidFill>
                <a:uFillTx/>
                <a:latin typeface="Courier New"/>
              </a:rPr>
              <a:t>}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In der REPL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var training = require('./index.js')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8908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ourier New"/>
              </a:rPr>
              <a:t>training.log()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de-DE" sz="4400" strike="noStrike" u="none">
                <a:solidFill>
                  <a:schemeClr val="dk1"/>
                </a:solidFill>
                <a:uFillTx/>
                <a:latin typeface="Calibri Light"/>
              </a:rPr>
              <a:t>Installieren von Abhängigkeiten</a:t>
            </a:r>
            <a:endParaRPr b="0" lang="de-DE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5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Abhängigkeiten werden mit 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ourier New"/>
              </a:rPr>
              <a:t>npm install</a:t>
            </a: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 von einer npm-Registry geladen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Ohne weitere Konfiguration wird dazu die Standard-Registry benutzt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Damit ist eine Internet-Verbindung notwendig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Es können aber auch Unternehmens-interne Repository-Server benutzt werden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z.B. Nexus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uFillTx/>
                <a:latin typeface="Calibri"/>
              </a:rPr>
              <a:t>Rechner-Registry</a:t>
            </a:r>
            <a:endParaRPr b="0" lang="de-DE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Die Abhängigkeiten werden auf dem Rechner abgelegt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Ab jetzt ist damit keine Internet-Verbindung mehr nötig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uFillTx/>
                <a:latin typeface="Calibri"/>
              </a:rPr>
              <a:t>Orte:</a:t>
            </a:r>
            <a:endParaRPr b="0" lang="de-DE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lokale Ablage in einem Unterverzeichnis namens </a:t>
            </a:r>
            <a:r>
              <a:rPr b="0" i="1" lang="de-DE" sz="2000" strike="noStrike" u="none">
                <a:solidFill>
                  <a:schemeClr val="dk1"/>
                </a:solidFill>
                <a:uFillTx/>
                <a:latin typeface="Courier New"/>
              </a:rPr>
              <a:t>node-modules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Empfohlenes Standard-Verfahren zur Installation von Dependencies für eigene Software-Projekte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uFillTx/>
                <a:latin typeface="Calibri"/>
              </a:rPr>
              <a:t>globale Ablage</a:t>
            </a:r>
            <a:endParaRPr b="0" lang="de-DE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1800" strike="noStrike" u="none">
                <a:solidFill>
                  <a:schemeClr val="dk1"/>
                </a:solidFill>
                <a:uFillTx/>
                <a:latin typeface="Calibri"/>
              </a:rPr>
              <a:t>Empfohlenes Standard-Verfahren zur Installation von allgemein verwendbaren Werkzeugen</a:t>
            </a:r>
            <a:endParaRPr b="0" lang="de-DE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Benutzerdefiniertes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LibreOffice/24.8.5.2$Linux_X86_64 LibreOffice_project/480$Build-2</Application>
  <AppVersion>15.0000</AppVersion>
  <Words>11653</Words>
  <Paragraphs>2083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2020-01-15T16:45:15Z</dcterms:created>
  <dc:creator>Thomas Götzinger</dc:creator>
  <dc:description/>
  <dc:language>de-DE</dc:language>
  <cp:lastModifiedBy/>
  <dcterms:modified xsi:type="dcterms:W3CDTF">2025-04-02T18:38:02Z</dcterms:modified>
  <cp:revision>170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Notes">
    <vt:i4>38</vt:i4>
  </property>
  <property fmtid="{D5CDD505-2E9C-101B-9397-08002B2CF9AE}" pid="4" name="PresentationFormat">
    <vt:lpwstr>Breitbild</vt:lpwstr>
  </property>
  <property fmtid="{D5CDD505-2E9C-101B-9397-08002B2CF9AE}" pid="5" name="Slides">
    <vt:i4>268</vt:i4>
  </property>
</Properties>
</file>